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tmp" ContentType="image/png"/>
  <Default Extension="wmf" ContentType="image/x-wmf"/>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presentation.xml" ContentType="application/vnd.openxmlformats-officedocument.presentationml.presentation.main+xml"/>
  <Override PartName="/ppt/slideLayouts/slideLayout248.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20.xml" ContentType="application/vnd.openxmlformats-officedocument.presentationml.slideMaster+xml"/>
  <Override PartName="/ppt/slideMasters/slideMaster19.xml" ContentType="application/vnd.openxmlformats-officedocument.presentationml.slideMaster+xml"/>
  <Override PartName="/ppt/slideMasters/slideMaster18.xml" ContentType="application/vnd.openxmlformats-officedocument.presentationml.slideMaster+xml"/>
  <Override PartName="/ppt/slideMasters/slideMaster17.xml" ContentType="application/vnd.openxmlformats-officedocument.presentationml.slideMaster+xml"/>
  <Override PartName="/ppt/slideMasters/slideMaster16.xml" ContentType="application/vnd.openxmlformats-officedocument.presentationml.slideMaster+xml"/>
  <Override PartName="/ppt/slideMasters/slideMaster15.xml" ContentType="application/vnd.openxmlformats-officedocument.presentationml.slideMaster+xml"/>
  <Override PartName="/ppt/slideMasters/slideMaster14.xml" ContentType="application/vnd.openxmlformats-officedocument.presentationml.slideMaster+xml"/>
  <Override PartName="/ppt/slideMasters/slideMaster13.xml" ContentType="application/vnd.openxmlformats-officedocument.presentationml.slideMaster+xml"/>
  <Override PartName="/ppt/slideMasters/slideMaster12.xml" ContentType="application/vnd.openxmlformats-officedocument.presentationml.slideMaster+xml"/>
  <Override PartName="/ppt/slideMasters/slideMaster11.xml" ContentType="application/vnd.openxmlformats-officedocument.presentationml.slideMaster+xml"/>
  <Override PartName="/ppt/slideMasters/slideMaster10.xml" ContentType="application/vnd.openxmlformats-officedocument.presentationml.slideMaster+xml"/>
  <Override PartName="/ppt/slideMasters/slideMaster9.xml" ContentType="application/vnd.openxmlformats-officedocument.presentationml.slideMaster+xml"/>
  <Override PartName="/ppt/slideMasters/slideMaster8.xml" ContentType="application/vnd.openxmlformats-officedocument.presentationml.slideMaster+xml"/>
  <Override PartName="/ppt/slideMasters/slideMaster7.xml" ContentType="application/vnd.openxmlformats-officedocument.presentationml.slideMaster+xml"/>
  <Override PartName="/ppt/slideMasters/slideMaster6.xml" ContentType="application/vnd.openxmlformats-officedocument.presentationml.slideMaster+xml"/>
  <Override PartName="/ppt/slideMasters/slideMaster5.xml" ContentType="application/vnd.openxmlformats-officedocument.presentationml.slideMaster+xml"/>
  <Override PartName="/ppt/slideMasters/slideMaster4.xml" ContentType="application/vnd.openxmlformats-officedocument.presentationml.slideMaster+xml"/>
  <Override PartName="/ppt/slideMasters/slideMaster3.xml" ContentType="application/vnd.openxmlformats-officedocument.presentationml.slideMaster+xml"/>
  <Override PartName="/ppt/slideMasters/slideMaster2.xml" ContentType="application/vnd.openxmlformats-officedocument.presentationml.slideMaster+xml"/>
  <Override PartName="/ppt/slideMasters/slideMaster1.xml" ContentType="application/vnd.openxmlformats-officedocument.presentationml.slideMaster+xml"/>
  <Override PartName="/ppt/ink/ink12.xml" ContentType="application/inkml+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2.xml" ContentType="application/vnd.openxmlformats-officedocument.theme+xml"/>
  <Override PartName="/ppt/ink/ink31.xml" ContentType="application/inkml+xml"/>
  <Override PartName="/ppt/ink/ink30.xml" ContentType="application/inkml+xml"/>
  <Override PartName="/ppt/ink/ink29.xml" ContentType="application/inkml+xml"/>
  <Override PartName="/ppt/ink/ink28.xml" ContentType="application/inkml+xml"/>
  <Override PartName="/ppt/ink/ink27.xml" ContentType="application/inkml+xml"/>
  <Override PartName="/ppt/ink/ink26.xml" ContentType="application/inkml+xml"/>
  <Override PartName="/ppt/ink/ink25.xml" ContentType="application/inkml+xml"/>
  <Override PartName="/ppt/ink/ink24.xml" ContentType="application/inkml+xml"/>
  <Override PartName="/ppt/ink/ink23.xml" ContentType="application/inkml+xml"/>
  <Override PartName="/ppt/ink/ink22.xml" ContentType="application/inkml+xml"/>
  <Override PartName="/ppt/ink/ink21.xml" ContentType="application/inkml+xml"/>
  <Override PartName="/ppt/ink/ink20.xml" ContentType="application/inkml+xml"/>
  <Override PartName="/ppt/ink/ink19.xml" ContentType="application/inkml+xml"/>
  <Override PartName="/ppt/ink/ink18.xml" ContentType="application/inkml+xml"/>
  <Override PartName="/ppt/ink/ink17.xml" ContentType="application/inkml+xml"/>
  <Override PartName="/ppt/ink/ink16.xml" ContentType="application/inkml+xml"/>
  <Override PartName="/ppt/ink/ink15.xml" ContentType="application/inkml+xml"/>
  <Override PartName="/ppt/ink/ink14.xml" ContentType="application/inkml+xml"/>
  <Override PartName="/ppt/ink/ink13.xml" ContentType="application/inkml+xml"/>
  <Override PartName="/ppt/theme/theme6.xml" ContentType="application/vnd.openxmlformats-officedocument.theme+xml"/>
  <Override PartName="/ppt/ink/ink11.xml" ContentType="application/inkml+xml"/>
  <Override PartName="/ppt/ink/ink10.xml" ContentType="application/inkml+xml"/>
  <Override PartName="/ppt/ink/ink8.xml" ContentType="application/inkml+xml"/>
  <Override PartName="/ppt/ink/ink7.xml" ContentType="application/inkml+xml"/>
  <Override PartName="/ppt/ink/ink6.xml" ContentType="application/inkml+xml"/>
  <Override PartName="/ppt/ink/ink5.xml" ContentType="application/inkml+xml"/>
  <Override PartName="/ppt/ink/ink4.xml" ContentType="application/inkml+xml"/>
  <Override PartName="/ppt/ink/ink3.xml" ContentType="application/inkml+xml"/>
  <Override PartName="/ppt/ink/ink2.xml" ContentType="application/inkml+xml"/>
  <Override PartName="/ppt/ink/ink1.xml" ContentType="application/inkml+xml"/>
  <Override PartName="/ppt/media/image16.jpg" ContentType="image/jpg"/>
  <Override PartName="/ppt/theme/theme22.xml" ContentType="application/vnd.openxmlformats-officedocument.theme+xml"/>
  <Override PartName="/ppt/theme/theme21.xml" ContentType="application/vnd.openxmlformats-officedocument.theme+xml"/>
  <Override PartName="/ppt/theme/theme20.xml" ContentType="application/vnd.openxmlformats-officedocument.theme+xml"/>
  <Override PartName="/ppt/theme/theme19.xml" ContentType="application/vnd.openxmlformats-officedocument.theme+xml"/>
  <Override PartName="/ppt/theme/theme18.xml" ContentType="application/vnd.openxmlformats-officedocument.theme+xml"/>
  <Override PartName="/ppt/theme/theme17.xml" ContentType="application/vnd.openxmlformats-officedocument.theme+xml"/>
  <Override PartName="/ppt/theme/theme16.xml" ContentType="application/vnd.openxmlformats-officedocument.theme+xml"/>
  <Override PartName="/ppt/theme/theme15.xml" ContentType="application/vnd.openxmlformats-officedocument.theme+xml"/>
  <Override PartName="/ppt/theme/theme14.xml" ContentType="application/vnd.openxmlformats-officedocument.theme+xml"/>
  <Override PartName="/ppt/theme/theme13.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12.xml" ContentType="application/vnd.openxmlformats-officedocument.theme+xml"/>
  <Override PartName="/ppt/theme/theme11.xml" ContentType="application/vnd.openxmlformats-officedocument.theme+xml"/>
  <Override PartName="/ppt/theme/theme10.xml" ContentType="application/vnd.openxmlformats-officedocument.theme+xml"/>
  <Override PartName="/ppt/theme/theme9.xml" ContentType="application/vnd.openxmlformats-officedocument.theme+xml"/>
  <Override PartName="/ppt/theme/theme8.xml" ContentType="application/vnd.openxmlformats-officedocument.theme+xml"/>
  <Override PartName="/ppt/theme/theme7.xml" ContentType="application/vnd.openxmlformats-officedocument.theme+xml"/>
  <Override PartName="/ppt/theme/theme5.xml" ContentType="application/vnd.openxmlformats-officedocument.theme+xml"/>
  <Override PartName="/ppt/ink/ink9.xml" ContentType="application/inkml+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ppt/tags/tag1.xml" ContentType="application/vnd.openxmlformats-officedocument.presentationml.tags+xml"/>
  <Override PartName="/ppt/tags/tag2.xml" ContentType="application/vnd.openxmlformats-officedocument.presentationml.tag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792" r:id="rId1"/>
    <p:sldMasterId id="2147483808" r:id="rId2"/>
    <p:sldMasterId id="2147483820" r:id="rId3"/>
    <p:sldMasterId id="2147483999" r:id="rId4"/>
    <p:sldMasterId id="2147484175" r:id="rId5"/>
    <p:sldMasterId id="2147484382" r:id="rId6"/>
    <p:sldMasterId id="2147484416" r:id="rId7"/>
    <p:sldMasterId id="2147484433" r:id="rId8"/>
    <p:sldMasterId id="2147484521" r:id="rId9"/>
    <p:sldMasterId id="2147484555" r:id="rId10"/>
    <p:sldMasterId id="2147484572" r:id="rId11"/>
    <p:sldMasterId id="2147484659" r:id="rId12"/>
    <p:sldMasterId id="2147484906" r:id="rId13"/>
    <p:sldMasterId id="2147484935" r:id="rId14"/>
    <p:sldMasterId id="2147484965" r:id="rId15"/>
    <p:sldMasterId id="2147485052" r:id="rId16"/>
    <p:sldMasterId id="2147485066" r:id="rId17"/>
    <p:sldMasterId id="2147485112" r:id="rId18"/>
    <p:sldMasterId id="2147485128" r:id="rId19"/>
    <p:sldMasterId id="2147485142" r:id="rId20"/>
  </p:sldMasterIdLst>
  <p:notesMasterIdLst>
    <p:notesMasterId r:id="rId63"/>
  </p:notesMasterIdLst>
  <p:handoutMasterIdLst>
    <p:handoutMasterId r:id="rId64"/>
  </p:handoutMasterIdLst>
  <p:sldIdLst>
    <p:sldId id="1169" r:id="rId21"/>
    <p:sldId id="1170" r:id="rId22"/>
    <p:sldId id="1249" r:id="rId23"/>
    <p:sldId id="1320" r:id="rId24"/>
    <p:sldId id="1321" r:id="rId25"/>
    <p:sldId id="1322" r:id="rId26"/>
    <p:sldId id="1323" r:id="rId27"/>
    <p:sldId id="1324" r:id="rId28"/>
    <p:sldId id="1345" r:id="rId29"/>
    <p:sldId id="1347" r:id="rId30"/>
    <p:sldId id="1325" r:id="rId31"/>
    <p:sldId id="1327" r:id="rId32"/>
    <p:sldId id="1328" r:id="rId33"/>
    <p:sldId id="1348" r:id="rId34"/>
    <p:sldId id="1250" r:id="rId35"/>
    <p:sldId id="1252" r:id="rId36"/>
    <p:sldId id="1253" r:id="rId37"/>
    <p:sldId id="1251" r:id="rId38"/>
    <p:sldId id="1254" r:id="rId39"/>
    <p:sldId id="1255" r:id="rId40"/>
    <p:sldId id="1256" r:id="rId41"/>
    <p:sldId id="1257" r:id="rId42"/>
    <p:sldId id="1258" r:id="rId43"/>
    <p:sldId id="1358" r:id="rId44"/>
    <p:sldId id="1359" r:id="rId45"/>
    <p:sldId id="1259" r:id="rId46"/>
    <p:sldId id="1260" r:id="rId47"/>
    <p:sldId id="1261" r:id="rId48"/>
    <p:sldId id="1262" r:id="rId49"/>
    <p:sldId id="1263" r:id="rId50"/>
    <p:sldId id="1357" r:id="rId51"/>
    <p:sldId id="1265" r:id="rId52"/>
    <p:sldId id="1266" r:id="rId53"/>
    <p:sldId id="1267" r:id="rId54"/>
    <p:sldId id="1268" r:id="rId55"/>
    <p:sldId id="1269" r:id="rId56"/>
    <p:sldId id="1270" r:id="rId57"/>
    <p:sldId id="1271" r:id="rId58"/>
    <p:sldId id="1273" r:id="rId59"/>
    <p:sldId id="1301" r:id="rId60"/>
    <p:sldId id="1350" r:id="rId61"/>
    <p:sldId id="1215" r:id="rId62"/>
  </p:sldIdLst>
  <p:sldSz cx="9144000" cy="6858000" type="screen4x3"/>
  <p:notesSz cx="6858000" cy="9144000"/>
  <p:custDataLst>
    <p:tags r:id="rId65"/>
  </p:custDataLst>
  <p:defaultTextStyle>
    <a:defPPr>
      <a:defRPr lang="en-US"/>
    </a:defPPr>
    <a:lvl1pPr algn="l" rtl="0" fontAlgn="base">
      <a:spcBef>
        <a:spcPct val="0"/>
      </a:spcBef>
      <a:spcAft>
        <a:spcPct val="0"/>
      </a:spcAft>
      <a:defRPr sz="1600" kern="1200">
        <a:solidFill>
          <a:schemeClr val="tx1"/>
        </a:solidFill>
        <a:latin typeface="Tahoma" charset="0"/>
        <a:ea typeface="+mn-ea"/>
        <a:cs typeface="+mn-cs"/>
      </a:defRPr>
    </a:lvl1pPr>
    <a:lvl2pPr marL="457200" algn="l" rtl="0" fontAlgn="base">
      <a:spcBef>
        <a:spcPct val="0"/>
      </a:spcBef>
      <a:spcAft>
        <a:spcPct val="0"/>
      </a:spcAft>
      <a:defRPr sz="1600" kern="1200">
        <a:solidFill>
          <a:schemeClr val="tx1"/>
        </a:solidFill>
        <a:latin typeface="Tahoma" charset="0"/>
        <a:ea typeface="+mn-ea"/>
        <a:cs typeface="+mn-cs"/>
      </a:defRPr>
    </a:lvl2pPr>
    <a:lvl3pPr marL="914400" algn="l" rtl="0" fontAlgn="base">
      <a:spcBef>
        <a:spcPct val="0"/>
      </a:spcBef>
      <a:spcAft>
        <a:spcPct val="0"/>
      </a:spcAft>
      <a:defRPr sz="1600" kern="1200">
        <a:solidFill>
          <a:schemeClr val="tx1"/>
        </a:solidFill>
        <a:latin typeface="Tahoma" charset="0"/>
        <a:ea typeface="+mn-ea"/>
        <a:cs typeface="+mn-cs"/>
      </a:defRPr>
    </a:lvl3pPr>
    <a:lvl4pPr marL="1371600" algn="l" rtl="0" fontAlgn="base">
      <a:spcBef>
        <a:spcPct val="0"/>
      </a:spcBef>
      <a:spcAft>
        <a:spcPct val="0"/>
      </a:spcAft>
      <a:defRPr sz="1600" kern="1200">
        <a:solidFill>
          <a:schemeClr val="tx1"/>
        </a:solidFill>
        <a:latin typeface="Tahoma" charset="0"/>
        <a:ea typeface="+mn-ea"/>
        <a:cs typeface="+mn-cs"/>
      </a:defRPr>
    </a:lvl4pPr>
    <a:lvl5pPr marL="1828800" algn="l" rtl="0" fontAlgn="base">
      <a:spcBef>
        <a:spcPct val="0"/>
      </a:spcBef>
      <a:spcAft>
        <a:spcPct val="0"/>
      </a:spcAft>
      <a:defRPr sz="1600" kern="1200">
        <a:solidFill>
          <a:schemeClr val="tx1"/>
        </a:solidFill>
        <a:latin typeface="Tahoma" charset="0"/>
        <a:ea typeface="+mn-ea"/>
        <a:cs typeface="+mn-cs"/>
      </a:defRPr>
    </a:lvl5pPr>
    <a:lvl6pPr marL="2286000" algn="l" defTabSz="914400" rtl="0" eaLnBrk="1" latinLnBrk="0" hangingPunct="1">
      <a:defRPr sz="1600" kern="1200">
        <a:solidFill>
          <a:schemeClr val="tx1"/>
        </a:solidFill>
        <a:latin typeface="Tahoma" charset="0"/>
        <a:ea typeface="+mn-ea"/>
        <a:cs typeface="+mn-cs"/>
      </a:defRPr>
    </a:lvl6pPr>
    <a:lvl7pPr marL="2743200" algn="l" defTabSz="914400" rtl="0" eaLnBrk="1" latinLnBrk="0" hangingPunct="1">
      <a:defRPr sz="1600" kern="1200">
        <a:solidFill>
          <a:schemeClr val="tx1"/>
        </a:solidFill>
        <a:latin typeface="Tahoma" charset="0"/>
        <a:ea typeface="+mn-ea"/>
        <a:cs typeface="+mn-cs"/>
      </a:defRPr>
    </a:lvl7pPr>
    <a:lvl8pPr marL="3200400" algn="l" defTabSz="914400" rtl="0" eaLnBrk="1" latinLnBrk="0" hangingPunct="1">
      <a:defRPr sz="1600" kern="1200">
        <a:solidFill>
          <a:schemeClr val="tx1"/>
        </a:solidFill>
        <a:latin typeface="Tahoma" charset="0"/>
        <a:ea typeface="+mn-ea"/>
        <a:cs typeface="+mn-cs"/>
      </a:defRPr>
    </a:lvl8pPr>
    <a:lvl9pPr marL="3657600" algn="l" defTabSz="914400" rtl="0" eaLnBrk="1" latinLnBrk="0" hangingPunct="1">
      <a:defRPr sz="1600" kern="1200">
        <a:solidFill>
          <a:schemeClr val="tx1"/>
        </a:solidFill>
        <a:latin typeface="Tahoma"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CCCC00"/>
    <a:srgbClr val="0033CC"/>
    <a:srgbClr val="996633"/>
    <a:srgbClr val="FF7C80"/>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767" autoAdjust="0"/>
    <p:restoredTop sz="80475" autoAdjust="0"/>
  </p:normalViewPr>
  <p:slideViewPr>
    <p:cSldViewPr>
      <p:cViewPr varScale="1">
        <p:scale>
          <a:sx n="58" d="100"/>
          <a:sy n="58" d="100"/>
        </p:scale>
        <p:origin x="1494"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6.xml"/><Relationship Id="rId21" Type="http://schemas.openxmlformats.org/officeDocument/2006/relationships/slide" Target="slides/slide1.xml"/><Relationship Id="rId42" Type="http://schemas.openxmlformats.org/officeDocument/2006/relationships/slide" Target="slides/slide22.xml"/><Relationship Id="rId47" Type="http://schemas.openxmlformats.org/officeDocument/2006/relationships/slide" Target="slides/slide27.xml"/><Relationship Id="rId63" Type="http://schemas.openxmlformats.org/officeDocument/2006/relationships/notesMaster" Target="notesMasters/notesMaster1.xml"/><Relationship Id="rId68" Type="http://schemas.openxmlformats.org/officeDocument/2006/relationships/theme" Target="theme/theme1.xml"/><Relationship Id="rId7" Type="http://schemas.openxmlformats.org/officeDocument/2006/relationships/slideMaster" Target="slideMasters/slideMaster7.xml"/><Relationship Id="rId71" Type="http://schemas.openxmlformats.org/officeDocument/2006/relationships/customXml" Target="../customXml/item2.xml"/><Relationship Id="rId2" Type="http://schemas.openxmlformats.org/officeDocument/2006/relationships/slideMaster" Target="slideMasters/slideMaster2.xml"/><Relationship Id="rId16" Type="http://schemas.openxmlformats.org/officeDocument/2006/relationships/slideMaster" Target="slideMasters/slideMaster16.xml"/><Relationship Id="rId29" Type="http://schemas.openxmlformats.org/officeDocument/2006/relationships/slide" Target="slides/slide9.xml"/><Relationship Id="rId11" Type="http://schemas.openxmlformats.org/officeDocument/2006/relationships/slideMaster" Target="slideMasters/slideMaster11.xml"/><Relationship Id="rId24" Type="http://schemas.openxmlformats.org/officeDocument/2006/relationships/slide" Target="slides/slide4.xml"/><Relationship Id="rId32" Type="http://schemas.openxmlformats.org/officeDocument/2006/relationships/slide" Target="slides/slide12.xml"/><Relationship Id="rId37" Type="http://schemas.openxmlformats.org/officeDocument/2006/relationships/slide" Target="slides/slide17.xml"/><Relationship Id="rId40" Type="http://schemas.openxmlformats.org/officeDocument/2006/relationships/slide" Target="slides/slide20.xml"/><Relationship Id="rId45" Type="http://schemas.openxmlformats.org/officeDocument/2006/relationships/slide" Target="slides/slide25.xml"/><Relationship Id="rId53" Type="http://schemas.openxmlformats.org/officeDocument/2006/relationships/slide" Target="slides/slide33.xml"/><Relationship Id="rId58" Type="http://schemas.openxmlformats.org/officeDocument/2006/relationships/slide" Target="slides/slide38.xml"/><Relationship Id="rId66" Type="http://schemas.openxmlformats.org/officeDocument/2006/relationships/presProps" Target="presProps.xml"/><Relationship Id="rId5" Type="http://schemas.openxmlformats.org/officeDocument/2006/relationships/slideMaster" Target="slideMasters/slideMaster5.xml"/><Relationship Id="rId61" Type="http://schemas.openxmlformats.org/officeDocument/2006/relationships/slide" Target="slides/slide41.xml"/><Relationship Id="rId19" Type="http://schemas.openxmlformats.org/officeDocument/2006/relationships/slideMaster" Target="slideMasters/slideMaster19.xml"/><Relationship Id="rId14" Type="http://schemas.openxmlformats.org/officeDocument/2006/relationships/slideMaster" Target="slideMasters/slideMaster14.xml"/><Relationship Id="rId22" Type="http://schemas.openxmlformats.org/officeDocument/2006/relationships/slide" Target="slides/slide2.xml"/><Relationship Id="rId27" Type="http://schemas.openxmlformats.org/officeDocument/2006/relationships/slide" Target="slides/slide7.xml"/><Relationship Id="rId30" Type="http://schemas.openxmlformats.org/officeDocument/2006/relationships/slide" Target="slides/slide10.xml"/><Relationship Id="rId35" Type="http://schemas.openxmlformats.org/officeDocument/2006/relationships/slide" Target="slides/slide15.xml"/><Relationship Id="rId43" Type="http://schemas.openxmlformats.org/officeDocument/2006/relationships/slide" Target="slides/slide23.xml"/><Relationship Id="rId48" Type="http://schemas.openxmlformats.org/officeDocument/2006/relationships/slide" Target="slides/slide28.xml"/><Relationship Id="rId56" Type="http://schemas.openxmlformats.org/officeDocument/2006/relationships/slide" Target="slides/slide36.xml"/><Relationship Id="rId64" Type="http://schemas.openxmlformats.org/officeDocument/2006/relationships/handoutMaster" Target="handoutMasters/handoutMaster1.xml"/><Relationship Id="rId69" Type="http://schemas.openxmlformats.org/officeDocument/2006/relationships/tableStyles" Target="tableStyles.xml"/><Relationship Id="rId8" Type="http://schemas.openxmlformats.org/officeDocument/2006/relationships/slideMaster" Target="slideMasters/slideMaster8.xml"/><Relationship Id="rId51" Type="http://schemas.openxmlformats.org/officeDocument/2006/relationships/slide" Target="slides/slide31.xml"/><Relationship Id="rId72" Type="http://schemas.openxmlformats.org/officeDocument/2006/relationships/customXml" Target="../customXml/item3.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 Target="slides/slide5.xml"/><Relationship Id="rId33" Type="http://schemas.openxmlformats.org/officeDocument/2006/relationships/slide" Target="slides/slide13.xml"/><Relationship Id="rId38" Type="http://schemas.openxmlformats.org/officeDocument/2006/relationships/slide" Target="slides/slide18.xml"/><Relationship Id="rId46" Type="http://schemas.openxmlformats.org/officeDocument/2006/relationships/slide" Target="slides/slide26.xml"/><Relationship Id="rId59" Type="http://schemas.openxmlformats.org/officeDocument/2006/relationships/slide" Target="slides/slide39.xml"/><Relationship Id="rId67" Type="http://schemas.openxmlformats.org/officeDocument/2006/relationships/viewProps" Target="viewProps.xml"/><Relationship Id="rId20" Type="http://schemas.openxmlformats.org/officeDocument/2006/relationships/slideMaster" Target="slideMasters/slideMaster20.xml"/><Relationship Id="rId41" Type="http://schemas.openxmlformats.org/officeDocument/2006/relationships/slide" Target="slides/slide21.xml"/><Relationship Id="rId54" Type="http://schemas.openxmlformats.org/officeDocument/2006/relationships/slide" Target="slides/slide34.xml"/><Relationship Id="rId62" Type="http://schemas.openxmlformats.org/officeDocument/2006/relationships/slide" Target="slides/slide42.xml"/><Relationship Id="rId70"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Master" Target="slideMasters/slideMaster15.xml"/><Relationship Id="rId23" Type="http://schemas.openxmlformats.org/officeDocument/2006/relationships/slide" Target="slides/slide3.xml"/><Relationship Id="rId28" Type="http://schemas.openxmlformats.org/officeDocument/2006/relationships/slide" Target="slides/slide8.xml"/><Relationship Id="rId36" Type="http://schemas.openxmlformats.org/officeDocument/2006/relationships/slide" Target="slides/slide16.xml"/><Relationship Id="rId49" Type="http://schemas.openxmlformats.org/officeDocument/2006/relationships/slide" Target="slides/slide29.xml"/><Relationship Id="rId57" Type="http://schemas.openxmlformats.org/officeDocument/2006/relationships/slide" Target="slides/slide37.xml"/><Relationship Id="rId10" Type="http://schemas.openxmlformats.org/officeDocument/2006/relationships/slideMaster" Target="slideMasters/slideMaster10.xml"/><Relationship Id="rId31" Type="http://schemas.openxmlformats.org/officeDocument/2006/relationships/slide" Target="slides/slide11.xml"/><Relationship Id="rId44" Type="http://schemas.openxmlformats.org/officeDocument/2006/relationships/slide" Target="slides/slide24.xml"/><Relationship Id="rId52" Type="http://schemas.openxmlformats.org/officeDocument/2006/relationships/slide" Target="slides/slide32.xml"/><Relationship Id="rId60" Type="http://schemas.openxmlformats.org/officeDocument/2006/relationships/slide" Target="slides/slide40.xml"/><Relationship Id="rId65" Type="http://schemas.openxmlformats.org/officeDocument/2006/relationships/tags" Target="tags/tag1.xml"/><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Master" Target="slideMasters/slideMaster13.xml"/><Relationship Id="rId18" Type="http://schemas.openxmlformats.org/officeDocument/2006/relationships/slideMaster" Target="slideMasters/slideMaster18.xml"/><Relationship Id="rId39" Type="http://schemas.openxmlformats.org/officeDocument/2006/relationships/slide" Target="slides/slide19.xml"/><Relationship Id="rId34" Type="http://schemas.openxmlformats.org/officeDocument/2006/relationships/slide" Target="slides/slide14.xml"/><Relationship Id="rId50" Type="http://schemas.openxmlformats.org/officeDocument/2006/relationships/slide" Target="slides/slide30.xml"/><Relationship Id="rId55" Type="http://schemas.openxmlformats.org/officeDocument/2006/relationships/slide" Target="slides/slide3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2.xml" /></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84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a:lvl1pPr>
          </a:lstStyle>
          <a:p>
            <a:pPr>
              <a:defRPr/>
            </a:pPr>
            <a:r>
              <a:rPr lang="en-US"/>
              <a:t>Lecture-1</a:t>
            </a:r>
          </a:p>
        </p:txBody>
      </p:sp>
      <p:sp>
        <p:nvSpPr>
          <p:cNvPr id="35843"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vl1pPr>
          </a:lstStyle>
          <a:p>
            <a:pPr>
              <a:defRPr/>
            </a:pPr>
            <a:fld id="{023B7232-710D-494E-88C7-F703C04F40C2}" type="datetimeFigureOut">
              <a:rPr lang="en-US" smtClean="0"/>
              <a:pPr>
                <a:defRPr/>
              </a:pPr>
              <a:t>1/17/2026</a:t>
            </a:fld>
            <a:endParaRPr lang="en-US"/>
          </a:p>
        </p:txBody>
      </p:sp>
      <p:sp>
        <p:nvSpPr>
          <p:cNvPr id="35844"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a:lvl1pPr>
          </a:lstStyle>
          <a:p>
            <a:pPr>
              <a:defRPr/>
            </a:pPr>
            <a:endParaRPr lang="en-US"/>
          </a:p>
        </p:txBody>
      </p:sp>
      <p:sp>
        <p:nvSpPr>
          <p:cNvPr id="35845"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a:lvl1pPr>
          </a:lstStyle>
          <a:p>
            <a:pPr>
              <a:defRPr/>
            </a:pPr>
            <a:fld id="{496DCEF7-9E9F-4185-8062-A1F4E6576C3B}" type="slidenum">
              <a:rPr lang="en-US"/>
              <a:pPr>
                <a:defRPr/>
              </a:pPr>
              <a:t>‹#›</a:t>
            </a:fld>
            <a:endParaRPr lang="en-US"/>
          </a:p>
        </p:txBody>
      </p:sp>
    </p:spTree>
    <p:extLst>
      <p:ext uri="{BB962C8B-B14F-4D97-AF65-F5344CB8AC3E}">
        <p14:creationId xmlns:p14="http://schemas.microsoft.com/office/powerpoint/2010/main" val="161499762"/>
      </p:ext>
    </p:extLst>
  </p:cSld>
  <p:clrMap bg1="lt1" tx1="dk1" bg2="lt2" tx2="dk2" accent1="accent1" accent2="accent2" accent3="accent3" accent4="accent4" accent5="accent5" accent6="accent6" hlink="hlink" folHlink="folHlink"/>
  <p:hf ftr="0" dt="0"/>
</p:handoutMaster>
</file>

<file path=ppt/ink/ink1.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21137 2893 27 0,'-13'-25'11'0,"3"-33"6"0,10 11 2 0,10-1 6 0,3 71 3 0,-13 86-5 0,0-75-19 0,-13 192 10 0,-9-23-6 0,-2-72-4 0,12-47-5 0,12-73-29 0,12-47-56 0,0-10 37 0</inkml:trace>
  <inkml:trace contextRef="#ctx0" brushRef="#br0">21518 2810 55 0,'-23'0'10'0,"-1"-24"-6"0,24 12 6 0,12 12 17 0,10 23-12 0,-9 48-5 0,-1 50-1 0,-1-14-4 0,2-12-3 0,23-37-1 0,11-21-1 0,0-24 1 0,2-63-1 0,-14-55-1 0,-11-16 0 0,-24 3-1 0,-36 23 2 0,-23 23 1 0,-12 13 0 0,22 47-2 0,26 24 3 0,-13 47-2 0,1 13 2 0,70-1-3 0,24-11 1 0,25-49-1 0,23-11 1 0,-10-47-1 0,-3-36 1 0,-24 11-1 0,-34 25 2 0,-11 23-1 0,-25 12 3 0,0 24-2 0,0 35 3 0,-12 37-3 0,24 11-1 0,48-35-1 0,11-25 4 0,12-35-4 0,-11-48 4 0,-48-36-2 0,-24-34 3 0,-60 47 2 0,-11 34-1 0,-25 50-11 0,13 24-66 0,47-14-9 0</inkml:trace>
  <inkml:trace contextRef="#ctx0" brushRef="#br0">20875 4001 76 0,'-35'0'11'0,"-1"0"-8"0,47 0 10 0,61-11 2 0,71-50-11 0,95-33-3 0,84-27 0 0,23 27-2 0,-70 22 0 0,-85 12 1 0,-95 26 1 0,-48 9-11 0,-36 0-49 0,-22 14 8 0</inkml:trace>
  <inkml:trace contextRef="#ctx0" brushRef="#br0">21017 4084 104 0,'-106'24'11'0,"70"-12"-10"0,108-37 5 0,59-46 4 0,130-47-9 0,97-14 0 0,-1 13-3 0,-71 36 2 0,-107 23 6 0,-73 25 12 0,-58 12-6 0,-36 10-5 0,0 13-3 0,-12 0-3 0,12 0-1 0,-12 0-11 0,12 0-71 0,-12-12 14 0</inkml:trace>
  <inkml:trace contextRef="#ctx0" brushRef="#br0">21244 4631 21 0,'0'0'4'0,"-23"0"8"0,11 12-3 0,-1-12 5 0,2 0 5 0,11 0-4 0,11 0 1 0,49-35-6 0,36-37 1 0,-1 25-6 0,-37 34-3 0,-33 2 0 0,-25 11-3 0,0-23-21 0,0-2-50 0,0 25 41 0</inkml:trace>
  <inkml:trace contextRef="#ctx0" brushRef="#br0">21387 4298 27 0,'0'0'13'0,"24"36"13"0,0 59 1 0,-12 23-17 0,0-22-7 0,0-60-3 0,0-24-52 0,-12-12 6 0</inkml:trace>
  <inkml:trace contextRef="#ctx0" brushRef="#br0">21697 4298 33 0,'-13'-11'24'0,"13"-14"-7"0,0 13 7 0,36 133 4 0,12-50-20 0,-12-24-5 0,-12-12-2 0,0-23 0 0,-11-24 1 0,-2-59-1 0,1 10-1 0,-1 3 1 0,-11-2-1 0,12 13 1 0,-1 23-1 0,-11 24 1 0,13 36-3 0,-1 12 2 0,24-1 0 0,0-10 0 0,-1-37 0 0,25-13 0 0,-1-35 3 0,-35-12-4 0,0 1-1 0,-24-12 2 0,-11 23 2 0,-14 37-2 0,1 22-1 0,0 49-1 0,13 11 3 0,35-24-2 0,-1-23 3 0,73 0-5 0,-25-48 3 0,-23 0 0 0,-26 1 0 0,-22 12-3 0,0 11-52 0,0-13-17 0</inkml:trace>
  <inkml:trace contextRef="#ctx0" brushRef="#br0">23185 3798 30 0,'-36'0'16'0,"13"0"7"0,23 12-7 0,48-37-8 0,23-21-1 0,1-2 4 0,-13 24 2 0,-35 12-5 0,-12 12-4 0,-12 0-57 0,24 0-23 0</inkml:trace>
  <inkml:trace contextRef="#ctx0" brushRef="#br0">23566 3525 10 0,'-11'-13'11'0,"-1"-11"6"0,-1 1 0 0,13 12 4 0,-11 11-2 0,-1 0-6 0,24 23-7 0,12 25-1 0,23 23-1 0,-23 0-3 0,1-24 0 0,-14-22 0 0,12-25 1 0,-10-59-1 0,-1-25 0 0,-1 13 0 0,-11 11-1 0,0 12 0 0,12 24 0 0,-12 24 0 0,11 0 0 0,2 48 0 0,-1-1 0 0,0-10 0 0,24-14-1 0,-12-12 1 0,22 2 3 0,3-37-3 0,-2-24 0 0,-23 2 0 0,-12-4 0 0,-1 16 0 0,-11 10-1 0,0-12 0 0,0 0 1 0,-23 24 0 0,-1 12 0 0,0 24 0 0,13 12 1 0,11 12 0 0,11-14-1 0,26 3 0 0,10-13-1 0,12-24 1 0,1-11 0 0,0-26 0 0,-14 13 5 0,-21 1 1 0,-14 23-2 0,-11 0-13 0,-11 0-59 0,-1 0-2 0</inkml:trace>
  <inkml:trace contextRef="#ctx0" brushRef="#br0">18184 7976 21 0,'-12'0'12'0,"12"-11"-1"0,0 11-2 0,12-12 1 0,-12 12-5 0,24 0-1 0,34-11 1 0,50-1-2 0,35 0 0 0,23 12-1 0,13 0 0 0,-23 12 0 0,-25-12 3 0,-37 0 1 0,-23 0 1 0,-22-12-2 0,-13 12-3 0,-13-13 0 0,-11 2 0 0,-12 11-1 0,0-12-18 0,0 12-63 0</inkml:trace>
  <inkml:trace contextRef="#ctx0" brushRef="#br0">18208 8001 27 0,'-12'0'12'0,"24"0"-10"0,24 0 14 0,22 0-1 0,14-12-8 0,35-1-3 0,1 13 0 0,11-11-2 0,-1-1 0 0,2 1-3 0,-13 11 6 0,-11 0-2 0,-13-12-1 0,-12 12 0 0,-11-12-2 0,-12 12 2 0,-25-13 0 0,1 13 2 0,-12 0-2 0,-12 0-1 0,12 0 0 0,1-11 0 0,-13 11-1 0,11 0 1 0,-11-12 0 0,12 12-8 0,-1 0-88 0</inkml:trace>
  <inkml:trace contextRef="#ctx0" brushRef="#br0">18589 7894 61 0,'-24'-12'3'0,"24"12"-3"0,12 0 1 0,-12 0 2 0,0 0 4 0,36-11-4 0,23 11-2 0,49-13 0 0,34 13-2 0,13-12 4 0,-25 0-1 0,-23 12-1 0,-35 0 1 0,-12 0 4 0,-48-13 5 0,0 13-3 0,-12-10-6 0,12 20-20 0,-12-10-49 0</inkml:trace>
  <inkml:trace contextRef="#ctx0" brushRef="#br0">14588 8680 23 0,'12'-13'2'0,"12"13"1"0,-13-23 17 0,-11 12-8 0,0 11-11 0,0-13 4 0,-11 26-5 0,-38-2 1 0,-10 12 0 0,-12 2-1 0,-12-2 0 0,-1 13 0 0,0 1 0 0,12-3 0 0,38-10-1 0,22 0 2 0,0-1-1 0,12 14 3 0,-12-3 0 0,0 39-2 0,-13 9-2 0,14 2 1 0,-12 12 1 0,11 0 2 0,-12 9-1 0,1 27-1 0,-2-1-1 0,13-13 0 0,-12 14 1 0,12-1-1 0,1 12 0 0,11-24 1 0,0-12-1 0,0-11 1 0,0-1 0 0,-12 12-3 0,-1-24 3 0,2 13-1 0,-1-37 1 0,-12 0-1 0,-1 12 1 0,25-21 0 0,-11-4-1 0,0 13 0 0,11 1 1 0,0 1-1 0,11-15-1 0,0 2 2 0,-11 0-1 0,13-24 0 0,-1-14 0 0,12 15 0 0,12 0 0 0,11-2 0 0,-11-12 1 0,0-11-1 0,0 0 0 0,35 0 0 0,-23 0 1 0,-1 0-1 0,-23 0 1 0,-12 0 6 0,-1 0-1 0,-11 0 0 0,0 0-1 0,0-11-7 0,0-1-89 0</inkml:trace>
  <inkml:trace contextRef="#ctx0" brushRef="#br0">18851 8357 16 0,'0'0'15'0,"-25"-23"11"0,25 12-13 0,0-1-1 0,0 0-1 0,0 12-7 0,13 24-3 0,-1-1 1 0,12 13 0 0,-12-11 0 0,-12-14 0 0,11 1 0 0,-11-12 0 0,24 0-1 0,36-36 0 0,11-12 1 0,1 13-2 0,-1-1 2 0,-24 0-1 0,-22 12 0 0,-13 24 2 0,-12 0-2 0,12 0-66 0,-12 0 27 0</inkml:trace>
  <inkml:trace contextRef="#ctx0" brushRef="#br0">20434 8394 2 0,'0'0'4'0,"0"-12"-3"0,0 0 13 0,-11-1 20 0,-1 2-19 0,12-1-1 0,0 1-5 0,0 11-8 0,12 0 0 0,-12 11 0 0,0 12 0 0,11 27-1 0,2-16 0 0,-1 3 0 0,11-14 1 0,-23-12 0 0,11 2 1 0,14-13-1 0,11-13 1 0,10-21-2 0,26-3 0 0,-12 3 0 0,0-3 1 0,-24 13-1 0,-13 12 0 0,1-11 1 0,0-2-1 0,0 14 1 0,0-1-5 0,-11 12-42 0</inkml:trace>
  <inkml:trace contextRef="#ctx0" brushRef="#br0">20219 9906 34 0,'-11'0'19'0,"0"12"-13"0,22-12 3 0,-11-12 4 0,24 12-9 0,-24 0-3 0,12 36 0 0,-1 11 0 0,-11-23 0 0,13-12 1 0,23-24 3 0,11 1-4 0,13-14-1 0,11-21 0 0,13-4 2 0,-25 27 6 0,-23 0 1 0,-25 11-3 0,2 12-4 0,-13-13-6 0,0 2-82 0</inkml:trace>
  <inkml:trace contextRef="#ctx0" brushRef="#br0">9086 12002 69 0,'0'-11'7'0,"0"-2"13"0,0 13-6 0,0 47 19 0,0 37-12 0,-13 11-9 0,13-11-6 0,0-37-2 0,0-23-1 0,0 0-1 0,0-60 13 0,13-12-13 0,10 0-2 0,2 14 1 0,11 9-1 0,-1 0 0 0,-11 14-2 0,-1 22 0 0,2 50 1 0,-14 10 2 0,2-11 0 0,10-13 0 0,-11-23-2 0,0-11-22 0,0-2-73 0,-12-11 28 0</inkml:trace>
  <inkml:trace contextRef="#ctx0" brushRef="#br0">9633 12288 89 0,'0'0'5'0,"0"-13"11"0,0 37 23 0,0 60-27 0,0-24-2 0,13-26-4 0,-13 3-3 0,0-26-2 0,12-11-32 0,-1-11-106 0</inkml:trace>
  <inkml:trace contextRef="#ctx0" brushRef="#br0">16577 11978 24 0,'0'0'0'0,"0"-24"17"0,0-12 5 0,11 12-2 0,-11 0-6 0,0 24-10 0,13 0 0 0,-13 48 10 0,0 36-6 0,0 10-4 0,11-10-1 0,-11-13-2 0,-11-34 3 0,11-26-2 0,0-35 8 0,23-23-10 0,13-25 0 0,0 25 1 0,-13 23-1 0,25 12-1 0,-12 24-1 0,-23 47 1 0,-2 14 4 0,-11-2 1 0,0-37-3 0,0-9-2 0,0-25-51 0,0-12-44 0</inkml:trace>
  <inkml:trace contextRef="#ctx0" brushRef="#br0">17065 12240 49 0,'0'0'10'0,"0"-36"-7"0,23 12 17 0,1 0-4 0,25 12-2 0,-2 12-6 0,-12 12 2 0,-11 24-4 0,-12-11-2 0,-12 21-1 0,-25 2 0 0,2-12-1 0,0 0 0 0,-13-13-1 0,0 14-1 0,12-26-1 0,24 1 3 0,12-12-2 0,36-12 1 0,47 1-2 0,-11 11 1 0,-13 0 0 0,-11 11 1 0,-36-11-1 0,-24 0 3 0,0 12-1 0,0-12-10 0,-13 0-112 0</inkml:trace>
  <inkml:trace contextRef="#ctx0" brushRef="#br0">7955 13264 12 0,'0'0'0'0,"0"-12"17"0,0-1-4 0,12 13-9 0,-12-11 9 0,12-1 11 0,-12 12-6 0,0 36-3 0,0 47-9 0,0 13 0 0,12-12-1 0,-12-13 0 0,0-12-1 0,0-24-4 0,0-24 2 0,0-11 1 0,-12-11 0 0,0-36-3 0,12 0 1 0,0-3-1 0,0 4-1 0,0-13 1 0,12 11 1 0,-12 0 0 0,0-11 0 0,0 11 0 0,0 0-1 0,0 2 1 0,0 9 0 0,-12 1 0 0,12 12-2 0,12-11 2 0,0 23-3 0,12-12 4 0,-1 12-4 0,13 12 2 0,-13 0-1 0,14 25 1 0,-14 9-3 0,13 3 4 0,-12 10-1 0,-24-23 0 0,0 10 0 0,-24 3 1 0,-1-13-1 0,3-1 2 0,-14-10-4 0,0-1 2 0,0 0-13 0,13-1-69 0,23-11 27 0</inkml:trace>
  <inkml:trace contextRef="#ctx0" brushRef="#br0">8777 12929 46 0,'0'-11'9'0,"23"-24"-2"0,-11-1 16 0,-12 13-10 0,0-2 4 0,-23 13-6 0,-13 12-1 0,-60 84-4 0,1 47-3 0,12 83-3 0,35 1-1 0,60-49 2 0,60-59 1 0,23-59 0 0,0-25-1 0,-36-11 1 0,-23-24-5 0,-36-11-34 0,0 12-61 0</inkml:trace>
  <inkml:trace contextRef="#ctx0" brushRef="#br0">8991 13121 14 0,'0'-48'10'0,"0"12"11"0,0 12 6 0,0 24-1 0,0 60-1 0,0 59-15 0,-12-12-2 0,12-35-3 0,0-25-3 0,0-34-2 0,0-13-12 0,0-25-49 0,0 13-3 0</inkml:trace>
  <inkml:trace contextRef="#ctx0" brushRef="#br0">8991 13073 31 0,'-12'-36'10'0,"12"12"3"0,24-10 6 0,0 9-2 0,0 25-4 0,-12 48-2 0,47 23-6 0,12 11-2 0,24-9 1 0,-59-2-2 0,-83-10 5 0,-72 10-4 0,0-48-2 0,35-12 1 0,72-22-5 0,60-25-18 0,34 24-46 0,-57 12 25 0</inkml:trace>
  <inkml:trace contextRef="#ctx0" brushRef="#br0">9610 12774 24 0,'0'-10'3'0,"0"-1"16"0,0-14-2 0,12 25-2 0,-12 36 15 0,0 58-9 0,0 73-6 0,0 36-7 0,11-37-5 0,2-58 1 0,-13-24-2 0,0-37 0 0,0-23-6 0,-13-24-44 0,13-24-51 0</inkml:trace>
  <inkml:trace contextRef="#ctx0" brushRef="#br0">9908 12895 40 0,'0'-12'3'0,"-12"-24"7"0,12 24 10 0,0 12 0 0,0 60 8 0,0 35-15 0,12 49-5 0,-12-26-6 0,24-23 0 0,-12-24-1 0,0-47 0 0,-12-12 0 0,0-35 2 0,12-14-3 0,-2-22-1 0,15 11 1 0,-14 0 1 0,25 14-1 0,-11 21 0 0,-1 13-1 0,0 47 2 0,-13 13-1 0,-11 1 0 0,12-27 1 0,-12-10-2 0,11-24-23 0,2-12-67 0,-13 12 61 0</inkml:trace>
  <inkml:trace contextRef="#ctx0" brushRef="#br0">10384 13299 40 0,'0'0'0'0,"11"-12"3"0,14-11 11 0,-14 11 6 0,2-1 7 0,-13 26 5 0,-13 22-26 0,13 13-2 0,0-12 0 0,13 11-1 0,-13-11 0 0,0-12-1 0,0-24-2 0,12-13-15 0,-12-10-57 0,12 12 9 0</inkml:trace>
  <inkml:trace contextRef="#ctx0" brushRef="#br0">10634 12799 52 0,'-12'-35'8'0,"12"11"-1"0,36 24 5 0,23 59 5 0,0 71 4 0,-22 62-9 0,-13-14-6 0,-24-35-2 0,-12-49-3 0,-12-44 1 0,-1-27-13 0,-9-35-83 0,34 12 63 0</inkml:trace>
  <inkml:trace contextRef="#ctx0" brushRef="#br0">11349 13134 55 0,'0'0'9'0,"-13"-13"2"0,26 60 21 0,-13 24-15 0,0 0-7 0,0-46-1 0,0-13-5 0,0 1 0 0,0-38-3 0,-13-23 0 0,13-11 1 0,-11-14-1 0,-1-9-1 0,-1-1 1 0,26-12-1 0,-1 35 0 0,36 12 0 0,-1 14 0 0,1 21-4 0,11 72 5 0,-23 0-1 0,-36-11 2 0,-48 0 0 0,-11-23 0 0,-12-2-10 0,11-12-44 0,35 1-35 0</inkml:trace>
  <inkml:trace contextRef="#ctx0" brushRef="#br0">12099 12514 68 0,'12'-37'2'0,"0"3"5"0,-24 34 13 0,-36 59 3 0,-35 71-13 0,-1 49-5 0,25 0-2 0,59-24-3 0,72-48 2 0,11-60-1 0,12-47-5 0,-23-35-60 0,-60 10-4 0</inkml:trace>
  <inkml:trace contextRef="#ctx0" brushRef="#br0">12361 12585 62 0,'0'0'3'0,"-13"-24"1"0,2 36 17 0,-1 59 2 0,-1 59-8 0,13-9-7 0,0-26-4 0,13-24-3 0,-13-59 0 0,0-12 2 0,0-48-2 0,23 2-2 0,2-4-1 0,11 16 1 0,-1 10 1 0,12 24 0 0,-22 35 1 0,-14 25 2 0,-11-13-2 0,0 1 0 0,0-36 0 0,0-12-2 0,0 0-28 0,13-12-86 0</inkml:trace>
  <inkml:trace contextRef="#ctx0" brushRef="#br0">12814 13002 60 0,'0'0'15'0,"0"0"34"0,0 59-19 0,0 1-20 0,11-1-4 0,0-34-3 0,-11-14-5 0,0-11-40 0,0-11-72 0</inkml:trace>
  <inkml:trace contextRef="#ctx0" brushRef="#br0">12933 12418 51 0,'0'-12'2'0,"71"-22"10"0,1 80 26 0,-13 121-14 0,-23 83-9 0,-48-48-11 0,-12-47-1 0,-1-60 1 0,-9-59-3 0,9-49-41 0,14-21-58 0</inkml:trace>
  <inkml:trace contextRef="#ctx0" brushRef="#br0">7789 14156 30 0,'-24'0'7'0,"-36"0"-3"0,12 12 4 0,25-12 6 0,11 12 2 0,47-12-9 0,60-24-2 0,72 1 3 0,82-1-6 0,74-13 0 0,58 3-1 0,71-14-1 0,49 12-1 0,23 12 2 0,-24-10-1 0,0-3 0 0,-25-10 0 0,-33 22-1 0,-61 13 4 0,-84 1 3 0,-94 11 1 0,-72-12-1 0,-84 12 0 0,-47 0 2 0,-23 0-4 0,10-11-3 0,13 11 0 0,0-13-10 0,-11 13-73 0,-1 0 49 0</inkml:trace>
  <inkml:trace contextRef="#ctx0" brushRef="#br0">9932 14478 78 0,'0'-36'13'0,"0"47"7"0,12 62 1 0,-12 34-8 0,12-24-5 0,0-23-5 0,-2-25-1 0,-10-23 0 0,0-24 2 0,-10-59-1 0,-2-24-2 0,-12-1-1 0,12 0 1 0,12-9-1 0,12 45 0 0,12 36 0 0,23 12-1 0,0 48 0 0,2 35 1 0,-38 0 0 0,-35-23 1 0,-48-12 0 0,2-1-11 0,34-23-54 0,36-12-7 0</inkml:trace>
  <inkml:trace contextRef="#ctx0" brushRef="#br0">10456 14145 57 0,'12'-12'6'0,"-12"-12"6"0,-12 37 24 0,-36 69-12 0,-22 62-13 0,21-14-5 0,37-23-4 0,60-13-1 0,11-10-1 0,-12-47-1 0,2-37-17 0,-14-48-73 0,-35 36 55 0</inkml:trace>
  <inkml:trace contextRef="#ctx0" brushRef="#br0">10801 14277 57 0,'0'-37'40'0,"12"1"-19"0,0 25 7 0,-12 70-19 0,0 48-1 0,0-24-4 0,12-22-3 0,-12-27-1 0,12-22-26 0,-24 0-62 0,0-12 42 0</inkml:trace>
  <inkml:trace contextRef="#ctx0" brushRef="#br0">10813 14180 51 0,'0'-12'8'0,"12"-23"13"0,24 24 13 0,11 34-20 0,25 59-4 0,-24 26-2 0,-25 10-3 0,-35-45 0 0,-12-38-3 0,-11-11-2 0,-26-24-28 0,25-11-65 0,36-2 63 0</inkml:trace>
  <inkml:trace contextRef="#ctx0" brushRef="#br0">11182 14038 36 0,'36'-37'25'0,"12"37"10"0,11 84-8 0,1 83-10 0,-49 11-6 0,-34-47-5 0,-50-47-2 0,-9-37-1 0,22-47-7 0,25-13-41 0,35 3-55 0</inkml:trace>
  <inkml:trace contextRef="#ctx0" brushRef="#br0">16256 13252 15 0,'-13'-13'15'0,"26"-34"13"0,-13 35 7 0,11 12-10 0,1 25-7 0,-12 57-12 0,0 2 0 0,0-24-1 0,11-37-3 0,-11 1-1 0,0-24 1 0,0 0 1 0,-23-47-1 0,12-13-2 0,11-24 1 0,-13-23 0 0,1 24 2 0,12-1-2 0,25 37 0 0,9 10-5 0,25 26 6 0,-10 35-4 0,-25 47 4 0,-24-11 0 0,-36-12 1 0,-12-24-4 0,0-1-1 0,-11 1-25 0,23 12-62 0,36-36 49 0</inkml:trace>
  <inkml:trace contextRef="#ctx0" brushRef="#br0">16898 12871 12 0,'0'0'0'0,"11"-24"33"0,14 1-6 0,-13-14-1 0,-12 14-10 0,0 12-2 0,-12 22 9 0,-24 49-20 0,-35 34 0 0,-1 49 0 0,1 48-2 0,35-12 0 0,72-49-1 0,23-34 1 0,48-49 0 0,-23-23 2 0,-49-24 1 0,-24-12-3 0,-22-13-21 0,0 2-76 0,11 23 55 0</inkml:trace>
  <inkml:trace contextRef="#ctx0" brushRef="#br0">17161 13050 51 0,'0'-13'12'0,"0"-11"26"0,0 13-12 0,0 93-6 0,0 39-9 0,0-16-6 0,0-44-3 0,0-14 0 0,-13-47-18 0,1-47-74 0,12 23 34 0</inkml:trace>
  <inkml:trace contextRef="#ctx0" brushRef="#br0">17088 13073 28 0,'0'0'0'0,"0"-48"6"0,36 13 15 0,-24 11-1 0,-12 12 8 0,12 0-5 0,-12 12-13 0,47 60-4 0,25 22 0 0,0 14-1 0,-25 0 0 0,-72-25 0 0,-57-12-2 0,-2-34-2 0,13-14 0 0,47-22-9 0,24-14-58 0,24 13-13 0</inkml:trace>
  <inkml:trace contextRef="#ctx0" brushRef="#br0">17755 12740 55 0,'12'-37'8'0,"-1"14"16"0,2 12 5 0,-13 58-5 0,-13 120-7 0,2 47-8 0,11-35-3 0,24-49-2 0,-1-46-1 0,-23-38-1 0,0-33-1 0,0-26-12 0,-11-33-141 0</inkml:trace>
  <inkml:trace contextRef="#ctx0" brushRef="#br0">18172 12883 51 0,'0'-12'12'0,"0"-1"11"0,12 50 12 0,0 81-15 0,0 3-11 0,-12-39-2 0,0-11-2 0,0-48-2 0,0-10 0 0,0-37 0 0,24-59-2 0,0 22-1 0,-1 27 0 0,0 34 0 0,2 0 0 0,22 47 0 0,-10 1 0 0,-14 12 1 0,-12-26-1 0,-22-9 2 0,-1-13-2 0,12-24-18 0,-11-13-123 0</inkml:trace>
  <inkml:trace contextRef="#ctx0" brushRef="#br0">18756 13252 82 0,'-24'-13'8'0,"12"-21"20"0,48-16-14 0,-2 29-3 0,2 21-5 0,0 11-2 0,-11 24-3 0,-14 13 0 0,-11 0 0 0,-23-1 0 0,-26 1 0 0,3 12 1 0,10-37-1 0,36-23 1 0,0 0 0 0,59-12-2 0,13 1 1 0,22-2 0 0,-33 13 0 0,-26 0-1 0,-35 0-12 0,-12-12-70 0,12 12 21 0</inkml:trace>
  <inkml:trace contextRef="#ctx0" brushRef="#br0">19149 12703 95 0,'12'-34'8'0,"34"57"-6"0,39 96 25 0,-2 95-12 0,-72 0-6 0,-58-70-4 0,-12-62-1 0,11-57-5 0,48-50-77 0,0 2-2 0</inkml:trace>
  <inkml:trace contextRef="#ctx0" brushRef="#br0">19910 12918 113 0,'-11'0'6'0,"11"84"17"0,-12 11-9 0,-1-12-6 0,13-47-2 0,0-24-3 0,13-48 2 0,-13-35-3 0,0-48-1 0,-13 0 0 0,13 0 0 0,0 35-1 0,49 48 0 0,22 24-1 0,-10 83 1 0,-38 25 1 0,-23-37 2 0,-60-22 0 0,-23-14-6 0,11-23-20 0,60-12-77 0,24 12 55 0</inkml:trace>
  <inkml:trace contextRef="#ctx0" brushRef="#br0">20697 12466 82 0,'11'-23'4'0,"2"10"0"0,-98 60 23 0,-69 108-8 0,35 24-10 0,95-24-5 0,85-24-3 0,57-36 0 0,13-59-26 0,-59-48-85 0</inkml:trace>
  <inkml:trace contextRef="#ctx0" brushRef="#br0">20899 12561 73 0,'-24'0'25'0,"0"60"12"0,1 35-21 0,10 13-8 0,26-37-5 0,-13-48 0 0,12-23 1 0,11-71-3 0,25 11 0 0,-12 60-2 0,-23 37 0 0,10 22 2 0,-23-13-1 0,11-21-11 0,-11-13-78 0,0-24 23 0</inkml:trace>
  <inkml:trace contextRef="#ctx0" brushRef="#br0">21173 12871 89 0,'0'-13'11'0,"23"-10"-5"0,25 12 24 0,-36 22-16 0,12 25-6 0,-12 11-4 0,-12 1 1 0,-24-12-1 0,-35 12-2 0,10-25 2 0,38 1-3 0,11-24 0 0,72 0 0 0,12-13 0 0,-25 2 0 0,-24 11-4 0,-23-12-41 0,-12 1-70 0</inkml:trace>
  <inkml:trace contextRef="#ctx0" brushRef="#br0">21637 12525 113 0,'24'-11'3'0,"35"82"28"0,-23 97-13 0,-36-3-12 0,-47-33-5 0,-60-48-5 0,-24-38-66 0,83-46-12 0</inkml:trace>
  <inkml:trace contextRef="#ctx0" brushRef="#br0">15945 14049 87 0,'-23'-23'24'0,"11"23"-20"0,59-12 10 0,96 12-5 0,106-36-3 0,157-12 1 0,166 14-5 0,142-16-1 0,84 16 0 0,-12 9 0 0,-48 13 0 0,-141 12-1 0,-146 0 1 0,-212-11 3 0,-192-1 2 0,-71 1-6 0,-83-14-40 0,-84 25-84 0</inkml:trace>
  <inkml:trace contextRef="#ctx0" brushRef="#br0">18387 14193 94 0,'-13'-37'30'0,"13"49"-16"0,13 84 0 0,-2-1-6 0,2-12-3 0,-13-47-1 0,11-24-2 0,-11-12 2 0,-11-60-2 0,-2-47-2 0,2-12 1 0,-2 24-1 0,50 47-1 0,22 13 1 0,12 58-1 0,1 37 2 0,-48-13-1 0,-60 13 1 0,-48-24-1 0,-11-24-12 0,60 12-49 0,22-14-41 0</inkml:trace>
  <inkml:trace contextRef="#ctx0" brushRef="#br0">19101 13942 74 0,'24'-46'8'0,"-12"21"20"0,-48 61 6 0,-71 118-21 0,24 12-6 0,59-22-3 0,59-37-4 0,48-36 0 0,1-59-8 0,-48-12-35 0,-24-24-60 0</inkml:trace>
  <inkml:trace contextRef="#ctx0" brushRef="#br0">19375 14097 119 0,'-12'-36'24'0,"24"60"-7"0,-12 71-9 0,0 13-3 0,-12-37-4 0,-1-23-3 0,13-25-33 0,-11-34-79 0</inkml:trace>
  <inkml:trace contextRef="#ctx0" brushRef="#br0">19280 14061 36 0,'-12'-47'15'0,"24"11"10"0,47 36 3 0,24 60-4 0,13 35-12 0,-60 12-5 0,-48-24 1 0,-60-35-3 0,13-24-5 0,23-24-17 0,11-13-71 0,25-10 36 0</inkml:trace>
  <inkml:trace contextRef="#ctx0" brushRef="#br0">19767 13967 78 0,'0'11'18'0,"25"72"16"0,-1 36-19 0,-13-1-6 0,-22-34-4 0,-49-13-4 0,-59-46-43 0,70-25-55 0</inkml:trace>
  <inkml:trace contextRef="#ctx0" brushRef="#br0">19970 14311 132 0,'-12'-23'-29'0,"12"23"-56"0</inkml:trace>
  <inkml:trace contextRef="#ctx0" brushRef="#br0">9682 15002 31 0,'0'0'7'0,"-36"0"-4"0,23 0 12 0,13 0 3 0,0 0-3 0,13 0-8 0,23-13-6 0,23-21 0 0,25-3-3 0,35-34 6 0,60-13-1 0,36-10-2 0,-2 10-2 0,-22 2 2 0,-25-2 8 0,13 24-3 0,-36-1-3 0,-37 15-1 0,-57 21-1 0,9-22 1 0,-9 23-1 0,-14 1 0 0,-11 23-1 0,-36 23-45 0,0-23-9 0</inkml:trace>
  <inkml:trace contextRef="#ctx0" brushRef="#br0">18363 14669 39 0,'0'0'0'0,"-36"10"2"0,24-10 0 0,-1 0 3 0,26 0 3 0,35-21-4 0,34-40-2 0,50-10-1 0,59-25 3 0,59-11-3 0,12-23 1 0,-13 9 0 0,-58 16-2 0,-48 21 0 0,-12 13 1 0,12 11-1 0,-12 12 1 0,-72 24 5 0,-70 12 8 0,-25 12-3 0,11-11-4 0,14-1-6 0,11 0-3 0,11 12-89 0</inkml:trace>
  <inkml:trace contextRef="#ctx0" brushRef="#br0">7444 13371 77 0,'-13'0'2'0,"-70"12"-5"0,34-1 12 0,38-34 9 0,-14 12-3 0,3-2-10 0,-27 1-4 0,-23 0 1 0,14-1-1 0,10-10 2 0,24 0-1 0,13-2 2 0,-1 2-3 0,24-13-1 0,11 1 1 0,25-1 0 0,12 0-1 0,-25 13 0 0,-11 10 1 0,-37 13 8 0,-44 36-7 0,-28 0-2 0,14 23 2 0,23 1 6 0,37-1-7 0,34-11 1 0,13-36-1 0,0-12-39 0,-36-12-75 0</inkml:trace>
  <inkml:trace contextRef="#ctx0" brushRef="#br0">5657 13002 54 0,'0'0'0'0,"-24"11"4"0,24 73-2 0,12-26 4 0,13-21-1 0,-25-24 3 0,0-13 4 0,0-25-7 0,-25-10-2 0,13-13-3 0,0-24-1 0,12 13 1 0,24 11-1 0,1 36 0 0,9 24 0 0,2 36 1 0,-12-12 0 0,0-1 1 0,-24-35 0 0,0-12 6 0,0-59-5 0,24 0-1 0,23 35-3 0,0 47 2 0,1 26 1 0,-36 10 1 0,1-23-2 0,-2 12-2 0,-11-1-31 0,0-22-28 0</inkml:trace>
  <inkml:trace contextRef="#ctx0" brushRef="#br0">6240 12692 36 0,'-12'0'15'0,"12"48"-6"0,0 36 8 0,0-13-3 0,0-24 0 0,0-10-6 0,0-14-3 0,0-12-2 0,12 1 1 0,12-12 1 0,48-12-2 0,-14-22-7 0,14-39-115 0</inkml:trace>
  <inkml:trace contextRef="#ctx0" brushRef="#br0">6586 12656 44 0,'0'0'0'0,"-13"0"11"0,13 36-1 0,-11 12 7 0,11 11 1 0,0-11-7 0,11-12-7 0,2-24 0 0,10 11-2 0,0-23 1 0,2 11 0 0,11-22-3 0,0-1-18 0,-1-23-33 0,-24 22 0 0</inkml:trace>
  <inkml:trace contextRef="#ctx0" brushRef="#br0">6586 12787 40 0,'0'0'5'0,"-13"0"-2"0,26 0 7 0,58-13-6 0,-11 3-4 0,-48 10-53 0</inkml:trace>
  <inkml:trace contextRef="#ctx0" brushRef="#br0">6526 12669 60 0,'0'0'5'0,"-12"-25"6"0,71-21 12 0,25 21-16 0,-24 0-5 0,-38 25-20 0,-9 0-67 0</inkml:trace>
</inkml:ink>
</file>

<file path=ppt/ink/ink2.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9515 5370 35 0,'0'0'12'0,"0"-11"8"0,-12-2-11 0,12 13-3 0,0 13-4 0,0-13-1 0,12 11 1 0,12 12 1 0,-12 14 2 0,0-14-1 0,0-12-2 0,-1-11 0 0,13 0-1 0,-1 0 4 0,13-23-3 0,24-13 1 0,12 1-2 0,-13 11 0 0,1 12 1 0,-24 0 0 0,-1-24 1 0,-23 25-2 0,-1 11-1 0,-11 47-34 0,0-35-14 0</inkml:trace>
  <inkml:trace contextRef="#ctx0" brushRef="#br0">10753 8060 31 0,'0'-11'25'0,"0"-12"-6"0,12 10-15 0,-12 13-1 0,11-12-3 0,-11 24 1 0,13 1 0 0,-1-2 0 0,0 1 1 0,24 23 3 0,-12 12-1 0,-1 3-2 0,0-29-2 0,-10-8 1 0,-1-13 0 0,-1 12-1 0,2-12 2 0,23-25-2 0,35-33 1 0,36 11 0 0,-12-1-2 0,-36 0 1 0,1 12 1 0,-24 1 0 0,0 10-2 0,-12 25 1 0,-12-11 3 0,-12-1 2 0,11 1-3 0,25 11-2 0,-12 11-70 0</inkml:trace>
  <inkml:trace contextRef="#ctx0" brushRef="#br0">12348 7406 68 0,'-11'-60'12'0,"11"49"-10"0,24-14 2 0,-24 109 30 0,0 46-27 0,-13 2-4 0,38-38-2 0,-25-57 1 0,0-24 6 0,11-63-3 0,25-21-3 0,1 24-2 0,10 35-1 0,-11 24-1 0,-24 47 0 0,11-11 3 0,-11-24 0 0,0 13-8 0,-12-16-57 0,0-8 22 0</inkml:trace>
  <inkml:trace contextRef="#ctx0" brushRef="#br0">12814 7763 42 0,'0'-36'29'0,"0"25"-16"0,0 11 2 0,0 71 5 0,-12 0-13 0,35-24-3 0,1-22-1 0,-24-25 4 0,12-36-3 0,-1-37-3 0,2 15 0 0,10 11-1 0,-10 22 1 0,10 13-2 0,-11 49-1 0,12 22-1 0,-12-13 3 0,0-21 0 0,1-25 3 0,10-59-1 0,13-1-2 0,-13 49-1 0,1 58-1 0,-24 24 1 0,24-11-12 0,-24-12-26 0,24-48-39 0</inkml:trace>
  <inkml:trace contextRef="#ctx0" brushRef="#br0">13302 7763 47 0,'0'0'22'0,"0"48"-5"0,-13 12-3 0,13-26-8 0,-11-21-2 0,-1-37 0 0,12-36-3 0,36-24 1 0,0 50-2 0,-25 34 0 0,2 23 8 0,-2 38 0 0,12-15-6 0,2 2-1 0,-14-12-9 0,2-24-32 0,-26-12-32 0</inkml:trace>
  <inkml:trace contextRef="#ctx0" brushRef="#br0">13302 7871 43 0,'-13'-25'34'0,"26"13"-30"0,58-1-3 0,1 13-1 0,11-10 1 0,-23 10 3 0,-50-11 10 0,3-2-5 0,-13 26-8 0,0 33 7 0,0-10-4 0,0-13-1 0,0-23 1 0,0-23 1 0,0-59-4 0,0 9 1 0,48 49-3 0,-12 24 2 0,-12 13-3 0,-13 21 1 0,-34-9 1 0,-50 0-3 0,27-4-90 0</inkml:trace>
  <inkml:trace contextRef="#ctx0" brushRef="#br0">13885 7811 66 0,'0'0'0'0,"-47"-24"16"0,22 48-69 0</inkml:trace>
  <inkml:trace contextRef="#ctx0" brushRef="#br0">12397 10751 19 0,'0'-12'17'0,"0"0"-5"0,-13 1-4 0,2-1-1 0,-1 12 1 0,-1 0-3 0,13 0-3 0,13 0 1 0,46-11 0 0,25 11 4 0,-25 0-3 0,-11 0-2 0,-24 0 0 0,-24-13-1 0,12 26-21 0,-12-2-40 0</inkml:trace>
  <inkml:trace contextRef="#ctx0" brushRef="#br0">12373 10798 12 0,'-12'0'9'0,"-1"0"25"0,13 0-25 0,13 0-7 0,35 0 0 0,11 0 0 0,0 13 1 0,-23-1-1 0,-24 0 0 0,-12-12-1 0,-12-12 0 0,12 12-1 0,0 0-4 0,12 0-8 0</inkml:trace>
  <inkml:trace contextRef="#ctx0" brushRef="#br0">2918 13360 45 0,'-12'0'5'0,"12"11"-5"0,0 1 3 0,24-12 15 0,35 0-11 0,25 0-2 0,34-36-3 0,38 12 5 0,-13 11-2 0,-1 26-3 0,-34-1-1 0,-25 0 1 0,-35-24 0 0,-25 0-2 0,-36 24-21 0,-33 24-49 0</inkml:trace>
  <inkml:trace contextRef="#ctx0" brushRef="#br0">3204 13620 35 0,'0'0'0'0,"-85"0"5"0,14 25-5 0,24-2 6 0,35-11 2 0,48-24-4 0,58-23-3 0,26 11 0 0,23-12 9 0,0 24-7 0,-23 12-1 0,-50-12-1 0,-22 12 0 0,-36 0 0 0,-12 0 1 0,0-13-1 0,-12 3 0 0,12-1-1 0,-12 11-1 0,12 0-4 0,0 0-16 0,0 0 4 0,12 11-3 0,-12-11 9 0</inkml:trace>
  <inkml:trace contextRef="#ctx0" brushRef="#br0">6562 12835 49 0,'0'-11'7'0,"0"11"-3"0,36-13 8 0,47-11-7 0,-12 24-2 0,1-13-1 0,-36 13-1 0,-25 13-11 0,-11-1-19 0,-11 0-7 0</inkml:trace>
  <inkml:trace contextRef="#ctx0" brushRef="#br0">6621 12942 22 0,'0'0'10'0,"-12"0"-7"0,1 0 10 0,58 0-4 0,37-13 1 0,-2 2-4 0,-22-1-4 0,-47 12 0 0</inkml:trace>
  <inkml:trace contextRef="#ctx0" brushRef="#br0">7192 12787 59 0,'-11'-34'7'0,"-14"34"-3"0,14 0 6 0,11 21-6 0,-12 16 4 0,12-13-2 0,12 12-4 0,12-1-2 0,-1 1 1 0,26-12 1 0,-14-24 0 0,13-12-2 0,-1 0 1 0,-11-12-1 0,-12 12 1 0,-11-11 1 0,-13-13-1 0,11 0-1 0,-11 12 1 0,-11 11 0 0,-2-8 1 0,1-4 0 0,12 0-1 0,-12 14-1 0,-12-1 1 0,-11 24 0 0,-14-12 1 0,26 11-1 0,10-11 0 0,2 0-1 0,-12 25 0 0,-14 34-59 0,37-47 16 0</inkml:trace>
  <inkml:trace contextRef="#ctx0" brushRef="#br0">6121 13787 11 0,'-24'-23'17'0,"1"23"-11"0,11-12 3 0,12-12 1 0,23 0-2 0,13-12-4 0,-12 13 1 0,12-2-3 0,-2 14-1 0,2 11 0 0,-11 11 0 0,-1 37 0 0,-12 0 1 0,0-12-1 0,-12-1 0 0,-24 1 0 0,0 0 0 0,-1-24 0 0,25-12 0 0,0-12 0 0,13-24-1 0,35 0 1 0,-2 1-1 0,-21 11 0 0,-1 0 0 0,12 0 0 0,-13 1 0 0,-11 11 0 0,0 0 1 0,-24 12-1 0,-23 12 0 0,11 11-1 0,-1 13 1 0,2 1 0 0,10 9 0 0,13-10-1 0,13-13 1 0,10-10 0 0,26-13 1 0,-14 0-1 0,1 0 0 0,-24-13 0 0,12 2 1 0,-1-1-1 0,-23 12 1 0,13 0-1 0,-13 0-2 0,0 0-36 0,12 0-5 0</inkml:trace>
</inkml:ink>
</file>

<file path=ppt/ink/ink3.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17684 6297 3 0,'-12'0'21'0,"-12"0"-7"0,24 0-7 0,-12 0 18 0,12 0-6 0,-24 0-15 0,13 0-2 0,-1 13 1 0,-1-13 3 0,2 0-2 0,-1 12 0 0,12-12-1 0,-13 0 3 0,13 12-1 0,0-12 0 0,25 13 0 0,22-13 0 0,13 0-3 0,12 0-1 0,-13 0 1 0,13 0 0 0,-1 0-1 0,12 0 0 0,1 0-4 0,-1 0 4 0,-13 0 0 0,-21-13 1 0,-13 13 0 0,11 0-1 0,-23 0 1 0,-12 0-2 0,-1 0 2 0,-11 0 0 0,13 0-1 0,-1 0 0 0,-12-12 0 0,0 12 0 0,11 0 0 0,2-12 0 0,10 12-2 0,1-13-3 0,-12 3-15 0,-12 10-30 0,12 0-41 0</inkml:trace>
  <inkml:trace contextRef="#ctx0" brushRef="#br0">9098 6573 2 0,'0'0'0'0,"0"-13"68"0,0 1-35 0,-12 0-14 0,-35 1-10 0,-26-1-3 0,3 12-4 0,-2 12-1 0,25-1-1 0,23 1 2 0,12 0-2 0,12 1 2 0,0 21-1 0,0 16 2 0,0-4 0 0,0 2 1 0,0 0-2 0,0 23-1 0,0 36-1 0,0-12 3 0,0 1-3 0,0 0 4 0,0-2-3 0,0 1 1 0,0 1-3 0,0 0 3 0,0-14-2 0,-13 12 1 0,13-33-1 0,0-1 0 0,13-13 1 0,-1 1 1 0,-12-25 0 0,11 1 0 0,14 0-2 0,-2-12 2 0,25-12-2 0,12 11 3 0,-14-11-4 0,-33 0 0 0,-1 0 1 0,-12 13 0 0,0-13 0 0,0 0-134 0</inkml:trace>
  <inkml:trace contextRef="#ctx0" brushRef="#br0">21352 9203 25 0,'0'0'19'0,"-13"0"-6"0,2 0-1 0,11-11-3 0,-12 11-1 0,1-12 0 0,-2 12-5 0,13 0-2 0,13 0 11 0,10-11-9 0,48 11-1 0,35 0 2 0,39 0-1 0,-15 0 1 0,-34 0 4 0,-61 11 2 0,-24-11-4 0,2-11-2 0,23-2-3 0,0 13-1 0,11-12 1 0,-11 0-1 0,0 12-2 0,-1 0-26 0,-23 12-34 0,-12-12 26 0</inkml:trace>
  <inkml:trace contextRef="#ctx0" brushRef="#br0">21590 9263 54 0,'-72'-12'19'0,"49"12"-17"0,46 0 32 0,49-11-21 0,47 11-4 0,12 0-2 0,-12 0-2 0,-36 0 0 0,-47 0-1 0,-13 0-1 0,2-13-3 0,10 1 2 0,-11 12-1 0,-12-12-5 0,-12 12-127 0</inkml:trace>
  <inkml:trace contextRef="#ctx0" brushRef="#br0">21602 9274 48 0,'-12'0'10'0,"-1"0"-9"0,26 0 11 0,10 0 2 0,48 0-5 0,61-23 0 0,-1 23 0 0,12-11-4 0,-36 11-1 0,-24 11-1 0,-59-11-1 0,-12 0 3 0,-12 12-1 0,0-12-3 0,0 0 2 0,12 0-1 0,0 0 0 0,-12 0 0 0,0 0-1 0,12 0-1 0,0 0 0 0,-12 0 0 0,0 0 0 0,12 0 1 0,-12 0-1 0,0 0 1 0,0-12-1 0,0 12 0 0,0 0 0 0,0 0-33 0,-12 0-14 0,12 0-7 0</inkml:trace>
  <inkml:trace contextRef="#ctx0" brushRef="#br0">5228 10787 57 0,'0'-12'27'0,"0"12"-24"0,48 0 8 0,35 0 0 0,24-11 4 0,-35 11 0 0,-49 0-8 0,-23 0 2 0,-59 0-6 0,-24 11 1 0,-13 1-1 0,13-12 0 0,23 0 3 0,49 0-1 0,22-12-3 0,49 12-2 0,10 0 2 0,-9 0-2 0,-1-11 3 0,-38-2 0 0,-22 1 1 0,-58 12-3 0,-27 12 0 0,39-12 0 0,34-12-1 0,24 12 0 0,34 0 1 0,15 0 0 0,-25 0 0 0,-12 0-3 0,-24 0 3 0,0-12 3 0,0 12-4 0,0 0 0 0,0 0-1 0,11 0-2 0,0 0 1 0,2 0-5 0,-1 12-88 0,-12-12 41 0</inkml:trace>
  <inkml:trace contextRef="#ctx0" brushRef="#br0">6514 10668 69 0,'0'0'13'0,"-48"0"-10"0,25 0-1 0,-13 0 6 0,36 0 9 0,12 0-9 0,47 0-2 0,61 0 0 0,70 0 0 0,36-12 1 0,-35 12-3 0,-61 12-4 0,-94 0 1 0,-36-12 6 0,-47 0-3 0,-36 0-2 0,-48-12-1 0,-25 0-1 0,-34-1 1 0,47 13 0 0,61-11-1 0,82 11 0 0,70-23-1 0,96 11 1 0,38 0 0 0,-63 12 0 0,-56 0-1 0,-85 0 1 0,0 12 1 0,-13 11-17 0,2 13-94 0</inkml:trace>
  <inkml:trace contextRef="#ctx0" brushRef="#br0">7823 10346 8 0,'0'0'4'0,"-23"-11"7"0,23 11 14 0,12 0-8 0,-12 0 3 0,0-12-8 0,11 12-5 0,14-11-4 0,11-2-1 0,-1 13 1 0,13-12-1 0,0 12 2 0,-2 0-2 0,27-12-1 0,10 12-4 0,-24 12 4 0,14 0-1 0,-14 1 1 0,12-2-1 0,-1 12 0 0,-9 1 0 0,-14 12 1 0,1-12-1 0,0 0 0 0,-24 23-1 0,-12 1 1 0,-1 0 2 0,-11 11 1 0,0-11 0 0,-11 12-2 0,22-49 0 0,-11-11 2 0,0 0 0 0,0-11-2 0,0-2-4 0,-11-11-6 0,-14 1 2 0,-11-1 6 0,13 0 0 0,-1 0 2 0,13 12-1 0,-2 12 1 0,13 0-1 0,0 12 3 0,13 12 2 0,-2 13-2 0,0-3-1 0,14 14 0 0,-14-25 0 0,2-23-1 0,10 0 3 0,-10-34-3 0,10-3 0 0,1 3 0 0,0 9-2 0,-12 0 2 0,-12 14-1 0,12 11-1 0,-12 11 2 0,-12 26 0 0,-12 10 2 0,0-10-1 0,12-26 1 0,12-11 1 0,0 0-3 0,0-11-1 0,0 11-2 0,-11 11-117 0</inkml:trace>
  <inkml:trace contextRef="#ctx0" brushRef="#br0">19482 10120 57 0,'0'0'0'0,"-12"-23"13"0,12 12-6 0,0-2 16 0,-12 84 13 0,0 13-28 0,0 0-3 0,12-26-1 0,-12-34-1 0,1-1 1 0,-1-10 1 0,12-26 1 0,-13-46-5 0,2-12 0 0,-1-25 1 0,12-9-1 0,23 21-2 0,37 13 1 0,12 34-2 0,-13 24 3 0,-11 50-2 0,-24 34 2 0,-36-11 2 0,-37-2-1 0,-10-8 0 0,0-27-5 0,23-12-46 0,24-34-51 0</inkml:trace>
  <inkml:trace contextRef="#ctx0" brushRef="#br0">20185 9644 73 0,'0'-12'4'0,"0"-12"7"0,-12 37 2 0,-72 71 14 0,-23 92-11 0,12 50-4 0,59 2-8 0,59-75-3 0,49-56 1 0,0-50 0 0,-1-59-9 0,-48-23-104 0,-23 35 76 0</inkml:trace>
  <inkml:trace contextRef="#ctx0" brushRef="#br0">20363 9942 46 0,'-12'-11'20'0,"-12"-2"-8"0,24 13 6 0,0 47 19 0,-23 61-20 0,-1-13-8 0,12-12-6 0,-1-35-2 0,13-35-10 0,0-26-46 0,0-35-24 0</inkml:trace>
  <inkml:trace contextRef="#ctx0" brushRef="#br0">20232 9954 38 0,'0'0'0'0,"12"-12"9"0,12-12 6 0,24 12-5 0,23 37 3 0,-11 69 3 0,-25 38-6 0,-47-38 2 0,-58-22 1 0,-14-37-5 0,12-10-6 0,36-25-5 0,25-13-59 0,22 1 5 0</inkml:trace>
  <inkml:trace contextRef="#ctx0" brushRef="#br0">20745 9705 35 0,'0'-37'31'0,"0"24"-26"0,11 63 26 0,-59 126 7 0,-11 63-24 0,35-24-6 0,24-96-6 0,11-48 0 0,-11-35-2 0,0-59-33 0,0-27-75 0</inkml:trace>
  <inkml:trace contextRef="#ctx0" brushRef="#br0">21017 9870 54 0,'0'-12'3'0,"-11"-23"-2"0,22 11 11 0,-22 72 35 0,-24 59-23 0,-1 36-14 0,24-36-7 0,0-49-1 0,12-45 3 0,0-37 1 0,36-47-5 0,11 11-1 0,1 13 0 0,-12-1 1 0,-12 25-1 0,-12 23-1 0,-2 59 2 0,-20 48 1 0,20-24-1 0,-10-22 0 0,13-38 0 0,-13-12-17 0,-13-45-113 0</inkml:trace>
  <inkml:trace contextRef="#ctx0" brushRef="#br0">21399 10204 82 0,'0'-13'4'0,"0"38"9"0,0 46 24 0,-24-12-19 0,1-11-12 0,10-25-3 0,13-10-15 0,25-26-72 0,-14 13 40 0</inkml:trace>
  <inkml:trace contextRef="#ctx0" brushRef="#br0">21554 9705 60 0,'-13'-61'32'0,"26"49"-31"0,46 35 18 0,-11 109 4 0,-12 83-10 0,-36-13-6 0,-47-48-4 0,-13-58-2 0,24-49-52 0,23-47-47 0</inkml:trace>
  <inkml:trace contextRef="#ctx0" brushRef="#br0">22185 9942 64 0,'0'-11'11'0,"12"34"-1"0,-12 36 23 0,0 25-16 0,0-13-10 0,0-59 1 0,0-1 1 0,0-58-4 0,0-24-4 0,24-25-2 0,-24 25 2 0,0 12-3 0,0-12 3 0,23 0 1 0,13 21-2 0,0 27-1 0,-12 23 0 0,0 36 1 0,12 1 0 0,-1 34 1 0,-24 0 0 0,-47-24 1 0,-70-23 1 0,23-11-8 0,59-26-37 0,48 1-62 0</inkml:trace>
  <inkml:trace contextRef="#ctx0" brushRef="#br0">23031 9573 48 0,'11'-36'9'0,"2"24"3"0,-26-13 9 0,-23 25-4 0,-11 37 4 0,-48 70-6 0,-12 59-8 0,35 1-1 0,84-24-3 0,59-47-2 0,49-50-2 0,-2-69-30 0,-58-36-78 0</inkml:trace>
  <inkml:trace contextRef="#ctx0" brushRef="#br0">23221 9632 71 0,'0'-36'10'0,"0"36"-6"0,0 59 28 0,-24 49-15 0,12-1-7 0,1-35-5 0,-1-37-1 0,12-23-1 0,0-12 2 0,0-24-5 0,23-47-3 0,13 24 3 0,0 23 0 0,1 0-1 0,-3 24 0 0,-11 36 1 0,-23 35 2 0,0 0 1 0,0-46-2 0,0-2-12 0,0-23-61 0,13 0 14 0</inkml:trace>
  <inkml:trace contextRef="#ctx0" brushRef="#br0">23745 9906 48 0,'0'-12'14'0,"12"12"2"0,-24 37 25 0,-35 34-17 0,22 0-15 0,14-37-6 0,11-9-2 0,11-25-29 0,2-35-87 0</inkml:trace>
  <inkml:trace contextRef="#ctx0" brushRef="#br0">23829 9477 72 0,'10'-59'5'0,"39"47"-2"0,34 72 27 0,-47 106-9 0,-12 37-9 0,-48 35 3 0,-23-131-6 0,-13-36-4 0,48-47-7 0,35-24-70 0,2 0-3 0</inkml:trace>
  <inkml:trace contextRef="#ctx0" brushRef="#br0">4013 11560 28 0,'0'0'10'0,"-11"13"12"0,11-13-11 0,22 0 5 0,27 0-10 0,10 0 1 0,14 0-4 0,9 0 0 0,26 0-2 0,23-13 1 0,-12 26-1 0,12 11 0 0,11-11 0 0,13-2 3 0,24-22-3 0,22-26 1 0,16 24-1 0,-28 2 0 0,14-1-1 0,-14 1 1 0,-10 11-1 0,-11 0 1 0,-2 11-2 0,24 1 2 0,-11-1-2 0,-13 2 2 0,2-1-2 0,-1 0 0 0,35 1 1 0,-13-13 0 0,3 0-2 0,-26 0 3 0,-34 0 0 0,-37 0 0 0,-24 0-2 0,-35 0 1 0,11 0 0 0,13 11 0 0,-12 12-2 0,-24-11 2 0,-11 0-1 0,21 1 2 0,14-2-2 0,24 1 1 0,-1-1 0 0,-12-11 0 0,-34-11 0 0,-2-12 1 0,1-14 0 0,-1 3 0 0,-10-16 1 0,10 3 3 0,1 0-4 0,12-1 0 0,12-23 0 0,-1 11 0 0,-23 13 0 0,-12-25 0 0,-1 1 1 0,-11-2-1 0,13 2 0 0,-1 12 0 0,-24 0 1 0,12 11-1 0,0-23 0 0,0 48-1 0,-13-2 1 0,-10 0-1 0,-13 25 0 0,-11 0 0 0,-25 0-1 0,1 0 2 0,-1 0-1 0,-11 0-1 0,-24 0 1 0,12 13 2 0,-1-1-1 0,-11 0-1 0,0-12 0 0,-24 24 0 0,-12-12-1 0,-12 11 2 0,-11 2 1 0,-1-14-2 0,-12 1-1 0,-23-1 2 0,-13 14 1 0,13-13-3 0,-1-12 2 0,13 0-2 0,-1 0 0 0,1 0 2 0,23 0-2 0,0 0 1 0,1 0 0 0,-1-12 0 0,11 12 0 0,13-12 0 0,13-12 0 0,11 12 0 0,12-12 1 0,-12 24-4 0,12-12 4 0,12-11-1 0,12 11 1 0,-1 12-1 0,13-11 0 0,-1 34-1 0,24 12 1 0,12 1-2 0,13 12 1 0,-1-14 1 0,12 27 0 0,-12-1 0 0,12 24 2 0,12-2-1 0,12-9 1 0,0-15-1 0,0-11 0 0,0-34 2 0,1-1-36 0,-2-12-38 0</inkml:trace>
  <inkml:trace contextRef="#ctx0" brushRef="#br0">20327 10869 31 0,'-95'13'31'0,"0"11"-29"0,24-11 5 0,-13-13 11 0,-11 0-3 0,35 11-12 0,25-11-2 0,23 0 3 0,12 0 5 0,107-36-7 0,118-23 6 0,133-1-3 0,83 36-4 0,47 12 0 0,35-23-1 0,-10-1 6 0,-108 24 5 0,-132 12-6 0,-129-13 3 0,-107-10 2 0,-37 12-6 0,0 11-7 0,0 0-43 0,-61 23-67 0</inkml:trace>
  <inkml:trace contextRef="#ctx0" brushRef="#br0">20899 11394 97 0,'0'-35'1'0,"12"-24"0"0,0 46 22 0,0 37 2 0,0 59-13 0,1-11-6 0,-13-12-2 0,0-37-1 0,0-23 4 0,-25-48-3 0,1-35-3 0,12-12 0 0,24 12 0 0,12 11-1 0,24 24-1 0,22 48-1 0,1 36 2 0,-35 12-2 0,-59-2 4 0,-84 15-3 0,0-25-17 0,71-36-74 0</inkml:trace>
  <inkml:trace contextRef="#ctx0" brushRef="#br0">21399 11061 55 0,'0'0'0'0,"48"-83"24"0,-12 58 0 0,-48 25 6 0,-60 108-5 0,-22 71-13 0,57-25-7 0,61-35-3 0,71-47-4 0,23-47-32 0,-33-86-86 0</inkml:trace>
  <inkml:trace contextRef="#ctx0" brushRef="#br0">21852 11120 89 0,'0'-12'28'0,"0"24"-5"0,-24 47-7 0,-12 12-10 0,24 13-3 0,12-59-3 0,0-2-4 0,0-23-33 0,0-11-71 0</inkml:trace>
  <inkml:trace contextRef="#ctx0" brushRef="#br0">21804 11120 55 0,'0'0'0'0,"24"-59"17"0,13 22 2 0,9 26-4 0,14 35 4 0,11 71-4 0,-48 2-7 0,-23-26-2 0,-70-24 1 0,-3-12-5 0,27-35-22 0,22 12-60 0,24-12 42 0</inkml:trace>
  <inkml:trace contextRef="#ctx0" brushRef="#br0">22304 10882 42 0,'0'0'0'0,"96"-34"37"0,-25 92-4 0,-60 110 4 0,-47 8-25 0,-22-32-2 0,10-49-5 0,24-71-4 0,24-24-37 0,12-35-78 0</inkml:trace>
  <inkml:trace contextRef="#ctx0" brushRef="#br0">20899 11907 14 0,'-12'11'8'0,"-12"-11"18"0,24-11-14 0,0 11-5 0,0-13-3 0,24-11-2 0,12-23-1 0,47-13 0 0,13-22 0 0,58-14-2 0,25 12 0 0,12 1 2 0,11-1-3 0,-11-10-2 0,-13 22 2 0,-23 1 2 0,-25 11 0 0,2 1 3 0,-37 23 2 0,-70 24 16 0,-25 12-2 0,0-11-14 0,-13 11-4 0,13 0 0 0,-12 0-46 0,12 0-9 0</inkml:trace>
  <inkml:trace contextRef="#ctx0" brushRef="#br0">4513 11405 26 0,'0'0'0'0,"-11"-11"46"0,11 11-36 0,0 0 1 0,0 0-2 0,0 0-4 0,-12 0-3 0,12-12-1 0,0 12 2 0,-13 0 0 0,-10 0-1 0,-26 0 0 0,15 0 0 0,-2 12-1 0,-1-12-1 0,-9 24 1 0,-14 13 0 0,24-26-6 0,36-11 9 0,-71 60 4 0,-1-1-8 0,-11 0 1 0,24 1 2 0,23-12-2 0,12-1-1 0,12 1 0 0,0 12 1 0,-47 70 7 0,46-82-6 0,13-12 1 0,13 23-1 0,-1 1-1 0,11-1 5 0,13-23-4 0,12-12 0 0,11 0 3 0,1-14-3 0,-2 3 5 0,3-1-5 0,-14-12-1 0,1 0 1 0,-23 0 1 0,-14-12-8 0,12-11-29 0,25 12-39 0,-37-2 12 0</inkml:trace>
  <inkml:trace contextRef="#ctx0" brushRef="#br0">4239 12311 85 0,'0'0'3'0,"-23"0"-2"0,-13 0 5 0,36-12 8 0,0 12 4 0,0 0 8 0,12 0-22 0,-12 0-1 0,13 12 0 0,10-1 0 0,1 2-2 0,11-1 1 0,1-12 0 0,-12 0 0 0,0 12 1 0,-24-12 0 0,0 0 0 0,-12 0 8 0,-24 24-11 0,-12 11-2 0,1 13 2 0,11 0-1 0,12-14 1 0,12-21 1 0,12-1-1 0,0-12 0 0,0 0 1 0,12 0-9 0,0-12-138 0</inkml:trace>
  <inkml:trace contextRef="#ctx0" brushRef="#br0">4156 11882 31 0,'12'-12'11'0,"-12"-35"1"0,0 10 10 0,0 14 1 0,-12 0-6 0,12 11-7 0,0 12-7 0,24 83 7 0,-24 84-1 0,12 47-4 0,1 12-4 0,-2-35 0 0,1-60 4 0,-12-24-2 0,0-59-1 0,11-37-13 0,-11-82-83 0,13 47 55 0</inkml:trace>
  <inkml:trace contextRef="#ctx0" brushRef="#br0">4180 11668 81 0,'0'0'3'0,"-24"0"2"0,0 0-4 0,24 0 0 0,12 0 5 0,60 0 2 0,10 0 2 0,61-12-3 0,36-13-2 0,59 4 1 0,1 8 9 0,-1 1-5 0,-35 0-4 0,-1-1-4 0,0 2 2 0,13-1-2 0,22 12 2 0,14 0-2 0,-25 0 0 0,2 0-3 0,-64 0 2 0,-20 0-3 0,-48 0 2 0,11 0 2 0,24-11-2 0,-13-2 0 0,-34 13 1 0,-23 0-1 0,9 13 0 0,2-2-1 0,-1 12-1 0,-12-10 2 0,-11 11 1 0,-12-11-1 0,-24-13 0 0,-1 11-1 0,2-1 1 0,-1 27 0 0,11 10 1 0,-11 13-2 0,0 24 0 0,0 48 2 0,-12-2 0 0,-24 0 1 0,12-9 1 0,12-27-3 0,12 1 1 0,0-35 0 0,0-1 0 0,-12-47-3 0,-12-48-145 0</inkml:trace>
  <inkml:trace contextRef="#ctx0" brushRef="#br0">4002 12692 80 0,'0'-12'4'0,"-12"12"1"0,24-11 57 0,46 11-53 0,50-13-3 0,11 13 0 0,35 0-2 0,2-12-2 0,23 12 0 0,10 0 3 0,-21 0 0 0,34-12-3 0,1 1-1 0,11 11 0 0,0-12 1 0,35 12 0 0,-21-11-1 0,-50 11 0 0,37 0 0 0,-25 0-2 0,-24 0 2 0,2 0-3 0,-37 0 3 0,-24 0-1 0,47 0 0 0,-11 11 0 0,-34 1 0 0,-16-12 0 0,-33 0-1 0,-13 0 2 0,14-12-1 0,-38 12 1 0,1 0 2 0,13-11 1 0,-26-2 0 0,1 1-2 0,-12 0-5 0,-12 12-86 0,12 0-5 0</inkml:trace>
  <inkml:trace contextRef="#ctx0" brushRef="#br0">10039 16431 28 0,'-12'0'10'0,"-1"0"0"0,2 0 12 0,11 0-7 0,11-12-7 0,38 24 0 0,22-12-4 0,24 0 1 0,48 0 0 0,48-12 0 0,22-12-4 0,-9 24 3 0,-14 0-1 0,1 13-2 0,23-13-3 0,12 11 1 0,12 12 1 0,1-23-1 0,-26 12 3 0,-45-12-1 0,-2-12 1 0,1 12-1 0,24 0 0 0,11 0 4 0,24 0 3 0,-11 0-4 0,-26 12-3 0,-21 0 0 0,-14 12 0 0,-9-12 0 0,-15-12 0 0,-11 0 0 0,-36-12 0 0,-36 12 0 0,-11-11 0 0,0-14 4 0,12 25-3 0,-12-12-1 0,-13 1-1 0,0 11 2 0,-10 0 1 0,-1 0-1 0,-1 0 0 0,-11 0-1 0,0 11 7 0,13-11-8 0,-13-11 3 0,12 11-7 0,-12-12-22 0,-25 12-41 0,14 0-7 0</inkml:trace>
  <inkml:trace contextRef="#ctx0" brushRef="#br0">10241 17871 6 0,'-12'0'8'0,"1"0"-7"0,-1 0 0 0,-1 11 2 0,13-22-1 0,-23-1 4 0,-1 12-3 0,12 0 6 0,1 0-3 0,-2 0-4 0,2 0 1 0,-13 0 3 0,12 0 1 0,-1 0 2 0,2 0 3 0,-1-11 4 0,12 11-6 0,0 0-7 0,0 0 10 0,12 0-5 0,-1 0-5 0,14 0-1 0,-14 11 1 0,13-11-2 0,0-11 3 0,12 11-4 0,-13 0 3 0,-10 0-4 0,-1 0 1 0,-1 0 0 0,1 0 2 0,0 0-3 0,12-12-5 0,-12 24-84 0,-12-12 60 0</inkml:trace>
  <inkml:trace contextRef="#ctx0" brushRef="#br0">11206 17656 41 0,'-12'-11'10'0,"-12"11"7"0,12 0-4 0,24 11 0 0,24 2-6 0,12-1-4 0,-2-12 2 0,-21 0 1 0,-14 12 1 0,-34 0-2 0,-24-12-2 0,-13 0 0 0,24 0 4 0,0 12-3 0,48-12-2 0,36 0 0 0,12-24-1 0,-25 24-4 0,-24 12-61 0,-11 0-6 0</inkml:trace>
  <inkml:trace contextRef="#ctx0" brushRef="#br0">12278 17693 50 0,'0'-12'8'0,"-24"0"10"0,0-1-1 0,24 2-7 0,48 11-3 0,35 0-2 0,-24 11 1 0,-47-11-1 0,-24 13 0 0,-35-13-3 0,-24-13-1 0,-1 13 1 0,-10 0 0 0,-38 0 9 0,72-11-6 0,60 11-4 0,71-23 0 0,47 23 0 0,-23 11-1 0,-22 1 0 0,-73-1 1 0,-73 2-1 0,-33-13 1 0,-1 0 1 0,23-13-1 0,48 2 1 0,36 11-4 0,72 0-22 0,23 11-73 0,-83-11 67 0</inkml:trace>
  <inkml:trace contextRef="#ctx0" brushRef="#br0">13207 17717 37 0,'-12'0'5'0,"-36"0"4"0,0 0 11 0,25-12 2 0,11 12-6 0,35-12-7 0,13 0-3 0,24 12 0 0,-1 0 1 0,-48 0 4 0,-11-12-6 0,-36 12-4 0,-34 0 1 0,-49 0 6 0,119 0-6 0,59 0-1 0,37 0 1 0,-37 0-2 0,-35 0 0 0,-37 0 1 0,-45 0 0 0,-2 0 0 0,48-13-1 0,24 13-112 0,-12 0 67 0</inkml:trace>
  <inkml:trace contextRef="#ctx0" brushRef="#br0">8955 6607 23 0,'0'0'12'0,"0"-11"9"0,0 11-16 0,36-23 5 0,46-2-2 0,50-10-3 0,-1 11 0 0,-47 24-2 0,-72 0 1 0,-48 0 4 0,-59 13-6 0,-13 10-1 0,13-12 0 0,12-11-1 0,47 0 2 0,0 12-2 0,13 0 0 0,-1-12 0 0,0 13 1 0,12-13 1 0,0 0 0 0,0 11 0 0,0 1-1 0,0 12 1 0,0-12 1 0,12 24 1 0,0 11-1 0,-11 0-1 0,11 13 0 0,-12 12-1 0,-1 22 0 0,13 2 0 0,0-12-1 0,-11 12 2 0,-1-2 0 0,-1-12 1 0,2 15-1 0,11-2 0 0,-12 0 2 0,12-1-1 0,0-21-1 0,12-2 0 0,-12-23-1 0,11-1 2 0,-11-23-1 0,13 0 0 0,-13-1 0 0,12-10-1 0,-12-1 0 0,11 13 0 0,14-14 0 0,22-1 0 0,13-10 0 0,-1 0 0 0,25 0-2 0,-1 0 1 0,-35 0 0 0,-13 13 1 0,-35-13-1 0,0 0 1 0,13 0 1 0,-13 0-1 0,0 0-2 0,11 0 5 0,-11-13-5 0,12 13 2 0,-12-10-1 0,11-1-2 0,14-14-28 0,11 13-78 0</inkml:trace>
  <inkml:trace contextRef="#ctx0" brushRef="#br0">13492 7251 32 0,'-12'0'11'0,"0"0"-6"0,12-12 12 0,-11 12-6 0,34 12-12 0,1-12-44 0</inkml:trace>
  <inkml:trace contextRef="#ctx0" brushRef="#br0">13289 6406 25 0,'0'-12'22'0,"13"-1"-3"0,-1 2-14 0,-1 22 1 0,-11-11 2 0,0 0-3 0,-23 0-4 0,-13 13 0 0,-13 11 0 0,39-13 0 0,10 1 0 0,10 24-1 0,-10 12 4 0,-22 0-3 0,10 11 0 0,0 0 4 0,12 12-1 0,0 0-4 0,0 2 1 0,12-14 0 0,-12 1 0 0,12-26 0 0,23-9 1 0,-23-13 1 0,24-12-1 0,35 0-19 0,48 0-75 0</inkml:trace>
  <inkml:trace contextRef="#ctx0" brushRef="#br0">16124 6452 63 0,'0'0'3'0,"-13"-23"6"0,13 23-10 0,13 0 2 0,35 0 2 0,36 0 0 0,-14 12-1 0,2-12-1 0,-36 11-2 0,-24 2 2 0,-12-13 9 0,0 24-10 0,0 0 0 0,10 11 0 0,-10 13 0 0,0 13 3 0,0-3-2 0,0 2 0 0,13 11-1 0,-13 12 1 0,0-11-1 0,12-24 1 0,-12-13-1 0,11-10 1 0,-11 9-2 0,0-21 2 0,13 11 0 0,-13-13-1 0,12 1 0 0,-12 12 0 0,0-24 0 0,11 12 1 0,-11-12 0 0,0 12-1 0,-11 1 0 0,-14-2 0 0,-11-11 1 0,14 12-1 0,-2-12 3 0,-37 11-4 0,2 1 2 0,12-12-1 0,23 0 1 0,12 0 0 0,12-12 1 0,0 12 6 0,0-11-7 0,12 11-7 0,-12 0-34 0,0 0-11 0</inkml:trace>
  <inkml:trace contextRef="#ctx0" brushRef="#br0">11849 18086 0 0,'393'-24'0'0,"36"-24"0"0,-371 48 0 0</inkml:trace>
</inkml:ink>
</file>

<file path=ppt/ink/ink4.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1345 14133 49 0,'-34'-24'34'0,"-14"-24"-14"0,36 36-11 0,59 12-7 0,25 36 1 0,35-12 0 0,35-11-1 0,37-2 6 0,48 1-2 0,23-1-4 0,48-22-1 0,23 11 5 0,1 11-3 0,11 13-1 0,-1-11 0 0,-8-13 3 0,-39 0-2 0,-10 11 2 0,9 1-2 0,-33-1-2 0,-73 2 0 0,-47-1 1 0,-70 0 3 0,-38-12 6 0,-23-12 16 0,0-24-58 0,0 0-137 0</inkml:trace>
  <inkml:trace contextRef="#ctx0" brushRef="#br0">21305 9263 12 0,'0'-12'9'0,"11"1"28"0,-11-2-16 0,-11 1-2 0,-2 12-5 0,1-12-2 0,12 12 0 0,12 0-2 0,107 0 5 0,0 0-8 0,1 12-2 0,-37-12-1 0,-24 0-1 0,-23 12-1 0,-24-12-1 0,-12-12 1 0,0 12-2 0,-36 0 0 0,-12 0 0 0,-47 12 0 0,-48 12 0 0,-11-12 1 0,34-12 0 0,61 11-1 0,47-11 0 0,48-11 0 0,71-1-1 0,36 1 0 0,11 11 1 0,-22 0 0 0,-49 0-1 0,-59 11 2 0,-11-11-1 0,-38 0 0 0,-11 0 1 0,-12 0-1 0,25 0 1 0,10 0-3 0,13 0 4 0,0 0-3 0,13-11 1 0,-1 11-1 0,-1 0 3 0,1-13-3 0,0 13 2 0,0 0-2 0,0 0 0 0,0 0 2 0,0 0-1 0,-12 0 0 0,12 0 0 0,0 0 0 0,12-12 0 0,-24 12 0 0,12 0 0 0,-12-12 0 0,11 12 0 0,1 0 0 0,-12 0-1 0,11-11 0 0,-11 11 0 0,13 0-1 0,-13 0-7 0,-13-12 9 0,13 12-1 0,0 0 0 0,0 0 0 0,13-11 0 0,-13 11-8 0,12-13-6 0,-12 13-20 0,0-12 3 0,0 12-21 0</inkml:trace>
  <inkml:trace contextRef="#ctx0" brushRef="#br0">6205 12347 47 0,'-24'0'17'0,"-12"0"-5"0,12-12 5 0,12 12 0 0,36-13-8 0,12-10-2 0,10 23-2 0,-21 0-2 0,-25 0 3 0,-25 12-1 0,3-12-1 0,-2 0 1 0,12 0 0 0,24 0-4 0,24 0-49 0,-26 0-24 0</inkml:trace>
  <inkml:trace contextRef="#ctx0" brushRef="#br0">6621 12322 58 0,'-23'0'21'0,"-13"0"-12"0,24-11 9 0,60-1-3 0,-14 1-6 0,-9 11-5 0,-37 0 1 0,-12 0 0 0,12 0 0 0,12 0-4 0,12 0 1 0,-12 0-1 0,11 0 1 0,-11-13-3 0,0 13 2 0,0 0-2 0,13 0 3 0,-1 0-2 0,-12 0 0 0,12 0-3 0,0 0-1 0,-12 0 2 0,0 0 1 0,-12 0 1 0,0 0 0 0,12 0-8 0,0 13-21 0,0-2 0 0,12-11-32 0</inkml:trace>
  <inkml:trace contextRef="#ctx0" brushRef="#br0">2846 13299 38 0,'0'0'14'0,"-11"24"-10"0,22 0 4 0,1 0-1 0,0-12 4 0,0-12-5 0,12 0 7 0,-12-36-7 0,36-12-1 0,11-12 9 0,-11 26-8 0,-13-3-2 0,12-10-4 0,-22-1 1 0,-1 12 0 0,-1 12 1 0,-11 1-1 0,0-1 1 0,-12 12-1 0,0 0 1 0,0 24-2 0,12 0-44 0,12-12-34 0</inkml:trace>
  <inkml:trace contextRef="#ctx0" brushRef="#br0">3751 13276 49 0,'-11'-12'1'0,"-1"12"2"0,12-12 14 0,0-1 1 0,12 38-2 0,-12 21-4 0,11 4-7 0,1-16 1 0,24-22 0 0,25-47-2 0,9-13-2 0,2-11 2 0,22 0 4 0,-22-1 1 0,-35 24-4 0,-26 24-4 0,12-1-30 0,-10 13-90 0</inkml:trace>
  <inkml:trace contextRef="#ctx0" brushRef="#br0">4561 13192 54 0,'-24'0'10'0,"13"0"2"0,11-12 11 0,11 12-8 0,-11 12 8 0,0 24-12 0,0 0-7 0,13-13-1 0,-2-11 0 0,12-1 0 0,2-22-1 0,22-12 0 0,25-37 2 0,22 12-3 0,-9 1 4 0,-27 10 6 0,-33 14-3 0,-25 23-8 0,11-11 3 0,2 11-6 0,-1 11-77 0,-12-11 17 0</inkml:trace>
  <inkml:trace contextRef="#ctx0" brushRef="#br0">4965 15478 65 0,'0'0'0'0,"-47"-12"30"0,0 12 14 0,23 0-20 0,12 12-16 0,24-12 3 0,70 0-4 0,15 13-4 0,-26-2-1 0,-71 1 0 0,0-12 1 0,-12 0-2 0,-36 11-49 0,48-11-66 0</inkml:trace>
  <inkml:trace contextRef="#ctx0" brushRef="#br0">5895 15609 73 0,'-12'0'5'0,"-24"-13"28"0,36 2 1 0,0-1-22 0,72-23-4 0,94 22-5 0,49-10-1 0,35 23-4 0,-250 0 12 0,-60 12-3 0,13-12-8 0,34 0-64 0,38 0-25 0</inkml:trace>
  <inkml:trace contextRef="#ctx0" brushRef="#br0">7205 15596 47 0,'0'0'24'0,"-24"-11"12"0,12 11 0 0,12 0-22 0,36 0-6 0,94 0-3 0,13 0-1 0,-59 0 1 0,-72 11-1 0,-24-11 5 0,-36-11-7 0,37-12-15 0,34 11-141 0</inkml:trace>
  <inkml:trace contextRef="#ctx0" brushRef="#br0">6407 15704 8 0,'0'0'28'0,"0"-12"-7"0,0 0-12 0,0 12 2 0,0-11 19 0,0 11-14 0,0-12-5 0,0 12-2 0,12 0-2 0,-12 0 1 0,0 0 2 0,0 0-2 0,0-11-1 0,0 22-6 0,0 12 4 0,0 37-5 0,0 12 4 0,0 35-2 0,0 1 2 0,0 10 0 0,0-10 1 0,11-14-2 0,-11-10-2 0,13-49 1 0,-1-11 0 0,-12-24-2 0,-12 0-1 0,-24-36-73 0,23 1-44 0</inkml:trace>
  <inkml:trace contextRef="#ctx0" brushRef="#br0">6394 15621 30 0,'0'-12'41'0,"0"-1"-17"0,0 13-3 0,-11 0 1 0,-1 25-2 0,-1 23-6 0,2 0-5 0,-12-14-3 0,-1 15 1 0,0 10-2 0,-1-23-2 0,25-25 0 0,0-11 0 0,0-11-1 0,0-12-1 0,13-14 0 0,-1 14-1 0,12-1 1 0,-12-13-1 0,12 3 2 0,-2-3-2 0,-9 14 1 0,-1-13-1 0,-1 24 2 0,2-12-2 0,-13 24 0 0,12 0 0 0,-12 0 1 0,11 0-1 0,2 0 0 0,-1 24 0 0,-1 0 1 0,13 12-2 0,0 12-3 0,1-14 2 0,-2-9 3 0,1-13-1 0,-24 0 1 0,12-12 0 0,-12 0 1 0,0-12-5 0,0-12-35 0,11 11-122 0</inkml:trace>
  <inkml:trace contextRef="#ctx0" brushRef="#br0">3585 14145 16 0,'-13'0'10'0,"2"0"14"0,11 0-22 0,-12 0 11 0,12 0 6 0,12 0-2 0,-1 11-1 0,14 1 1 0,-2 0-8 0,25 1 0 0,-1-13 0 0,1 23-5 0,-12-23 1 0,25 0-1 0,-15 0-1 0,1 0 0 0,13-12 1 0,-13 1 0 0,2-2-2 0,-2 1 1 0,2 0-2 0,-2 1 1 0,-12-1-1 0,13-24 0 0,0 24 0 0,-1-47 4 0,-23 11-2 0,-1 12-1 0,2-10 0 0,-14-4-1 0,2 3 1 0,-2 12-1 0,-11-1 1 0,0-24 0 0,0 12-2 0,0 1 1 0,-11 10 0 0,-13-9 0 0,12-2 0 0,-12 0 0 0,-1 14 0 0,-11-3-1 0,-10 1 1 0,10 13-1 0,0 11 1 0,1-12 0 0,-1 12 0 0,-59 1-1 0,34 11-2 0,14 11 1 0,0 1-1 0,-2 12 1 0,-8 0 0 0,-16-13 1 0,26 12 0 0,11 2 0 0,-12-13 0 0,12 12 0 0,-12 11 0 0,1 13 0 0,12-12 0 0,11 10 0 0,12-9 0 0,0 10 1 0,0 1-2 0,0 0 1 0,0 0 0 0,12-13 0 0,0 12-1 0,0 3 1 0,0-16-1 0,24 14 1 0,-12-12 0 0,12-1 0 0,10 13-2 0,2 0 3 0,13-13-2 0,-14-11 1 0,-10-1 0 0,9 2 0 0,-9-25 1 0,11 0-1 0,-1-12 1 0,-23-12-30 0,-24 12-121 0</inkml:trace>
  <inkml:trace contextRef="#ctx0" brushRef="#br0">14707 14942 55 0,'-12'-24'13'0,"12"-10"5"0,0-3-1 0,12 1 2 0,-12-12 7 0,11 1-11 0,2 0-6 0,22 11-5 0,1 11 0 0,23 14-2 0,-11 11-2 0,0 11 1 0,-24 50-1 0,0 10 0 0,-24 12 0 0,-36-35 1 0,0-1 1 0,0-35 0 0,25-12 0 0,22-35 0 0,13 11-2 0,0-24 0 0,24 13 0 0,-1-24 0 0,12-1 0 0,1 12 0 0,-24 1 1 0,-36 22-1 0,0 13 1 0,-23 12-1 0,-25 37 0 0,0 22 1 0,24 24-1 0,24 12 0 0,36-35 0 0,11-24 1 0,1-36 0 0,-12 0 1 0,-13-12-5 0,-10 1-46 0,10-2-76 0</inkml:trace>
  <inkml:trace contextRef="#ctx0" brushRef="#br0">15659 14633 85 0,'0'0'0'0,"-23"-25"39"0,23 14-4 0,36-1-26 0,11 12-3 0,13 0-1 0,-25 0 0 0,13-11-2 0,-12-14-2 0,-2 13-1 0,15 1-4 0,-37 22-17 0,-12 1-49 0,-12 0-11 0</inkml:trace>
  <inkml:trace contextRef="#ctx0" brushRef="#br0">15659 14716 56 0,'0'0'0'0,"-36"0"31"0,25 0-10 0,11 13-4 0,47-2 1 0,24-22-6 0,25-2-3 0,-48 13-1 0,-12 0 0 0,-24-12-4 0,-2 12-3 0,-10 0 0 0,25 0-2 0,-14 0-17 0,-11 0-111 0</inkml:trace>
  <inkml:trace contextRef="#ctx0" brushRef="#br0">16660 14382 25 0,'11'-47'39'0,"-11"35"-10"0,-23 24-10 0,-24 60 3 0,-1 24-8 0,23-14-6 0,38 73-2 0,34-107-4 0,0-25 1 0,2-58-1 0,10-12 0 0,-35-24-1 0,0-13 0 0,-12 13 1 0,-12-2-2 0,-24 14 1 0,0 23 0 0,-24 12-1 0,1 24-2 0,22 48-52 0,25-12-34 0</inkml:trace>
  <inkml:trace contextRef="#ctx0" brushRef="#br0">17005 14514 87 0,'11'-48'47'0,"14"24"0"0,-25 12-38 0,-12 24-9 0,-1 24-36 0,26-11-87 0</inkml:trace>
  <inkml:trace contextRef="#ctx0" brushRef="#br0">17339 14277 51 0,'0'-25'33'0,"0"0"-3"0,-12 38 0 0,0 24-25 0,-12-3-2 0,24 3-2 0,-12-3-1 0,24-9 0 0,24 10 1 0,-2-11-1 0,15 0 0 0,-26 23 0 0,2-10 2 0,-14 10 8 0,-22 1-2 0,-25-38 0 0,-12 3-3 0,1-1 0 0,23-12-3 0,24-25-5 0,-12-21-51 0,24 21-57 0</inkml:trace>
  <inkml:trace contextRef="#ctx0" brushRef="#br0">17374 14264 78 0,'12'-37'23'0,"71"-10"30"0,-23 35-38 0,-24 0-9 0,-12 12-4 0,-12 0-5 0,-1 12-33 0,-22 0-67 0</inkml:trace>
  <inkml:trace contextRef="#ctx0" brushRef="#br0">14147 14419 83 0,'0'-24'2'0,"36"-83"10"0,0 71 18 0,-25 95-7 0,-34 156-5 0,-1 70-11 0,48-36-6 0,23-81 1 0,-47-37 0 0,-11-71-5 0,11-84-64 0,0-12-9 0</inkml:trace>
  <inkml:trace contextRef="#ctx0" brushRef="#br0">14171 14371 42 0,'-24'-36'34'0,"-1"-11"-21"0,15 11 5 0,20 11-12 0,15 14-2 0,47-12-1 0,82-14 6 0,73-10-2 0,106-24-4 0,72 11-2 0,12 12 0 0,-12 14 1 0,-37-16-1 0,-34 3 9 0,-24 12-2 0,-72 35 0 0,-95 0-4 0,-24 0-1 0,-13-12 0 0,-45 1 0 0,-25 11-1 0,-1 11-1 0,-11 1-1 0,12 36-1 0,-1 57 0 0,-35 87 0 0,-12 81 1 0,12 3 4 0,36-4-1 0,-12-33 0 0,0-49 0 0,-24-83 0 0,-24-48-1 0,24-59-17 0,-12-34-135 0</inkml:trace>
  <inkml:trace contextRef="#ctx0" brushRef="#br0">14052 15525 67 0,'-60'-11'14'0,"37"22"15"0,46-11-5 0,73 0-5 0,59 0-6 0,71 0-6 0,95-23-3 0,61-13 1 0,46 11-4 0,25 3 2 0,11-2-3 0,-47 12 2 0,-48-1-1 0,-71 13 3 0,-108-11 0 0,-96-1 5 0,-45-12-1 0,-13 12-4 0,-1 12-2 0,-23 0-2 0,0 0 1 0,-24 0-22 0,-12-12-135 0</inkml:trace>
  <inkml:trace contextRef="#ctx0" brushRef="#br0">8610 12167 63 0,'-12'-11'8'0,"12"11"3"0,0-12-4 0,0 12-3 0,12 12 10 0,12 12-1 0,-24 24-7 0,12-13-2 0,-1-10 0 0,13-14 1 0,0-11 0 0,48-36-1 0,47-35-3 0,36 0 0 0,-36-1 8 0,-60 35-5 0,-47 27-1 0,-1-1-1 0,-11-2-2 0,0 13-33 0,13 13-22 0,-13-13 11 0</inkml:trace>
  <inkml:trace contextRef="#ctx0" brushRef="#br0">8574 12299 49 0,'-12'-11'15'0,"-11"-2"-7"0,11 1-2 0,0 12-1 0,12 12 3 0,0 1-1 0,0-2 3 0,12 25 1 0,10 1-4 0,-9-3 0 0,-1-10-4 0,-1 0-1 0,14-1-1 0,-14-23 2 0,14 0-1 0,10 0 0 0,12-34-1 0,49-26 2 0,35-12-3 0,119-59 0 0,-178 84 2 0,11-1-3 0,-11 25 3 0,-37-2-2 0,-12 13 1 0,2 12 0 0,-14-13 0 0,2 3-1 0,-1 10 1 0,-12-11-1 0,0 11 1 0,0 0 0 0,12-13-2 0,0 13 2 0,-1-12-2 0,-11 12 1 0,11-12 1 0,-11 12-13 0,0 0-17 0,13-13-4 0,-1 2 5 0,-1 11-21 0</inkml:trace>
  <inkml:trace contextRef="#ctx0" brushRef="#br0">6038 14834 51 0,'-25'-11'6'0,"25"11"-1"0,-11-12 9 0,-1 12 0 0,12-23 4 0,-24-2-5 0,0-9-4 0,-12-3 0 0,-23 3 0 0,12-16-4 0,-26 3 2 0,-9 0-2 0,-13 23-3 0,-2 0-1 0,3 0 0 0,-37 1 1 0,0 23-1 0,-1 0 0 0,-11 0 0 0,1 0-1 0,23 0 1 0,-1-12-1 0,2 0 0 0,11 24-1 0,12-12 0 0,34-12 2 0,25-24 0 0,14 12 0 0,22-13-1 0,-12 16 1 0,0-16 0 0,12 13 0 0,-12 1-1 0,12-2 1 0,0 13-1 0,0 1 1 0,-13 11 0 0,2 11-1 0,11 13 0 0,-12 12 0 0,12 12 0 0,-13-1 0 0,2-10 0 0,-1-14 0 0,12-12 1 0,-13 2 0 0,13-13 1 0,0 0 1 0,0 0-1 0,0-13-1 0,13-34 1 0,10 0-1 0,2 11-1 0,-1 11 1 0,-24 2-1 0,12 23 0 0,0-11 0 0,11 11 0 0,1 11 2 0,24 12-2 0,-12 2 0 0,-25-13 0 0,-11 1 0 0,0-13 1 0,0 0 2 0,-11-25-2 0,-25 0-1 0,-12 2 1 0,13-1-4 0,-1 24 2 0,23 0 1 0,-10 13-1 0,-13 34 0 0,2 11 1 0,-15 3 0 0,25-25 0 0,12-24 0 0,12-12 2 0,0 0-2 0,12-36 1 0,0 0 0 0,24-11-1 0,23 11 0 0,-11 11 0 0,-12 25-1 0,-24 25 1 0,22-13 2 0,2-12-1 0,0 0-1 0,-23 0 0 0,-1 0 0 0,-12-12 1 0,11 0-5 0,-11-1-43 0,0 26-83 0</inkml:trace>
  <inkml:trace contextRef="#ctx0" brushRef="#br0">15648 9345 72 0,'0'0'0'0,"-84"-10"12"0,49 10-1 0,23-11 17 0,36 11-24 0,71 0 10 0,48 0-3 0,0 0-4 0,-72 0-4 0,-71 0 8 0,-48-13-9 0,-59 13-2 0,-24 0 0 0,11 0 1 0,84 0 0 0,49 0 0 0,71 0-1 0,59 0 1 0,-12-12-1 0,-85 12 1 0,-33 0-13 0,-1 0-63 0,-1 0-3 0</inkml:trace>
  <inkml:trace contextRef="#ctx0" brushRef="#br0">16980 9370 64 0,'-11'0'5'0,"-49"-12"11"0,24 12 16 0,25-13-13 0,22 13-14 0,62-10-2 0,33-1 0 0,85 11-1 0,35 0 1 0,13 0-1 0,-62 0-1 0,-45 0 1 0,-72 0 1 0,-48 0-2 0,-12 0 3 0,-96 11-2 0,-70-11 0 0,-60 10-2 0,-36 3-1 0,-12-1 4 0,59 0-3 0,96-12 1 0,107 0 0 0,72 0-1 0,154-24 1 0,96 1-3 0,11 23 3 0,-35 0-1 0,-83 0 3 0,-84-11-1 0,-85 11 7 0,-34-13-2 0,-10 1-5 0,-14 0-1 0,0 12-1 0,24 0-24 0,12 0-56 0,-12 12 26 0</inkml:trace>
</inkml:ink>
</file>

<file path=ppt/ink/ink5.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12825 7953 16 0,'0'0'0'0,"-23"0"13"0,23-11-5 0,0 11 7 0,-12 0-10 0,12 0 1 0,-12 0 3 0,12 0-4 0,0 0-1 0,12-12 0 0,12 12-3 0,11 0 0 0,1 0 0 0,12 0 1 0,-13-12 2 0,-11 12 3 0,1 0-3 0,-2-13-2 0,-12 13 0 0,-11 0-2 0,36 13-79 0</inkml:trace>
  <inkml:trace contextRef="#ctx0" brushRef="#br0">13504 7930 19 0,'0'0'8'0,"-12"-12"1"0,12 12 3 0,12 0-11 0,0 0-1 0,12 0 2 0,0 0 2 0,0 0-2 0,-1 0 0 0,0 0-1 0,-10 0-1 0,-13 0 0 0,0 0-1 0,0 0 2 0,12 12-1 0,-12-12 0 0,11 0 0 0,-11 0 1 0,0 0 0 0,13 0 0 0,-13 0-1 0,0 0 0 0,0 0 0 0,12 0 0 0,-12 0-5 0,12 12-21 0,-12-12 2 0</inkml:trace>
  <inkml:trace contextRef="#ctx0" brushRef="#br0">14921 7858 11 0,'-12'0'35'0,"0"0"-29"0,12 0 12 0,0 0-15 0,0 0 1 0,0 0 14 0,36-12-16 0,24 12 1 0,-1 0 0 0,1 0 0 0,-13 0 1 0,-34 0-3 0,-2 12 0 0,-22-12 1 0,-13 0-1 0,-12 0-1 0,0 0 0 0,-13 0 0 0,-9 13 0 0,10-2 0 0,1-11 0 0,23 12 0 0,12-12 0 0,24 0 1 0,35-12-1 0,13 12 1 0,10-11-1 0,-21-2 0 0,-26 13 1 0,-10 0-1 0,-13-12 0 0,-13 0 1 0,-23 12-2 0,-10 12 1 0,-14 0 1 0,12-12-2 0,36 13 1 0,1-13 1 0,22 0-1 0,1-13 0 0,36 13 0 0,0-12 0 0,-1 12 1 0,-23 0-1 0,-1 0 0 0,-10 0 0 0,-13-12 0 0,12 12 0 0,-12-13 0 0,11 13 1 0,-11 0-1 0,0 0 0 0,0 0-1 0,0 0 2 0,0 0-1 0,13 0-1 0,-13 0 2 0,11 0-1 0,-11 0-1 0,13 13 2 0,-13-13-2 0,0 0 2 0,0 0-5 0,-13 12-32 0,13-12-28 0</inkml:trace>
  <inkml:trace contextRef="#ctx0" brushRef="#br0">18517 7976 36 0,'-36'-11'26'0,"13"11"-21"0,10 0 2 0,13 0 3 0,0 0-2 0,36-12-3 0,12 12-2 0,12-11-1 0,23 11 1 0,13-12 1 0,-25 12 2 0,-23-12 1 0,-24 12-5 0,-13-13 0 0,2 13 1 0,-26 0-3 0,2-11 4 0,-49 11-3 0,-11 0-1 0,-1 11 1 0,1-11-1 0,23 13 1 0,0-1-1 0,24-12 0 0,24 0 3 0,36-12-2 0,37-1 0 0,33 2 1 0,1 11-1 0,-11 0-3 0,-49 0 3 0,-24 0 1 0,-23 0-1 0,-47 11 2 0,-13 2 0 0,-35-1 0 0,0 0-4 0,13-1 3 0,9-11-2 0,49 0 1 0,12 0 0 0,36 0 1 0,24 0-3 0,46-11 2 0,13-1-2 0,-35 12 2 0,-23 0-4 0,-49 0 3 0,0 0 2 0,0 0 2 0,-13 0-4 0,13 0 1 0,-11 0-2 0,-1 0 2 0,12 0-15 0,-13 12-100 0</inkml:trace>
  <inkml:trace contextRef="#ctx0" brushRef="#br0">22352 8037 18 0,'0'0'0'0,"-24"0"27"0,12 0-15 0,0-11 1 0,-12 11-7 0,13 0-1 0,11 0 2 0,0-13 0 0,35 1-2 0,37 0-1 0,34 12-2 0,1 0 1 0,-23-13 1 0,-48 13 0 0,-24 0-1 0,-24 0 1 0,-47 13-3 0,-25-13 0 0,0 0 0 0,-10 0-1 0,22 0 0 0,25 12 1 0,22-12 0 0,14 0 2 0,35 0-2 0,59-12-1 0,23-1-1 0,14 13 2 0,-13 0-2 0,-46 0 2 0,-27 0 0 0,-21 0 2 0,-26 0 1 0,2-11-5 0,22 11-38 0,2 0-27 0</inkml:trace>
  <inkml:trace contextRef="#ctx0" brushRef="#br0">20506 3512 41 0,'0'-24'12'0,"-13"13"-3"0,13 22 11 0,0 49-1 0,0 22-11 0,13-9-3 0,-26-37 2 0,13-13 2 0,-11-23-3 0,11 0 0 0,-12-23-2 0,-11-13-3 0,-1-24 0 0,12-24 1 0,1 2-2 0,11-2 1 0,0 24-2 0,11-11-1 0,25 24 1 0,10 23 2 0,27 24-1 0,-26 24-2 0,-35 23 4 0,-12 1-1 0,-47 12 4 0,-38-1-3 0,-8 12-5 0,-3-12-32 0,60-22-69 0</inkml:trace>
  <inkml:trace contextRef="#ctx0" brushRef="#br0">21066 2834 49 0,'0'-37'6'0,"0"26"-2"0,0 35 9 0,-36 95 11 0,-23 48-5 0,-13 59-8 0,72-48-7 0,48-48-1 0,35-46-1 0,1-59-7 0,-38-25-46 0,-10-12-11 0</inkml:trace>
  <inkml:trace contextRef="#ctx0" brushRef="#br0">21364 3012 47 0,'0'0'0'0,"-25"-35"16"0,14 23-10 0,22 59 20 0,-11 72 1 0,0 49-18 0,0-50-6 0,13-47 3 0,-26-47-2 0,13-82 4 0,25-15-9 0,-14 25 2 0,13 1-2 0,24 10 1 0,-12 37-1 0,-14 37 0 0,-9 47 5 0,-13 0-1 0,0-38 0 0,0-21-3 0,0-25-17 0,0 0-66 0,0-13 43 0</inkml:trace>
  <inkml:trace contextRef="#ctx0" brushRef="#br0">21780 3370 29 0,'-12'0'20'0,"12"0"-10"0,12 11 17 0,0 37 4 0,0 35-17 0,12-11-8 0,-24-36-5 0,12-13-4 0,0-23-40 0,1-23-33 0</inkml:trace>
  <inkml:trace contextRef="#ctx0" brushRef="#br0">22150 2918 39 0,'0'-37'23'0,"11"61"-4"0,1 107 22 0,0 119-25 0,13-24-4 0,-2-58-10 0,-23-50 0 0,0-58-18 0,0-49-47 0,0-34 1 0</inkml:trace>
  <inkml:trace contextRef="#ctx0" brushRef="#br0">22589 3096 51 0,'-23'-36'26'0,"-12"49"-6"0,23 92 9 0,-12 50-15 0,24-23-10 0,24-49-2 0,-24-35-15 0,-12-35-47 0,0-38 0 0</inkml:trace>
  <inkml:trace contextRef="#ctx0" brushRef="#br0">22435 3048 39 0,'0'0'3'0,"11"-25"3"0,38 14 0 0,9 11 5 0,50 36 3 0,-1 71 5 0,-48 37-5 0,-46-14-4 0,-37-34 2 0,-58-25-1 0,-38-24-5 0,37-23-3 0,59-24-10 0,24-24-70 0,12 11 24 0</inkml:trace>
  <inkml:trace contextRef="#ctx0" brushRef="#br0">22912 2797 46 0,'0'0'0'0,"22"-23"8"0,63 96 17 0,70 116 4 0,-35 85-17 0,-86-25-3 0,-93-94 7 0,-48-59-3 0,0-48-7 0,58-37-3 0,49-45-7 0,25-27-33 0,23 14-74 0</inkml:trace>
  <inkml:trace contextRef="#ctx0" brushRef="#br0">21387 4597 3 0,'0'-13'10'0,"0"-24"7"0,0 3-8 0,0 10 8 0,0 0 2 0,0 12-6 0,-12 12-4 0,12 48-1 0,-23 48-3 0,35-14-2 0,-1-9 1 0,1-52-3 0,-12 4 0 0,0-60 9 0,-12-13-8 0,1 1-3 0,-1-13 2 0,-1-1-1 0,13 3 0 0,0-26 1 0,13 25-1 0,10 11 1 0,13 24-2 0,12 12 0 0,-2 12 1 0,3 48 0 0,-26 0 1 0,-23-14 1 0,-59 27 1 0,-24-13-2 0,35-25-6 0,36-23-42 0,36 12-33 0</inkml:trace>
  <inkml:trace contextRef="#ctx0" brushRef="#br0">21971 4048 50 0,'0'-37'19'0,"0"16"9"0,-24 67-8 0,-35 121 4 0,-1 59-13 0,48-24-8 0,61-81-2 0,21-63 0 0,14-45-1 0,-13-50-35 0,-11-47-52 0,-49 84 61 0</inkml:trace>
  <inkml:trace contextRef="#ctx0" brushRef="#br0">22316 4227 29 0,'-36'-36'19'0,"36"24"9"0,24 49-9 0,0 68-9 0,-24 16-6 0,0-16-2 0,0-44-3 0,0-38-24 0,24-57-28 0,-12 9 24 0</inkml:trace>
  <inkml:trace contextRef="#ctx0" brushRef="#br0">22304 4287 17 0,'-12'-13'7'0,"-59"-45"10"0,60-3 0 0,70 26-2 0,36 35-3 0,23 83-5 0,-11 35-3 0,-82-10 2 0,-86-1 2 0,-46-46-3 0,13-27-4 0,58-34-3 0,48-23-48 0,0 12 4 0</inkml:trace>
  <inkml:trace contextRef="#ctx0" brushRef="#br0">22852 3965 43 0,'0'0'0'0,"0"-25"33"0,12 109 3 0,-12 119-3 0,-12 12-23 0,24-49-5 0,0-59-3 0,12-36-17 0,0-47-94 0,-14-24 80 0</inkml:trace>
  <inkml:trace contextRef="#ctx0" brushRef="#br0">23126 4095 68 0,'-13'-11'6'0,"2"-1"17"0,11 60 10 0,11 71-9 0,25 13-15 0,-11-38-4 0,-14-23 6 0,-11-118-4 0,36-50-6 0,24 39-2 0,-24 22 1 0,-13 25-1 0,13 45 1 0,-12 37 1 0,12 13 0 0,-25-24-1 0,0-24-10 0,2-24-68 0,-1-49 2 0</inkml:trace>
  <inkml:trace contextRef="#ctx0" brushRef="#br0">23578 3965 73 0,'0'-25'15'0,"72"62"16"0,-1 118-8 0,1 47-13 0,-60-12-5 0,-72-71 4 0,24-83-4 0,25-47-23 0,58-37-123 0</inkml:trace>
  <inkml:trace contextRef="#ctx0" brushRef="#br0">23662 3155 8 0,'0'0'6'0,"-23"0"18"0,-2 0-11 0,13-11 5 0,0 11 1 0,12 0-10 0,60-37 1 0,35-10-5 0,24 10-2 0,-23 3 1 0,-38 10 0 0,-33 11-1 0,-25 2 0 0,0-1 0 0,-25 12-3 0,-22-24 1 0,23 12 0 0,1 12-1 0,35 0-1 0,36 25 0 0,11 9 0 0,-35 14 3 0,-37-12 1 0,-23-12-2 0,13-11-57 0,12-13-11 0</inkml:trace>
  <inkml:trace contextRef="#ctx0" brushRef="#br0">24245 2642 2 0,'-12'0'4'0,"12"0"-3"0,0-11 7 0,0 11 5 0,0-12-1 0,0 1 0 0,0 11-4 0,12 0-1 0,-12 0 1 0,0 0 0 0,0 11 5 0,0 25-8 0,0 35 10 0,11-23-8 0,2-12-3 0,-1 1-2 0,-1-16 1 0,-11-8-1 0,0-26 4 0,0 13-6 0,0 0 1 0,0 0-1 0,0-10 1 0,13 10-2 0,-26 0 2 0,13 0-1 0,0 0 0 0,0 0 0 0,-11-11 0 0,11 11-2 0,0-13-3 0,0 1 4 0,-12-13 1 0,-1-9 0 0,2 9-1 0,11 2 1 0,0-13 0 0,11-1 0 0,-11 3 0 0,0 10 0 0,13 24 0 0,-1-13-1 0,12 26 3 0,0 11 0 0,0 23 1 0,-1 1-1 0,0-13-2 0,-10-10 1 0,10-38 1 0,-10-34-1 0,-13-25 0 0,0 12-2 0,12 26 1 0,-1 21-1 0,13 60 1 0,0 13 0 0,-12-12 0 0,1-1-15 0,10 1-68 0,-23-48 50 0</inkml:trace>
  <inkml:trace contextRef="#ctx0" brushRef="#br0">24674 2571 31 0,'0'13'20'0,"24"34"10"0,-12 1-1 0,0-1-14 0,0-23-9 0,-12-24-2 0,0-24 0 0,-12-23-10 0,12 10 6 0,0-9-1 0,0-2 2 0,0 0-1 0,0 14 8 0,0 9-8 0,0 13 5 0,12-12-4 0,11 1 1 0,13 23-2 0,-13 47 2 0,2 24 0 0,-14 0 0 0,13-34-2 0,-11-14 1 0,10-23-29 0,1 0-72 0,-24 0 78 0</inkml:trace>
  <inkml:trace contextRef="#ctx0" brushRef="#br0">24686 2679 21 0,'-12'0'13'0,"0"0"2"0,36-24 9 0,47-12-10 0,24 1-13 0,-24-12-2 0,-35-3 1 0,-23 29 17 0,-26-4 1 0,13 25-11 0,0 0-6 0,0 46 1 0,13 15 1 0,-13-13-1 0,12-25 0 0,-12-11 1 0,0-12 0 0,0-35-1 0,-12-24-1 0,-1-12-1 0,-10-13 1 0,10 13 0 0,13-2-2 0,13 38 0 0,23 35-1 0,-1 12-1 0,-11 59 3 0,-12-23 2 0,-12-13 1 0,-48 1 2 0,-11 12-29 0,23 11-77 0</inkml:trace>
  <inkml:trace contextRef="#ctx0" brushRef="#br0">24018 4108 18 0,'-11'0'22'0,"-1"12"0"0,12-12 5 0,0-12-5 0,48-24-3 0,59 0-13 0,-1 1-4 0,-9-1-1 0,-74 11 1 0,-11 14 0 0,-47-1 0 0,-1 1-1 0,11 11-1 0,25 0-1 0,25 23 2 0,-1 13-2 0,-24 0 2 0,-24-1-2 0,-12-10-41 0,24-14-45 0</inkml:trace>
  <inkml:trace contextRef="#ctx0" brushRef="#br0">24507 3822 58 0,'0'0'3'0,"0"13"21"0,12 33 0 0,-12 2-14 0,0-12-6 0,0-24 0 0,0-24 1 0,0-36-4 0,-12-23 0 0,12 10-1 0,0 15-1 0,12-26 1 0,0 25-1 0,1 36 0 0,10 32 3 0,1 52 2 0,-1-25-1 0,-11-14-1 0,0-21 0 0,0-49 0 0,-12-35-1 0,24 0-2 0,0 35 1 0,0 36 6 0,-12 59-5 0,-2 12 0 0,3-23 0 0,-1-12-21 0,-12-36-72 0</inkml:trace>
  <inkml:trace contextRef="#ctx0" brushRef="#br0">24841 3536 31 0,'0'-24'24'0,"0"12"9"0,11 37 7 0,2 46-25 0,-2 0-10 0,2-24-1 0,-2 1-2 0,12-25-1 0,2-10 0 0,11-26 1 0,11-10-4 0,-11 0-22 0,-24 11-50 0,-12-1 27 0</inkml:trace>
  <inkml:trace contextRef="#ctx0" brushRef="#br0">25031 3488 17 0,'0'0'8'0,"12"-11"16"0,-12 22 11 0,0 26-3 0,0 10-19 0,12 1-9 0,12-25-2 0,12 1 0 0,-1-36-2 0,13-13-18 0,-12-9-44 0,-36 22 11 0</inkml:trace>
  <inkml:trace contextRef="#ctx0" brushRef="#br0">25138 3572 21 0,'-23'0'12'0,"-13"-13"9"0,48 2-15 0,58-1-6 0,-21 1-21 0,-37-2-11 0</inkml:trace>
  <inkml:trace contextRef="#ctx0" brushRef="#br0">25031 3488 34 0,'0'0'6'0,"-12"-11"16"0,84-25-12 0,23-12-9 0,-59 36-26 0</inkml:trace>
  <inkml:trace contextRef="#ctx0" brushRef="#br0">24341 3155 5 0,'0'-11'11'0,"-12"-2"-4"0,12 1-1 0,-12 0 0 0,12 1 3 0,-12 11-1 0,-1-12 3 0,13 12-5 0,0 23 1 0,13 73-1 0,-1 11-1 0,-12 0 0 0,-12-36-3 0,12-23 0 0,0-36-1 0,0-12 2 0,-24-12-2 0,-1-12-1 0,-9 0 1 0,11 1 0 0,23-1 0 0,11 37 5 0,12 10-1 0,0-12 3 0,13-11-2 0,-11-11-5 0,-1-12-65 0,-2-2 2 0</inkml:trace>
  <inkml:trace contextRef="#ctx0" brushRef="#br0">24555 3144 22 0,'0'0'4'0,"-11"-13"21"0,11 37-8 0,0 36 2 0,-13 11-13 0,13-35-2 0,0-25-4 0,0 2 3 0,0-26-2 0,0-34-6 0,13 0 0 0,-13 11 5 0,0-12 0 0,-13 12 1 0,13 1 1 0,0 11 1 0,13-13-2 0,-13 14-1 0,11 0 1 0,-11-2 2 0,23 14-1 0,-10-1-2 0,22 12 0 0,-11 12 0 0,-24 24 1 0,-12 23 2 0,0 1-2 0,24-37-2 0,24 2-1 0,-12 22 6 0,-24 11-4 0,-36-21-2 0,-12-13 6 0,1-24 0 0,35-24-9 0,24 12-51 0,-12 12 12 0</inkml:trace>
  <inkml:trace contextRef="#ctx0" brushRef="#br0">24900 3073 20 0,'-11'-13'5'0,"11"-11"3"0,0 0 0 0,0 12-3 0,0 1 5 0,-24-1 2 0,11 24-4 0,-10-1 1 0,-1 12-4 0,12 2-2 0,-1 11-2 0,2-1-1 0,11-23 0 0,0 12 1 0,0-24-1 0,24 0 0 0,-12-24-1 0,-1-11 2 0,14-1-2 0,-14 12 2 0,2 11 4 0,-2 13 1 0,-11 0-5 0,0 13 0 0,13-1-2 0,-2-12 3 0,12 0-9 0,2-12 0 0,-1-1 4 0,-12-10 4 0,-1 0-2 0,-11-2 2 0,0 2-1 0,12 23 2 0,-24 12 1 0,12 47 2 0,-11 1-3 0,-1 11 0 0,-1-24-1 0,13-22 0 0,0-25-50 0,13-12-5 0</inkml:trace>
  <inkml:trace contextRef="#ctx0" brushRef="#br0">25104 2905 12 0,'-13'0'13'0,"1"-12"0"0,0 12 4 0,36 0 10 0,0 0-22 0,-1-12-3 0,-11-1-1 0,-1 3-1 0,2-14 0 0,-13 0 0 0,0 11 1 0,-13 13 0 0,2 13 0 0,-12 11 1 0,0 23-2 0,10-10 1 0,13-14-1 0,24-23 0 0,-12 0-1 0,11 0 1 0,1-23-1 0,24-27 0 0,-2 29-2 0,-10 21 0 0,-23 34 3 0,-26 14 7 0,-10-25 8 0,0-10-7 0,23-13-6 0,0-13-16 0,0 13-54 0</inkml:trace>
  <inkml:trace contextRef="#ctx0" brushRef="#br0">17005 4631 11 0,'-25'-23'31'0,"25"12"-18"0,0-14 5 0,0 13-2 0,13 12-4 0,-13 37 1 0,12 9-6 0,12 13-4 0,-1-9 0 0,-10-4 1 0,-13-10 1 0,0-24-1 0,0-1 0 0,0-22-1 0,0-1-2 0,0 1 0 0,-13-26 0 0,2 14 0 0,11-13-1 0,-12-12 1 0,12 0-1 0,-13 1 0 0,13-1 1 0,-11 1 0 0,11 11-2 0,0 12 2 0,0 0-1 0,0 1 0 0,0 12 0 0,0-14 0 0,24 25-1 0,-1-12 2 0,25 12-2 0,-12 0 0 0,-24 24 1 0,1 0 1 0,-26 11-1 0,-11-10 2 0,-23 9-1 0,-25 26 0 0,13-24-5 0,35-11-25 0,24-25-34 0,36-13 4 0</inkml:trace>
  <inkml:trace contextRef="#ctx0" brushRef="#br0">17589 4072 61 0,'-24'-24'23'0,"-1"12"-10"0,14 12 7 0,-1 72 7 0,-12 59-6 0,-11 72-8 0,23-2-8 0,24-58-3 0,47-59-1 0,13-37 0 0,-13-47-3 0,-23-12-17 0,-24-36-45 0,-12 25-16 0</inkml:trace>
  <inkml:trace contextRef="#ctx0" brushRef="#br0">17721 4572 42 0,'0'0'0'0,"-37"-12"11"0,37 12-4 0,0-24 12 0,37 12-8 0,-3 1-5 0,38-13 1 0,-24 0-3 0,11 1-2 0,-23 10 0 0,-24 13 0 0,11 0-2 0,-11-12 1 0,-12 0-13 0,0-1-32 0,-24 26-7 0</inkml:trace>
  <inkml:trace contextRef="#ctx0" brushRef="#br0">17827 4334 4 0,'0'0'0'0,"-13"0"17"0,13-13-1 0,13 13 2 0,-13 0 6 0,0 0 2 0,0 13-21 0,0 11 2 0,0 10-1 0,12 16-1 0,-12 32-2 0,12-34 1 0,0 0-2 0,0-25 1 0,-12-23-1 0,0 0-1 0,0 0-1 0,0-12-19 0,10-11-46 0,-10-1 13 0</inkml:trace>
  <inkml:trace contextRef="#ctx0" brushRef="#br0">18266 4011 38 0,'0'-10'6'0,"13"-26"4"0,10 24 6 0,-10 49 6 0,-1 68 7 0,-1 27-6 0,2 12-9 0,-1-14-5 0,-12-34-5 0,0-25-2 0,0-37 0 0,-12-21-11 0,12-37-66 0,-13-12 6 0</inkml:trace>
  <inkml:trace contextRef="#ctx0" brushRef="#br0">18541 4011 54 0,'0'-10'4'0,"-12"-14"11"0,12 0 15 0,0 24 1 0,0 24-11 0,12 60-2 0,-12 34-7 0,0-10-7 0,12-37 1 0,0-37-2 0,-12-21-1 0,0-13 1 0,0-34-1 0,12 9-2 0,0-11 0 0,0 0 0 0,13 12 0 0,-2 13 0 0,-12 11 0 0,1 0 0 0,12 23-1 0,-12 25 1 0,12 0 0 0,-12-24 1 0,-12-1-2 0,0-23-7 0,0 12-25 0,0 0-50 0</inkml:trace>
  <inkml:trace contextRef="#ctx0" brushRef="#br0">18934 4321 44 0,'-12'-11'10'0,"1"22"5"0,22 14 11 0,2 46-8 0,-13 1-10 0,11-25-3 0,-11-23-4 0,0-24-28 0,-11-47-66 0</inkml:trace>
  <inkml:trace contextRef="#ctx0" brushRef="#br0">19018 3929 32 0,'0'-12'20'0,"12"-12"-2"0,-1 12 9 0,1 12-17 0,24 0-7 0,12 36 1 0,11 37-1 0,1 21-1 0,-13 1 7 0,-36 24 4 0,-33 0 1 0,-2-23-6 0,-1-37-2 0,2-11-3 0,-1-37-2 0,12-11-24 0,12-34-59 0,0 21 32 0</inkml:trace>
  <inkml:trace contextRef="#ctx0" brushRef="#br0">19422 4191 44 0,'-11'0'11'0,"11"-12"2"0,11-1 11 0,25 13-14 0,-12-11-7 0,12 11-2 0,0-12-5 0,-13 1-18 0,1-1-22 0,-24 0 11 0</inkml:trace>
  <inkml:trace contextRef="#ctx0" brushRef="#br0">19399 4298 29 0,'-24'0'3'0,"-1"12"0"0,50-24 8 0,11 1-5 0,35-26 0 0,-11 14-3 0,-25 12-3 0,-11-2-20 0,-12 13-14 0</inkml:trace>
  <inkml:trace contextRef="#ctx0" brushRef="#br0">19982 3929 68 0,'-24'-12'15'0,"24"12"-5"0,0 23 18 0,0 61-10 0,12 0-7 0,0-26-3 0,-12-45-5 0,0-13 2 0,0-36-1 0,-12-35-3 0,12-24-2 0,0 24 1 0,12 11 1 0,-12 36 0 0,0 12 1 0,0 60 0 0,12 34-2 0,-12-21 2 0,0-26 0 0,0-81 2 0,-12-15-3 0,0 25-1 0,12 36-1 0,0 13 0 0,12 46 1 0,0 12 2 0,0 1-2 0,0-37 1 0,-12-23 1 0,-12-35-2 0,-12-25 2 0,12-25-2 0,0 27-1 0,0-13 3 0,12 34-1 0,12 61-1 0,-12 58 3 0,12 38 0 0,-12-59-1 0,0-50 1 0,0-35 3 0,-12-60-3 0,12-35-2 0,-12 36-4 0,12 47-19 0,0 36-78 0,0 0 28 0</inkml:trace>
  <inkml:trace contextRef="#ctx0" brushRef="#br0">17814 5309 37 0,'0'-11'6'0,"-11"-24"6"0,11 10 7 0,11 25 11 0,14 48-9 0,-13 48-6 0,12-37-8 0,-24-11-2 0,10-36-3 0,-10-12 1 0,0-48-1 0,0-12-1 0,0 1-1 0,0-12 1 0,-10 12-2 0,-2-37 3 0,12 24-3 0,35 37 3 0,1 35-4 0,12 11 3 0,-13 37-3 0,-23 12 2 0,-24-13 3 0,-23-23-1 0,-13 0 1 0,-1-1-7 0,3 14-18 0,21 10-34 0,50-23 4 0,-25-24 26 0</inkml:trace>
  <inkml:trace contextRef="#ctx0" brushRef="#br0">18338 4846 46 0,'0'-23'9'0,"0"-2"12"0,0 25 12 0,-11 25-11 0,-14 69-11 0,-21 49-3 0,22 12-3 0,24-11-3 0,47-62-1 0,25-34-1 0,-1-48 1 0,-12-12 0 0,-34-35-9 0,-25 22-24 0,0-10-39 0,0 11 35 0</inkml:trace>
  <inkml:trace contextRef="#ctx0" brushRef="#br0">18660 5133 78 0,'-47'0'7'0,"11"0"-2"0,60-13 7 0,24 13-7 0,35-12-3 0,-25 0-1 0,-45-1 0 0,-36 13 10 0,-25 0-8 0,-1 13 0 0,15-13 0 0,11 12 2 0,10 0-3 0,13-12-1 0,36-12-1 0,23-13 1 0,1 14-1 0,-25-1-1 0,-35 12 3 0,0 0-1 0,-35 0 1 0,-1 12-3 0,12-1 2 0,12 2-3 0,12-13-24 0,24 0-49 0,-12 0 45 0</inkml:trace>
  <inkml:trace contextRef="#ctx0" brushRef="#br0">19041 4702 42 0,'-11'-34'25'0,"22"21"-18"0,1 49 25 0,0 96-8 0,0 34-12 0,-12-22-3 0,12-39-6 0,-12-45-1 0,12-49-9 0,-12-45-50 0,0-37-26 0</inkml:trace>
  <inkml:trace contextRef="#ctx0" brushRef="#br0">19220 4668 37 0,'0'0'17'0,"-13"-25"-9"0,38 37 13 0,-14 48 6 0,14 48-9 0,-13 10-9 0,0-47-4 0,-12-34-3 0,0-26 2 0,11-59-3 0,0-11 0 0,14 23-1 0,11 1 0 0,0-1 0 0,-1 24 0 0,-23 24-1 0,12 24 3 0,0 23 1 0,-24 1-3 0,0-37-7 0,0-11-45 0,-11 1-31 0</inkml:trace>
  <inkml:trace contextRef="#ctx0" brushRef="#br0">19649 4953 41 0,'0'-12'36'0,"0"36"-18"0,-12 12 12 0,12 12-15 0,12-1-13 0,0-10-5 0,-12-37-30 0,0-13-33 0,0 1 35 0</inkml:trace>
  <inkml:trace contextRef="#ctx0" brushRef="#br0">19661 4560 46 0,'12'-13'8'0,"46"74"10"0,38 70 17 0,-36 58-21 0,-24-45-5 0,-60-49-2 0,-24-47-4 0,24-36-15 0,0-60-55 0,24 13 23 0</inkml:trace>
  <inkml:trace contextRef="#ctx0" brushRef="#br0">19970 4763 65 0,'0'0'9'0,"0"-11"0"0,36-14-2 0,13 13 0 0,21 12-6 0,-34-13-10 0,-24 13-37 0,-12 0 5 0</inkml:trace>
  <inkml:trace contextRef="#ctx0" brushRef="#br0">19935 4882 40 0,'-36'0'9'0,"24"12"2"0,48-12 2 0,35-24-10 0,24 0-7 0,-11-12-30 0,-38-1-3 0</inkml:trace>
  <inkml:trace contextRef="#ctx0" brushRef="#br0">20400 4643 6 0,'0'-12'12'0,"-13"-11"7"0,1 12 10 0,0 11 1 0,-12 11-13 0,24 36-12 0,-12 13-2 0,24-12-1 0,36-13-1 0,12-23-1 0,-1-49 1 0,-11-9-1 0,-24-2 0 0,-12 0 1 0,-24-11 1 0,-12 11 5 0,-24 13 0 0,1 35-3 0,-1 12 0 0,12 34-4 0,0 4-3 0,24-4-22 0,12 2-55 0,12-48 47 0</inkml:trace>
</inkml:ink>
</file>

<file path=ppt/ink/ink6.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16958 6406 0 0,'-24'-12'17'0,"-1"12"34"0,2 0-27 0,-1 0-19 0,24 0 6 0,0 0-9 0,24 0 5 0,24 12-1 0,70-24 0 0,50-12-5 0,22 12 2 0,48-12 1 0,-47 12 0 0,-48 12-3 0,-36-12-1 0,-48 12 0 0,-23 0 3 0,-24 0-4 0,24 0 2 0,-12 0-1 0,-1 0-20 0,-23 12-83 0,-13-12 81 0</inkml:trace>
  <inkml:trace contextRef="#ctx0" brushRef="#br0">16980 6465 4 0,'-34'-13'33'0,"-3"2"-14"0,26-1 20 0,22 12-28 0,38-11-10 0,70-13 0 0,83 11 2 0,12-10 2 0,14 23-2 0,-39 0 0 0,-33 0-3 0,-38 12 0 0,-58-12 3 0,-48 0 8 0,-12 0-8 0,0 11-84 0,0 2 27 0</inkml:trace>
  <inkml:trace contextRef="#ctx0" brushRef="#br0">10599 8512 2 0,'0'-11'50'0,"35"-1"-38"0,-23-12 5 0,12 12-12 0,59 0 3 0,47-11-6 0,85 12 0 0,23 22-1 0,25 1-1 0,-25-1 4 0,-24 1 0 0,-60-12 1 0,-34 0-3 0,-36 0 0 0,-49-12-1 0,-11 1-1 0,-24 11-2 0,0 0-25 0,-11 0-21 0</inkml:trace>
  <inkml:trace contextRef="#ctx0" brushRef="#br0">10753 8489 16 0,'-11'0'49'0,"22"0"-46"0,37 0 8 0,-12 0-4 0,46 12-4 0,50-24-1 0,35 1 0 0,35-2-3 0,36 1 1 0,-11 12 2 0,-25 0 0 0,-35 0-1 0,-37 0-2 0,-57 0 2 0,-26 0 0 0,-24-12 1 0,-10 1 0 0,10-1 2 0,-23 12-2 0,12 0-2 0,-12 0 0 0,12 0-4 0,0 0-58 0</inkml:trace>
  <inkml:trace contextRef="#ctx0" brushRef="#br0">6729 11323 12 0,'0'-12'71'0,"10"12"-62"0,-10-11-2 0,13 11 6 0,-1 0-7 0,-1 11-3 0,38-11 1 0,34 0 1 0,36-11 1 0,24 11-2 0,12 0-4 0,-1 0 1 0,2 0 1 0,10-13 1 0,1 13-2 0,0 0-1 0,-25 0-1 0,-22 13 2 0,46-2 0 0,-94-22 1 0,-25 11 5 0,-11-13 6 0,0 13-4 0,-12-12 2 0,-1 12-4 0,-11-25-1 0,0 25-10 0,-12 0-37 0,0 13-86 0</inkml:trace>
  <inkml:trace contextRef="#ctx0" brushRef="#br0">13754 11382 71 0,'-13'-11'14'0,"13"-1"-5"0,0 12 7 0,0 0-10 0,13 0 3 0,23 0 1 0,35 0-3 0,13-12-1 0,35 12 0 0,24 0-2 0,12-13-1 0,11 13 0 0,1 0-2 0,-12 13 0 0,-36-13 2 0,36 0 2 0,-1 0 2 0,-11 0-3 0,0 0-1 0,-24 0-1 0,-36 0 2 0,-23-13 1 0,-24 13-1 0,-24 0 1 0,0 0-4 0,0 0 0 0,-12 0-1 0,0 0 1 0,0-11 3 0,0 11-4 0,0 0 0 0,0-12 1 0,0 12-1 0,0 0-1 0,0 0-1 0,0 0 3 0,0 0-1 0,0-11 0 0,0 11 0 0,12 0 0 0,-12-13 1 0,0 13-2 0,0 0 1 0,0 0 0 0,12 0 1 0,-12 0-2 0,0 0 2 0,0 0-3 0,0 0 1 0,0 0 2 0,0 13-1 0,0-13 0 0,0 0 0 0,0 0 0 0,0 0 0 0,0 0 0 0,0 0 0 0,0 0-7 0,10 0-26 0,-10 0-91 0</inkml:trace>
  <inkml:trace contextRef="#ctx0" brushRef="#br0">4430 12669 0 0,'11'0'0'0,"2"0"0"0,-1 0 0 0</inkml:trace>
  <inkml:trace contextRef="#ctx0" brushRef="#br0">13480 12502 20 0,'-12'-12'31'0,"12"-1"-6"0,0 13-9 0,0 0-6 0,12 0-1 0,24 0-5 0,0 0 0 0,23 0 3 0,13 0 0 0,11 0-1 0,24 0-1 0,12 0 2 0,1 0-4 0,11 0 0 0,-1 0-1 0,13 0 2 0,0 0 1 0,12 0 0 0,-24 0 1 0,0 0-3 0,24 0 0 0,-12 13-1 0,12-13 1 0,-25 0-1 0,-10 0 1 0,-25 12-1 0,12-12-1 0,-13 0 0 0,-9-12 1 0,-14 12 2 0,24 0-2 0,-11 0-1 0,-60 0-2 0,70-13 1 0,2 13 1 0,-24-11 0 0,-1 11-1 0,12 0 1 0,-11 0-1 0,-1 0 0 0,-23 0 1 0,-1-12 0 0,-23 1 0 0,0 11 0 0,-24-13-1 0,-24 13-30 0,-119 0-95 0,108 0 89 0</inkml:trace>
  <inkml:trace contextRef="#ctx0" brushRef="#br0">13409 12490 60 0,'-24'-13'23'0,"12"13"-14"0,12 0-1 0,0 0-3 0,23 0 0 0,13 0 0 0,24 0-1 0,25 0-1 0,21-23-1 0,37 12 5 0,12 11 3 0,11 0-3 0,1 0-3 0,12-13 3 0,10 13-1 0,3 0 1 0,-14 13-3 0,-11-13-1 0,-36 11-2 0,-12-11 3 0,24 0-3 0,0 0 1 0,-24 12-2 0,0-12 2 0,-24 0-2 0,0 0 2 0,-11-12-3 0,11 1 2 0,-23 11-3 0,-1 0 4 0,1 0-1 0,-1-13-2 0,-12 13 1 0,-11-12 1 0,0 12 1 0,-1 0-2 0,-24 0 1 0,13 0-1 0,1 0 1 0,-3 0-1 0,-9 0 0 0,-14 0 1 0,14 0 2 0,-1 0-2 0,-12-12 0 0,11 12 0 0,-11 0 1 0,12 0 0 0,-12 0-1 0,-12 0-1 0,0 0 2 0,13 0 0 0,-13-13 0 0,11 13-2 0,-11 0 1 0,12 0 1 0,-12-10-2 0,-12 10 1 0,1 0-1 0,11 0 0 0,-13 0-3 0,13 10-15 0,-12 3-40 0,12-13-69 0</inkml:trace>
  <inkml:trace contextRef="#ctx0" brushRef="#br0">10825 13465 78 0,'-24'-23'12'0,"-1"23"1"0,25-11 3 0,-11 11-9 0,11 0-5 0,48 0 2 0,47-13 3 0,48 1 0 0,142-11 3 0,-225 23-7 0,-49 0 1 0,-11 0-2 0,13 11-29 0,10 1-62 0</inkml:trace>
  <inkml:trace contextRef="#ctx0" brushRef="#br0">12765 13502 77 0,'-36'-12'6'0,"-22"12"-4"0,22 12 11 0,24-24 6 0,12 12-11 0,60 0-7 0,71-12 2 0,35-12-3 0,13 12 2 0,-49 12 2 0,-81 0-2 0,-49 12-4 0,24 12-92 0</inkml:trace>
  <inkml:trace contextRef="#ctx0" brushRef="#br0">15040 13633 67 0,'-13'0'13'0,"-45"-13"-3"0,10 13-6 0,13 0 5 0,-37 0-1 0,24 0-1 0,13 13-5 0,35-13 0 0,0 0-1 0,0 12 1 0,23-12 3 0,25 0-3 0,24 0-1 0,47-25 1 0,47 14 0 0,1 11-2 0,-12 0 0 0,-24 0 0 0,-24 0 0 0,-24-12 2 0,-35 12 0 0,-36 0 12 0,-12 0-3 0,12-11-6 0,-12-2-1 0,0 13-1 0,0-12 0 0,0 12 2 0,12 0-5 0,0 0-14 0</inkml:trace>
  <inkml:trace contextRef="#ctx0" brushRef="#br0">3847 12275 63 0,'-72'-12'27'0,"25"12"-18"0,-2 0 5 0,38-12 1 0,-1 1 3 0,35 22-16 0,38 13 0 0,59-11 5 0,57-26 3 0,38 1-5 0,-13 12-2 0,-47 0 1 0,-48 0 2 0,-71 0-3 0,-36 0-1 0,47 12-138 0</inkml:trace>
  <inkml:trace contextRef="#ctx0" brushRef="#br0">6478 12502 86 0,'0'0'0'0,"-12"-25"32"0,12 14-28 0,0-1 2 0,12 12-3 0,49-11 3 0,69-14 0 0,61 0-2 0,23 4 3 0,-25 21-4 0,-57 11-3 0,-49-1 2 0,-47-10 3 0,-24 13 0 0,-12-13 0 0,0 0-1 0,-35 37-66 0,35-26 1 0</inkml:trace>
  <inkml:trace contextRef="#ctx0" brushRef="#br0">20434 4429 29 0,'-23'-37'11'0,"12"16"-7"0,22 8 5 0,-11 13 9 0,12 59 3 0,-12 108-3 0,0-120-13 0,0-23-1 0,-12-36 4 0,1-47-6 0,-14-49 0 0,13 3-2 0,12 8 0 0,37 14 1 0,10 35-2 0,12 37-1 0,-23 58 5 0,-60 61 0 0,-47-49-2 0,11-23-9 0,36-26-72 0</inkml:trace>
  <inkml:trace contextRef="#ctx0" brushRef="#br0">20983 3822 55 0,'0'-12'12'0,"0"-36"2"0,0 25 1 0,0 23 2 0,-60 119 13 0,0 107-16 0,48-23-11 0,48-48-2 0,48-61-1 0,11-58-36 0,-24-61-61 0</inkml:trace>
  <inkml:trace contextRef="#ctx0" brushRef="#br0">21280 3940 72 0,'-36'-23'15'0,"24"83"-9"0,36 35 11 0,25-1-12 0,-26-21-4 0,1-38-32 0,-24-35-24 0</inkml:trace>
  <inkml:trace contextRef="#ctx0" brushRef="#br0">21268 4011 8 0,'0'0'0'0,"-24"-58"29"0,36 34-26 0,84 1-1 0,35 46 8 0,-24 49 0 0,-84 11 1 0,-59-1 4 0,-82-21-11 0,23-14-5 0,70-47-49 0,25 0 22 0</inkml:trace>
  <inkml:trace contextRef="#ctx0" brushRef="#br0">21756 3620 94 0,'-23'-36'3'0,"10"36"-2"0,38 71 17 0,10 96 2 0,13 35-12 0,0-23-6 0,-13-48-8 0,-24-36-48 0,-22-59-14 0</inkml:trace>
  <inkml:trace contextRef="#ctx0" brushRef="#br0">22078 3630 58 0,'0'-10'15'0,"0"33"3"0,23 61 13 0,2 24-10 0,10-26-14 0,1-22-4 0,-23-47 7 0,-2-74-7 0,48-22-4 0,-23 72 1 0,12 82 0 0,-2-12 0 0,15-23-12 0,-13-36-61 0,-36-24 13 0</inkml:trace>
  <inkml:trace contextRef="#ctx0" brushRef="#br0">22531 3358 65 0,'0'0'0'0,"11"-25"36"0,97 133-22 0,35 71 4 0,-72-25-14 0,-83-22 0 0,-83-37-35 0,-1-35-60 0</inkml:trace>
  <inkml:trace contextRef="#ctx0" brushRef="#br0">23221 3417 89 0,'0'0'0'0,"-12"-24"6"0,48 85 3 0,13 21 17 0,-38 25-13 0,1-36-8 0,-1-46-2 0,-22-37 4 0,-12-85-3 0,-2-56-2 0,1-14-2 0,24 24 0 0,24 95-1 0,1 36-1 0,21 60 2 0,-35 36 0 0,-22-13 2 0,-48-23-2 0,-25 11-44 0,61-35-55 0</inkml:trace>
  <inkml:trace contextRef="#ctx0" brushRef="#br0">23626 3036 61 0,'0'-13'7'0,"-24"-10"20"0,12 71-5 0,24 95-3 0,12 24-13 0,36-25-5 0,35-58-16 0,-1-59-64 0,-81-25 46 0</inkml:trace>
  <inkml:trace contextRef="#ctx0" brushRef="#br0">23875 3012 30 0,'0'0'5'0,"13"-23"7"0,-13 46 14 0,0 84 14 0,-13 36-24 0,13-47-7 0,0-84-2 0,25-49 1 0,35-47-8 0,-25 50-1 0,-12 81-1 0,2 37 2 0,11-37-14 0,11-47-35 0,-23-60-15 0,-24 37 45 0</inkml:trace>
  <inkml:trace contextRef="#ctx0" brushRef="#br0">24114 2858 47 0,'12'-61'14'0,"72"74"-3"0,47 95 11 0,-48 47-4 0,-83 0-12 0,-95-50-3 0,-12-45-57 0,71-49 12 0</inkml:trace>
  <inkml:trace contextRef="#ctx0" brushRef="#br0">21090 5215 48 0,'-96'48'4'0,"37"-2"2"0,59-21 11 0,95-50-5 0,96-93-6 0,178-72-3 0,142-48 4 0,109 22-7 0,-1 15-4 0,-84 21 1 0,-165 38 6 0,-180 58 9 0,-141 37-5 0,-26 23-6 0,-23 1-24 0,0 35-50 0,-12-1 53 0</inkml:trace>
  <inkml:trace contextRef="#ctx0" brushRef="#br0">22376 5049 77 0,'-12'-13'12'0,"12"73"-1"0,36 48 4 0,-1 22-10 0,-11-47-4 0,-12-47-21 0,-12-59-51 0,0 10 46 0</inkml:trace>
  <inkml:trace contextRef="#ctx0" brushRef="#br0">22340 5036 34 0,'-12'-35'17'0,"0"-1"-6"0,96 24-3 0,35 71 11 0,0 37-6 0,-84-13-7 0,-142-11-2 0,-36-49-6 0,60-46-39 0,83 11-24 0</inkml:trace>
  <inkml:trace contextRef="#ctx0" brushRef="#br0">23042 4798 42 0,'-59'12'29'0,"-72"106"13"0,60 37-25 0,71-11-14 0,71-12-1 0,36-74-13 0,0-45-59 0,-83-13 24 0</inkml:trace>
  <inkml:trace contextRef="#ctx0" brushRef="#br0">23138 4905 50 0,'11'-35'16'0,"14"35"0"0,-2 71 8 0,1 48-10 0,-12-12-10 0,0-23-6 0,-12-60-27 0,0-24-55 0</inkml:trace>
  <inkml:trace contextRef="#ctx0" brushRef="#br0">23102 4894 39 0,'0'-37'3'0,"36"14"-2"0,83 23 13 0,11 71 4 0,-23 13-7 0,-82-1 2 0,-120-11-2 0,-35-1-9 0,45-11-8 0,50-37-61 0,35-23 30 0</inkml:trace>
  <inkml:trace contextRef="#ctx0" brushRef="#br0">23530 4727 32 0,'25'-72'7'0,"46"25"1"0,35 82 13 0,-9 108 4 0,-62 49-14 0,-60-26-2 0,-57-59 1 0,11-49-7 0,35-58-31 0,25-34-64 0</inkml:trace>
  <inkml:trace contextRef="#ctx0" brushRef="#br0">21780 6287 27 0,'-24'-36'13'0,"24"0"16"0,60 24 4 0,12 48-6 0,35 35-15 0,-24-23-4 0,0-48 2 0,0-95-4 0,1-97-8 0,34-116-101 0,-82 235 57 0</inkml:trace>
  <inkml:trace contextRef="#ctx0" brushRef="#br0">23221 2692 34 0,'-24'0'7'0,"1"11"0"0,23-11 9 0,0-11 4 0,11 11 4 0,25 11 0 0,-12 24-10 0,-12 24-6 0,0-22 1 0,0-24 0 0,24-74-1 0,71-58-5 0,71-71-3 0,13 11-2 0,-109 108 5 0,-57 47-1 0,-25 11 0 0,0 13-2 0,0 0 1 0,0 13-15 0,0-1-59 0,24-12-16 0</inkml:trace>
  <inkml:trace contextRef="#ctx0" brushRef="#br0">17732 4928 25 0,'0'0'0'0,"-36"-11"9"0,24-1-4 0,12 1 2 0,0-1 0 0,12 0 4 0,-12 12-5 0,12 0 3 0,1 12-2 0,-2 23 0 0,12 13-3 0,-11-1 0 0,12-10-3 0,-12 10 0 0,12-23 1 0,0-11 0 0,0-13 1 0,11-25 0 0,37-59-1 0,35-23-3 0,36-37 0 0,-1 39 2 0,-10 21-1 0,-37 36 1 0,-24 1 2 0,1 11-1 0,-26 12-1 0,-21 24-1 0,-25 0 2 0,0 0 6 0,0 0-7 0,0-12 1 0,11 12-1 0,-11-12-1 0,0 12 0 0,13 0 0 0,-13 0 0 0,0 0 0 0,0 0-38 0,12 12-43 0</inkml:trace>
  <inkml:trace contextRef="#ctx0" brushRef="#br0">13719 8049 0 0,'-12'0'4'0,"0"-23"1"0,12 10 7 0,-12 13 11 0,24-12-22 0,12 0 1 0,-13-12 1 0,0 12 3 0,-11 12-2 0,0-11 1 0,13 11 0 0,-13-12-2 0,12 12 1 0,-12 0-1 0,11 0 0 0,-11 0-1 0,13 0 1 0,10 12-1 0,-10-1 2 0,-1 12-1 0,11 2 0 0,-11 11-1 0,12-1-1 0,-12-10 0 0,1-2-1 0,-2 1 1 0,-11-24 0 0,12 12 0 0,-1-12-1 0,-11 0 3 0,13-12-2 0,-1 12 0 0,11-24-2 0,-12 12 2 0,26-36 0 0,11-11 0 0,10-24-1 0,3-14 1 0,10 26-1 0,-11 12 0 0,-1 24 3 0,-11-1-1 0,-12 11-1 0,-24 14 1 0,-12 11-1 0,11 0 7 0,-11-12-7 0,0 12-14 0,0 0-94 0</inkml:trace>
</inkml:ink>
</file>

<file path=ppt/ink/ink7.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1084 6751 0 0,'0'0'0'0,"-12"-36"0"0,24 24 0 0,24 12 0 0,23-12 0 0,0 24 0 0,14-12 0 0,22 12 0 0,12-12 0 0,48-24 0 0,11 11 0 0,37 3 0 0,-1 10 0 0,36-11 0 0,12-14 0 0,48 0 1 0,11 2-1 0,13-1 0 0,0 12 0 0,-2 0 0 0,15 1 0 0,-3-1 0 0,3 1 0 0,-14-2 2 0,-23 1 5 0,23 0-2 0,37-1-1 0,-61 13 1 0,0 0 4 0,-11 0 0 0,-23 13 0 0,0-1 1 0,-63 0 1 0,15 1-5 0,-24-13-2 0,-37 0-1 0,-46-25 0 0,-37 13-3 0,1 36-3 0,-24-11-61 0</inkml:trace>
  <inkml:trace contextRef="#ctx0" brushRef="#br0">12039 6822 74 0,'0'-12'5'0,"0"12"-3"0,48 12-2 0,24 12 0 0,-1-12 4 0,24 0 8 0,60-36-2 0,58-12-1 0,62 1-3 0,23-12-2 0,24-3 1 0,35 16-2 0,-1 10 0 0,14 0 0 0,-1 12-2 0,1 1 0 0,-14 11 1 0,14 0 0 0,-50 0 0 0,133 11-5 0,-47-11 2 0,-13 12 0 0,-12-1 1 0,-36 14-2 0,-23-25 4 0,-13 25-5 0,-11-14 4 0,12-1-2 0,-25 3 2 0,-24-1-1 0,-46-12 1 0,-24 0-4 0,-37 0 4 0,-22 0 0 0,-13 0 7 0,-35 0 0 0,-38-12-2 0,-21 12 0 0,-14-13 1 0,-11 3-4 0,13 10-18 0,10 0-118 0</inkml:trace>
  <inkml:trace contextRef="#ctx0" brushRef="#br0">8692 13299 72 0,'0'-23'7'0,"0"-14"9"0,-11 26 6 0,11 22-2 0,11 49 4 0,14 47-12 0,-14 2-6 0,2 9-2 0,-13-47-1 0,0-59 0 0,0-24 3 0,-24-72-3 0,-12-34-1 0,1 34-1 0,-1-24 0 0,24-22 2 0,24 23-1 0,35 59-2 0,24 36-2 0,13 60 1 0,-24 36-2 0,-48-13 4 0,-72 0-2 0,-47-11 2 0,47-24-22 0,37-48-86 0,23 1 62 0</inkml:trace>
  <inkml:trace contextRef="#ctx0" brushRef="#br0">9454 12895 98 0,'25'-71'5'0,"-37"11"12"0,-11 36 17 0,-37 83-10 0,-11 71-11 0,-1 50-8 0,60-2-5 0,35-34 1 0,61-49 0 0,47-48-3 0,-23-34-53 0,-37-38-51 0</inkml:trace>
  <inkml:trace contextRef="#ctx0" brushRef="#br0">9932 12858 96 0,'0'0'0'0,"-12"-23"7"0,0 35 28 0,0 83 0 0,12 24-22 0,24-12-10 0,12-36 0 0,-24-46-2 0,-2-37 6 0,3-48-3 0,-1 2-3 0,24 8 0 0,-12 27 0 0,12 35-4 0,-1 36 3 0,1 11-1 0,-24 0 2 0,-12-22-4 0,0-3 2 0,11-21-43 0,2-13-97 0</inkml:trace>
  <inkml:trace contextRef="#ctx0" brushRef="#br0">10742 12383 65 0,'-12'-24'12'0,"12"0"-2"0,0 0 4 0,12 12-8 0,-1 35 13 0,-11 73 11 0,0 71-13 0,12 59-5 0,-1-24-7 0,2-47 0 0,-1-59-3 0,-12-50 2 0,0-21-2 0,0-25-2 0,0-25-30 0,0-33-60 0,0 45 42 0</inkml:trace>
  <inkml:trace contextRef="#ctx0" brushRef="#br0">11111 12680 67 0,'12'-36'16'0,"-12"13"4"0,0 23 11 0,0 48 3 0,-12 70-17 0,-1-10-11 0,13-1-4 0,0-48-1 0,13-23-16 0,-13-24-61 0,0-37 10 0</inkml:trace>
  <inkml:trace contextRef="#ctx0" brushRef="#br0">11028 12621 65 0,'23'-48'14'0,"37"12"15"0,-13 36-15 0,25 61 11 0,-2 57-6 0,-9 24-11 0,-26-21 1 0,-24-39-2 0,-69-22 1 0,-25-36-3 0,-25-1-8 0,12-11-59 0,62 0-36 0</inkml:trace>
  <inkml:trace contextRef="#ctx0" brushRef="#br0">10468 13465 3 0,'0'0'3'0,"-12"-11"29"0,12-1-8 0,0-12-15 0,12 0 5 0,-12 13-1 0,0 11-3 0,-12 11 13 0,12 26-3 0,0-3-6 0,12 3-6 0,0-13-1 0,-1-14-3 0,0-10-2 0,14-10-7 0,-1-14-54 0,-12-13-33 0</inkml:trace>
  <inkml:trace contextRef="#ctx0" brushRef="#br0">10444 13134 115 0,'0'-13'11'0,"-24"1"-1"0,24 12-11 0,36 12-110 0</inkml:trace>
  <inkml:trace contextRef="#ctx0" brushRef="#br0">11492 12228 82 0,'0'-24'11'0,"0"0"7"0,35 0 16 0,1 24-10 0,12 0-15 0,11 61-8 0,1 33 1 0,11 49-1 0,-12 59 2 0,-23 13-3 0,-47-49 1 0,-61-48 3 0,1-45 3 0,23-37-3 0,12-24 3 0,13-12-5 0,10-12 0 0,13 0-1 0,0 12-4 0,-11 0-21 0,11 0-120 0</inkml:trace>
  <inkml:trace contextRef="#ctx0" brushRef="#br0">12159 9324 42 0,'-72'-13'22'0,"48"13"0"0,-23 0 12 0,23 0-23 0,35 0-7 0,61 0-2 0,95 0 1 0,131-12 2 0,59 12 1 0,-1 12-6 0,-93 12 3 0,-96-24 1 0,-109-11 4 0,-45-2-1 0,-1 1-4 0,-37 12-22 0,-57 0-110 0</inkml:trace>
  <inkml:trace contextRef="#ctx0" brushRef="#br0">11967 9513 79 0,'0'-13'2'0,"-36"13"1"0,25-11 21 0,22-1-9 0,2 12-1 0,46-11-5 0,61-1-3 0,82-13-1 0,84 14-1 0,59-1 0 0,13 24-2 0,-84-1 1 0,-121-11 0 0,-92-11 1 0,-37-12 0 0,-1 10-3 0,-11-11-8 0,-60 24-48 0,-11 0-49 0</inkml:trace>
  <inkml:trace contextRef="#ctx0" brushRef="#br0">12348 9358 57 0,'-11'0'3'0,"-60"0"29"0,71 0-25 0,36 0 0 0,59 0-1 0,83-13 0 0,96 13-1 0,60 0-1 0,-37 13-2 0,-82-1 2 0,-108-12 6 0,-83 0 6 0,-12 0-5 0,11-12-7 0,-23-1-1 0,0 13 0 0,0 0-12 0,0 13-117 0</inkml:trace>
  <inkml:trace contextRef="#ctx0" brushRef="#br0">6800 9513 27 0,'0'0'7'0,"0"12"21"0,0-12-2 0,0 0-17 0,11-12 10 0,2 12-16 0,10 0 3 0,-10 0 0 0,22 0 0 0,13 0 0 0,23-13 1 0,-11 2-1 0,22-1 0 0,3 12-4 0,-14 0 0 0,24 0-2 0,1-11 2 0,23-1 1 0,11 0-1 0,-23 12 1 0,-11 0 0 0,-13-13 0 0,13 2 0 0,-26-1-3 0,-21 1 2 0,-26 11-1 0,13 0 3 0,-24 0-1 0,13-13-1 0,-14 13 0 0,12-12-1 0,-23 12 0 0,0-12-3 0,0 24-146 0</inkml:trace>
  <inkml:trace contextRef="#ctx0" brushRef="#br0">7038 9632 53 0,'0'0'29'0,"-12"-11"-20"0,12 11 16 0,-12-13-11 0,12 13-4 0,12 0-2 0,0-12-2 0,24 0-1 0,10 1 0 0,3-1-1 0,11 1-2 0,10-2-1 0,-9 13-1 0,10 0 1 0,1-12 1 0,11 12-1 0,0 0 0 0,13-12-1 0,-25 12 1 0,-12-13 0 0,13 13 1 0,-1-11-3 0,13 11 2 0,-25-12-3 0,-11 12 3 0,-1 0-1 0,-11 0 1 0,1 0-1 0,-3-11 1 0,-21 11 0 0,-1 0-1 0,-1 0 0 0,-11 0 1 0,12 0-1 0,-12 0 0 0,0 0 0 0,12 0 0 0,-12 11 0 0,0-11 1 0,0 0-1 0,-12 0 0 0,12 0 0 0,0 0 0 0,0 0 1 0,0 0 1 0,0 0-2 0,0 0 0 0,0-11 0 0,-12 11 1 0,12 0-1 0,0 0 1 0,0-12-1 0,0 12 0 0,0 0 0 0,0 0 0 0,0 0 0 0,0 0 0 0,0 0 0 0,-11 0 0 0,11 0 0 0,0 0 0 0,0-12 1 0,0-1-1 0,-12 13 0 0,12-11-1 0,0-1 0 0,0 12-1 0,0-11 0 0,0 11-16 0,0 0 18 0,0 0 0 0,0 0 0 0,-13 0 0 0,13 0-1 0,0 0 1 0,0 0 0 0,0 0 1 0,-11 0 1 0,11 0-2 0,0-13 0 0,-12 13 0 0,12 0 0 0,0 13-1 0,0-13 2 0,0 0-2 0,12 0 2 0,-12 0-1 0,0 0 0 0,0 11 2 0,0-11-2 0,0 0 1 0,0 0-1 0,11 0 0 0,-11 12-10 0,13-12-35 0,-13 0-28 0</inkml:trace>
  <inkml:trace contextRef="#ctx0" brushRef="#br0">10110 10144 31 0,'0'-12'40'0,"-11"12"-21"0,11-12-13 0,24 12-4 0,23-13 0 0,72 3 2 0,36-1-2 0,35 11-2 0,-11-13 0 0,-48 1 1 0,-71 0-1 0,-36 12-11 0,-37 12-63 0</inkml:trace>
  <inkml:trace contextRef="#ctx0" brushRef="#br0">10182 10287 60 0,'-36'-12'11'0,"24"12"-8"0,48 0 9 0,47-13-9 0,23 2 2 0,37-12 0 0,1 11-4 0,-37 12 0 0,-59 0 1 0,-12 0 1 0,-24 0 0 0,0 0-2 0,0 0 0 0,-2 0 0 0,15-12 1 0,-1-1 0 0,-12 13-1 0,-1-11 1 0,-11 11 0 0,13 0 2 0,-13 0-3 0,12 11-1 0,-12-11 0 0,0 0 0 0,0 0 2 0,0 0-1 0,11 0 0 0,-11 0-2 0,0 0 2 0,0 0-1 0,0 13 0 0,0-13 2 0,0 0-2 0,0 0 0 0,0 0 0 0,0 12 0 0,0-12 1 0,0 0-1 0,0 0 0 0,13 12 0 0,-13-12 0 0,0 11 0 0,0-11 0 0,0 0 0 0,0 0 3 0,11 0-3 0,-11 0 0 0,0 0-38 0</inkml:trace>
  <inkml:trace contextRef="#ctx0" brushRef="#br0">15099 9287 28 0,'0'0'20'0,"-11"0"-13"0,-1 0 14 0,-12 0-9 0,-1-13-3 0,25 13-4 0,25 0 3 0,47-11-7 0,71-12 1 0,59-2 0 0,48 2 0 0,-37 23 0 0,-34 0 0 0,-47 0 2 0,-37 0 2 0,-35-12-3 0,-12 12-2 0,-38 0 0 0,-10 0 0 0,0 12-21 0,-34-1-62 0</inkml:trace>
  <inkml:trace contextRef="#ctx0" brushRef="#br0">15529 9299 29 0,'-60'0'9'0,"1"12"3"0,23-12-12 0,-12 0 12 0,12 13-7 0,1-2 9 0,22-11-7 0,2 0 2 0,22 0 3 0,25-11-10 0,0-14-1 0,37 13 0 0,33-1-1 0,24 2 0 0,26-1 3 0,10 1-1 0,0 11 0 0,-21-13-2 0,-15 13 0 0,-24-12 1 0,-10 12 1 0,-36 0-1 0,-12 0 0 0,-13 0 1 0,1 0-1 0,0 0 1 0,-23 12-2 0,-13-12 1 0,11 0 1 0,-11 0-2 0,0 0 0 0,0 0 0 0,0-12 1 0,10 12-1 0,-10 0 0 0,-10 0 4 0,10 0-2 0,0 0-2 0,0 0 1 0,0 0-1 0,-11 0 2 0,11 0-1 0,0 0 0 0,0 0 0 0,0 0-1 0,0 0 0 0,-13 0 0 0,13 0 0 0,0 0 0 0,0 0 1 0,0 12-1 0,0-12 0 0,-12 0 1 0,12 0-1 0,0 0 0 0,0 0 1 0,-12 0-1 0,12 0 0 0,0 0 0 0,0 13 0 0,0-13 0 0,-12 0 0 0,12 0 0 0,0 0 0 0,0 11 1 0,0-11-2 0,0 0 2 0,0 0 0 0,-12 0 0 0,12 0-1 0,0-11 0 0,0 11 1 0,0 0-1 0,0 0-1 0,-12 0 1 0,12 0 0 0,0 0 0 0,0 0 0 0,-12 0 1 0,12 0-1 0,-12 0 0 0,12 0-1 0,0 0 2 0,0 0-2 0,0 0 2 0,0 0 0 0,0-13-1 0,0 13 0 0,0 0 0 0,0 0-1 0,0 0 2 0,0 0-1 0,0 13 0 0,0-13 0 0,0 0 0 0,0 0 0 0,0 0 0 0,0 0 1 0,0 0-1 0,0 0 0 0,-12 0 0 0,12 0 0 0,0-13 0 0,0 13 0 0,0 0 0 0,0 0 0 0,0-12 0 0,0 12 0 0,0 0 1 0,0 0-1 0,0 12-8 0,0-12-20 0,0-12-60 0</inkml:trace>
  <inkml:trace contextRef="#ctx0" brushRef="#br0">16053 9751 45 0,'0'0'15'0,"-12"-12"1"0,12 24 1 0,-12 47 4 0,-13 12-9 0,25-34-5 0,13-37 1 0,-13-12-1 0,-13-47-5 0,13-12 0 0,25 11-1 0,-1 24-1 0,-2 24 0 0,3 12-1 0,-1 24 0 0,-1 10 2 0,-10-21 0 0,-13-13 2 0,0-23 0 0,35-38-1 0,1 27-1 0,0 21-3 0,-24 37 0 0,-12 24 2 0,11-12 1 0,2-1-1 0,-1-10-47 0,-12-14-28 0</inkml:trace>
  <inkml:trace contextRef="#ctx0" brushRef="#br0">15719 9442 76 0,'-12'0'11'0,"0"35"-2"0,0 25 12 0,-12-1-12 0,24-34-2 0,13-14 1 0,-2-47-4 0,25-10-3 0,0 21 0 0,0 50-4 0,-13 33 3 0,25-22-2 0,0-12-40 0,-36-24-16 0</inkml:trace>
  <inkml:trace contextRef="#ctx0" brushRef="#br0">16624 9608 37 0,'-12'0'40'0,"1"0"-25"0,-2 24 1 0,13 36-2 0,13-13-5 0,10-10-5 0,-23-37 2 0,0-13-2 0,-12-45-1 0,12 8-2 0,12-9-1 0,12 36 0 0,-1 0 1 0,13 10-1 0,-24 13-3 0,-12 71 1 0,12 1 3 0,12-1 1 0,0-35-13 0,-36-24-87 0</inkml:trace>
  <inkml:trace contextRef="#ctx0" brushRef="#br0">16588 9716 80 0,'0'0'8'0,"72"-11"-6"0,47-14 0 0,0-11 3 0,-24 13 8 0,-59-2 2 0,-24 2 3 0,-24 34-15 0,-1 37 2 0,13-12-2 0,13-12-1 0,-1 0 1 0,-12-24 2 0,0-36-2 0,0-23-1 0,0-12-1 0,24-2 0 0,11 38-1 0,13 22-1 0,-1 38-1 0,-22 21 0 0,-50-21 3 0,-58 0 0 0,-49-14-10 0,50 12-102 0</inkml:trace>
  <inkml:trace contextRef="#ctx0" brushRef="#br0">12075 9513 33 0,'0'-13'43'0,"0"13"-41"0,24 0-5 0,48 0 6 0,59-11 7 0,47-1-1 0,48 1-4 0,24-1-3 0,-11 12-3 0,-72-12 6 0,-61 12 3 0,-46 0-4 0,-36 0-2 0,-12-13-1 0,-36 26-40 0,12-1-13 0</inkml:trace>
  <inkml:trace contextRef="#ctx0" brushRef="#br0">11860 9477 43 0,'-11'0'12'0,"-25"-11"1"0,24-1-3 0,48 0-3 0,12-1-1 0,34 13-4 0,38-11 1 0,59-1 2 0,23 1-1 0,13 11-2 0,-13-13 0 0,-11 13 0 0,-50-12 0 0,-20 12 2 0,-38 0-3 0,-24 0 0 0,1 0 3 0,-36 0-2 0,10 0 0 0,-21-12 1 0,-13 12 3 0,0 0-3 0,12-13-2 0,-12 26-16 0,0-1-69 0</inkml:trace>
  <inkml:trace contextRef="#ctx0" brushRef="#br0">12194 9977 23 0,'0'0'0'0,"0"-23"41"0,24-13-23 0,-12 12-7 0,-12 11-3 0,0 13-5 0,12 25 3 0,-12 46 2 0,0-12-2 0,0-9-4 0,0-29 1 0,0-21 2 0,12-21-2 0,12-4-2 0,0 13-3 0,-14 12 2 0,26 37-1 0,36-26 2 0,-24-35 1 0,0-36-1 0,-37 12 2 0,-22 25 0 0,-14 23-8 0,25 12-91 0</inkml:trace>
  <inkml:trace contextRef="#ctx0" brushRef="#br0">12706 10073 73 0,'-13'-12'14'0,"26"0"-13"0,35-12 0 0,0 12-1 0,-14-12 0 0,-21-11 1 0,-26-1-1 0,-9 24 3 0,-2 0 4 0,-1 24-5 0,2 24 1 0,10 24 2 0,26-13-3 0,35-23 2 0,11-24-2 0,13-12-1 0,-13-24-1 0,-11 0 0 0,-12 1-1 0,-13 12 1 0,-23 10 1 0,12 26 2 0,-12 33-2 0,11 2 0 0,-11-12-24 0,-23-11-58 0</inkml:trace>
  <inkml:trace contextRef="#ctx0" brushRef="#br0">13123 9739 59 0,'-36'-23'39'0,"48"23"-104"0</inkml:trace>
  <inkml:trace contextRef="#ctx0" brushRef="#br0">13445 9942 28 0,'-24'-36'26'0,"12"0"-8"0,-1 13-11 0,13 11-3 0,-11 12-2 0,-12 0 0 0,-1 12 1 0,-12 11-1 0,12 13-1 0,-1 0-1 0,2-1 1 0,10-10 0 0,13-14-1 0,25-11 2 0,11 0-2 0,11-24 1 0,1 0-1 0,-12 13 0 0,-13 22 1 0,-10 60 4 0,-13 13 5 0,-13-13 3 0,-23-34-3 0,2-26-5 0,-3-11-14 0,26-48-90 0</inkml:trace>
  <inkml:trace contextRef="#ctx0" brushRef="#br0">13577 9644 68 0,'11'-36'8'0,"-1"24"1"0,3 60 23 0,-13 71-13 0,0-12-11 0,23-35-1 0,-10-60-2 0,10-35 4 0,26-38-7 0,9 38-2 0,-22 46-1 0,-11 38 0 0,-14-15-1 0,-11-21-34 0,0-25-15 0,0-13 11 0</inkml:trace>
  <inkml:trace contextRef="#ctx0" brushRef="#br0">13945 9500 93 0,'0'-11'2'0,"0"-1"1"0,24 72 28 0,-12 58-14 0,22 14-11 0,27-38-4 0,-25-33 3 0,-1-49-22 0,-11-24-83 0</inkml:trace>
  <inkml:trace contextRef="#ctx0" brushRef="#br0">13956 9716 79 0,'-23'-36'25'0,"35"36"-21"0,143-25-3 0,-1 38-21 0,-94-13-38 0</inkml:trace>
  <inkml:trace contextRef="#ctx0" brushRef="#br0">12266 10549 81 0,'0'0'0'0,"-107"0"10"0,83 0-4 0,37 0-1 0,129-36-3 0,131-35 6 0,144 12 5 0,35 11-11 0,-94 12 4 0,-167 24 3 0,-132-13-2 0,-47 2-3 0,-24 23-38 0,-83 36-55 0</inkml:trace>
  <inkml:trace contextRef="#ctx0" brushRef="#br0">12491 10585 45 0,'-59'0'32'0,"-25"12"-31"0,84-12 4 0,84-12-1 0,107-24 7 0,119-12 8 0,23 25-9 0,-83 12-3 0,-132 11-2 0,-105-13 1 0,-72-24-126 0</inkml:trace>
  <inkml:trace contextRef="#ctx0" brushRef="#br0">13457 8334 66 0,'0'0'8'0,"0"0"-9"0,0 0 5 0,0 0 1 0,0 0 4 0,0 0 1 0,0-11-7 0,0 11-2 0,0 0 0 0,-12 0 3 0,12 0 2 0,0 0-4 0,0-12 0 0,-13 0 3 0,13 12-2 0,0-13-1 0,0 2-1 0,-11-1 2 0,11-12 3 0,-12 12 0 0,-1 0-4 0,13-1 0 0,0 3-1 0,-11-14-1 0,-1 0 2 0,-12 0 2 0,13 12-2 0,-13-12-1 0,-1 12 0 0,14-11 0 0,-14 11-1 0,2-12 0 0,-12 12 1 0,-1-13-1 0,0 14 1 0,0-1-1 0,-11 1 1 0,24-1-1 0,-14 12 2 0,1 0-2 0,0-12 0 0,0 24 0 0,13-12 0 0,-12 12 0 0,-1-1 0 0,12 1 0 0,-12-1 0 0,1 2-1 0,11 11 1 0,0 0 0 0,0 11-1 0,0 1 1 0,0 0-1 0,13-12 1 0,-1 0 0 0,12-14 0 0,-13-10 0 0,13 0 1 0,-11 0 0 0,-1-10 0 0,-1-1 0 0,13-26-1 0,-11 13 1 0,11 1-1 0,0-2 1 0,0 2-1 0,-12 0 0 0,12 23 0 0,0-13 0 0,0 13 0 0,0 13-1 0,-11 21 2 0,11 3 0 0,0-3 0 0,0-9 0 0,11 0 0 0,-11-4 0 0,12-21 2 0,-12 0 0 0,24 0-2 0,-1-10 0 0,25-1-2 0,12-2 2 0,-2 13-1 0,-22-12 0 0,-36 12 0 0,0 0 1 0,13 12-2 0,-13-12-8 0,12 0-45 0,-1 13-41 0</inkml:trace>
  <inkml:trace contextRef="#ctx0" brushRef="#br0">6979 9739 43 0,'-36'-13'40'0,"0"3"-21"0,0 10-6 0,25 0 1 0,-2 0-1 0,13 0-4 0,13 0-6 0,58-24 0 0,48 0 4 0,60-12-3 0,36 12-3 0,-2 12 3 0,-34-11 1 0,-72 11 0 0,-25 12-1 0,-21-11 0 0,-13-2-1 0,-14 1-3 0,-21 0 2 0,-13 12-16 0,12 12-62 0,-12-12-7 0</inkml:trace>
  <inkml:trace contextRef="#ctx0" brushRef="#br0">6871 9787 86 0,'0'0'9'0,"-35"-11"-5"0,23 11 14 0,12 0-6 0,36-13-10 0,35-11 8 0,48-10 1 0,36-3-5 0,35 13-7 0,-107 12 2 0,13 1 0 0,71-2 0 0,-24 1 1 0,-23 0 5 0,-27 1-5 0,-33 11 0 0,-13 0 1 0,-11 0 0 0,-23 0 1 0,-1-12-1 0,-1 12-1 0,-11 0-1 0,0 0 3 0,12 0-3 0,0-11-2 0,24-2-38 0,0 13-58 0</inkml:trace>
</inkml:ink>
</file>

<file path=ppt/ink/ink8.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1798 7821 24 0,'0'0'8'0,"-23"-10"4"0,23 10-3 0,0-11-7 0,0-14 5 0,0 13 6 0,-13-1-10 0,2 13-1 0,-1 0 0 0,-1 0 6 0,13 0 7 0,0 0-3 0,13-11-10 0,35-1 0 0,36 1 2 0,46-14 1 0,37 2 0 0,23 11-5 0,1 1 1 0,-25-2 0 0,-11 13 1 0,-36 0-1 0,-60 0 1 0,-34 0 2 0,-25 0 4 0,0 0-3 0,12 0-4 0,0 24-9 0,10 23-93 0</inkml:trace>
  <inkml:trace contextRef="#ctx0" brushRef="#br0">4121 7834 17 0,'0'0'4'0,"-12"-13"6"0,-1 13 33 0,2-10-17 0,-1-1-12 0,12 11-13 0,12 0 0 0,47 11 3 0,61-11 2 0,11-11-3 0,-13 11 1 0,-34-13-1 0,-48 1 0 0,-13 12 1 0,-23 0 4 0,0-12 0 0,0-1-6 0,12 38-12 0,-12 21-112 0</inkml:trace>
  <inkml:trace contextRef="#ctx0" brushRef="#br0">9027 7834 27 0,'0'0'13'0,"0"-13"7"0,0 13-7 0,12 0-6 0,12 13-2 0,22-13 2 0,26-13-2 0,48 3-1 0,33-1-1 0,3-2 0 0,35 26-1 0,-14-13 0 0,27 11-1 0,-2-11 0 0,-12 0-2 0,-11 0 1 0,-24 0 2 0,107 0 1 0,-166 0-4 0,-37 0 1 0,-23 0 1 0,-12 0 7 0,-13 0-5 0,13 0-2 0,-24-11 8 0,0 11-6 0,0 0-3 0,0 0 0 0,23 11-30 0,-23-11-28 0</inkml:trace>
  <inkml:trace contextRef="#ctx0" brushRef="#br0">1703 9513 17 0,'0'0'0'0,"-35"-13"26"0,-14-10-2 0,26 0 3 0,10-2-9 0,26 25-16 0,70-11-1 0,96-1 1 0,83-24 0 0,24 1-2 0,-36 24 3 0,-36-2-1 0,-83 13-2 0,-47 0 2 0,-72 0-1 0,-24 0-28 0,-12 0-42 0</inkml:trace>
  <inkml:trace contextRef="#ctx0" brushRef="#br0">1739 9466 32 0,'-13'0'15'0,"-23"0"-7"0,36 11 15 0,72-22-10 0,96-13-8 0,94-23-3 0,34 10-2 0,-33 3 3 0,-84 34 1 0,-61 0 0 0,-47 0 2 0,-35-13 6 0,0 1-6 0,-11 0-4 0,-14-1-2 0,-11 26-2 0,12 24-108 0</inkml:trace>
  <inkml:trace contextRef="#ctx0" brushRef="#br0">6133 9489 9 0,'-24'-12'24'0,"0"12"-22"0,-12 0 0 0,13-11 22 0,23 11 6 0,-13-12-23 0,13 12-5 0,13 12-1 0,46-12 1 0,13 11 0 0,58-11 0 0,38 12 0 0,58-12 0 0,11-12-1 0,1 12 0 0,-23 0-1 0,-24 0 2 0,-48 0 1 0,-36 0 0 0,-60 0 0 0,-22 0-2 0,-25 0 2 0,0 23-88 0</inkml:trace>
  <inkml:trace contextRef="#ctx0" brushRef="#br0">9218 9550 25 0,'-25'0'29'0,"-10"0"-22"0,35-13 16 0,12 1-19 0,36 0-1 0,-48 12-4 0,178-24 4 0,12 12-3 0,61 12-2 0,11 0 2 0,-12 0 0 0,-36 12 0 0,131-12 0 0,-214 0 3 0,-24-23-1 0,-35 11 1 0,-36 0-1 0,-1 12-1 0,1 0-1 0,-25 0 2 0,2 0 14 0,-13-13-8 0,-13 2-6 0,-46 11-42 0,48 0-14 0</inkml:trace>
  <inkml:trace contextRef="#ctx0" brushRef="#br0">5883 11287 39 0,'0'0'0'0,"-36"-24"33"0,12 11-27 0,13 13-6 0,11 0 3 0,35 0 4 0,72-10-3 0,60-1-1 0,48-2-3 0,22 13 1 0,-10 13 0 0,-1 8-2 0,-47-8 0 0,-49-1 0 0,-46-12 1 0,-48-25 5 0,-24 25-1 0,-12 13-24 0,0-13-33 0</inkml:trace>
  <inkml:trace contextRef="#ctx0" brushRef="#br0">9218 11275 23 0,'0'0'0'0,"-60"0"11"0,24 0 14 0,23-12-3 0,13-1-14 0,0 13-7 0,25 0 1 0,46 13-2 0,37-13 0 0,82 0 0 0,24 0 0 0,1 12-2 0,10 0 3 0,2-12 0 0,-12 13-3 0,-38-13 1 0,-34 0 1 0,0-13 0 0,-59 13 0 0,-36 0 0 0,-24 0 1 0,-12 0-1 0,12 0 1 0,-1 0-2 0,-23 0 1 0,12 0 1 0,-12 0-2 0,0 0 2 0,0 13 0 0,11-13-2 0,2 0 0 0,-13 0-4 0,0 11-56 0</inkml:trace>
  <inkml:trace contextRef="#ctx0" brushRef="#br0">14743 9418 87 0,'-36'48'4'0,"24"11"10"0,12 12-3 0,23-23-4 0,-10 0-3 0,-1-14 1 0,-24-21 3 0,12-1 1 0,-13-24-3 0,2-11-3 0,-1-13-1 0,-1 0-1 0,13-12 1 0,0-23-1 0,-11-12 0 0,11-1 1 0,11-34-1 0,14-3 0 0,11 39 0 0,-13 34-1 0,1 23 1 0,13 25-2 0,22 13 2 0,0 35-1 0,-35 23 0 0,-12-11 0 0,-48-13 4 0,-48 13 0 0,-34-12-3 0,34-1-13 0,60-10-59 0,24-37 9 0</inkml:trace>
  <inkml:trace contextRef="#ctx0" brushRef="#br0">15648 8751 85 0,'0'-36'4'0,"0"36"-1"0,11-23 6 0,-11 23 11 0,-59 59-1 0,-60 108-2 0,0 71-10 0,59 1-5 0,96-50 0 0,47-57 0 0,1-61 0 0,-38-48-9 0,3-57-98 0,-37 21 65 0</inkml:trace>
  <inkml:trace contextRef="#ctx0" brushRef="#br0">15802 9299 62 0,'-11'0'10'0,"-14"0"8"0,25-12 3 0,0-1-9 0,36 2 2 0,24-1-3 0,46 1-4 0,1-2 1 0,-22-11-3 0,-50 13-2 0,-23 11-1 0,-12 0-12 0,24 0-44 0,-12 0-31 0</inkml:trace>
  <inkml:trace contextRef="#ctx0" brushRef="#br0">16029 8989 44 0,'0'0'13'0,"0"-25"9"0,0 15-11 0,0 10 4 0,0 0 6 0,-12 83 5 0,-1 49-13 0,2-38-7 0,11 25-1 0,0-47-2 0,0-13 1 0,-12-22-1 0,12-26-3 0,12-22-53 0,24-14-61 0</inkml:trace>
  <inkml:trace contextRef="#ctx0" brushRef="#br0">16528 8644 55 0,'-11'-36'17'0,"11"11"-3"0,0 15-3 0,11 104 27 0,-22 73-12 0,-25 84-14 0,36-25-6 0,11-71-2 0,2-71-2 0,-13-38 1 0,0-34-8 0,0-47-77 0,0 12 2 0</inkml:trace>
  <inkml:trace contextRef="#ctx0" brushRef="#br0">16803 8727 52 0,'0'0'31'0,"-12"-12"-21"0,0 35 12 0,0 73 11 0,0 34-16 0,12 2-9 0,0-25-2 0,0-23-2 0,-12-26-1 0,12-33-2 0,0-25 3 0,0 0 2 0,0-46-4 0,12 9-1 0,12-10-1 0,13-1 0 0,20 12-1 0,-8-1 1 0,-2 14-1 0,-23 23-1 0,12 36 2 0,-13 47 0 0,-10-11 1 0,-1-14 0 0,-12-33 1 0,0-25 0 0,11 0-12 0,13-46-80 0,-12 33 16 0</inkml:trace>
  <inkml:trace contextRef="#ctx0" brushRef="#br0">17351 9358 7 0,'0'0'7'0,"10"0"3"0,-10 0-6 0,13 0 0 0,-13 0-4 0,0 0 0 0,0 0 49 0,0 0-49 0,0 0 13 0,0 0-13 0,0 0-5 0,0 12-72 0</inkml:trace>
  <inkml:trace contextRef="#ctx0" brushRef="#br0">17374 9382 15 0,'0'0'33'0,"0"0"-18"0,0 0-6 0,0 0-2 0,-13 0 9 0,13-12-7 0,0 12-6 0,0 0-2 0,0-12-1 0,0 12 17 0,0 0-16 0,0-13 0 0,0 13 4 0,0-10 0 0,0-1-3 0,0-2 1 0,13 13-1 0,-13-12 2 0,0 12 2 0,0 0 1 0,0-12-3 0,0 12-1 0,0 0-1 0,0-13 0 0,0 13 1 0,0 0 1 0,0 0-3 0,0 0-1 0,0 0 1 0,0-11-1 0,0 11 0 0,0-12 1 0,0 1 0 0,0-2 1 0,0 1-1 0,0 0 0 0,0 1 2 0,0 11 0 0,-13 48-2 0,3 23 0 0,10 0 0 0,0-35 1 0,0-25 2 0,0-22 7 0,0-37-8 0,0-35-1 0,0 36-2 0,0 47-1 0,0 23-1 0,0 49 1 0,10-25 1 0,-10-11 0 0,0-36 1 0,0 0-43 0,13-23-89 0</inkml:trace>
  <inkml:trace contextRef="#ctx0" brushRef="#br0">17589 8441 87 0,'-24'-23'9'0,"24"-1"-4"0,0 12-2 0,11 12 1 0,14 12 2 0,22 35-3 0,37 61 0 0,-2 81 2 0,-21 74 1 0,-61 47 2 0,-48-84 7 0,-35-95 0 0,11-60-2 0,12-34-7 0,49-26-5 0,11 1 0 0,0-12 2 0,0-12-1 0,0-12-7 0,0-13-12 0,-12 27-52 0,12 10 5 0</inkml:trace>
  <inkml:trace contextRef="#ctx0" brushRef="#br0">18374 8822 62 0,'0'-23'15'0,"0"-49"-11"0,37 37 8 0,-26 10 22 0,-11 50-10 0,0 46-11 0,12 36-8 0,-1-13-2 0,14-33-1 0,-14-38 1 0,-11-23 9 0,-11-47-5 0,-1-61-3 0,12 3-3 0,0 44 0 0,0 38 0 0,0 11-1 0,0 0 0 0,0 12-27 0,12 35-116 0</inkml:trace>
  <inkml:trace contextRef="#ctx0" brushRef="#br0">14969 10668 90 0,'-12'-59'48'0,"0"59"-48"0,12 47 19 0,-12 36-9 0,0 1-3 0,12-38-2 0,0-21 0 0,0-71 11 0,0-27-14 0,-12-9 0 0,0-14-1 0,12 0-1 0,36 37 1 0,12 34-3 0,-2 50 0 0,-10 21 2 0,-36 27 1 0,-46-14 0 0,-38 1-7 0,12-13-68 0,72-35-29 0</inkml:trace>
  <inkml:trace contextRef="#ctx0" brushRef="#br0">15672 10120 110 0,'0'0'2'0,"-85"12"7"0,3 72 30 0,-13 83-21 0,47 22-10 0,73-10-5 0,32-48-2 0,40-35-11 0,10-73-81 0,-83-23 36 0</inkml:trace>
  <inkml:trace contextRef="#ctx0" brushRef="#br0">15886 10561 89 0,'0'0'0'0,"-60"-12"8"0,48 1 8 0,24 11 1 0,36-13 2 0,35 1-13 0,24 0 1 0,-24-1-3 0,-23 3-2 0,-24 10-11 0,-36-11-46 0,-24 11-14 0</inkml:trace>
  <inkml:trace contextRef="#ctx0" brushRef="#br0">16064 10312 56 0,'0'0'19'0,"-11"-13"6"0,11 49 11 0,0 83-6 0,0 12-18 0,11-48-8 0,13-35-3 0,-12-37-42 0,-12-11-68 0</inkml:trace>
  <inkml:trace contextRef="#ctx0" brushRef="#br0">16505 9989 119 0,'0'-12'9'0,"-13"71"7"0,2 121 14 0,11 21-19 0,11-46-6 0,-11-47-3 0,13-24-7 0,-13-50-41 0,0-21-62 0</inkml:trace>
  <inkml:trace contextRef="#ctx0" brushRef="#br0">16837 9954 83 0,'0'-48'17'0,"13"48"-7"0,-1 71 35 0,-12 72-26 0,0 36-10 0,11-61-5 0,2-47-1 0,-13-71 3 0,12-46 2 0,24-38-8 0,10 49-1 0,-21 24-1 0,-1 34-1 0,-1 25 3 0,-10-1 0 0,-1-23 0 0,-12 10-40 0,-12 3-86 0</inkml:trace>
  <inkml:trace contextRef="#ctx0" brushRef="#br0">17291 10417 97 0,'12'-34'18'0,"36"21"7"0,-13 26-3 0,-24 21-12 0,2 16-3 0,-13 8-2 0,-49-11 2 0,3-10-1 0,22-26-2 0,12 12-2 0,36-23 1 0,47 0 0 0,13-11-2 0,-36-12 0 0,-37 23-2 0,-11-12-38 0,12-13-97 0</inkml:trace>
  <inkml:trace contextRef="#ctx0" brushRef="#br0">17601 9989 111 0,'0'0'0'0,"35"-12"10"0,73 121 23 0,-38 128-12 0,-45 1-12 0,-73-72-2 0,-71-70-4 0,48-50-31 0,71-46-95 0</inkml:trace>
  <inkml:trace contextRef="#ctx0" brushRef="#br0">18279 10287 136 0,'-35'-36'8'0,"35"24"-7"0,71 1 0 0,1 11-2 0,11 0-41 0,-47 11-36 0</inkml:trace>
  <inkml:trace contextRef="#ctx0" brushRef="#br0">18232 10417 80 0,'-24'0'14'0,"-36"0"0"0,60 0-3 0,48-11-9 0,58 11-1 0,26-12-2 0,23 12-48 0,-107-11-13 0</inkml:trace>
  <inkml:trace contextRef="#ctx0" brushRef="#br0">18911 10144 104 0,'-36'0'25'0,"12"47"-7"0,-1 49-6 0,61-25-8 0,37-35 2 0,33-72-1 0,-34-47-2 0,-48-35 1 0,-72 47 6 0,-59 34-7 0,0 37-62 0,58 24-30 0</inkml:trace>
  <inkml:trace contextRef="#ctx0" brushRef="#br0">15183 11799 155 0,'0'-13'5'0,"-35"-10"-7"0,35 96 10 0,0 57 3 0,24-34-6 0,-1-37 0 0,-23-47 2 0,0-60 2 0,-23-83-8 0,10-24 2 0,37 24-3 0,24 48 0 0,11 47-1 0,13 36 0 0,-24 61 0 0,-48 10 3 0,-84 0-2 0,-23 0-9 0,71-35-60 0,48-25-20 0</inkml:trace>
  <inkml:trace contextRef="#ctx0" brushRef="#br0">15874 11300 135 0,'24'-13'2'0,"0"-45"6"0,-36 79 19 0,-119 123-15 0,-12 59-3 0,83-1-4 0,96-10-5 0,82-62 0 0,26-84-25 0,-14-57-125 0</inkml:trace>
  <inkml:trace contextRef="#ctx0" brushRef="#br0">16004 11692 121 0,'0'0'0'0,"-47"-24"4"0,58 12 5 0,50-13 8 0,34 15-3 0,37-1-10 0,-50-2-5 0,-46 1-31 0,-36-24-19 0,-36-12 37 0,1 13 35 0,-1 35 17 0,-12 83-10 0,24 24-21 0,36-11-6 0,12-62-25 0,1-21-86 0</inkml:trace>
  <inkml:trace contextRef="#ctx0" brushRef="#br0">16635 11132 123 0,'0'0'0'0,"0"-35"12"0,0 94 21 0,0 85-17 0,13 22-12 0,10-22-2 0,-10-14-9 0,-26-11-45 0,2-24-63 0</inkml:trace>
  <inkml:trace contextRef="#ctx0" brushRef="#br0">16958 11216 74 0,'0'-48'52'0,"-12"25"-46"0,24 70 24 0,-12 84-13 0,22 24-10 0,-9-23 0 0,-13-74-3 0,0-58 4 0,12-58-4 0,24-39-3 0,11 62-3 0,-23 35 1 0,-12 48 0 0,12 11 0 0,0-34-2 0,-12 9-46 0,-12-10-67 0</inkml:trace>
  <inkml:trace contextRef="#ctx0" brushRef="#br0">17410 11513 103 0,'-24'-35'9'0,"24"12"15"0,36 10-5 0,11 26-7 0,-10 21-7 0,-26 14 1 0,-35 25 1 0,0-27-4 0,24-10-3 0,60 24 1 0,0-13-1 0,-48 1 7 0,-73-36 3 0,-33-1-9 0,58-22-42 0,23-1-87 0</inkml:trace>
  <inkml:trace contextRef="#ctx0" brushRef="#br0">17778 11156 106 0,'61'36'42'0,"70"131"-15"0,-48 23-13 0,-119-35-7 0,-96-60-2 0,14-35-27 0,72-37-130 0</inkml:trace>
  <inkml:trace contextRef="#ctx0" brushRef="#br0">18374 11300 96 0,'-23'-25'58'0,"10"0"-46"0,73 15-10 0,36 10-2 0,-1 0-15 0,-24 10-51 0,-71-10 12 0</inkml:trace>
  <inkml:trace contextRef="#ctx0" brushRef="#br0">18327 11501 108 0,'0'0'0'0,"-25"-12"23"0,50 1-7 0,70-12-6 0,48-2-14 0,0 0-70 0,-119 14 28 0</inkml:trace>
  <inkml:trace contextRef="#ctx0" brushRef="#br0">19280 11145 69 0,'0'-48'42'0,"-12"25"9"0,-13 10-28 0,-11 37-17 0,0 36-4 0,26 11-2 0,20 13 1 0,39-13-1 0,11-24 0 0,10-35 0 0,-9-24 0 0,-14-35 0 0,-23-13 1 0,-11-22 0 0,-26 9 1 0,-35-9 3 0,13 45-2 0,-25 24-2 0,-23 26-23 0,-12 35-121 0</inkml:trace>
  <inkml:trace contextRef="#ctx0" brushRef="#br0">19529 6728 78 0,'0'0'9'0,"-23"-13"5"0,23 1 12 0,0 12-13 0,-11 25-1 0,11 34-6 0,0 12-2 0,0 12-1 0,0-23 1 0,0-36-1 0,0-11 4 0,0-26 5 0,-13-24-8 0,13-45-2 0,-12 9-4 0,0-9 4 0,-12-1-4 0,24 11 2 0,0 24 0 0,12-11 1 0,0 22-1 0,0 3 1 0,13 22-2 0,9 12-1 0,14 0 2 0,0 0-1 0,-12 23 1 0,-24 0-3 0,-24 27 3 0,-36-4 0 0,0-10 2 0,-11 0-2 0,-25 12-14 0,12-1-40 0,36-23-50 0</inkml:trace>
  <inkml:trace contextRef="#ctx0" brushRef="#br0">20387 6155 73 0,'-12'-23'13'0,"0"12"-9"0,12 11 1 0,-12-13 7 0,0 13-1 0,-11 0-5 0,-13 13 0 0,-12 21 1 0,-11 26-3 0,-13 22 4 0,13 27-3 0,23 21-4 0,24 12 1 0,24 13-1 0,24-23 3 0,11-48 0 0,25-61 3 0,-1 1 0 0,24-24-5 0,1 0-2 0,-72 0 0 0,-24 0 3 0,-36-12-5 0,-12 12-40 0,-11-12-83 0</inkml:trace>
  <inkml:trace contextRef="#ctx0" brushRef="#br0">20339 6596 14 0,'0'0'37'0,"-12"-12"-3"0,12 12-21 0,0 0 3 0,0 0 8 0,24-11-19 0,48-2 3 0,11 1-2 0,1 12-4 0,-38 0 4 0,-10-12-1 0,-23 1 2 0,-1 11-4 0,-1-12-3 0,-11 12-2 0,13 12-8 0,-2-1-33 0,2-11-53 0</inkml:trace>
  <inkml:trace contextRef="#ctx0" brushRef="#br0">20506 6394 4 0,'0'0'11'0,"0"-13"28"0,12 13-15 0,-12-11-1 0,0-1-10 0,0 12-10 0,0 23 13 0,12 37-5 0,0 24-4 0,0 23-2 0,0-11-3 0,-12-37 4 0,0-36 1 0,0-11-4 0,12-1-1 0,-12-22 7 0,0-12-16 0,22-1-64 0,-9 11-2 0</inkml:trace>
  <inkml:trace contextRef="#ctx0" brushRef="#br0">21017 5977 29 0,'0'0'21'0,"0"0"-15"0,0 0 29 0,0 0-25 0,0 0-6 0,0 0-2 0,0-11 9 0,0 11-3 0,0 0-5 0,0-13 9 0,0 13-2 0,0 0-4 0,13 0-4 0,-13-12-1 0,0 12 3 0,0-12-4 0,0 12 1 0,0 0 0 0,0-13 1 0,0 13-2 0,0 0 1 0,0 0-1 0,0-10 4 0,0 10-4 0,0 0 1 0,0 10-2 0,0-10 1 0,0 13 0 0,0-1-1 0,0 0 2 0,0 1 0 0,0 10-3 0,12 13 3 0,-12 10-2 0,0 15 1 0,0 10 0 0,0 36 1 0,11 24-2 0,-11 24 3 0,13-12-2 0,-13-12 3 0,0-13 2 0,12-47 0 0,-12-34-2 0,0-37 3 0,0 0-22 0,-12-12-130 0</inkml:trace>
  <inkml:trace contextRef="#ctx0" brushRef="#br0">21375 6276 45 0,'0'0'0'0,"-11"-37"32"0,-1 37-11 0,12 58 8 0,0 74-17 0,23-13-6 0,-11-35-4 0,-12-48 0 0,0-26-9 0,0-44-75 0,0 34 43 0</inkml:trace>
  <inkml:trace contextRef="#ctx0" brushRef="#br0">21352 6203 42 0,'-13'-36'29'0,"13"24"-12"0,48 12-7 0,48 48-1 0,11 36 2 0,-47 10-5 0,-49 2 7 0,-70-25-2 0,-38-12-7 0,27-22-1 0,46-37-15 0,12-12-106 0</inkml:trace>
  <inkml:trace contextRef="#ctx0" brushRef="#br0">21780 5763 81 0,'0'-23'13'0,"60"94"-9"0,35 118 7 0,-47 98-5 0,-72-1 4 0,-47-84 7 0,-25-107-3 0,13-48-6 0,35-47-4 0,24-47-4 0,0 10-78 0,24 26 20 0</inkml:trace>
  <inkml:trace contextRef="#ctx0" brushRef="#br0">22435 6429 86 0,'-25'-11'12'0,"3"-13"11"0,22 24-6 0,22 0-6 0,50-13-3 0,60-10 3 0,-61 12-7 0,-47 11-4 0,-12 0-1 0,1 0-16 0,-2 11-30 0,1 1-32 0</inkml:trace>
  <inkml:trace contextRef="#ctx0" brushRef="#br0">22495 6560 69 0,'-85'13'16'0,"63"-13"8"0,22 0-15 0,58-13 3 0,38 1 1 0,23-11-4 0,-83 11-6 0,-24 12 1 0,-12 0-60 0,0 12-19 0</inkml:trace>
  <inkml:trace contextRef="#ctx0" brushRef="#br0">22816 5822 20 0,'-23'-11'35'0,"-2"-14"-11"0,2 13-10 0,-1 12 1 0,12 0-1 0,12 0-3 0,0 0-4 0,59 0 0 0,37-11-2 0,10-1-3 0,-10 1 2 0,-49-2 1 0,-11 1-3 0,-23 12-1 0,-13 0-32 0,0 25-19 0,0-25-4 0</inkml:trace>
  <inkml:trace contextRef="#ctx0" brushRef="#br0">22709 5798 66 0,'0'0'5'0,"-24"-12"23"0,24 0-4 0,0 12-11 0,0 0-8 0,36 12 0 0,0 13-2 0,23-2 2 0,1 1-5 0,-2 13 0 0,3-3 1 0,-25-10 0 0,-12 0-1 0,0-12 2 0,-13-1-1 0,1 2 1 0,-1 11-1 0,2-13 0 0,-26 37 1 0,-10-12-1 0,-1 11 1 0,0 0-1 0,-12 14 0 0,0 10-1 0,0 0 2 0,2 2 0 0,22-27 1 0,0 2-3 0,12 0 2 0,0-24-2 0,0-14 3 0,24-10 0 0,59-10-2 0,24-1-3 0,84-2 1 0,-167 1 5 0,-12 0 5 0,-12-12-5 0,0 24-6 0,0 0-82 0,11 0-8 0</inkml:trace>
  <inkml:trace contextRef="#ctx0" brushRef="#br0">23494 6013 3 0,'0'0'9'0,"0"-24"1"0,0 12 1 0,13 1 1 0,-13 22 3 0,12 37-1 0,-12 23-7 0,0-12-2 0,0-22-2 0,11-14 0 0,-11-23 1 0,0-12 0 0,-11-12-2 0,11 0-1 0,-12-10 1 0,12-16 0 0,0 16 0 0,0-26-1 0,0-1-1 0,0 27 1 0,-13-3-1 0,13-10 1 0,13 23-1 0,-13 1 0 0,12 12 0 0,-1-2 0 0,14 13 0 0,10 24 0 0,1-1-1 0,-12 14 1 0,-12-3 0 0,-24-9 2 0,-12 0 1 0,-12-4-2 0,1-8-1 0,-1 11-16 0,11 12-47 0,25-25 29 0</inkml:trace>
  <inkml:trace contextRef="#ctx0" brushRef="#br0">23900 5585 0 0,'0'0'4'0,"0"-13"10"0,0 13-4 0,11-12-1 0,2 12-2 0,-1 0 1 0,-12-12 2 0,0 12 5 0,0 12-10 0,-12 0 0 0,-1 12-2 0,-10 12 1 0,-1 11-2 0,-1 14-3 0,3 21 2 0,-2 25 1 0,12 1-2 0,24-13 0 0,34-12 1 0,15-47 0 0,-14-24-1 0,1 1 1 0,-36-13-1 0,-24-13 5 0,12 1-26 0,0 0-61 0</inkml:trace>
  <inkml:trace contextRef="#ctx0" brushRef="#br0">24031 5916 4 0,'0'0'17'0,"-24"0"-7"0,24 0-3 0,0-10 6 0,0 10 2 0,0-11-2 0,24-2-2 0,12 1-7 0,11 0-1 0,1-1-1 0,-11 13 0 0,-26-11-1 0,-11 11 0 0,12 0 0 0,-1-12-7 0,-11 12-17 0</inkml:trace>
  <inkml:trace contextRef="#ctx0" brushRef="#br0">24114 5740 16 0,'0'0'4'0,"-12"0"7"0,0-13-3 0,12 13-2 0,0 36 9 0,0 35 4 0,12 1-4 0,0-1-10 0,-12-35-1 0,12-24-1 0,-12-12-4 0,0-25-11 0,12 14-40 0,-12-1 23 0</inkml:trace>
  <inkml:trace contextRef="#ctx0" brushRef="#br0">24329 5489 8 0,'0'-12'14'0,"12"-12"-2"0,-12 12 1 0,0 1-1 0,12 11 1 0,-2 84 5 0,3 58-7 0,-1 0-6 0,12-11-3 0,-12-47 0 0,-12-49-1 0,0-35-14 0,0-11-38 0,0-13 12 0</inkml:trace>
  <inkml:trace contextRef="#ctx0" brushRef="#br0">24484 5453 12 0,'0'-12'9'0,"0"12"3"0,23 36 12 0,-23 72-4 0,12 93-5 0,-12-153-10 0,0-24-3 0,0-24 2 0,0-36-2 0,25-12 0 0,-14 14-1 0,1-16 1 0,-1 16-4 0,25 10 2 0,-24 24 0 0,12 12 1 0,-12 23 1 0,0 13 0 0,-12-12 0 0,0-13 0 0,0 2-16 0,12-25-43 0,-12 11 14 0</inkml:trace>
  <inkml:trace contextRef="#ctx0" brushRef="#br0">24829 5740 17 0,'0'0'12'0,"0"0"8"0,0 11 13 0,12 24-15 0,-12 24-11 0,0-9-4 0,0-16-2 0,11-34-23 0,2-13-44 0,-13 13 46 0</inkml:trace>
  <inkml:trace contextRef="#ctx0" brushRef="#br0">24876 5263 27 0,'0'-12'9'0,"24"12"10"0,35 47 2 0,49 85-14 0,-14 34-5 0,-57-22 14 0,-85-26 0 0,-47-23-11 0,12-23-4 0,59-37-15 0,48-24-65 0,-24-11 53 0</inkml:trace>
  <inkml:trace contextRef="#ctx0" brushRef="#br0">23614 6870 16 0,'0'-37'12'0,"0"3"6"0,12 10 8 0,12 36-6 0,-12 59-8 0,-24 36-7 0,1-34-2 0,11-39 0 0,0-22 2 0,-13-71-2 0,13-25-2 0,0-11 0 0,-12 24 1 0,12-13-2 0,0-11 0 0,12 24 1 0,1 48-1 0,21 34-1 0,14 49 0 0,-24 11 0 0,0-12 2 0,-48-11 1 0,-59 11-2 0,23-11-17 0,48 0-54 0,24-48 34 0</inkml:trace>
  <inkml:trace contextRef="#ctx0" brushRef="#br0">24102 6406 46 0,'0'0'0'0,"-12"-12"37"0,-24 47 9 0,-11 84-26 0,11 36-14 0,72-25-3 0,47-46-4 0,-11-36 1 0,-24-72-1 0,-25-23-42 0,-34 11-53 0</inkml:trace>
  <inkml:trace contextRef="#ctx0" brushRef="#br0">24256 6477 35 0,'0'0'0'0,"0"-25"23"0,0 25 3 0,13 37 6 0,-1 34-13 0,-1-11-9 0,-11-12-5 0,13-38-2 0,-13-31 5 0,0-29-7 0,12 16 0 0,12 9-1 0,11 13 0 0,-12 12 0 0,2 48 3 0,-25 0-1 0,0-12-1 0,0-13-7 0,11-11-57 0,2-12-23 0</inkml:trace>
  <inkml:trace contextRef="#ctx0" brushRef="#br0">24578 6644 23 0,'0'0'0'0,"13"-24"42"0,10 48 1 0,-23 35-11 0,0 37-26 0,0-37-5 0,0-23-14 0,0-24-63 0,12-24 23 0</inkml:trace>
  <inkml:trace contextRef="#ctx0" brushRef="#br0">24722 6287 75 0,'-12'0'18'0,"12"35"17"0,24 72-17 0,11 24-16 0,-11-13-19 0,-24-34-59 0,0-71 32 0</inkml:trace>
  <inkml:trace contextRef="#ctx0" brushRef="#br0">24936 6394 62 0,'0'0'0'0,"-13"-13"45"0,2 73-25 0,22 24-17 0,2-13-9 0,-13-35-37 0,-13-11-10 0,2-25 31 0</inkml:trace>
  <inkml:trace contextRef="#ctx0" brushRef="#br0">24923 6381 20 0,'0'0'19'0,"13"-34"8"0,23 34 3 0,-1 47 3 0,25 36-22 0,-23-12-8 0,-62-23-24 0,-11-24-85 0</inkml:trace>
  <inkml:trace contextRef="#ctx0" brushRef="#br0">25127 6071 77 0,'34'50'20'0,"27"105"28"0,-37 46-31 0,-48-21-12 0,-60-62-5 0,13-71 1 0,35-36-18 0,36-11-48 0,0 0-4 0</inkml:trace>
  <inkml:trace contextRef="#ctx0" brushRef="#br0">22924 8382 20 0,'-12'-12'14'0,"0"-1"16"0,0 13 3 0,12-11-15 0,-12 11-9 0,36-12-4 0,46 1-3 0,50-26-4 0,11 3 2 0,-24-3 1 0,-84 24-1 0,-10 3-3 0,-26 10-78 0,2-11 35 0</inkml:trace>
  <inkml:trace contextRef="#ctx0" brushRef="#br0">23197 7930 30 0,'-23'-12'18'0,"11"24"24"0,12 71-19 0,35 72-13 0,1 11-2 0,0-59-4 0,-24-59 1 0,-12-48 2 0,-12 0-3 0,12-24-3 0,-12 12-1 0,12 0-19 0,0-11-54 0,0 12 14 0</inkml:trace>
  <inkml:trace contextRef="#ctx0" brushRef="#br0">23673 7821 31 0,'0'0'2'0,"0"-21"17"0,0 55 11 0,-11 62-15 0,11 0-7 0,0-14 2 0,-12-93-3 0,-12-60-3 0,12-13-2 0,0-12-1 0,24 25-1 0,0 35 1 0,12 13-3 0,24 34 2 0,-14 49-1 0,-9-1 2 0,-50-11 2 0,-21 0-1 0,-14-25-19 0,48-12-60 0,12-11 38 0</inkml:trace>
  <inkml:trace contextRef="#ctx0" brushRef="#br0">24090 7394 48 0,'-11'0'18'0,"-50"59"31"0,-21 108-19 0,34 34-21 0,60-33-7 0,59-85-1 0,-11-47-1 0,-24-47-17 0,-13-60-68 0,-11 58 35 0</inkml:trace>
  <inkml:trace contextRef="#ctx0" brushRef="#br0">24126 7787 0 0,'0'0'2'0,"-12"0"24"0,12-12-6 0,-12 12 3 0,12 0 15 0,12 0-13 0,24-25-10 0,13 2-10 0,-3 12-3 0,1 11-1 0,-47 0 0 0,13 0-14 0,-26 0-120 0</inkml:trace>
  <inkml:trace contextRef="#ctx0" brushRef="#br0">24222 7572 28 0,'-12'-11'24'0,"12"11"-1"0,0 59 17 0,0 37-18 0,0 9-12 0,23-44-7 0,-11-38-5 0,-12-23-50 0,0-23-34 0</inkml:trace>
  <inkml:trace contextRef="#ctx0" brushRef="#br0">24460 7322 47 0,'0'0'0'0,"-12"0"26"0,-1 84 17 0,38 59-26 0,22-13-11 0,1-34-3 0,-25-37-2 0,-23-35-16 0,0-24-61 0,0 0 32 0</inkml:trace>
  <inkml:trace contextRef="#ctx0" brushRef="#br0">24650 7310 34 0,'0'-12'5'0,"0"12"16"0,12 37 18 0,0 68-16 0,0 16-8 0,0-37-6 0,0-61-4 0,-12-23 4 0,0-60-5 0,24-24-4 0,-14 61 2 0,-10 23-2 0,25 36 0 0,-14 22 2 0,2-21-1 0,-13-13-2 0,0-12-53 0,0-1-53 0</inkml:trace>
  <inkml:trace contextRef="#ctx0" brushRef="#br0">24865 7549 51 0,'11'-36'30'0,"25"24"9"0,-12 24-23 0,-12 59-6 0,-12 1-2 0,-12-12 1 0,-12-26-1 0,1 3 0 0,10-13-3 0,13-24-2 0,24-11 0 0,35-26 0 0,1 1-3 0,-12 12-24 0,-24-11-104 0,-24 23 95 0</inkml:trace>
  <inkml:trace contextRef="#ctx0" brushRef="#br0">25127 7156 72 0,'0'0'19'0,"23"58"19"0,25 86-8 0,-12 59-14 0,-36-25-17 0,-96-12-48 0,37-106-51 0</inkml:trace>
  <inkml:trace contextRef="#ctx0" brushRef="#br0">23947 8763 35 0,'0'-12'5'0,"0"-1"25"0,24 50 1 0,0 34-19 0,-12-11-6 0,-12-36 1 0,-23-36 0 0,-14-72-5 0,14-46 0 0,23-1-1 0,12 47-2 0,23 60 0 0,12 37 1 0,-11 46 0 0,-36 12 2 0,-70-12-1 0,10-11-13 0,36-36-70 0,24-1 40 0</inkml:trace>
  <inkml:trace contextRef="#ctx0" brushRef="#br0">24256 8418 34 0,'0'0'0'0,"73"-72"24"0,-61 60 8 0,-61 108 6 0,-33 70-21 0,71-24-11 0,57-58-4 0,38-47-5 0,-25-50-61 0,-35 1-10 0</inkml:trace>
  <inkml:trace contextRef="#ctx0" brushRef="#br0">24412 8357 50 0,'-13'-11'29'0,"13"47"10"0,13 60-17 0,-1 9-13 0,-1-32-7 0,-11-49 1 0,0-60 2 0,25-46-4 0,10 45-2 0,-23 61 2 0,0 47 1 0,24-24-3 0,-13-22-28 0,-10-25-67 0,-13 0 68 0</inkml:trace>
  <inkml:trace contextRef="#ctx0" brushRef="#br0">24614 8537 38 0,'0'0'21'0,"24"-25"21"0,24 25-12 0,-12 37-19 0,-14 10-6 0,-22 13 0 0,-34-24-2 0,-2-13 0 0,24 0 1 0,12-23-1 0,36-11 1 0,10-24-6 0,-10 10-42 0,-11-22-71 0</inkml:trace>
  <inkml:trace contextRef="#ctx0" brushRef="#br0">24876 8192 104 0,'-24'83'25'0,"13"60"1"0,35 1-18 0,34-2-19 0,-58-47-65 0,-11-60 8 0</inkml:trace>
  <inkml:trace contextRef="#ctx0" brushRef="#br0">25031 8407 74 0,'0'11'28'0,"12"60"4"0,0 2-28 0,-12-2-35 0,-12-37-58 0</inkml:trace>
  <inkml:trace contextRef="#ctx0" brushRef="#br0">25019 8346 64 0,'0'0'7'0,"-24"-23"36"0,72 11-22 0,47 47-17 0,-35 49-2 0,-72-25-9 0,-47-11-39 0,-13-23-32 0</inkml:trace>
  <inkml:trace contextRef="#ctx0" brushRef="#br0">25043 8037 42 0,'95'-11'18'0,"35"82"29"0,-33 285-2 0,-169-176-41 0,-71-14-50 0,72-83-46 0</inkml:trace>
  <inkml:trace contextRef="#ctx0" brushRef="#br0">23412 9918 35 0,'-36'-12'29'0,"24"0"14"0,84-12-20 0,47 1-18 0,24-14-6 0,-72 14-37 0,-59-1-51 0</inkml:trace>
  <inkml:trace contextRef="#ctx0" brushRef="#br0">23555 9668 38 0,'-25'48'13'0,"25"83"20"0,36-13-21 0,0-22-17 0,-24-50-61 0,-12-33 43 0</inkml:trace>
  <inkml:trace contextRef="#ctx0" brushRef="#br0">24054 9977 33 0,'-11'12'2'0,"-1"35"-5"0,12-47-21 0</inkml:trace>
  <inkml:trace contextRef="#ctx0" brushRef="#br0">23984 9870 26 0,'0'0'0'0,"0"-71"36"0,34 71-1 0,38 119 4 0,-12 83-21 0,-11 1-15 0,-26-84-11 0,-23-94-47 0,11-38-15 0</inkml:trace>
  <inkml:trace contextRef="#ctx0" brushRef="#br0">24256 9550 106 0,'-11'-50'12'0,"107"4"-1"0,107-13 1 0,10 59-6 0,-34 11-3 0,-120 25-2 0,-23 11 1 0,-24 14 4 0,-12 128 11 0,24-47-16 0,13 2 2 0,-14-37-2 0,-12-59 1 0,-70-37 3 0,-48-34-2 0,-36 12-4 0,-12 22-2 0,36 12 0 0,48-10-33 0,58-26-94 0</inkml:trace>
  <inkml:trace contextRef="#ctx0" brushRef="#br0">18911 13276 77 0,'0'-24'4'0,"0"11"-1"0,11-71 32 0,2 63 13 0,-13 79-24 0,0 60-12 0,0 14-9 0,0-25-1 0,0-70 1 0,0-50 7 0,11-106-6 0,12-83-2 0,38-37 0 0,-38 121-1 0,37 81-2 0,11 74 0 0,-23 34 0 0,-73 24 1 0,-81-11-3 0,-13-13-38 0,72-48-93 0</inkml:trace>
  <inkml:trace contextRef="#ctx0" brushRef="#br0">19803 12561 164 0,'-36'-24'12'0,"-70"119"17"0,-85 131-19 0,120 61-11 0,118-38 3 0,61-70-1 0,69-155-81 0,-141-60-10 0</inkml:trace>
  <inkml:trace contextRef="#ctx0" brushRef="#br0">19827 13192 51 0,'-11'-12'40'0,"-2"0"-5"0,-10-1 1 0,35 13-5 0,23-21-17 0,48 8-1 0,25 1-8 0,-1 0 2 0,-35-1-6 0,-50 2 2 0,-9 11-2 0,-13 0-13 0,-13 0-82 0,13 0 25 0</inkml:trace>
  <inkml:trace contextRef="#ctx0" brushRef="#br0">20566 12680 47 0,'0'-11'41'0,"0"-49"-18"0,0 12 9 0,12 48-8 0,-12 119 5 0,-24 119-16 0,12 24-7 0,0-59-4 0,0-71 0 0,0-61-1 0,24-60-51 0,12-22-74 0</inkml:trace>
  <inkml:trace contextRef="#ctx0" brushRef="#br0">20899 12966 128 0,'0'0'0'0,"12"-24"46"0,-24 84-12 0,-24 72-25 0,24-2-6 0,1-47-1 0,-1-36-14 0,12-58-54 0,-13-49-39 0</inkml:trace>
  <inkml:trace contextRef="#ctx0" brushRef="#br0">20815 12824 112 0,'13'-25'22'0,"94"37"22"0,36 83-22 0,-48 49-12 0,-72-2-4 0,-82-47 0 0,-36-22-6 0,13-15-74 0,69-45-19 0</inkml:trace>
  <inkml:trace contextRef="#ctx0" brushRef="#br0">21364 12548 161 0,'119'13'12'0,"35"166"15"0,-46 118-15 0,-120 49-11 0,-95-109 4 0,-14-116 4 0,3-75-6 0,83-58-15 0,47-22-152 0</inkml:trace>
  <inkml:trace contextRef="#ctx0" brushRef="#br0">18363 6179 51 0,'-12'36'1'0,"35"71"-1"0,37-48 2 0,0-46 21 0,11-85 0 0,13-35-5 0,35-24-6 0,11 36-5 0,13 22-5 0,-13 39-1 0,-45 10 0 0,-73 36-25 0,-73 47-79 0</inkml:trace>
  <inkml:trace contextRef="#ctx0" brushRef="#br0">17386 13930 97 0,'-25'-34'2'0,"25"21"6"0,13 13 14 0,-1 59 2 0,-12 13-12 0,11-14-2 0,2 3-3 0,-1-14-2 0,12-23-1 0,-12-24 1 0,23-36 0 0,48-23-4 0,37-36 1 0,-2 11 0 0,-22 25 5 0,-49 23-1 0,-22 0-2 0,-14 24-2 0,-11 12-1 0,0 0-12 0,24 12-76 0,-12 1-2 0</inkml:trace>
  <inkml:trace contextRef="#ctx0" brushRef="#br0">5478 7750 0 0,'0'-11'0'0,"0"-1"3"0,0 1 8 0,0 11-4 0,11-13-1 0,2 13-3 0,10-12-3 0,37 12-22 0,12-12 15 0,-2 12 6 0,15-11 1 0,9 11 0 0,26 11 0 0,-13 1 0 0,-12-12 0 0,-11 12 0 0,-25-12 0 0,-23-12 0 0,0 0 0 0,-13 1 0 0,-11 11 0 0,0 0 0 0,-12 48 0 0</inkml:trace>
  <inkml:trace contextRef="#ctx0" brushRef="#br0">9277 7727 8 0,'36'0'15'0,"95"-11"8"0,-49 11-9 0,-45-13 6 0,-25 1-12 0,-12 12-3 0,0 0-4 0,-36 0-62 0</inkml:trace>
  <inkml:trace contextRef="#ctx0" brushRef="#br0">10420 7834 36 0,'0'0'11'0,"-12"0"-10"0,-1-13-49 0</inkml:trace>
  <inkml:trace contextRef="#ctx0" brushRef="#br0">7205 5572 26 0,'-13'-58'26'0,"2"21"-1"0,11 24-4 0,11 38-13 0,2 46 0 0,-13 13-4 0,12-1 1 0,-12-47-2 0,0-1 0 0,-12-35 3 0,-1-35-2 0,2-38-2 0,11-32 0 0,-12 9-2 0,35 37 1 0,-10-1-1 0,34 24-1 0,13 24-1 0,-1 49 0 0,-35 21 1 0,-59 2 2 0,-73 11 2 0,25-23-2 0,34 0-24 0,74-48-68 0</inkml:trace>
  <inkml:trace contextRef="#ctx0" brushRef="#br0">7848 5179 24 0,'0'-25'28'0,"-12"15"-20"0,-1 10 8 0,-21 60-5 0,-26 11 0 0,24 24-1 0,23 24-5 0,13 11-1 0,36-22-2 0,13-49 2 0,-38-23 0 0,2-36 1 0,-2-11-3 0,1 11-47 0,-1 0-27 0</inkml:trace>
  <inkml:trace contextRef="#ctx0" brushRef="#br0">8050 5346 23 0,'0'0'0'0,"-25"-24"21"0,38-12-12 0,-13 13-3 0,0 23 18 0,0 35-10 0,0 49-5 0,-13-2 0 0,26-11-5 0,-1-21 0 0,-12-27 0 0,11-35 1 0,-11-36-2 0,25-11-2 0,11 23-1 0,-12 24-1 0,-2 24-1 0,-9 36 1 0,10-14 2 0,-10 16 0 0,-13-27 1 0,0 13-39 0,0-24-39 0</inkml:trace>
  <inkml:trace contextRef="#ctx0" brushRef="#br0">8324 5191 60 0,'0'0'3'0,"12"47"10"0,24 74 11 0,0 9-13 0,-25-11-5 0,-22-37-1 0,-37-45 0 0,12-37-5 0,24-37-102 0</inkml:trace>
  <inkml:trace contextRef="#ctx0" brushRef="#br0">8705 5382 82 0,'-13'-12'7'0,"13"12"-5"0,72-24 0 0,12 24-1 0,-23 0-19 0,-50 13-47 0</inkml:trace>
  <inkml:trace contextRef="#ctx0" brushRef="#br0">8705 5514 37 0,'0'0'0'0,"-48"0"24"0,108-13-23 0,12 1 0 0,23 0-4 0,-13-1-44 0</inkml:trace>
  <inkml:trace contextRef="#ctx0" brushRef="#br0">9301 5263 24 0,'12'-25'28'0,"-12"2"-7"0,-12 35 4 0,-37 47-17 0,26 14-3 0,35-27-1 0,35-34 1 0,25-24-2 0,-24-34 0 0,-36-27-1 0,-48 38-2 0,-24 47-7 0,24 11-85 0</inkml:trace>
  <inkml:trace contextRef="#ctx0" brushRef="#br0">9789 5238 106 0,'0'0'0'0,"-36"-23"5"0,12 12 3 0,12 22-6 0,24 12-46 0,-12-23-23 0</inkml:trace>
  <inkml:trace contextRef="#ctx0" brushRef="#br0">9932 5072 70 0,'-24'-23'15'0,"0"23"-4"0,60 34 0 0,12 27-4 0,11-14-2 0,-23 25-2 0,-24-13 0 0,-60-11 2 0,-11-1-24 0,35-34-69 0</inkml:trace>
  <inkml:trace contextRef="#ctx0" brushRef="#br0">9920 5036 97 0,'-12'-24'4'0,"0"-23"7"0,119-1-7 0,-11 48-2 0,-25 0-3 0,-48 11-91 0</inkml:trace>
  <inkml:trace contextRef="#ctx0" brushRef="#br0">7991 6276 60 0,'0'-13'6'0,"-24"-11"0"0,12 11 14 0,24 26-6 0,-12 58-3 0,24 13-5 0,-11-13-4 0,-2-47 2 0,-11-24 3 0,-11-48-4 0,-14-35 0 0,1-12-2 0,24 24-1 0,36 23 0 0,34 12-1 0,3 36-1 0,-26 59 0 0,-35-11 0 0,-59 13 5 0,-61 10-3 0,49-12-54 0,47-47-8 0</inkml:trace>
  <inkml:trace contextRef="#ctx0" brushRef="#br0">8562 5845 73 0,'-71'-11'7'0,"23"83"9"0,1 47 0 0,11 23-9 0,25-12-3 0,45-33-1 0,50-50 0 0,11-36-1 0,-36-11-100 0</inkml:trace>
  <inkml:trace contextRef="#ctx0" brushRef="#br0">8991 5858 80 0,'0'0'6'0,"-48"24"8"0,1 47-2 0,23 1-6 0,24-1-2 0,37-12-1 0,9-35 0 0,2 0-2 0,12-24 1 0,-25-24-43 0,-24 0-18 0</inkml:trace>
  <inkml:trace contextRef="#ctx0" brushRef="#br0">8717 6144 63 0,'-12'-12'5'0,"-12"12"0"0,71-24 11 0,25 0-9 0,0 0-5 0,22 1-1 0,-33 11-71 0</inkml:trace>
  <inkml:trace contextRef="#ctx0" brushRef="#br0">9205 5751 56 0,'0'0'0'0,"13"60"34"0,10 70-23 0,1-11 2 0,-37 0-8 0,-34-59-1 0,12-36-20 0,35-11-64 0</inkml:trace>
  <inkml:trace contextRef="#ctx0" brushRef="#br0">9444 5916 74 0,'-12'-10'10'0,"-12"-14"-8"0,106 0 1 0,3 0 2 0,9 24-3 0,-10 0-41 0,-84 0 3 0</inkml:trace>
  <inkml:trace contextRef="#ctx0" brushRef="#br0">9563 6013 43 0,'0'0'0'0,"-48"12"23"0,59-12-20 0,60-25 0 0,26-9-4 0,21-3-46 0</inkml:trace>
  <inkml:trace contextRef="#ctx0" brushRef="#br0">10157 5667 72 0,'0'-11'8'0,"-34"-1"2"0,10 47 1 0,-12 37-7 0,23-1-1 0,38-23 2 0,46-23-1 0,1-50-1 0,-37-47-1 0,-23-11 0 0,-95 24-1 0,0 47-36 0,47 24-25 0</inkml:trace>
  <inkml:trace contextRef="#ctx0" brushRef="#br0">10491 5667 96 0,'-11'0'2'0,"-61"-11"2"0,59 22-2 0,13 12-81 0</inkml:trace>
  <inkml:trace contextRef="#ctx0" brushRef="#br0">10658 5548 65 0,'-12'-23'22'0,"0"33"-11"0,61 51 0 0,-15 10-3 0,-34 13-6 0,-23-24 4 0,-49-26-65 0,49-21 16 0</inkml:trace>
  <inkml:trace contextRef="#ctx0" brushRef="#br0">10646 5477 80 0,'60'-47'21'0,"23"-1"-13"0,72 12-13 0,-95 36-63 0</inkml:trace>
  <inkml:trace contextRef="#ctx0" brushRef="#br0">6621 7775 31 0,'-59'-25'29'0,"-13"25"-2"0,25 0-5 0,34 0-12 0,85 13 4 0,107-13-5 0,35 12 1 0,-10 13-4 0,-62-14-2 0,-120-1 2 0,-56-20 2 0,-121-1-6 0,-83 22-2 0,23-1 1 0,96-10 1 0,107 0 1 0,120-21-3 0,58-4 1 0,24 0-1 0,-70 25 0 0,-74 61-38 0,-33-26-78 0</inkml:trace>
  <inkml:trace contextRef="#ctx0" brushRef="#br0">10134 7871 74 0,'-120'-13'29'0,"50"13"-22"0,94 13 1 0,118-2 6 0,120-11 1 0,0 0-9 0,-71 12-1 0,-143-12 5 0,-108-12-3 0,-154 1-4 0,-84 11 1 0,24 0-4 0,84 11 0 0,142-11 2 0,96 0-4 0,190-11 1 0,12-2 2 0,83 26-6 0,-154-2 5 0,-143 1 1 0,-120-24 0 0,-118 12 1 0,-26 0 1 0,-81 0-2 0,179 0-2 0,106 0 0 0,131-11-1 0,155-2 3 0,47 13-6 0,-46 13 4 0,-132-2 1 0,-119-11 4 0,-37-11-2 0,-22-2-2 0,-12 13-25 0,23 24-76 0</inkml:trace>
  <inkml:trace contextRef="#ctx0" brushRef="#br0">6264 7989 72 0,'-24'-24'45'0,"-1"1"-28"0,74 11-11 0,94-24 5 0,71 0 0 0,36 12-1 0,-35 11-8 0,-145 13-1 0,-81 0 4 0,-60-10-4 0,-72 10 0 0,-59 0-1 0,-1 23 1 0,60-23 1 0,118 0-1 0,86-13-1 0,141 3-1 0,84-1 1 0,-12 11-1 0,-120 21-2 0,-154-21 4 0,-118 13 2 0,-109-13-3 0,-24 12 1 0,51-12-1 0,127-12 4 0,85-1-4 0,108 3-2 0,106-14 2 0,36 24-1 0,-72 0 1 0,-142 13 0 0,-109-2 0 0,-116-1 1 0,-38 3 0 0,73-13 0 0,106 0-1 0,60-13-1 0,83 13 1 0,23 0 0 0,-58-10-1 0,-60 20-2 0,-12 3 0 0,0 11-19 0,12 0-117 0</inkml:trace>
  <inkml:trace contextRef="#ctx0" brushRef="#br0">10683 7942 118 0,'-37'-24'2'0,"-107"11"1"0,98 13 0 0,58 13 4 0,119-1 4 0,107 0-6 0,0-1-3 0,-70 12-1 0,-111-10 0 0,-44-13 9 0,-83 0-6 0,-62-13-1 0,-60-10-3 0,15 23 1 0,34-11 1 0,82-1 1 0,110 0-5 0,129-1 0 0,61 13 1 0,-25 13 2 0,-96-1-3 0,-105-12 7 0,-37-12-5 0,12 12 0 0,-1-13 1 0,13 13-1 0,13 0 0 0,-1 0 0 0,-1 0-1 0,-11 0 1 0,0 0 0 0,13 0 0 0,-13 0 0 0,12 0-1 0,-12 0 2 0,12 0-18 0,-12 13-43 0,0-1 8 0</inkml:trace>
</inkml:ink>
</file>

<file path=ppt/ink/ink9.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4954 7501 27 0,'0'0'17'0,"-25"-24"15"0,38 24-32 0,23-12 0 0,0 12 2 0,23 0 0 0,156-12 0 0,-61 12-1 0,1-13 0 0,-12 13-1 0,0 13-1 0,48-13 3 0,47-13-1 0,23-8-2 0,13 8 2 0,-1 13 0 0,-10-12-2 0,11 0 3 0,24-1 0 0,-13 13-3 0,2-11 3 0,-25-1-1 0,0 1-2 0,0-14 3 0,11 13-2 0,-11 12-2 0,-166 12 2 0,70-12 1 0,73 0 0 0,-25 0-1 0,-24-12-1 0,-11 12 1 0,-13 0 1 0,-10 0-1 0,-25 0 0 0,-1 0-2 0,-10 0 4 0,-37-11-1 0,-47 11 4 0,-24-12 8 0,-12-12-9 0,0 12-25 0</inkml:trace>
  <inkml:trace contextRef="#ctx0" brushRef="#br0">1572 2965 53 0,'-83'-60'18'0,"59"48"-1"0,36 24-15 0,12-12 4 0,1 0 4 0,32 0-2 0,28-24 0 0,22 1 1 0,12-1-1 0,-12 24-6 0,12 0 0 0,36-12 1 0,71-47 1 0,24-12-1 0,-12 21 0 0,-36 27-2 0,-70 23 0 0,-62 0 0 0,-57 0 6 0,-13 0 0 0,0 0-6 0,12 0-25 0,36 12-54 0,-24-12 17 0</inkml:trace>
  <inkml:trace contextRef="#ctx0" brushRef="#br0">5407 2667 34 0,'-97'-25'23'0,"-44"14"-14"0,45 11 0 0,13-12 1 0,22 1 3 0,15-1-2 0,34 0 3 0,12 12-8 0,24 0-6 0,35 0 3 0,72 0 0 0,94-13-4 0,86 13 2 0,-205-11-1 0,109 11-1 0,94 11 0 0,-82-11 0 0,-48 13 2 0,-25-13-2 0,2-13 6 0,-37 2-1 0,-60 11-2 0,-48 0 5 0,-11 0-7 0,0 24-120 0</inkml:trace>
  <inkml:trace contextRef="#ctx0" brushRef="#br0">9003 12621 19 0,'-12'-12'25'0,"0"12"-3"0,-1 0-10 0,2 0-3 0,-1 0 1 0,12-11 3 0,0 11 0 0,12-13-4 0,48 13-7 0,23-12 2 0,24 0 6 0,-11 12-5 0,-25 0-2 0,-11-13 0 0,-38 2 2 0,3-1-2 0,-14 12 0 0,-11-11-1 0,13 11-1 0,-13-12-6 0,0 24-46 0,-13-1-24 0</inkml:trace>
  <inkml:trace contextRef="#ctx0" brushRef="#br0">8932 12669 31 0,'-23'0'28'0,"-2"11"-18"0,13-11 7 0,12 0-6 0,0 0 7 0,0 0 1 0,24 0-12 0,12-11-2 0,35-2-1 0,-1 1 4 0,-9 0-4 0,-14 12-2 0,-10-11 0 0,-3 11 0 0,15 0 0 0,-2 0 0 0,1-12-1 0,-12 12 0 0,-24 0 0 0,-12 0 0 0,10 0 0 0,-10 0 2 0,0-11 0 0,13 11-2 0,-1-13 1 0,-1 13-3 0,-11 0-37 0,0 13-82 0</inkml:trace>
</inkml:ink>
</file>

<file path=ppt/ink/ink10.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9682 12954 33 0,'-13'-12'28'0,"13"12"-24"0,13 12 17 0,-1 59-5 0,11 13-9 0,-11-13-3 0,24-35 3 0,24-13 1 0,47-57-2 0,36-50-1 0,35-12-2 0,-11 25 2 0,-36 23 2 0,-36-11 1 0,-11 23-3 0,-38 12-2 0,-9 1-1 0,-13-1 0 0,-36 24-81 0,0 0 20 0</inkml:trace>
  <inkml:trace contextRef="#ctx0" brushRef="#br0">22316 12585 38 0,'0'0'0'0,"0"-24"5"0,12 11 10 0,0-10 7 0,12 23-11 0,0 0-4 0,-2 48 0 0,3 11-2 0,-14-11 1 0,14 0-2 0,-25-2 0 0,24-21-2 0,-12 0 2 0,0-25-1 0,22-25 0 0,27-21-3 0,22-27 1 0,13-9 0 0,11-2 0 0,-1 13-1 0,1 11 2 0,-46 24 10 0,-26 11 4 0,-23-9-6 0,-12 21-4 0,0-11-4 0,-12 1-6 0,12 23-146 0</inkml:trace>
</inkml:ink>
</file>

<file path=ppt/ink/ink11.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3454 5133 53 0,'0'0'0'0,"0"-50"18"0,0 39-13 0,24 22-3 0,47 14 1 0,72-25 3 0,71-12 6 0,48-12 2 0,24 12-4 0,-12 1 0 0,-12-2-2 0,-24 1-3 0,-47 0-3 0,-37 12-1 0,-70 12-1 0,-60 0 0 0,-35 1-14 0,-50-13-35 0,2 11-10 0</inkml:trace>
  <inkml:trace contextRef="#ctx0" brushRef="#br0">2358 5309 78 0,'-24'-34'6'0,"-11"-14"6"0,82 12-10 0,120-1 0 0,83 3 0 0,72 10 0 0,47-23 2 0,0-1 2 0,-48 12 4 0,-94-1 7 0,-96 14-2 0,-96 12-9 0,-22 11-6 0,-2 11-36 0,37 12-59 0</inkml:trace>
  <inkml:trace contextRef="#ctx0" brushRef="#br0">7241 16728 5 0,'0'0'15'0,"-12"-12"4"0,12 12-8 0,0 0-5 0,12-11 10 0,-12 11-5 0,0 11-1 0,11 12-1 0,0-10-1 0,2-1-1 0,-1 13-1 0,-1-14 1 0,-11 12-3 0,13-11 2 0,-1-24 0 0,24-22-2 0,23-16-1 0,25-21-1 0,-1 12-2 0,-25 12 2 0,-22 23 1 0,-23 12 2 0,-1-1-1 0,-1 13-4 0,-11 0 0 0</inkml:trace>
  <inkml:trace contextRef="#ctx0" brushRef="#br0">3632 16883 56 0,'0'0'0'0,"0"-36"17"0,0 24 6 0,0 12-6 0,36 25 5 0,0 34-10 0,0-23-1 0,-1-26-4 0,50-10-2 0,8-34-2 0,3-37 1 0,-24 23-2 0,-61 36-1 0,-22 24-82 0,11-1 21 0</inkml:trace>
  <inkml:trace contextRef="#ctx0" brushRef="#br0">11635 11061 7 0,'0'0'0'0,"-13"-24"4"0,26 11 17 0,-1-10-4 0,-12 12 0 0,0-1 0 0,0 0-3 0,11 24 1 0,1 0-6 0,0 47 2 0,-12 24-4 0,12 14-2 0,0-15 4 0,-12-11-2 0,0-11 0 0,-12-24-6 0,0-13 1 0,12-23-10 0,0-23-64 0,12 11-10 0</inkml:trace>
  <inkml:trace contextRef="#ctx0" brushRef="#br0">12171 11049 45 0,'0'-25'8'0,"0"2"12"0,11 12-7 0,12-1 3 0,-23 12 0 0,13 46 2 0,-13 50-6 0,12 0-2 0,-12 11-2 0,-12-48-3 0,-1 1-2 0,13-13-1 0,0-35-3 0,13 0-41 0,11-24-31 0,-12-11 21 0</inkml:trace>
  <inkml:trace contextRef="#ctx0" brushRef="#br0">12611 11085 48 0,'0'-36'43'0,"0"36"-26"0,0 36 14 0,12 58-14 0,-12 2-7 0,12-12-7 0,0-13 0 0,-12-23-5 0,-24-25-18 0,12-23-82 0,12-12 68 0</inkml:trace>
  <inkml:trace contextRef="#ctx0" brushRef="#br0">12540 11001 51 0,'0'-23'26'0,"12"-2"-24"0,59 2 16 0,-11 12-7 0,35 58 6 0,-24 48-8 0,24 12-4 0,-22 0 0 0,-39-23-1 0,-68-13 5 0,-86 0-3 0,-23-35-4 0,48-13 1 0,71-23-4 0,24-34-85 0,12 21 34 0</inkml:trace>
  <inkml:trace contextRef="#ctx0" brushRef="#br0">11254 12049 86 0,'-11'-24'8'0,"57"1"0"0,61-13 8 0,72-12-4 0,47 37-5 0,36 11-6 0,-23 11-1 0,-37-11 7 0,-13-11 6 0,-21-14-5 0,-49 13-6 0,-48-11 0 0,-23 12-1 0,-37-2-1 0,14 13-26 0,-13 0-40 0,-36 0 4 0</inkml:trace>
  <inkml:trace contextRef="#ctx0" brushRef="#br0">11492 12121 61 0,'-36'0'5'0,"-47"23"3"0,59-23 8 0,24 0-9 0,24-11 2 0,23-1-1 0,25 0-7 0,24-12 1 0,34 1 0 0,72-2 3 0,49 0 3 0,22 4-5 0,-34 8 3 0,-37 1 2 0,-47 0-1 0,-36-12 0 0,-36 1-3 0,-23 10-3 0,-13 13-5 0,-47 0-86 0,0 0 41 0</inkml:trace>
  <inkml:trace contextRef="#ctx0" brushRef="#br0">10170 11418 104 0,'0'-13'2'0,"-13"-10"-1"0,2 46 25 0,-1 73-9 0,24 0-10 0,-1-25-2 0,-11-24-2 0,-11-22-19 0,-12-50-64 0,10 14 37 0</inkml:trace>
  <inkml:trace contextRef="#ctx0" brushRef="#br0">9991 11250 75 0,'-35'0'4'0,"-25"13"-1"0,12 11 6 0,1 48-1 0,11 47 5 0,24 13-3 0,48 10-7 0,35-35-2 0,37-25 2 0,10-32-1 0,14-39 3 0,-12-83-1 0,-14-59 0 0,-48-37-2 0,-45 15 1 0,-48-2 1 0,-37 36 12 0,-35 71-11 0,-24 60-4 0,-12 83-1 0,36 36-39 0,47-12-81 0</inkml:trace>
  <inkml:trace contextRef="#ctx0" brushRef="#br0">10551 12573 25 0,'-13'0'5'0,"2"0"5"0,11-12-2 0,0-1 3 0,11 2-3 0,2-12-6 0,10-1 0 0,2 0 4 0,-2 1-2 0,1 10 0 0,13 1-3 0,-14 12 0 0,1 12 1 0,-12 12 5 0,-1-1-3 0,1 2-2 0,-12 21 1 0,0-9 0 0,-12 10-2 0,-11 13 1 0,-24-24-2 0,10-11 2 0,13-4 0 0,1-8-2 0,11-26 2 0,-12-21-3 0,24 22 1 0,24-13-1 0,11 2 0 0,13 12-1 0,-12 34 3 0,0 1-2 0,-2 0 2 0,-9 0-1 0,-13-14-21 0,-12-10-64 0</inkml:trace>
  <inkml:trace contextRef="#ctx0" brushRef="#br0">10538 12144 43 0,'-94'-35'4'0,"-1"22"3"0,-1 13 2 0,-11 48-3 0,24 25-2 0,11 32 0 0,25 27-3 0,35-1 2 0,48 12-1 0,46 0 2 0,14-35 2 0,35-14-2 0,0-33-2 0,12-40 0 0,23-21-1 0,-10-34 1 0,-25-37 1 0,-24 0-1 0,-24-13-1 0,-34 0 1 0,-3-24-1 0,-22-10 1 0,-12-1 0 0,-24 0 4 0,-47 0-1 0,-13 12-2 0,-23 11 0 0,-24 37 0 0,-12 34-3 0,-36 62 2 0,-72 81-24 0,85 14-84 0</inkml:trace>
  <inkml:trace contextRef="#ctx0" brushRef="#br0">11980 12703 57 0,'0'0'0'0,"-24"-47"21"0,35 60 6 0,2 82 7 0,-1 24-20 0,12-23-10 0,-1-25-2 0,-23-37 0 0,0-21 3 0,-23-37-1 0,-1-47-3 0,12-13 0 0,-12 13 0 0,-1-23 0 0,14-27 0 0,22 50 0 0,2 35-2 0,23 36-1 0,12 36 1 0,11 12 1 0,-23-1 1 0,-36-23 2 0,-60 12-2 0,-23 1-7 0,23-16-49 0,49-8-38 0</inkml:trace>
  <inkml:trace contextRef="#ctx0" brushRef="#br0">12230 12525 52 0,'0'0'0'0,"24"-48"17"0,24 37 1 0,-2 47 7 0,3 35-13 0,-37-12-3 0,-1 1-6 0,-22-24 0 0,-1-11 1 0,-12-38 1 0,-12-35-5 0,36 0-2 0,36 2 0 0,23 9 2 0,13 1-1 0,-36 25 1 0,-13 11 0 0,1 23 0 0,-12 1 0 0,-12 13 1 0,12-14-1 0,12 0 1 0,24-35-1 0,-25 1 2 0,-11-37-2 0,-24 0 1 0,-35 13-1 0,11 22 1 0,12 2-2 0,12 22 0 0,0 26 0 0,36-14-1 0,36 1 2 0,23-37 0 0,24-33 0 0,-23-26 1 0,-49 1-1 0,-23 11 0 0,-12 12 1 0,0 25 0 0,-12 23-2 0,12 35 5 0,0 49-2 0,0-25-2 0,24-22 0 0,24-37 1 0,11 11 0 0,-23 25-3 0,-24-1 3 0,-60-12 0 0,-34-23 3 0,33-34-2 0,37 10-31 0,12 11-84 0</inkml:trace>
  <inkml:trace contextRef="#ctx0" brushRef="#br0">13278 12418 59 0,'0'-12'15'0,"-25"12"-12"0,14 0-23 0</inkml:trace>
  <inkml:trace contextRef="#ctx0" brushRef="#br0">13922 12335 60 0,'0'0'0'0,"11"-24"10"0,-22 1 15 0,-26 10-8 0,-10 1-1 0,-14 24-13 0,-9 35-2 0,10 3-1 0,47-4-1 0,26-34-2 0,10 1 3 0,48-2-7 0,26-22 1 0,-26-49 7 0,-35-24-1 0,-36-35 1 0,0 1 0 0,0 22 1 0,0 60 1 0,0 36 3 0,0 82 9 0,0 15-6 0,11 11-5 0,14-14-3 0,-14-46-8 0,-11-14-45 0,12-34-25 0</inkml:trace>
  <inkml:trace contextRef="#ctx0" brushRef="#br0">14194 12240 52 0,'0'-23'21'0,"0"10"10"0,0 13-6 0,0 0-6 0,0 36-8 0,0 35-8 0,0-35-2 0,0-11-5 0,0-25-58 0,0 0-20 0</inkml:trace>
  <inkml:trace contextRef="#ctx0" brushRef="#br0">14219 12062 66 0,'0'-25'14'0,"0"0"7"0,0 25-17 0,11 0-29 0,2 25-40 0</inkml:trace>
  <inkml:trace contextRef="#ctx0" brushRef="#br0">14528 12156 66 0,'0'0'0'0,"0"-35"16"0,0-13 17 0,0 37-16 0,-12 11-9 0,-35 23-4 0,-1 1-2 0,36 11-1 0,24 1-2 0,36 12 2 0,11 12-3 0,-35-13 3 0,-37-35 2 0,-21-12 7 0,-2 0-3 0,0 0-4 0,24 0-4 0,0 0-32 0,12-12-66 0,12 12 72 0</inkml:trace>
  <inkml:trace contextRef="#ctx0" brushRef="#br0">14743 11786 61 0,'0'-23'15'0,"11"-25"5"0,13 25 13 0,-24 23-15 0,12 36-3 0,-24 59-10 0,0 12 0 0,12 0-2 0,12-11 3 0,12-12-3 0,-12-38-1 0,24-34 0 0,-12 1-1 0,35-26-10 0,-11-22-20 0,-36-13-57 0,-12 36 45 0</inkml:trace>
  <inkml:trace contextRef="#ctx0" brushRef="#br0">14731 11966 72 0,'-24'-12'14'0,"24"12"-11"0,0-13 26 0,71-21-3 0,25 21-21 0,-25 1 4 0,-59 0 2 0,-12 1-7 0,-12-1-16 0,0 12-69 0,0 0 18 0</inkml:trace>
  <inkml:trace contextRef="#ctx0" brushRef="#br0">23805 11668 17 0,'0'0'7'0,"-12"0"5"0,12-12 1 0,-12 12-9 0,0 0-3 0,0 0 0 0,12 12 0 0,-25 12-1 0,14-12 1 0,-1 12 4 0,12-24-2 0,0 12 2 0,0-12 8 0,0 0 7 0,23 0-13 0,38 0-1 0,21 0 3 0,-10 0 0 0,-12 0-4 0,0 12-2 0,-1-1-2 0,-23-11 1 0,1 0 0 0,-14-11 1 0,0-1-2 0,1 12-2 0,12 0-24 0,-12 0-32 0,-24 0 13 0</inkml:trace>
  <inkml:trace contextRef="#ctx0" brushRef="#br0">23650 11799 33 0,'0'0'0'0,"-11"-13"15"0,11 13-11 0,11 0 0 0,12 0 0 0,25 0 3 0,24 0-1 0,10 13-3 0,3-13-1 0,9 0 0 0,-22 12-1 0,-24 0 1 0,0 1-2 0,-37-2 1 0,1-11 0 0,-12 12 0 0,0-12 0 0,0 11 0 0,11-11 0 0,-11 0-1 0,13 12-13 0,-13-12-40 0</inkml:trace>
</inkml:ink>
</file>

<file path=ppt/ink/ink12.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12491 5644 11 0,'0'0'0'0,"25"0"15"0,-14 0-4 0,-11 0 0 0,13 0-2 0,10 12 1 0,13-12-3 0,12 0-1 0,11 0-2 0,25 0-2 0,-2 11-1 0,2 1 2 0,24-1 0 0,-13-11 1 0,12 13 1 0,-24-13-1 0,-23 0-2 0,-12 0 0 0,-25 0-2 0,1 0-24 0,0 0-40 0</inkml:trace>
  <inkml:trace contextRef="#ctx0" brushRef="#br0">13253 5477 16 0,'0'-24'34'0,"-11"12"-13"0,-1 1-5 0,12-2-4 0,0 13-10 0,0 0-3 0,12 13 2 0,12 10 0 0,35 13-1 0,1 0 1 0,0-13 0 0,-13 14-1 0,-11-26 2 0,-12 12-2 0,1-10 0 0,-25 11 2 0,-13 10 6 0,-47 16-2 0,-23-4-1 0,11 2 3 0,12-12-4 0,37-11 0 0,10-25-1 0,13 0 0 0,0 0-1 0,0 0-22 0,-23 21-40 0,23-8 8 0</inkml:trace>
  <inkml:trace contextRef="#ctx0" brushRef="#br0">14350 5632 24 0,'-13'-13'7'0,"2"2"-3"0,11 11-6 0,11-12-2 0,-11 12 14 0,0-11 10 0,0 11-7 0,0-13-1 0,0 26 8 0,0-13-19 0,0 0 2 0,0 0 6 0,0 11-7 0,0 25 2 0,-11 11 4 0,11 1-3 0,0-12-2 0,0 12 0 0,0-14-1 0,11-9-1 0,-11-13 1 0,0-24 12 0,-11-36-13 0,11-11-1 0,0-1 1 0,0-24 0 0,-12 0 0 0,-1 13 0 0,13 37-1 0,25-3-1 0,11 26 0 0,-1 11-1 0,25 23 0 0,-24 25 0 0,-13 0 1 0,-23-24 1 0,-11-14 2 0,-49 15-3 0,-12 0-22 0,-11 22-36 0,71-35 6 0</inkml:trace>
  <inkml:trace contextRef="#ctx0" brushRef="#br0">14897 5298 41 0,'0'0'2'0,"12"-12"8"0,0 12 1 0,-24 48 16 0,-47 35-11 0,-1 25-3 0,13-14-6 0,47-10-3 0,23-36-1 0,25 12 0 0,24-37-7 0,-1-12-40 0,-35 2-19 0</inkml:trace>
  <inkml:trace contextRef="#ctx0" brushRef="#br0">15278 5501 42 0,'0'-12'32'0,"-11"12"-22"0,11 46 6 0,-12 27 6 0,-12 9-8 0,12-32-10 0,12-16-2 0,0-22-9 0,12 0-42 0,-12-24-9 0</inkml:trace>
  <inkml:trace contextRef="#ctx0" brushRef="#br0">15242 5464 30 0,'0'0'16'0,"36"-11"-6"0,0 11-4 0,37 36 7 0,-27 23-8 0,-22 1 4 0,-24 11 3 0,0-23-2 0,-13-24 0 0,-21 11-3 0,-26-10-1 0,12-14-4 0,24 1-20 0,36-12-81 0</inkml:trace>
  <inkml:trace contextRef="#ctx0" brushRef="#br0">15587 5275 57 0,'0'-12'12'0,"-23"-24"2"0,35 36-17 0,12 0 4 0,-1 0-1 0,2 24 0 0,22 11 0 0,13 25 0 0,-1 11-1 0,-35 47 2 0,-24 37 4 0,-36 25 3 0,0-37 4 0,-35-35 6 0,-12-50-5 0,22-34 1 0,27-24-4 0,22 0-4 0,12 0-9 0,0 0-74 0,12 0 23 0</inkml:trace>
  <inkml:trace contextRef="#ctx0" brushRef="#br0">7431 13609 9 0,'-36'-94'27'0,"1"21"-7"0,35 37-16 0,11 227 22 0,25 95-14 0,12 58-14 0,11-22 4 0,-11-83-2 0,-12-85 0 0,-36-36 3 0,0-81-1 0,0-108-83 0</inkml:trace>
  <inkml:trace contextRef="#ctx0" brushRef="#br0">7120 13347 57 0,'0'0'0'0,"-10"-24"4"0,45 11-3 0,1 26-1 0,35-1 1 0,37 0 3 0,82-24 5 0,72 0-1 0,83-12-4 0,47 1-1 0,50 11-3 0,21-13 3 0,3 2-4 0,22 23 3 0,0 0-3 0,12 0 1 0,-11 12-1 0,-26-1 0 0,-33 2 2 0,-37-13-3 0,-48 0 4 0,-23-13-2 0,-60 2 2 0,-72 11 0 0,-35-12 0 0,-36 1 1 0,-37 11-1 0,-33 59 0 0,-37 71 2 0,-37 109-2 0,-11 35-2 0,36-25-1 0,0-57 2 0,13-14 7 0,10-46-1 0,-10-27-5 0,-1-34-7 0,-37-58-96 0</inkml:trace>
  <inkml:trace contextRef="#ctx0" brushRef="#br0">7324 15110 99 0,'0'-13'2'0,"36"-11"-2"0,48 24 1 0,70 0 0 0,71 0 0 0,74-23-1 0,34-1 1 0,60 0 3 0,60 11 2 0,47-10-5 0,24-1-1 0,-12 12-2 0,0 0 2 0,-1 24-1 0,-34 0 2 0,-24 1 1 0,-36-2-2 0,-36 1 1 0,-36-12 1 0,-59 11 0 0,-48 2 0 0,-60 11-1 0,-35-12 1 0,-35 10 2 0,-37-9 4 0,-35-1 2 0,-12 0-2 0,-1 1-4 0,-11-13 1 0,-1 0-1 0,14 0-1 0,-14 0 0 0,2 0-1 0,-1-13-1 0,-12 13 0 0,0 0 0 0,0 0 1 0,11-12 2 0,2 12-18 0,-13 0-130 0</inkml:trace>
</inkml:ink>
</file>

<file path=ppt/ink/ink13.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1274 7168 60 0,'-36'0'4'0,"13"71"-3"0,59 12 2 0,47-36 2 0,0-47 5 0,26-34-2 0,21-26 0 0,1-12-1 0,0 25 1 0,-36 0 1 0,-37 10-5 0,-22 14-3 0,13 23-41 0,-49 10-10 0</inkml:trace>
  <inkml:trace contextRef="#ctx0" brushRef="#br0">1596 8834 14 0,'-13'0'7'0,"2"12"16"0,-1-12 8 0,-1 13-11 0,13 21-11 0,36 3-2 0,13-13-1 0,9-14 2 0,27-68-3 0,70-26-1 0,-1 25-1 0,-35 0-2 0,-47 22 2 0,-61 26-1 0,25-12-24 0,-24 10-61 0</inkml:trace>
</inkml:ink>
</file>

<file path=ppt/ink/ink14.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24780 10764 46 0,'-11'-25'11'0,"-1"25"-9"0,12-12 3 0,-13-11 6 0,-21-13-3 0,-38 0-6 0,-47 24-1 0,-24 1 0 0,0 11-1 0,12-12 2 0,0 47-1 0,-11 13-1 0,-1 23-1 0,23 13 5 0,12 11-3 0,26 12 2 0,34 24 2 0,48-12-2 0,0-95-2 0,72 214 6 0,22-119-6 0,14-35 4 0,22 0-2 0,49-26 0 0,24-34 1 0,12-24-3 0,-13-48 0 0,-35-11 3 0,-36-12 2 0,-12-38-3 0,-24-9-1 0,12-13-1 0,-47-11 2 0,-36-1 2 0,-60-24 2 0,-12 48-3 0,-130-49 1 0,-1 86-7 0,-95 34-4 0,-59 48-70 0,285 12 23 0</inkml:trace>
  <inkml:trace contextRef="#ctx0" brushRef="#br0">15576 17932 18 0,'-12'-13'18'0,"-11"13"13"0,23 0-14 0,35-12-6 0,48 12-4 0,13 12-4 0,-1-12 2 0,-47-12 1 0,-48-13 2 0,-12-9-3 0,-12 10-2 0,12 11-3 0,12 13-2 0,36 25-1 0,0 10-1 0,-36 13 2 0,-60-1-22 0,-23 1-73 0</inkml:trace>
  <inkml:trace contextRef="#ctx0" brushRef="#br0">14147 17777 21 0,'-12'0'14'0,"-1"-13"14"0,13 13-11 0,61-12 0 0,34 0-11 0,0-1-3 0,-47 3 0 0,-60-26-1 0,-35 48-2 0,11 47 5 0,24 25-5 0,-1-13-5 0,13 12-3 0,-11-23-38 0,-1-24-11 0</inkml:trace>
  <inkml:trace contextRef="#ctx0" brushRef="#br0">14457 17978 14 0,'0'0'14'0,"0"12"6"0,25 1-5 0,-2-13-10 0,24-13 2 0,-11-22 0 0,-12-1 6 0,-36 24-4 0,-13 0 4 0,-11 24-9 0,13 36-4 0,12 0-3 0,22-1 2 0,12-11-5 0,2-14-1 0,11-22-55 0,-1 0 20 0</inkml:trace>
  <inkml:trace contextRef="#ctx0" brushRef="#br0">14861 17859 17 0,'0'-11'13'0,"0"22"6"0,-34 1 5 0,-3 36-12 0,25-1-12 0,24-10-1 0,36-14-2 0,-12 25 7 0,-36-24 16 0,-13-1-13 0,-10 1-7 0,-13-11-36 0,24-50-38 0</inkml:trace>
  <inkml:trace contextRef="#ctx0" brushRef="#br0">15099 17622 40 0,'0'-13'24'0,"-11"97"41"0,-25 34-59 0,11 3-9 0,25-16-4 0,25-68 9 0,11-3-41 0,35-34-32 0,-35-58 54 0</inkml:trace>
  <inkml:trace contextRef="#ctx0" brushRef="#br0">15195 17836 12 0,'0'0'7'0,"-47"-25"21"0,11 14-1 0,48 11-12 0,59 0-12 0,60-12-74 0,-107 1 52 0</inkml:trace>
  <inkml:trace contextRef="#ctx0" brushRef="#br0">2549 13478 24 0,'0'-13'24'0,"0"-21"-13"0,0 34 7 0,0 0 1 0,12 47 24 0,11 61-33 0,-12 34-2 0,14 1 1 0,-25-24-5 0,0-48-1 0,11-10-3 0,-11-50 5 0,0-47 5 0,-11-23-8 0,-1-12 0 0,12-13-3 0,0 13 2 0,0 0-1 0,0-2 1 0,0-22-1 0,0 24 1 0,0-13-1 0,0 26-1 0,12-3 2 0,-1 14 0 0,14 11-1 0,11 12-2 0,-13 24 0 0,13 13 2 0,23 10-1 0,1 13-2 0,-12 10 3 0,-36 15 1 0,-48 10 2 0,-48-11-1 0,14-13-6 0,33-35-73 0,26-12 0 0</inkml:trace>
  <inkml:trace contextRef="#ctx0" brushRef="#br0">3740 12954 63 0,'0'-48'16'0,"11"25"-13"0,-22-2 0 0,-14 25 10 0,-11 0 6 0,-35 60-4 0,-24 47-11 0,24 36-1 0,11 12-2 0,37-13 4 0,11 2 0 0,35-25-2 0,25-1-2 0,0-34 0 0,22-24 1 0,26-36 1 0,-36-24-13 0,-37 0-56 0,2-13-9 0</inkml:trace>
  <inkml:trace contextRef="#ctx0" brushRef="#br0">3860 13371 42 0,'-13'-36'16'0,"13"11"-12"0,0 25 17 0,0 0-3 0,24 61-3 0,35 22-12 0,13-22 1 0,-1-40-1 0,-12-21 2 0,-11-46-2 0,-12-38-2 0,-13 13 0 0,-10 0 0 0,-13 35 2 0,-13 36-4 0,-10 48 6 0,-13 82 1 0,12 13-4 0,12-1 1 0,12-46-4 0,0-24-25 0,12-35-84 0</inkml:trace>
  <inkml:trace contextRef="#ctx0" brushRef="#br0">4405 13741 78 0,'0'0'4'0,"0"-13"-2"0,13 13-1 0,35-12 2 0,23-24 3 0,-11-24-1 0,-37 13-3 0,-10 35 4 0,-37-13 8 0,-1 25-5 0,-9 13-3 0,-14 35-2 0,23 23 2 0,2 2-1 0,23-27-2 0,36-10 0 0,24-13-1 0,-1-23-4 0,0-11-40 0,13-25-56 0</inkml:trace>
  <inkml:trace contextRef="#ctx0" brushRef="#br0">5026 13502 54 0,'-12'-24'16'0,"12"11"-7"0,-13 2 5 0,13 11-10 0,-11 0 9 0,-1 0 5 0,-24 24-9 0,12 13-7 0,1 9-1 0,23-10-1 0,23-13 2 0,37 2-1 0,-12 10 0 0,-13 1 0 0,-35-11 6 0,-12-2 5 0,-36 0-4 0,-11-11-3 0,12-12-2 0,23-12-2 0,36-11-20 0,23 23-57 0,-11 0 11 0</inkml:trace>
  <inkml:trace contextRef="#ctx0" brushRef="#br0">5264 13002 60 0,'0'-12'6'0,"24"12"-2"0,11 71 32 0,13 84-7 0,0 71-14 0,-36-23-2 0,-36-61-1 0,-24-33-2 0,-23-51-3 0,11-45-4 0,12-26-2 0,37-11-35 0,22 11-110 0</inkml:trace>
  <inkml:trace contextRef="#ctx0" brushRef="#br0">3025 15157 93 0,'-24'-47'9'0,"12"47"-8"0,-11 47 23 0,23 24-4 0,0 12-3 0,10 13-7 0,-10-25-5 0,13-11-1 0,-13-36-1 0,-13-13 1 0,13-34 0 0,-10-49-4 0,-2-11 0 0,-24-13-1 0,0-22 2 0,24 10-1 0,24 24-1 0,36 50-1 0,23 21 2 0,-11 73-3 0,-24-12 3 0,-36 12 3 0,-36-13-3 0,-24 24-7 0,25-23-68 0,35-25-11 0</inkml:trace>
  <inkml:trace contextRef="#ctx0" brushRef="#br0">3656 14669 38 0,'-11'-36'14'0,"-2"0"-4"0,-11 24 28 0,-23 35-25 0,-1 98 0 0,1 92-4 0,-13 49-3 0,72-59-3 0,60-96 0 0,58-59-1 0,-22-60-22 0,-49-47-107 0</inkml:trace>
  <inkml:trace contextRef="#ctx0" brushRef="#br0">4013 14871 63 0,'0'-12'13'0,"-11"24"5"0,11 72 5 0,-12 34-15 0,12-22 0 0,0-25-3 0,0-46-3 0,12-14 1 0,-12-22 1 0,-12-26-3 0,0-10-1 0,0-24 0 0,12-1 0 0,0-11 1 0,12 12 0 0,-12 34-1 0,12 1 0 0,0 48 0 0,35 36 1 0,0 59-2 0,25 12 1 0,12-47 2 0,-25-49-1 0,-23-34 0 0,-12-73 1 0,-24-35-1 0,0-12 1 0,-12 36-1 0,12 72-1 0,0 10-14 0,24 85-124 0</inkml:trace>
  <inkml:trace contextRef="#ctx0" brushRef="#br0">4716 14989 53 0,'0'0'0'0,"-48"-23"44"0,25 46-16 0,11 14-22 0,12 34 4 0,23-11-5 0,13-13-3 0,0-11 0 0,12-11-1 0,-13-25 3 0,-11-50-4 0,-12-21 3 0,-1 12 0 0,-22 24 2 0,-14-1 0 0,-21-12 2 0,-2 12-4 0,12 36-3 0,12 48-22 0,1 24-76 0,23-62 60 0</inkml:trace>
  <inkml:trace contextRef="#ctx0" brushRef="#br0">4942 14430 45 0,'59'0'4'0,"25"119"39"0,-25 84-23 0,-34 11-6 0,-14-59-1 0,-22-36-3 0,-25-23-9 0,0-62-10 0,24-45-81 0,0 11 48 0</inkml:trace>
  <inkml:trace contextRef="#ctx0" brushRef="#br0">6228 13323 34 0,'0'0'0'0,"-13"-13"19"0,3 13 16 0,-2 0-18 0,47-11-10 0,73-36-4 0,-1 23-2 0,-24 12-24 0,-59 48-39 0,-24-24 32 0</inkml:trace>
  <inkml:trace contextRef="#ctx0" brushRef="#br0">6276 13454 34 0,'-36'0'11'0,"-35"24"8"0,59-12 10 0,60-48-17 0,71-12-8 0,23 25-28 0,-46 11-57 0</inkml:trace>
  <inkml:trace contextRef="#ctx0" brushRef="#br0">7120 12954 47 0,'-10'-25'15'0,"10"25"-12"0,-11-11 13 0,11 11 5 0,0-12-5 0,46 1-3 0,26-1-3 0,-1 24-3 0,-35 35-5 0,-36 1 0 0,-48 23 2 0,-11-23-3 0,59-23-1 0,59 21 0 0,36-10-3 0,-47 12 1 0,-84-2 7 0,-95 27-1 0,-1-38-9 0,98-35-64 0,58-35-4 0</inkml:trace>
  <inkml:trace contextRef="#ctx0" brushRef="#br0">7800 12680 113 0,'23'-48'12'0,"-10"1"-10"0,-37 106 19 0,-12 108-4 0,25 24-9 0,11-25-6 0,11-11-1 0,2-24-20 0,-13-49-81 0,0-82 60 0</inkml:trace>
  <inkml:trace contextRef="#ctx0" brushRef="#br0">8168 12858 87 0,'-22'-23'39'0,"10"23"-37"0,46 0 7 0,74-36-4 0,-1-10 3 0,-59 46 12 0,-60 82-5 0,-24 37-8 0,2 11-6 0,45-34-1 0,25-24-13 0,11-25-81 0,-35-47 29 0</inkml:trace>
  <inkml:trace contextRef="#ctx0" brushRef="#br0">8265 13155 109 0,'-12'-10'17'0,"35"-38"-1"0,132-12 6 0,48 25-22 0,-96 46-98 0,-95 1 54 0</inkml:trace>
  <inkml:trace contextRef="#ctx0" brushRef="#br0">6287 14823 93 0,'0'-12'3'0,"13"-11"-2"0,70 11-6 0,48-24-56 0,-106 36 43 0</inkml:trace>
  <inkml:trace contextRef="#ctx0" brushRef="#br0">6430 14978 43 0,'-36'11'14'0,"25"14"-4"0,47-50 12 0,84-34-22 0,34 0-45 0,-130 59 12 0</inkml:trace>
  <inkml:trace contextRef="#ctx0" brushRef="#br0">7217 14288 33 0,'0'0'8'0,"-25"-24"4"0,14 24 11 0,-1 0-5 0,12 0 2 0,12 24-7 0,12 11-6 0,-24 1-3 0,0 12-2 0,0-2 0 0,-13-9-1 0,13-13 0 0,13-1-1 0,45-11 0 0,27-24-1 0,-2-11-1 0,-36-38 2 0,-34-10 0 0,-13 37 1 0,-24 34 2 0,1 47-2 0,23 48-1 0,0-11 0 0,23 11-7 0,24-12-45 0,-11-47-19 0</inkml:trace>
  <inkml:trace contextRef="#ctx0" brushRef="#br0">7931 13942 59 0,'0'-96'32'0,"0"133"-28"0,-12 106 23 0,0 95-22 0,24-12-1 0,24-24-4 0,13-47-10 0,-38-36-68 0,-11-107 44 0</inkml:trace>
  <inkml:trace contextRef="#ctx0" brushRef="#br0">8253 14122 45 0,'-72'-25'23'0,"37"13"-2"0,57-12-8 0,110-11-10 0,11-13 3 0,-37 24 7 0,-81 24-5 0,-37 13 2 0,-23 46-5 0,23 37-4 0,24 46 2 0,10-11-3 0,14 0-3 0,-11-60-50 0,-14-47-37 0</inkml:trace>
  <inkml:trace contextRef="#ctx0" brushRef="#br0">8372 14359 102 0,'-12'-11'8'0,"-12"-39"10"0,131-8-3 0,107-14-11 0,-11 37-18 0,-143 24-80 0</inkml:trace>
</inkml:ink>
</file>

<file path=ppt/ink/ink15.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4584 7419 0 0,'-11'-13'0'0,"11"13"0"0,0 0 0 0,36 13 0 0,11-2 0 0,25-1 0 0,-35-10 0 0,-26 0 0 0,35-21 0 0,-33 21 0 0,-1 0 0 0,24 11 0 0,-36-11 0 0</inkml:trace>
  <inkml:trace contextRef="#ctx0" brushRef="#br0">6788 7346 1 0,'0'0'50'0,"-13"0"-43"0,13 0-5 0,0-11 0 0,0 11-1 0,0 0-1 0,36-13 0 0,0 1 1 0,35 12-1 0,-22 12 1 0,-2-12 0 0,-11 0 0 0,13 0-1 0,-15-12 1 0,-22 12-1 0,-1 0-1 0,14 0 2 0,-14 0-1 0,2-12 0 0,-13 12 0 0,12 0 0 0,0 0 0 0,-12 0 1 0,0 0-1 0,12 0-1 0,-12 0 0 0,0 0-2 0,0 0-1 0,0 12-53 0</inkml:trace>
  <inkml:trace contextRef="#ctx0" brushRef="#br0">1762 15764 30 0,'0'0'0'0,"0"0"4"0,13-24-28 0</inkml:trace>
  <inkml:trace contextRef="#ctx0" brushRef="#br0">4704 7834 36 0,'0'-13'14'0,"0"13"-7"0,0-34 1 0,0 22-3 0,-24-24 14 0,-47 0-10 0,-12 12-6 0,-48 24-1 0,-12 24-1 0,12 23 1 0,-12 37-3 0,-12 24 6 0,36 22-3 0,47 0 0 0,60-9 4 0,71-3 3 0,37-22-2 0,59-37-2 0,59-22 1 0,47-37-3 0,14-71-1 0,-84 21 0 0,-1-32 1 0,-130-2 3 0,-37-23-2 0,-10-48-1 0,-37-11 5 0,-36 48 1 0,-118-14-6 0,-97 109-4 0,-58 69-48 0,190 2-50 0</inkml:trace>
  <inkml:trace contextRef="#ctx0" brushRef="#br0">5097 13205 17 0,'13'-13'35'0,"-13"-11"-24"0,-25 24-10 0,-11 0 2 0,-12-34 2 0,12-16 2 0,-34 16-1 0,-14 9-6 0,-23 2 1 0,0 11 0 0,0 1 6 0,0 34-2 0,-12 25-4 0,-1 11-3 0,25 0 0 0,24 1 2 0,35 11 2 0,24 24 2 0,12 13 0 0,72-13-2 0,58-12 2 0,61-35-1 0,23-12-1 0,1-25 1 0,-49-11-1 0,-23-47 2 0,-24-24-1 0,-11-37-1 0,-50-23 1 0,-45-11-1 0,-26 0 2 0,-69 10 3 0,-49 25-4 0,-12 59-4 0,-36 84-44 0,96-1-32 0</inkml:trace>
  <inkml:trace contextRef="#ctx0" brushRef="#br0">4835 17204 8 0,'23'-95'42'0,"-23"60"-28"0,-36 10-5 0,0-9 1 0,-22 9-4 0,-25-10 7 0,-1 23-2 0,-23 12-6 0,-24 35-3 0,-12 2-3 0,0 22 0 0,-13 12-1 0,-21 12 1 0,58-36-1 0,34 24-1 0,63 2-1 0,34 9 5 0,47 14-4 0,48 24-4 0,48-26-1 0,24-23 2 0,11-10 1 0,25-26 2 0,-13-23 3 0,-47-24 4 0,-36-34 5 0,-48-27 2 0,1-34 0 0,-1-48 3 0,-46-46-12 0,-74 57 10 0,-83 37-2 0,-69 59-8 0,-37 48-50 0,178 0-21 0</inkml:trace>
  <inkml:trace contextRef="#ctx0" brushRef="#br0">12242 9119 37 0,'12'-23'14'0,"0"-12"-9"0,12-12 3 0,-24-3 4 0,-24 16-3 0,-37-3 0 0,-45 14-5 0,-37 23-1 0,-25 0-3 0,15 48 0 0,-3 35 1 0,38 12 2 0,34 36 1 0,73 24-3 0,58-24 0 0,72-23-2 0,48-13 2 0,47-35 1 0,36-49-1 0,12-35-1 0,-35-59 1 0,-73-47 0 0,-95-50-1 0,-70-10 1 0,-108 58 2 0,-96 73 1 0,-70 71-6 0,23 83-89 0</inkml:trace>
  <inkml:trace contextRef="#ctx0" brushRef="#br0">12647 13657 36 0,'59'-37'12'0,"-36"26"-8"0,-23-12 11 0,-58 10-7 0,-50-11-2 0,-35 1-3 0,-35 12 4 0,-13 45 2 0,25 37-2 0,47 25-1 0,71 47-5 0,60 12-4 0,46-13 2 0,50-21 2 0,35-27 0 0,36-35 0 0,47-47 1 0,-11-47 2 0,-38-49 0 0,-69-59-2 0,-60-47 2 0,-60-1-1 0,-83 72 17 0,-97 36-15 0,-33 47-10 0,11 36-116 0</inkml:trace>
</inkml:ink>
</file>

<file path=ppt/ink/ink16.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558 7415 38 0,'0'0'14'0,"-9"10"-3"0,0-2 5 0,9-8 0 0,0 0-8 0,18 0 0 0,34 0-2 0,25 0-3 0,16 0 5 0,-15-8 2 0,-27 8 2 0,-34-10-4 0,-8 10-6 0,-9 0-29 0,9 10-72 0</inkml:trace>
  <inkml:trace contextRef="#ctx0" brushRef="#br0">1904 7466 51 0,'0'-8'16'0,"0"0"0"0,0 8-17 0,26 0 3 0,25-9 7 0,35 1 4 0,8 8-9 0,-25 0-2 0,-26 0-1 0,-35 0 1 0,-8 8 3 0,0-8-3 0,-8 0-16 0,-1 25-85 0</inkml:trace>
  <inkml:trace contextRef="#ctx0" brushRef="#br0">3549 7381 20 0,'-17'0'14'0,"8"0"-3"0,1 0 2 0,0 0-9 0,8 0 9 0,16 0-2 0,53-9-10 0,42 9-1 0,18-8 2 0,8 8-1 0,-26 8 3 0,-42 1-4 0,-60 8 0 0,-9-17 2 0,-9 0-2 0,1 9-30 0,8-1-4 0</inkml:trace>
  <inkml:trace contextRef="#ctx0" brushRef="#br0">5402 7425 11 0,'-9'8'13'0,"-8"-8"-7"0,8 0-4 0,9 0 26 0,0 0-14 0,-26 0-11 0,10 8-1 0,-1-8 6 0,17 0 1 0,8 0-7 0,35 0 2 0,43 0 0 0,33 0-1 0,2 0-3 0,-18 0 3 0,-52 0 1 0,-34 9-2 0,-17-9-20 0,-8 16-47 0</inkml:trace>
  <inkml:trace contextRef="#ctx0" brushRef="#br0">6637 7356 65 0,'0'0'13'0,"0"0"-10"0,-9 8-3 0,9-8 1 0,25 8 0 0,53-8 2 0,8 0 3 0,33 0 1 0,-8 0-6 0,-24 0 3 0,-53-8 3 0,-34 8-1 0,-8 0-7 0,-1 0-84 0</inkml:trace>
  <inkml:trace contextRef="#ctx0" brushRef="#br0">10765 2298 6 0,'0'-12'21'0,"-12"0"-10"0,12-1 5 0,23 2-2 0,-10 11 0 0,35 0-5 0,-12 61 7 0,-1 21-1 0,12 25-3 0,26-23-5 0,-14-26-1 0,-35-8-2 0,-24-27-1 0,0-12 0 0,0-22-25 0,12-25-57 0,-12 12 32 0</inkml:trace>
  <inkml:trace contextRef="#ctx0" brushRef="#br0">11146 2227 35 0,'-35'0'5'0,"-37"59"8"0,-12 60 24 0,2 36-14 0,-2-48-9 0,48-36-7 0,25-35-8 0,22-24-60 0,12-35 0 0</inkml:trace>
  <inkml:trace contextRef="#ctx0" brushRef="#br0">11588 2405 59 0,'0'-12'5'0,"0"1"-3"0,106 22 4 0,-34-11-4 0,-1 12-10 0,12-12-44 0</inkml:trace>
  <inkml:trace contextRef="#ctx0" brushRef="#br0">11647 2596 45 0,'-48'0'16'0,"24"12"-13"0,107-24 0 0,47 0-5 0,62 12-53 0</inkml:trace>
  <inkml:trace contextRef="#ctx0" brushRef="#br0">12683 2131 24 0,'0'0'30'0,"-24"48"-18"0,12 47 11 0,-12 13-3 0,0-3-7 0,12-21-7 0,12-36-3 0,24-25-2 0,36-23-43 0,34-23-18 0,-81 12 38 0</inkml:trace>
  <inkml:trace contextRef="#ctx0" brushRef="#br0">12491 2357 70 0,'-34'-23'7'0,"-3"23"-4"0,133-12-2 0,35 12-11 0,36 0-58 0</inkml:trace>
  <inkml:trace contextRef="#ctx0" brushRef="#br0">12897 2512 36 0,'0'0'0'0,"-12"12"1"0,60-12 0 0,23-12 1 0,12-23-1 0,-11-1-1 0,-48 0-1 0,-36 0 2 0,-36 12 7 0,-11 24 3 0,23 12-4 0,12 47-4 0,-12 2 2 0,12 10 0 0,24-35 0 0,48-1-1 0,24-23-3 0,11-12-1 0,12 0-26 0,-12-12-9 0,-70 1 14 0</inkml:trace>
  <inkml:trace contextRef="#ctx0" brushRef="#br0">13540 2393 16 0,'-12'-11'10'0,"-24"11"-4"0,24 0 13 0,-23 34-7 0,22 16-6 0,38-4-3 0,22 2-1 0,-23-12-2 0,-24-1 9 0,-36-11 3 0,-11 0-9 0,11-24-26 0,23-37-21 0,13 37 22 0</inkml:trace>
  <inkml:trace contextRef="#ctx0" brushRef="#br0">13873 2096 66 0,'-71'23'13'0,"-1"108"-2"0,37 1 9 0,35-2-15 0,46-34-19 0,26-62-68 0</inkml:trace>
  <inkml:trace contextRef="#ctx0" brushRef="#br0">13683 2405 55 0,'-13'-36'10'0,"13"24"-13"0,156-23-23 0,-49 24-2 0</inkml:trace>
  <inkml:trace contextRef="#ctx0" brushRef="#br0">14874 2500 18 0,'23'-13'22'0,"1"-21"-15"0,-36-14 15 0,0 48-15 0,-58 24-5 0,-39 24-1 0,-21 12 3 0,81-13-1 0,74 0-2 0,82-36-7 0,12-22-15 0,-12-36 16 0,-35-60-2 0,-36-36 2 0,-24 24 9 0,-24 47 1 0,24 35-3 0,-2 62 7 0,-20 71 2 0,-14 59-5 0,-12-13-3 0,36-47-15 0,12-59-45 0</inkml:trace>
  <inkml:trace contextRef="#ctx0" brushRef="#br0">15444 2453 17 0,'0'0'3'0,"-11"-37"6"0,11-22 0 0,0 13 0 0,-23 21-1 0,-25 25 2 0,-12 25 5 0,-23 46-3 0,23 13-3 0,36-13-3 0,48-37-1 0,48-21-2 0,-1-49-3 0,-11-12 0 0,-24 48-1 0,-36 37 1 0,12-3 3 0,22-9 2 0,51-13-2 0,34-60-1 0,-12-46-2 0,-12-50-4 0,-13-47-9 0,3 24 10 0,-49 83 2 0,-48 50 3 0,-48 57 1 0,-23 61 3 0,-1 23 0 0,61 36 2 0,23-1-5 0,47-34-2 0,37-37 1 0,-2-58 1 0,14-38-3 0,-1-21-1 0,0-4-2 0,-36-9 1 0,-34 13 1 0,-25 9-1 0,-25 24 1 0,-9 13 1 0,-14 0 0 0,0 25 1 0,12 23 0 0,13 23 0 0,23-23 1 0,47-24-1 0,2-24-1 0,-2 35 0 0,-12-10-1 0,-24-25-29 0,-22-25-25 0,-24-10 15 0</inkml:trace>
  <inkml:trace contextRef="#ctx0" brushRef="#br0">15968 2012 71 0,'36'-36'23'0,"96"24"-19"0,47 36 9 0,-38-11 11 0,-116-13-15 0,-60 0-33 0,-13 0-76 0</inkml:trace>
  <inkml:trace contextRef="#ctx0" brushRef="#br0">10837 4132 10 0,'0'0'12'0,"0"-12"5"0,-12 0-4 0,12 12-8 0,12-13-1 0,0 2 1 0,-12 11 4 0,0-12-4 0,0 12-4 0,0 0 20 0,0-11-18 0,0 11 5 0,0 0 4 0,0 0-7 0,-12 0 0 0,12 0 0 0,0 0-2 0,0 11-3 0,0 25 4 0,-12 35 7 0,0 37-4 0,-12 10-3 0,0 1-1 0,12-35-1 0,1-24 1 0,-1-13-1 0,12-35 0 0,0-12 5 0,-13-59-5 0,2-1 0 0,-1-24-1 0,1 13-1 0,-2-11 1 0,13-15-1 0,0-11 0 0,24 37-1 0,-1 12-2 0,-10-12 1 0,10 35 1 0,0 13-1 0,38 10-1 0,-15 13 2 0,3 36-1 0,-13 12 2 0,-36 11 0 0,-13-11 2 0,-23-12 0 0,-10-13 1 0,-14 0-3 0,0 2-5 0,-10 0-66 0,45-14-10 0</inkml:trace>
  <inkml:trace contextRef="#ctx0" brushRef="#br0">11837 3785 36 0,'0'-23'32'0,"0"23"-29"0,0-11-1 0,0 11 5 0,0-12 6 0,0 12-6 0,-24 12 6 0,-35 35-6 0,-25 13-3 0,-11 11 0 0,12 48 7 0,-2 49-4 0,14 21-3 0,35 14-1 0,36-38-1 0,49-21 1 0,34-60 2 0,12-36-5 0,-34-14 6 0,-38-21 1 0,-23-13-2 0,0-36-4 0,-12 12-12 0,1 12-56 0,22-11-26 0</inkml:trace>
  <inkml:trace contextRef="#ctx0" brushRef="#br0">11909 4227 19 0,'0'0'17'0,"0"-24"-6"0,22 12 2 0,-22 0 0 0,0 12 5 0,0-13-3 0,0 50 2 0,0 34-9 0,0 13 0 0,0-13 4 0,-22 13-5 0,22-37-3 0,0-10-1 0,11-14-1 0,25-12 1 0,0 1-1 0,11-12-1 0,-23 0 0 0,12 0 0 0,-12 0-5 0,12-12-30 0,-13 1-33 0,-11-1 5 0</inkml:trace>
  <inkml:trace contextRef="#ctx0" brushRef="#br0">11909 4442 58 0,'0'0'4'0,"-13"-13"2"0,73 13 5 0,12-12 6 0,-1 12-8 0,-11 0-10 0,-25-12-16 0,-35-1-38 0,0 13 31 0</inkml:trace>
  <inkml:trace contextRef="#ctx0" brushRef="#br0">12016 4143 63 0,'-24'-23'17'0,"24"11"-15"0,47-12 2 0,13 24 8 0,12-12 3 0,-25 12-9 0,-23 0-5 0,-12 0-2 0,-12 12-22 0,12-1-57 0</inkml:trace>
  <inkml:trace contextRef="#ctx0" brushRef="#br0">12516 4321 15 0,'0'0'12'0,"-12"0"13"0,12 0-12 0,0-11 2 0,0 11 3 0,12 0-15 0,24-12 0 0,11 12 0 0,-11 0 0 0,-12 0-2 0,-12-11-1 0,0 11-9 0,-12 0-26 0,10 11-25 0</inkml:trace>
  <inkml:trace contextRef="#ctx0" brushRef="#br0">12480 4489 38 0,'0'0'11'0,"-12"0"-4"0,24 0 13 0,24-13-8 0,11 2-4 0,13 11-5 0,-12 0-1 0,-13-12-2 0,-12 12-38 0,-10 0-9 0</inkml:trace>
  <inkml:trace contextRef="#ctx0" brushRef="#br0">12944 4072 24 0,'0'0'8'0,"0"-11"14"0,0 11-5 0,12 0-3 0,12 0-5 0,0 23-4 0,0 13-2 0,-1-1 0 0,25-24-2 0,12 2 1 0,-12-13-1 0,-13-24-1 0,-11-11-1 0,-1-1 1 0,-23 0-1 0,13-1 2 0,-13 16-1 0,0 8 0 0,0 13 0 0,12 0 0 0,-24 0 0 0,-1 24 1 0,2 23 2 0,-14 48 7 0,2 24 2 0,-12 1-5 0,11-26-2 0,0-46-1 0,24-36-5 0,0-12-56 0,24-12-20 0</inkml:trace>
  <inkml:trace contextRef="#ctx0" brushRef="#br0">13385 4442 38 0,'-12'0'15'0,"12"0"-8"0,48-13 6 0,-1 1-5 0,25 0-4 0,-35-1-2 0,-16-8 1 0,-21 8 2 0,-10-11 3 0,-1 11-2 0,-2 13-3 0,-11 0-1 0,-24 25 1 0,24 0-2 0,1 21 1 0,23-10 3 0,23 0 1 0,13-12-2 0,24-24-2 0,-13 0-18 0,1-12-44 0,-24 12 29 0</inkml:trace>
  <inkml:trace contextRef="#ctx0" brushRef="#br0">13969 4274 44 0,'0'-12'23'0,"0"0"-19"0,-13 12 9 0,-10 0 5 0,-1 0-6 0,-12 12-6 0,12 13-4 0,1-2-1 0,23-12-1 0,23 14 0 0,37 11 0 0,-13-1 0 0,-22-10-1 0,-37-2 4 0,-12-12 11 0,-36-11-2 0,1-11-8 0,35 11-4 0,24 0-39 0,11 0-62 0</inkml:trace>
  <inkml:trace contextRef="#ctx0" brushRef="#br0">14445 3751 46 0,'0'0'12'0,"-24"59"-3"0,0 108 23 0,-11 59 10 0,10 0-25 0,14-47-5 0,11-60-8 0,-12-23-3 0,-1-73-8 0,2-46-67 0,11-2 5 0</inkml:trace>
  <inkml:trace contextRef="#ctx0" brushRef="#br0">14682 4120 49 0,'0'0'0'0,"13"-25"13"0,46 14 5 0,-23 11 13 0,1 36 0 0,22 35-18 0,12 12-8 0,-23-11-3 0,-13-26-1 0,-12-9 0 0,-23-24-25 0,0-26-66 0,-11 13 56 0</inkml:trace>
  <inkml:trace contextRef="#ctx0" brushRef="#br0">15052 4120 72 0,'-25'0'15'0,"-21"71"1"0,-2 0 16 0,-24 1-18 0,13-14-9 0,35-21-4 0,0-13-27 0,13-24-81 0</inkml:trace>
  <inkml:trace contextRef="#ctx0" brushRef="#br0">15242 3798 49 0,'13'0'12'0,"58"12"-5"0,24 59 28 0,-11 96 8 0,-60 59-25 0,-36 1-7 0,-36-73-1 0,-34-57-2 0,-15-51-2 0,2-34-3 0,24-49-9 0,46 3-56 0,14 34-41 0</inkml:trace>
  <inkml:trace contextRef="#ctx0" brushRef="#br0">20055 4084 5 0,'0'0'0'0,"23"-12"4"0,24 1-9 0</inkml:trace>
  <inkml:trace contextRef="#ctx0" brushRef="#br0">20197 4036 2 0,'0'0'0'0,"11"0"30"0,-11 0-1 0,0-12-9 0,-11-1 1 0,11 13-2 0,0 50 4 0,-12 32-13 0,0 14-7 0,0-14 1 0,12-45 0 0,0-24-2 0,0-13 4 0,0-37-4 0,-13-47-3 0,13-11 4 0,-11-24-3 0,11 23-2 0,24 25 3 0,23 24-1 0,-11 23 0 0,24 11 0 0,-13 26 0 0,-23 58 1 0,-36 13 3 0,-35-13 2 0,-25-23-1 0,13-25-4 0,-14-10-15 0,16-1-46 0,57-12-37 0</inkml:trace>
  <inkml:trace contextRef="#ctx0" brushRef="#br0">20960 3429 71 0,'23'-48'15'0,"-23"37"1"0,-36 34 16 0,-48 72-9 0,13 108-15 0,0 35-5 0,47-12-2 0,35-47-1 0,49-60 1 0,-13-36 0 0,13-72 1 0,-36-45-2 0,-24 10-17 0,0-12-56 0,-12 25 7 0</inkml:trace>
  <inkml:trace contextRef="#ctx0" brushRef="#br0">21066 3940 54 0,'0'0'0'0,"-13"-59"24"0,13 47 7 0,-11 12-2 0,11 12-16 0,0 60-3 0,-12 11-1 0,-1 1-3 0,13-25 2 0,0-22-5 0,13-3-1 0,10-22 0 0,26-12-1 0,-2-23 0 0,13-13-1 0,-13 12-3 0,-23 11-16 0,1 2-32 0,-14-12-46 0</inkml:trace>
  <inkml:trace contextRef="#ctx0" brushRef="#br0">21017 4061 82 0,'-23'-13'9'0,"59"1"-2"0,48-23 8 0,23 11-8 0,0 12-6 0,-60 0-10 0,-47-1-37 0,0 13-2 0</inkml:trace>
  <inkml:trace contextRef="#ctx0" brushRef="#br0">21114 3835 68 0,'-12'0'8'0,"-12"-37"9"0,36-10 2 0,35 23-7 0,25 0-9 0,11 24-2 0,-23 0-27 0,-37 24-57 0</inkml:trace>
  <inkml:trace contextRef="#ctx0" brushRef="#br0">21590 3917 96 0,'0'0'2'0,"-13"0"2"0,38-11 0 0,34-2 3 0,25 13-8 0,-1 0-40 0,-71 0-4 0</inkml:trace>
  <inkml:trace contextRef="#ctx0" brushRef="#br0">21602 4048 66 0,'-36'13'11'0,"11"-2"0"0,38-11-4 0,70-24-12 0,36 0-69 0</inkml:trace>
  <inkml:trace contextRef="#ctx0" brushRef="#br0">22137 3762 56 0,'0'-11'28'0,"-23"-1"-13"0,10 58 2 0,-10 50 11 0,-1 24-18 0,24-26-9 0,0-57-33 0,11-26-36 0,-11-22 19 0</inkml:trace>
  <inkml:trace contextRef="#ctx0" brushRef="#br0">22042 3739 42 0,'0'-25'19'0,"0"2"-3"0,12 23 6 0,-1 0 9 0,25 71-17 0,36 13-6 0,-24 10-3 0,11-33-3 0,-11-14-6 0,-12-47-39 0,-12-37-25 0,-12 27 38 0</inkml:trace>
  <inkml:trace contextRef="#ctx0" brushRef="#br0">22495 3691 57 0,'0'0'0'0,"-24"-48"30"0,24 35-16 0,0 74 17 0,-12 46-14 0,-1 1-14 0,13-24-5 0,25-26-51 0,-14-34-37 0</inkml:trace>
  <inkml:trace contextRef="#ctx0" brushRef="#br0">22709 3869 58 0,'12'-23'18'0,"-12"23"-14"0,13 47 12 0,-13 25 2 0,0-13-12 0,34-22-1 0,2-37 0 0,0-50-1 0,-36-21 10 0,-47 24-1 0,-25 35-8 0,24 12-12 0,48 25-70 0,12-14 11 0</inkml:trace>
  <inkml:trace contextRef="#ctx0" brushRef="#br0">23294 3322 66 0,'0'-23'26'0,"-13"-2"-16"0,26 97 13 0,-13 141 6 0,0 74-17 0,11-25-7 0,-11-83-2 0,-11-84 0 0,-14-72-21 0,25-82-83 0,0 34 69 0</inkml:trace>
  <inkml:trace contextRef="#ctx0" brushRef="#br0">23400 3620 17 0,'0'-11'14'0,"-13"-26"6"0,26 13 8 0,-13 12-3 0,24 35-10 0,-1 48-8 0,1 13-4 0,24-36-1 0,-1-12-1 0,13-36-1 0,-36-36 1 0,-1-12 0 0,-23-11 0 0,13 13-1 0,-13 9 1 0,0 37-1 0,0 24 0 0,-24 35 2 0,12-23 2 0,1-13-1 0,-2-10-1 0,1-1-1 0,12-12 0 0,12-12 0 0,-12-1-1 0,0 13 0 0,0 0-1 0,-12 0-20 0,-12 13-49 0,24-13 18 0</inkml:trace>
  <inkml:trace contextRef="#ctx0" brushRef="#br0">23436 3609 15 0,'0'0'11'0,"0"-13"14"0,0 13 6 0,-24-12-3 0,-1 12-13 0,14 0-12 0,11 12 2 0,0-12 3 0,36 34-4 0,23 39-2 0,13 22-1 0,-13 0 2 0,12-11-1 0,-23-25-1 0,-12-23 2 0,-12-24 0 0,-24-12-1 0,0 0 1 0,12-12-3 0,-12-24-15 0,0 1-43 0,-12-13-10 0,12 35 48 0</inkml:trace>
  <inkml:trace contextRef="#ctx0" brushRef="#br0">23793 3572 15 0,'0'0'0'0,"-12"-13"10"0,24-10-7 0,0 12 9 0,-24 34 25 0,-49 49-17 0,-9 35-4 0,10 12-3 0,13 0 0 0,-1-36-4 0,-1-23-4 0,27-13-2 0,-2 1-1 0,12-35 1 0,12-13-3 0,-13-25-23 0,13-23-56 0,13 13 24 0</inkml:trace>
  <inkml:trace contextRef="#ctx0" brushRef="#br0">23900 3310 37 0,'-12'-11'3'0,"-1"-26"-2"0,62 14-2 0,-2 12 11 0,-23 11 4 0,-12 11 7 0,-12-1 0 0,0-10-11 0,11 25-7 0,14 11 1 0,22 12 2 0,13 48-4 0,23 34-1 0,-24 60 1 0,-46 47 5 0,-85-32 6 0,-23-87-1 0,-12-35-1 0,12-47-2 0,34-24-6 0,25-12-2 0,14-36 1 0,22 12-13 0,0-10-45 0,0 21-56 0</inkml:trace>
  <inkml:trace contextRef="#ctx0" brushRef="#br0">21935 4739 23 0,'36'-37'-5'0,"-12"26"-7"0</inkml:trace>
  <inkml:trace contextRef="#ctx0" brushRef="#br0">10670 5191 50 0,'-24'-12'18'0,"12"12"-6"0,48-12-1 0,70 12 3 0,86-13-4 0,117 3-1 0,96-1-7 0,95 11 0 0,11 0 11 0,-45 11-2 0,-48-11-1 0,-62 0 2 0,-35 10-7 0,-47 3-3 0,-71-13 0 0,-144 0-1 0,-47 0 2 0,-24 0-6 0,-24 0-25 0,-154 12-94 0</inkml:trace>
  <inkml:trace contextRef="#ctx0" brushRef="#br0">11015 5346 82 0,'-71'-12'7'0,"-36"12"-5"0,71 0 7 0,36 0-2 0,82-12-3 0,146-12 7 0,165-11-1 0,154 35-6 0,73 0-2 0,-13 0-2 0,-108 12 7 0,-176-1 10 0,-169-22-3 0,-118-1 5 0,-48 0-13 0,1-1-16 0,-2 26-132 0</inkml:trace>
  <inkml:trace contextRef="#ctx0" brushRef="#br0">10395 6525 64 0,'-23'-48'9'0,"0"-11"6"0,12 11 26 0,11 25-15 0,0 34-16 0,21 60 3 0,4 60-6 0,-1-13-3 0,-24-21 1 0,12-39-1 0,-12-45 1 0,-12-37 4 0,12-70-7 0,-13-38 2 0,2-12-4 0,11 2 2 0,36 47-3 0,24 47 1 0,-2 36-2 0,-9 49-1 0,-37 58 2 0,-60-1 2 0,-72-23 1 0,14 2-10 0,58-38-64 0,36-22-28 0</inkml:trace>
  <inkml:trace contextRef="#ctx0" brushRef="#br0">11300 5929 98 0,'0'0'0'0,"-11"-59"11"0,-1 34 6 0,12 25-5 0,-47 71 9 0,-49 84-7 0,-34 61-6 0,34 10-6 0,96-24-2 0,83-84 3 0,13-22-1 0,11-24-1 0,-58-48-1 0,-38-24-31 0,-11-48-108 0</inkml:trace>
  <inkml:trace contextRef="#ctx0" brushRef="#br0">11277 6370 64 0,'0'-12'7'0,"-23"-24"7"0,23 11 2 0,23 15-4 0,0 33 14 0,13 37-13 0,24 11-11 0,12-35-1 0,-1-24 0 0,-11-36-2 0,-37-23 3 0,2-37-2 0,-25 13-1 0,0 11 2 0,-25 36 0 0,25 48 5 0,-23 83 4 0,12 24-5 0,-14 1-3 0,-11-14-6 0,1-34-58 0,35-60-27 0</inkml:trace>
  <inkml:trace contextRef="#ctx0" brushRef="#br0">11730 6678 53 0,'0'0'0'0,"-12"13"17"0,12-1-3 0,12-24 2 0,46-1-5 0,3-8-7 0,-1-16-1 0,-38 13-1 0,-9-24 1 0,-26 13 14 0,-9 24-1 0,-14 11-7 0,-13 23-4 0,3 25-1 0,34-37-4 0,-60 133 4 0,84-97-3 0,36-12 1 0,11-12-2 0,-12-23-22 0,13-23-62 0,-36 12 21 0</inkml:trace>
  <inkml:trace contextRef="#ctx0" brushRef="#br0">12278 6560 68 0,'0'-24'11'0,"24"13"-12"0,-14-1 17 0,-32 12 3 0,-26 12 4 0,11 23-11 0,26 1-11 0,47 0-1 0,24 10-1 0,-13-9 1 0,-36-1 5 0,-47-25 11 0,-22 2-10 0,-2-26-7 0,37 2-53 0,23 11-41 0</inkml:trace>
  <inkml:trace contextRef="#ctx0" brushRef="#br0">12647 5941 78 0,'0'-12'6'0,"-12"72"7"0,12 130 36 0,-36 83-26 0,0 14-13 0,25-61-5 0,11-95-2 0,11-59-17 0,-11-84-104 0,-11 12 79 0</inkml:trace>
  <inkml:trace contextRef="#ctx0" brushRef="#br0">12861 6287 79 0,'0'-11'3'0,"47"11"2"0,1 46 30 0,0 50-4 0,12-1-22 0,-1-12-5 0,-23-22-11 0,-24-40-38 0,-24-31-59 0</inkml:trace>
  <inkml:trace contextRef="#ctx0" brushRef="#br0">13135 6358 41 0,'0'-36'29'0,"-12"24"-13"0,-35 60 30 0,-49 46-15 0,24 2-19 0,49-24-10 0,23-14-15 0,23-21-75 0,-23-37 40 0</inkml:trace>
  <inkml:trace contextRef="#ctx0" brushRef="#br0">13266 6013 111 0,'0'-24'4'0,"23"48"-5"0,37 84 28 0,12 105-7 0,-36 37-7 0,-48-12-5 0,-167 12 18 0,48-213-20 0,24-26-2 0,47-35-6 0,48-13-66 0,12 27-37 0</inkml:trace>
  <inkml:trace contextRef="#ctx0" brushRef="#br0">14278 6406 62 0,'0'0'0'0,"-11"-12"58"0,34 12-43 0,72-13-8 0,13 13-5 0,-26 0-11 0,-45 13-60 0,-37-13 28 0</inkml:trace>
  <inkml:trace contextRef="#ctx0" brushRef="#br0">14290 6596 85 0,'-36'0'3'0,"1"24"0"0,70-37 9 0,61-21-10 0,82 9-18 0,-47 13-65 0</inkml:trace>
  <inkml:trace contextRef="#ctx0" brushRef="#br0">15444 6310 94 0,'-23'-23'15'0,"0"58"-10"0,12 37 30 0,-14 23-20 0,25-36-5 0,0-34-4 0,-12-25 3 0,12-37-4 0,0-70-4 0,12 0 0 0,0 0 0 0,1 0-1 0,10-24 2 0,0 70-4 0,37 51 0 0,23 45-1 0,-36 37 5 0,-22 23-1 0,-61-36 1 0,-47-11-1 0,-48-12-5 0,59 0-52 0,60-26-65 0</inkml:trace>
  <inkml:trace contextRef="#ctx0" brushRef="#br0">16386 5774 79 0,'-12'-47'31'0,"0"23"-16"0,12 11-11 0,-36 86 18 0,-47 80-10 0,0 63-2 0,34 10-8 0,62-82 1 0,70-2-1 0,13-95 2 0,-61-35-1 0,-24-37-20 0,-22 4-109 0,11 8 93 0</inkml:trace>
  <inkml:trace contextRef="#ctx0" brushRef="#br0">16577 6121 62 0,'0'0'9'0,"0"-25"-2"0,24 13 13 0,-24-1 1 0,0 13-6 0,11 0-3 0,-11 0 8 0,36 37-14 0,35 47-3 0,26 11-1 0,-27 12 2 0,-22-24 0 0,-2-35-2 0,3-25-2 0,-37-23-15 0,-12 0-33 0,-12 0-61 0</inkml:trace>
  <inkml:trace contextRef="#ctx0" brushRef="#br0">17124 6132 49 0,'0'0'0'0,"-59"-11"54"0,-1 69-33 0,-11 50 8 0,-13-14-13 0,1-10-6 0,23-24-8 0,37-25-10 0,10-22-61 0,13-26-1 0</inkml:trace>
  <inkml:trace contextRef="#ctx0" brushRef="#br0">17433 5822 107 0,'0'0'0'0,"-11"12"10"0,-1 131 26 0,-12 95-19 0,12-35-6 0,-1-48-6 0,13-60-3 0,-10-60-149 0</inkml:trace>
  <inkml:trace contextRef="#ctx0" brushRef="#br0">17814 5977 68 0,'0'-24'12'0,"37"0"-5"0,-3 11 11 0,-9 63 10 0,11 44-16 0,23 1-9 0,-11-58 0 0,-12-50-2 0,11-70 1 0,-11-13-2 0,-12 49 1 0,-12 23-1 0,-12 61 5 0,-24 45 1 0,-12 49-3 0,1-13-1 0,11 3-6 0,12-37-50 0,12-50-47 0</inkml:trace>
  <inkml:trace contextRef="#ctx0" brushRef="#br0">18315 6381 83 0,'-13'-11'25'0,"-23"-1"-25"0,97 1 0 0,-14-26 1 0,1 3 0 0,-12 9 1 0,-36 13 4 0,-13-1-2 0,13 2-2 0,-11 11 11 0,-12 24 0 0,-14 24-8 0,26 23-4 0,22-23 0 0,37-25 2 0,-12-23 2 0,23-59-2 0,1 11-4 0,12 36 0 0,-13 24-2 0,1 47 4 0,-48-34 0 0,-24-2 2 0,-73-23-18 0,3-23-68 0,70 11 24 0</inkml:trace>
  <inkml:trace contextRef="#ctx0" brushRef="#br0">19030 5715 62 0,'11'59'38'0,"61"144"-3"0,-14 46-16 0,-58-34-15 0,-34-108 1 0,-50-59-10 0,36-37-104 0</inkml:trace>
  <inkml:trace contextRef="#ctx0" brushRef="#br0">19863 6121 131 0,'0'0'0'0,"-23"-25"17"0,23 37-17 0,47 12-31 0,-11-12-65 0</inkml:trace>
  <inkml:trace contextRef="#ctx0" brushRef="#br0">20255 6071 69 0,'-11'0'17'0,"-36"84"-9"0,35-13 5 0,35-34 0 0,-12-24-6 0,2-50-1 0,-13-47-3 0,-24-71 0 0,13-47 0 0,22 119 6 0,13 47-8 0,35 36-1 0,13 36 1 0,-35 60 3 0,-37-12 1 0,-73-26 1 0,-35-34-4 0,14-12-29 0,70-12-50 0,35-23 26 0</inkml:trace>
  <inkml:trace contextRef="#ctx0" brushRef="#br0">20911 5548 81 0,'12'-34'15'0,"-60"45"-3"0,-48 72 18 0,-47 72-21 0,61 11-2 0,82-35-3 0,82-12-3 0,50-59-11 0,-13-36-64 0,-83-24 12 0</inkml:trace>
  <inkml:trace contextRef="#ctx0" brushRef="#br0">21066 5703 44 0,'12'-24'30'0,"12"24"-9"0,-12 0-6 0,-2 61-2 0,15-3-9 0,11 2 0 0,35-12-2 0,12-38-1 0,1-20-3 0,-24-62 3 0,-48 1 0 0,-24 35 1 0,-12 24 5 0,-12 83 1 0,0 38-5 0,1-4-2 0,11 16-19 0,1-16-97 0</inkml:trace>
  <inkml:trace contextRef="#ctx0" brushRef="#br0">21518 6144 53 0,'0'0'0'0,"-23"0"6"0,33-12-3 0,51-12 7 0,-1-13 6 0,-25 3-3 0,-23 10-2 0,-12-12-2 0,-12 25-4 0,1 11 0 0,-13 34 2 0,-12 26-2 0,12 1-4 0,12-27 0 0,12-22 0 0,36 0 2 0,11-36-2 0,0 13-4 0,14-25 0 0,-2-12 3 0,2 36 0 0,-15 12-1 0,-35 73 7 0,-11-15-1 0,-23-22 0 0,-11-12-1 0,9-24-15 0,13-13-74 0,12 13 43 0</inkml:trace>
  <inkml:trace contextRef="#ctx0" brushRef="#br0">22054 5525 89 0,'11'-11'6'0,"74"93"17"0,22 73 4 0,-60 60-23 0,-71-49-3 0,-71-72-12 0,-71-33-105 0</inkml:trace>
  <inkml:trace contextRef="#ctx0" brushRef="#br0">15255 7096 60 0,'0'-37'17'0,"71"27"-17"0,72-14 22 0,202 0 1 0,84 11-12 0,107 2-9 0,118-25-3 0,97 1 0 0,34 12 4 0,-23 23 6 0,-59-13-5 0,-84 26-1 0,-142 21-1 0,-179-10 1 0,-155-11-2 0,-119-26-21 0,-120 1-91 0</inkml:trace>
  <inkml:trace contextRef="#ctx0" brushRef="#br0">18148 7358 140 0,'0'0'0'0,"-23"24"1"0,23 71 8 0,0 12 7 0,-12-23-4 0,-1-49-7 0,13-22 1 0,0-84 0 0,13-84-4 0,10-48-2 0,13 96-1 0,24 83 1 0,-1 59-1 0,-12 25 1 0,-47-1 2 0,-82-11-2 0,-14 0-35 0,49-14-113 0</inkml:trace>
  <inkml:trace contextRef="#ctx0" brushRef="#br0">18851 7132 52 0,'0'0'0'0,"0"-36"26"0,-48 60-4 0,-47 70 2 0,-12 38-11 0,47 12-7 0,72-39-4 0,95-44-2 0,36-49-27 0,0-24-55 0,-120 12 53 0</inkml:trace>
  <inkml:trace contextRef="#ctx0" brushRef="#br0">18946 7322 15 0,'12'-12'11'0,"60"-11"18"0,-1 46 13 0,-11 61-19 0,-1 23-17 0,-11-24-5 0,-24-22-18 0,-24-50-44 0,0-11 20 0</inkml:trace>
  <inkml:trace contextRef="#ctx0" brushRef="#br0">19232 7298 33 0,'0'0'0'0,"-25"-11"17"0,-21 46 19 0,-50 62-23 0,0-3-10 0,49-35-8 0,47-11-54 0,0-48 24 0</inkml:trace>
  <inkml:trace contextRef="#ctx0" brushRef="#br0">19446 7156 88 0,'12'-13'13'0,"59"38"-12"0,1 105 28 0,-60 37-19 0,-83-12-6 0,-72-48 1 0,-60-59-11 0,60-84-118 0</inkml:trace>
  <inkml:trace contextRef="#ctx0" brushRef="#br0">18208 7882 71 0,'-12'0'10'0,"-59"0"-9"0,35 12 0 0,36-24-1 0,47-12 1 0,13-23-1 0,71-48 3 0,119-49 0 0,108-9-4 0,21 9 2 0,-128 96 4 0,-203 35-3 0,-84 26 1 0,1-13-41 0,35-13-2 0</inkml:trace>
  <inkml:trace contextRef="#ctx0" brushRef="#br0">22126 5286 18 0,'-12'0'3'0,"-12"-11"4"0,-1-1 2 0,25-13 4 0,0 14 13 0,-11-1 3 0,11 24-17 0,-35 12-5 0,35 0-4 0,10-13 1 0,-10-22 2 0,0-13-1 0,-10-12 0 0,-14 25-3 0,24 11 0 0,12 0 0 0,0 0-2 0,-12-13 2 0,10 1 0 0,-10 12 0 0,0-12-2 0,0 12 0 0,0 12 0 0,0 0 1 0,0 1-1 0,0-13 2 0,-10 0-2 0,-2-37 2 0,12 14 0 0,0 12-2 0,0 22-2 0,22 24 3 0,-9-10-2 0,-1-14 1 0,-12-11 2 0,0-24 0 0,-12-13-4 0,12 37 4 0,0 0-4 0,12 37 3 0,12 10-2 0,-1 1 1 0,-23-36-2 0,13 36 2 0,-13 23 2 0,23-47-4 0,25-35 4 0,71-110 0 0,23-9-3 0,-10 47-1 0,-60 36 2 0,-37 34 0 0,-23 1 1 0,-12 12-2 0,0 12-2 0,-24 1-26 0,24-2-74 0,0-11 77 0</inkml:trace>
  <inkml:trace contextRef="#ctx0" brushRef="#br0">1822 9561 57 0,'0'-11'3'0,"0"-14"-2"0,24-23 9 0,-12 13 41 0,-12 22 0 0,0 61-31 0,0 71-10 0,13 1-4 0,10-13 0 0,1-60 1 0,-12-36-2 0,-12-11 5 0,-12-58-8 0,12-49-2 0,0-1 2 0,0-23-1 0,0-1 1 0,0 61-3 0,35 37 0 0,13 34-1 0,0 71 1 0,-1 0 3 0,-36 1-2 0,-57-13 1 0,-50-11-1 0,2-1-20 0,57-11-88 0,49-12 26 0</inkml:trace>
  <inkml:trace contextRef="#ctx0" brushRef="#br0">2595 9240 61 0,'0'-25'29'0,"0"-117"-7"0,13 46 34 0,-26 83-25 0,-45 157-18 0,-61 118-3 0,35 48-5 0,84-72-2 0,108-49-3 0,34-105 2 0,-34-84-5 0,-73-23-68 0,-22-1-52 0</inkml:trace>
  <inkml:trace contextRef="#ctx0" brushRef="#br0">3037 9370 66 0,'0'0'0'0,"-25"-35"34"0,25 24-7 0,25 22 9 0,35 49-12 0,34 34-14 0,2-10-6 0,-24-2-1 0,-38-21-2 0,-9-38-4 0,-25-11-27 0,0-37-55 0,-12-33 7 0</inkml:trace>
  <inkml:trace contextRef="#ctx0" brushRef="#br0">3393 9335 47 0,'13'-11'31'0,"-13"22"9"0,-47 83 11 0,-49 27-29 0,1 9-9 0,12-34-9 0,46-37-6 0,50-24-52 0,23-35-50 0</inkml:trace>
  <inkml:trace contextRef="#ctx0" brushRef="#br0">3871 9085 92 0,'0'0'0'0,"-24"-37"48"0,12 145-12 0,-12 94-15 0,12 24-11 0,12-59-4 0,24-60-2 0,-24-34-7 0,-24-50-55 0,12-35-76 0</inkml:trace>
  <inkml:trace contextRef="#ctx0" brushRef="#br0">4180 9240 70 0,'0'-25'7'0,"0"13"0"0,12 12 28 0,1 60 8 0,21 12-27 0,25-12-11 0,14-37-2 0,-3-35-1 0,-9-59 0 0,-37-24-1 0,0 35 0 0,-24 36 0 0,-13 60 5 0,-47 71-1 0,37 23-2 0,10-9-1 0,2-16-2 0,11-21-22 0,36-47-127 0</inkml:trace>
  <inkml:trace contextRef="#ctx0" brushRef="#br0">4704 9655 73 0,'0'0'16'0,"36"0"-14"0,35-11 12 0,-11-12 5 0,-13-25-6 0,-36 0-2 0,-22 0-3 0,0 13 8 0,-13 22-1 0,-1 26-7 0,-11 45-4 0,0 3-1 0,15 10-2 0,32-11 2 0,24-26-1 0,12-21 1 0,13-13-1 0,0-23 0 0,-1-25-1 0,14-12 1 0,-14 36-2 0,0-10 1 0,-35-3-1 0,-12 13 2 0,-12 12-3 0,0 12 1 0,0-11 1 0,-12 11-1 0,-12 11 1 0,-12 12 0 0,24 14-1 0,60-1 0 0,34 23 0 0,-21 1 0 0,-37-13 0 0,-60-23 5 0,-47-11-2 0,11-13-11 0,72-37-84 0,24 24-25 0</inkml:trace>
  <inkml:trace contextRef="#ctx0" brushRef="#br0">5502 9061 76 0,'23'0'24'0,"97"119"5"0,-13 107 29 0,-83 36-41 0,-84-60-3 0,-35-83-5 0,-1-59-6 0,13-60-24 0,60-24-156 0</inkml:trace>
  <inkml:trace contextRef="#ctx0" brushRef="#br0">667 11108 85 0,'0'0'4'0,"-12"0"12"0,-1 0 20 0,13 0-16 0,36 0 1 0,37 0-9 0,10 0-6 0,0-11-3 0,-47-12-2 0,-36 10 3 0,13 1-23 0,-13 12-67 0,0 12-4 0</inkml:trace>
  <inkml:trace contextRef="#ctx0" brushRef="#br0">751 11240 53 0,'-48'0'31'0,"12"10"9"0,36 3-11 0,72-26-9 0,59 3-8 0,-24-1-9 0,-48 11-12 0,-59 0-151 0</inkml:trace>
  <inkml:trace contextRef="#ctx0" brushRef="#br0">1846 11085 61 0,'0'-36'17'0,"0"36"20"0,0 12 11 0,0 83-24 0,12 12-12 0,1-23-6 0,10-26-1 0,-23-33-2 0,0-25 4 0,0-36-1 0,0-24-4 0,0 1 0 0,-12 0-1 0,-12-37-1 0,24-23 1 0,0 24-1 0,24 58-1 0,12 16 0 0,23 32-1 0,-11 60 1 0,-12 0 1 0,-36-23 4 0,-60-12-1 0,-59-1-2 0,35-35-25 0,73 0-151 0</inkml:trace>
  <inkml:trace contextRef="#ctx0" brushRef="#br0">6990 9513 94 0,'-11'-24'21'0,"70"24"-21"0,48-12 0 0,24-11-1 0,-24 23-20 0,-71 0-26 0,-36 0 16 0</inkml:trace>
  <inkml:trace contextRef="#ctx0" brushRef="#br0">6954 9705 41 0,'-11'0'7'0,"-14"11"-2"0,38-11 19 0,46-36-7 0,71 0-15 0,85 0-40 0,-167 24-1 0</inkml:trace>
  <inkml:trace contextRef="#ctx0" brushRef="#br0">8349 9001 99 0,'-13'-37'11'0,"13"62"-9"0,-24 82 32 0,-23 108-14 0,-37 200-10 0,60-283-8 0,24-48-18 0,11-61-36 0,61-130-40 0</inkml:trace>
  <inkml:trace contextRef="#ctx0" brushRef="#br0">8692 9037 77 0,'13'-23'15'0,"-13"10"14"0,-48 120 10 0,-11 130-26 0,35 14-8 0,12-96-2 0,12-48-2 0,-13-84-14 0,3-57-75 0,-2-3 28 0</inkml:trace>
  <inkml:trace contextRef="#ctx0" brushRef="#br0">7812 9073 90 0,'0'0'0'0,"-83"-48"4"0,95 12 5 0,119 1 8 0,154-13 5 0,120 24-15 0,-1 24-6 0,-129 11 0 0,-251-11-2 0,-131 13-45 0,58-1-27 0</inkml:trace>
  <inkml:trace contextRef="#ctx0" brushRef="#br0">9896 9477 105 0,'-12'0'-21'0,"12"0"-32"0,12 0 25 0</inkml:trace>
  <inkml:trace contextRef="#ctx0" brushRef="#br0">10622 9406 115 0,'0'-24'26'0,"0"24"-28"0,-12 0-9 0,24 0-99 0</inkml:trace>
  <inkml:trace contextRef="#ctx0" brushRef="#br0">11098 9370 88 0,'0'0'0'0,"-36"-12"-18"0,13-1-34 0</inkml:trace>
  <inkml:trace contextRef="#ctx0" brushRef="#br0">10193 9025 66 0,'0'0'22'0,"-23"83"20"0,-13 60-23 0,25-12-11 0,11-36-1 0,11-59-1 0,1-36-1 0,-24-59-1 0,-12-71-3 0,24-62 2 0,47 24 0 0,14 110-3 0,-2 58-2 0,13 48 1 0,-37 23 0 0,-35-11 1 0,-83-13-2 0,-36 13-28 0,83-37-71 0,36-11 66 0</inkml:trace>
  <inkml:trace contextRef="#ctx0" brushRef="#br0">10849 8811 78 0,'0'0'0'0,"0"-23"22"0,-73 69 23 0,-33 97-25 0,10 49-12 0,73-26-2 0,59-35-3 0,47-47-5 0,12-61-21 0,-23-46-121 0</inkml:trace>
  <inkml:trace contextRef="#ctx0" brushRef="#br0">11015 9180 123 0,'-24'-24'7'0,"13"24"-6"0,35 0-35 0,11 0-49 0</inkml:trace>
  <inkml:trace contextRef="#ctx0" brushRef="#br0">11300 9180 78 0,'0'0'4'0,"-11"0"-23"0,35-11-27 0</inkml:trace>
  <inkml:trace contextRef="#ctx0" brushRef="#br0">11599 9180 117 0,'-24'-11'13'0,"0"11"-14"0,36 0-105 0</inkml:trace>
  <inkml:trace contextRef="#ctx0" brushRef="#br0">11885 9180 104 0,'-12'0'16'0,"-1"0"-12"0,26 0-96 0</inkml:trace>
  <inkml:trace contextRef="#ctx0" brushRef="#br0">12148 8788 95 0,'0'-13'10'0,"23"-11"-7"0,60 119 26 0,-25 144-13 0,-58 46-8 0,-82-71-2 0,0-118 3 0,-15-71-11 0,49-50-138 0</inkml:trace>
  <inkml:trace contextRef="#ctx0" brushRef="#br0">2680 10668 97 0,'12'-48'6'0,"-12"-11"-4"0,0-14 8 0,-25 52 19 0,-22 79-11 0,-24 121-8 0,-13 83-3 0,50 1-2 0,55-87-2 0,76-44 0 0,10-96 1 0,-60-36-9 0,-35-47-70 0,-12 22-19 0</inkml:trace>
  <inkml:trace contextRef="#ctx0" brushRef="#br0">3132 10942 60 0,'0'-23'13'0,"59"-48"46"0,-34 46-45 0,22-11-3 0,-35 13-7 0,-12 10-1 0,-48 13-3 0,-47 47 5 0,0 14-5 0,59-1 1 0,47-13-2 0,50 24 1 0,21 0-1 0,-46-11 0 0,-59-24 6 0,-60-11-2 0,-13-14-2 0,73-22-48 0,23-2-69 0</inkml:trace>
  <inkml:trace contextRef="#ctx0" brushRef="#br0">3393 10990 46 0,'0'-12'15'0,"0"-13"12"0,0 14 14 0,13 22-24 0,-13 26-6 0,-13 10-5 0,13 13-4 0,13-25 0 0,23-11 0 0,12-24-2 0,-2 0-3 0,3-24 3 0,-14-11 1 0,-23-13-1 0,1 0 1 0,-2 25 1 0,-11 23-2 0,12 23 1 0,-24 25 0 0,1 11-1 0,34-22 1 0,60-37-1 0,13-13-1 0,-13-22 1 0,-47 23 0 0,-24 12 0 0,0 23 1 0,-12 1 1 0,0-24 0 0,-24-24 4 0,0-23-5 0,24 23 0 0,11 0-1 0,26 12-1 0,10 1 2 0,12 22 0 0,-46 25-2 0,-13 12 2 0,-13-1 0 0,26-23-1 0,22-24 0 0,26-24-1 0,-14-23 1 0,-1 11 0 0,-9-12 0 0,-1 25 0 0,-12 11 1 0,-1 12-1 0,-23 35 2 0,-13 13-1 0,-9-23 1 0,22-2-2 0,0-23 2 0,0-36 0 0,12-1-1 0,11-9 0 0,0 21-1 0,13 14-1 0,13 11 0 0,-14 24 1 0,-23 11 0 0,-12-12 0 0,11 2-1 0,14-13 0 0,11-12 0 0,-1-24 0 0,1 0 0 0,0-11 1 0,-12 10 1 0,-1 14-1 0,0-1-1 0,-10 24 0 0,-1 12 3 0,12 0-2 0,23-13 0 0,13 1 0 0,-1-24 1 0,-23-23 1 0,-12 11-2 0,-11 12 0 0,-2 1 1 0,-11 34-1 0,12 72 0 0,-12 60 0 0,-12 0-1 0,-24-24 0 0,12-72 2 0,-23-47 3 0,11-83-2 0,36-25 1 0,36 1-3 0,35 37-11 0,1-15-150 0</inkml:trace>
  <inkml:trace contextRef="#ctx0" brushRef="#br0">5716 10430 79 0,'-12'-24'36'0,"1"85"-25"0,-25 152 32 0,-12 97-32 0,12-50-3 0,36-128-1 0,-12-72-5 0,24-60-65 0,24-48-54 0</inkml:trace>
  <inkml:trace contextRef="#ctx0" brushRef="#br0">6038 10693 111 0,'-25'-13'18'0,"14"37"-10"0,35 11 15 0,24 13-19 0,35-24-2 0,0 0 0 0,-11-36-1 0,-26-47 0 0,-10-25 1 0,-11 24 0 0,-25 49 6 0,-25 58-3 0,-22 84 1 0,-13 24-4 0,24-23-1 0,49-50-8 0,47-59-69 0,-13-34-14 0</inkml:trace>
  <inkml:trace contextRef="#ctx0" brushRef="#br0">6502 11037 101 0,'-12'0'6'0,"12"12"3"0,12 0 21 0,48-24-23 0,-13-13-4 0,-11-21-1 0,-24-2 0 0,-12-23 0 0,-25 47-1 0,-9 24 4 0,-14 24 2 0,12 36-3 0,24-1-3 0,12 0 2 0,48-22-1 0,0-14-1 0,11-35 0 0,-11-24 0 0,-1 0-1 0,1-11-2 0,-24 23 4 0,-1 1-3 0,-10 10 2 0,-13 37-1 0,24 24 1 0,10 11-1 0,-9 1 4 0,-25-37 1 0,-12-11 1 0,-59-12-6 0,-14 0-33 0,62-24-94 0,23 1 95 0</inkml:trace>
  <inkml:trace contextRef="#ctx0" brushRef="#br0">6918 10488 80 0,'25'0'24'0,"70"73"-5"0,48 117 22 0,-25 108-28 0,-93-36-5 0,-73-118 8 0,-59-73-6 0,0-60-6 0,35-35-12 0,49-11-62 0,23 12-40 0</inkml:trace>
  <inkml:trace contextRef="#ctx0" brushRef="#br0">8004 11024 94 0,'0'0'3'0,"0"-11"22"0,0-1 26 0,-13 48-36 0,1 1-2 0,12-26-4 0,0-11 0 0,12-11-7 0,1-2-1 0,-13 13 1 0,34-24-45 0,14 11-111 0</inkml:trace>
  <inkml:trace contextRef="#ctx0" brushRef="#br0">9039 10787 111 0,'0'-23'8'0,"0"10"-6"0,12 73 27 0,-12 48-16 0,-12-26-5 0,12-34-2 0,12-36-1 0,0-36 1 0,-2-83-3 0,-20-72-3 0,20-23 1 0,3 83 0 0,10 47-2 0,49 72-2 0,12 48 3 0,-25 47 0 0,-82 1 1 0,-97 0-2 0,-10-25-44 0,106-48-70 0</inkml:trace>
  <inkml:trace contextRef="#ctx0" brushRef="#br0">9848 10144 140 0,'-23'13'16'0,"-108"142"-18"0,-12 58 13 0,59 60-11 0,96-70 3 0,95-48 0 0,48-95-9 0,-25-84-94 0,-117 11 55 0</inkml:trace>
  <inkml:trace contextRef="#ctx0" brushRef="#br0">10134 10538 52 0,'0'-25'15'0,"0"13"-3"0,0-1 8 0,12 26 4 0,-12 71 1 0,0 47-16 0,11-12-3 0,2-35-4 0,-1-61 3 0,12-46 2 0,11-73-3 0,1 37-4 0,0 46-2 0,0 73 2 0,10-12-1 0,15-25 1 0,-15-46 2 0,3-72 0 0,-26-60 0 0,2 13-1 0,-25 105-1 0,-12 37-2 0,12 48 0 0,23 46-4 0,25 27-3 0,11-27 4 0,-11-22-1 0,12-37 4 0,-2-35 3 0,14-46-2 0,-12-27 1 0,-24 14 0 0,-25-14 0 0,-34 27 1 0,-1 21-1 0,-11 25 1 0,-13 71 3 0,-1 13 0 0,15 0-2 0,34-26-1 0,24-45 2 0,47-60 0 0,-11 10-3 0,-49 26-1 0,-11 47 0 0,13 10 1 0,21-21 0 0,27-25 0 0,10-46 1 0,-11-15-3 0,-37-10 0 0,-23 11 3 0,-11 13-1 0,-1-13 1 0,12 36-2 0,-11 37-2 0,-2-2 5 0,1 1-1 0,12-1-1 0,0 14 0 0,25-2 0 0,9-11 1 0,25-1-1 0,1-11 0 0,-49 37 0 0,-11-13 1 0,-11 23-1 0,11-47 0 0,0 13 1 0,47-13 1 0,14-37-4 0,-2 3 2 0,-34 9 0 0,-2 0 0 0,1-9 1 0,35 22-2 0,-35 12 2 0,-36 46-1 0,0 27 2 0,-12-14-1 0,36-23 0 0,12-24 3 0,0-48-1 0,-12-12-2 0,12-11 0 0,-2 11-1 0,14 25 0 0,13 34-3 0,-13 25 2 0,-1 1 1 0,-35-14 1 0,12-12-1 0,12-34 3 0,24-13-4 0,-25 36 1 0,1 36-2 0,0-1 2 0,12 1-23 0,11-47-43 0,1-49 10 0,-48 49 29 0</inkml:trace>
  <inkml:trace contextRef="#ctx0" brushRef="#br0">12480 10216 107 0,'-12'59'10'0,"-12"144"20"0,0 35-15 0,-12-35-13 0,36-61-3 0,13-71-54 0,-13-58-23 0</inkml:trace>
  <inkml:trace contextRef="#ctx0" brushRef="#br0">12921 10228 69 0,'0'0'2'0,"-13"0"0"0,13 47 27 0,36 36-5 0,24-11-15 0,23-48-4 0,-35-36 1 0,12-72-2 0,-25-12-2 0,-23 73 5 0,-24 96 0 0,-11 32-4 0,-13 16-2 0,12-16-10 0,24-32-55 0,24-62-25 0</inkml:trace>
  <inkml:trace contextRef="#ctx0" brushRef="#br0">13314 10620 75 0,'0'0'0'0,"0"12"28"0,11 12-17 0,37-24 0 0,0-13-7 0,11-45-1 0,-23-2 0 0,-24 23-2 0,-24 37-1 0,0-10-1 0,-35 20 4 0,-1 40 2 0,35-16-3 0,13 26-2 0,49-12 1 0,-2-24 0 0,1-12 3 0,23-72-2 0,13-24-1 0,-25 25-1 0,-36 47 1 0,-23 24-3 0,13 24 3 0,46 12 0 0,-23-13 0 0,-36-11 2 0,-83 0-8 0,-12-36-75 0,83 0 15 0</inkml:trace>
  <inkml:trace contextRef="#ctx0" brushRef="#br0">13992 9931 102 0,'36'-13'2'0,"58"97"11"0,27 153 21 0,-74 62-25 0,-94-86 3 0,-74-70-7 0,27-71-14 0,70-85-83 0,24 2 40 0</inkml:trace>
  <inkml:trace contextRef="#ctx0" brushRef="#br0">14682 10454 79 0,'0'-12'42'0,"-23"12"-22"0,10 0 12 0,13 12-18 0,0 1-1 0,0-13-2 0,0 0-5 0,0 11-37 0,13-1-111 0</inkml:trace>
  <inkml:trace contextRef="#ctx0" brushRef="#br0">15791 10228 48 0,'0'-24'30'0,"-12"0"-4"0,12 24 14 0,0 59-25 0,0 60-7 0,0-23-4 0,0-25 0 0,-13-47 0 0,13-35 3 0,-11-97-4 0,-1-83-2 0,24 1-1 0,24 118 0 0,-1 60-2 0,37 60 0 0,-38 36 2 0,-68-13 1 0,-73 0-2 0,35-23-28 0,60-48-95 0</inkml:trace>
  <inkml:trace contextRef="#ctx0" brushRef="#br0">16612 9858 94 0,'48'-48'12'0,"-73"96"15"0,-82 119-4 0,-11 59-16 0,70-35-3 0,96-36-4 0,59-59 2 0,0-73-22 0,-60-23-110 0</inkml:trace>
  <inkml:trace contextRef="#ctx0" brushRef="#br0">16731 9989 68 0,'-12'0'9'0,"12"13"18"0,-23 58 10 0,23 47-27 0,-12-22-7 0,-1-37-3 0,2-35-24 0,-1-36-51 0,12-11 29 0</inkml:trace>
  <inkml:trace contextRef="#ctx0" brushRef="#br0">16660 10061 37 0,'0'-12'12'0,"11"-48"1"0,14 36 7 0,22 48 15 0,13 73-8 0,10 33-20 0,3-23-5 0,-26-24-2 0,1-59-19 0,-12-37-40 0,-1-58 2 0</inkml:trace>
  <inkml:trace contextRef="#ctx0" brushRef="#br0">17136 9954 62 0,'0'-36'20'0,"-36"60"4"0,13 83 6 0,-2 35-22 0,38 2-8 0,34-37-31 0,-23-61-62 0</inkml:trace>
  <inkml:trace contextRef="#ctx0" brushRef="#br0">17458 10323 108 0,'11'-11'4'0,"-11"22"-3"0,-23 36 24 0,-1 0-18 0,35-22-5 0,38-13 0 0,-2-12-1 0,0-48-2 0,-34-23 1 0,-37-25 0 0,-24 25 1 0,24 35-1 0,-11 36-2 0,10 59 0 0,14 37 2 0,22-25 0 0,62-35 1 0,10-24 0 0,36-48 0 0,-24-22 0 0,-35-26 0 0,-38 13-1 0,-22 21 1 0,-22 16-1 0,-14 22 0 0,0 37 0 0,12 9 0 0,35 14 0 0,62 0 0 0,-14 11-1 0,-48-11 1 0,-11-13 1 0,0-23-1 0,49-47 0 0,22-38 0 0,-12 15 0 0,-23 45-1 0,-36 38 2 0,12 34 1 0,0 1 2 0,12-25-3 0,-12-11 1 0,0-24 1 0,-12-48-1 0,0-11-1 0,36 0 1 0,11 35-3 0,-11 11 1 0,0 38-1 0,-25-2 2 0,-11 13 0 0,13-36 0 0,-2 0 2 0,13-36-1 0,12 13-2 0,0 11-1 0,-1-1 2 0,-11 26-2 0,0 11 1 0,12-1 0 0,0 25-1 0,23-35-1 0,13-2 1 0,-1 1-1 0,0-12-3 0,-11-23-3 0,-12-2 5 0,-37-23 3 0,-11 0 0 0,-11 1 0 0,-1 35 0 0,-1 12-1 0,-10-12 1 0,-1 24 0 0,-12 13 0 0,12-2 1 0,13 1 1 0,11 11 0 0,0 1-1 0,0-24 1 0,11-12 0 0,26-12-2 0,-3 24-1 0,-34-12 1 0,61 48 0 0,-14-48 0 0,37-36 1 0,-13-35-2 0,-23-25-3 0,-14-23-12 0,2-71-7 0,0 47 22 0,-23 131 17 0,-37 131 9 0,-37 59-17 0,61-11-4 0,72-37-6 0,-12-57-79 0,-48-62 24 0</inkml:trace>
  <inkml:trace contextRef="#ctx0" brushRef="#br0">20125 9537 65 0,'12'-37'23'0,"-60"133"20"0,-47 155-19 0,24 9-14 0,47-44-7 0,-1-85-2 0,25-72-38 0,36-59-83 0</inkml:trace>
  <inkml:trace contextRef="#ctx0" brushRef="#br0">20327 9799 53 0,'0'-36'21'0,"0"12"21"0,12 61-13 0,0 45-19 0,24 2-7 0,11-37 0 0,25-47-3 0,-12-58-2 0,-1-26-1 0,-23 24 4 0,-36 36-2 0,-25 71 2 0,-21 61 2 0,10-1 1 0,24 0-7 0,-12-11-37 0,24-25-64 0</inkml:trace>
  <inkml:trace contextRef="#ctx0" brushRef="#br0">20721 10168 72 0,'0'0'9'0,"24"-24"2"0,23 0 3 0,24-23-7 0,26-13-5 0,-63 24 2 0,-45 13 2 0,-37 11-3 0,0 12 6 0,12 35-4 0,25 24-2 0,-1 12-1 0,35-21-1 0,1-27 0 0,24-46 2 0,12-37-3 0,35-1-2 0,-24 61 0 0,-11 84 2 0,-13 0 5 0,-59-49-3 0,-23-23-4 0,-14-24-61 0,13-11 2 0</inkml:trace>
  <inkml:trace contextRef="#ctx0" brushRef="#br0">21541 9573 96 0,'13'23'2'0,"59"204"15"0,-37 36 13 0,-70-62-19 0,-73-82-8 0,-11-83-17 0,84-61-115 0</inkml:trace>
  <inkml:trace contextRef="#ctx0" brushRef="#br0">22126 10086 162 0,'-25'-13'3'0,"25"13"3"0,25 13 7 0,-25-26 0 0,-12 26-7 0,-1-13-2 0,13 0 1 0,13-25-4 0,-1 25-1 0,-24 12 0 0,-1 1-7 0,38-13-106 0,-14 0 48 0</inkml:trace>
  <inkml:trace contextRef="#ctx0" brushRef="#br0">4965 12372 49 0,'25'-37'27'0,"-14"13"3"0,-22 1 8 0,11 46-20 0,-12 59-6 0,24 15-8 0,-1-26-1 0,2-34 1 0,-13-26-3 0,0-11 9 0,0-95-8 0,-13-60 0 0,2-12-5 0,22 84 4 0,25 59-4 0,24 35 2 0,23 37 1 0,-47 25 2 0,-72-2 0 0,-83 0-5 0,-24 0-42 0,96-58-84 0</inkml:trace>
  <inkml:trace contextRef="#ctx0" brushRef="#br0">5693 11811 111 0,'23'-36'9'0,"-69"143"-12"0,-86 84 11 0,1 24-6 0,83-49 0 0,84-35-1 0,71-72 1 0,24-23-11 0,-60-36-44 0,-71 12-14 0</inkml:trace>
  <inkml:trace contextRef="#ctx0" brushRef="#br0">6062 12217 97 0,'12'-37'3'0,"-1"24"-3"0,25-21 12 0,0 10 9 0,0-12 0 0,-24 25-13 0,-36 11 2 0,-83 59-7 0,-13 12-3 0,85 12 0 0,70-23-1 0,85 11 0 0,-13 0-2 0,-73-23 5 0,-80-12 3 0,-49 1-4 0,23-37-24 0,60-25-88 0,12 13 78 0</inkml:trace>
  <inkml:trace contextRef="#ctx0" brushRef="#br0">6419 12669 99 0,'0'-13'24'0,"0"-11"-22"0,0-47 1 0,24-36 0 0,-12-36 2 0,-1-1-2 0,-11 50-1 0,0 58-2 0,0 24 0 0,12 12 2 0,-12 24 3 0,0-11-3 0,0 21 1 0,-12 62 4 0,1 34-2 0,22-22-4 0,13-36 0 0,25-26 1 0,10-33 1 0,0-37 0 0,-11-23-1 0,-14-25 0 0,-9 26 0 0,-14-4-1 0,-11 27-1 0,0 23 1 0,0-11-2 0,-11 11 1 0,11 0 0 0,0 0 0 0,0 0 0 0,-12 0 1 0,24 0-2 0,-1 0 0 0,2 34 1 0,-1 16 0 0,35-16 0 0,37-22 0 0,-48 0-1 0,-36 1 0 0,-49 10-8 0,26-23-60 0,23-12-4 0</inkml:trace>
  <inkml:trace contextRef="#ctx0" brushRef="#br0">6336 12037 111 0,'0'0'6'0,"0"-12"-2"0,47-1 10 0,96 3-17 0,36-14-119 0</inkml:trace>
  <inkml:trace contextRef="#ctx0" brushRef="#br0">6895 12490 45 0,'12'-13'8'0,"24"-10"10"0,-36 23-2 0,-25 12 12 0,-22 36-5 0,36-1-18 0,22-23-5 0,61-11-38 0,-1-26-50 0</inkml:trace>
  <inkml:trace contextRef="#ctx0" brushRef="#br0">7288 12406 66 0,'0'-13'18'0,"0"-8"-12"0,-12 32 15 0,-1 36-9 0,2-23-2 0,22 12-6 0,25-12-1 0,13-24-2 0,-14-24 5 0,-35-23-3 0,-35 10-1 0,-14 3 0 0,26 9-2 0,35 0-5 0,71 2 1 0,1 35 1 0,-36 36 7 0,-37 11 5 0,-11-23-3 0,0-36 0 0,12-11 1 0,36-60-4 0,0 21-2 0,-26 39-2 0,14 35-1 0,25 24 2 0,10-25 0 0,1-23 0 0,-1 0 1 0,-1-23-1 0,-9 23 0 0,-25-11-1 0,23-2 1 0,13-35 1 0,-37 0 0 0,-35 25 1 0,0 11-2 0,-12 1 0 0,1 11 0 0,-1-13 1 0,-1 13-2 0,2 13 1 0,-14-2-1 0,14-11 1 0,11 0 1 0,0 0 1 0,0 0-2 0,0 0 0 0,0 12-1 0,11 59 1 0,14 24 0 0,-1-24-1 0,-24-23 4 0,-36-12 0 0,0-24-9 0,36-48-49 0,36-35-56 0</inkml:trace>
  <inkml:trace contextRef="#ctx0" brushRef="#br0">8920 11656 121 0,'-11'0'3'0,"-38"180"20"0,13 80-8 0,24-9-8 0,12-84-6 0,12-83-1 0,12-97-57 0,-12-35-30 0</inkml:trace>
  <inkml:trace contextRef="#ctx0" brushRef="#br0">9170 11692 86 0,'0'0'2'0,"0"71"28"0,11 60-4 0,13-23-17 0,36-61-4 0,11-47 0 0,25-83-4 0,-38-47-3 0,-9 46 1 0,-37 72 0 0,-37 119 6 0,-11 37-1 0,13-14-3 0,0 0-10 0,-1-22-58 0,36-61-5 0</inkml:trace>
  <inkml:trace contextRef="#ctx0" brushRef="#br0">9622 12322 86 0,'0'-11'5'0,"36"-12"2"0,11-25 6 0,1 0-10 0,-23 12-2 0,-25 13 7 0,-25 11 7 0,1 0-3 0,12 24-5 0,-11 47-4 0,11-11-2 0,12-36 0 0,12 11 1 0,11 2-1 0,25-25 2 0,12-25-5 0,11-10 3 0,11-13-1 0,-10 35 2 0,-47 50 0 0,-25 22 1 0,-48 0-1 0,-11-34-20 0,47-25-57 0,12 0 18 0</inkml:trace>
  <inkml:trace contextRef="#ctx0" brushRef="#br0">10313 11656 138 0,'12'12'1'0,"58"95"1"0,26 84 23 0,-85 10-17 0,-69-46-2 0,-37-47-6 0,59-84-67 0,24-24-16 0</inkml:trace>
  <inkml:trace contextRef="#ctx0" brushRef="#br0">10837 12121 196 0,'0'0'0'0,"-24"-36"4"0,12 36-2 0,24 0-28 0,36 36-134 0</inkml:trace>
  <inkml:trace contextRef="#ctx0" brushRef="#br0">11788 12037 148 0,'-10'-25'20'0,"-14"86"-23"0,24 22 6 0,0-11-1 0,12-12 0 0,-12-37 0 0,0-35 4 0,-12-70-3 0,-24-62-2 0,12-47 1 0,36 61-1 0,36 59-2 0,35 71-1 0,11 71 0 0,-33 13 1 0,-97-26 2 0,-96 14-3 0,-10-26-52 0,107-46-43 0</inkml:trace>
  <inkml:trace contextRef="#ctx0" brushRef="#br0">12765 11359 127 0,'0'-12'31'0,"0"-35"-49"0,13 58 12 0,-13 12 5 0,-13 2 1 0,-10-25 6 0,-1 12 15 0,-47 47-3 0,-49 121-9 0,13 46-8 0,60 11-1 0,83-59 1 0,71-57-2 0,0-63-13 0,-1-58-79 0,-106-12 39 0</inkml:trace>
  <inkml:trace contextRef="#ctx0" brushRef="#br0">13135 11786 99 0,'0'-46'6'0,"-12"21"4"0,-24 25 16 0,-34 37-11 0,-3 47-8 0,26 10-5 0,83-12-2 0,59-21 0 0,36-25-3 0,-1-36-7 0,13-60 1 0,-59-59-14 0,-36-71 4 0,-35 23 19 0,-26 95 3 0,1 26 4 0,12 46 5 0,-12 46 6 0,0 84-4 0,-12 38-7 0,12-13-1 0,-12-60-5 0,24-59 3 0,48-84-1 0,34-48 0 0,-21 62-4 0,-13 81-1 0,11 24 0 0,13-23-10 0,-25-25-40 0,-10-23-36 0</inkml:trace>
  <inkml:trace contextRef="#ctx0" brushRef="#br0">14314 11894 102 0,'0'-35'33'0,"-24"12"-35"0,12-27 3 0,1 27 1 0,-13-12 9 0,-12 22-3 0,0 13-4 0,-23 37-3 0,11 22 0 0,-1 12-1 0,38 1 0 0,35-48 1 0,12-24 0 0,22-37 0 0,3 3-1 0,-50 21 0 0,2 1 0 0,-1 12 0 0,12 0 0 0,34 0 1 0,14 12-1 0,-12 1 0 0,-11 10 0 0,21 1-1 0,-34-24 1 0,-24 0 2 0,-12-24 0 0,-12-12-1 0,-1 1 0 0,73-13-1 0,12 12 0 0,-13 13 0 0,-35 23 1 0,-12 23 2 0,24 13-2 0,0 0-2 0,11-13-10 0,25 1-36 0,23-11-48 0</inkml:trace>
  <inkml:trace contextRef="#ctx0" brushRef="#br0">15421 11728 93 0,'0'-24'2'0,"23"-12"-3"0,-10 12 5 0,-26 11 17 0,-21-8-3 0,-14 8-8 0,36 13-9 0,-12 0 0 0,-12 13 6 0,-23 8 1 0,23 16-7 0,0 23 0 0,25-36-1 0,22-1 2 0,36-12-1 0,14-22 0 0,22-24-2 0,-35 35 3 0,-36 46-2 0,-12 62 3 0,-12 0-1 0,-24-25 2 0,-24-35-1 0,-36-37-21 0,38-46-120 0</inkml:trace>
  <inkml:trace contextRef="#ctx0" brushRef="#br0">15587 11763 78 0,'25'-23'42'0,"-1"23"-41"0,35 0 9 0,12-12-6 0,-11-24-3 0,-48 0 1 0,-71 24 11 0,-13 24-1 0,13 47-7 0,34 1-1 0,50 1-1 0,46-27-2 0,24-10-9 0,36-36-94 0,-108 0 55 0</inkml:trace>
  <inkml:trace contextRef="#ctx0" brushRef="#br0">16541 11216 172 0,'-13'71'-1'0,"-34"191"-2"0,35-25 2 0,-35-45 2 0,35-108-3 0,36-73-58 0,11-35-22 0</inkml:trace>
  <inkml:trace contextRef="#ctx0" brushRef="#br0">16779 11311 45 0,'24'-48'26'0,"-11"35"12"0,8 74 1 0,4 70-27 0,22-36-8 0,13-47 0 0,0-60-1 0,-1-72-2 0,-23-34-1 0,-24 70 1 0,-36 84 0 0,-23 71 1 0,23 24 1 0,-1-24-2 0,2-25-31 0,23-32-93 0</inkml:trace>
  <inkml:trace contextRef="#ctx0" brushRef="#br0">17195 11752 69 0,'36'-12'12'0,"60"-13"-10"0,-26-22 16 0,-45 0-5 0,-25 23 14 0,-25 12-5 0,-11 24-14 0,2 22-6 0,10 16-1 0,24-27 0 0,36-12 1 0,47-34-1 0,12 23-3 0,-23 60 1 0,-49-1 1 0,-34-23 0 0,-25-36-6 0,0-36-57 0,24-35-23 0</inkml:trace>
  <inkml:trace contextRef="#ctx0" brushRef="#br0">17839 11229 100 0,'12'21'4'0,"12"218"28"0,11 0-7 0,-106-49-17 0,-24-35-65 0,72-119-27 0</inkml:trace>
  <inkml:trace contextRef="#ctx0" brushRef="#br0">18351 11728 187 0,'0'-13'3'0,"0"-10"-7"0,-36 35-139 0</inkml:trace>
  <inkml:trace contextRef="#ctx0" brushRef="#br0">2930 13896 94 0,'-48'-25'10'0,"36"13"3"0,48 24 2 0,83-12-9 0,47-12-7 0,-10-1-64 0,-97 13-1 0</inkml:trace>
  <inkml:trace contextRef="#ctx0" brushRef="#br0">2882 14049 42 0,'0'0'0'0,"-142"36"35"0,105-24-8 0,85-12 0 0,107-12-18 0,47 24-44 0,-94-12-49 0</inkml:trace>
  <inkml:trace contextRef="#ctx0" brushRef="#br0">4704 13741 38 0,'-24'-13'8'0,"24"1"-5"0,-12 12 11 0,12-12 4 0,12 12 0 0,24-24-9 0,34 24 5 0,15 36-3 0,-49 12-6 0,-60 23 1 0,-37-10-4 0,15-3 0 0,46-34-2 0,59 12 0 0,24 22 2 0,-47 3-3 0,-168 22 4 0,38-59-5 0,82-37-48 0,61-10-31 0</inkml:trace>
  <inkml:trace contextRef="#ctx0" brushRef="#br0">5335 13799 100 0,'24'-24'11'0,"-1"48"10"0,-82 144 7 0,-48 92-24 0,12-9 1 0,59-60-2 0,36-60-1 0,0-60-55 0,0-71-42 0</inkml:trace>
  <inkml:trace contextRef="#ctx0" brushRef="#br0">5538 14359 29 0,'0'0'16'0,"0"-11"-3"0,0 11 6 0,0-13-1 0,12 1-2 0,11 12-5 0,1-12-4 0,0 12 5 0,0 0-3 0,1 12-4 0,21 0 0 0,2 24 0 0,-36 35 0 0,-48 13-2 0,-34-25-1 0,33-36-1 0,61 27-2 0,23 21 3 0,-35 0 1 0,-47-24 0 0,-61-47-2 0,36-47-20 0,73-1-75 0,-13 48 48 0</inkml:trace>
  <inkml:trace contextRef="#ctx0" brushRef="#br0">7252 13787 64 0,'0'-12'26'0,"47"36"1"0,61 36-13 0,-12-2-12 0,-62-8-34 0,-45-39-48 0</inkml:trace>
  <inkml:trace contextRef="#ctx0" brushRef="#br0">7478 13741 60 0,'-23'0'69'0,"-25"105"-46"0,-35 27-16 0,11-25-14 0,61-36-119 0</inkml:trace>
  <inkml:trace contextRef="#ctx0" brushRef="#br0">8515 13515 40 0,'0'0'8'0,"-48"0"-4"0,36 0 12 0,12-37 1 0,12 24 4 0,0 2-7 0,0-1-6 0,36 12 0 0,11 0 1 0,24 12 1 0,-47 49-4 0,-61-3-1 0,-46 14-2 0,35-37-2 0,49-11 0 0,35 24-1 0,-13-1 0 0,-46 0 4 0,-74-10-2 0,3-37-16 0,70-48-40 0,83-23-32 0</inkml:trace>
  <inkml:trace contextRef="#ctx0" brushRef="#br0">9039 13442 84 0,'47'-36'24'0,"1"13"22"0,-73 130-25 0,-69 94-13 0,-1-9-5 0,47 10-3 0,24-10-6 0,24-39-65 0,0-130-9 0</inkml:trace>
  <inkml:trace contextRef="#ctx0" brushRef="#br0">9265 13896 62 0,'0'0'3'0,"-13"-37"15"0,13 13 11 0,25 1-8 0,11-2-5 0,-1 13-10 0,1 12-4 0,0 12 2 0,-2 24 2 0,-34 12-1 0,-22 11-2 0,-38 12-2 0,36-11-2 0,72 1-2 0,10-3 3 0,-33-22 3 0,-72 0 5 0,-84 0-6 0,35-1-5 0,61-23-67 0,35 1-12 0</inkml:trace>
  <inkml:trace contextRef="#ctx0" brushRef="#br0">10646 13406 92 0,'0'-12'30'0,"12"12"-22"0,47 71 8 0,13 25-13 0,-12-12-5 0,-36-61-27 0,-36-34-33 0,0-26 21 0</inkml:trace>
  <inkml:trace contextRef="#ctx0" brushRef="#br0">10837 13431 60 0,'-12'-13'37'0,"-24"49"16"0,-11 71-35 0,-25 0-16 0,1-11-26 0,35-25-104 0</inkml:trace>
  <inkml:trace contextRef="#ctx0" brushRef="#br0">11289 13252 69 0,'11'-47'8'0,"14"22"13"0,23 0 4 0,-1 25-8 0,25 25-7 0,-25 34-4 0,-47 1-1 0,-47 1-1 0,-25-3 0 0,25-22-3 0,10 0 1 0,37-24 0 0,13-12 4 0,45-24-3 0,39 0-10 0,46 1-36 0,-2-14-76 0</inkml:trace>
  <inkml:trace contextRef="#ctx0" brushRef="#br0">12016 13264 93 0,'-24'46'37'0,"-12"4"-26"0,-83 163 3 0,24-34-7 0,35-24-7 0,25-36-32 0,35-60-89 0</inkml:trace>
  <inkml:trace contextRef="#ctx0" brushRef="#br0">12063 13799 25 0,'0'0'19'0,"-12"-47"-17"0,12 11 14 0,12 24 6 0,24-1 9 0,0 2-17 0,0 11-12 0,-13 24 0 0,1 36 0 0,-24-1 2 0,-36-23-1 0,25-12-1 0,11 10-3 0,34 27 1 0,-9 22 1 0,-61-35 3 0,-71-35-3 0,36-38-26 0,47-11-91 0</inkml:trace>
  <inkml:trace contextRef="#ctx0" brushRef="#br0">13421 13121 83 0,'0'0'3'0,"36"34"20"0,35 27 6 0,-1 22-21 0,2-11-7 0,-47-49-36 0,-37-11-68 0</inkml:trace>
  <inkml:trace contextRef="#ctx0" brushRef="#br0">13707 13097 79 0,'0'0'0'0,"-84"71"27"0,-23 48-13 0,0-12-9 0,36-23-14 0,35-26-90 0</inkml:trace>
  <inkml:trace contextRef="#ctx0" brushRef="#br0">14362 13121 35 0,'0'0'16'0,"-12"-12"-7"0,12 0 10 0,0-12 13 0,12-24-2 0,11 25-10 0,25 0-16 0,12 10-2 0,-1 37-1 0,-11 47 0 0,-48 23 1 0,-61-10 0 0,-9-24 0 0,-2-24 3 0,37-11-1 0,35-14 0 0,59-11-1 0,36-11-9 0,60-14-56 0,-48 0-37 0</inkml:trace>
  <inkml:trace contextRef="#ctx0" brushRef="#br0">15135 13109 96 0,'-11'12'17'0,"-86"143"-7"0,-21 47 4 0,-13-12-12 0,24-35-10 0,95-71-46 0,24-74-18 0</inkml:trace>
  <inkml:trace contextRef="#ctx0" brushRef="#br0">15231 13502 24 0,'0'0'0'0,"0"-24"18"0,11 11 10 0,2-10-1 0,22 23-10 0,1 23-6 0,-24 48-4 0,-24 13-2 0,-12-24-3 0,24-24-1 0,48 23-2 0,-11 25 1 0,-62-26 7 0,-95-21-4 0,-10-37-10 0,58-37-51 0,59 16-14 0</inkml:trace>
  <inkml:trace contextRef="#ctx0" brushRef="#br0">16231 12954 138 0,'0'-12'10'0,"48"36"-11"0,59 71 1 0,-12 12-4 0,-48-47-41 0,-47-60-42 0</inkml:trace>
  <inkml:trace contextRef="#ctx0" brushRef="#br0">16505 12966 98 0,'-24'13'32'0,"-47"69"-7"0,-36 37-15 0,11-35-21 0,72-25-60 0,24-47 0 0</inkml:trace>
  <inkml:trace contextRef="#ctx0" brushRef="#br0">17136 12621 121 0,'0'-23'20'0,"0"34"-24"0,-24 96 19 0,-11 35-6 0,10-21-10 0,14-16-65 0,-1-80 1 0</inkml:trace>
  <inkml:trace contextRef="#ctx0" brushRef="#br0">17517 12740 164 0,'-59'95'7'0,"-72"107"5"0,-1 0-3 0,-58 108-62 0,178-250-54 0</inkml:trace>
  <inkml:trace contextRef="#ctx0" brushRef="#br0">17565 13252 88 0,'0'0'0'0,"0"-36"36"0,0 12 11 0,11 12-26 0,14 0-15 0,34 12-4 0,2 37-1 0,-50 22 1 0,-35 12 1 0,-24 0-2 0,12-35 0 0,48 12-1 0,36 11-1 0,0 37 1 0,-48-25 1 0,-96-35 9 0,-47-36-7 0,11-11-6 0,50-2-46 0,57 1-99 0</inkml:trace>
  <inkml:trace contextRef="#ctx0" brushRef="#br0">19446 13145 109 0,'-12'-24'5'0,"36"12"17"0,36-13 0 0,35 25-4 0,36 0-8 0,-12 0-7 0,-24-11-13 0,-59-1-46 0,-36-12-32 0</inkml:trace>
  <inkml:trace contextRef="#ctx0" brushRef="#br0">19458 13287 152 0,'-36'0'3'0,"0"0"2"0,72 12 13 0,96-12-10 0,34 0 4 0,-59-12-7 0,-83 1-4 0,-24-13-40 0,-24 11-92 0</inkml:trace>
  <inkml:trace contextRef="#ctx0" brushRef="#br0">21066 12632 72 0,'0'-34'5'0,"12"-16"9"0,-12 27 17 0,0 23-8 0,0 73 2 0,-25 57-13 0,2 25-6 0,10-25-3 0,2-22 0 0,-1-49-2 0,1-34 2 0,-1-25 2 0,12-60-2 0,23-24-3 0,13 36 1 0,24 14-3 0,-1 21 2 0,13 72-1 0,-25 13 1 0,-35-1 0 0,-60-11 4 0,-35-24 1 0,-13-13 4 0,49-23-3 0,35-11-3 0,1-26-1 0,22-10-10 0,-11 23-25 0,12 11-81 0</inkml:trace>
  <inkml:trace contextRef="#ctx0" brushRef="#br0">22482 5786 10 0,'-11'0'5'0,"-25"12"11"0,11-12 6 0,25-24 3 0,36-10-4 0,13-3-9 0,22-22-6 0,36 0-4 0,-12 9-2 0,1 4 0 0,-26 21-1 0,-21 2 1 0,-26-1 1 0,-23 12 0 0,0-11 0 0,-23-13 0 0,10 36-1 0,-57-37 3 0,34 37-3 0,12-11 1 0,24 11-2 0,24 0 1 0,36 24-2 0,11 24 2 0,-35-13 0 0,-12 13 4 0,-48-12 1 0,-24 0-2 0,-11-13-4 0,11 25-25 0,36-12-76 0</inkml:trace>
  <inkml:trace contextRef="#ctx0" brushRef="#br0">23639 5346 23 0,'0'0'2'0,"0"0"19"0,11-12-4 0,-11 12-5 0,12 0-8 0,12-25-2 0,-12 2 3 0,-1 0 0 0,-11-13-2 0,0 24 0 0,0-24-1 0,-11-10-1 0,11 9 0 0,-25 24 0 0,2-10 0 0,-13-1 0 0,0 12 0 0,1 12 0 0,-1 25 0 0,-13-2 2 0,3 25-2 0,10-1 0 0,-12 24 0 0,14-11-1 0,9 12 1 0,25-1 1 0,0-23-2 0,25-23 1 0,21-14-2 0,-46-11 1 0,72-11 1 0,-13-39-1 0,0-9 2 0,-23-12-4 0,0 12 4 0,-12 47-3 0,-11 0 3 0,10 47-1 0,1 38 0 0,11-2-1 0,25-37 0 0,-12-21 1 0,11-26 1 0,0-10-2 0,-22-1 1 0,10 12-1 0,-35-11 0 0,-12 11 1 0,0 12 0 0,-12-11-12 0,-24 11-96 0</inkml:trace>
  <inkml:trace contextRef="#ctx0" brushRef="#br0">8146 16431 19 0,'0'0'0'0,"0"-48"16"0,11 23 13 0,-11 25-8 0,0 61-3 0,11 70-12 0,14-13 0 0,-14-22-3 0,-11-60 0 0,-11-24 1 0,-1-60 0 0,-12-48-2 0,24-10-2 0,0 10 3 0,0 1-2 0,0 0 0 0,0-12-1 0,47 36 0 0,14 71-1 0,-14 59 0 0,-10 37 1 0,-50-25 1 0,-47-12 0 0,-23-23-1 0,12-13-17 0,46-23-79 0,25 0 74 0</inkml:trace>
  <inkml:trace contextRef="#ctx0" brushRef="#br0">9360 16002 26 0,'0'-25'5'0,"24"-21"10"0,-36 21 11 0,-24 50-7 0,-23 105-6 0,-13 96-6 0,25 37-6 0,23-24 0 0,71-97-2 0,24-58 1 0,-35-61 1 0,-11-23-13 0,-2-48-55 0,1 23 33 0</inkml:trace>
  <inkml:trace contextRef="#ctx0" brushRef="#br0">9658 16300 25 0,'-12'-24'4'0,"-1"1"9"0,49-2 3 0,0 25 3 0,0 36-4 0,1 47-7 0,-3 12-7 0,14-47 1 0,0-48-1 0,12-59 2 0,-1-48 0 0,-36 11-2 0,-10 61 6 0,-26 82-1 0,-34 60-3 0,12 25-3 0,-13-27 0 0,24 4-11 0,24-13-62 0,12-85 34 0</inkml:trace>
  <inkml:trace contextRef="#ctx0" brushRef="#br0">10146 16693 28 0,'0'0'0'0,"-12"-12"26"0,48-1-1 0,12 2-19 0,23-25-4 0,-11-11-2 0,-37-1 3 0,-11 12 1 0,-24 0 3 0,-11 24-1 0,-13 12-2 0,0 37-1 0,12 22-3 0,12 0 1 0,24-11 1 0,0-12-2 0,24-12 0 0,12-24 1 0,11-37 0 0,24-22-2 0,-36 0 0 0,2-1 3 0,-26 1-1 0,-11 23-1 0,-12 36 1 0,0 47-1 0,24 24-3 0,24 25 2 0,-12-24 2 0,-60-25 5 0,-36-36 0 0,-23 2-4 0,47-37-21 0,60 12-89 0</inkml:trace>
  <inkml:trace contextRef="#ctx0" brushRef="#br0">11396 15977 72 0,'-11'-11'1'0,"11"190"21"0,0 84-10 0,-12 10-6 0,-36-94-5 0,12-84 1 0,24-60-18 0,24-60-75 0</inkml:trace>
  <inkml:trace contextRef="#ctx0" brushRef="#br0">11931 16132 35 0,'0'-11'5'0,"25"-1"23"0,22 84-4 0,25 34-18 0,-24-22-4 0,11-36-2 0,-36-72 2 0,14-84-2 0,-37 61 2 0,-48 60 7 0,-35 69-3 0,-12 25-6 0,23-36 0 0,59-46-14 0,62-25-46 0,-13-25 21 0</inkml:trace>
  <inkml:trace contextRef="#ctx0" brushRef="#br0">12516 15740 47 0,'24'-12'7'0,"71"24"19"0,48 179-5 0,0 118-16 0,-108-23-3 0,-106-96 1 0,-60-83-2 0,24-70-19 0,83-37-73 0</inkml:trace>
  <inkml:trace contextRef="#ctx0" brushRef="#br0">13623 16132 51 0,'0'-11'8'0,"11"-1"15"0,50 12-10 0,46 0-12 0,36-11-43 0,-84 11-9 0</inkml:trace>
  <inkml:trace contextRef="#ctx0" brushRef="#br0">13611 16300 42 0,'-13'0'3'0,"-45"35"22"0,82-23-5 0,95-12-17 0,107-23-32 0,-107-1-32 0</inkml:trace>
  <inkml:trace contextRef="#ctx0" brushRef="#br0">15290 16157 22 0,'0'-12'11'0,"24"-24"-11"0,-12-12 3 0,0 1 3 0,0-13 9 0,-12 12 3 0,-24 14-8 0,-12 21-4 0,-12 13 2 0,-22 36-1 0,10 12-2 0,24 23 0 0,-13 24-4 0,15-11 2 0,10-24-4 0,48-26 3 0,35-45-1 0,37-62 2 0,-2-9-4 0,-46 59 4 0,-24 23-1 0,0 47 2 0,-12 11-3 0,0 3 2 0,13-13-3 0,-2-25-30 0,0-11-68 0</inkml:trace>
  <inkml:trace contextRef="#ctx0" brushRef="#br0">16160 15835 76 0,'0'-23'3'0,"12"46"15"0,47 73-5 0,25 0-9 0,-1-2-3 0,-25-46 2 0,-45-36-28 0,-13-24-42 0,12-25 41 0</inkml:trace>
  <inkml:trace contextRef="#ctx0" brushRef="#br0">16528 15800 33 0,'0'0'0'0,"-47"0"39"0,-24 59-6 0,-24 48-23 0,23 12-7 0,24-35-4 0,25-13-39 0,23-35-33 0</inkml:trace>
  <inkml:trace contextRef="#ctx0" brushRef="#br0">17041 15562 46 0,'11'-37'8'0,"25"-10"28"0,-36 71-12 0,-36 107-14 0,-11 48-3 0,11-14-5 0,25-44-1 0,-1-87 1 0,24-57 2 0,23-72-2 0,24 24-1 0,13 47-1 0,-1 48-1 0,-35 47 0 0,-36 24 0 0,-59-47 2 0,-36-24 2 0,11-2-1 0,60-22-1 0,24-10-24 0,36-14-97 0</inkml:trace>
  <inkml:trace contextRef="#ctx0" brushRef="#br0">18720 15931 47 0,'-48'-12'21'0,"48"-1"10"0,60 2-27 0,70 11 0 0,-10-12-2 0,-49 12-12 0,-47 0-41 0,-48 0 7 0</inkml:trace>
  <inkml:trace contextRef="#ctx0" brushRef="#br0">18708 16073 32 0,'-25'12'10'0,"-21"12"20"0,81-24-6 0,96-11-18 0,-12 11 2 0,-72 0-5 0,-47 0-4 0,0 0-46 0,13 0-12 0</inkml:trace>
  <inkml:trace contextRef="#ctx0" brushRef="#br0">20137 15609 23 0,'0'-24'15'0,"11"-23"10"0,-11 34 6 0,-11 38-21 0,-37 82-3 0,1 36-4 0,47 0-2 0,59-13 0 0,25-58 0 0,-14-60 1 0,-21-71 3 0,-14-73-3 0,-23-46 2 0,-24 11 1 0,-72 71-2 0,-34 85-8 0,36 70-52 0,69-11-17 0</inkml:trace>
  <inkml:trace contextRef="#ctx0" brushRef="#br0">20685 15800 107 0,'0'-12'2'0,"12"-36"21"0,-1 0-11 0,-11 36-9 0,-11 36-14 0,35 23-107 0</inkml:trace>
  <inkml:trace contextRef="#ctx0" brushRef="#br0">21495 15538 34 0,'0'-13'5'0,"-24"-34"26"0,12 35 3 0,-24 48-26 0,0 83-2 0,1 11-2 0,47-9-3 0,35-50 0 0,25-48 2 0,11-58 0 0,-12-61-1 0,-47-35 2 0,-59-11-2 0,-37 71-1 0,-11 46-8 0,11 73-43 0,72 11-23 0</inkml:trace>
  <inkml:trace contextRef="#ctx0" brushRef="#br0">22340 15323 30 0,'12'-24'4'0,"12"-23"34"0,-24 23-9 0,-48 61-22 0,-36 68-3 0,1 50 0 0,48 12-4 0,59-24 1 0,36-47-1 0,-1-84 4 0,12-49-1 0,-23-57 0 0,-132-26 3 0,-23 120-7 0,24 36-3 0,34 24-48 0,49-13-20 0</inkml:trace>
  <inkml:trace contextRef="#ctx0" brushRef="#br0">22661 15431 13 0,'0'0'11'0,"-11"-12"6"0,11 12 23 0,0 0-27 0,11-24-4 0,13 12-4 0,0-12 0 0,1 24-3 0,9 0-1 0,-9 11-3 0,9 14 2 0,-9 34-2 0,-13-11 2 0,-36 0 1 0,-12-13 0 0,13 1-1 0,23 0-1 0,35 24 0 0,13 11-3 0,-24 0 3 0,-48-24 4 0,-59-22 7 0,-1-2-5 0,48-34-1 0,13-1-1 0,23-24-4 0,12 0-24 0,-12 24-74 0</inkml:trace>
  <inkml:trace contextRef="#ctx0" brushRef="#br0">23221 15441 28 0,'0'0'2'0,"0"-22"23"0,0 10 3 0,-24 36-19 0,12 11-4 0,24 37-2 0,36-14-2 0,1 15 0 0,-26-14 4 0,-23-11 5 0,-12-12 0 0,-48-26-7 0,-23-10-11 0,11-10-50 0,48-26-2 0</inkml:trace>
  <inkml:trace contextRef="#ctx0" brushRef="#br0">23305 15288 52 0,'23'-23'4'0,"96"-38"29"0,12 49-21 0,-36 24-12 0,-70 24-10 0,-61 0-77 0</inkml:trace>
  <inkml:trace contextRef="#ctx0" brushRef="#br0">19232 16847 39 0,'-71'-12'32'0,"-85"12"-22"0,49 12 1 0,71-12-7 0,109-24 0 0,224-23 1 0,298-24 7 0,250 23-3 0,120 25-8 0,-24 10 1 0,-119 13 2 0,-262 0 4 0,-287-24-4 0,-225 11-2 0,-60-33-22 0,-24 21-90 0</inkml:trace>
</inkml:ink>
</file>

<file path=ppt/ink/ink17.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10813 4786 51 0,'0'0'0'0,"-24"-34"28"0,24 92-25 0,12 37 20 0,-12 49-7 0,-12-26-4 0,-12-10-7 0,24-61-2 0,-12-23 1 0,12-61 3 0,0-45-5 0,-23-49-1 0,-13-12-2 0,12-24 3 0,37 72-3 0,34 59 0 0,48 12-2 0,-12 48 2 0,-36 48 0 0,-47-1 3 0,-59 1 0 0,-61-1-6 0,38-11-54 0,71-49-20 0</inkml:trace>
  <inkml:trace contextRef="#ctx0" brushRef="#br0">11766 4442 38 0,'-36'-25'15'0,"-47"37"7"0,11 72 14 0,-47 320-13 0,106-201-21 0,38-72-1 0,34-23-3 0,2-85-51 0,-27-23-19 0</inkml:trace>
  <inkml:trace contextRef="#ctx0" brushRef="#br0">12016 4668 22 0,'0'-13'18'0,"0"1"-16"0,0 37 26 0,-13 70 12 0,-23 24-20 0,25 0-15 0,-1-12-6 0,12-48-27 0,12-35-63 0</inkml:trace>
  <inkml:trace contextRef="#ctx0" brushRef="#br0">12028 4655 20 0,'-12'-24'14'0,"-1"1"13"0,13 23-11 0,108 119 1 0,-25-23-15 0,-23-2 1 0,-12-22-1 0,11-37-1 0,-11-23 2 0,-25-47-7 0,2 12-61 0,-25 23 37 0</inkml:trace>
  <inkml:trace contextRef="#ctx0" brushRef="#br0">12635 4620 41 0,'-36'-36'1'0,"-11"-24"-18"0,35 25 43 0,12 47 2 0,-13 71 11 0,-10 48-27 0,-13-12-8 0,12-25-2 0,0-10-9 0,13-36-48 0,11-36-11 0</inkml:trace>
  <inkml:trace contextRef="#ctx0" brushRef="#br0">12825 4823 68 0,'0'0'5'0,"-11"0"1"0,-25 59 13 0,-13 0-5 0,38 12-11 0,71-34-1 0,11-14 2 0,1-46-3 0,-25-37 3 0,-35-24-2 0,-48 13 5 0,-11 47-8 0,-14 12-62 0,50 12-4 0</inkml:trace>
  <inkml:trace contextRef="#ctx0" brushRef="#br0">13385 4321 48 0,'0'0'0'0,"0"13"20"0,-12 166 9 0,1 94-15 0,-13 37-7 0,0-60-3 0,12-119 0 0,-1-73-3 0,2-58-65 0,11-34 3 0</inkml:trace>
  <inkml:trace contextRef="#ctx0" brushRef="#br0">13849 4597 56 0,'0'-25'7'0,"-23"0"7"0,70 25 12 0,25 73-9 0,23 70-9 0,-23 22-4 0,-26-33-2 0,-21-48-16 0,-14-61-63 0</inkml:trace>
  <inkml:trace contextRef="#ctx0" brushRef="#br0">14219 4631 65 0,'-12'-34'29'0,"-24"68"-22"0,-23 74 19 0,-38 23-14 0,-9-12-7 0,35-36-6 0,59-11-47 0,12-49-32 0</inkml:trace>
  <inkml:trace contextRef="#ctx0" brushRef="#br0">14457 4321 74 0,'12'25'20'0,"-24"201"0"0,37 59-7 0,-2 2-7 0,-12-85 1 0,-34-118 1 0,-25-61-3 0,-60-94-58 0,61 35-30 0</inkml:trace>
  <inkml:trace contextRef="#ctx0" brushRef="#br0">15612 4978 78 0,'-25'-50'58'0,"25"50"-66"0,85-11 8 0,9-24 0 0,-22 10 1 0,12 14-1 0,-38-1 0 0,3 24-18 0,-2-1-35 0,-23 2 5 0</inkml:trace>
  <inkml:trace contextRef="#ctx0" brushRef="#br0">15683 5096 86 0,'-71'0'13'0,"46"0"-11"0,121-24 2 0,59 1 14 0,0 10-8 0,-60 13-7 0,-83 13-1 0,-12-13-129 0</inkml:trace>
  <inkml:trace contextRef="#ctx0" brushRef="#br0">17410 4572 34 0,'0'-25'6'0,"-24"-9"13"0,12 10 3 0,24 36-7 0,12 107 6 0,12 59-17 0,-24-48-3 0,-12-69 5 0,-12-49 3 0,-24-85-5 0,12-57-3 0,24-48-1 0,24-25-1 0,24 84 0 0,0 119-3 0,-1 73 4 0,-11 32 2 0,-36-21 0 0,-49-13-3 0,2-34-46 0,12-14-35 0</inkml:trace>
  <inkml:trace contextRef="#ctx0" brushRef="#br0">18315 4036 92 0,'0'-46'6'0,"-36"21"6"0,13 37-5 0,-13 59 16 0,-48 97-9 0,-11 45-7 0,36-11-5 0,59-47-1 0,71-59 0 0,12-50 0 0,-11-33 1 0,-60-1-1 0,0-12 0 0,-12-12-30 0,0-12-89 0</inkml:trace>
  <inkml:trace contextRef="#ctx0" brushRef="#br0">18398 4346 78 0,'-24'-12'7'0,"1"-1"-1"0,46 2-2 0,14-1 9 0,-3 12 14 0,38 60-7 0,0 35-13 0,-1 12-5 0,1-36-1 0,-24-34 1 0,-13-14-1 0,-24-23-9 0,-22-12-97 0,-1 12 68 0</inkml:trace>
  <inkml:trace contextRef="#ctx0" brushRef="#br0">18875 4262 42 0,'0'-12'20'0,"-49"72"-8"0,-21 72 10 0,-26-2-5 0,-11-47-7 0,24-11-8 0,47-26-32 0,36-21-59 0</inkml:trace>
  <inkml:trace contextRef="#ctx0" brushRef="#br0">19399 4036 44 0,'0'-83'41'0,"0"83"-28"0,12 119 27 0,-96 500-18 0,37-309-19 0,23-120 0 0,0-72-1 0,12-68-33 0,12-50-82 0</inkml:trace>
  <inkml:trace contextRef="#ctx0" brushRef="#br0">19827 4334 45 0,'-11'-13'33'0,"-38"63"-29"0,13 92 16 0,25 0-1 0,-1-45-6 0,-1-51-8 0,13-34 1 0,-10-59-2 0,10-48-4 0,23 11 1 0,0-11-2 0,26-12 2 0,-2-1-2 0,-23 73 1 0,-1 46-1 0,13 85 4 0,0 59-4 0,24-48 2 0,0-47-1 0,-1-60 4 0,-11-71 0 0,-13-84 0 0,-11 0-3 0,-12 107-3 0,-1 59-45 0,14 49-54 0</inkml:trace>
  <inkml:trace contextRef="#ctx0" brushRef="#br0">20554 4513 56 0,'-24'11'16'0,"-13"62"-17"0,50-27 1 0,11-34 4 0,0-12 15 0,35-58-3 0,-11-15 2 0,-48 25 1 0,-25 25-18 0,-33 35-28 0,-2 12-69 0</inkml:trace>
  <inkml:trace contextRef="#ctx0" brushRef="#br0">20840 3822 135 0,'23'36'-2'0,"37"190"2"0,47 95 10 0,-47-24 8 0,-97-117-8 0,-81-61-15 0,-25-84-136 0</inkml:trace>
  <inkml:trace contextRef="#ctx0" brushRef="#br0">21471 4392 178 0,'-36'-34'3'0,"-47"-3"-3"0,118 37-28 0,73 0-108 0</inkml:trace>
  <inkml:trace contextRef="#ctx0" brushRef="#br0">22173 4132 103 0,'-12'-12'9'0,"1"71"0"0,22 96-7 0,13 0-1 0,-12-84 2 0,-12-59 11 0,0-60-5 0,-12-71-7 0,24-59-1 0,24-13-1 0,35 61 0 0,25 117-3 0,35 60 2 0,-73 61-2 0,-94-1 3 0,-82-35 1 0,-37-25-32 0,96-23-73 0</inkml:trace>
  <inkml:trace contextRef="#ctx0" brushRef="#br0">23174 3798 121 0,'-36'-36'13'0,"-83"96"-12"0,0 108-2 0,83 8 2 0,12 4 3 0,48-50-1 0,59-22-6 0,25-49-27 0,-1-59-76 0</inkml:trace>
  <inkml:trace contextRef="#ctx0" brushRef="#br0">23447 4120 77 0,'-35'-48'14'0,"23"84"-10"0,-1 95 15 0,2 1-6 0,-1-38-3 0,12-58-5 0,-13-36 5 0,13-48-6 0,0-47-2 0,25-13-2 0,-1 37 0 0,12 58-2 0,-1 13 1 0,13 50 0 0,35-4 1 0,13-21 0 0,-13-38 0 0,-59-22 2 0,-24-25-3 0,-12 36-35 0,-12 12-69 0</inkml:trace>
  <inkml:trace contextRef="#ctx0" brushRef="#br0">24079 3977 34 0,'-12'0'0'0,"-12"13"-32"0</inkml:trace>
  <inkml:trace contextRef="#ctx0" brushRef="#br0">23805 3714 18 0,'0'-47'38'0,"0"60"-11"0,0 105 0 0,-24 85-22 0,12-13-3 0,0-60-14 0,-24-69-48 0,13-38 17 0</inkml:trace>
  <inkml:trace contextRef="#ctx0" brushRef="#br0">24079 4132 48 0,'0'-24'20'0,"-25"59"-16"0,14 61 0 0,-1-1 1 0,24-47 9 0,-1-48 0 0,37-36-5 0,-36-36 2 0,-36-36-16 0,-12 108-89 0,36 13 68 0</inkml:trace>
  <inkml:trace contextRef="#ctx0" brushRef="#br0">24353 3655 62 0,'0'0'0'0,"46"59"2"0,26 180 11 0,-12 82 6 0,-107-48-2 0,-84-118 0 0,-23-105-5 0,9-39-19 0,51-47-114 0</inkml:trace>
  <inkml:trace contextRef="#ctx0" brushRef="#br0">23888 3548 17 0,'0'0'5'0,"-13"-12"6"0,2 12-6 0,-24 12 6 0,-1-12 10 0,24-36-5 0,70-35-7 0,50-24-1 0,12-2-6 0,12 15-1 0,-39 22 2 0,-44 26 1 0,-14 21-1 0,-35 13 1 0,-35 0-2 0,-61 24 0 0,1-24-1 0,47 0 0 0,48-24-1 0,48 12-1 0,35 24 0 0,-24 59 0 0,-46 1 3 0,-73-13 1 0,-35-11-1 0,-12-36-18 0,82-12-48 0,61-12 15 0</inkml:trace>
  <inkml:trace contextRef="#ctx0" brushRef="#br0">24793 2941 34 0,'0'0'2'0,"12"-12"0"0,12 1 12 0,-12-14 11 0,-12 13-15 0,24-35-7 0,-13-1-2 0,-11 0 0 0,-11 13 3 0,-38-1 2 0,13 0-1 0,13 24 3 0,-24 12-10 0,-25 60 9 0,1 35-4 0,35-1-1 0,24-21-2 0,37-37 0 0,22-24 1 0,12-24 1 0,-11-24-1 0,11-24 9 0,-11 13-10 0,-12 35 2 0,-25 12-1 0,13 59 1 0,-24-11-1 0,24 0 0 0,-1-48 0 0,26-25 0 0,-14 14 2 0,-23-1-4 0,-12 12 2 0,0 0 0 0,0 0-10 0,-24 12-56 0,1-12-5 0</inkml:trace>
  <inkml:trace contextRef="#ctx0" brushRef="#br0">2096 9954 68 0,'0'0'0'0,"-12"48"46"0,12 82-18 0,23 13-17 0,-10-48-2 0,-13-59 0 0,0-25 2 0,0-58-3 0,-13-61-6 0,-10-47 0 0,23 13 0 0,0 0-1 0,0 11-2 0,23 71 2 0,2 49-6 0,23 82 4 0,-14 36 2 0,-34-12 2 0,-58-35-1 0,-49-12-3 0,-24-1-40 0,84-10-91 0</inkml:trace>
  <inkml:trace contextRef="#ctx0" brushRef="#br0">3119 9500 62 0,'0'-46'16'0,"13"10"8"0,-13 24 18 0,-24 35-35 0,-36 98 0 0,-34 68 1 0,22 37-5 0,72-59-1 0,94-60 2 0,38-59 0 0,-13-48-4 0,-95-12 1 0,-59-12-22 0,-49 24-74 0,71 0 51 0</inkml:trace>
  <inkml:trace contextRef="#ctx0" brushRef="#br0">3715 9716 96 0,'13'-11'4'0,"-13"-2"-4"0,12 1 6 0,-12 0 9 0,23-12 4 0,-11 12-8 0,0 1-4 0,-12 11 0 0,-36 11-6 0,-11 1 1 0,-1 24-1 0,-23 0-1 0,35-1 0 0,36-10 0 0,36 9 0 0,35 26 0 0,1 12 0 0,-37-25 1 0,-58-23 1 0,-38-12 1 0,-21-12 0 0,21-12-2 0,15 12 0 0,34 0-3 0,0 0-32 0,12 12-101 0</inkml:trace>
  <inkml:trace contextRef="#ctx0" brushRef="#br0">4441 9596 52 0,'0'-59'5'0,"0"-24"2"0,0 35 19 0,-11 48-4 0,-36 144 14 0,-38 93-21 0,3 12-10 0,22-81-1 0,25-37-3 0,35-96-21 0,23-47-57 0,-23-11 22 0</inkml:trace>
  <inkml:trace contextRef="#ctx0" brushRef="#br0">4716 9726 111 0,'0'0'0'0,"-12"-10"4"0,-24 70 7 0,-12 34 9 0,37-22-13 0,11-25 0 0,0-34-3 0,0-13 2 0,11-37-3 0,2-22-3 0,10-12 0 0,-11-1 1 0,0 25-1 0,0 11 0 0,0 48-2 0,24 72 3 0,0 10 0 0,10-33 0 0,3-38 3 0,-2-71 2 0,-11-59 1 0,-25-12-5 0,-11 71-5 0,0 48-55 0,-11 36-49 0</inkml:trace>
  <inkml:trace contextRef="#ctx0" brushRef="#br0">5240 9906 84 0,'0'25'17'0,"0"21"-17"0,0-34 14 0,0-24 3 0,12-34-5 0,12-75 20 0,-24 98-29 0,-48 23-41 0,12 36-92 0</inkml:trace>
  <inkml:trace contextRef="#ctx0" brushRef="#br0">5597 9382 102 0,'36'13'4'0,"58"142"15"0,-57 58 14 0,-85-11-21 0,-95-35-7 0,-11-71-9 0,130-37-81 0,36-59 30 0</inkml:trace>
  <inkml:trace contextRef="#ctx0" brushRef="#br0">6215 9751 98 0,'-22'-25'70'0,"-14"25"-67"0,36 13-3 0,24-1-64 0,10-12-15 0</inkml:trace>
  <inkml:trace contextRef="#ctx0" brushRef="#br0">7002 9537 138 0,'-12'-12'0'0,"1"71"1"0,11 12 14 0,0 13-7 0,0-47-1 0,0-26-1 0,0-59 2 0,-36-47-5 0,24-60-2 0,12-10 1 0,23 104-2 0,37 49-3 0,0 72 3 0,-24 35 0 0,-47-12 2 0,-98-35-1 0,-34-1-17 0,84-35-71 0,59-12 26 0</inkml:trace>
  <inkml:trace contextRef="#ctx0" brushRef="#br0">7680 9096 91 0,'13'-35'26'0,"-72"106"-9"0,-72 84 8 0,-1 47-16 0,121-36-5 0,82-34-1 0,35-49 0 0,-21-72-3 0,-50-22-31 0,-58-36-93 0</inkml:trace>
  <inkml:trace contextRef="#ctx0" brushRef="#br0">7705 9466 61 0,'-12'0'7'0,"-1"-24"-6"0,13 11 3 0,25 2 18 0,-14-12 11 0,2 23-11 0,-1 34-14 0,-12 26-4 0,11-12-2 0,13-1 1 0,-11 1-1 0,-2-25-1 0,12-10 2 0,-10-26 0 0,23-34-1 0,-1 12-2 0,13 23 1 0,1 1-2 0,-3 34-1 0,1 12 1 0,2-11 1 0,-2-24 0 0,0-48 4 0,-22-70 1 0,-25 94-46 0,0 24-76 0</inkml:trace>
  <inkml:trace contextRef="#ctx0" brushRef="#br0">8658 9156 135 0,'-1'0'0'0,"-10"95"11"0,-37 96 7 0,-11-12-11 0,23-37-5 0,12-35-19 0,48-35-64 0,-12-72 38 0</inkml:trace>
  <inkml:trace contextRef="#ctx0" brushRef="#br0">8979 9454 121 0,'0'-12'3'0,"-24"47"7"0,-22 38 13 0,21-2-16 0,1-24-3 0,12-23-2 0,12-24 3 0,-12-60-2 0,12-22-3 0,12 21 1 0,0-10-1 0,12 11 1 0,12 26-1 0,23 34 0 0,-23 71-2 0,0 34 2 0,11-44 1 0,-11-61 6 0,11-61 1 0,13-44-5 0,-36-3-4 0,-24 95-41 0,0 63-48 0,0-39 49 0</inkml:trace>
  <inkml:trace contextRef="#ctx0" brushRef="#br0">9396 9550 100 0,'-24'46'5'0,"12"13"3"0,0-34 12 0,24-50 1 0,36-46-13 0,-36 0-3 0,-36 47-21 0,-36 35-125 0</inkml:trace>
  <inkml:trace contextRef="#ctx0" brushRef="#br0">9682 9192 99 0,'12'11'4'0,"23"131"20"0,14 97 6 0,-98-72-24 0,-70-37-10 0,-1-57-125 0</inkml:trace>
  <inkml:trace contextRef="#ctx0" brushRef="#br0">10420 9442 162 0,'-12'-24'5'0,"-47"12"1"0,48 12-4 0,45 0-15 0,38 12-120 0</inkml:trace>
  <inkml:trace contextRef="#ctx0" brushRef="#br0">11218 9406 121 0,'-36'0'12'0,"12"94"-1"0,24-21 4 0,0-14-8 0,0-47-1 0,0-24 3 0,-12-59-6 0,0-84-1 0,1-24 0 0,34 84-2 0,37 48-1 0,23 70 0 0,-11 61-2 0,-48-13 2 0,-120-23 3 0,-59-1-28 0,96-23-90 0</inkml:trace>
  <inkml:trace contextRef="#ctx0" brushRef="#br0">11801 8977 117 0,'0'0'35'0,"-95"155"-34"0,-12 24 12 0,35-1-7 0,84-59-4 0,96-59 0 0,23-48-32 0,-49-48-107 0</inkml:trace>
  <inkml:trace contextRef="#ctx0" brushRef="#br0">12218 9395 38 0,'12'-84'7'0,"12"24"-3"0,-12 24 10 0,0 13 10 0,-12 23 10 0,0 71-13 0,0 11-14 0,12 15-3 0,-12-62 1 0,0-23 0 0,0-83 0 0,12-36-3 0,34 11-2 0,-10 73 0 0,0 46 0 0,1 36 0 0,33-9 1 0,2-75 4 0,-12-23-1 0,-36-34-2 0,-24 57-25 0,0 50-111 0</inkml:trace>
  <inkml:trace contextRef="#ctx0" brushRef="#br0">13278 8633 57 0,'0'0'0'0,"11"-25"40"0,-47 144-3 0,-34 118-21 0,-26 14-8 0,37-37-5 0,23-70-2 0,36-49-22 0,0-58-64 0,12-37 47 0</inkml:trace>
  <inkml:trace contextRef="#ctx0" brushRef="#br0">13457 9014 97 0,'11'-13'1'0,"13"-11"3"0,-36 61 36 0,-36 45-26 0,25 2-7 0,10-24-4 0,13-1-1 0,0-34 0 0,0-25 0 0,0-61-1 0,13-33-1 0,10 10 1 0,13 36-1 0,-12 12 0 0,12 12 0 0,0 61-1 0,-2 57 0 0,2 1 1 0,13-58 0 0,-25-37 2 0,10-84 2 0,15-35-2 0,-13 0-1 0,-36 107-32 0,0 49-91 0</inkml:trace>
  <inkml:trace contextRef="#ctx0" brushRef="#br0">13992 9215 93 0,'-36'48'10'0,"25"13"-11"0,22-50 22 0,37-59-5 0,-24-47-2 0,-37 11-9 0,-33 72-9 0,-14 35-75 0,48-23 32 0</inkml:trace>
  <inkml:trace contextRef="#ctx0" brushRef="#br0">14469 8680 92 0,'13'24'23'0,"10"190"-5"0,-35 71 3 0,-108-11-15 0,-59-96-7 0,25-82-129 0</inkml:trace>
  <inkml:trace contextRef="#ctx0" brushRef="#br0">15517 9274 174 0,'0'-34'6'0,"-24"-14"-6"0,24 59-5 0,24 1-30 0,23 13-82 0</inkml:trace>
  <inkml:trace contextRef="#ctx0" brushRef="#br0">16111 9144 112 0,'-11'-25'14'0,"-14"109"8"0,14 24-12 0,11-24-3 0,11-50-1 0,-11-45 4 0,-22-83-8 0,-2-74 0 0,36-45-1 0,58 69-1 0,-34 108-1 0,0 48-1 0,-12 72 1 0,-36 0 2 0,-59-13 1 0,-49-37-24 0,38-9-119 0</inkml:trace>
  <inkml:trace contextRef="#ctx0" brushRef="#br0">17077 8453 98 0,'-25'-12'32'0,"-154"167"-33"0,-34 48 21 0,58 35-12 0,155-35-5 0,119-61 0 0,48-70-5 0,-36-84-88 0,-119-1 39 0</inkml:trace>
  <inkml:trace contextRef="#ctx0" brushRef="#br0">17220 8930 49 0,'0'-24'38'0,"23"0"-29"0,49-12 35 0,-26 1-20 0,-21 23-11 0,-25 12-5 0,-12 0-6 0,-59 12 0 0,-24 11-1 0,35 13 0 0,36 0-2 0,48 22 1 0,48 39 0 0,11-2-3 0,-47-36 3 0,-60-34 2 0,-83-25 0 0,11 0-1 0,61 0 0 0,-49-25-3 0,71 2-29 0,49 0-122 0</inkml:trace>
  <inkml:trace contextRef="#ctx0" brushRef="#br0">17732 8751 49 0,'-11'-24'33'0,"11"12"-31"0,23 12 34 0,0 155 2 0,-23-48-32 0,-12 1-4 0,12-61 0 0,36-10 0 0,36-37-7 0,22-25-39 0,-22-11-59 0</inkml:trace>
  <inkml:trace contextRef="#ctx0" brushRef="#br0">17721 9001 72 0,'-13'0'1'0,"49"-37"-9"0,34 16-4 0,1 8 6 0,1 1 10 0,12 0 1 0,-12 12 11 0,11 12 11 0,-35 34 4 0,-36 4-15 0,-12-3-6 0,-12-23-3 0,-12-13-2 0,12-59-2 0,36-23-1 0,59 12-9 0,0 47-55 0,-36 24-24 0</inkml:trace>
  <inkml:trace contextRef="#ctx0" brushRef="#br0">18613 8943 76 0,'0'0'0'0,"0"-25"26"0,0 13 6 0,0 36-20 0,-24 35-9 0,12 0-2 0,24-34 1 0,25-25 0 0,-14-36 1 0,-23-37 0 0,-48 27-3 0,12 21 0 0,24 14-3 0,85 11-3 0,21 0-1 0,-34 36 5 0,-50 23 2 0,-32-35 7 0,10-11 1 0,24-63-6 0,46 4-1 0,27 34-3 0,-38 24 0 0,-36 13 1 0,38-14 2 0,-2-47 0 0,-23-36 0 0,-36 25-1 0,-47 82 0 0,-24 74 1 0,59 33 0 0,48-47 0 0,-13-60-11 0,-59-58-84 0,37 23 52 0</inkml:trace>
  <inkml:trace contextRef="#ctx0" brushRef="#br0">19661 8227 70 0,'0'0'11'0,"-36"25"42"0,-47 212-32 0,23 49-16 0,36-47-4 0,0-97 0 0,12-71-21 0,48-58-111 0</inkml:trace>
  <inkml:trace contextRef="#ctx0" brushRef="#br0">19970 8620 127 0,'24'-12'2'0,"-24"96"2"0,-36 12 9 0,-23-25-2 0,23-24-6 0,24-47 0 0,1-36-1 0,45-71-2 0,50 24-2 0,-48 47 1 0,-12 36-2 0,-12 71 1 0,36 2 0 0,59-39 1 0,-1-68 3 0,-34-27 1 0,-60-33-3 0,-48 44-13 0,1 63-36 0,22 24-26 0,26-3 27 0</inkml:trace>
  <inkml:trace contextRef="#ctx0" brushRef="#br0">20447 8727 26 0,'59'61'54'0,"-47"44"-11"0,-12-21-31 0,12-60 5 0,0-71-7 0,0-48-7 0,-36 11-20 0,-24 60-114 0</inkml:trace>
  <inkml:trace contextRef="#ctx0" brushRef="#br0">20708 8525 111 0,'24'0'5'0,"48"119"7"0,-1 48 3 0,-106 11-11 0,-108-48-16 0,-36-80-105 0</inkml:trace>
  <inkml:trace contextRef="#ctx0" brushRef="#br0">21495 8799 172 0,'-12'-24'0'0,"24"24"-17"0,59 13 3 0,-47-13-57 0,-24 11 17 0</inkml:trace>
  <inkml:trace contextRef="#ctx0" brushRef="#br0">22137 8738 100 0,'-11'-23'18'0,"11"83"-7"0,0 24-1 0,-25-13-2 0,14-47-2 0,11-24 2 0,11-84-5 0,2-59-2 0,23-22 0 0,-1 44 0 0,-10 50-1 0,9 58 0 0,2 86-2 0,-24 9 2 0,-71-21 0 0,-60-14-14 0,24-23-73 0,83-12 28 0</inkml:trace>
  <inkml:trace contextRef="#ctx0" brushRef="#br0">23042 8215 112 0,'-83'60'21'0,"-131"143"-17"0,22 11 9 0,110-24-9 0,130-47-2 0,106-49-12 0,-11-81-119 0</inkml:trace>
  <inkml:trace contextRef="#ctx0" brushRef="#br0">23185 8656 66 0,'12'-12'14'0,"0"1"34"0,-36 11-26 0,-59 23-13 0,36 1-4 0,23 23-1 0,-1 14-2 0,25-27-1 0,36-10 0 0,107-11-20 0,36-13-72 0,-131-25 40 0</inkml:trace>
  <inkml:trace contextRef="#ctx0" brushRef="#br0">23757 8192 91 0,'0'23'17'0,"-36"169"-1"0,-12 57-9 0,1-46-6 0,23-85-23 0,24-58-79 0</inkml:trace>
  <inkml:trace contextRef="#ctx0" brushRef="#br0">24043 8501 79 0,'0'0'9'0,"-59"107"4"0,35 36 6 0,11-48-7 0,2-59-4 0,-1-48 2 0,12-83-6 0,23-47-1 0,14 10-1 0,-14 96-2 0,1 60 0 0,24 49 0 0,23-39 0 0,35-57 2 0,-21-25-1 0,-50-12-9 0,-48 73-73 0,3 21 15 0</inkml:trace>
  <inkml:trace contextRef="#ctx0" brushRef="#br0">24531 8751 81 0,'0'0'0'0,"-47"24"14"0,34 0-7 0,13-35 7 0,-11-50-8 0,22 1-41 0,-11 26-38 0</inkml:trace>
  <inkml:trace contextRef="#ctx0" brushRef="#br0">24744 8168 93 0,'25'71'15'0,"11"168"7"0,-48 34-9 0,-107-106-12 0,-36-71-8 0,24-62-118 0</inkml:trace>
  <inkml:trace contextRef="#ctx0" brushRef="#br0">23995 8489 19 0,'0'-48'21'0,"48"25"2"0,-12 12 9 0,-13-2-1 0,-11 72-18 0,-12 50-5 0,0 9-4 0,0-60 0 0,-12-33 1 0,0-25-1 0,12 0-2 0,0-25-3 0,-11 25-13 0,-1 13-28 0,-12-26-30 0,24 2 37 0</inkml:trace>
  <inkml:trace contextRef="#ctx0" brushRef="#br0">24079 8453 15 0,'11'-12'5'0,"-11"12"4"0,0-11 13 0,0-1 11 0,12 12 4 0,0 0-19 0,0 47-10 0,48 37-3 0,-1 11-2 0,13-12 1 0,-48-59 2 0,-12-24 2 0,-2-36-4 0,26-46-3 0,0-14 0 0,-23 0-1 0,-13 12 0 0,0 13 1 0,0 60-2 0,-13 47 2 0,13 35-1 0,-11 36 0 0,-14 0-1 0,-11-23 1 0,14-26-22 0,22-8-62 0,0-50 23 0</inkml:trace>
  <inkml:trace contextRef="#ctx0" brushRef="#br0">24507 8751 51 0,'0'0'0'0,"12"-36"27"0,13 59 0 0,-38 38-9 0,1 10-8 0,24-59 4 0,24-24-1 0,-12-70-3 0,-12-2-6 0,-12 60-5 0,-25 48-43 0,2-1-81 0</inkml:trace>
  <inkml:trace contextRef="#ctx0" brushRef="#br0">7312 12096 107 0,'0'0'7'0,"0"0"-3"0,-13-23 14 0,38 23 0 0,46 0-6 0,37-24-2 0,23 12-2 0,-49 12-4 0,-46 0-4 0,-12 0-11 0,0 12-18 0,24-12-29 0,-37 36 23 0,-34-12-7 0</inkml:trace>
  <inkml:trace contextRef="#ctx0" brushRef="#br0">7491 12322 69 0,'-47'0'10'0,"-2"0"11"0,25 13 11 0,24-13-16 0,73-24-7 0,57-12 0 0,12 12 2 0,-58 13-6 0,-72 11-4 0,-12 11-1 0,0-11 0 0,11 12-6 0,2 0-21 0,10 12-54 0,-23-24 36 0</inkml:trace>
  <inkml:trace contextRef="#ctx0" brushRef="#br0">9122 11597 56 0,'0'-12'6'0,"-13"-24"-4"0,13-12 14 0,13 36 17 0,-13-11-1 0,0 12-13 0,12-2-8 0,-24 72-4 0,-1 50-3 0,2 9-1 0,-1-23-2 0,12-59 1 0,0-25 1 0,0-34 3 0,23-38-5 0,38 15-1 0,10 58-1 0,12 22 0 0,-35 16 1 0,-36-4-1 0,-72 13 2 0,-12-34 0 0,38-25 4 0,9-25-1 0,2 2 0 0,11-1-4 0,-1 12-9 0,-10 12-73 0</inkml:trace>
  <inkml:trace contextRef="#ctx0" brushRef="#br0">6836 14122 43 0,'11'-25'10'0,"13"-11"8"0,-11 13 1 0,10-1-4 0,-12-36-4 0,2 2-6 0,-13-15-2 0,-24 37 10 0,-12 13-7 0,-11 11-3 0,-2 12 2 0,13 12 1 0,-10 47-1 0,-26 14-4 0,37-2 0 0,47-48-3 0,22-23 5 0,51-48 0 0,-14 13-1 0,-12 35-2 0,1 60-2 0,-36-1 2 0,24-36-7 0,-1-23-35 0,1-35-63 0</inkml:trace>
  <inkml:trace contextRef="#ctx0" brushRef="#br0">7312 13741 46 0,'12'-13'44'0,"12"1"-22"0,11 60 0 0,26 23-18 0,-2-10-3 0,-12-3-11 0,-23-22-31 0,-24-25-33 0</inkml:trace>
  <inkml:trace contextRef="#ctx0" brushRef="#br0">7644 13764 53 0,'-22'-23'51'0,"-50"23"-20"0,-23 71-17 0,11 0-13 0,48 13-9 0,61-37-34 0,10-23-40 0</inkml:trace>
  <inkml:trace contextRef="#ctx0" brushRef="#br0">8050 13465 70 0,'0'-11'15'0,"0"-37"-5"0,-12 48 19 0,-1 84-13 0,3 35-7 0,10-12-4 0,10-36-4 0,15-59 1 0,35-36-4 0,23 13 1 0,-36 59-1 0,-34 36 2 0,-26-38 1 0,-46-34 4 0,-12-59-1 0,35 11-2 0,23 24-10 0,13 12-42 0,25-13-39 0</inkml:trace>
  <inkml:trace contextRef="#ctx0" brushRef="#br0">9027 13704 131 0,'-36'-24'8'0,"0"12"4"0,47 12-4 0,86-11-7 0,45-13 1 0,-34 11-1 0,-49 13-3 0,-47 0-21 0,-12 0-100 0</inkml:trace>
  <inkml:trace contextRef="#ctx0" brushRef="#br0">9109 13775 64 0,'-36'0'16'0,"-22"12"4"0,82-12-2 0,82-23-13 0,73 0 9 0,-36 10-1 0,-95 1-8 0,-60 0-4 0,-12 12-40 0,12 0-59 0</inkml:trace>
  <inkml:trace contextRef="#ctx0" brushRef="#br0">11658 13561 56 0,'0'0'0'0,"-11"-59"24"0,11 47 16 0,23 71-20 0,1 60-10 0,-24-35-2 0,0-37-2 0,0-23-3 0,0-24 3 0,0-82-3 0,-24-62 0 0,12-35-2 0,24 25 1 0,48 70-1 0,11 59-2 0,1 75-1 0,-49 32 2 0,-59-22 1 0,-70-1-1 0,22-11-20 0,61-24-53 0,23-24-1 0</inkml:trace>
  <inkml:trace contextRef="#ctx0" brushRef="#br0">12599 12942 140 0,'0'-13'28'0,"-142"145"-5"0,-13 83-16 0,107-26-7 0,106-21-1 0,74-60 2 0,23-74-13 0,-25-45-82 0,-117 11 43 0</inkml:trace>
  <inkml:trace contextRef="#ctx0" brushRef="#br0">13017 13168 42 0,'0'-23'8'0,"11"-1"18"0,-22 37 5 0,-2 45-23 0,1 60 0 0,12-45-4 0,0-25-1 0,-12-14-2 0,0-34 2 0,0 0-2 0,0-59 2 0,24-12-2 0,12 0-2 0,13-13 1 0,-14 25 1 0,-12 11-2 0,14 48 2 0,-2 36-2 0,25 35 1 0,22 13-1 0,-9-13 2 0,-1-46-2 0,-36-38 5 0,23-95-2 0,-24-10 1 0,-23 47-3 0,-11 58-21 0,11 26-53 0,0-2 37 0</inkml:trace>
  <inkml:trace contextRef="#ctx0" brushRef="#br0">13659 13252 76 0,'-12'47'11'0,"-1"25"0"0,2-37-1 0,47-35-5 0,12-71 1 0,-14-25 2 0,-34 49-3 0,-34 47-6 0,-3 13-33 0,26 10-54 0</inkml:trace>
  <inkml:trace contextRef="#ctx0" brushRef="#br0">14267 12716 99 0,'11'-13'9'0,"-11"121"10"0,-24 118 0 0,0 47-14 0,-12-22 0 0,25-96-4 0,-14-84-4 0,14-83-74 0,11-22 4 0</inkml:trace>
  <inkml:trace contextRef="#ctx0" brushRef="#br0">14646 12918 153 0,'0'-23'11'0,"49"70"2"0,22 48 4 0,1 36-15 0,-36-23-9 0,-24-49-57 0,-24-47-30 0</inkml:trace>
  <inkml:trace contextRef="#ctx0" brushRef="#br0">14921 13002 84 0,'0'0'65'0,"-71"11"-36"0,-13 37-13 0,-11 36-16 0,59-13-29 0,25-11-106 0</inkml:trace>
  <inkml:trace contextRef="#ctx0" brushRef="#br0">15302 12774 161 0,'0'0'0'0,"0"-21"5"0,36 103 13 0,13 120-13 0,-3 37-1 0,-58-37 0 0,-107-60 1 0,-24-82-13 0,108-83-130 0,35 11 96 0</inkml:trace>
  <inkml:trace contextRef="#ctx0" brushRef="#br0">15612 13097 106 0,'-12'-13'7'0,"-12"-10"13"0,24 12 18 0,24-2-25 0,59 1-1 0,36 12-5 0,1 0-3 0,-1 0-2 0,-72 0-2 0,-47-12-7 0,12 1-38 0,-1-1-43 0</inkml:trace>
  <inkml:trace contextRef="#ctx0" brushRef="#br0">15659 13335 80 0,'-23'-12'64'0,"-26"-1"-55"0,74 13 14 0,82-11-16 0,24 11 3 0,-13-12-3 0,-33 12-5 0,-85 0-5 0,0 0-35 0,11 0-90 0</inkml:trace>
  <inkml:trace contextRef="#ctx0" brushRef="#br0">17052 12954 69 0,'0'0'13'0,"0"-25"9"0,0 2 20 0,13 12-15 0,-13 22-14 0,-36 25-3 0,-13 59-6 0,38 2-2 0,11-26-3 0,60-24 3 0,11-35-1 0,-23-24 2 0,-12-72 1 0,-25-23-2 0,-11 12-1 0,-34 58 0 0,-27 37-24 0,-34 25-70 0,83-25 22 0</inkml:trace>
  <inkml:trace contextRef="#ctx0" brushRef="#br0">17708 13145 173 0,'0'-24'41'0,"-48"0"-40"0,36-12 3 0,-12 25-5 0,36-2-47 0,0 1-84 0</inkml:trace>
  <inkml:trace contextRef="#ctx0" brushRef="#br0">18315 12835 121 0,'0'-24'7'0,"-36"-13"29"0,1 37-15 0,-13 73-16 0,24 22-5 0,72 97-1 0,-2-146 2 0,15-46 2 0,-25-59 1 0,-12-60-1 0,-24 0 0 0,-24 83-4 0,-24 24-52 0,12 24-61 0</inkml:trace>
  <inkml:trace contextRef="#ctx0" brushRef="#br0">19089 12669 86 0,'-12'-48'36'0,"0"25"-13"0,-12 10 5 0,-35 37-15 0,-1 47-6 0,0 13-4 0,13 23-3 0,47 1 0 0,47-26 0 0,26-46-1 0,-3-24 4 0,2-71 1 0,-24-25-2 0,-24-35 3 0,-36 12 3 0,-48 11-3 0,-23 73-5 0,-24 34-20 0,10 49-68 0,87-36 7 0</inkml:trace>
  <inkml:trace contextRef="#ctx0" brushRef="#br0">19767 12716 102 0,'0'-24'9'0,"-11"-24"36"0,11 25-14 0,-12 23-23 0,-59 48-5 0,11 36-1 0,12-2-1 0,25 12-1 0,23 2-1 0,35-24 1 0,25-48 1 0,-2-11 2 0,-22-86 0 0,-36 14-1 0,-46 23 2 0,-14 36-4 0,-59 24-12 0,71 23-45 0,24 0-52 0</inkml:trace>
  <inkml:trace contextRef="#ctx0" brushRef="#br0">20411 12703 79 0,'0'0'10'0,"-11"-34"32"0,11 34-8 0,-49 34-15 0,2 37-11 0,-2 26-4 0,13-2-3 0,14 0 1 0,44-22-2 0,14-39 3 0,25-34 0 0,-14-47 0 0,-47-1 1 0,-47 25 1 0,-50 10-7 0,-33 26-46 0,71 21-80 0</inkml:trace>
</inkml:ink>
</file>

<file path=ppt/ink/ink18.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1298 8977 98 0,'-24'-34'2'0,"-23"-3"22"0,47 37-8 0,60 0 20 0,142-24-29 0,167-12 0 0,59 36-5 0,-94 0 0 0,-131 0 6 0,-132 13 2 0,-59-13 1 0,-12-13-3 0,0 1-11 0,0 0-101 0,0 24 35 0</inkml:trace>
  <inkml:trace contextRef="#ctx0" brushRef="#br0">1644 18003 22 0,'0'0'0'0,"-61"-13"11"0,-33 1 15 0,-1 24-4 0,12 12-10 0,10-1-8 0,62-10 8 0,35-13 9 0,106-13-8 0,85 13-4 0,142 13-7 0,96-1 3 0,-36 0 5 0,-108 0 3 0,-166-12 1 0,-95 12-5 0,-37-24-14 0,2 12-174 0</inkml:trace>
  <inkml:trace contextRef="#ctx0" brushRef="#br0">16100 13787 18 0,'11'0'10'0,"2"0"22"0,10-23-8 0,13 0-13 0,-12 10 10 0,-12 1-3 0,0 0-3 0,0 12-7 0,-12 0-4 0,13 0 1 0,-26 0 8 0,-47 24-10 0,-23-11 0 0,-36-2-1 0,24 12 0 0,0 14-1 0,11-14 1 0,-11 1-1 0,0-12 1 0,22 0-1 0,39-12 1 0,-2-12 1 0,24 12 1 0,12-25 0 0,25 14-3 0,21-25-1 0,14 1 1 0,11-1-1 0,-23 12-1 0,-24 0 2 0,-12 24 0 0,-12-12-1 0,-12 24-1 0,-24 24 1 0,-83 47 1 0,59-36-1 0,26-22-1 0,21 0 1 0,13 21-1 0,59-10 1 0,25-13 0 0,-25-23 4 0,-48 0-1 0,-34 0-28 0,-24 13-114 0</inkml:trace>
  <inkml:trace contextRef="#ctx0" brushRef="#br0">13897 13680 48 0,'0'-23'31'0,"0"-1"-6"0,0 24-8 0,12 0 0 0,-12 47 0 0,24 14-11 0,12-15-4 0,10-21 1 0,3-14 1 0,-25-35 0 0,0-11-2 0,-1-13-1 0,0 0 0 0,-10 0 0 0,-1-23-1 0,-12 48 1 0,11 23-1 0,-22 23 0 0,-14 73 3 0,2 11 1 0,0 0-1 0,11-24-1 0,-12-24 0 0,12-22-7 0,-24-3-70 0,36-21 0 0</inkml:trace>
  <inkml:trace contextRef="#ctx0" brushRef="#br0">14207 13954 87 0,'0'-12'12'0,"0"0"10"0,23 12-11 0,25-13-6 0,0 3 3 0,11-14-3 0,-23-13-1 0,-12 14 3 0,-24 12 2 0,-12-14-4 0,0 25-3 0,0 0 0 0,-35 12 0 0,-14 24-1 0,38 12 1 0,-1 11-1 0,37-11 1 0,10-24 1 0,37-24 1 0,-1-13-1 0,-11-10-5 0,-36 12-11 0,1-2-1 0,-2 1-69 0,12 12 17 0</inkml:trace>
  <inkml:trace contextRef="#ctx0" brushRef="#br0">14743 13752 47 0,'11'-24'38'0,"13"0"-14"0,-12 24-11 0,0-13 10 0,-12 13-5 0,12-11-8 0,-12 11-3 0,-12 0 0 0,-24 11-8 0,13-11 3 0,-2 25-2 0,2-13 0 0,-1 12 1 0,24-1-1 0,0-11 0 0,36 0 2 0,11 12-3 0,13-1 2 0,-24 14-1 0,-36-3 0 0,-48 3 2 0,-23-13 2 0,22-12 1 0,13-1 1 0,25-11-2 0,11-11-4 0,11-1-50 0,2 35-83 0</inkml:trace>
  <inkml:trace contextRef="#ctx0" brushRef="#br0">14052 14371 54 0,'-24'0'5'0,"-48"-12"23"0,25 1 3 0,23 11-4 0,61-13-1 0,69-11-19 0,49-10-3 0,24 9-1 0,-36 0-1 0,-48 2-1 0,-36 12 0 0,-11-2-1 0,-24 13 1 0,-1 0-9 0,-23 0-21 0,-36 36-39 0,25-36 19 0</inkml:trace>
  <inkml:trace contextRef="#ctx0" brushRef="#br0">13922 14430 71 0,'0'0'0'0,"-73"0"42"0,62 0 1 0,34-23-32 0,85-2-2 0,81-22-4 0,50 10 1 0,-61 3-2 0,-35-3 4 0,-71 14 2 0,-48-1-3 0,-24 24-5 0,0 0-2 0,0 13-7 0,-12 10-43 0,0 1-80 0</inkml:trace>
  <inkml:trace contextRef="#ctx0" brushRef="#br0">1036 5501 44 0,'-23'-12'1'0,"23"0"-1"0,23 12 3 0,-11 12 8 0,-12 0 2 0,0 1-4 0,36-13-3 0,36 0-1 0,10 0 0 0,2 0 1 0,11 11 0 0,1-11 0 0,23-11 0 0,24-14-3 0,23 13 0 0,-11 12-1 0,-12 0-2 0,-12 0 3 0,0-13 0 0,12 13 1 0,12 13 1 0,0-1-3 0,23-12-2 0,24 0 3 0,-11-12-1 0,-24 12-2 0,-48 12 1 0,23-12 0 0,-10-25 0 0,22 14 2 0,-22-1-2 0,10 1-1 0,-35-2 1 0,1-22 0 0,-14 23-1 0,2 1 1 0,83-2 1 0,-132 1-1 0,-22 0 0 0,-14 12 9 0,-11-13-2 0,12 13 2 0,-12 0-5 0,0 0-16 0,-48 25-128 0</inkml:trace>
  <inkml:trace contextRef="#ctx0" brushRef="#br0">5573 5430 22 0,'-48'11'2'0,"12"1"7"0,36-12 18 0,0-12-11 0,0 12 1 0,0 0-11 0,25 0-4 0,-1 12 1 0,47-12 0 0,24-23 3 0,35 10 2 0,26 1-4 0,-1 0-1 0,-13 12 0 0,14-23 1 0,22-1 2 0,37 0-4 0,48 11-1 0,-2 2-2 0,-35-1 1 0,-23 1 0 0,-49 11 1 0,-23 0-1 0,-24-12 1 0,12 12 1 0,-11-12-1 0,-37-1 0 0,-23 2 3 0,-36 11 3 0,-2 0-3 0,3-12-2 0,-1 12 0 0,-12 0-2 0,0 0 1 0,0 0 0 0,0 0 1 0,11 0-1 0,-11-11 0 0,0 11 0 0,13 0-1 0,-1-13 2 0,12 1-3 0,-12 12-30 0,-12 0-76 0</inkml:trace>
  <inkml:trace contextRef="#ctx0" brushRef="#br0">11028 1118 21 0,'-13'-11'9'0,"2"-12"-5"0,11 23 5 0,24 11 10 0,-24 62 4 0,0 32-10 0,0-9-4 0,11-48 1 0,-11-24 2 0,0-24-5 0,-11-60-6 0,11-35-2 0,0-12-2 0,0 23 1 0,34 2-2 0,27-2-1 0,-26 47 9 0,25 26-10 0,-1 47 4 0,-36 23 6 0,-46 1 1 0,-60-12-3 0,-13-1-10 0,26-23-62 0,70-11 31 0</inkml:trace>
  <inkml:trace contextRef="#ctx0" brushRef="#br0">12003 643 26 0,'0'-11'4'0,"-23"-2"-3"0,-13 1-1 0,-35 48 9 0,11 24 17 0,-71 129-4 0,37 133 2 0,128-238-16 0,14-38-3 0,24-21-4 0,-13-25-34 0,-11 0-50 0</inkml:trace>
  <inkml:trace contextRef="#ctx0" brushRef="#br0">11992 845 2 0,'0'0'4'0,"0"-12"11"0,11-11-7 0,14 11-1 0,-14 12 1 0,25 47-6 0,12 25-1 0,-12-47 3 0,-1-14-3 0,13-11 0 0,0-11-2 0,-26-14 2 0,-9-11-1 0,-1-12 1 0,-1-11-2 0,-11 35 2 0,13 11 15 0,-13 74 4 0,-24 94-10 0,-1-48 1 0,15-24-5 0,10-35-6 0,0-25-37 0,0-23-33 0</inkml:trace>
  <inkml:trace contextRef="#ctx0" brushRef="#br0">12491 1095 36 0,'0'0'3'0,"-11"-11"1"0,-1 22-1 0,35-11 5 0,-10-11 0 0,23-13-5 0,11-12-3 0,-11 0 0 0,-24 1-1 0,-12 11 2 0,-12 12-1 0,0 12 4 0,-12 36 5 0,-11-1 3 0,10 24-2 0,14-22-5 0,11-3 0 0,24-21-2 0,11-13-1 0,1 0-1 0,12-13-10 0,-14-10-45 0,2 0 12 0</inkml:trace>
  <inkml:trace contextRef="#ctx0" brushRef="#br0">12980 892 21 0,'0'0'4'0,"0"-11"3"0,0 11-1 0,-24 0 6 0,1 0 3 0,-38 11-11 0,38 39-1 0,23-16 0 0,23 3 0 0,13-3 0 0,-11 3-1 0,-14-14 10 0,-34 1 2 0,-26-24-7 0,2 0-3 0,12 0-3 0,23-13-20 0,48 2-47 0,-25 11 42 0</inkml:trace>
  <inkml:trace contextRef="#ctx0" brushRef="#br0">13302 488 33 0,'0'0'6'0,"-13"12"11"0,-10 83 23 0,-36 252-10 0,11-98-12 0,24-96-9 0,12-44-5 0,-1-63-18 0,2-21-63 0,11-37 27 0</inkml:trace>
  <inkml:trace contextRef="#ctx0" brushRef="#br0">13457 917 31 0,'0'0'15'0,"-12"-25"-3"0,12 2 3 0,0 23 10 0,47 36-8 0,1 22-3 0,0 26-6 0,-2-13-3 0,-10-34-3 0,-23-13-1 0,-1-12-23 0,-12-24-42 0,0-12 10 0</inkml:trace>
  <inkml:trace contextRef="#ctx0" brushRef="#br0">13826 858 63 0,'0'0'13'0,"-72"47"14"0,-59 61-17 0,24 10 4 0,71-81-18 0,13 9-50 0,23-34-4 0</inkml:trace>
  <inkml:trace contextRef="#ctx0" brushRef="#br0">13802 774 33 0,'0'-12'5'0,"11"0"-4"0,37 49 20 0,24 164 11 0,-60-21-7 0,-24-50-8 0,-60-47 0 0,-35-36-10 0,0-47-6 0,58-23-90 0,49 23 40 0</inkml:trace>
  <inkml:trace contextRef="#ctx0" brushRef="#br0">14635 1131 51 0,'0'-24'-1'0,"0"12"0"0,60 1 0 0,-1-13 11 0,1 24-4 0,35-13-6 0,13-10-28 0,-26 12-4 0</inkml:trace>
  <inkml:trace contextRef="#ctx0" brushRef="#br0">14754 1168 69 0,'0'0'0'0,"-47"0"1"0,47 11-2 0,71-11 3 0,25-24-5 0,47 0-33 0,-97 24 9 0</inkml:trace>
  <inkml:trace contextRef="#ctx0" brushRef="#br0">15648 858 48 0,'0'0'3'0,"-12"-13"-2"0,-24 49-1 0,23 46 16 0,13 2 6 0,13-24-14 0,10-36-5 0,-23-12 1 0,0-12-1 0,-11-59-4 0,11-25-3 0,0 26 2 0,0 21 1 0,24-10-3 0,12-1 2 0,11 0-1 0,0 23 1 0,13 38 1 0,-48 24 6 0,-12 9 2 0,-36 13-5 0,-36-22-8 0,37-24-47 0,23-2 20 0</inkml:trace>
  <inkml:trace contextRef="#ctx0" brushRef="#br0">16256 511 14 0,'0'0'0'0,"0"0"12"0,-13 0-12 0,1 0 4 0,-12 50 21 0,-23 32-2 0,-25 85-12 0,25-1-2 0,81-95-3 0,15-34-2 0,10-3-3 0,1-21-6 0,-36-13-20 0,-1 0-27 0,-10-13 26 0</inkml:trace>
  <inkml:trace contextRef="#ctx0" brushRef="#br0">16481 892 12 0,'0'0'0'0,"0"-11"11"0,0-1-9 0,11 1 9 0,38 34 6 0,11 49-7 0,-13-12-5 0,1-26-5 0,-37-9-35 0,1-25 2 0</inkml:trace>
  <inkml:trace contextRef="#ctx0" brushRef="#br0">16743 869 16 0,'0'0'0'0,"0"0"12"0,-59 73 1 0,-1-2 1 0,13-12-6 0,23-24-8 0,12-11-39 0,12-12 17 0</inkml:trace>
  <inkml:trace contextRef="#ctx0" brushRef="#br0">17052 821 15 0,'0'0'9'0,"-23"60"-1"0,-13 72 8 0,23-27-2 0,13-32-8 0,0-25-42 0,13-25 6 0</inkml:trace>
  <inkml:trace contextRef="#ctx0" brushRef="#br0">17161 917 14 0,'0'0'0'0,"-13"0"7"0,13 0-5 0,13 25 4 0,10 9 3 0,1-22-2 0,11 0-3 0,1-12-3 0,0-24-2 0,-12 1 0 0,-12-1 3 0,-12 0-1 0,0 11 10 0,0 13 5 0,-24 71-9 0,0 2 2 0,12-2-5 0,12-35-11 0,12-24-52 0,-12-12 29 0</inkml:trace>
  <inkml:trace contextRef="#ctx0" brushRef="#br0">17506 833 23 0,'0'0'2'0,"-13"12"-1"0,37 72 5 0,-1 23 17 0,-23 12 1 0,-11-35-14 0,-25-50-3 0,-24-9-21 0,13-37-61 0</inkml:trace>
  <inkml:trace contextRef="#ctx0" brushRef="#br0">17755 1084 68 0,'-34'-24'14'0,"-27"11"-11"0,61 13-8 0,48 0-41 0,-24 0 13 0</inkml:trace>
  <inkml:trace contextRef="#ctx0" brushRef="#br0">17885 929 20 0,'-10'0'8'0,"10"-12"-8"0,0 24 3 0,23 35 20 0,-23 13-4 0,12-12-10 0,-1-37-3 0,-11-22-2 0,-36-37-7 0,26-12-1 0,10 13 4 0,0-1-3 0,23 0-2 0,25 2 2 0,-24 33 1 0,11 26 6 0,-23 33 3 0,-12 50-6 0,-35-72-3 0,-26-1-50 0,25-23 24 0</inkml:trace>
  <inkml:trace contextRef="#ctx0" brushRef="#br0">18232 679 19 0,'0'0'2'0,"-24"0"0"0,-12-13 2 0,0 50 17 0,13 22 3 0,-24 71-14 0,34-46 0 0,37-13-3 0,12-34-5 0,11-26-33 0,25-11-30 0</inkml:trace>
  <inkml:trace contextRef="#ctx0" brushRef="#br0">18256 892 9 0,'0'-11'4'0,"0"11"-1"0,-12 0 0 0,12 0 7 0,12 0 5 0,23 36-10 0,-11-11-2 0,-12-14 1 0,12-11-2 0,-12-24 1 0,-1 0 5 0,2 36 12 0,-26 59-9 0,2 13-7 0,22-61-15 0,2-11-48 0,-2-12 27 0</inkml:trace>
  <inkml:trace contextRef="#ctx0" brushRef="#br0">18589 582 21 0,'12'0'17'0,"-12"61"13"0,0 117-10 0,-60 61-5 0,-36-120-6 0,-47-48-31 0,1-35-47 0,130-36 54 0</inkml:trace>
  <inkml:trace contextRef="#ctx0" brushRef="#br0">15886 1809 97 0,'-299'-11'25'0,"181"22"-27"0,130-11 0 0,94 0 6 0,133-23 12 0,178-25-15 0,156-36-6 0,-122 25 4 0,60 24 0 0,-117 11 4 0,-203 12 4 0,-156 0 2 0,-46-12-34 0,-38 12-80 0,38 12 87 0</inkml:trace>
  <inkml:trace contextRef="#ctx0" brushRef="#br0">16898 1917 129 0,'0'-24'6'0,"-25"72"-8"0,25 83 4 0,-11-13 7 0,-1-34 7 0,-1-36-8 0,3-48 0 0,-1-72-6 0,-2-59-4 0,1 0-1 0,37 73 1 0,9 33-1 0,25 25 1 0,-10 59 1 0,-38 1 2 0,-22-24-2 0,-61 10-42 0,2-9-59 0</inkml:trace>
  <inkml:trace contextRef="#ctx0" brushRef="#br0">17469 1798 72 0,'-11'0'2'0,"-108"36"1"0,-59 60 15 0,-3 59 20 0,63 10-20 0,106-46-11 0,96-35-6 0,59-60-14 0,23-60-56 0,-58 0 7 0</inkml:trace>
  <inkml:trace contextRef="#ctx0" brushRef="#br0">17529 2024 56 0,'-47'-23'21'0,"23"10"-4"0,59 49 15 0,25 25-14 0,23 21-13 0,-11-22-10 0,-36-13-44 0,-59-35-43 0</inkml:trace>
  <inkml:trace contextRef="#ctx0" brushRef="#br0">17684 1976 61 0,'0'-12'25'0,"-24"49"-4"0,-12 47 7 0,-12-2-17 0,12-11-7 0,13-35-27 0,12-24-91 0</inkml:trace>
  <inkml:trace contextRef="#ctx0" brushRef="#br0">17957 1869 101 0,'36'-12'5'0,"-12"143"-2"0,-12 37 13 0,-48-26 6 0,-59-35-12 0,-12-35-41 0,60-62-70 0</inkml:trace>
  <inkml:trace contextRef="#ctx0" brushRef="#br0">16338 2311 34 0,'36'-50'0'0,"24"-32"0"0,-2 34 34 0,-22 23 12 0,-36 62-7 0,-23 70-20 0,10 120-8 0,26-180-6 0,-13-23-1 0,-13-48 1 0,-33-47 0 0,22-13-7 0,12-11 2 0,12 0 0 0,12-12-2 0,12 11 2 0,11 25-1 0,12 46 0 0,13 38-1 0,-36 70 5 0,-1 1-1 0,-23-1 3 0,-11-36 1 0,-25 13-4 0,-47 1-11 0,-96 33-165 0</inkml:trace>
  <inkml:trace contextRef="#ctx0" brushRef="#br0">20756 2429 32 0,'0'-13'32'0,"-11"13"-31"0,11 0 0 0,11 50 15 0,-11 32 4 0,0-11-5 0,-11-35-4 0,11-24-4 0,0-24 8 0,-13-12-13 0,-11 1-1 0,1-14 1 0,-1 3-1 0,12-16 3 0,12 16-3 0,-13-50-1 0,13 37 1 0,0 11-1 0,13 11-2 0,23 25 1 0,11 0 0 0,0 37 0 0,-22 10 2 0,-25 1 1 0,-12-12 1 0,-24-12-5 0,1 10-54 0,11-9-42 0</inkml:trace>
  <inkml:trace contextRef="#ctx0" brushRef="#br0">21387 2179 46 0,'0'0'10'0,"-23"-23"-10"0,11 10 5 0,-1 26 10 0,-34 34 7 0,-13 48-8 0,1 36-7 0,23-12-2 0,36-25 1 0,36-33-1 0,47-26-3 0,-11-10 0 0,-13-14-1 0,-47 1-10 0,-12-35-50 0,0 10 3 0</inkml:trace>
  <inkml:trace contextRef="#ctx0" brushRef="#br0">21483 2357 11 0,'0'0'11'0,"-12"-23"11"0,12 11-1 0,0 1-5 0,12 11-10 0,10 46 4 0,14 2-5 0,13 0-1 0,-13-14-2 0,-1-9-4 0,-12-13-26 0,-23 1-3 0,-23-13-7 0</inkml:trace>
  <inkml:trace contextRef="#ctx0" brushRef="#br0">21684 2322 41 0,'-23'12'4'0,"-1"36"-1"0,0 11 11 0,1 0 3 0,-13-11-9 0,36-25-7 0,12 2-24 0,-1-25-37 0</inkml:trace>
  <inkml:trace contextRef="#ctx0" brushRef="#br0">22007 2119 56 0,'-12'-13'7'0,"-12"63"1"0,0 92 13 0,-24 13-7 0,25-24-4 0,-1-48-7 0,24-35-10 0,0-37-50 0</inkml:trace>
  <inkml:trace contextRef="#ctx0" brushRef="#br0">22101 2274 37 0,'0'0'0'0,"0"-13"7"0,13 13-2 0,-13 37 19 0,0 34-7 0,0 1-11 0,0-26-4 0,0-9-1 0,0-24 1 0,0-26 4 0,0-24-4 0,0-9-2 0,12-2 0 0,-1 0 1 0,2 14-1 0,10 21 0 0,-11 1-1 0,13 12 1 0,-14 48-1 0,37 11 0 0,-13-11 3 0,1-23-3 0,12-14 3 0,-36-22 0 0,-2-50 0 0,3-10 0 0,-1 23 4 0,-1 36-5 0,2 12-20 0,10 12-44 0,-23-12 39 0</inkml:trace>
  <inkml:trace contextRef="#ctx0" brushRef="#br0">22638 2429 49 0,'-13'0'9'0,"-23"12"-8"0,25 13 0 0,22-4 3 0,25 4 1 0,12-25-1 0,-36 0-2 0,0-12 6 0,-12-35 11 0,0-1-9 0,0 25-7 0,0 10-7 0,-12 13-57 0,12 0 16 0</inkml:trace>
  <inkml:trace contextRef="#ctx0" brushRef="#br0">22745 2106 45 0,'0'0'0'0,"0"-10"7"0,59 81-7 0,1 73 9 0,-24 22 5 0,-24-24 8 0,-48-58-4 0,-13-49-9 0,3-23-15 0,22-36-67 0,24 13 40 0</inkml:trace>
  <inkml:trace contextRef="#ctx0" brushRef="#br0">23174 2441 104 0,'-25'-25'30'0,"2"25"-31"0,46 0-17 0,-10 13-47 0,-13-1 22 0</inkml:trace>
  <inkml:trace contextRef="#ctx0" brushRef="#br0">23364 2393 52 0,'0'12'3'0,"-24"60"-2"0,24-37 1 0,11 1 8 0,-11-24-2 0,0-35 4 0,0-14-8 0,-11-34-2 0,-1-1 0 0,12 13 1 0,0-12-1 0,36 34-2 0,12 26-1 0,-13 11 2 0,-11 71 7 0,-24-10-2 0,-13-27-1 0,-21-10-5 0,-3 12-55 0,1-25 1 0</inkml:trace>
  <inkml:trace contextRef="#ctx0" brushRef="#br0">23805 2119 38 0,'-24'-34'8'0,"12"34"-7"0,-12 34 35 0,-23 74-11 0,11 22-18 0,24-21-4 0,12-38-1 0,36-37-1 0,47-9-27 0,0-37-40 0,-71 12 43 0</inkml:trace>
  <inkml:trace contextRef="#ctx0" brushRef="#br0">23960 2274 39 0,'0'0'0'0,"-36"-24"16"0,36 48-5 0,0 47 4 0,0-11-2 0,0-36-6 0,0-12-5 0,0 0-1 0,0 1 0 0,0-13 3 0,0-13-2 0,0-24-1 0,-13 3-2 0,13-14 2 0,13 0-2 0,10 12 0 0,-10 24 2 0,-2 1-1 0,2 22-1 0,10 37 2 0,24 0-1 0,1 0 0 0,-24-37 1 0,-12-11 4 0,0-48 3 0,-12-11-1 0,0 47-6 0,0-47 3 0,0 34-3 0,0 25-29 0,12 37-39 0,-12-14 33 0</inkml:trace>
  <inkml:trace contextRef="#ctx0" brushRef="#br0">24292 2311 32 0,'0'0'7'0,"-23"0"1"0,10 23-1 0,13 12 5 0,36-11 14 0,-11-60-10 0,-13 1-4 0,-36 24-9 0,-25 11-33 0,-21 0-50 0</inkml:trace>
  <inkml:trace contextRef="#ctx0" brushRef="#br0">24435 2035 51 0,'13'50'11'0,"-26"92"-5"0,13-35 17 0,-36-12-9 0,-34-37-19 0,10-21-80 0</inkml:trace>
  <inkml:trace contextRef="#ctx0" brushRef="#br0">21209 3048 112 0,'-72'-25'6'0,"13"25"-7"0,105 0 0 0,74-23 4 0,119 12 8 0,118-13-9 0,131-12-4 0,72 0-1 0,-1 1 0 0,-95-1-1 0,-153 24 4 0,-192-1 2 0,-107 13 6 0,-12-11-16 0,-36 11-102 0</inkml:trace>
  <inkml:trace contextRef="#ctx0" brushRef="#br0">22400 3286 92 0,'0'0'0'0,"-12"-12"2"0,12 24 0 0,22 48 18 0,-9 11-6 0,-1 0-5 0,12-47-4 0,-24-11 1 0,0-61-2 0,-24-36-2 0,12 1-3 0,24 12 0 0,12-1 1 0,12 1-2 0,0 48 3 0,11 23-4 0,-23 71 7 0,-12 24-3 0,-24-24 3 0,-37-35-3 0,3-12-78 0,21-24 13 0</inkml:trace>
  <inkml:trace contextRef="#ctx0" brushRef="#br0">23042 3073 46 0,'0'0'0'0,"-23"-13"16"0,-1 13 16 0,-12 13 3 0,-35 45-19 0,-1 26-10 0,60 0-4 0,35-25 1 0,62-24-4 0,9-11-18 0,-21-37-50 0,-39 13 12 0</inkml:trace>
  <inkml:trace contextRef="#ctx0" brushRef="#br0">23209 3144 49 0,'0'0'0'0,"12"-25"15"0,0 50-11 0,36 22 11 0,-12 11-11 0,-13-8-14 0,-23-27-48 0,0-23 42 0</inkml:trace>
  <inkml:trace contextRef="#ctx0" brushRef="#br0">23245 3167 36 0,'0'-12'35'0,"-12"48"-29"0,12 1 3 0,-12-3-6 0,-12-10-16 0,1 0-43 0</inkml:trace>
  <inkml:trace contextRef="#ctx0" brushRef="#br0">23436 3084 54 0,'11'0'16'0,"-11"12"-15"0,60 95 18 0,-37 0 3 0,-23-24-6 0,-23-35-10 0,-48-24-11 0,-14-12-106 0</inkml:trace>
  <inkml:trace contextRef="#ctx0" brushRef="#br0">22983 3096 38 0,'-24'-12'2'0,"48"1"0"0,-1 11 5 0,-10 0 10 0,58 142 3 0,1-71-19 0,-1-47 0 0,-23-1-1 0,-35-23-29 0,-26-11-21 0</inkml:trace>
  <inkml:trace contextRef="#ctx0" brushRef="#br0">23376 3023 65 0,'-25'-11'4'0,"-9"35"-4"0,-2 36 6 0,-12 35 20 0,0 0-11 0,25-35-5 0,23-13-7 0,0-11-2 0,0 0 0 0,0-24 0 0,-13-12 6 0,26-60-7 0,22-11 1 0,13-26-3 0,1 26 2 0,-3-23 0 0,-35 58-1 0,-11 36 1 0,0 12-1 0,-11 47 4 0,-24 25 2 0,-37 23 3 0,1-13-2 0,22-33-4 0,26-38 0 0,23-23 0 0,0 0-14 0,12-59-75 0,-12 47 49 0</inkml:trace>
  <inkml:trace contextRef="#ctx0" brushRef="#br0">23209 3167 12 0,'-12'0'14'0,"0"0"-10"0,24-12 0 0,12 1-5 0,12 11 6 0,-24 0 3 0,-12 0 11 0,-24 0-8 0,-12 0-3 0,24-13-2 0,0 1 2 0,1 12 3 0,11-12-3 0,-25 12-7 0,14 0 0 0,-1 0-1 0,12 0 1 0,-13 0-1 0,2 0 7 0,-1 12 3 0,1-12-1 0,11 0-6 0,11 25 2 0,12 9-3 0,26 16-1 0,-14-4 1 0,1 13 1 0,12-22-1 0,-1-14 1 0,-35-12-1 0,-12-11 5 0,0 0-2 0,0-34-1 0,-23-14-5 0,11 0 2 0,-24-11 1 0,-12 11-2 0,12 12 1 0,25 24-1 0,11 12-1 0,23 12 0 0,25 60 0 0,24 24 1 0,-13-14 0 0,-11-9 0 0,-36-62 2 0,-24-35 1 0,-12-13-66 0,11 26-44 0</inkml:trace>
  <inkml:trace contextRef="#ctx0" brushRef="#br0">19482 1654 18 0,'0'-11'16'0,"-12"-1"-3"0,12 1 13 0,0-2 8 0,0 1-12 0,12 24 4 0,12 12-23 0,24-1 0 0,11 38-1 0,-11-1-1 0,-14-13 2 0,-9 0 1 0,-1-23-3 0,-12-12 2 0,-12 0-1 0,0 1 3 0,-61 33-1 0,-46 26 0 0,-11 11 1 0,11-24-2 0,36-22-1 0,47-26 0 0,12 1-1 0,12-1 0 0,-13-11-1 0,50-23-139 0,-14 23 89 0</inkml:trace>
  <inkml:trace contextRef="#ctx0" brushRef="#br0">16648 2881 6 0,'0'0'0'0,"-60"0"21"0,0 0-12 0,24 0-1 0,13-13 1 0,46 13-3 0,73-34-5 0,95-3-1 0,95-10-2 0,59-24 1 0,-11 23 3 0,-85 25 2 0,-117 11-1 0,-109 12-2 0,-23 12 0 0,0 22-32 0,0-9 5 0</inkml:trace>
  <inkml:trace contextRef="#ctx0" brushRef="#br0">22126 3751 37 0,'0'-24'16'0,"-25"0"-24"0,50 24 3 0,46 0 15 0,24 0-5 0,72 0-5 0,83 11 0 0,60-45-2 0,11 9 1 0,-35 0 0 0,-131 15 13 0,-119 10 11 0,-36 0-3 0,-24-11-17 0,12-2-7 0,-12 13-36 0,24 0-12 0</inkml:trace>
</inkml:ink>
</file>

<file path=ppt/ink/ink19.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9575 13691 36 0,'-12'-11'16'0,"0"-12"1"0,0-1 0 0,12 24-9 0,24 0 7 0,-1 24-4 0,-12 10-1 0,14 16-2 0,-1-16-4 0,-1 3-2 0,13-3-1 0,0-21 2 0,12-13 0 0,23-60-1 0,47-23 0 0,50-36 0 0,45-13 5 0,-57 50-3 0,-84 46 0 0,-37 24 1 0,1-13-3 0,-11 2 0 0,-14 12 0 0,-11 11-1 0,12 0 0 0,-12 0-1 0,0-12 2 0,11 0-1 0,2-1 0 0,-13 13-1 0,0-11-11 0,0 11-48 0,-13 0-33 0</inkml:trace>
  <inkml:trace contextRef="#ctx0" brushRef="#br0">9336 14001 52 0,'-12'-23'23'0,"1"12"-18"0,-1 11 6 0,24 0 8 0,11 0-11 0,1 23 0 0,0 1 2 0,0 11-2 0,0-12-2 0,-2 27-2 0,14-4-1 0,-23-10-1 0,23 0 0 0,-12-12 0 0,-1 0 0 0,13-14 1 0,11-31-1 0,25-29 0 0,24-21-3 0,23-36 3 0,35-12 0 0,37 1-1 0,-24 10 0 0,-13 24-2 0,-46 13 0 0,-25 24 2 0,-23 10 0 0,-14 26 1 0,-21-12 2 0,-14-2-1 0,-11 25 0 0,13-12-2 0,-13 12-5 0,12 0-60 0,-12 0-40 0</inkml:trace>
</inkml:ink>
</file>

<file path=ppt/ink/ink20.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15302 14038 72 0,'-12'0'7'0,"-23"0"10"0,22-12 21 0,13 0-19 0,25 12-9 0,34 12-5 0,13-12-2 0,-49 0-2 0,107-25 2 0,14 2 1 0,-48 12 0 0,-73 11-3 0,-11 0-39 0,0-50-94 0</inkml:trace>
  <inkml:trace contextRef="#ctx0" brushRef="#br0">15576 13799 37 0,'-12'-12'21'0,"12"12"-1"0,12 0 5 0,24 0-12 0,35 12-6 0,-24 24-3 0,14-12-1 0,-14 0 2 0,13-11-1 0,-13-2 0 0,-35-1-1 0,-24 15 5 0,-47 34-2 0,-25-11-2 0,1 0-2 0,36-23 0 0,34-14-3 0,2 1-54 0,11-1-33 0</inkml:trace>
  <inkml:trace contextRef="#ctx0" brushRef="#br0">1453 8239 18 0,'0'0'0'0,"-24"-12"0"0,24 0 0 0,0 12 34 0,0-13-11 0,0 13-10 0,12 13-5 0,36-13-1 0,10 12 4 0,14 0 2 0,12 12 0 0,23-12 0 0,24-1-3 0,-11-11-7 0,-13-23 1 0,0-1-2 0,-12 0-1 0,-13-23 5 0,-9 10-2 0,-14 3-1 0,13-14 1 0,-25-25-2 0,13 27 1 0,-36-2 0 0,-12-23 0 0,-1 10-1 0,-11 2 0 0,-11 0-1 0,-14 11 0 0,-22-12 0 0,0 13-1 0,-25-11-1 0,1 8 1 0,-24 16 0 0,-1-26 1 0,-11 36 1 0,11-13-2 0,2 14-1 0,-25 23 0 0,-13 23 0 0,-10 14 0 0,23 10-1 0,47 1 3 0,13 12-3 0,-13-1 3 0,1 13 0 0,23-1-1 0,-1 0 0 0,27-11 1 0,-2 35-1 0,24 1 0 0,-12-13 0 0,24 12 0 0,0-22 1 0,35-27 0 0,12-21 0 0,25-14-1 0,35-11 0 0,0-24-20 0,11 37-123 0</inkml:trace>
  <inkml:trace contextRef="#ctx0" brushRef="#br0">2370 8882 62 0,'-12'-36'10'0,"12"36"-6"0,24 0 0 0,-12 13 12 0,36-26-6 0,35 1-7 0,23-11 0 0,-34 0 0 0,-35 34-9 0,-26 1-75 0</inkml:trace>
  <inkml:trace contextRef="#ctx0" brushRef="#br0">2418 9001 19 0,'-48'24'15'0,"24"-1"2"0,24-23 7 0,0 0-15 0,0 0 3 0,72-23-7 0,23-1-2 0,23 0-1 0,-9 1-4 0,-26 12-70 0</inkml:trace>
  <inkml:trace contextRef="#ctx0" brushRef="#br0">3216 8775 64 0,'0'-24'4'0,"-12"11"1"0,12 13 1 0,0 0 4 0,-13 25-3 0,13 23-5 0,25-13 0 0,10 12 0 0,1-10-2 0,11-13 1 0,1-14 1 0,-12-10 0 0,0-10 0 0,23-26 0 0,-36 0 0 0,13 0-1 0,-23 12 1 0,-13-10 8 0,-24-3 4 0,-12 1-6 0,-11 1 1 0,11-1-2 0,-13 25-1 0,-10-2-5 0,25 1 1 0,-3 12-2 0,13 0 0 0,-35 84-2 0,-36 23-115 0</inkml:trace>
  <inkml:trace contextRef="#ctx0" brushRef="#br0">10444 17752 12 0,'0'0'21'0,"0"-12"5"0,-13 12 8 0,13-13-10 0,25 13-12 0,34-10-3 0,25-14-4 0,11 12-3 0,-24 12-2 0,-47 24-6 0,-12-12-29 0,-12-2-26 0,0-10 20 0</inkml:trace>
  <inkml:trace contextRef="#ctx0" brushRef="#br0">10480 17859 28 0,'-12'0'9'0,"-25"0"16"0,14 12 4 0,59-12-12 0,58-12 0 0,38 1-8 0,-26-1-4 0,-57 12-3 0,-37 0-4 0,0 0-106 0,0 0 78 0</inkml:trace>
  <inkml:trace contextRef="#ctx0" brushRef="#br0">11539 17848 19 0,'-12'0'9'0,"12"0"14"0,0 0 2 0,36 0-14 0,-11 0-6 0,57 0 8 0,26-12-8 0,-26 0-2 0,-22-1-6 0,-36 2-29 0,-24 11-21 0,-13 0 29 0</inkml:trace>
  <inkml:trace contextRef="#ctx0" brushRef="#br0">11766 17622 24 0,'0'0'30'0,"0"34"5"0,-12 74-22 0,0-1-15 0,12-23-2 0,12-36-6 0,0-25-50 0,0-12 40 0</inkml:trace>
  <inkml:trace contextRef="#ctx0" brushRef="#br0">12159 17777 10 0,'0'-13'14'0,"0"-34"9"0,0 23 9 0,12 12-7 0,-1 12-6 0,12 59-13 0,14 12-7 0,-25 13-5 0,0-36 5 0,12-13 1 0,-2-35 4 0,-9-23 4 0,-1-37 1 0,12 1-4 0,12 23 1 0,-13-24-3 0,14 25 0 0,-14 35-4 0,-12 35-3 0,-22 36-2 0,11-23 0 0,11 12 1 0,38-36 3 0,10-12 3 0,13-12 2 0,-14-36 2 0,-9-12 1 0,-13 13 0 0,-1-24-2 0,-35 9 1 0,0 4-1 0,-24 21-3 0,-23 38-5 0,-2 35 0 0,26 23-4 0,23 0 1 0,48 2-1 0,23-27 6 0,1-46 4 0,11-23 3 0,-12-13 0 0,-58 12-1 0,-1 0-3 0,-24 12-25 0,24 1-100 0</inkml:trace>
</inkml:ink>
</file>

<file path=ppt/ink/ink21.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10861 10204 34 0,'-12'-24'14'0,"-24"12"0"0,36 1 5 0,-12-2 1 0,12 13-9 0,48 0-1 0,58-12-7 0,109 0 1 0,58 12-2 0,26-13-1 0,22 13 0 0,-11 13-1 0,-12-1 2 0,48-24 1 0,-1 12 1 0,-48 0-1 0,-47 12 0 0,-59 0 1 0,-48-24 4 0,-96 12 6 0,-59-12-7 0,-36-11-6 0,-35 12-54 0,36 11-34 0</inkml:trace>
  <inkml:trace contextRef="#ctx0" brushRef="#br0">11028 10275 53 0,'-24'-24'13'0,"35"24"-7"0,49-12 12 0,23 1-9 0,59-13 3 0,73 0-6 0,58 1 1 0,38 10-5 0,-1 1 0 0,-26 0 0 0,3-11 0 0,-14-1-1 0,-34 12 1 0,-36 0 0 0,-37-1 1 0,-23 13-1 0,-25 0-1 0,-46 0-1 0,-12 0 1 0,-24 0 0 0,-12 0 1 0,12 0-1 0,-24 0 4 0,-1 0 2 0,1 0-2 0,0 0-1 0,-12-11-2 0,0 11-98 0,0 0 44 0</inkml:trace>
  <inkml:trace contextRef="#ctx0" brushRef="#br0">21590 10013 22 0,'-13'0'2'0,"-23"0"-5"0,13-11 30 0,-48 11 9 0,-12 0-12 0,-1 23-6 0,48-12-3 0,36-11 5 0,95-23-16 0,84 12-1 0,71 11 1 0,24 11-2 0,-59 12 0 0,-84-23-1 0,-96 0 3 0,-70 0 3 0,-73-23-6 0,-107 23 2 0,-34-11-1 0,23 22-1 0,83-11 0 0,107 0-1 0,84 0 2 0,106 0-3 0,85-11 1 0,23 22-2 0,-48 1 1 0,-119-12 1 0,-95 11 0 0,-119-11 1 0,-107 0 1 0,24-11 0 0,106 11-2 0,96 0 0 0,119-12 1 0,60 12-3 0,-13 0 0 0,-106 12-79 0,-60-12-4 0</inkml:trace>
  <inkml:trace contextRef="#ctx0" brushRef="#br0">2394 11275 87 0,'-12'-12'7'0,"-12"-22"3"0,36 34-8 0,36 0 3 0,59-13 10 0,95 1-5 0,96-13-4 0,11 14-3 0,-46 22 1 0,-85 14-1 0,-106 0-1 0,-59-14 6 0,-86-11 2 0,-82 0-8 0,-84-11-2 0,-22 11 2 0,-1 11 1 0,59-11-3 0,73 0 0 0,106-11 4 0,84-2-3 0,154-35 1 0,72 12-2 0,11-11-2 0,-59 23 4 0,-95 24-2 0,-95 0 1 0,-60 13 1 0,-60-2 0 0,-11 12-3 0,12 14-69 0,71-26-10 0</inkml:trace>
  <inkml:trace contextRef="#ctx0" brushRef="#br0">5895 11168 126 0,'-72'-36'5'0,"13"36"-4"0,22 0 2 0,37 0 9 0,49-24-6 0,94 13 1 0,95 11-4 0,-83 0-2 0,-73 11-1 0,145 1 3 0,-60-12-2 0,-84 12-1 0,-70 1 4 0,-73-13 4 0,-119 0-4 0,-95 11-4 0,-35-22 2 0,70-2 0 0,109 1 1 0,94 0 1 0,95-11-3 0,167-13 0 0,96 0-2 0,12 24 2 0,-72 12-1 0,-108 12 0 0,-118-1 0 0,-48-11 3 0,-47 13-2 0,-13-13-65 0,60 0-10 0</inkml:trace>
</inkml:ink>
</file>

<file path=ppt/ink/ink22.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7979 5501 0 0,'0'0'0'0,"12"-12"19"0,1 0-4 0,-2 12 7 0,-1 0-15 0,3 12-2 0,23 13 0 0,0 21 7 0,-12 26-8 0,-12-14-2 0,23-21 2 0,1-24 2 0,0-2-1 0,-1-22 1 0,13-26 2 0,24-10-1 0,11-1-3 0,11 12-1 0,-33 12-1 0,-26 1 1 0,-24 12 1 0,-11-2-3 0,0 13 1 0,0 13-8 0,0 8-42 0,0 4-11 0</inkml:trace>
  <inkml:trace contextRef="#ctx0" brushRef="#br0">8134 6465 37 0,'-12'-13'16'0,"-13"2"-14"0,62-1-3 0,-25 12 40 0,-12 0-33 0,22 12-4 0,-9 24 0 0,-1-11 1 0,-1-2 1 0,2-12-2 0,-1 26 3 0,-1-26-3 0,14 1 0 0,10-24 1 0,25-12 0 0,23-23-1 0,23-1 0 0,-21 24-1 0,-38-11 2 0,-23 10 7 0,-24 14-2 0,0-1-5 0,0 12-1 0,12 0-1 0,24 0-29 0,0 12-83 0</inkml:trace>
  <inkml:trace contextRef="#ctx0" brushRef="#br0">7598 5393 32 0,'-48'-11'18'0,"12"11"-8"0,25-12 3 0,45-24-9 0,63-35-2 0,45-1 1 0,1 14 0 0,-24-3 0 0,-47 38-1 0,-48 10-1 0,-12-11 1 0,-1 1 0 0,-22-1-3 0,-25 24 3 0,-13-12-2 0,3 12 2 0,22 0-1 0,12-12 0 0,24 12-1 0,22 0 1 0,15 0-1 0,-1 12 0 0,-13 13 2 0,-11 9 8 0,-37 3 2 0,-21-14-6 0,-3 1-1 0,1-12-3 0,49 0-8 0,23 1-87 0</inkml:trace>
  <inkml:trace contextRef="#ctx0" brushRef="#br0">8610 4715 48 0,'0'-36'18'0,"-25"25"-11"0,2 11 7 0,-12 34-2 0,-1 16-5 0,24-4-2 0,12 26-3 0,12-25 0 0,36-36 1 0,11 2-1 0,-11-26 0 0,-2-10-1 0,-21-12 1 0,-14-12 0 0,-11 10-2 0,0-10 1 0,-11-1 0 0,-25 25 2 0,1 10 3 0,-13 1-3 0,35 12-2 0,-10 25-2 0,-24 93-36 0,23-58-30 0</inkml:trace>
  <inkml:trace contextRef="#ctx0" brushRef="#br0">977 8811 17 0,'0'0'3'0,"-48"-23"-5"0,36 23 25 0,-35 0 11 0,-2 0-8 0,2 23-10 0,47-23-10 0,36 0 0 0,59-23 3 0,72-2 1 0,59 13-7 0,13-24-1 0,11 13 2 0,0-13 10 0,-12 13-10 0,-48-2-4 0,-82 13 3 0,-61-1-1 0,-11 13 1 0,-12-10-1 0,11-1 0 0,-10 11-1 0,-25-13-2 0,0 26-22 0,-37-2-96 0</inkml:trace>
  <inkml:trace contextRef="#ctx0" brushRef="#br0">596 8943 89 0,'-48'0'4'0,"36"11"-4"0,12-11 2 0,24 0 5 0,37-11 3 0,69-14-6 0,48-11-1 0,59-24 2 0,26 13-1 0,-13 10 1 0,-24 14-2 0,-11 12 0 0,-13-26-3 0,-23 26 1 0,-72-1 1 0,-48 12 3 0,-34-11 10 0,-25-2-6 0,11-11-6 0,-11 11-23 0,0 13-109 0</inkml:trace>
  <inkml:trace contextRef="#ctx0" brushRef="#br0">8204 8144 19 0,'0'0'31'0,"-11"0"-8"0,-14 0-7 0,25 0-4 0,-11-13 1 0,11 13-6 0,0 0-2 0,0 0 15 0,24-11-16 0,-1 11 0 0,2 0-1 0,-14 0 2 0,14-12 1 0,-2 12-2 0,1-11-2 0,-12 11 0 0,-12 0 0 0,12 0 0 0,-12 0-1 0,13 0 0 0,-2 0 0 0,-11 0 1 0,12 0 0 0,-1 0 1 0,-11-13-1 0,0 13 1 0,0 0-1 0,13 0-1 0,-13-12-1 0,0 12-5 0,12 0-26 0,-1 0-40 0</inkml:trace>
  <inkml:trace contextRef="#ctx0" brushRef="#br0">8134 8120 66 0,'-12'0'16'0,"0"0"-3"0,-1 0 8 0,13-12-9 0,13 12 7 0,23 0-11 0,22 0-5 0,-9 0-1 0,-2-11 0 0,-11 11 0 0,-23 0 0 0,-13 0 0 0,0 0 1 0,11 0-3 0,1 0-15 0,-12-13-12 0,11 1-67 0</inkml:trace>
  <inkml:trace contextRef="#ctx0" brushRef="#br0">8110 8120 53 0,'0'0'19'0,"-13"0"-5"0,13 0 4 0,0 0-12 0,13 0-4 0,23-12 1 0,22 12-2 0,3 0 5 0,-2 0 0 0,-34 0 7 0,-14 0-1 0,-11 0-1 0,12 0-7 0,-12-11-3 0,0 11-35 0,0 11-61 0</inkml:trace>
  <inkml:trace contextRef="#ctx0" brushRef="#br0">13110 3525 27 0,'0'0'7'0,"13"-25"14"0,23 13-10 0,-24 1 16 0,-12-1-11 0,-12 12-13 0,-37 23-1 0,-21-11 3 0,-37 0 2 0,-1 12-2 0,1 12-2 0,12-12 2 0,47 0 1 0,25-14-1 0,23 15-1 0,-12-13-1 0,12 1 0 0,0 10 1 0,0 25-2 0,0 36 0 0,0 46-1 0,0 13 2 0,-13 11-1 0,2 13 2 0,11-24-1 0,0-13-1 0,0 2 0 0,0-25 0 0,0-24 2 0,11-11 1 0,25-35-2 0,12-16 0 0,47-8 0 0,35-13-1 0,-10-23-2 0,-25 23 0 0,-70 0 0 0,-37-11-37 0,-24-26-91 0</inkml:trace>
  <inkml:trace contextRef="#ctx0" brushRef="#br0">12968 3655 67 0,'0'0'0'0,"-12"-96"23"0,12 62-22 0,12 9 9 0,-36 25 5 0,-48 0-5 0,-46 36-5 0,-132 83 5 0,203-83-3 0,47 12-3 0,0-2-2 0,11 15 0 0,1-14 2 0,-12 37 1 0,0 0-1 0,0 21-1 0,-12 16 1 0,12 9-1 0,12-11 0 0,12 0-2 0,-1-11 0 0,-23-1 1 0,13-24 0 0,-1-24 2 0,-1 1-1 0,1-12 0 0,24-24-3 0,12-14 3 0,22 3 0 0,15-26-2 0,22-8 0 0,-11 21-3 0,-49-13 3 0,-35 13 1 0,-24-24 1 0,-1 11-1 0,2 2-15 0,11 22-86 0,-12 2 41 0</inkml:trace>
  <inkml:trace contextRef="#ctx0" brushRef="#br0">8146 9240 54 0,'0'0'10'0,"0"0"-3"0,35-13 6 0,24 1-9 0,1 0-2 0,0 1-4 0,-37 11-46 0,-10 0 21 0</inkml:trace>
  <inkml:trace contextRef="#ctx0" brushRef="#br0">8157 9263 48 0,'-11'0'37'0,"11"0"-36"0,58-12-1 0,38 1-66 0</inkml:trace>
  <inkml:trace contextRef="#ctx0" brushRef="#br0">691 11145 67 0,'-13'-13'4'0,"-33"-22"8"0,35 12-3 0,11 10-2 0,11 1 8 0,48 0-6 0,48 12-5 0,48 0-2 0,58 0 0 0,27 12-1 0,-2-12-1 0,36 0 3 0,22-25-1 0,3 25-1 0,-49-23 1 0,-37 12-1 0,-34-1-2 0,-34 0 2 0,-39-1 4 0,-34 13-1 0,-50 13 2 0,-9-13 9 0,-13-13 2 0,0-10-15 0,0 12-53 0,0 11-68 0</inkml:trace>
  <inkml:trace contextRef="#ctx0" brushRef="#br0">10456 9632 22 0,'0'-11'27'0,"0"-2"-9"0,0 1-9 0,-12 0-1 0,-1-11-5 0,2-1-1 0,-14-13 0 0,2 3 1 0,-11-3-1 0,-3 14-1 0,-11 12 0 0,-12 11 0 0,1 0 0 0,11-13-1 0,12 13 0 0,-23-12 1 0,12 12-1 0,-1 0 0 0,0 0 0 0,25 0 1 0,-13 0 1 0,0 12-2 0,0 1 0 0,-12-2 1 0,12-11-1 0,0 12 0 0,2-1 1 0,-3 14 0 0,1-13-1 0,0-1 0 0,26-11 0 0,-26 12 1 0,0 12 0 0,0 0 1 0,13-11 0 0,-2-2-2 0,2 12 1 0,10 14 2 0,2 10 0 0,-1 1-2 0,12 12 0 0,-11-13 2 0,22 0 2 0,1-11 0 0,-1 12-4 0,14 0 0 0,-14-1 0 0,37 1 1 0,0-1 0 0,22 0 0 0,2-10 1 0,-1-14-1 0,14-12 1 0,-2-11-1 0,0 0 0 0,-11 0 0 0,-1-23 0 0,1 12 0 0,-12-13-2 0,10 11 1 0,-10-10 0 0,-12-1-1 0,-11 0 1 0,-3 1 0 0,-11-13 0 0,26-12-1 0,-25 24 0 0,-1-11 1 0,1-38 0 0,-12 50 0 0,-1-48 0 0,-11 35 1 0,0-10-1 0,-23-15 1 0,-12 1-1 0,11 1-1 0,-12 0 2 0,-12-1-1 0,1 36 0 0,11 12-2 0,0 12 1 0,12 12-1 0,13 1 1 0,-1 10-3 0,-1 13-34 0,2-1-59 0</inkml:trace>
  <inkml:trace contextRef="#ctx0" brushRef="#br0">8229 9144 32 0,'0'0'14'0,"-12"0"-11"0,-12 0 6 0,-1 0 15 0,25 0-11 0,0 0-6 0,49-12-6 0,34-1 5 0,0 13 0 0,-47 0-3 0,-24 0 2 0,-24 0 4 0,12 0-20 0</inkml:trace>
  <inkml:trace contextRef="#ctx0" brushRef="#br0">9694 11371 27 0,'-25'-12'36'0,"14"0"-20"0,-1 12-2 0,12-13-8 0,12 13-3 0,47-11 3 0,13 11 1 0,-1-12-4 0,1 1 0 0,-26-14-1 0,-21 25-1 0,-25 0-5 0,-12 0-63 0,12 0 27 0</inkml:trace>
  <inkml:trace contextRef="#ctx0" brushRef="#br0">9586 11501 66 0,'-11'0'10'0,"22"-12"-7"0,36 1 6 0,37-12 3 0,11-2 4 0,-23 13-5 0,-24-1-2 0,-24 2-3 0,-2-1-2 0,-9 12-2 0,-13 0-2 0,0 0-3 0,0 12-35 0,0 12-45 0</inkml:trace>
  <inkml:trace contextRef="#ctx0" brushRef="#br0">9479 8026 23 0,'-25'0'6'0,"-21"0"6"0,22 0-4 0,12-25 5 0,12 25-12 0,0-25 12 0,0 2-1 0,12 0-1 0,12 23 0 0,0 12 2 0,-2 59 0 0,3 13-7 0,11-25 0 0,-12-13 1 0,0-21-2 0,10-25 2 0,63-59-1 0,93-49-6 0,60 1 3 0,11 25 0 0,-57-2-2 0,-86 24 0 0,-70 24 2 0,-12 13 0 0,-12 23-4 0,-12 35-27 0,-60 37-108 0</inkml:trace>
  <inkml:trace contextRef="#ctx0" brushRef="#br0">9145 8227 61 0,'0'-12'19'0,"0"-11"-12"0,13 23 4 0,-1 23-3 0,11 37 4 0,2 11 2 0,-2 1-6 0,1-1-1 0,12-23-3 0,-1-12-1 0,1-13 1 0,24-36 0 0,47-45-1 0,83-49 0 0,95-25-3 0,50 14 2 0,-182 58-3 0,-9 24 0 0,71-35 2 0,-96 23 1 0,-84 25 4 0,-22 11 4 0,-13-1-7 0,0 2-2 0,0 11 0 0,11 0-10 0,12 11-129 0</inkml:trace>
</inkml:ink>
</file>

<file path=ppt/ink/ink23.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11885 9726 37 0,'0'0'11'0,"0"-21"2"0,0-16 11 0,0 13 0 0,-12 1-3 0,-1 10-3 0,2 13-12 0,-14 36-3 0,14 25-3 0,11 10 2 0,24-12-2 0,-12-13 0 0,24-9 1 0,-1-13 0 0,12-12 0 0,14-12 0 0,-14-12-2 0,-11-24 3 0,-12 11-2 0,-11-21 2 0,-2-2-2 0,-11 0 1 0,-11-11-1 0,-38 11 1 0,1 12-1 0,0-10 2 0,1 33-3 0,11 13 1 0,-24 24-3 0,1 23-39 0,46 25-58 0</inkml:trace>
  <inkml:trace contextRef="#ctx0" brushRef="#br0">11479 10394 22 0,'-11'0'25'0,"-14"0"-6"0,25-11-2 0,-11 11-5 0,22 0 3 0,-11 0-9 0,25 0-2 0,22 0 4 0,26 11 2 0,21-11-2 0,12 0-3 0,26 0-3 0,-1 0-1 0,-23 12 1 0,-13-12 2 0,-12 11-2 0,0-11 0 0,13 13-1 0,-37-13-1 0,1 12 3 0,-24-12 0 0,-14 0-1 0,-9 0 0 0,10 12-1 0,2-12 2 0,-1 0-2 0,0 0 0 0,-12 0 0 0,-1 0 0 0,13 0 1 0,12-12 1 0,12 12-1 0,23 0-3 0,24-12 2 0,13 12 0 0,23 0 1 0,-1 0-1 0,0-13-1 0,-33 2 1 0,-2-1 0 0,-36 12 0 0,-11 0 0 0,-12-11 0 0,-13 11-1 0,-10 0-5 0,-13 11-59 0,-36 1-51 0</inkml:trace>
  <inkml:trace contextRef="#ctx0" brushRef="#br0">11885 10835 13 0,'-12'0'29'0,"-1"0"-4"0,13-12-8 0,13 0-3 0,-1-1-7 0,-1 2-1 0,2 11 3 0,-2-23 2 0,0 10-1 0,2 1 0 0,10 12-4 0,2-12-1 0,22 1 1 0,-23 11-2 0,24 0 0 0,-11 23 0 0,-3 2-2 0,-22 9 0 0,12 3-1 0,-24 10 0 0,0 1 1 0,-24-25 1 0,-11 14 0 0,-13-14-2 0,0 1 0 0,24 0-1 0,13-11 1 0,11-13-2 0,23 23 1 0,37 0 0 0,0 36-2 0,-1 2 1 0,-47-1 1 0,-12 11 0 0,-60-37 1 0,-11 3 8 0,-12-37 2 0,35 13-5 0,12-38-3 0,12 13-1 0,24-12-1 0,0 12-14 0,0 1-138 0,0 11 103 0</inkml:trace>
  <inkml:trace contextRef="#ctx0" brushRef="#br0">12790 9823 21 0,'0'0'0'0,"0"0"41"0,0-13-14 0,0 13-7 0,0 0-12 0,24-11-6 0,47 11 3 0,36 0 4 0,0 0 0 0,-23 0-3 0,-25 0-3 0,-35-12 0 0,-12 1-18 0,-12 11-47 0</inkml:trace>
  <inkml:trace contextRef="#ctx0" brushRef="#br0">13076 9584 54 0,'0'0'0'0,"0"-11"27"0,23 11-13 0,-12 23 18 0,2 61-8 0,-13 12-13 0,12-14-6 0,0-34-2 0,-12-12-2 0,0-24-19 0,0 11-55 0,0-23 28 0</inkml:trace>
  <inkml:trace contextRef="#ctx0" brushRef="#br0">13802 9596 79 0,'0'0'0'0,"-12"-23"13"0,35 0-7 0,-23 10 12 0,13 26 10 0,-13 45-25 0,12 14 3 0,-12 24 2 0,0-49-4 0,11 107 1 0,1-82-3 0,0-24 1 0,0-38 4 0,-12-10 3 0,0-10-5 0,0-1-4 0,0-14-7 0,0 25-137 0</inkml:trace>
  <inkml:trace contextRef="#ctx0" brushRef="#br0">16837 7298 62 0,'0'-11'19'0,"-46"-37"-12"0,10 12 1 0,-12-24 8 0,-24 26 1 0,-22 34-9 0,-25 11-5 0,12 25-1 0,-13 11 1 0,25 25 1 0,-12 22 0 0,12 27-5 0,59-16 2 0,36-9 3 0,48 13 0 0,23-15-2 0,23-12 1 0,26-32 1 0,47-27-2 0,-1-23 1 0,-23-36-1 0,-35-12 1 0,-37-12-1 0,-35-24 2 0,-13-21 0 0,2 9 2 0,-1 13-3 0,-2-1 1 0,-9 13-1 0,-26-1 0 0,-33 1-6 0,-2 12 0 0,-22-1-2 0,-39 24-5 0,-57 48 1 0,-26 72-18 0,146-50-64 0</inkml:trace>
  <inkml:trace contextRef="#ctx0" brushRef="#br0">12671 11145 29 0,'-24'-25'45'0,"24"25"-30"0,0-12 1 0,24 1-3 0,-2-1-5 0,27 12-1 0,11-11-2 0,10 11 1 0,14 0-2 0,-23 0 1 0,-38 0-3 0,1 0 0 0,-12-13 0 0,11 1-1 0,-23 12-23 0,0 0-46 0,0 0 27 0</inkml:trace>
  <inkml:trace contextRef="#ctx0" brushRef="#br0">12802 10894 22 0,'0'-25'38'0,"0"15"-14"0,0-1-11 0,0-2-7 0,12 60 5 0,-24 49-1 0,12 0 3 0,23-14 0 0,-12-34-4 0,2-2-5 0,-1-21-2 0,-12-25 2 0,0 0-2 0,0-25-17 0,-12 15-35 0,12 10-39 0</inkml:trace>
  <inkml:trace contextRef="#ctx0" brushRef="#br0">13396 11097 40 0,'-11'0'9'0,"11"-23"7"0,0 10 10 0,-12-11 0 0,1 0-11 0,11-11-8 0,0-1-1 0,11 0-2 0,12-1 0 0,2 16 0 0,11 8-1 0,11 1-3 0,13 12 1 0,-13 12 0 0,-11 12-1 0,-13 23 4 0,-10 0-2 0,-13 13-1 0,0-12 0 0,-13 11-1 0,-23 0 2 0,0-9 1 0,2-16-1 0,10 3 0 0,0-3-2 0,-12-9 1 0,13-2 0 0,-13-11 3 0,11-1-1 0,14-11-3 0,11 0 1 0,11 0 1 0,14 0-2 0,11 0 1 0,35-11 1 0,12-1-4 0,1 12 3 0,-13-11-1 0,1 11 1 0,-25 0-1 0,-10 0 0 0,-14 0 4 0,-12 0 0 0,-11-12-2 0,13 0-10 0,-26-1-147 0</inkml:trace>
  <inkml:trace contextRef="#ctx0" brushRef="#br0">11860 8656 15 0,'0'0'4'0,"13"-12"16"0,-1-24 14 0,-1 1-16 0,-11 24 3 0,0 32-6 0,-11 63 3 0,-1 12-5 0,24-13-4 0,12-23-6 0,-2-36 1 0,-9-11-1 0,-13-13 1 0,-24-50-1 0,13 3 0 0,-13-11-3 0,-1-15 1 0,2 2 1 0,10 10-1 0,13 15-2 0,25-13 3 0,11 11-1 0,-1 25-1 0,25 23-1 0,-12 0 2 0,-13 23-3 0,-23 0 2 0,0 13 1 0,-24 0 1 0,-24-12-1 0,-11 0 0 0,-1 11-7 0,0 1-45 0,25 0-66 0</inkml:trace>
  <inkml:trace contextRef="#ctx0" brushRef="#br0">12659 8323 57 0,'0'0'0'0,"-24"-24"20"0,0 11-10 0,0 13 3 0,0 13-5 0,-12 34 9 0,-23 37-1 0,0 35-7 0,23 12 0 0,24-23 2 0,48-26-4 0,-1-22-1 0,13-13-2 0,12-23-2 0,-13-11 0 0,13-26-10 0,-1 1-58 0,-47 0-15 0</inkml:trace>
  <inkml:trace contextRef="#ctx0" brushRef="#br0">12968 8501 88 0,'0'-12'8'0,"-35"35"-5"0,10 38 20 0,14 22 1 0,11-24-13 0,11-23-6 0,14-12-1 0,-25-24-2 0,0-12 1 0,-12-13-1 0,-12 2-1 0,12-25 0 0,12 1-1 0,0-11 1 0,0-3 0 0,12 1-1 0,-1 13 1 0,14-1 0 0,22 25-1 0,-10-1 0 0,-3 24 0 0,-21 0 0 0,10 12-2 0,-11 23 1 0,12 13 0 0,-24 11 1 0,0-23 3 0,-47-13 1 0,-12 2-3 0,-2-25 2 0,38 12-3 0,11-12 0 0,-1 13 2 0,13-13-2 0,13 11-1 0,22-11 2 0,1 23-3 0,23 14 3 0,0 10-1 0,2 0 2 0,-25-11 0 0,-26-11 1 0,3-25-2 0,-13 0-16 0,0 0-65 0,0-13 15 0</inkml:trace>
  <inkml:trace contextRef="#ctx0" brushRef="#br0">13492 8704 62 0,'0'0'11'0,"12"-37"-3"0,-12 14 4 0,0-25-5 0,12 1 0 0,-24-1-4 0,0 36-1 0,0 1-1 0,-11 22-1 0,-2 1 1 0,2 24 1 0,-1 10-1 0,1 4 0 0,10-16 1 0,13-9 0 0,24-13 0 0,-12-12 0 0,12-12-1 0,-12-13 0 0,12 2 0 0,-1 12-1 0,-11-2 0 0,0 1 0 0,-12 12 1 0,0 12-2 0,12 12 2 0,-12-12-1 0,0 24 0 0,12-13 0 0,12-11 2 0,13-12-2 0,-3-12 1 0,-11-11 0 0,2-13-1 0,-14 13 0 0,2-27 1 0,11 29-1 0,-12 21 0 0,-1 0 0 0,-11 11 1 0,0 24 2 0,-11-10-2 0,22-2 0 0,25-12 0 0,11 2 1 0,1-26-1 0,-12 2-1 0,-24-12 0 0,1 23 0 0,-2 0 1 0,-11 11 0 0,0 1 0 0,-24-1 0 0,12-11 1 0,12-23 0 0,0-13-1 0,25 1-1 0,9 24 0 0,2 11 0 0,0 11-1 0,-12 12 1 0,0-11 0 0,-24 13 1 0,12-2-1 0,12-12-23 0,-14 2-55 0</inkml:trace>
  <inkml:trace contextRef="#ctx0" brushRef="#br0">13922 8252 100 0,'0'-13'1'0,"11"1"-1"0,12 37-16 0,-23-2-30 0</inkml:trace>
  <inkml:trace contextRef="#ctx0" brushRef="#br0">14219 8501 72 0,'0'-12'8'0,"0"-12"3"0,11 12 2 0,-11 24-5 0,0 12 1 0,13-1-4 0,11 14-3 0,23-13 0 0,-24-14-1 0,13-20-1 0,-12-26 0 0,-12-12 0 0,-12 24 1 0,0 12-1 0,0 24 0 0,0 48 12 0,-24 23 3 0,1 1-8 0,-2-38-4 0,-11-9-1 0,-11-13-6 0,23-12-70 0,24-1 22 0</inkml:trace>
  <inkml:trace contextRef="#ctx0" brushRef="#br0">14743 8202 78 0,'0'-21'23'0,"0"103"11"0,-25 62 3 0,-22 32-22 0,22-21-10 0,3-71-3 0,10-24-15 0,24-36-64 0,-12-24-7 0</inkml:trace>
  <inkml:trace contextRef="#ctx0" brushRef="#br0">14909 8382 60 0,'0'-12'19'0,"12"-1"8"0,0 2-2 0,0 22-6 0,0 50-8 0,-12-1-5 0,24-13-2 0,12-23-1 0,10-36 0 0,3-36-2 0,-13-11-2 0,-12 36 1 0,-37 10 5 0,-34 108 7 0,34-35-12 0,13-1 1 0,-36 25-14 0,0-13-42 0,26-46-37 0</inkml:trace>
  <inkml:trace contextRef="#ctx0" brushRef="#br0">15195 8620 88 0,'-12'0'6'0,"24"-12"8"0,35 12-3 0,1-12-9 0,-36-1 0 0,12 3-2 0,-60-14 3 0,-12 37 2 0,37 21 3 0,22-10-3 0,49-24-1 0,-12-12-3 0,-36 12-2 0,-24 48 9 0,0-12-3 0,0-24-36 0,24-24-71 0</inkml:trace>
  <inkml:trace contextRef="#ctx0" brushRef="#br0">15576 8252 106 0,'0'0'4'0,"36"59"2"0,47 71 15 0,-83 12-13 0,-83 13-21 0,0-82-49 0,71-73 4 0</inkml:trace>
  <inkml:trace contextRef="#ctx0" brushRef="#br0">15564 8727 70 0,'0'0'0'0,"48"-60"68"0,-48 49-52 0,-12 22-119 0</inkml:trace>
  <inkml:trace contextRef="#ctx0" brushRef="#br0">2370 12228 26 0,'0'0'18'0,"0"-24"9"0,0 24-6 0,0-12-3 0,0 12 3 0,0-12-1 0,0 24-6 0,0 24-3 0,0 35-6 0,0-11-2 0,0-1 1 0,0-23 1 0,0-13-3 0,0-23 1 0,0 0 2 0,-12-23-4 0,0-25 2 0,12 1-2 0,-12-13-1 0,12 1 1 0,0-14 1 0,0 15-1 0,12 11-1 0,-12-13 0 0,24 36-1 0,0 0-1 0,13 36-1 0,-3 24 3 0,2-1-1 0,-24-10 1 0,-12 9 1 0,-61-9 2 0,-9-2-5 0,10 25-23 0,37-12-61 0,23-24 1 0</inkml:trace>
  <inkml:trace contextRef="#ctx0" brushRef="#br0">2835 11823 59 0,'0'0'0'0,"11"-48"25"0,-11 25 4 0,-11 23-9 0,-37 59 9 0,-12 71-14 0,25 50-6 0,35-26-7 0,59-46-1 0,25-61-1 0,-13-11 3 0,-23-25-5 0,-36 2-24 0,-12-1-108 0</inkml:trace>
  <inkml:trace contextRef="#ctx0" brushRef="#br0">3144 12037 35 0,'0'0'0'0,"0"-25"11"0,0 15-9 0,0-1 9 0,0-14 4 0,0 13 0 0,11-1 1 0,-11 13-5 0,0 13 5 0,0 35-4 0,0 23-2 0,13 0-3 0,-1-11-3 0,-1-13-3 0,2-23 1 0,-1-24 2 0,-1-24 0 0,1-35-2 0,12 23-1 0,0-11-1 0,-11 23 0 0,-2 24-2 0,12 36 0 0,13 23 1 0,0-22-1 0,24-26 3 0,-13-35 2 0,-11-36 1 0,-24-11-3 0,-24-24 1 0,-1 24-1 0,2 46-1 0,-1 25-50 0,24 48-13 0,-12-37 23 0</inkml:trace>
  <inkml:trace contextRef="#ctx0" brushRef="#br0">3775 12062 76 0,'0'0'7'0,"0"0"-3"0,-12 0 13 0,0 11 2 0,1 12 0 0,11 14-11 0,11 10-7 0,13-23 1 0,-12-11 1 0,0-26 3 0,0-24-4 0,0 3 1 0,-12 10-3 0,-12 11 1 0,0-10 0 0,12 12 0 0,0 11-2 0,0 0 1 0,0 0 0 0,0 0 1 0,0 0 0 0,0-13 3 0,0 13-2 0,0-12 0 0,-12-13-1 0,0 25 0 0,-12 0-1 0,13 25 0 0,-1 11 0 0,24 12 0 0,-1 11 0 0,1-22-1 0,12-26 2 0,-12-22 2 0,-12-26 1 0,12-10-3 0,0 23-1 0,0 0 1 0,-12 12-1 0,12 12-1 0,-12 12 0 0,13 12 0 0,-2 23 0 0,-1-23 1 0,15-24 1 0,11-13-1 0,0-21 1 0,-24-3-1 0,11 14 0 0,-23 12 0 0,24-2-1 0,12 26 0 0,0 10 0 0,-13 1 1 0,-11 0-1 0,-24-13 1 0,-11 1 1 0,10-35 1 0,26-14-2 0,34 3-5 0,13 9-13 0,-12 25-25 0,-25 0 1 0,1 0 31 0,0-12 23 0,-12 12 21 0,-12 12 0 0,0 24-21 0,0 12-8 0,0-36 1 0,12-12 0 0,-12-12 0 0,12-13-2 0,0-9-3 0,10 21 0 0,3 1-2 0,-1 12 1 0,-1 12 1 0,-23 1 0 0,0-13 0 0,13 0 0 0,-1 0 1 0,-1 11-2 0,13 1 2 0,-11-12-12 0,-13 0-127 0</inkml:trace>
  <inkml:trace contextRef="#ctx0" brushRef="#br0">4584 12144 43 0,'-11'0'26'0,"-1"-11"-21"0,12-13 5 0,0 0-2 0,12-12-4 0,24-1 0 0,-12 27-3 0,11-1 7 0,-11 22 9 0,0 24 2 0,-24 1-9 0,0-13-7 0,12 2-9 0,-12-13-61 0,12-1 0 0</inkml:trace>
  <inkml:trace contextRef="#ctx0" brushRef="#br0">5061 11728 70 0,'0'12'24'0,"0"71"17"0,-12 48-8 0,12-12-21 0,-12-48-8 0,12-23-6 0,24-36-60 0,-12-12-21 0</inkml:trace>
  <inkml:trace contextRef="#ctx0" brushRef="#br0">5252 11775 62 0,'0'-12'38'0,"-12"1"-23"0,12 11 5 0,24 47 3 0,12 24-18 0,-1-11-1 0,1-36-1 0,12-24 1 0,-25-47-6 0,1-37-11 0,-12 36 8 0,-12 36 5 0,-12 12 6 0,-12 60 8 0,1 24-8 0,11 0-5 0,0 10-10 0,-1-23-61 0,26-60-13 0</inkml:trace>
  <inkml:trace contextRef="#ctx0" brushRef="#br0">5621 12096 95 0,'0'-11'6'0,"12"11"-4"0,36 0-1 0,11-23 0 0,-23-27 0 0,-24 40 1 0,-24-14-1 0,-12 12 2 0,-1 12 1 0,2 12 11 0,0 22 3 0,-13 16-6 0,36-16-9 0,12-9 1 0,24-13-3 0,11-12-1 0,-11-24-8 0,0 0 5 0,-1-12-2 0,1 12-3 0,0 1 5 0,-24 12 3 0,-1-2 1 0,-11 13 1 0,0-12-3 0,-11 12 3 0,-14 12 7 0,14 12 0 0,35 11-4 0,23 1-3 0,0 0-3 0,-34-1 7 0,-26-12 6 0,-21-23-9 0,-14 13-34 0,23-13-94 0</inkml:trace>
  <inkml:trace contextRef="#ctx0" brushRef="#br0">6228 11775 97 0,'36'107'60'0,"-36"60"-14"0,-36 12-34 0,-23-48-10 0,-1-60-11 0,0-47-151 0</inkml:trace>
  <inkml:trace contextRef="#ctx0" brushRef="#br0">2168 13050 87 0,'0'-13'4'0,"0"13"-7"0,35 0 5 0,37-12-1 0,11 0 0 0,-10 12-8 0,-39 0-46 0,-34 0 30 0</inkml:trace>
  <inkml:trace contextRef="#ctx0" brushRef="#br0">2180 13121 50 0,'-24'0'4'0,"0"24"0"0,24-24 14 0,60-11-3 0,11-2-4 0,12 1-4 0,-35 12-6 0,-24 0-2 0,-24 12-18 0,13-12-48 0</inkml:trace>
  <inkml:trace contextRef="#ctx0" brushRef="#br0">3085 12811 32 0,'0'-12'22'0,"0"0"-5"0,0-11-5 0,0 23 3 0,0-11-3 0,0 11-6 0,23-25-5 0,13 25 1 0,11-12 1 0,13 24 7 0,-36 13-3 0,1 9-3 0,-38 3 0 0,13-14 0 0,-24-12-3 0,24 14-1 0,12 21 0 0,24-9 0 0,0-13 1 0,-36-12 4 0,-36-1 7 0,-24 1-2 0,13 0-3 0,11-24-2 0,23-23-8 0,13 35-11 0,0 12-14 0,0-1-34 0,0 1 4 0</inkml:trace>
  <inkml:trace contextRef="#ctx0" brushRef="#br0">2930 13406 31 0,'0'0'16'0,"-12"0"6"0,0-12 2 0,12 12-10 0,12 0-5 0,71-11 0 0,71-25-4 0,61 24 1 0,-13 0-3 0,-46 24-1 0,-97 0-1 0,-47-12 3 0,-12 0-14 0,-12-12-49 0,12 12-4 0</inkml:trace>
  <inkml:trace contextRef="#ctx0" brushRef="#br0">3180 13620 32 0,'-12'-11'20'0,"12"11"-6"0,0-12 5 0,0 12-4 0,-13-24 3 0,13 12-6 0,13 0-4 0,10 12 3 0,25 0-4 0,-24 24-4 0,-12 12 2 0,-24-12 2 0,-12 11-3 0,24 1-3 0,36 1-1 0,12-14 1 0,-37-12-1 0,-22 1 9 0,-49-12-5 0,-23 25-3 0,11-14-3 0,61-22-67 0,33-2-27 0</inkml:trace>
  <inkml:trace contextRef="#ctx0" brushRef="#br0">3751 13406 25 0,'0'0'29'0,"-23"0"-9"0,23-12 9 0,-13 1-3 0,13 11-3 0,0 0-16 0,25-12-6 0,82 1 1 0,106-2 2 0,62-11-1 0,-37 11-1 0,-71 2 0 0,-49-1 14 0,-81 12-1 0,-37 0 0 0,-12-11-13 0,-13-1-20 0,25 0-140 0</inkml:trace>
  <inkml:trace contextRef="#ctx0" brushRef="#br0">3847 12918 57 0,'0'-12'20'0,"-12"12"-5"0,12 0 5 0,25 0-8 0,32-11 6 0,4 11-2 0,10 0-4 0,-24 0-7 0,-11 0-4 0,12-24 4 0,-36 24-17 0,-12 0-145 0</inkml:trace>
  <inkml:trace contextRef="#ctx0" brushRef="#br0">4037 12680 48 0,'0'0'21'0,"-13"-11"-12"0,13 22 7 0,-11 49 9 0,0 24 5 0,-1-2-14 0,12-9-10 0,0-15-2 0,0-11-2 0,0-22-2 0,0-13-40 0,12-36-68 0</inkml:trace>
  <inkml:trace contextRef="#ctx0" brushRef="#br0">4430 12632 53 0,'0'0'10'0,"0"-34"20"0,11 21 3 0,-11 13-8 0,0 0-7 0,-11 24-6 0,-14 59-4 0,15 12-1 0,10-11 0 0,0-26-3 0,10-8 1 0,-10-39-2 0,0-11 5 0,13-11-4 0,-13-26-9 0,12 1-76 0,-12 13-17 0</inkml:trace>
  <inkml:trace contextRef="#ctx0" brushRef="#br0">17410 7942 71 0,'-24'-24'35'0,"-23"0"-32"0,69 12-1 0,14 12 10 0,36 0 10 0,48 23-7 0,58 14-5 0,12-14-5 0,1-12-2 0,-37 2 2 0,-34-26 0 0,-13-21-3 0,-10-26 0 0,-15-1 0 0,0-10-1 0,-10-11 0 0,-12 9-4 0,-36 2 4 0,-24-13 1 0,-11 2-1 0,-13-1-1 0,-25-1 3 0,-33 13-4 0,-15 0 5 0,-33 23-4 0,-36 24-3 0,-13 24 4 0,12 0 1 0,1 24-2 0,23 13 0 0,-24 21 0 0,35 26-2 0,50 23 1 0,22 36 0 0,23 11-1 0,50-22 2 0,47-14-1 0,46-47 3 0,37-11-3 0,25-24-74 0,-145-24 10 0</inkml:trace>
  <inkml:trace contextRef="#ctx0" brushRef="#br0">3751 13691 23 0,'0'0'20'0,"-23"-11"-2"0,-1 11-3 0,12 0 9 0,12 0-8 0,36 0-3 0,11 0 1 0,25 0-5 0,-13 0-4 0,1-12-1 0,-36 12-3 0,-12 0-2 0,-12-11-124 0,0 11 99 0</inkml:trace>
  <inkml:trace contextRef="#ctx0" brushRef="#br0">3906 13490 45 0,'0'0'0'0,"-12"0"29"0,-11 59 4 0,12-22-12 0,-14 118 8 0,25-97-22 0,25-34-5 0,-14-12-27 0,-1-12-61 0</inkml:trace>
  <inkml:trace contextRef="#ctx0" brushRef="#br0">4275 13536 45 0,'-11'0'9'0,"-1"0"2"0,-1 0 4 0,13 0-3 0,0 0 8 0,0-10-13 0,0-1-2 0,0-2-1 0,13 1 2 0,-13 0 6 0,0-1-4 0,23 13-4 0,0-11-1 0,14-1 0 0,-1 12 2 0,-12 0 1 0,-1 12-2 0,-11 12 1 0,-12 13-2 0,11-16-1 0,-11-8 0 0,0-1 0 0,-23 0-1 0,0 1 0 0,11-2 2 0,12-11-4 0,12 0 2 0,23 12-2 0,12 12 2 0,-11 0-2 0,-36 10 4 0,-36 3 1 0,0-24 3 0,-10-2-1 0,10-11 0 0,0 0-2 0,24-11 0 0,-1-2-4 0,13 13 1 0,0-12-18 0,37-13-104 0,-25 25 61 0</inkml:trace>
  <inkml:trace contextRef="#ctx0" brushRef="#br0">584 8275 30 0,'0'0'11'0,"-24"-36"21"0,12 24-15 0,12 0-6 0,12 12-2 0,0 0-3 0,12 12 9 0,1 47-4 0,-14-22-8 0,-1 22 7 0,3-34-3 0,-1-14 3 0,35-35 0 0,85-47-6 0,47-13-6 0,23 1 2 0,-35 11 4 0,-72 37 1 0,-58 23 0 0,-26 12 1 0,-1-11-3 0,15-14-2 0,-1 13-19 0,-1 24-104 0,-23 0 79 0</inkml:trace>
  <inkml:trace contextRef="#ctx0" brushRef="#br0">489 18108 10 0,'0'-10'37'0,"0"10"-22"0,0 0 9 0,12 0-2 0,-12 0-13 0,11 10 0 0,-11-10 1 0,12-10-2 0,0 10-1 0,0 0-5 0,0 23 0 0,0 1 10 0,-12 12-11 0,24 12-3 0,-12 11 0 0,12-23 5 0,-14-13-2 0,15-11 6 0,35-47 6 0,34-60-7 0,85-72-5 0,-59 60 10 0,-25 23-4 0,-12 24-1 0,0-11 0 0,-11 36 3 0,-36-1-4 0,-24 23 0 0,-12 2-3 0,12-1-1 0,-12 1-42 0</inkml:trace>
  <inkml:trace contextRef="#ctx0" brushRef="#br0">1583 8252 11 0,'0'0'13'0,"13"-13"41"0,-26-11-31 0,2 11-11 0,-14 3-6 0,25 10 3 0,72-11-6 0,71-14 0 0,25 13 0 0,-37 12-1 0,-85-13 0 0,-46 13 15 0,-46 0-13 0,-50 0-2 0,-47 25-2 0,36-13 1 0,36-12 0 0,46 13-1 0,50-2 0 0,57-22 1 0,63-14 0 0,-3 0 0 0,-71 25 0 0,-59 0 1 0,-47-11-1 0,-85 22-1 0,-34 2 0 0,35-1 0 0,34 13 0 0,62-14-1 0,46-11 0 0,97-11 2 0,59-14-1 0,-24 25 1 0,-96-12 0 0,-71 12-1 0,-59 12 0 0,-60 0 1 0,-12 12-2 0,23-1 0 0,27-11 0 0,80 0 0 0,60-12 1 0,72-24 0 0,12 24 0 0,-11 0 0 0,-73 0 0 0,-59 0 1 0,-59 0-1 0,-48 24 0 0,0 0-1 0,46-12 1 0,50-1-1 0,71-11 0 0,83-34 2 0,12 9 0 0,-36 25-1 0,-83 0 0 0,-24 0 0 0,-36 0 1 0,0 0 0 0,0-12-1 0,25 12-1 0,11 0 1 0,0 0 1 0,0 0-2 0,0 0 2 0,0 0-1 0,0 0 0 0,11 0 0 0,-11 0-1 0,0 0 1 0,13 0 0 0,-13 0 0 0,0 0-1 0,0 12 1 0,12-12 0 0,-12 12-6 0,0-12-109 0</inkml:trace>
</inkml:ink>
</file>

<file path=ppt/ink/ink24.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1547 8954 47 0,'0'0'0'0,"-82"-11"33"0,46 11-23 0,36 0-1 0,0 0 6 0,0 0 13 0,36 11-22 0,36-1-1 0,59-31 3 0,83-16 0 0,72 1-3 0,11 12-4 0,-11 0 2 0,-48 13 3 0,-72 11 0 0,-70 0-2 0,-72 0 3 0,-12-12 2 0,-24-24-6 0,12 24-2 0,0-1 0 0,0 2-2 0,-12 11-91 0,12 11 25 0</inkml:trace>
  <inkml:trace contextRef="#ctx0" brushRef="#br0">1274 18205 26 0,'0'0'0'0,"-11"-13"20"0,-1-10 11 0,-24 12 4 0,12-14-11 0,-1 0-13 0,25 25-4 0,25-10 3 0,58-2-11 0,37-12 2 0,23 12 2 0,10-1-2 0,39 13 1 0,-3 0-2 0,15-11 4 0,-2 11-3 0,1 11 0 0,-48 2 6 0,-60-1-5 0,23 24-5 0,14-13 1 0,11-11 2 0,-12-12 0 0,-13-12 2 0,-34-1 1 0,-12-9 4 0,-49 10-4 0,-23 0 1 0,-11 12-34 0,-1 0-117 0</inkml:trace>
  <inkml:trace contextRef="#ctx0" brushRef="#br0">13195 11085 62 0,'-12'-24'16'0,"12"24"0"0,0 0 11 0,0 0 0 0,0-12-4 0,0 12-13 0,47-12-3 0,96-24 2 0,48 13-5 0,-14-2 0 0,-45 14-2 0,-96 11 0 0,-23 0 1 0,-13-12-6 0,0 24-90 0,-37-1 16 0</inkml:trace>
  <inkml:trace contextRef="#ctx0" brushRef="#br0">13087 11240 93 0,'0'0'0'0,"-47"-11"15"0,35-2 16 0,12 13-11 0,0-12 0 0,59 0-12 0,37-12-4 0,46 1 2 0,-10 10-2 0,22-11 0 0,-35 1-2 0,-23 12 0 0,-25 11-2 0,-23-13 2 0,-24 1 1 0,-24 12-4 0,12 0-6 0,-12-12-36 0,11 12-84 0</inkml:trace>
  <inkml:trace contextRef="#ctx0" brushRef="#br0">13338 11132 38 0,'-36'0'25'0,"12"0"-17"0,-12 0 20 0,24-12-8 0,12 12-12 0,12-12-4 0,35 1 3 0,37-1 0 0,35-12 0 0,23 12-1 0,-22-13-3 0,-13 14-1 0,-35-1 2 0,-36 12 7 0,-13-11-6 0,0 11-2 0,-23 0 1 0,0 11-36 0,13-11-81 0</inkml:trace>
  <inkml:trace contextRef="#ctx0" brushRef="#br0">13409 10097 73 0,'-13'-36'5'0,"13"24"5"0,0-1 13 0,0 13-11 0,36 13 4 0,12 11-8 0,-12 0 0 0,-12-14 0 0,0 3-2 0,10-13 0 0,145-131 1 0,-47 48-1 0,-26 47-3 0,-69 13-1 0,-25 11-5 0,-12 12-27 0,0-12-36 0,-12 24 3 0</inkml:trace>
  <inkml:trace contextRef="#ctx0" brushRef="#br0">13242 10073 60 0,'-12'0'13'0,"12"-12"3"0,0 12-5 0,12-12 4 0,12 12-4 0,-1 37 3 0,13 21-4 0,1 2-6 0,-14-13 0 0,13-23-1 0,11-12 1 0,37-24 0 0,59-59-2 0,47-13-1 0,-11 13 0 0,-60 35 0 0,-72 0 1 0,-23 24 3 0,-24 1-3 0,0 11-22 0,13 11-101 0</inkml:trace>
</inkml:ink>
</file>

<file path=ppt/ink/ink25.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16231 12514 61 0,'0'-12'8'0,"48"-60"5"0,-24 48 11 0,-24 24-2 0,0 96 0 0,-13 23-10 0,13 0-6 0,25-35-4 0,-25-25-2 0,11-24-25 0,-11-47-45 0,0-11 12 0</inkml:trace>
  <inkml:trace contextRef="#ctx0" brushRef="#br0">16303 12454 28 0,'0'0'9'0,"0"-24"2"0,46 24 8 0,39 60-8 0,45 23 0 0,-23 0-6 0,-94-11 0 0,-62-1 1 0,26-59-5 0,-61 35 0 0,-22 24 0 0,46-21-1 0,47-39-24 0,74-11-25 0,-37-11 18 0</inkml:trace>
  <inkml:trace contextRef="#ctx0" brushRef="#br0">16707 12835 16 0,'0'0'0'0,"120"-82"30"0,-25 32-12 0,-59 39 0 0,-36 22-1 0,-12 73-5 0,0-24-8 0,12 11-3 0,0-35-3 0,24 0-37 0,-13-72-33 0</inkml:trace>
  <inkml:trace contextRef="#ctx0" brushRef="#br0">16946 12573 49 0,'0'-12'16'0,"-24"-12"-7"0,24 12-8 0,58 24-35 0,-58-12 1 0</inkml:trace>
  <inkml:trace contextRef="#ctx0" brushRef="#br0">17374 12680 49 0,'0'-36'4'0,"12"13"11"0,-1 11 1 0,-34 12-2 0,-12 23-5 0,11 14-7 0,48-3-1 0,34 27-1 0,-9-26 1 0,-49-10 1 0,-60-14 1 0,-35 1-3 0,24-1-6 0,59-11-41 0,24-11-6 0</inkml:trace>
  <inkml:trace contextRef="#ctx0" brushRef="#br0">17744 12632 48 0,'11'-11'6'0,"-22"-12"4"0,-25 23 13 0,0 11-13 0,0 24-3 0,12 13-5 0,13 0-1 0,22-1-1 0,37-10 0 0,0-14 1 0,22-12 0 0,-9-22-1 0,10-25 1 0,-11-35 0 0,-13 11 0 0,-23 1-1 0,-12 23 1 0,-12-1 0 0,-12 14-1 0,0 12 0 0,0 11 0 0,-12 11 0 0,1 1 1 0,10 12-1 0,38 0 0 0,46 12-1 0,-11-1 0 0,-25 1 2 0,-35 0-1 0,-23-11 1 0,23-4-1 0,35-21 1 0,49 0-2 0,-1-10 3 0,-12-26-3 0,-24-12 3 0,-11-11-2 0,0 11 1 0,-12 0-2 0,-12 13 2 0,-24 35-1 0,-35 12 1 0,-2 23-1 0,15 13 0 0,34-1-1 0,34 1 2 0,38-12 0 0,12-24-1 0,-2-24 2 0,25-48-1 0,1-48-2 0,-37-22 1 0,-22 23 2 0,-26 13-2 0,-11 10 1 0,-24 36-1 0,1 25 0 0,-1 23-1 0,-24 94 1 0,12 25-1 0,12 12 1 0,48-23 1 0,12-37 0 0,-1-24-1 0,25-23 2 0,11-36-1 0,12-34-1 0,-23-27 1 0,-25 2-1 0,-35 10 0 0,0 27 0 0,-24 22 0 0,-24 24 0 0,-11 35-1 0,22 24 1 0,38 13 1 0,23-36 0 0,11-13 1 0,25-23-1 0,-13-12 0 0,-23-24-10 0,-24-10-33 0,-24-27-33 0</inkml:trace>
  <inkml:trace contextRef="#ctx0" brushRef="#br0">18934 12096 48 0,'1'-11'1'0,"260"-1"11"0,-94 24-11 0,-72-12 1 0,-71 0-3 0,-48 0-20 0,-23 0-19 0</inkml:trace>
  <inkml:trace contextRef="#ctx0" brushRef="#br0">15850 13394 34 0,'-24'0'9'0,"0"-11"3"0,72-1 6 0,70-24-4 0,86 0 1 0,46 1-9 0,59 10-4 0,60-22 0 0,0 23 2 0,-11 1 3 0,-25-25-2 0,-12 1 1 0,24 10 2 0,-22 26-5 0,-73-1-2 0,-107 1 1 0,-48-2-1 0,-12 1 6 0,-36 0-2 0,-22-1 1 0,-1 13-5 0,-24 0 3 0,0-11-5 0,-24-1-22 0,-1 12-102 0</inkml:trace>
  <inkml:trace contextRef="#ctx0" brushRef="#br0">16816 13418 71 0,'11'-12'8'0,"-1"0"-5"0,-10 1 23 0,-10 22-12 0,-26 26 5 0,-24 34-8 0,-59 118 5 0,71-93-10 0,-11-12-3 0,0-1 2 0,-1-11-3 0,0-13 1 0,37-35-2 0,-1 0 1 0,1-12-2 0,10-12 2 0,1-23-2 0,12-2 1 0,0-23-1 0,12 0 0 0,1 1 1 0,-13 10-1 0,0 27 0 0,11-1 0 0,1 11 0 0,-12 11 0 0,0 36 0 0,-12 13 1 0,1-13 0 0,11 1-1 0,0-12 1 0,34-13-1 0,14-23 1 0,24-12 0 0,35-11-1 0,-47-1 1 0,-49 24-3 0,-22 0-107 0,11 0 43 0</inkml:trace>
  <inkml:trace contextRef="#ctx0" brushRef="#br0">15612 13835 44 0,'0'0'0'0,"-36"-23"6"0,11-14 9 0,15 26 1 0,10-12-4 0,10-2-7 0,15 25-2 0,-1-12-1 0,-1 12 0 0,2 0-1 0,-25 24 2 0,0 12-1 0,0-1 0 0,0 12 0 0,-12-10-1 0,-1-13 0 0,2 11 0 0,-14 1 2 0,2 0-2 0,10-12 0 0,-9-13-1 0,10 1 1 0,0-12-1 0,12 11 1 0,12-11-1 0,22 0 1 0,51-11-1 0,34 11 1 0,-24-12-2 0,-47 12 1 0,-48 0 1 0,0 0 3 0,0-11-5 0,-12 11-13 0,12 11-29 0,12-11-28 0</inkml:trace>
  <inkml:trace contextRef="#ctx0" brushRef="#br0">15433 13823 27 0,'-12'-11'9'0,"12"-2"8"0,0 1-2 0,0-11 0 0,12 0-3 0,12 10-7 0,0 1 0 0,12-13 0 0,-2 25 1 0,2 0-3 0,-11 25-1 0,11 0 0 0,-25 9 1 0,2 3 2 0,-13-3 0 0,-24-9-2 0,12 11-1 0,-12-1 0 0,12-23-2 0,-1 24 2 0,-10-12-1 0,0 0-1 0,-1-13 2 0,0 1-1 0,12-1 0 0,48-22 0 0,23 11-1 0,48 0 0 0,1-12 1 0,-37 1-1 0,-23-1 2 0,-36 12 3 0,-12 0-34 0,10 0-89 0</inkml:trace>
  <inkml:trace contextRef="#ctx0" brushRef="#br0">14575 15121 39 0,'-23'-61'14'0,"23"27"-6"0,0 10 7 0,12 0 8 0,-12 24-1 0,0 36-2 0,-12 94-2 0,12 14-7 0,-13-37-7 0,2-36-3 0,11-35-15 0,0-47-31 0,0-49-51 0</inkml:trace>
  <inkml:trace contextRef="#ctx0" brushRef="#br0">14600 14978 11 0,'0'0'18'0,"-12"0"-4"0,-1 0-2 0,13-12-1 0,0 12-1 0,0-11 6 0,0 11-5 0,0-13-5 0,0-11-3 0,13 13 2 0,-1-1 1 0,0-12 0 0,35 0 2 0,1 24 4 0,-1 12-6 0,-11 36-1 0,-24 0 0 0,-24-1 0 0,-35 11-3 0,11-33 0 0,0 0-1 0,36 22-2 0,36 11 0 0,23 26-1 0,-35-13 3 0,-48-22-1 0,-47-27 4 0,-24-9-2 0,47-48-4 0,24-1-41 0,60 0-72 0</inkml:trace>
  <inkml:trace contextRef="#ctx0" brushRef="#br0">14897 15252 104 0,'-11'0'8'0,"11"13"-4"0,47-13 7 0,1-13-5 0,-12-11 0 0,-13-12-4 0,0-12 0 0,2 1-2 0,-25 23 1 0,0 11 0 0,-25 3 0 0,2 20 2 0,-12 40 2 0,11 9-2 0,12 0-1 0,12-11-1 0,36-13 0 0,-1-10 0 0,13-14 0 0,-1-11 0 0,1-24 0 0,11-23-4 0,-11-1 2 0,0 1 1 0,-36-1 1 0,0 0-1 0,0 13 0 0,-12 11 0 0,0 12 0 0,0 0-1 0,-12 12 0 0,0 12 0 0,0 0 2 0,12 12-1 0,0-14 0 0,49 15 0 0,-3 0 0 0,-22-2 0 0,-24 13 0 0,0-1 0 0,12-24 1 0,36-11-1 0,-1-23-2 0,-11-12-1 0,-24-1 4 0,12 25 0 0,-12-2-2 0,12 37 5 0,-13 36 1 0,-22-13-1 0,-13-10 0 0,12-26-2 0,12-47 0 0,0-23-3 0,36-1 0 0,11 24-2 0,0 11 6 0,1 15-3 0,-24 20-1 0,-12 27 1 0,-12-1 0 0,12 0 0 0,0-24 1 0,36-1-2 0,23-11-6 0,0-23 3 0,-35-13 4 0,11 0-1 0,-22-1 3 0,-2 27-1 0,-11 10 1 0,-12 35 0 0,12 24-1 0,0-22-1 0,36-3 0 0,-1-34-1 0,-11-11-1 0,-12-36-3 0,-24-13 1 0,-24-23-1 0,-12 35 4 0,-11 24 0 0,11 37 0 0,0 21 0 0,24 37 2 0,12-21 0 0,48-3 0 0,12-23 0 0,-1-24-2 0,1-24-1 0,-1-23 1 0,-12-3 2 0,2 4-1 0,9 10 7 0,-58 36-6 0,-11 11 1 0,-1 38-2 0,12-14 0 0,0 2 0 0,36-26 1 0,0 1-1 0,11-35-1 0,-11-14 1 0,0 24 0 0,-23 3-1 0,-2 20 0 0,-1 15 1 0,39 0 0 0,-1-25 0 0,-2 0 0 0,3-13 0 0,-13-34 0 0,-1-37 0 0,1-35 0 0,-24 24 0 0,1 35 0 0,-26 37 0 0,1 23 1 0,-12 60 1 0,0 22-1 0,13 25-1 0,22-11 1 0,37-37-1 0,11-47 2 0,0-12-3 0,-34-35-2 0,11-1 1 0,23-48 0 0,-11-12 0 0,-1-9 2 0,-23 21 1 0,0 24-1 0,-24 36-1 0,-11 24-1 0,-2 24 4 0,-11 36 0 0,13 24 1 0,-1 10-2 0,24-22-2 0,23-12 2 0,1-37 0 0,24-23 0 0,-13-12-1 0,1-12-1 0,0-11 0 0,-13-13 2 0,-11 23-1 0,-12 14 3 0,-12 11 1 0,-12 61 1 0,12 10-3 0,12-24-1 0,24-23-5 0,10-12-37 0,3-36-65 0</inkml:trace>
  <inkml:trace contextRef="#ctx0" brushRef="#br0">17982 14585 78 0,'-12'-24'29'0,"-1"24"-26"0,13 24-95 0</inkml:trace>
  <inkml:trace contextRef="#ctx0" brushRef="#br0">19149 13252 2 0,'-12'-36'14'0,"0"12"6"0,0 0-1 0,0 1 1 0,12-1-1 0,0 24-10 0,0 13-6 0,60 21 0 0,11 26-1 0,60 11 1 0,35 1-2 0,25-12 0 0,-37-13-2 0,-46-10 2 0,-48-16-1 0,-36-21 2 0,-12-10 0 0,-1-26 1 0,-22-12-3 0,11 24 1 0,0 12-2 0,23 24 2 0,37 24-1 0,-24 25 1 0,-25-40 3 0,-58 4-1 0,-36-13-7 0,23-12-18 0,60 0-49 0,0 0 41 0</inkml:trace>
  <inkml:trace contextRef="#ctx0" brushRef="#br0">20434 12966 80 0,'0'-12'6'0,"-23"-13"-2"0,35 14 14 0,-1 11-5 0,37 36-4 0,0 35-7 0,0-23-2 0,-1-12 2 0,-23-11 1 0,-24-4 6 0,-36 16-2 0,-35 23-1 0,11-13-3 0,25-11-2 0,22-24-2 0,13 12-22 0,0-12-46 0,13-12 22 0</inkml:trace>
  <inkml:trace contextRef="#ctx0" brushRef="#br0">20923 13050 55 0,'0'-25'33'0,"0"2"-29"0,24-13 20 0,0 24-13 0,11-13-4 0,12 25-3 0,-10 13-2 0,-25 11 1 0,-12 23-1 0,0 24-1 0,0 0 0 0,-36-21 2 0,-13-3 1 0,-33-12-1 0,22-12-1 0,48-10 0 0,48-13-1 0,71 0-2 0,36 0 1 0,-12 0 0 0,-59 0 2 0,-72-13 2 0,-24 13-4 0,1 0-42 0,10 13-67 0</inkml:trace>
  <inkml:trace contextRef="#ctx0" brushRef="#br0">19863 13515 31 0,'-12'0'12'0,"1"-13"3"0,11 1 3 0,23 12-1 0,37 0-6 0,23 46-3 0,23 4-4 0,14 21-2 0,-13-24-1 0,-35-10 0 0,-36-14 2 0,-13-12 1 0,0 1-1 0,-10-24-1 0,-13-22 0 0,-13-16 0 0,-10 4 0 0,0 10 1 0,10 13 1 0,2 10 0 0,11 1-1 0,11 24-2 0,2 35-1 0,22 1 1 0,-11 12 0 0,-12-13 4 0,-60 1 2 0,-59 0-5 0,12-12-6 0,59-13-53 0,59 1-35 0</inkml:trace>
  <inkml:trace contextRef="#ctx0" brushRef="#br0">20351 14382 20 0,'12'-23'18'0,"-12"-13"9"0,12 24 0 0,-12 60-6 0,-12 71-10 0,12-36-5 0,24-11-2 0,0-47-1 0,-35-86 4 0,-14-33-5 0,25-38-2 0,36 38 1 0,0 21-1 0,-13 37 0 0,-11 24-1 0,-1 49 1 0,14 47 0 0,-1 21 1 0,0-34-2 0,23-34 1 0,-24-37 2 0,2-71 2 0,-1-37-4 0,12 24 1 0,11 25-1 0,-23 36 0 0,-12 23-1 0,-1 82 1 0,-11 26 0 0,0-24 0 0,13 11-11 0,-13-35-25 0,0-37-18 0,23-23 8 0</inkml:trace>
  <inkml:trace contextRef="#ctx0" brushRef="#br0">20971 14490 12 0,'35'-37'14'0,"1"-9"12"0,-12 10-2 0,-12 24 2 0,-24 24-6 0,12 12-17 0,0 11-1 0,12-12-2 0,0 2 0 0,0 0 0 0,10-2 0 0,3-23-1 0,-1 0 0 0,24-36 0 0,-13-12 1 0,1 1 1 0,-12 23-1 0,-12 12 2 0,-12 24-1 0,0 36-1 0,11-14 0 0,25 3 0 0,12-24-1 0,24-26-1 0,-1-24 1 0,-24-34 0 0,-10-23-2 0,-3-38 0 0,-9 2 2 0,-25 71 0 0,0 59-1 0,-25 23 4 0,2 72 2 0,-1 24-1 0,13 0-2 0,35-35 0 0,10-25 0 0,27-47 0 0,10-37 0 0,12-57-2 0,-11-12-1 0,-24-3-1 0,-13 14 0 0,-24 0-1 0,14 11 4 0,-25 47-2 0,-25 25 2 0,2 37 2 0,0 35 0 0,11-1-1 0,12-12 1 0,0 25 0 0,35-26-2 0,-12-8 0 0,26-27 1 0,10-23 0 0,-11-23-2 0,0-14 2 0,-1 3-1 0,-35-16 1 0,12 39-2 0,-24 11 2 0,12 24 3 0,-12 24-1 0,0 12-2 0,0-26-1 0,0-9-18 0,0-2-35 0,12-46-2 0</inkml:trace>
  <inkml:trace contextRef="#ctx0" brushRef="#br0">22507 14014 44 0,'12'-24'4'0,"0"24"-48"0</inkml:trace>
  <inkml:trace contextRef="#ctx0" brushRef="#br0">21947 14085 78 0,'-25'-13'10'0,"38"2"4"0,71-12-9 0,82-1-24 0,-11 11-60 0</inkml:trace>
  <inkml:trace contextRef="#ctx0" brushRef="#br0">22602 14227 48 0,'-13'0'12'0,"13"25"7"0,13 21-1 0,-13 4-6 0,-13-16-8 0,2-21-1 0,11-13-3 0,0 0 2 0,-12-36 0 0,12-12-1 0,23 1-1 0,26 10 0 0,-2 3 0 0,2 21-1 0,-38 13 1 0,12 24 0 0,-23 12 0 0,13 1 0 0,-13-3-1 0,23-10 1 0,-11-11 0 0,84-38-5 0,-38-10 4 0,-9-1 0 0,-37 24 2 0,-12 12 0 0,0 37 0 0,0 9-1 0,35-21 0 0,12-14 0 0,-11-35 2 0,-23-23 0 0,-26-14-1 0,-34 14 0 0,11 23-2 0,12 36-13 0,1 47-29 0,10-22-15 0</inkml:trace>
  <inkml:trace contextRef="#ctx0" brushRef="#br0">23245 14227 13 0,'0'0'2'0,"24"-23"3"0,1 12 15 0,-14 34-2 0,-11 13-7 0,0 10-3 0,-11-21-3 0,-2 0-4 0,13-25 2 0,0-37-1 0,0-10-1 0,0 10 0 0,24 3-1 0,22 9 0 0,3 13-1 0,-13 12 1 0,-25 24 1 0,-11 23 1 0,11-10-1 0,-11-13 0 0,0-24 0 0,0-11 3 0,13-26-3 0,35 1-2 0,-1 12 1 0,1 0-1 0,-23 24 1 0,-14 12 0 0,-11 13 0 0,0 9 0 0,23-21 1 0,13-1-1 0,0-12 0 0,12-36 1 0,-12 0 0 0,-1 1-1 0,1 23 0 0,-25 12 1 0,2 23 1 0,-13 14-1 0,0-3-4 0,12-9-20 0,-12-13-19 0,11-12 5 0</inkml:trace>
  <inkml:trace contextRef="#ctx0" brushRef="#br0">24054 13883 36 0,'0'-24'28'0,"-11"11"-1"0,-1 13-23 0,12 25-16 0,12 34-39 0,-12-47 23 0</inkml:trace>
  <inkml:trace contextRef="#ctx0" brushRef="#br0">24376 14277 33 0,'0'0'0'0,"-13"-13"10"0,26-11-7 0,10-23 3 0,2-1-1 0,-25 25 1 0,-12-2 1 0,-12 0 1 0,-11 2-4 0,11 23-1 0,-24 0 1 0,12 0 6 0,-10 12-2 0,21 12-5 0,-11 0-1 0,24 23 0 0,0-10-1 0,12-14 0 0,24-12 1 0,12-11-2 0,35-34-2 0,1 9 0 0,-36 25 1 0,-26 36-1 0,-10 0 1 0,25-12 2 0,35-11-1 0,23-38 0 0,-11-47 0 0,11-47-7 0,-12-71 4 0,-12 35 7 0,-46 72-2 0,-49 59 4 0,-23 48-2 0,-25 59 0 0,37 47-2 0,82 2-2 0,49-13-3 0,10-48 4 0,-10-46 2 0,-48-25 1 0,-24-13 1 0,-12-11-3 0,0 13-11 0,0 22-115 0</inkml:trace>
  <inkml:trace contextRef="#ctx0" brushRef="#br0">15206 16335 18 0,'-11'-11'7'0,"11"-13"8"0,-12 11 9 0,12 13-9 0,0-11-4 0,12 11-3 0,-1 11-2 0,2 26-1 0,-1 10-2 0,-1 1 0 0,2-13 1 0,-1-10-3 0,-1-14 0 0,1-11 1 0,24-11 0 0,0-26-1 0,23-22 0 0,13 0 0 0,11-12-3 0,0 21 3 0,-23 4 0 0,-13-2 0 0,-11 24 0 0,-24 12-1 0,12-11 1 0,0 11 1 0,-12 1 2 0,-12 11 0 0,0-13-1 0,0 13-1 0,0-12 0 0,0 12 0 0,0 0-9 0,0 12-18 0,0 12-23 0,-12-1-10 0</inkml:trace>
  <inkml:trace contextRef="#ctx0" brushRef="#br0">22280 15299 31 0,'0'0'4'0,"-36"-11"-1"0,25 11 12 0,11 0-2 0,0 0 15 0,0 35-21 0,11 12-1 0,-11-10 2 0,0-13-2 0,13-1-3 0,10-11-2 0,1-24 2 0,24-11-2 0,23-49-1 0,13 1 1 0,-2-2-1 0,26 2 0 0,-37 12 5 0,-35 34-3 0,-24 3 0 0,-12 22-4 0,0 0-29 0,-12 12-65 0</inkml:trace>
  <inkml:trace contextRef="#ctx0" brushRef="#br0">8932 10073 57 0,'-12'-12'3'0,"-48"-24"1"0,36 24-1 0,12 12 4 0,24 0 7 0,61 0-3 0,104-11-6 0,2-2-2 0,107 13 1 0,71-12 1 0,48 24 1 0,-144 1-5 0,-93-2 0 0,-97-11 4 0,-71 0 3 0,0-11-4 0,-12-2-4 0,0 1-21 0,-12 12-50 0,12 0 36 0</inkml:trace>
  <inkml:trace contextRef="#ctx0" brushRef="#br0">8741 10061 61 0,'0'0'0'0,"-156"-25"13"0,74 25-12 0,58 0 16 0,24-11 3 0,95-25-9 0,167-35 1 0,179 11-1 0,83 37-5 0,-48 11-2 0,-154 12-1 0,-145 12 0 0,-104-12 2 0,-61-12 1 0,-12-12-4 0,-24 1-4 0,-60-2-14 0,-47 13-55 0,72 12 10 0</inkml:trace>
  <inkml:trace contextRef="#ctx0" brushRef="#br0">8991 9931 90 0,'-25'0'3'0,"-200"11"-1"0,130 24-2 0,59-23 3 0,83-12 14 0,168-24-4 0,190-23-3 0,119 35-5 0,-48 0-2 0,-107 24-2 0,-154 0 1 0,-132-12 2 0,-59 0 3 0,-24-24-3 0,-36 0-5 0,-13 12-102 0,27 12 57 0</inkml:trace>
  <inkml:trace contextRef="#ctx0" brushRef="#br0">6752 8478 6 0,'0'0'4'0,"-13"0"8"0,3 0 6 0,-2 0-6 0,12 0-10 0,0-13 15 0,-12 13-1 0,0 0-2 0,0 0-5 0,0 0 0 0,12 0-2 0,12-12-2 0,36 12-1 0,-2 0-2 0,3 0 1 0,-2 0-1 0,-23 0 2 0,-24 0 1 0,12 0 1 0,-12-12-5 0,11 12-9 0,14 0-14 0,-14 12-39 0,2-12 19 0</inkml:trace>
  <inkml:trace contextRef="#ctx0" brushRef="#br0">6526 8596 71 0,'0'0'0'0,"-36"0"11"0,24 0 10 0,12 0-6 0,12 12-3 0,24-12-9 0,36 0 0 0,-1-12-1 0,12 12 0 0,-35-13 1 0,-12 3-1 0,-12 10 1 0,-13-11-1 0,-11 11-2 0,13 0-12 0,10 0-25 0,-23 0-33 0</inkml:trace>
  <inkml:trace contextRef="#ctx0" brushRef="#br0">6383 8596 66 0,'-25'0'11'0,"3"0"-3"0,44 0 19 0,50-13-20 0,24-8-4 0,-13 8 4 0,-23 1-1 0,-12 12-1 0,-36-12-1 0,-2-1 0 0,-10 13-2 0,0-11-3 0,0 11-25 0,-10 24-73 0</inkml:trace>
  <inkml:trace contextRef="#ctx0" brushRef="#br0">8276 8715 36 0,'-11'0'15'0,"-14"0"-3"0,25-11 4 0,0 11-2 0,0 0-4 0,0 0-6 0,25 0-1 0,-2 0 0 0,25 0 1 0,12 0 1 0,23-12-1 0,12 0-1 0,1 12 0 0,11 0-1 0,-12 0-1 0,12 0 0 0,-13 0 0 0,-9 0 0 0,-2 0 1 0,0 0 0 0,13 0-1 0,-1 0 0 0,0 12 0 0,0-12 0 0,12 0-1 0,1 0-1 0,-1 0 2 0,0 0 0 0,24 0-1 0,-24 0 1 0,1 0-1 0,22 0-1 0,-10 0 0 0,11 0 1 0,-12 0 1 0,-1 0-1 0,-10 0 1 0,-1-12-1 0,12-1-1 0,-12 13 0 0,1 0 1 0,-37 0 2 0,-1 0-3 0,15-11 2 0,-2-1-1 0,-11 12 0 0,-25-11 0 0,-11 11 1 0,12-13-2 0,-2 1 2 0,-21 12-1 0,-25-12 2 0,12-1-1 0,-12 3 0 0,-60 10-128 0</inkml:trace>
  <inkml:trace contextRef="#ctx0" brushRef="#br0">10706 8357 5 0,'-12'0'24'0,"12"0"-6"0,-11 0-5 0,11 0-3 0,0 0-3 0,-13 0 0 0,13 0 1 0,0-11-1 0,-12 11-1 0,12 0-4 0,0 0 0 0,0 0-1 0,36-12 0 0,12 12 0 0,35 12-1 0,11-1 1 0,49-11 0 0,13 0 3 0,22 0-3 0,-23 0 0 0,-12 0 1 0,-36 0 1 0,-35-11 0 0,-36 11-2 0,-14-12 0 0,-22 12-1 0,-11 0-33 0,-60 0-47 0</inkml:trace>
  <inkml:trace contextRef="#ctx0" brushRef="#br0">10980 8357 49 0,'-36'-11'10'0,"-71"11"-2"0,46 11 3 0,27-11 5 0,34 0-9 0,47 0 1 0,60-11 0 0,95-1-3 0,13 12-2 0,-1 0-4 0,-47 0 2 0,-73 0 0 0,-58 12-1 0,-23-12 4 0,-62 0-3 0,-57 0 0 0,-72 11 0 0,-26 2 1 0,-9-13-1 0,45 0-1 0,62 0 1 0,46 0 0 0,24 0-1 0,36 12 0 0,48 0-1 0,83-24 1 0,71 0 1 0,25 12 0 0,-1-13-4 0,-59 26 5 0,-97-13-2 0,-57 0 3 0,-36 0-1 0,-97 0-2 0,-82 12 1 0,-36 0 2 0,11 1-2 0,73-13-1 0,82 0 2 0,49 0-3 0,46 0 1 0,73 0-2 0,71-13 1 0,48 1 1 0,-15 0-2 0,-55-1 2 0,-75 2 2 0,-70 11-1 0,0 0-1 0,-36 11-123 0</inkml:trace>
  <inkml:trace contextRef="#ctx0" brushRef="#br0">11635 7369 63 0,'-36'-71'10'0,"25"24"-8"0,34-61 11 0,-12 3-3 0,2-16-4 0,-13 50-2 0,12 24-1 0,-12 10-4 0,11-10 2 0,1 23 0 0,-24 11 4 0,1 3-1 0,-14 45-2 0,-9 49-1 0,-15-1 1 0,14-36 0 0,10-35 3 0,14-35 1 0,11-50-5 0,36 15-2 0,23 45 1 0,-23 26-1 0,0 11 1 0,-13-24 0 0,-11 0-17 0,-24-24-54 0,12 11 34 0</inkml:trace>
  <inkml:trace contextRef="#ctx0" brushRef="#br0">11004 6000 57 0,'-24'-34'8'0,"-1"21"-1"0,25 13 10 0,0 95-1 0,0 49-10 0,-11-49 1 0,11-60 1 0,-25-23 0 0,-11-49-3 0,2-34-3 0,10-71-1 0,36-26-4 0,24 15-1 0,-13 80 3 0,49 27 0 0,11 46-1 0,-23 23 2 0,-25 25 0 0,-35-23 2 0,-48 21-1 0,-70 38-26 0,-25 59-70 0</inkml:trace>
  <inkml:trace contextRef="#ctx0" brushRef="#br0">11004 6465 33 0,'0'0'15'0,"0"-24"-1"0,11-11 7 0,25-37-9 0,11-11-7 0,1 11-3 0,-12 1-2 0,-12 11 2 0,-24 12 1 0,0 14-1 0,0 21 0 0,0 13 3 0,-12 13-4 0,12 10-1 0,0 1 1 0,0 0-1 0,36-13 1 0,0 1-1 0,-2-1 1 0,2 2-1 0,-23 11 0 0,-1-11-1 0,0-2 2 0,-12 12-2 0,12-23 2 0,-12 12-1 0,11 0 1 0,0-12-1 0,38-24 0 0,-13-10 0 0,11-3 1 0,-23 1-1 0,1 13 1 0,-25 23 0 0,11 0 1 0,1 23-1 0,-12 13 1 0,0 1-2 0,11-3 0 0,2-22-18 0,10 0-26 0,-11-24-8 0</inkml:trace>
  <inkml:trace contextRef="#ctx0" brushRef="#br0">11694 5740 64 0,'-24'-37'5'0,"12"37"-46"0,12 0 19 0</inkml:trace>
  <inkml:trace contextRef="#ctx0" brushRef="#br0">11931 5929 69 0,'-35'24'2'0,"24"0"4"0,11 24 13 0,-12-2-11 0,35-9-4 0,12-37-2 0,14 0 0 0,-13-37 0 0,-13-34-1 0,-11 24 0 0,-24-11 0 0,-24 8-1 0,-11 27 1 0,22 23-1 0,-10 12-1 0,12 36 1 0,23 11 1 0,12-11 0 0,23-24 0 0,12-12 1 0,14-24-1 0,-2-12 0 0,-11-24 0 0,-24 2 0 0,11-4-1 0,-11 3-1 0,0 0 1 0,-24 11 2 0,0 11 1 0,-12 25-1 0,0 0-1 0,-1 0 0 0,2 13-1 0,11-1 1 0,11 0-1 0,14 1 2 0,23-2-3 0,-14 12 1 0,15-11-1 0,-13 13 5 0,-13-2-5 0,-23 1 2 0,-11 24 3 0,-14-1-2 0,2 0-2 0,10-22 0 0,26-13 3 0,23-12 0 0,35-12-1 0,13-13-2 0,-25 2 1 0,-23 23 2 0,-36-11 1 0,0 11-8 0,0-13-81 0,0 13 35 0</inkml:trace>
  <inkml:trace contextRef="#ctx0" brushRef="#br0">14112 8633 13 0,'-12'0'35'0,"12"0"-6"0,12 0 5 0,23-13-31 0,-11 13 1 0,-1 0-2 0,2 13 0 0,34-26 1 0,13 1-1 0,23 12 0 0,-1-12 3 0,38-1-3 0,-1 13-1 0,24 0-1 0,-24-10 2 0,23 10-1 0,-22 0 1 0,11 0-2 0,-1 0 1 0,1 0-1 0,-13 0 1 0,-9 0-1 0,-14 0 0 0,-24-11 1 0,-23 11-1 0,-37 0 3 0,0-13 1 0,-10 13-2 0,-13-12 0 0,12 0 0 0,0-1-1 0,0 13-4 0,-12-11-37 0,12 11-48 0</inkml:trace>
  <inkml:trace contextRef="#ctx0" brushRef="#br0">14469 7109 38 0,'-36'0'4'0,"12"-13"6"0,24 1 6 0,12-13-1 0,12-9-4 0,13-3-4 0,20-10-1 0,16-11 1 0,22-15 3 0,12 2-1 0,-12 10-3 0,23-21-1 0,14-1-3 0,166-24 0 0,-168 59 0 0,-22 0 2 0,-37 25-1 0,-35-1-1 0,0 12-1 0,-24 12-15 0,0 0-29 0,-12-12-46 0</inkml:trace>
  <inkml:trace contextRef="#ctx0" brushRef="#br0">15444 6071 51 0,'-11'0'9'0,"-12"-11"0"0,23 22 3 0,0-11-10 0,23 13 9 0,13-1 2 0,12 0-7 0,35 12-3 0,-11-1 0 0,-25 1-2 0,0-11 1 0,-22-2 3 0,-14 12 0 0,-11 14 1 0,-11 10-1 0,-14 1-1 0,14 12 0 0,-1-1-1 0,-1-11-2 0,13-25-2 0,25 2-26 0,11-14-34 0,-13-11 9 0</inkml:trace>
  <inkml:trace contextRef="#ctx0" brushRef="#br0">16362 5895 43 0,'0'0'0'0,"-24"-37"7"0,24 24-5 0,24 2 8 0,-12 47 14 0,-12 35-7 0,0 36-9 0,12 0-6 0,0-47-1 0,0-24-1 0,0 0-23 0,-12-36-52 0</inkml:trace>
  <inkml:trace contextRef="#ctx0" brushRef="#br0">16767 5834 39 0,'-12'-12'16'0,"0"-12"7"0,12 12 3 0,0 12-9 0,0 72-6 0,-12 11-3 0,12 1-4 0,12-25-2 0,0 1-1 0,12-25-13 0,-12-11-23 0,13-24-40 0</inkml:trace>
  <inkml:trace contextRef="#ctx0" brushRef="#br0">17136 5798 62 0,'0'-12'7'0,"-12"-34"-5"0,24 46-3 0,24 11 15 0,-24 60 8 0,-35 23-4 0,10-10-7 0,13-13-6 0,0-21-3 0,13-27-5 0,-2-12-26 0,-11-34-58 0</inkml:trace>
  <inkml:trace contextRef="#ctx0" brushRef="#br0">17077 5740 26 0,'0'-50'16'0,"-12"27"-1"0,12 12 0 0,12-1-7 0,11 12-4 0,49 0-1 0,10 12-1 0,3 35 6 0,-38 36-1 0,-11 13 0 0,-12 11-1 0,-24-12-2 0,-49-35 5 0,-21-25-2 0,-14-11-1 0,36-35-2 0,25-26-2 0,12 26-9 0,34 11-37 0,-12 0-40 0</inkml:trace>
  <inkml:trace contextRef="#ctx0" brushRef="#br0">16434 6787 79 0,'-96'-12'13'0,"25"36"-11"0,83-24 1 0,47-24 2 0,49-12 5 0,70-12-5 0,-23 25-5 0,-107 23 1 0,-2-11-1 0,193-26 1 0,-72 24 1 0,-72 2 4 0,-59 11-3 0,-24-23-1 0,12 10-17 0,-24 26-31 0,0-2-12 0</inkml:trace>
  <inkml:trace contextRef="#ctx0" brushRef="#br0">16362 6941 56 0,'-24'0'10'0,"-24"-12"-1"0,96 0-4 0,36-11-3 0,35-25 3 0,59 12 4 0,37-12-6 0,23 14-1 0,-49 9 3 0,-44 0 4 0,-39 4 2 0,-22-4-1 0,-48 13 1 0,-24-1 0 0,-12 2-4 0,0-12-3 0,-12 23-3 0,12-13-7 0,0 13-136 0</inkml:trace>
  <inkml:trace contextRef="#ctx0" brushRef="#br0">12802 6787 40 0,'0'-59'10'0,"0"46"-9"0,12 13 0 0,-12 0 6 0,11 24 4 0,-11 24-4 0,0 48-2 0,11 22 0 0,2 1-1 0,-13 25-1 0,0 11 0 0,-13-2-3 0,13 2 2 0,0-11 1 0,13 11 0 0,-13 0-1 0,12-25-1 0,-12-11-1 0,0 0 2 0,0-24-1 0,0-24 1 0,0 2-1 0,11-2 0 0,2-12-1 0,-1 0 2 0,12-11-2 0,-1-12 1 0,13 11 0 0,24-23 1 0,10-12-1 0,27 0-1 0,45-12 1 0,37 0 0 0,34 0 0 0,50 0-1 0,11 0 2 0,23 0-2 0,14-12-1 0,-14 12 1 0,-82 0 0 0,201 0 0 0,-119 12 1 0,-10 1-1 0,-25-2 1 0,-13 1-1 0,-58-1 0 0,-37-11-1 0,-47 0 2 0,-35-11 0 0,-47-1-2 0,-37-24-82 0,-1 24 49 0</inkml:trace>
  <inkml:trace contextRef="#ctx0" brushRef="#br0">12861 6691 41 0,'-12'-13'2'0,"-12"-8"5"0,24 21-5 0,24 0 0 0,-1 0 4 0,38 11 0 0,34-11 0 0,72 10-1 0,23 3-1 0,23 11-2 0,15 12-1 0,10 0 2 0,35-13 3 0,25 0-4 0,36-23 1 0,-1 0-3 0,-23 0 1 0,-24 13 1 0,-12-1 0 0,0-12-2 0,-24-12 0 0,-12 12 1 0,-60-13-1 0,-47 13 1 0,-35 0 1 0,11 0 1 0,-24 0-1 0,0 0-1 0,-11 0 1 0,-12 13-1 0,-26 11 1 0,2 0-2 0,-11 23 1 0,-13 13-1 0,-12 23 1 0,12 13-1 0,-24 34 0 0,0 25 1 0,-13 25-1 0,2 46 2 0,23-48 0 0,0 0 0 0,23-11-1 0,-10-12 1 0,-13-24-1 0,0-48 1 0,0 13-1 0,-13-12 0 0,2-2-1 0,-1 1 1 0,-1-35 0 0,2-24 1 0,11-24 3 0,-12 0 2 0,-35-11-3 0,-49 11 0 0,-70-13 0 0,-49 13-2 0,0-24-16 0,49 11-123 0</inkml:trace>
</inkml:ink>
</file>

<file path=ppt/ink/ink26.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9086 10157 13 0,'-13'-121'29'0,"13"62"-15"0,13 47-4 0,-13 12-8 0,0 24-1 0,0 84 0 0,-13 70 4 0,-9 48-3 0,34 0-1 0,11-34 3 0,25-3-2 0,-12-34 0 0,-13-36 0 0,2-12-2 0,-14-36 1 0,-11-21 1 0,0-16-1 0,0 3 0 0,-11-14-1 0,11 13 1 0,11-13-1 0,12 13 1 0,13 1-1 0,24-3 0 0,24 14 0 0,10 0 0 0,13-2 0 0,25-21-2 0,47 0 1 0,47-14 2 0,24 1-2 0,47-12-1 0,25 0 1 0,24-12 0 0,23 1 1 0,25-2 1 0,21-11-2 0,2 11 1 0,-12 13 0 0,12 0 1 0,-12 0-1 0,12 0 1 0,-14 0 0 0,-9-10-1 0,-24-1 0 0,-50-2 1 0,-21 13-1 0,-49 0 1 0,-37 0 0 0,-70-12 0 0,-35 12-1 0,-84-12-81 0</inkml:trace>
  <inkml:trace contextRef="#ctx0" brushRef="#br0">9229 9870 42 0,'0'0'1'0,"0"-35"8"0,36 23-1 0,59 12-2 0,24 0-3 0,48 12-2 0,35-12-1 0,36 12 1 0,60-1 2 0,60-22-4 0,70-13 3 0,49 11-3 0,47-10 1 0,-2 12 1 0,-8-14-2 0,-14 25 2 0,-49 0 0 0,-21 0 0 0,-25 0-1 0,-36-12 1 0,-48-1-1 0,-59 3 1 0,-47 10 0 0,-60-11-1 0,-36 11 1 0,-12-13 0 0,-13 1-1 0,-22 12 1 0,-24 12-1 0,-24 1 1 0,0 8-1 0,0 4 1 0,-1 47-1 0,0 11 0 0,-23 36-2 0,0 24 2 0,0 35 0 0,0 14-1 0,0 9 1 0,-11 2 2 0,11 11 0 0,-12-23-1 0,12-37 0 0,12-24-1 0,-12-33 2 0,0-26 0 0,-12 0 0 0,-1-11-1 0,3 12 0 0,-1-25 0 0,-14-23 2 0,1-24 1 0,0-11-1 0,-12-26-2 0,-11 14-81 0</inkml:trace>
  <inkml:trace contextRef="#ctx0" brushRef="#br0">8574 10798 30 0,'0'-23'9'0,"11"12"-1"0,-11 11 8 0,0 0-7 0,13 11-1 0,10 12-1 0,-10 27 0 0,-1-4-2 0,12-10-2 0,-2-24 2 0,3-1 0 0,35-22-2 0,11-25-2 0,24-11 2 0,13-14 0 0,-14 14 0 0,-10 23-2 0,-36 1 0 0,-37 12 0 0,2-2-2 0,-13 1-14 0,0 24-78 0</inkml:trace>
  <inkml:trace contextRef="#ctx0" brushRef="#br0">8598 11179 45 0,'0'0'6'0,"12"-11"-2"0,12 11 8 0,-12 11 2 0,-1 14-3 0,2 11-4 0,-2-13-2 0,0 1-1 0,14 0-1 0,-14-12-2 0,14-1 1 0,11-22-1 0,23-12 0 0,13-14-1 0,23-10-2 0,12-13 3 0,12-11-1 0,0 10 1 0,-25 27 1 0,-22-3 2 0,-23 14 1 0,-27-1-4 0,-9 0 1 0,10-10-8 0,-23 21-45 0</inkml:trace>
</inkml:ink>
</file>

<file path=ppt/ink/ink27.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7526 9835 71 0,'0'0'0'0,"-48"-25"31"0,25 14-19 0,23 11-5 0,36-12 10 0,35 1-12 0,96-2-1 0,47 13-3 0,0 0-2 0,-22 13 1 0,-50-2 1 0,-12 1 1 0,-59-1 1 0,-22-11 0 0,-26 0 1 0,-10 0 0 0,-13 0 0 0,0 0-2 0,0 0-3 0,12-11-27 0,11 35-47 0,-11-24 31 0</inkml:trace>
  <inkml:trace contextRef="#ctx0" brushRef="#br0">9778 9977 33 0,'-13'-12'37'0,"-11"12"-29"0,12 0 8 0,12 0-3 0,0 0 5 0,12 0-10 0,36 0-4 0,59-23-2 0,72-1 1 0,11 0-1 0,-11 0-2 0,11 12-1 0,13 12 0 0,-12-11 1 0,-1 11 0 0,-23 11 0 0,-13 1-2 0,-23-12 3 0,-23 0-1 0,-13 11 0 0,-37-11 2 0,-22 0 1 0,-11 0 1 0,-14-11 0 0,2 11 0 0,-13-23-3 0,-13 11-2 0,13 12-28 0,0 0-70 0</inkml:trace>
  <inkml:trace contextRef="#ctx0" brushRef="#br0">7669 9835 48 0,'-12'-25'11'0,"-1"14"-2"0,3 11 3 0,10 0 0 0,35-12-5 0,48 12 0 0,60 0 1 0,59-11-4 0,25 11-3 0,-2-25 2 0,-46 25 1 0,-35 0 0 0,-61 12-1 0,-35-12-2 0,-36 13 0 0,-24-13 2 0,-48 0 0 0,-47 11-2 0,-12 1 0 0,12-1-1 0,46-11 1 0,27 0 0 0,34-11-1 0,12 11-2 0,10 36-57 0,-9-13-6 0</inkml:trace>
  <inkml:trace contextRef="#ctx0" brushRef="#br0">10099 10036 73 0,'-60'-34'6'0,"-23"34"-4"0,47 0-2 0,24 0 6 0,24 0 3 0,82 0-2 0,110-25-2 0,80 25-3 0,63-12-3 0,-14 1 4 0,-47-1-2 0,-84 12 1 0,-59 12-1 0,-60-12 1 0,-59-12 2 0,-13-12 0 0,-69 12-2 0,-61-13-1 0,-84 25-1 0,-59 0 4 0,1 13-4 0,22-13 1 0,49 0 2 0,59 0-2 0,47 0-1 0,72-13 1 0,60 2-2 0,95-12 0 0,107-1-2 0,24 11 3 0,-12 13-1 0,-48-11-1 0,-47 11 2 0,-73 0 0 0,-33-12 1 0,-50-12 0 0,2 12 1 0,-26 0-2 0,-23-1-7 0,0 26-98 0</inkml:trace>
  <inkml:trace contextRef="#ctx0" brushRef="#br0">14337 15347 15 0,'0'0'9'0,"0"-11"7"0,0 11 4 0,0 0-8 0,-23 0-5 0,-1 0 1 0,12-13 1 0,24 1-3 0,24-11-2 0,11 23-3 0,25-12 0 0,-24 12 0 0,-25 0 0 0,0-11-1 0,-46 11 4 0,-36 11-2 0,-13-11-1 0,13 0 1 0,-24-24 3 0,59 12-1 0,12 12-2 0,35-12-1 0,37-1 0 0,23 13-1 0,-11 0 0 0,-12 0 0 0,-37 13 0 0,-12-1 1 0,-22 0 0 0,-12 1 0 0,-37-13-1 0,12 11 1 0,1-11-1 0,23 0 0 0,35 0 0 0,37-11 0 0,24 11 0 0,-1 0 0 0,-24-13 0 0,-10 13 0 0,-37 13 0 0,-37-2 1 0,-22-11-2 0,-12 12 2 0,-1 11-1 0,36-23 1 0,25 0-2 0,35 0 1 0,23 0 0 0,13-12 1 0,-1 12 0 0,-36 0-1 0,-10 12 0 0,-37-12 0 0,-11 0 1 0,-25 0 0 0,12 12 0 0,25-12-1 0,11 0-1 0,35 0 1 0,25 0 0 0,13 0 1 0,-4 0-1 0,-21 13 0 0,-23-13 0 0,-26-13 2 0,2 13-2 0,11 0 0 0,0 0 0 0,0-12 1 0,0 12-1 0,0 0 0 0,0 0 0 0,0-12 0 0,0 12 0 0,0 0 0 0,0-11 0 0,0 11 0 0,0 0 0 0,0 0 1 0,0-12-1 0,0 12 0 0,0 0-1 0,-36 35-25 0,1 1-79 0</inkml:trace>
  <inkml:trace contextRef="#ctx0" brushRef="#br0">15802 13990 33 0,'-23'0'4'0,"10"24"4"0,26-24 6 0,-1 12-6 0,-12 0 2 0,0-24-1 0,11-24-4 0,13-37-2 0,12 2 0 0,24 0-1 0,35 0 0 0,12 0-1 0,-12-1 2 0,-11 26-2 0,11-4 1 0,-12 3-1 0,0 0 3 0,-35 11 0 0,-36 24 1 0,-12-1-2 0,0 2-2 0,-12 11 0 0,1-12-1 0,-26 12 1 0,-22 0-1 0,0 0 0 0,23 23 0 0,-12-10 0 0,24-13 0 0,24 0 0 0,24 0 0 0,24 0 0 0,34-24 0 0,3 24 0 0,-14 0 0 0,-48 11 0 0,-34 26 0 0,-25 10 0 0,-11-23 0 0,11 0 0 0,12 12-26 0,24 1-45 0,0-37 44 0</inkml:trace>
  <inkml:trace contextRef="#ctx0" brushRef="#br0">17386 12787 55 0,'0'-34'5'0,"-12"9"-4"0,-1-11 13 0,-9 13-3 0,-2 10-4 0,0 26-3 0,-13 34-2 0,3 36 0 0,-2 13-1 0,13-12-1 0,23-13 0 0,34-12 0 0,14 0 1 0,0-47 0 0,22-24 0 0,-21-35 0 0,-1-24 1 0,-24 34-2 0,-24 26 2 0,-24 22-1 0,12 37 0 0,-1 12-1 0,26-1-2 0,-13 0-43 0,-13-22-12 0</inkml:trace>
  <inkml:trace contextRef="#ctx0" brushRef="#br0">17327 13037 60 0,'0'-35'12'0,"47"-1"-10"0,48 12-2 0,-24 48-41 0,-58-11 15 0</inkml:trace>
  <inkml:trace contextRef="#ctx0" brushRef="#br0">17814 13155 24 0,'13'-10'3'0,"-1"-14"-1"0,0 0 6 0,-12-23 0 0,12 10 2 0,-24 3-2 0,0 9-2 0,-13 13-1 0,2-1-1 0,-24 26-1 0,11 11 1 0,-12 12-2 0,12 12 1 0,13 11-3 0,23-13 1 0,35-21 0 0,1-25 0 0,0-12 0 0,11-35 0 0,1 10-1 0,-24 14 0 0,0-1 1 0,-12 12-1 0,0 12 1 0,-12 12 2 0,0 24-2 0,0 0 0 0,10-11-1 0,15-4-4 0,-1-8-28 0,12-13-26 0</inkml:trace>
  <inkml:trace contextRef="#ctx0" brushRef="#br0">18053 13013 12 0,'0'0'0'0,"24"-47"31"0,12 23-8 0,-13 11-11 0,-34 38 4 0,-14 11-13 0,25 11-2 0,25 0-1 0,10-22-1 0,-11-13-4 0,12-24-1 0,-12-36 3 0,-2-11 3 0,3 11 2 0,-14 36 2 0,2-1-1 0,-13 50 2 0,0 22-4 0,0 0-1 0,0-22-2 0,23-3-35 0,-10-21-14 0</inkml:trace>
  <inkml:trace contextRef="#ctx0" brushRef="#br0">18601 12918 25 0,'12'-23'20'0,"-12"-1"-5"0,0 11-2 0,-60 26 2 0,24 11-12 0,25-1-1 0,46 13-2 0,25 12 0 0,-24 0 0 0,-36-14 1 0,-36-21 2 0,-12-1-2 0,-11-12 0 0,35 12-17 0,48-24-29 0,-12 0 12 0</inkml:trace>
  <inkml:trace contextRef="#ctx0" brushRef="#br0">18898 12918 28 0,'24'-23'11'0,"-11"11"11"0,-26 12-4 0,-34 0-8 0,-2 12-6 0,26 11-3 0,46 13-1 0,26 12 1 0,11 0-4 0,-49-25 4 0,-35 1 1 0,-23-12 0 0,-13-12-4 0,35 12-19 0,50-36-36 0,-14 11 41 0</inkml:trace>
  <inkml:trace contextRef="#ctx0" brushRef="#br0">19125 12918 18 0,'36'-23'21'0,"-13"34"-10"0,0 25 1 0,-34 24-10 0,-1-12-12 0,-11-25-37 0</inkml:trace>
  <inkml:trace contextRef="#ctx0" brushRef="#br0">19280 12692 55 0,'-12'-23'5'0,"12"23"-26"0,0 11-13 0</inkml:trace>
  <inkml:trace contextRef="#ctx0" brushRef="#br0">19637 13002 14 0,'0'-23'17'0,"12"-14"-1"0,-12-10-6 0,-12 23-3 0,-24 11-1 0,0 13 1 0,-11 0-1 0,-1 25-4 0,12 21-1 0,1 4 0 0,35-4 0 0,23-10 0 0,25-24 1 0,11-48-1 0,-11 1 0 0,-24 12-1 0,-12 10 3 0,-12 1-1 0,-12 24-1 0,12 24-1 0,0-13 1 0,12 25-8 0,-12-12-17 0,12-24-18 0,-12-12 20 0</inkml:trace>
  <inkml:trace contextRef="#ctx0" brushRef="#br0">19767 12966 21 0,'0'0'8'0,"25"-24"8"0,-1 24 7 0,-24 12-8 0,0 36-6 0,0 0-6 0,0-37-1 0,0 1 1 0,11-35 0 0,36-25-2 0,-11 0 0 0,-11 48-2 0,-2 12 3 0,1 24 1 0,-12-1-2 0,-12-11-3 0,0 12-47 0,0-36 0 0</inkml:trace>
  <inkml:trace contextRef="#ctx0" brushRef="#br0">20197 12954 41 0,'-12'-25'4'0,"0"14"-45"0</inkml:trace>
  <inkml:trace contextRef="#ctx0" brushRef="#br0">21053 12883 73 0,'-11'-12'8'0,"-1"95"-5"0,35 24 5 0,-10-23 0 0,-13-49-1 0,-24-23-3 0,-1-59 0 0,2-48-2 0,23-26-1 0,36 39-1 0,0 46 0 0,12 24-1 0,-2 48 0 0,-21 24 0 0,-61-37 2 0,-47 1-5 0,0 13-42 0,60-14-14 0</inkml:trace>
  <inkml:trace contextRef="#ctx0" brushRef="#br0">21541 12990 43 0,'13'-36'8'0,"-26"11"6"0,-10-9-1 0,-24 10-4 0,-37 24-5 0,13 47-3 0,35 1 0 0,48-12 0 0,35-13-1 0,37-23 1 0,-2-46-3 0,-33-50-4 0,-13-47 3 0,-24 47 6 0,-24 50 2 0,-1 46-2 0,-10 71 0 0,10 47-1 0,13-10-1 0,0-13-3 0,0-35-40 0,-11-37-5 0</inkml:trace>
  <inkml:trace contextRef="#ctx0" brushRef="#br0">21995 12728 48 0,'0'-12'4'0,"12"-48"15"0,-12 25-4 0,-24 12-5 0,-24 23-6 0,1 23-1 0,35 72-1 0,12 24-1 0,35 12 0 0,-24-36 3 0,-34-47 2 0,-60-12-3 0,-13-36-19 0,37-36-53 0,59 11 41 0</inkml:trace>
  <inkml:trace contextRef="#ctx0" brushRef="#br0">21840 12847 69 0,'59'-23'19'0,"37"-14"-6"0,46 14-16 0,-69 12-84 0</inkml:trace>
</inkml:ink>
</file>

<file path=ppt/ink/ink28.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19327 5845 27 0,'0'-11'14'0,"-24"-1"-4"0,24 35 5 0,-11 48-5 0,-1 13-2 0,24-13-2 0,10 2-2 0,-9-38-2 0,-13-11 0 0,0-24 3 0,-13-48-3 0,13-36 0 0,-11-21-2 0,0-16 1 0,-1 3 0 0,12 10 0 0,23 24-1 0,24 38-1 0,2 46 0 0,22 0 1 0,-23 59-2 0,-12 12 3 0,-25 0 0 0,-47-21 1 0,-35-4-1 0,-1-10-3 0,13-13-20 0,35-10-34 0,24-13 31 0</inkml:trace>
  <inkml:trace contextRef="#ctx0" brushRef="#br0">20219 5322 37 0,'0'-36'6'0,"-34"25"2"0,10-1 13 0,-36 71-9 0,-11 49-4 0,-1 58-2 0,24 1-3 0,37-14 0 0,47-21-1 0,35-48 0 0,12-24 0 0,-24-37-2 0,-22-23-23 0,-14-12-56 0</inkml:trace>
  <inkml:trace contextRef="#ctx0" brushRef="#br0">20493 5464 41 0,'13'-23'11'0,"23"12"-9"0,35 45 12 0,-12 50-3 0,-10 24-4 0,-25-24-5 0,-1-13-2 0,-23-37-14 0,0-21-51 0</inkml:trace>
  <inkml:trace contextRef="#ctx0" brushRef="#br0">20779 5430 47 0,'-23'0'6'0,"-36"47"7"0,11 36 4 0,-11 13-9 0,-1-12-4 0,12-13-4 0,13-24-14 0,47-23-37 0,-12-24 26 0</inkml:trace>
  <inkml:trace contextRef="#ctx0" brushRef="#br0">21137 5656 34 0,'-13'-12'12'0,"3"-13"10"0,-2 14-7 0,12-1-8 0,0 24 0 0,0 47 1 0,-12 48-3 0,12-11-1 0,0-25-2 0,0-35 1 0,0-24-1 0,0-24-2 0,0 12-21 0,0-11-18 0,0-2-15 0</inkml:trace>
  <inkml:trace contextRef="#ctx0" brushRef="#br0">21602 5215 20 0,'0'0'0'0,"-12"-61"28"0,35 51-22 0,-10 81 21 0,-49 107-11 0,12 25-8 0,12-25-4 0,12-46-4 0,0-61 1 0,-13-35-27 0,13-36-51 0</inkml:trace>
  <inkml:trace contextRef="#ctx0" brushRef="#br0">21804 5275 27 0,'-12'-37'11'0,"24"26"-8"0,24-12 8 0,-24 34 3 0,12 25-3 0,11 47-6 0,13-12-4 0,22-12 0 0,-9-34 0 0,-37-13 0 0,-1-36 1 0,13-23-2 0,1-1 0 0,-14 12 1 0,-12-12-1 0,-11 25 1 0,0 23 0 0,-23 71 3 0,-25 24 3 0,12-1-2 0,13-10-2 0,10-24-2 0,13-24 0 0,0-11-25 0,0-14-42 0,0-22 46 0</inkml:trace>
  <inkml:trace contextRef="#ctx0" brushRef="#br0">22388 4978 43 0,'0'-37'7'0,"12"37"-7"0,34 37 8 0,3 68 5 0,-2 50-4 0,-23 24-3 0,12 0-2 0,-49-12 3 0,-23-60 2 0,-35-36-3 0,24-35-2 0,0-24-7 0,11-12-33 0,24-36-34 0</inkml:trace>
  <inkml:trace contextRef="#ctx0" brushRef="#br0">23149 5514 55 0,'-59'-25'11'0,"35"25"-9"0,37 0-2 0,-2 25-60 0</inkml:trace>
  <inkml:trace contextRef="#ctx0" brushRef="#br0">6085 9942 31 0,'0'0'0'0,"-11"-48"19"0,34 48-11 0,-11 12 11 0,12 47-5 0,0 12-8 0,0 0-2 0,23-46 0 0,25-50-2 0,35-46-1 0,25-11-1 0,-26 9 2 0,1 15 2 0,-48 22-3 0,-34 25-5 0,-37 22-90 0</inkml:trace>
  <inkml:trace contextRef="#ctx0" brushRef="#br0">9586 9942 26 0,'0'0'8'0,"11"35"-7"0,2 13 6 0,10-12 13 0,-10 10-10 0,-1-9-5 0,12-24-1 0,-1-2 0 0,13-35-2 0,35-34-2 0,49-15 0 0,-2 2 1 0,-11 35 0 0,-46 11 0 0,-61 25-1 0,0 13-15 0,0-1-51 0</inkml:trace>
  <inkml:trace contextRef="#ctx0" brushRef="#br0">13123 9799 15 0,'0'-12'17'0,"-13"1"-11"0,26-2-1 0,-13 13 7 0,12 0 0 0,-12 24-5 0,12 36-6 0,24-13 1 0,-12-10 0 0,-1-3 0 0,0-10-1 0,2-24 0 0,11-12 0 0,12-23-1 0,-1-13 1 0,24-11-1 0,26 0 1 0,9 9-1 0,-35 4 4 0,-12 10 0 0,-34 24-2 0,-14 12-5 0,-11 0-36 0,0 12-6 0</inkml:trace>
  <inkml:trace contextRef="#ctx0" brushRef="#br0">20960 8608 2 0,'0'-59'18'0,"0"-1"1"0,0 1 5 0,11 11-8 0,-11 48-4 0,-11 107 1 0,-38 71-7 0,25-23-4 0,24-34-1 0,36-39-13 0,1-46-26 0,-26-49-22 0</inkml:trace>
  <inkml:trace contextRef="#ctx0" brushRef="#br0">21017 8430 28 0,'0'0'0'0,"-34"-23"8"0,34-2 2 0,11-11-2 0,1 13-1 0,-1-1-1 0,2 0-1 0,-1 1-2 0,-1-2-2 0,14 13 0 0,21-1 3 0,3 13 0 0,10 13-3 0,-11 35 2 0,-23 23 1 0,-14 25-1 0,-22-14 0 0,-26 2 0 0,-35-24 0 0,13-24-1 0,36-24-1 0,33 11-2 0,62 25-4 0,12 23 2 0,-25 1 2 0,-46-26 1 0,-85-9 3 0,-23-24 2 0,12-13-3 0,47-25-5 0,48 0-45 0,12 15 1 0</inkml:trace>
  <inkml:trace contextRef="#ctx0" brushRef="#br0">21888 8834 7 0,'0'-23'15'0,"0"-25"-2"0,-12 0 1 0,1 0 0 0,-2 14-7 0,-11 9-3 0,-12 25 2 0,-11 0 0 0,-14 36-4 0,14 12 0 0,12 11-1 0,10 12 0 0,14-11-1 0,22-12 1 0,25-35 0 0,12-38-1 0,24-23 0 0,-13-11 1 0,-11 23-1 0,-12 12 0 0,-13 0 0 0,-11 24 2 0,-24 84 5 0,12-25-6 0,36-11-5 0,-12-2-19 0,0-21-28 0,-12-25 29 0</inkml:trace>
  <inkml:trace contextRef="#ctx0" brushRef="#br0">22244 8667 4 0,'0'0'11'0,"0"0"23"0,-23 37-11 0,12-3-15 0,11 16-6 0,34-4-1 0,2-21 0 0,12-38-1 0,0-22 0 0,11-13 0 0,-23 12 0 0,-12 1 0 0,-12-1 1 0,0 13 4 0,-12 23-2 0,0 47 3 0,-24 36-3 0,24 47 0 0,0 25-3 0,12-11 1 0,-12-37 0 0,-48-48 3 0,-95-35 2 0,96-71-4 0,22-61 0 0,61-34-3 0,60-25-4 0,23 60-12 0,-12 84-22 0,-59 10-12 0</inkml:trace>
  <inkml:trace contextRef="#ctx0" brushRef="#br0">22827 8846 20 0,'-23'-12'9'0,"23"-11"3"0,36-13-5 0,12-12-1 0,11 13-4 0,-36-1 0 0,-23 0 2 0,-36 12 6 0,-10 24 1 0,-2 37-4 0,12 10-2 0,36 0-3 0,12 1 1 0,12-24-2 0,12-1 0 0,22-23-3 0,14-23-18 0,1-1-26 0,-39 24 15 0</inkml:trace>
  <inkml:trace contextRef="#ctx0" brushRef="#br0">23351 8478 8 0,'0'0'9'0,"0"-13"11"0,-46 26 3 0,-2 34-12 0,48 24-7 0,60 0-3 0,10 0-1 0,-57 2 16 0,-85-62-11 0,1-22-4 0,11-1-27 0,48 12-45 0</inkml:trace>
  <inkml:trace contextRef="#ctx0" brushRef="#br0">20636 9513 36 0,'-11'0'5'0,"-48"-13"-1"0,47 2 15 0,58-12-13 0,51-14 3 0,69 3-2 0,61 21-2 0,11 1-4 0,143 0 1 0,-107-1-1 0,47 13 2 0,36-10 0 0,-59-14-1 0,-72 12-4 0,-71-24 3 0,-59 13 3 0,-25-2 0 0,-23 25-2 0,-25 0-2 0,-11 0-1 0,-24 12-15 0,-72 1-27 0,14-2-5 0</inkml:trace>
  <inkml:trace contextRef="#ctx0" brushRef="#br0">20590 9550 25 0,'0'0'7'0,"0"-13"-5"0,0 13 7 0,23 0-3 0,25-12 2 0,23 0-3 0,25-1 1 0,23 2 0 0,12-1 0 0,35 1-1 0,1-13-3 0,35 11 1 0,1-10-1 0,10 12 1 0,-21-2-1 0,10-11 1 0,-11 11-2 0,-12 3-1 0,-13 10-1 0,1-11-2 0,-36 11 2 0,-24 0 1 0,-13 0 0 0,-9 0 0 0,-38-13 1 0,2 13 2 0,-38 0 1 0,-11-12 0 0,0 12-3 0,-11 0-2 0,-14 0-28 0,1 0-42 0</inkml:trace>
  <inkml:trace contextRef="#ctx0" brushRef="#br0">20732 10168 20 0,'0'0'0'0,"0"-11"20"0,0-14-1 0,13 25 0 0,-13 12-1 0,-13 35-4 0,-11 24-6 0,13-34-5 0,11-1-1 0,0-13 0 0,0 2 0 0,0-14-2 0,0-11-24 0,11-11-70 0</inkml:trace>
  <inkml:trace contextRef="#ctx0" brushRef="#br0">20732 9906 36 0,'-60'-25'13'0,"13"25"-6"0,-12 13 7 0,-14 35-3 0,3 12 2 0,10 11-8 0,24 13-1 0,25 21-1 0,22-9 0 0,37-12 1 0,-12-13-1 0,23-23-1 0,25 0-2 0,-13-25 1 0,-60-23 0 0,14 0-2 0,59 0 3 0,11-23-1 0,-24-14 0 0,-22-22 1 0,-3-12-1 0,1-13 0 0,-34 1 0 0,-37-24 1 0,-12 25 1 0,-23 21 0 0,11 1 0 0,12 26-3 0,-95 21-3 0,24 72-29 0,24 13-59 0</inkml:trace>
  <inkml:trace contextRef="#ctx0" brushRef="#br0">21792 10049 6 0,'0'0'4'0,"12"-47"9"0,12 22 2 0,0 2-4 0,-24 11 3 0,0 12-1 0,0 23 1 0,-12 37-7 0,0 35-2 0,0 1 0 0,0-13-3 0,0-24 0 0,12-11-2 0,24-12 1 0,-12-24-1 0,36-12-8 0,-2-12-9 0,-9-24-18 0,-13 24-5 0</inkml:trace>
  <inkml:trace contextRef="#ctx0" brushRef="#br0">21661 10287 36 0,'0'0'0'0,"-11"-12"7"0,22-24 3 0,73 13-5 0,36-2-4 0,-26 14-17 0,-70 11-24 0</inkml:trace>
  <inkml:trace contextRef="#ctx0" brushRef="#br0">22280 10358 30 0,'0'0'7'0,"0"-12"-5"0,0 1 2 0,12-12 0 0,0 10-3 0,0-24 0 0,-12 26 1 0,-12-12 1 0,-12 11-2 0,1 0 1 0,10-1 4 0,2 13-3 0,-12 0 3 0,-14 25-2 0,1 10-3 0,0 1 0 0,25 12 1 0,11-13-2 0,0 1 1 0,24-12-1 0,-1-12 0 0,1-12 0 0,12-25 0 0,0 2-1 0,-12-1 1 0,-1 0 0 0,-11 13 0 0,0 11 0 0,-12 0 1 0,12 23 3 0,0 13-3 0,0-13-1 0,24 2-2 0,-12-25-7 0,22 0-16 0,-10-12-18 0</inkml:trace>
  <inkml:trace contextRef="#ctx0" brushRef="#br0">22697 9954 16 0,'0'-23'3'0,"0"-2"9"0,0 13 3 0,0 12-4 0,0 24 2 0,-12 35-1 0,0 37-7 0,0-12-2 0,12-25-2 0,0-24 0 0,0-24 0 0,12-11 0 0,-12 0-2 0,24-46-4 0,24 21 3 0,-12 25 0 0,-1 37 1 0,-11 22 0 0,-12-11 2 0,-48-25 2 0,-23-11 0 0,-13-24 0 0,37-11 2 0,23 11-5 0,12 24-7 0,71-12-41 0,-46 11 10 0</inkml:trace>
  <inkml:trace contextRef="#ctx0" brushRef="#br0">23090 9881 27 0,'0'-23'7'0,"0"0"1"0,0 11 17 0,-11 36-11 0,-2 83-3 0,-22 12 0 0,35-1-8 0,0-34-1 0,0-24-4 0,11-49-26 0,-11-11-45 0</inkml:trace>
  <inkml:trace contextRef="#ctx0" brushRef="#br0">23257 10204 19 0,'-12'0'11'0,"12"0"6"0,0 0-8 0,36-13-6 0,0 2-1 0,-2-1-1 0,-9-12 0 0,-25 0 1 0,-12 1 1 0,-1 12 2 0,-21 11 1 0,-2 21 0 0,-12 29-2 0,12 9-1 0,24-13 1 0,36-9-1 0,12-13-2 0,13-12 1 0,-3-12-7 0,1 0-29 0,-10-23-26 0</inkml:trace>
  <inkml:trace contextRef="#ctx0" brushRef="#br0">23686 10073 33 0,'23'-12'3'0,"-11"-13"10"0,-12 25 4 0,-35 0-4 0,-12 25-4 0,34 0-7 0,37 9-2 0,12 14 1 0,-1 23-2 0,-24-23 2 0,-11-23 5 0,-46-14 0 0,-14 1-4 0,0-1-2 0,49-11-24 0,34 0-49 0</inkml:trace>
  <inkml:trace contextRef="#ctx0" brushRef="#br0">24054 10168 30 0,'-23'0'15'0,"-1"-11"4"0,12 11-7 0,48-13-2 0,35 1-3 0,-11 12-5 0,59-12 1 0,-59 12-2 0,-38-13-1 0,-9 13-15 0,-1-10-34 0,-12 10 21 0</inkml:trace>
  <inkml:trace contextRef="#ctx0" brushRef="#br0">24281 9965 23 0,'0'0'8'0,"-12"12"6"0,12 60 15 0,0 23-15 0,-13-11-11 0,2-25-9 0,11-34-46 0,0-25 25 0</inkml:trace>
  <inkml:trace contextRef="#ctx0" brushRef="#br0">23019 10835 44 0,'0'0'4'0,"-13"-12"7"0,13 83 12 0,0 48-12 0,25 13-2 0,-1-48-4 0,-24-38-3 0,0-34 2 0,0-49-2 0,-13-57-4 0,26-49-1 0,-2 36 0 0,13 24 1 0,-1 24-7 0,38 22 5 0,-14 26 3 0,-23 46 5 0,-12 37 10 0,-36-26-9 0,-24-9-3 0,12-24-18 0,13-13-43 0,23 0 22 0</inkml:trace>
  <inkml:trace contextRef="#ctx0" brushRef="#br0">23507 10751 37 0,'12'-24'12'0,"24"1"-8"0,11 23 8 0,1 35-4 0,-25 13 4 0,-10-12-8 0,-13-11-3 0,12 33 0 0,-24-22 0 0,-12-12 1 0,-12-12-2 0,0-24-2 0,12-12-4 0,36-12-2 0,36-1 0 0,12 16 3 0,11-16 4 0,1 13 1 0,-13 1 2 0,-36-2 5 0,2 25-1 0,-14 12 1 0,-11 24 2 0,-11 25-6 0,11-3-4 0,0-11-18 0,-12-22-33 0,12-25 30 0</inkml:trace>
  <inkml:trace contextRef="#ctx0" brushRef="#br0">23971 10656 34 0,'0'0'0'0,"13"-13"7"0,-2 13-13 0,-11 0-27 0</inkml:trace>
  <inkml:trace contextRef="#ctx0" brushRef="#br0">24210 10787 29 0,'0'-12'21'0,"0"1"-1"0,-11 22-9 0,-2 37-6 0,13-12-4 0,24 11 1 0,-1-23-1 0,25-24 0 0,-24-24 1 0,-12-34-1 0,-24-3-1 0,-12 13 0 0,-12 25 3 0,-10 23-4 0,9 35-12 0,13 12-15 0,36-10-23 0</inkml:trace>
  <inkml:trace contextRef="#ctx0" brushRef="#br0">24448 10727 44 0,'0'0'0'0,"0"-23"15"0,12 12 8 0,23 11-14 0,1 46-5 0,-23 2 1 0,-13 0-2 0,0-14-1 0,0-21 0 0,0-26 2 0,-13-21-2 0,37-26-4 0,35 24 1 0,13 13 1 0,-24 11 3 0,-25 1 1 0,-23 11 0 0,-13 0-4 0,-9 0-15 0,22 23-54 0,12-23 38 0</inkml:trace>
  <inkml:trace contextRef="#ctx0" brushRef="#br0">2918 15812 12 0,'-12'-36'10'0,"12"-23"6"0,12-1-2 0,0-1 2 0,-12 38 4 0,12 59-2 0,-12 72-4 0,0 47-8 0,12-37 0 0,0-47-1 0,-12-59-1 0,0-35 4 0,0-73-7 0,0-46-2 0,0-1 1 0,10 36-1 0,3 47 0 0,10 36 0 0,13 24-1 0,13 84 3 0,-14 46 0 0,1-34-2 0,-24-37 4 0,-1-47 1 0,25-71 0 0,12-72-6 0,11 12 2 0,-23 71-2 0,-13 71 2 0,2 61 1 0,-13 11 0 0,0-11-4 0,0 23-31 0,12-36-25 0,-2-60 10 0</inkml:trace>
  <inkml:trace contextRef="#ctx0" brushRef="#br0">3668 15883 23 0,'0'0'0'0,"24"0"19"0,12-24-10 0,23-23-7 0,-11-14 3 0,-23 2 8 0,-50 36 2 0,-23 0 0 0,1 34-2 0,11 24-6 0,24 24-4 0,12 12-1 0,23-10-1 0,25-13-1 0,36-25-22 0,11-23-36 0,-59-11 18 0</inkml:trace>
  <inkml:trace contextRef="#ctx0" brushRef="#br0">4275 15740 25 0,'0'-12'9'0,"0"-24"11"0,-11 1-3 0,-14-1 1 0,2 36 0 0,-37 25-6 0,25 46-6 0,-13 0-5 0,35 0-1 0,13-35 1 0,49-25 0 0,-26-11 0 0,37-34-1 0,-24-16 0 0,-12 4 0 0,-12 21 0 0,-1 2 1 0,-11 23 2 0,0 0-4 0,0 36 3 0,0 0-1 0,0-1 0 0,23 2-1 0,14-26 0 0,-1 1 1 0,11-24 0 0,1-36 0 0,-12 25-1 0,-1-1 0 0,-11 12 0 0,-1 36 0 0,-10-2 1 0,-13-9 0 0,12-13 2 0,47-59-1 0,-11 23-3 0,-12 60 1 0,-23 34 1 0,8-21-1 0,28-24-21 0,11-63-89 0</inkml:trace>
  <inkml:trace contextRef="#ctx0" brushRef="#br0">5514 15288 49 0,'24'-60'7'0,"-24"60"26"0,-60 95-2 0,-36 120-15 0,24 47-13 0,97-60 0 0,47-59-2 0,23-95 0 0,-24-48-1 0,-35-12-18 0,-36 0-95 0</inkml:trace>
  <inkml:trace contextRef="#ctx0" brushRef="#br0">5919 15407 38 0,'0'-37'23'0,"23"14"3"0,14 35-6 0,33 83-6 0,14 13-8 0,-12-13-6 0,-37-24 1 0,-24-35-21 0,2-24-15 0,-1-84-34 0</inkml:trace>
  <inkml:trace contextRef="#ctx0" brushRef="#br0">6251 15288 41 0,'0'0'32'0,"-36"59"4"0,-10 48-16 0,-26 24-10 0,1-24-5 0,24-48-5 0,34-22-4 0,13-25-45 0,36-24-32 0</inkml:trace>
  <inkml:trace contextRef="#ctx0" brushRef="#br0">6586 15596 38 0,'0'0'12'0,"0"-11"12"0,0 35 9 0,-13 47-16 0,26 25-6 0,-13-13-4 0,12-36-2 0,-12-34 1 0,0-13 0 0,0-13-5 0,0-10-36 0,11 12-84 0</inkml:trace>
  <inkml:trace contextRef="#ctx0" brushRef="#br0">7050 15740 38 0,'0'-12'7'0,"12"-24"16"0,12 36 3 0,-11 84-7 0,-13 23-6 0,-37-13 0 0,-11-33-3 0,13-38-6 0,10-23-4 0,25 0-36 0,36-47-70 0</inkml:trace>
  <inkml:trace contextRef="#ctx0" brushRef="#br0">7478 15395 7 0,'0'-25'23'0,"0"2"0"0,13-1-2 0,-13 24-4 0,35 13-5 0,13 34-7 0,12 1-3 0,-1-1 0 0,-11-34 0 0,-13-26 1 0,-22-24-1 0,-2-9-1 0,-11-2 0 0,0 0 0 0,0 48 0 0,0 48 3 0,-24 59 1 0,0 24-3 0,13-36 0 0,-1-24-3 0,12-46-20 0,23-25-48 0,-23-12 36 0</inkml:trace>
  <inkml:trace contextRef="#ctx0" brushRef="#br0">8038 15491 38 0,'0'0'0'0,"0"-25"36"0,12 25-12 0,35-12-16 0,2-1-7 0,22 3-5 0,-35 10-25 0,-24 10-37 0</inkml:trace>
  <inkml:trace contextRef="#ctx0" brushRef="#br0">8025 15633 29 0,'-21'0'16'0,"8"0"16"0,13 0-9 0,47-12-9 0,12 0-11 0,12-1-2 0,1 2-20 0,-47 11-9 0,22-12-37 0</inkml:trace>
  <inkml:trace contextRef="#ctx0" brushRef="#br0">8539 15288 42 0,'0'0'0'0,"0"0"46"0,-12 48-16 0,0 47-18 0,0-1-8 0,24-34-1 0,-12-36-7 0,24-12-40 0,-14-24-38 0</inkml:trace>
  <inkml:trace contextRef="#ctx0" brushRef="#br0">8728 15050 37 0,'0'0'7'0,"36"0"6"0,12 83 5 0,0 95-5 0,-24 13-6 0,-48-24 2 0,-36-60 5 0,24-61-1 0,13-9-8 0,10-24-4 0,13-13-9 0,0 0-34 0,0-25-36 0</inkml:trace>
  <inkml:trace contextRef="#ctx0" brushRef="#br0">10206 15370 32 0,'0'-11'6'0,"12"-49"12"0,11 37 3 0,-11 35-4 0,12 70-3 0,24 26-9 0,11-24-1 0,-23-61 4 0,0-46 2 0,-12-61-4 0,-13-35-4 0,13 36-1 0,-1 47-4 0,13 24-42 0,12 49-42 0</inkml:trace>
  <inkml:trace contextRef="#ctx0" brushRef="#br0">11075 15407 18 0,'0'0'5'0,"-13"-60"14"0,2 12-3 0,-12 14 2 0,-1 21-2 0,-12 26-6 0,-13 33-4 0,13 26-2 0,2-14-3 0,34-21 0 0,24-24 1 0,11-13 0 0,1-25 0 0,0-22-1 0,-1 23-1 0,-11-1 5 0,-12 14 0 0,-1 11-3 0,-11 0-1 0,13 11 0 0,10 2-1 0,-10 11 0 0,-13 10-1 0,0 16-10 0,12-16-16 0,11 3-7 0,13-49-3 0,-24 0 16 0</inkml:trace>
  <inkml:trace contextRef="#ctx0" brushRef="#br0">11266 15419 10 0,'0'-12'6'0,"11"0"4"0,1-24 29 0,24 24-13 0,0 60-13 0,-12-2-10 0,-13 4 0 0,-11-50 4 0,11-25 2 0,25-46-3 0,0 12-4 0,12 34 0 0,-24 13 0 0,0 1-14 0,-11 11-51 0,-13 11 9 0</inkml:trace>
  <inkml:trace contextRef="#ctx0" brushRef="#br0">9539 15491 37 0,'-24'-13'30'0,"-1"1"7"0,14-13-14 0,35 25-16 0,70 0-3 0,38 0-4 0,-36 0-1 0,-61 0 1 0,-35 0 1 0,0-10-26 0,-12-2-74 0</inkml:trace>
  <inkml:trace contextRef="#ctx0" brushRef="#br0">6049 16657 31 0,'13'-48'20'0,"22"13"7"0,1 35-8 0,36 71-4 0,10 48-12 0,2-12-3 0,-25-35-8 0,-11-50-31 0,-36-44-27 0</inkml:trace>
  <inkml:trace contextRef="#ctx0" brushRef="#br0">6466 16502 30 0,'-23'-12'29'0,"-13"60"3"0,-24 48-12 0,0 22-13 0,13-10-5 0,22-25-6 0,15-24-32 0,33-35-42 0</inkml:trace>
  <inkml:trace contextRef="#ctx0" brushRef="#br0">6739 16764 38 0,'0'0'17'0,"0"36"23"0,0 58-21 0,-10 14-11 0,10-36-5 0,23-37-2 0,-11-24-10 0,-12-22-48 0,11-12-1 0</inkml:trace>
  <inkml:trace contextRef="#ctx0" brushRef="#br0">7312 16965 12 0,'0'-10'4'0,"12"-14"15"0,-1 12 9 0,25 48 0 0,0 58-13 0,-24-23-8 0,-48 25-2 0,-12-71-3 0,12-14-11 0,36-35-57 0,25 12 24 0</inkml:trace>
  <inkml:trace contextRef="#ctx0" brushRef="#br0">7693 16609 14 0,'0'-12'8'0,"-13"-11"8"0,13-1 5 0,13 12-10 0,23 36 0 0,-36-24-9 0,47 72 5 0,13-13-6 0,-1-36 0 0,-23-23 2 0,0-48-1 0,-12-11-1 0,-11-12 1 0,-2 23-1 0,-11 37 1 0,0 45 5 0,-24 74-1 0,12 10-3 0,0-22-1 0,0-37-2 0,12-59 0 0,0 13-3 0,36 11-79 0,-36-24 52 0</inkml:trace>
  <inkml:trace contextRef="#ctx0" brushRef="#br0">8253 16716 33 0,'0'-23'23'0,"12"11"7"0,23-1-20 0,25 2-7 0,11-1-2 0,-11 12-20 0,-36 12-33 0,-12-12 24 0</inkml:trace>
  <inkml:trace contextRef="#ctx0" brushRef="#br0">8324 16835 13 0,'0'12'8'0,"-48"1"16"0,37-2 1 0,11-11-6 0,35-11-7 0,48-2-7 0,13-22-4 0,10 23-30 0,-21-12-43 0</inkml:trace>
  <inkml:trace contextRef="#ctx0" brushRef="#br0">8943 16621 37 0,'0'-12'25'0,"-11"37"4"0,-12 34-17 0,10 0-7 0,37-22-2 0,22-3-2 0,27-22 1 0,-26-12-1 0,1-23 1 0,-12-25-1 0,-13-23 4 0,-23 35-2 0,0 0 3 0,-59-72 7 0,11 61-8 0,1 35-5 0,11 24 0 0,-24 60-22 0,13 35-53 0,35-84 34 0</inkml:trace>
  <inkml:trace contextRef="#ctx0" brushRef="#br0">6300 17656 11 0,'0'-11'7'0,"12"-25"12"0,0 36 2 0,22 47-14 0,15 37-9 0,10-13-3 0,-11-34-24 0,-23-14 0 0</inkml:trace>
  <inkml:trace contextRef="#ctx0" brushRef="#br0">6514 17551 25 0,'0'0'0'0,"-12"0"27"0,-24 34-5 0,-11 50-20 0,11 11-6 0,11-23-20 0,38-26-24 0</inkml:trace>
  <inkml:trace contextRef="#ctx0" brushRef="#br0">6764 17717 18 0,'0'0'0'0,"24"-36"12"0,-1 36 0 0,37 12-5 0,-13 35-2 0,-22 13-2 0,-25-1 0 0,-25 1 5 0,-33 11-2 0,-2-24 2 0,24-22-4 0,24-25 0 0,60 0-1 0,36-36-1 0,-1 13-7 0,-48 10-42 0,-23 13 4 0</inkml:trace>
  <inkml:trace contextRef="#ctx0" brushRef="#br0">7467 17705 11 0,'0'0'15'0,"0"0"7"0,24-12-10 0,22 12-10 0,39-12-23 0,-14 0-20 0</inkml:trace>
  <inkml:trace contextRef="#ctx0" brushRef="#br0">7514 17777 6 0,'0'0'4'0,"0"0"-3"0,23 11 1 0,26-11-5 0,-25 0-7 0</inkml:trace>
  <inkml:trace contextRef="#ctx0" brushRef="#br0">7622 17681 23 0,'0'-12'15'0,"-12"-1"18"0,24 13-15 0,10 84-9 0,-9 12-9 0,-48 0-7 0,-25-14-31 0,24-46-15 0</inkml:trace>
  <inkml:trace contextRef="#ctx0" brushRef="#br0">8086 17383 40 0,'0'-12'5'0,"11"48"34"0,14 47-35 0,10-35 4 0,12-12-6 0,2-25 2 0,34-82-11 0,-36-24 13 0,-34 47 3 0,-13 60-1 0,-36 83-8 0,12-22 9 0,24-62-11 0,-36 96-5 0,24-12-10 0,12-48-59 0,12-34 51 0</inkml:trace>
  <inkml:trace contextRef="#ctx0" brushRef="#br0">8681 17574 45 0,'0'-12'18'0,"0"1"-2"0,0 11-9 0,36 0-9 0,71 0-24 0,-35-13-19 0,-59 13 32 0</inkml:trace>
  <inkml:trace contextRef="#ctx0" brushRef="#br0">8681 17693 10 0,'0'0'4'0,"-60"24"20"0,24-1 6 0,36-23-10 0,13 0-7 0,59-13-6 0,22-21-3 0,14-3-5 0,-25 14-35 0,-35-1-15 0,-24 24 29 0</inkml:trace>
  <inkml:trace contextRef="#ctx0" brushRef="#br0">9158 17455 27 0,'0'0'29'0,"0"59"2"0,0 1-6 0,-13 22-25 0,-10 2-10 0,10-36-68 0,2-48 56 0</inkml:trace>
  <inkml:trace contextRef="#ctx0" brushRef="#br0">10991 17252 45 0,'13'-11'4'0,"58"22"16"0,24 73-9 0,-11 23-13 0,-25-36-4 0,-23-34-39 0,-24-26 18 0</inkml:trace>
  <inkml:trace contextRef="#ctx0" brushRef="#br0">11325 17275 40 0,'-12'0'11'0,"-35"25"20"0,-1 46-18 0,-12 25-14 0,25-37 0 0,23 0-53 0,24-35 15 0</inkml:trace>
  <inkml:trace contextRef="#ctx0" brushRef="#br0">11527 17383 17 0,'12'-37'17'0,"24"15"7"0,0 22-9 0,11 0-5 0,-23 22-5 0,-12 39-2 0,-24-13 3 0,-35-2 0 0,11-33 11 0,12 11-13 0,12-11-1 0,12-2 0 0,0 1 0 0,0-12 2 0,36 0-1 0,35-12-2 0,-11-12-3 0,-12 12-35 0,-25 12-50 0,-23 0 66 0</inkml:trace>
  <inkml:trace contextRef="#ctx0" brushRef="#br0">12039 17562 38 0,'12'0'22'0,"-12"60"20"0,-12-1-25 0,-47 12-17 0,-12-23-24 0,11-12-70 0</inkml:trace>
  <inkml:trace contextRef="#ctx0" brushRef="#br0">12325 17109 30 0,'0'-12'8'0,"0"-11"14"0,23 35 0 0,13 72-13 0,24-2-8 0,0-59 1 0,11-57 3 0,13-62 1 0,-37 25-1 0,-47 35 11 0,-35 95-13 0,-13 72-3 0,24-23-2 0,24-48-18 0,48-13-59 0,-36-35 54 0</inkml:trace>
  <inkml:trace contextRef="#ctx0" brushRef="#br0">12968 17204 66 0,'12'-23'7'0,"36"23"-1"0,11 0-7 0,37 0-34 0,-62 0-5 0</inkml:trace>
  <inkml:trace contextRef="#ctx0" brushRef="#br0">13004 17359 49 0,'0'0'0'0,"-36"12"23"0,36-12-9 0,72 0-13 0,71-47-24 0,23-13 3 0,-23-11 8 0,-71 48 26 0,-72 10 21 0,0 60-14 0,-24 24-17 0,72-34-1 0,71-49 3 0,-13-60 3 0,-93-11 1 0,-98 47-10 0,-68 47-59 0,81 14-12 0</inkml:trace>
  <inkml:trace contextRef="#ctx0" brushRef="#br0">8396 14978 10 0,'0'-12'24'0,"0"12"-6"0,0 12 0 0,12 48-6 0,11-13-5 0,13-35 4 0,24-49-6 0,34-34-2 0,2 0 0 0,-13 12 3 0,-35 34-2 0,-12 2-1 0,-36 23-1 0,0 0-9 0,0 36-28 0,-12 1-32 0</inkml:trace>
  <inkml:trace contextRef="#ctx0" brushRef="#br0">8824 16276 24 0,'0'-12'14'0,"0"1"-2"0,12 11 9 0,0 23-9 0,0 1-3 0,12 11-3 0,1-12-3 0,9-10 0 0,14-37 0 0,24-23-1 0,10-13-1 0,-34 36 2 0,-12 1 3 0,-13-1 0 0,-10 12-5 0,-1 12 0 0,-12 0-24 0,0 0-68 0</inkml:trace>
</inkml:ink>
</file>

<file path=ppt/ink/ink29.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14015 5763 1 0,'0'0'7'0,"-11"0"-1"0,-1-12 4 0,1 1 3 0,-1 11-3 0,12 0-7 0,12 0 4 0,11 0-4 0,13 0-2 0,12 0 1 0,11 0-1 0,-23 0 4 0,-12 11 1 0,-12-11-2 0,12 0-2 0,0 0 2 0,10-11 1 0,-21 11-1 0,-13 0-3 0,12 0 3 0,-1-13-7 0,2 13-11 0,10 0-25 0,-23 0 7 0</inkml:trace>
  <inkml:trace contextRef="#ctx0" brushRef="#br0">14194 5644 16 0,'-11'-12'8'0,"11"12"10"0,0 0 7 0,0-13-15 0,0 13-4 0,0 0-1 0,0 13 9 0,11-13-12 0,14 12-1 0,-14-12 0 0,13 12-1 0,12 11 0 0,0-12 1 0,-12 14 0 0,-12-13 0 0,-1-12 1 0,1 13-3 0,-12-2 2 0,0-11 0 0,0 0 1 0,-23 23-1 0,-13 1 3 0,0 12-3 0,13-25 2 0,-1 14 0 0,0-13-1 0,24-12-1 0,0 13 0 0,-12-13 0 0,12 0-1 0,0 0-11 0,23 11-92 0</inkml:trace>
  <inkml:trace contextRef="#ctx0" brushRef="#br0">14004 6715 20 0,'0'0'16'0,"-23"0"-8"0,23 0 2 0,0 0 10 0,0-12-7 0,0 12-10 0,34 0 1 0,27 0 1 0,-2 0 0 0,13 0 0 0,-25 0-2 0,-23-12-1 0,-12 12 0 0,-1-13 0 0,-11 13-2 0,0 0-6 0,13 0-20 0,10 0-44 0</inkml:trace>
  <inkml:trace contextRef="#ctx0" brushRef="#br0">14278 6584 26 0,'-11'-11'21'0,"-2"11"0"0,13 0-6 0,-11 0-9 0,11 0-2 0,11 11 0 0,2 12-1 0,21 2-2 0,15-13 2 0,-26 22-2 0,-11-21 2 0,-12 11-1 0,0-11 2 0,-12 21-1 0,-11-21 2 0,-13-13-2 0,-24 12-3 0,-36 34-43 0,60-21-20 0</inkml:trace>
  <inkml:trace contextRef="#ctx0" brushRef="#br0">13956 8311 26 0,'-11'0'6'0,"-1"-12"5"0,12 12 2 0,12 0 15 0,35 0-22 0,37 0-1 0,34-13-2 0,-34 13-1 0,-25 0-1 0,-46 0 2 0,-1 0-3 0,-12 0 3 0,11-11-7 0,13-12-26 0,-24 10-26 0</inkml:trace>
  <inkml:trace contextRef="#ctx0" brushRef="#br0">14219 8120 24 0,'0'0'13'0,"-12"-12"14"0,12 12-11 0,12 0 0 0,12 0-11 0,11 0-2 0,1 23-2 0,12 2 2 0,-1-13 0 0,1 1-2 0,-23-2 0 0,-2-1 1 0,-23 3 0 0,0-1 4 0,-23 0 0 0,-26 35-2 0,13-10-1 0,-11-14-1 0,-13 25-14 0,13-1-107 0</inkml:trace>
  <inkml:trace contextRef="#ctx0" brushRef="#br0">13207 10013 19 0,'0'0'0'0,"10"-48"9"0,-10 1-3 0,-22-1 3 0,-50 13 0 0,-34 10-2 0,-26 2-4 0,-11 12-1 0,-24 22-1 0,12 49 0 0,13 11 6 0,12 36 0 0,57 48-1 0,61 23-1 0,84-23-1 0,83-36-3 0,71-35 1 0,60-36-1 0,11-37-1 0,-34-82 2 0,-85-13 0 0,-107-35 0 0,-84-70-1 0,-81-16-1 0,-61 52 4 0,-59 80 3 0,0 62-5 0,35 47-1 0,72 0-4 0,95-1-18 0,36 24-22 0,0-22-3 0</inkml:trace>
  <inkml:trace contextRef="#ctx0" brushRef="#br0">4096 10906 36 0,'-23'-12'8'0,"-26"-23"4"0,15-1 0 0,-62 11 0 0,-35 2-2 0,0 23-5 0,-35 23-5 0,11 48 1 0,35 13 1 0,26 48 3 0,22 33-3 0,59 27-2 0,26-37-2 0,81-24 3 0,229 59 0 0,-133-142 0 0,13-48 2 0,11-59 0 0,-58-25 1 0,-50-35-2 0,-34-48 1 0,-60-47 2 0,-48-35-3 0,-71 34 6 0,-60 95 2 0,-58 74-12 0,-38 46 1 0,25 58-13 0,47 50-46 0,167-85 14 0</inkml:trace>
  <inkml:trace contextRef="#ctx0" brushRef="#br0">16075 13073 53 0,'0'-23'5'0,"-22"10"16"0,44 13-12 0,86 0 1 0,119 13-6 0,47-13 0 0,-36 0-2 0,-72 11-1 0,-82 12 0 0,-72 2 0 0,-84-13-23 0,-11 1-10 0,12-26-14 0</inkml:trace>
  <inkml:trace contextRef="#ctx0" brushRef="#br0">16219 13192 33 0,'-47'-12'19'0,"11"-13"-3"0,11 15 4 0,38-1-11 0,70 11-5 0,84 0-1 0,60 0-2 0,-12-13 0 0,-85 13 1 0,-71 0 0 0,-48 0-1 0,-11 0 1 0,-23 0 0 0,23 0-2 0,0 0 0 0,0 0 1 0,-13 0-1 0,2 13 0 0,11-13 0 0,0 0 1 0,0 21-37 0,0-8-25 0</inkml:trace>
  <inkml:trace contextRef="#ctx0" brushRef="#br0">17851 9881 6 0,'0'0'12'0,"-12"-11"8"0,12-12-3 0,12 11 2 0,0 0-9 0,23 36 0 0,13 23-2 0,35 24-3 0,1 13-1 0,-13-1-2 0,-35 1 0 0,-12-49-1 0,-24 1-3 0,0-24-25 0,-12-12-54 0</inkml:trace>
  <inkml:trace contextRef="#ctx0" brushRef="#br0">18256 9787 42 0,'0'-11'2'0,"-24"-2"11"0,-24 49 20 0,-47 83-17 0,-1 12-7 0,37-12-3 0,10-25-2 0,15-33-2 0,10-49-13 0,24-12-33 0,12-23-16 0</inkml:trace>
  <inkml:trace contextRef="#ctx0" brushRef="#br0">18541 10107 28 0,'0'0'4'0,"0"-10"12"0,0-1 0 0,0 11-10 0,0-13 0 0,0 13-1 0,0-12 2 0,0 12 5 0,0-12-3 0,-12 12-2 0,12 24 3 0,0 60-8 0,0 10 0 0,0 1 0 0,0-24 1 0,12-21-1 0,-12-29 1 0,0-8-1 0,0-13 6 0,12-23-7 0,-12-1-17 0,0 0-39 0,12 11-16 0</inkml:trace>
  <inkml:trace contextRef="#ctx0" brushRef="#br0">19077 9537 34 0,'0'-48'15'0,"0"1"-7"0,12 23 4 0,0 48-2 0,-24 84 5 0,-12 81-3 0,12 37-4 0,24-23-2 0,0-48-3 0,-12-95-1 0,-24 11-1 0,24-58-33 0,-12-26-46 0</inkml:trace>
  <inkml:trace contextRef="#ctx0" brushRef="#br0">19268 9716 52 0,'0'0'0'0,"0"-48"12"0,24 48-2 0,11 24 3 0,13 35-5 0,11 13-6 0,2-25-1 0,-27-23 1 0,-21-37 2 0,10-45-2 0,-11-26-2 0,12 50-1 0,-12 9 1 0,-24 50 3 0,-35 80 4 0,-1 16-2 0,24-3-2 0,0-35 0 0,0-24-7 0,24-34-35 0,12-25-26 0</inkml:trace>
  <inkml:trace contextRef="#ctx0" brushRef="#br0">19792 9870 53 0,'0'-23'19'0,"11"-1"-11"0,49 11 6 0,12 2-11 0,-13 11-2 0,-11 11-4 0,-35 14-17 0,-26-13-44 0</inkml:trace>
  <inkml:trace contextRef="#ctx0" brushRef="#br0">19731 10049 51 0,'-11'0'7'0,"-24"0"16"0,70-13-4 0,37-10-11 0,46 12-3 0,-46-2-4 0,-36 13-14 0,-24 0-43 0,0 0 24 0</inkml:trace>
  <inkml:trace contextRef="#ctx0" brushRef="#br0">20493 9655 64 0,'0'-11'9'0,"0"-1"7"0,-11 35-2 0,-12 2-8 0,-2 11 0 0,14-26-1 0,11-10 3 0,0-21-4 0,11-16-2 0,25 1-2 0,0 0 1 0,0 1-1 0,-12 11 0 0,-12 12 3 0,-12 0-1 0,0 36-3 0,-12 35 2 0,-12 37 0 0,12-1 0 0,12-12-2 0,12-22 4 0,-12-15-3 0,0-21 2 0,-12-14-1 0,0-11 1 0,-24 12-1 0,-12-1 0 0,14-11-1 0,9 13 1 0,13-13-1 0,36 0 0 0,48-13 1 0,11 13-2 0,-25 0 0 0,-22 0 2 0,-11-11 2 0,-25-1 0 0,0 1-2 0,0 11-1 0,0 0-38 0,0 23-21 0,0-23 9 0</inkml:trace>
  <inkml:trace contextRef="#ctx0" brushRef="#br0">2692 14561 33 0,'-25'-108'31'0,"25"85"-14"0,13-12 3 0,34 70-11 0,25 38-3 0,-13 32-3 0,1 16-2 0,-12-39-4 0,-38-22-21 0,3-36-11 0,-13-48-14 0</inkml:trace>
  <inkml:trace contextRef="#ctx0" brushRef="#br0">2966 14490 45 0,'-12'-48'20'0,"12"48"9"0,-36 95-6 0,-12 37-13 0,-23-13-5 0,23-23-3 0,24-50-20 0,60-10-58 0,-36-36 44 0</inkml:trace>
  <inkml:trace contextRef="#ctx0" brushRef="#br0">3406 14729 45 0,'0'0'23'0,"-24"82"8"0,-11 14-11 0,22-25-10 0,13-11-5 0,25-38-4 0,-14-22-30 0,-11-10-68 0</inkml:trace>
  <inkml:trace contextRef="#ctx0" brushRef="#br0">4024 14204 60 0,'-11'-82'10'0,"0"57"0"0,11 73 10 0,11 155 1 0,-11 70-11 0,11-23-5 0,14-71-3 0,-14-85-2 0,25-69-34 0,0-73-63 0</inkml:trace>
  <inkml:trace contextRef="#ctx0" brushRef="#br0">4405 14298 54 0,'-10'-34'17'0,"10"34"-1"0,23 47 5 0,36 49-12 0,14 11-5 0,-14-36-1 0,0-59 1 0,1-48 0 0,-23-47-2 0,-16-13-1 0,-8 49-1 0,-26 47 1 0,-33 95 2 0,-14 49 2 0,13-39-2 0,23 4-3 0,35-38-25 0,49-46-60 0,-48-25 55 0</inkml:trace>
  <inkml:trace contextRef="#ctx0" brushRef="#br0">5001 14585 66 0,'0'-11'13'0,"25"-2"-7"0,10 1 2 0,25 12-7 0,11-12-5 0,1 12-18 0,-48 24-41 0</inkml:trace>
  <inkml:trace contextRef="#ctx0" brushRef="#br0">5097 14716 33 0,'-36'13'22'0,"-11"-2"-3"0,23 1-3 0,12-12-7 0,71-12-5 0,37-24-5 0,59-10-14 0,-1 9-3 0,-35-10 7 0,-59 22 12 0,-36 2 17 0,-36 23 6 0,-24 11-12 0,0 37-6 0,60 0-3 0,24-23 2 0,23-50-1 0,13-34 1 0,-49-12 3 0,-58 21-4 0,-37 27-10 0,1 46-44 0,48-10-38 0</inkml:trace>
  <inkml:trace contextRef="#ctx0" brushRef="#br0">6026 14085 62 0,'48'12'21'0,"-1"118"12"0,-23 62-16 0,-24-37-11 0,-12-25-4 0,-12-34-13 0,-11-25-72 0,35-71 47 0</inkml:trace>
  <inkml:trace contextRef="#ctx0" brushRef="#br0">4073 12918 10 0,'0'0'2'0,"0"11"-3"0,23 26 5 0,-10 10 12 0,10-10 1 0,25 10-5 0,0-23-6 0,22-24 4 0,27-60 7 0,21-11-3 0,-11-1-8 0,-11 12-2 0,-26 13-2 0,-21 10-1 0,-26 37 5 0,-23 0-18 0,0 13-69 0</inkml:trace>
  <inkml:trace contextRef="#ctx0" brushRef="#br0">4121 13216 50 0,'0'-24'4'0,"11"48"-8"0,25 24 2 0,-12-13 4 0,12 1 13 0,11-24 2 0,49-60 0 0,59-59-6 0,47-35-3 0,-35 46-2 0,-48 25-1 0,-72 46-1 0,-23 14-2 0,-36 47-13 0,12-13-79 0</inkml:trace>
  <inkml:trace contextRef="#ctx0" brushRef="#br0">10563 10430 2 0,'-12'0'56'0,"12"0"-54"0,0 0 2 0,0-13-5 0,-13 13 10 0,13 0-1 0,-11-11 4 0,11 11-3 0,-12-12-5 0,12-12 0 0,-13 12 1 0,-9 12-1 0,-2 0-1 0,-1-12 0 0,-11 1 2 0,13 11-4 0,-11 0 0 0,-3 11 0 0,1-11 0 0,0 12-1 0,0 0 0 0,0 1 1 0,2-2-1 0,10 1 0 0,0 12 0 0,-1 13 0 0,14-3-1 0,-14 3 1 0,14 10 0 0,-1-12 0 0,24 13 2 0,-1 0 1 0,14-13-1 0,-1 1 2 0,-1-12 0 0,14 13-1 0,-14-3 1 0,1-22-2 0,-1 0 0 0,25 12 2 0,0-12 0 0,1-1-2 0,-15-11 1 0,14 0-1 0,0-11-1 0,-14-12 0 0,15-2 1 0,-26 0-2 0,2 4 2 0,-2-16-1 0,1 1-4 0,-12 0 3 0,13 1 0 0,-25-1 0 0,0 11-1 0,0-21-1 0,0 10 0 0,-13 0 1 0,1-1-2 0,-12 3 2 0,12 22-1 0,-11-13 0 0,-2 2-1 0,2-1 1 0,10 12-2 0,-10 0 2 0,-1 1-1 0,1 11 1 0,-1-12-2 0,0 12 2 0,-1 12 0 0,2-12 1 0,0 11 0 0,-13-11 1 0,0 12-1 0,12 0 2 0,0-12-2 0,1 13 1 0,-13-2-1 0,0 1 2 0,12-1-1 0,0 2 0 0,1-1-1 0,-1 13 0 0,-1-4 1 0,14 4-1 0,11 0 0 0,-12-2-1 0,12 1 2 0,-13 11 0 0,13-12 1 0,0 2 0 0,0 11 0 0,0-13 0 0,13 1 0 0,-1 0 1 0,-1-1 0 0,2 2-1 0,-1 0 1 0,12-4 1 0,-1 4-1 0,1-13 1 0,0 1-1 0,12-13 1 0,12 0-1 0,-13 0 0 0,1 0-1 0,0-13 1 0,-2 13-1 0,2 0-1 0,0-12 0 0,1 12 1 0,-3-12 0 0,-9-1 0 0,-1 3 0 0,-12-14-1 0,12 12 1 0,-12 0 0 0,-1-24 1 0,-11-12-1 0,-11 25-1 0,11-13-1 0,0 11 0 0,0 14 1 0,0-1 0 0,0 1-1 0,0 11 1 0,0-12 0 0,0 0-1 0,0-1 0 0,0 2 1 0,11-12 0 0,-11 10-1 0,0 1 0 0,0 0-1 0,0-11 0 0,-11 12 0 0,-1-2 0 0,-1 1-1 0,2-13-1 0,-1 14 1 0,-12-12 0 0,-1 10 1 0,3 1-1 0,-2 0 0 0,-1 12 1 0,14 0-1 0,-14-11-1 0,14 11 1 0,-1 11 1 0,-1-11 2 0,3 0-1 0,-1 12 1 0,11-12-1 0,-13 0 2 0,1 0-2 0,12 12 1 0,0-12-1 0,0 0 1 0,0 0-2 0,-12 0-69 0,12 0 28 0</inkml:trace>
  <inkml:trace contextRef="#ctx0" brushRef="#br0">16398 5656 22 0,'0'0'28'0,"-12"0"-22"0,12-12 7 0,0 12-1 0,12 0-7 0,-12 12-18 0,0-12-50 0</inkml:trace>
  <inkml:trace contextRef="#ctx0" brushRef="#br0">16601 6573 26 0,'0'0'0'0,"0"-13"31"0,0 13-12 0,-13 0 1 0,2 0-2 0,-2 0-3 0,2 0-1 0,11 0-11 0,0 0-1 0,0 13-12 0,11-2-82 0,-11 1 60 0</inkml:trace>
  <inkml:trace contextRef="#ctx0" brushRef="#br0">16492 8239 10 0,'0'0'16'0,"-11"0"30"0,11 0-30 0,0 0-7 0,0 0-7 0,0 0 10 0,0 0-9 0,0 0 2 0,0 0 19 0,0-12-28 0,-12 24-59 0,-1-12 20 0</inkml:trace>
  <inkml:trace contextRef="#ctx0" brushRef="#br0">20423 11560 84 0,'-23'-34'6'0,"23"9"12"0,0 2 2 0,0 11-6 0,0 1-5 0,0-2-2 0,0-24-2 0,11 14 0 0,12 0-3 0,2 11 0 0,22-1 0 0,1 13 1 0,-2 0-3 0,-10 25 1 0,-11-2 1 0,-25 0-1 0,11 14 1 0,-11-1-2 0,0 12 1 0,0-1-1 0,0 1 1 0,0-25-1 0,0 14 1 0,-11-3-1 0,-14 3 2 0,-11-3 0 0,2 3-2 0,10-13 1 0,0-12 0 0,-1 11 2 0,-9 2-4 0,9 9 1 0,-9 3 0 0,9-3 2 0,13-21-3 0,0-1 2 0,12 0-1 0,-12 1 0 0,0-13 0 0,-11 0 3 0,23 0-3 0,-13 0 2 0,13-13-3 0,0 1 2 0,0 0 0 0,0-22 0 0,13-3-1 0,-1 13-1 0,11 12 2 0,-11 1-1 0,12 11 1 0,-12-13-1 0,12 13-2 0,-1 13 2 0,2 10 0 0,-2 1 0 0,1 0 1 0,12-11-2 0,-12-2 1 0,0-1 0 0,11 3 1 0,1-1-1 0,-12-24 1 0,12-1-1 0,-12 3 1 0,-1-1-1 0,-12 11 3 0,2-13 3 0,-13 13-2 0,0-12-3 0,0 12-39 0,12 0-100 0</inkml:trace>
  <inkml:trace contextRef="#ctx0" brushRef="#br0">21280 11894 58 0,'0'-12'17'0,"-12"0"-3"0,36-11 19 0,-24 12-11 0,-12 11-3 0,0 11-14 0,0-11 0 0,0 12-2 0,12-1-2 0,0 1 1 0,0-12 0 0,12 0 2 0,12-23-2 0,-24 11 2 0,12 1 2 0,-24 11-2 0,12-13-1 0,0 13-4 0,-12 24 2 0,0-1 0 0,0 1-1 0,24-11 0 0,0-26 3 0,12-11-4 0,-11 1 2 0,-13-1 0 0,0 24 1 0,-13 0-3 0,1 0 4 0,0 13-5 0,0-2 2 0,12 12 0 0,12-11 1 0,0 0-2 0,0-12 4 0,1-35-3 0,-13 12 0 0,0 10 2 0,-13 13-2 0,1 13-1 0,0-13 1 0,12 11-4 0,0 12-24 0,0 1-51 0,0-11 5 0</inkml:trace>
  <inkml:trace contextRef="#ctx0" brushRef="#br0">21852 11442 49 0,'-12'-60'23'0,"12"12"4"0,0 25 13 0,0 23-22 0,-12 71-7 0,-24 25-5 0,36-1-3 0,0-12-3 0,0-35-10 0,0-12-32 0,-12-1-62 0</inkml:trace>
  <inkml:trace contextRef="#ctx0" brushRef="#br0">21613 11978 33 0,'-36'13'38'0,"25"-2"-6"0,35-11-6 0,47-36-7 0,36 11-7 0,24 14-2 0,-47-1-4 0,-48 1-2 0,-13 11-2 0,0 0-8 0,-23 23-25 0,-23 38-39 0,0-40 6 0</inkml:trace>
  <inkml:trace contextRef="#ctx0" brushRef="#br0">21577 12383 72 0,'-11'-11'6'0,"-1"-2"-1"0,35-11 20 0,-10 0-3 0,10 12-2 0,-10 1-7 0,11-2-4 0,23-11-5 0,1 13 0 0,11 11-1 0,-23 23 2 0,-24 25-2 0,-12 0 1 0,-24-14-3 0,-12 3 1 0,24-24-3 0,12 34 2 0,72 24-2 0,-25 0 0 0,-24-23 0 0,-57-25 5 0,-74 2 5 0,25-25 5 0,59 0-13 0,-23 0 7 0,34 0-4 0,26-25-13 0,-2-22-36 0,13 35-104 0</inkml:trace>
</inkml:ink>
</file>

<file path=ppt/ink/ink30.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13956 7453 18 0,'-23'-13'21'0,"12"13"-12"0,-2-10-3 0,13-1 0 0,0 11 3 0,36-13-4 0,47 13-2 0,47-12 2 0,2 12-1 0,11 0-1 0,-24 0-1 0,-25 0 2 0,-45 0-1 0,-26-12 1 0,-23 12-2 0,13 0 0 0,-26 12-36 0,-10 0-19 0</inkml:trace>
  <inkml:trace contextRef="#ctx0" brushRef="#br0">13838 7490 25 0,'-25'-13'17'0,"25"13"-8"0,13-12-2 0,46 0 0 0,37-1 2 0,45 3-1 0,15-1-4 0,-13-2 1 0,-48 1 1 0,-23 0-3 0,-48 12 0 0,-12-13-1 0,-24 26-23 0,12-1-38 0</inkml:trace>
  <inkml:trace contextRef="#ctx0" brushRef="#br0">14337 14097 0 0,'0'0'0'0,"0"0"0"0</inkml:trace>
  <inkml:trace contextRef="#ctx0" brushRef="#br0">1858 8108 26 0,'0'0'6'0,"-24"-24"16"0,12 0-13 0,0 1 10 0,-11-1 7 0,11 24-18 0,-1-12-7 0,13 24-1 0,0-12 3 0,0 0 3 0,0 13 1 0,60-13 2 0,48 0-1 0,33 0-2 0,-9-13-1 0,-36 1 1 0,-37 0-2 0,-35-1 0 0,-24 13-4 0,12 0-13 0,0 25-49 0,13-13-2 0</inkml:trace>
  <inkml:trace contextRef="#ctx0" brushRef="#br0">3108 8202 53 0,'0'-10'24'0,"-11"10"-13"0,33 0 33 0,27 10-41 0,46-20-2 0,1-14 0 0,-13 12 7 0,-35 0-5 0,-25 24-3 0,-11 0-3 0,12 35-35 0,-1-35-36 0</inkml:trace>
  <inkml:trace contextRef="#ctx0" brushRef="#br0">7537 8168 20 0,'0'0'0'0,"-82"0"53"0,46-12-31 0,24 0-12 0,49 12-6 0,56-13-1 0,14-10 0 0,14 12-1 0,-50 11 0 0,-48 11-7 0,-46 37-78 0</inkml:trace>
  <inkml:trace contextRef="#ctx0" brushRef="#br0">8812 8131 99 0,'-23'-23'6'0,"23"23"-8"0,71 23 2 0,35-10-1 0,14-26 7 0,-25 13 2 0,-58 0-6 0,-14 25-6 0,-12-13-23 0,14 1-46 0</inkml:trace>
  <inkml:trace contextRef="#ctx0" brushRef="#br0">10206 8370 81 0,'-49'-13'7'0,"2"2"-1"0,60 11-6 0,82 0-1 0,25-12 5 0,-14-11 6 0,-59 11 5 0,-47 12-8 0,-11 12-16 0,-13 11-80 0</inkml:trace>
  <inkml:trace contextRef="#ctx0" brushRef="#br0">13217 13764 32 0,'-10'-12'37'0,"10"12"-8"0,10-11-2 0,-10-2-14 0,13 13-7 0,23 0 1 0,23 0-2 0,-11 0-2 0,-12 0-2 0,-24 0-12 0,-24 0-40 0,-1-24 37 0,-10 0 9 0,-25 12 6 0,37-11 11 0,11 11 4 0,24 12-2 0,11 24 1 0,1 10-5 0,-24 3-5 0,-12-13-1 0,-36-12-4 0,-11 11-54 0,34-23-11 0</inkml:trace>
  <inkml:trace contextRef="#ctx0" brushRef="#br0">1345 6632 22 0,'0'0'24'0,"0"0"-4"0,0 12-12 0,0-12-3 0,13 0 3 0,23-12 5 0,-13 12-5 0,1 0-4 0,0 0-2 0,0 12-1 0,13-12 1 0,9 0 4 0,1 0-1 0,2 13-3 0,-14-13 1 0,13 11 0 0,11-11-1 0,13 0 0 0,-1 0 1 0,-11 0-2 0,11 10 1 0,1 3-1 0,-1-13 1 0,1 0-1 0,-13 0-1 0,14 0 0 0,-16 0 2 0,16 12-2 0,-14 0 2 0,13-12-2 0,10 13 2 0,2-2-1 0,-12-11 1 0,10 0 1 0,3 0 0 0,9 12-3 0,-22-1 2 0,-12-11-2 0,-1 0 2 0,-11 13-1 0,22-13 0 0,-9 0-1 0,10 0 1 0,-11 12-1 0,-12 0 1 0,-1-12 0 0,1 0-1 0,-2-12-1 0,15 12 1 0,10 0 1 0,37-25 1 0,23 2 0 0,0-1-2 0,12 12 0 0,-49 12 0 0,-10 0 0 0,11 0 0 0,13 0 0 0,-1 0 1 0,-11 12 0 0,-14-12-1 0,26 0-1 0,-13 13 1 0,-12-2 0 0,-11 1 1 0,-25-12 1 0,-23 0 1 0,0 0-1 0,1 0-1 0,9 0 4 0,-11-12-1 0,-10 1-1 0,-13 11-2 0,0 0-45 0,0 11-60 0</inkml:trace>
  <inkml:trace contextRef="#ctx0" brushRef="#br0">19161 14038 86 0,'-24'-12'12'0,"12"47"5"0,12-11 0 0,36-12 1 0,35-60 0 0,36-23-9 0,-24 23-6 0,-10 25-46 0,-62 12-36 0</inkml:trace>
  <inkml:trace contextRef="#ctx0" brushRef="#br0">17684 14168 60 0,'0'-12'23'0,"0"1"1"0,0 11-10 0,0 0 0 0,12 11 0 0,0 1-1 0,1 0-10 0,-2 24-1 0,12 0-1 0,-11-11 1 0,-1-14 1 0,2-11 3 0,-1 0 0 0,12-24-3 0,24-13-2 0,23-22 0 0,24 13-2 0,-11-4 2 0,-13 16 1 0,-47 22-2 0,-12 0 1 0,-12-1 0 0,12 2-3 0,0 11-34 0,-2 0-71 0</inkml:trace>
  <inkml:trace contextRef="#ctx0" brushRef="#br0">13516 14288 60 0,'0'-11'13'0,"0"11"-10"0,0-13 11 0,0 13 15 0,12 13-16 0,0 8-3 0,0 29-3 0,13-16-3 0,-14-21 2 0,12-13 0 0,13-36-3 0,12-12-1 0,23-11-1 0,48-25 0 0,11 13-1 0,-57 23 3 0,-49 25 1 0,-24 11 1 0,0 12-6 0,0 12-20 0,35 11-56 0,-11-11 26 0</inkml:trace>
  <inkml:trace contextRef="#ctx0" brushRef="#br0">20863 14168 49 0,'-23'-35'29'0,"23"24"-13"0,23-2 0 0,1 49 3 0,0 12-10 0,12-25-2 0,11-12-2 0,108-93-1 0,-48 22 1 0,1 1 5 0,-49 11-3 0,-35 24 1 0,-24 24-5 0,0 0-8 0,12 13-26 0,12 10-72 0,-12-12 68 0</inkml:trace>
  <inkml:trace contextRef="#ctx0" brushRef="#br0">22101 14133 21 0,'0'-11'4'0,"0"11"0"0,13 0 6 0,-13 0 3 0,12 0-1 0,-12 0 0 0,0 11-7 0,24 24-4 0,-13-10 0 0,13-14 0 0,-24 1 1 0,12-1 0 0,-12-11 0 0,13 0 2 0,-2-11-5 0,25-12 1 0,-1 10 1 0,13-11-1 0,12-10 0 0,11-3 0 0,0 1 0 0,-11 1 5 0,-24 11 1 0,-24 1-1 0,-1 10 0 0,-11 13-2 0,0 0-7 0,12 24-59 0,-12-24 24 0</inkml:trace>
  <inkml:trace contextRef="#ctx0" brushRef="#br0">17946 14585 62 0,'0'-11'15'0,"11"-2"8"0,2 1-5 0,-13 37-8 0,12 9-2 0,-12 16-5 0,11-16-3 0,-11 14-42 0,0-12-35 0</inkml:trace>
  <inkml:trace contextRef="#ctx0" brushRef="#br0">19588 14490 77 0,'0'-12'16'0,"-11"0"4"0,22 36-7 0,-11 35-4 0,13 13-6 0,-13-24-20 0,12-13-80 0</inkml:trace>
  <inkml:trace contextRef="#ctx0" brushRef="#br0">21280 14490 73 0,'0'-12'9'0,"-12"-13"15"0,24 38-12 0,-12 24 4 0,12 21-9 0,-12 2-5 0,24-12-31 0,-1-13-62 0</inkml:trace>
  <inkml:trace contextRef="#ctx0" brushRef="#br0">22316 14549 43 0,'0'-23'30'0,"-12"-13"8"0,12 24-9 0,0 12-25 0,12 59-3 0,0 37-25 0,0-25-77 0</inkml:trace>
  <inkml:trace contextRef="#ctx0" brushRef="#br0">13349 5690 1 0,'0'-11'3'0,"24"-24"-7"0</inkml:trace>
  <inkml:trace contextRef="#ctx0" brushRef="#br0">13409 5596 6 0,'12'-11'9'0,"12"-49"14"0,-24-12-5 0,0 24 2 0,12 13-7 0,-12 24-6 0,0 45-3 0,0 50 5 0,11 24-3 0,1-3-2 0,12-44-3 0,-24-26 1 0,0 1-8 0,-12-24-47 0,0-1 7 0</inkml:trace>
  <inkml:trace contextRef="#ctx0" brushRef="#br0">13302 5727 30 0,'0'-12'4'0,"-13"-13"9"0,38 14-1 0,10-1 15 0,-11 24-11 0,24 36-8 0,-12-12-5 0,-1-1 1 0,1-11-3 0,-12-12-23 0,-12-12-57 0</inkml:trace>
  <inkml:trace contextRef="#ctx0" brushRef="#br0">13730 5632 60 0,'-23'-13'21'0,"-14"50"-12"0,14 10-6 0,-13 1 0 0,-11-13-1 0,-13 24-72 0</inkml:trace>
  <inkml:trace contextRef="#ctx0" brushRef="#br0">18577 4191 7 0,'-12'-12'12'0,"24"-1"2"0,-12 13 4 0,0 0 2 0,0 25-10 0,12 23 0 0,-12 23-5 0,0-10 1 0,0-15-1 0,12 2-2 0,13-24-1 0,-25-24 0 0,0 0 1 0,11-13-2 0,-11-10 0 0,0-13-1 0,12 1 0 0,11-13-1 0,-23 1 1 0,0-1 0 0,-12 12 0 0,12-12 1 0,0 1-1 0,0 0 0 0,12 10 0 0,-12 3-2 0,11 21 2 0,14 1-1 0,11 0 2 0,0 12-2 0,-1 37 0 0,1 9 0 0,-12-10 1 0,-1 0 1 0,-34-1 2 0,-1-12-1 0,-24-10-1 0,-23 11 0 0,11-24 0 0,-1 13-4 0,3-2-22 0,22 1-36 0,24-12 33 0</inkml:trace>
  <inkml:trace contextRef="#ctx0" brushRef="#br0">19292 3810 44 0,'-12'-25'23'0,"-12"25"-15"0,11 0 10 0,-10 13-9 0,-26 35 3 0,3 59-2 0,10 35-3 0,12-10-4 0,36-38-2 0,36 2 0 0,11-48 0 0,-11-12 1 0,-24-36 0 0,0-12 0 0,-12-12-16 0,-1 12-31 0,-11-12-23 0</inkml:trace>
  <inkml:trace contextRef="#ctx0" brushRef="#br0">19577 3929 38 0,'0'0'0'0,"-35"-12"34"0,22 12-13 0,2 0-3 0,-12 0-3 0,-26 48-8 0,25 23-5 0,1 13-1 0,10 12 1 0,2-38-1 0,11-11 0 0,36-22 0 0,11-13-2 0,1 1 2 0,-12-38-3 0,-24 13 2 0,-1-12 1 0,-11 1 0 0,-11-2 2 0,-14 13 1 0,2 12-2 0,-13 24-1 0,12-11-1 0,12-2-9 0,12 1-26 0,12-1-61 0</inkml:trace>
  <inkml:trace contextRef="#ctx0" brushRef="#br0">19803 4084 53 0,'-11'-12'14'0,"-14"12"-10"0,25 12 13 0,0-1-3 0,-11 26-7 0,11-3-2 0,11 16-1 0,2-4-2 0,-1-21-1 0,36-14 0 0,-1-11 0 0,1-11-3 0,-13-14 2 0,-11 2 0 0,-12 0 0 0,0-14 0 0,0 1 2 0,-12 13-2 0,-24-13 0 0,0 0 1 0,12 12-2 0,0 1 1 0,-11 12 1 0,11-2 3 0,-12 13 0 0,-12 0-1 0,0 13 1 0,-11-13-3 0,11 11-1 0,23 24-1 0,13 13-20 0,0 23-78 0</inkml:trace>
  <inkml:trace contextRef="#ctx0" brushRef="#br0">20268 3655 38 0,'0'0'0'0,"-13"-12"8"0,13-1-2 0,0 13 10 0,0 13 13 0,0-1-22 0,0 13-1 0,0 22-3 0,0 11 1 0,0 26 1 0,-11 12-2 0,11 34 1 0,0 2 1 0,0-13 2 0,0-36-2 0,-12-11-1 0,12-49-2 0,-13-11 0 0,13-12 0 0,0-12-20 0,0-11-31 0,0 11-20 0</inkml:trace>
  <inkml:trace contextRef="#ctx0" brushRef="#br0">20542 3881 25 0,'0'0'8'0,"0"-12"17"0,0 12-6 0,12 0-7 0,0 24-10 0,12 12 4 0,-1 12-1 0,-11-14-1 0,24-21-2 0,-12-13-1 0,23-13-4 0,-34-8 0 0,-2-16 2 0,1 1 1 0,-12-12 0 0,11 14 0 0,-11 9 0 0,0 25 3 0,-23 36 7 0,-12 58 0 0,22 14-4 0,13-13-4 0,0-35 0 0,-11-24-5 0,11-13-52 0,0-23-1 0</inkml:trace>
  <inkml:trace contextRef="#ctx0" brushRef="#br0">20875 4108 56 0,'0'0'0'0,"-24"0"21"0,36 0-13 0,24 0 1 0,0-13-4 0,12 2-3 0,-25-25-1 0,1-1 0 0,-24 16 1 0,-13-4 4 0,-10 13-4 0,0 24 0 0,-13 0 3 0,0 35 3 0,12 1-1 0,12-12 0 0,12-1-4 0,36 1-2 0,12-24 0 0,-1-12-1 0,-11-12-17 0,12-12-37 0,-36 12-7 0</inkml:trace>
  <inkml:trace contextRef="#ctx0" brushRef="#br0">21339 3940 55 0,'0'0'0'0,"-11"-23"12"0,11 12 0 0,11-2 11 0,-11 13-6 0,-11-12-9 0,-12 24-6 0,-26 1-1 0,14-2 0 0,-1 12 0 0,36 2-1 0,11-13 1 0,37 12-1 0,0-1 1 0,-1 1-2 0,-22 0 1 0,-14-12 1 0,-22-12 8 0,-14 11 0 0,-9-11-1 0,-3 0-3 0,25-11-4 0,12 11-16 0,12 0-27 0,0 0-61 0</inkml:trace>
  <inkml:trace contextRef="#ctx0" brushRef="#br0">21518 3548 47 0,'0'0'0'0,"12"-12"12"0,24 72-5 0,11 35 13 0,-34 24 8 0,-2 24-12 0,-11-12-10 0,-24-24 1 0,-12-36 1 0,0-35 2 0,-10-13-5 0,22-23-2 0,0-11-10 0,24-12-46 0,0 10-24 0</inkml:trace>
  <inkml:trace contextRef="#ctx0" brushRef="#br0">19792 3703 8 0,'0'0'13'0,"0"-12"-2"0,0 1 8 0,-12-2-5 0,-1 13-2 0,2 0-8 0,11 13-3 0,0-26 14 0,0 1-14 0,11 0 0 0,-11-22 0 0,0 9 0 0,0-11-1 0,0 0 0 0,0 12 0 0,13 1 0 0,-13 12 1 0,0-2-1 0,0 26 1 0,0-2 1 0,0 24 2 0,-13-10-3 0,2-14-1 0,11 1 1 0,0-12 1 0,0 0-1 0,0-12-1 0,0-12 0 0,24 0-1 0,12 1 1 0,-25 23 0 0,2 0 0 0,-2 12 1 0,-11 11-1 0,12-11-22 0,-12 1-56 0</inkml:trace>
  <inkml:trace contextRef="#ctx0" brushRef="#br0">19613 3228 27 0,'0'0'0'0,"-12"-13"18"0,-1 1-6 0,13 0 0 0,0 24 2 0,-11 34 3 0,11 38-8 0,0-13-7 0,11-21-1 0,2-27-2 0,-13-12-23 0,0-22-15 0,0 11 2 0</inkml:trace>
  <inkml:trace contextRef="#ctx0" brushRef="#br0">19542 3393 56 0,'0'0'5'0,"-24"0"7"0,24 0-6 0,36-12-4 0,23 1-1 0,-11-1 0 0,-24 0 0 0,-14-1 6 0,-10 2 0 0,0-12-3 0,0 10-1 0,0 1 4 0,0 0-3 0,0-1-2 0,0 3 0 0,13-1 1 0,-13 11 0 0,0 0 3 0,0 21 2 0,0 16-5 0,0-1 0 0,12-12-2 0,-1 0 0 0,-11-13 1 0,-11-11-15 0,11-11-100 0</inkml:trace>
  <inkml:trace contextRef="#ctx0" brushRef="#br0">1501 8738 83 0,'-12'-34'28'0,"-12"34"-23"0,-24 0 3 0,-106 59 14 0,47 0-15 0,35-11-3 0,47 12-4 0,14-13 1 0,22 61-1 0,2-24 3 0,11 21 0 0,24 3-1 0,-26 23-2 0,-9-12 0 0,-1-25 2 0,-1-10 1 0,2-36 0 0,-1-12-1 0,24-12 2 0,-1-24 0 0,25-12-2 0,11 12-15 0,1 12-118 0</inkml:trace>
  <inkml:trace contextRef="#ctx0" brushRef="#br0">1274 10716 90 0,'0'-12'7'0,"0"-36"5"0,0 48 14 0,-59 12-6 0,-24 13-7 0,-24 9-8 0,35 14-4 0,24 0-1 0,25 11 0 0,23 12 0 0,11 25-1 0,1 23 1 0,0-47 1 0,0-62-1 0,-12 99-1 0,12-2 1 0,-12 37-2 0,0-14 4 0,0-23-1 0,12 0 0 0,-12-24 0 0,13 1 0 0,-2-1-1 0,1-24 0 0,12-34 1 0,22-25 1 0,51-25-2 0,-2 13-6 0,-1 24-68 0,-81-12 15 0</inkml:trace>
  <inkml:trace contextRef="#ctx0" brushRef="#br0">10110 8834 11 0,'0'0'0'0,"13"-12"8"0,-2 1 16 0,-11-1 0 0,0 1-2 0,0-14-2 0,0 13-4 0,0-1-4 0,0 50 9 0,0 47-17 0,-11 11-1 0,11-12-1 0,0-24-2 0,11-11-6 0,-22-12-31 0,11-24-50 0</inkml:trace>
  <inkml:trace contextRef="#ctx0" brushRef="#br0">10123 9025 77 0,'0'0'14'0,"0"0"-13"0,34 12 0 0,27-24 7 0,10 1-5 0,-11-14-1 0,-14 0-1 0,-21-9 1 0,-14-3 0 0,2 3-2 0,-13 9 4 0,0-10 5 0,0 24 0 0,0-2-1 0,0 26-2 0,-13 33 2 0,2 38-1 0,-1 12-2 0,-1-14-1 0,13-46-2 0,0-12 1 0,0-24 2 0,-11 0-2 0,11-24-6 0,-12 24-3 0,-1 0 2 0,13-13-2 0,0 13 1 0,0 0-122 0</inkml:trace>
  <inkml:trace contextRef="#ctx0" brushRef="#br0">10789 8549 21 0,'12'-24'29'0,"-12"0"-12"0,12 1 2 0,-12 10-7 0,12 13-6 0,0 0 3 0,-12 47 4 0,12 37-4 0,-24 35 0 0,0 48-2 0,0-1-3 0,0-34 2 0,12-25-2 0,0-49 0 0,0-33-1 0,0-13 0 0,-12-12 0 0,12 0-15 0,-13 0-33 0</inkml:trace>
  <inkml:trace contextRef="#ctx0" brushRef="#br0">11170 8775 42 0,'0'0'13'0,"0"-12"10"0,0-13 5 0,0 14-6 0,12 11-14 0,12 24-2 0,0 24-2 0,12-1-4 0,-2 0 1 0,-9-22-1 0,-1-13 1 0,23-24-4 0,-23-24-2 0,12-12 1 0,-24 25 2 0,-12-13 3 0,0-1-1 0,0 14 1 0,-12 23 0 0,12 60 6 0,-36 35 1 0,12-1-1 0,1-10-6 0,11-24 1 0,0-24-23 0,12-36-80 0</inkml:trace>
  <inkml:trace contextRef="#ctx0" brushRef="#br0">11515 9037 68 0,'0'0'21'0,"-11"0"-8"0,34 0 4 0,-11 0-6 0,37-23-6 0,-26-2-3 0,1 0 0 0,-1 15-1 0,-23-14 0 0,12 0 0 0,-24 11-1 0,-11 13 0 0,10 13 0 0,-21 11 2 0,9 0 3 0,1 23-1 0,12-11 0 0,12 12-2 0,12-25 0 0,0 1 1 0,25-24-1 0,-3-13 0 0,2 2-1 0,-12 11-13 0,0 0-31 0,-24 0-37 0</inkml:trace>
  <inkml:trace contextRef="#ctx0" brushRef="#br0">11967 8882 68 0,'0'-12'9'0,"-11"1"9"0,11-2 10 0,0 13-9 0,0-12-14 0,-12 24 0 0,-23 1 0 0,11-2-3 0,-1 1-1 0,14 12-1 0,-1 0 0 0,24 10 0 0,24 3 0 0,-1 10-1 0,-11 1 2 0,-24-12 0 0,-13-12 4 0,-33-11 2 0,-15-13 1 0,38 0-3 0,23-13-3 0,0 13-27 0,12 0-93 0</inkml:trace>
  <inkml:trace contextRef="#ctx0" brushRef="#br0">13659 8407 59 0,'0'0'0'0,"-25"-37"-36"0</inkml:trace>
  <inkml:trace contextRef="#ctx0" brushRef="#br0">13634 8311 71 0,'0'0'0'0,"-23"0"27"0,23 0-15 0,12 12 8 0,-1 11-7 0,25 1-7 0,24-12-2 0,0-12 0 0,23 0-1 0,-11-12-2 0,-2-1 1 0,-9-10-1 0,-15 12 0 0,3-13 1 0,-13-12 0 0,-13 0-1 0,-10-10 0 0,-13-15 0 0,0 1 0 0,-13 13 0 0,2-1-1 0,-14 1 1 0,-11-13-1 0,-10 36 0 0,22 1 0 0,-36-1 0 0,-12 24-1 0,1 34 0 0,-12 3 0 0,11-1 1 0,12 12-1 0,13 11 0 0,12 0 0 0,24 12 0 0,-2 13 0 0,26-13 1 0,21-23-2 0,25-12-39 0,-34-24-34 0</inkml:trace>
  <inkml:trace contextRef="#ctx0" brushRef="#br0">14088 10312 59 0,'0'-13'14'0,"0"-11"-9"0,0 24-4 0,0-13 1 0,-36 13 2 0,-35 0 1 0,12 0 1 0,-14 0 1 0,14 13-3 0,-1 24-2 0,13 9 5 0,-2 13-1 0,26 12-1 0,10 2-2 0,38-14-1 0,22 1 2 0,24-1-2 0,14-11-3 0,-2-24 3 0,23-24 0 0,-21-36 0 0,-2-23 0 0,-47-25-1 0,-12-10 0 0,-24-14 0 0,-24 24 0 0,-37 37 0 0,-9 23-2 0,-26 48-43 0,73-11-8 0</inkml:trace>
  <inkml:trace contextRef="#ctx0" brushRef="#br0">14147 12740 47 0,'-25'-24'34'0,"3"-12"-24"0,-2-23-1 0,-12 23 4 0,-35 12-8 0,-1 48-4 0,-23 12-1 0,12 23 4 0,23-11 0 0,12 11-2 0,14 25-2 0,-15-1 0 0,25 0 1 0,36-23 0 0,36-12 1 0,11-13 0 0,25-10-1 0,11-14 0 0,12-22 1 0,-1-26 2 0,-21-10-3 0,-27-13 2 0,-33-11-1 0,-1-24 0 0,-24 11 0 0,-36 1-2 0,-13 24 1 0,3 46-10 0,-38 26-91 0</inkml:trace>
  <inkml:trace contextRef="#ctx0" brushRef="#br0">8229 9119 6 0,'11'0'9'0,"2"-11"34"0,-1-1-14 0,-12 1-6 0,0-1-10 0,0 0-6 0,0 12-4 0,11 0 4 0,1 24 0 0,0-1-2 0,0 1-2 0,0 0-2 0,13-11 0 0,-14-2 1 0,-11-11 0 0,12 0 0 0,24-36 0 0,-13 11-1 0,13-9-1 0,12-3 1 0,-1 3-1 0,-24 9 1 0,2 13-1 0,-1-11 2 0,-1 12-1 0,-10-2 0 0,-13 1-1 0,11 12-33 0,0 0-57 0</inkml:trace>
  <inkml:trace contextRef="#ctx0" brushRef="#br0">9432 10312 52 0,'0'-25'21'0,"0"13"-13"0,-12-1 17 0,0 2 14 0,12 11-36 0,0 11 3 0,0 26-1 0,12 10-2 0,12-10 0 0,-14-3-1 0,15-9 0 0,-1 0 0 0,-12-14 1 0,12-22 0 0,12-26-1 0,11-10-1 0,25-1 0 0,12-12-1 0,9-11-1 0,-32 35 2 0,-37 12 0 0,-12 12 2 0,-12 0-2 0,0 12-13 0,23 24-113 0</inkml:trace>
  <inkml:trace contextRef="#ctx0" brushRef="#br0">13777 9192 61 0,'-23'-12'21'0,"23"1"-7"0,12-2-8 0,71-11 3 0,24 24 0 0,-11 24-5 0,-36-11-1 0,-37-13 1 0,-23 0-1 0,0 0-98 0</inkml:trace>
  <inkml:trace contextRef="#ctx0" brushRef="#br0">13885 10013 50 0,'-12'0'14'0,"-12"-11"-2"0,13 11 4 0,22-25-8 0,49 25-5 0,23-12-1 0,1 12 0 0,-48 12 1 0,-26-12-1 0,-32 12-23 0,10 1-54 0</inkml:trace>
  <inkml:trace contextRef="#ctx0" brushRef="#br0">13766 11704 71 0,'0'-23'8'0,"-36"23"-4"0,72 0-2 0,59-13 10 0,36-11-2 0,-23 1-5 0,-61 12-1 0,-36 11-1 0,-34 0-2 0,0 11-21 0,11-1-55 0</inkml:trace>
  <inkml:trace contextRef="#ctx0" brushRef="#br0">13777 12443 40 0,'0'0'26'0,"-36"-13"-8"0,61 13-9 0,35-24 3 0,36 11-5 0,10 3-5 0,-70 20 0 0,-36 15-18 0,-12-13-48 0</inkml:trace>
  <inkml:trace contextRef="#ctx0" brushRef="#br0">7789 11192 34 0,'11'-13'36'0,"12"2"-27"0,-10 11 5 0,-1 0-8 0,-12 11 3 0,0 14-2 0,0 0 0 0,11 9 3 0,2-10-9 0,-1-11 0 0,-1-2 0 0,-11-11 3 0,24-24-1 0,12 0-3 0,0 1 0 0,11-13 0 0,1 11 1 0,0 2 0 0,-25-1 4 0,-12 24-4 0,-11 0 0 0,0 24-24 0,13-12-64 0</inkml:trace>
  <inkml:trace contextRef="#ctx0" brushRef="#br0">9348 12311 19 0,'0'-12'47'0,"-12"12"-35"0,24 0 10 0,12 12-12 0,-12-1-5 0,0 14 1 0,12 11-4 0,-12-13-1 0,0 14-2 0,-2-26 5 0,3 1-2 0,10-12 2 0,-10 0-2 0,23-23-1 0,-12-2 0 0,10-10 0 0,2-1-2 0,13 11 1 0,-2-9 1 0,2-14 1 0,-2 25-1 0,-24-2 1 0,-23 25-2 0,0 0-47 0,12 0-8 0</inkml:trace>
  <inkml:trace contextRef="#ctx0" brushRef="#br0">17696 5382 59 0,'-12'0'6'0,"-24"0"-2"0,36 0 9 0,0 0 3 0,0 0-3 0,0 0-8 0,36-12-2 0,-12 12 2 0,23-11-1 0,1 11 2 0,-24 0 0 0,0 0-2 0,-12 0-3 0,-12 0 0 0,0 0-26 0,12 11-60 0</inkml:trace>
  <inkml:trace contextRef="#ctx0" brushRef="#br0">17624 5514 34 0,'0'0'34'0,"-23"-13"-12"0,23 1-3 0,11 12-9 0,25 0 1 0,12 0-4 0,-36 0-4 0,-12 0-2 0,13 0 0 0,-13 12-8 0,0 1-51 0,0-13 11 0</inkml:trace>
  <inkml:trace contextRef="#ctx0" brushRef="#br0">18756 4882 62 0,'-12'0'7'0,"0"-12"3"0,12-12 1 0,12 24 10 0,-12 11-8 0,0 37 0 0,24 25-5 0,-12-15-3 0,11 2-4 0,-11-12 1 0,-12-25-1 0,-12 1 2 0,-1-11-16 0,13-2-100 0</inkml:trace>
  <inkml:trace contextRef="#ctx0" brushRef="#br0">18291 5441 62 0,'-12'0'9'0,"-23"0"9"0,11 0 4 0,12-11-8 0,0-2-7 0,24 13-3 0,0 0 0 0,34 0-1 0,39-12-1 0,22 12 1 0,48-12-1 0,22 1-2 0,2-1-1 0,1 12 1 0,-26 0 1 0,-35 0 0 0,-35 0 0 0,-36-11 3 0,-25 11 0 0,-12-13 1 0,-11 13-4 0,0-12-8 0,0 24-102 0</inkml:trace>
  <inkml:trace contextRef="#ctx0" brushRef="#br0">18220 5906 9 0,'0'0'9'0,"0"0"-3"0,0-11 14 0,-12 11-1 0,12-13-6 0,-12 13-6 0,12 0-2 0,12 13-73 0</inkml:trace>
  <inkml:trace contextRef="#ctx0" brushRef="#br0">18279 5703 13 0,'0'-13'16'0,"12"2"11"0,-12-12-13 0,0 23-5 0,0 0-3 0,11 23 3 0,-11 72 7 0,13 26-4 0,-13-27-4 0,12-46-1 0,-24-14 0 0,-24-34 1 0,-11-23-5 0,-1 0-2 0,12 11-1 0,13-1-9 0,23-10-35 0,11-1-21 0</inkml:trace>
  <inkml:trace contextRef="#ctx0" brushRef="#br0">18256 5690 21 0,'-12'-11'18'0,"0"-12"-14"0,24 11 7 0,0 12-3 0,11 0 7 0,49-12-7 0,47-1-7 0,60 2 1 0,34-1 2 0,-10 1-1 0,-48 11 4 0,-48 0 4 0,-48-13-1 0,-23 13-8 0,-12 13-9 0,-24-13-26 0,-12 11-26 0</inkml:trace>
  <inkml:trace contextRef="#ctx0" brushRef="#br0">18517 5822 31 0,'0'-11'24'0,"-11"-14"-7"0,22 13-8 0,1 1-8 0,24-1 2 0,0 12 4 0,-11 12 1 0,-2-1-3 0,-12 37-3 0,12-25-2 0,-23 14 2 0,-23-13 2 0,0-1 1 0,-13-11 0 0,0 13-3 0,12-14 1 0,12 1 1 0,12-12 0 0,0 0-2 0,36-12 0 0,12 12-3 0,11 0-18 0,-11 12-65 0</inkml:trace>
  <inkml:trace contextRef="#ctx0" brushRef="#br0">18862 5916 56 0,'0'0'0'0,"0"0"2"0,0 25 8 0,-11 23 3 0,-14-24 3 0,14 0-9 0,11-24-5 0,11-24-6 0,2 0 0 0,-1-12 3 0,-1 12 1 0,2 11 1 0,-1 13 1 0,12 13 0 0,-13 11 1 0,2 12-1 0,-13 0-6 0,-13-13-44 0,13-23 15 0</inkml:trace>
  <inkml:trace contextRef="#ctx0" brushRef="#br0">18732 5941 54 0,'0'0'0'0,"-12"-25"12"0,60 4-9 0,23-4-1 0,-12 13 0 0,-11 12-41 0</inkml:trace>
  <inkml:trace contextRef="#ctx0" brushRef="#br0">19065 5941 52 0,'0'0'10'0,"-12"-12"-7"0,72-1-2 0,-12 13 10 0,-38 13 5 0,15 11-9 0,-14 0-5 0,-22-12 2 0,-14-12-2 0,3 0-2 0,-2-12 2 0,12-24 1 0,36 1-1 0,0 11-2 0,-1 12 0 0,0 12-18 0,13 12-51 0</inkml:trace>
  <inkml:trace contextRef="#ctx0" brushRef="#br0">19303 5786 27 0,'0'0'27'0,"11"-23"-6"0,2 23-12 0,10-12-4 0,2 12 3 0,-14 12 0 0,2-1-3 0,-1 1-2 0,-12 13-1 0,-12-14 0 0,-12 12-1 0,12-23 2 0,12 13-2 0,0-13 1 0,12 0-1 0,-1 0 0 0,14 0-1 0,10-13 2 0,48 13-7 0,13 0-79 0</inkml:trace>
  <inkml:trace contextRef="#ctx0" brushRef="#br0">20185 5430 63 0,'-12'-13'13'0,"-24"13"11"0,36-12 1 0,0 0-11 0,0 12-2 0,0 12-7 0,-12 0 2 0,12-12 5 0,-13-12-9 0,13 0-3 0,13 24 0 0,-13 0 1 0,0 1 0 0,12-13-67 0,-12 0-12 0</inkml:trace>
  <inkml:trace contextRef="#ctx0" brushRef="#br0">20779 5309 82 0,'-34'-11'11'0,"34"-1"8"0,23 1-2 0,-12 22-7 0,38 1-6 0,22-1-2 0,-10-11 1 0,-4-11-2 0,-21-1 1 0,1 1-1 0,-13-13 0 0,-1-12 0 0,-11 0 0 0,-12 11 0 0,-12 4 0 0,-1-4-1 0,-9 13 0 0,-14-1-1 0,0 2 2 0,0 11-1 0,-11 0 0 0,23 24 0 0,0-12-1 0,-12 13 1 0,13-4 1 0,11 16 0 0,-1 10-1 0,13 24 0 0,13-21 0 0,-1-16 1 0,11 3 0 0,1-14 1 0,24 1-1 0,-12-12 1 0,35-12-1 0,-23-12 0 0,-1 12-1 0,-24 0 1 0,-10-13-1 0,-1 13 0 0,-12 0 1 0,11 0-4 0,2 0-16 0,-13 0-46 0,0 13 16 0</inkml:trace>
  <inkml:trace contextRef="#ctx0" brushRef="#br0">21720 4382 20 0,'0'-11'26'0,"0"-2"-8"0,0 1-4 0,-23 12 1 0,-13 25 2 0,-12 33-4 0,1 37-7 0,-1 1-3 0,35-25 0 0,49 1-2 0,36-12-1 0,12-13-11 0,11-23-34 0,-71-13-6 0</inkml:trace>
  <inkml:trace contextRef="#ctx0" brushRef="#br0">21888 4560 26 0,'0'0'9'0,"23"-36"11"0,25 25-12 0,-12 11 5 0,-12 47 4 0,-24 24-12 0,-12-23 0 0,0-25-2 0,12-10-1 0,12-26-3 0,0-21-11 0,23-3 2 0,12 3 9 0,-22 9 1 0,-14 25 8 0,-11 12 8 0,-23 24-8 0,-1-13-5 0,48 2-5 0,12 9-35 0,-13-34-15 0</inkml:trace>
  <inkml:trace contextRef="#ctx0" brushRef="#br0">22410 4620 68 0,'0'0'0'0,"0"-23"29"0,61 10-28 0,34 1-1 0,-36 12-28 0,-46 12-15 0</inkml:trace>
  <inkml:trace contextRef="#ctx0" brushRef="#br0">22827 4442 46 0,'0'-25'38'0,"0"13"-33"0,0 49 14 0,-11 45-6 0,-1 14-8 0,12-14-4 0,0-32-10 0,12-4-38 0,-12-34 4 0</inkml:trace>
  <inkml:trace contextRef="#ctx0" brushRef="#br0">22864 4417 48 0,'-12'-12'16'0,"0"12"5"0,12 12-10 0,12 36-5 0,12 0-3 0,12-25-3 0,-1-12 1 0,-23-22-1 0,35-24-1 0,-11-13 1 0,-23 37-1 0,-13 34 10 0,0 25-3 0,0-14-5 0,0 3-24 0,11-37-55 0</inkml:trace>
  <inkml:trace contextRef="#ctx0" brushRef="#br0">23245 4274 53 0,'12'36'23'0,"0"36"-8"0,0 11 2 0,-12-12-12 0,-12 13-3 0,-24-25-22 0,0-11-57 0</inkml:trace>
  <inkml:trace contextRef="#ctx0" brushRef="#br0">23351 4072 73 0,'0'-11'6'0,"25"-2"-4"0,35 26 6 0,-25 21 7 0,-12 26-2 0,-23 1-6 0,-11-27-2 0,-1-22 0 0,-1 0 0 0,62-24-3 0,34 0-20 0,0 12-36 0,-58 0 5 0</inkml:trace>
  <inkml:trace contextRef="#ctx0" brushRef="#br0">21697 5204 63 0,'-24'0'9'0,"-12"0"-4"0,49 0 5 0,57-37-8 0,86 3 6 0,58-3 1 0,36 1-3 0,12 0-4 0,-37 24 0 0,-57-11 1 0,-61 12 3 0,-60-2 2 0,-22 1-3 0,-14 0-3 0,1 12-9 0,0 0-30 0,-24 0-37 0</inkml:trace>
  <inkml:trace contextRef="#ctx0" brushRef="#br0">22364 5191 32 0,'0'0'0'0,"-12"0"26"0,12-24-4 0,12 11-13 0,12 13-4 0,11 0 0 0,1 0 0 0,0 13 0 0,-24 24-4 0,-12 10 1 0,-12 11-1 0,-37 3 0 0,3-26 4 0,-2-10 1 0,36-2-5 0,12-23 0 0,12 0-1 0,36 0 0 0,11-12 0 0,-11 1 0 0,-13 11-3 0,1 0-41 0,-25 0-10 0</inkml:trace>
  <inkml:trace contextRef="#ctx0" brushRef="#br0">22734 5417 51 0,'0'-12'15'0,"23"12"-7"0,13 0 4 0,-25 25-8 0,-11-2 0 0,0 1 0 0,-23-12-2 0,-1-12 0 0,-12-12 0 0,12-24 0 0,24 0-1 0,12 13 0 0,13 0-1 0,-2 10 0 0,24 1 1 0,13 0 0 0,10 12-4 0,-34-13-26 0,-23 13-31 0</inkml:trace>
  <inkml:trace contextRef="#ctx0" brushRef="#br0">23006 5179 37 0,'0'-12'20'0,"0"-11"-7"0,25 12 2 0,-14 11-6 0,2 0-1 0,-2 21-1 0,25 4-6 0,-12 11 1 0,-12-13-2 0,-12 2 2 0,-25-13 4 0,2 11 0 0,12-23-2 0,11 0 2 0,23 0-6 0,24 0 0 0,1-12-3 0,0 1-15 0,-48 22-77 0</inkml:trace>
  <inkml:trace contextRef="#ctx0" brushRef="#br0">14897 17371 26 0,'0'-35'32'0,"0"-1"7"0,0 11-1 0,12 25-18 0,0 25-7 0,0 46-6 0,-12 13-3 0,12-49 10 0,-12 1-7 0,0-11-6 0,0-14 6 0,0-47-4 0,-12-47-8 0,0-36 11 0,0-12-2 0,24 47-1 0,12 37-3 0,36 34-2 0,11 38-1 0,-23 34 2 0,-37 1-1 0,-58-12 1 0,-48-1-2 0,23-11-33 0,60-14-56 0,12-22 31 0</inkml:trace>
  <inkml:trace contextRef="#ctx0" brushRef="#br0">15541 16883 88 0,'0'-12'5'0,"-24"-12"41"0,-49 96-18 0,-33 83-15 0,46 46-10 0,60-46-6 0,48-59 13 0,0-25-14 0,11-23-22 0,-35-48-115 0</inkml:trace>
  <inkml:trace contextRef="#ctx0" brushRef="#br0">15886 17109 66 0,'0'0'0'0,"-12"-35"44"0,0 35-7 0,-12 46-20 0,-12 38-5 0,13-24-5 0,23 22-8 0,12-21 2 0,23-1-5 0,1-49 7 0,12-22 0 0,-26-26 5 0,-22-10-2 0,-10 23 2 0,-26 11-5 0,0 13-4 0,-12 37-28 0,37 10-56 0,22-34 5 0</inkml:trace>
  <inkml:trace contextRef="#ctx0" brushRef="#br0">16219 17228 79 0,'-12'-12'30'0,"-12"37"5"0,1 34-26 0,10-13-8 0,49-21 4 0,24-25 0 0,0-25 1 0,-37-46 6 0,-34 12 1 0,-25 36-9 0,-12 23-21 0,36 0-90 0,12 0 56 0</inkml:trace>
  <inkml:trace contextRef="#ctx0" brushRef="#br0">16588 16645 138 0,'13'-11'7'0,"-13"141"19"0,0 108-16 0,-13 1-9 0,13-73-7 0,0-72 9 0,-11-44-13 0,-2-27-99 0,2-23 66 0</inkml:trace>
  <inkml:trace contextRef="#ctx0" brushRef="#br0">16958 16955 76 0,'0'0'0'0,"-12"10"31"0,24 51-4 0,10-1-21 0,39-37 0 0,-2-46 0 0,-23-37-2 0,-11-23 0 0,-14 23 10 0,-11 48 5 0,-11 72-17 0,-14 71-1 0,13 11-4 0,0-34-7 0,12-24-52 0,12-37-47 0</inkml:trace>
  <inkml:trace contextRef="#ctx0" brushRef="#br0">17315 17252 63 0,'0'0'24'0,"0"12"5"0,24-12-10 0,34-23-14 0,-9-25-1 0,-37-12 8 0,-12 36 5 0,-36 35-8 0,-12 14-3 0,13 46-6 0,23-23 0 0,24 0-1 0,35-48 3 0,13-48-2 0,0 0 2 0,-1 36-3 0,0 36 0 0,-23 48 0 0,-36-36-2 0,-24-13-10 0,-23-23-46 0,11-59-22 0,36 47 57 0</inkml:trace>
  <inkml:trace contextRef="#ctx0" brushRef="#br0">17684 16847 68 0,'0'0'23'0,"71"60"-4"0,13 95 7 0,-60 11-7 0,-48-35-8 0,-48-47-10 0,1-49-48 0,59-35-55 0</inkml:trace>
  <inkml:trace contextRef="#ctx0" brushRef="#br0">18577 17133 65 0,'-24'-13'29'0,"-23"13"13"0,47 0-12 0,47 0-20 0,60 0-7 0,23 0-37 0,-58-11-97 0</inkml:trace>
  <inkml:trace contextRef="#ctx0" brushRef="#br0">18445 17300 82 0,'-23'0'29'0,"12"12"9"0,45 0-20 0,74-12-15 0,47-36-36 0,-37 0-83 0</inkml:trace>
  <inkml:trace contextRef="#ctx0" brushRef="#br0">19767 16716 51 0,'0'0'0'0,"0"-48"38"0,13 37 15 0,-1 82-18 0,-24 61-21 0,12 82-12 0,23-179-10 0,-23-24-48 0,0-22-47 0</inkml:trace>
  <inkml:trace contextRef="#ctx0" brushRef="#br0">19314 17264 64 0,'-22'0'21'0,"-50"0"7"0,36 0-3 0,36 0-8 0,59 0-2 0,109-12-6 0,116-12-3 0,87 0 0 0,69 13 6 0,-35-1 2 0,-95 1-7 0,-192 22-5 0,-118-11-19 0,-34-11-74 0,34-14 9 0</inkml:trace>
  <inkml:trace contextRef="#ctx0" brushRef="#br0">19518 17656 7 0,'0'0'3'0,"0"-11"4"0,11-12 1 0,2-2 6 0,-13 2 1 0,0 11-3 0,0 1 1 0,-13 11-10 0,2-13 9 0,11 1 3 0,-12 0-5 0,12-1-1 0,0 13-6 0,0 0-2 0,-11 13 0 0,11-13 0 0,0 24 2 0,0 23 3 0,0 61-14 0,0 23-2 0,-13-12-2 0,-11 0 6 0,24-83 16 0,-12-1 1 0,-12-35-3 0,-12-83-5 0,0 36 3 0,13 10-3 0,10 26-27 0,13-12-62 0,0 10 53 0</inkml:trace>
  <inkml:trace contextRef="#ctx0" brushRef="#br0">19565 17501 31 0,'-47'-11'29'0,"11"11"-1"0,24 0-3 0,24-12-10 0,48 1-2 0,71-13-5 0,59 0 0 0,48 12-4 0,24-12 9 0,-59 12-1 0,-156 12-11 0,108-12 7 0,-119 12-7 0,-36 0-5 0,-48 0-46 0,13 0-70 0</inkml:trace>
  <inkml:trace contextRef="#ctx0" brushRef="#br0">19792 17777 16 0,'0'0'0'0,"0"-25"26"0,0 13 6 0,0-23-1 0,11 11-5 0,13-1-13 0,0 14-7 0,12 11-3 0,12 11-2 0,-25 38-5 0,-23 23 1 0,-23-13-1 0,-38 0 5 0,3 1-1 0,22-25 3 0,12-11 1 0,24-12 1 0,0-12-2 0,24-12 2 0,36 12-2 0,10-36-13 0,2 13-48 0,12 0-35 0</inkml:trace>
  <inkml:trace contextRef="#ctx0" brushRef="#br0">20268 17859 75 0,'0'0'21'0,"-36"23"4"0,-11 50-11 0,23-14-9 0,0-36 4 0,24-34 2 0,11-49-1 0,26-24 1 0,-3 13-4 0,2 24-6 0,0 47-3 0,0 47-5 0,0 24-1 0,-12-10 1 0,-11-14-31 0,-13-23-35 0,0-12 24 0</inkml:trace>
  <inkml:trace contextRef="#ctx0" brushRef="#br0">20161 17788 44 0,'0'-11'34'0,"-13"-2"9"0,26 13-27 0,58 0-10 0,24-12-24 0,25-13-62 0,-108 25 48 0</inkml:trace>
  <inkml:trace contextRef="#ctx0" brushRef="#br0">20815 17574 50 0,'0'-12'12'0,"13"1"38"0,-26 11-15 0,-46 105-17 0,-36 50-21 0,34 0-10 0,61-71 14 0,36-26-2 0,25-21-30 0,57-74-58 0,-105 27 65 0</inkml:trace>
  <inkml:trace contextRef="#ctx0" brushRef="#br0">21017 17633 38 0,'0'0'20'0,"0"-24"23"0,0 12-1 0,0 24-20 0,-11 60-15 0,-1 47-11 0,1-37-5 0,-1 2-11 0,12-36-46 0,0-36-1 0</inkml:trace>
  <inkml:trace contextRef="#ctx0" brushRef="#br0">21137 17836 61 0,'0'0'24'0,"0"-25"35"0,12 14-40 0,-12 11-19 0,0 11-30 0,0 2-84 0</inkml:trace>
  <inkml:trace contextRef="#ctx0" brushRef="#br0">21399 17656 77 0,'0'-11'41'0,"0"-1"0"0,-12 60-30 0,-11 48-11 0,-2 9-10 0,2-21 0 0,23-47-30 0,0-14-39 0,0-23 51 0</inkml:trace>
  <inkml:trace contextRef="#ctx0" brushRef="#br0">21554 17740 49 0,'0'0'0'0,"0"-23"48"0,0 23-14 0,0 23-24 0,0 14-6 0,0-3-5 0,23 3-2 0,-10 10 0 0,-26 1 0 0,-10-13 3 0,-1-23-17 0,12-24-40 0,12 0 1 0</inkml:trace>
  <inkml:trace contextRef="#ctx0" brushRef="#br0">21541 17777 44 0,'0'-13'35'0,"25"-24"5"0,22 3-31 0,13 10-18 0,-13 0-65 0,-47 24 42 0</inkml:trace>
  <inkml:trace contextRef="#ctx0" brushRef="#br0">21899 17538 58 0,'0'24'22'0,"12"83"26"0,-1 24-43 0,-68-24-17 0,-16-24-37 0,1-47-19 0</inkml:trace>
  <inkml:trace contextRef="#ctx0" brushRef="#br0">20875 17383 39 0,'0'-12'36'0,"12"12"-1"0,131 0-16 0,119-12-8 0,23-11-3 0,-106 23-4 0,-107 0-6 0,-108 10-75 0,24-10 28 0</inkml:trace>
  <inkml:trace contextRef="#ctx0" brushRef="#br0">22352 17049 113 0,'0'-11'19'0,"-12"-12"-8"0,24 23-6 0,0 23-36 0,0-12-67 0</inkml:trace>
  <inkml:trace contextRef="#ctx0" brushRef="#br0">22625 16883 95 0,'-11'0'4'0,"11"0"26"0,24 0-3 0,35-23-16 0,25-14-8 0,-13 3-3 0,-35-3 2 0,-24-10 1 0,-24 10-1 0,-49 3 0 0,-9 45 2 0,-2 37 2 0,1 48-5 0,46-2 0 0,38 1-1 0,70-47 1 0,25-36 0 0,-1-24-1 0,-24 1-7 0,-60-14-39 0,-23 13-79 0</inkml:trace>
  <inkml:trace contextRef="#ctx0" brushRef="#br0">22924 16061 47 0,'0'-11'28'0,"-24"-12"12"0,0 10-2 0,12 13-18 0,36-24-15 0,47 11-5 0,25-10-1 0,-38 23 1 0,-33 0 1 0,-50 12 2 0,-57-1-1 0,-15 2 2 0,39-13-1 0,58 0-2 0,24-13-1 0,23 13-20 0,12 0-123 0</inkml:trace>
  <inkml:trace contextRef="#ctx0" brushRef="#br0">23757 15478 36 0,'0'-59'21'0,"0"23"11"0,-12 23-6 0,-35 74 1 0,-25 70-10 0,1 35-10 0,46-11-4 0,14-48 0 0,47-24-3 0,11-58-16 0,-35-14-12 0,24-35-84 0</inkml:trace>
  <inkml:trace contextRef="#ctx0" brushRef="#br0">23936 15514 40 0,'-12'-12'25'0,"-12"24"10"0,-12 24-8 0,1 35-9 0,-1 25-10 0,24-1-8 0,36-35 1 0,23-26 1 0,-11-34 0 0,0-23 1 0,-24-48-1 0,-37 35-1 0,2 24-1 0,-13 12-12 0,23 12-41 0,13 0-32 0</inkml:trace>
  <inkml:trace contextRef="#ctx0" brushRef="#br0">24162 15609 45 0,'0'0'0'0,"0"-36"42"0,0 25-6 0,-36 34-14 0,12 38-13 0,12 21-7 0,24-22-2 0,24-13 3 0,0-47-1 0,0-47 1 0,-13-13 0 0,-11-22 0 0,-35 21-2 0,0 26-3 0,-14 47-34 0,13 11-78 0</inkml:trace>
  <inkml:trace contextRef="#ctx0" brushRef="#br0">24460 15680 28 0,'0'0'13'0,"0"-11"36"0,0 11-14 0,0 0-11 0,35 0-21 0,25 0-2 0,-37 0 0 0,-46 0 4 0,-37 11-2 0,25-11-1 0,23 12 0 0,12-12 0 0,12-12-3 0,-1 12-9 0,2-11-55 0,-2-1-15 0</inkml:trace>
  <inkml:trace contextRef="#ctx0" brushRef="#br0">24793 15573 24 0,'0'0'24'0,"0"-11"5"0,0-1-10 0,12 12-14 0,12-25-2 0,-1-9 7 0,-23 9-6 0,-11 0 5 0,-1 15-4 0,-12 10-4 0,12 0-1 0,-12 0 2 0,-1 23 0 0,3-11-1 0,10 36 0 0,24 0-1 0,35-14 1 0,0 3-2 0,-34-1 1 0,-37-13 0 0,-24 2 1 0,1-25 2 0,35-13 1 0,12-11-2 0,24-10-2 0,23 9-21 0,0 0-44 0,-34 14 21 0</inkml:trace>
  <inkml:trace contextRef="#ctx0" brushRef="#br0">24936 15431 17 0,'0'0'10'0,"0"0"15"0,12 0-13 0,-12 0-1 0,0 0 12 0,0 0-12 0,0 10-2 0,-12 15-1 0,12 11-2 0,-13 0-4 0,13-1-1 0,0-12 0 0,13 2 0 0,10-25 1 0,2-12 0 0,-2-12 0 0,-11 12-1 0,-12 12 3 0,0 36 3 0,-12 12-5 0,12-1 0 0,0-23-14 0,0-1-42 0,-12-23-20 0</inkml:trace>
  <inkml:trace contextRef="#ctx0" brushRef="#br0">25104 15621 50 0,'0'-12'13'0,"11"12"24"0,1 0-27 0,-12 0-18 0,0 12-57 0</inkml:trace>
  <inkml:trace contextRef="#ctx0" brushRef="#br0">25234 15478 24 0,'0'0'9'0,"0"0"10"0,0 0 2 0,0-12-6 0,0 0 4 0,12 12-10 0,-12 0-3 0,12 0-1 0,-2 0-2 0,3 12-2 0,-1 13 1 0,-12 9 3 0,-35 50 3 0,23-60-7 0,24 0 0 0,-12 11 0 0,-24-10 7 0,-12-14-2 0,12-11-4 0,24-11-27 0,24-26-49 0,-12 26 20 0</inkml:trace>
  <inkml:trace contextRef="#ctx0" brushRef="#br0">25258 15228 28 0,'0'0'13'0,"10"-13"13"0,3 13-9 0,23 73-1 0,12 70-15 0,-1 47 4 0,-59-11 0 0,-35-73 0 0,-13-58 3 0,13-25-16 0,23-46-87 0</inkml:trace>
  <inkml:trace contextRef="#ctx0" brushRef="#br0">25150 14966 32 0,'0'0'7'0,"0"-24"22"0,11 12-2 0,14 0-10 0,-1 12-3 0,0 24-7 0,0 36-2 0,-24-12-2 0,-12-1 4 0,-12-23 1 0,-12-1-2 0,36-23-2 0,24 0-1 0,34-11-4 0,14-1 2 0,-23 1-1 0,-49 11-4 0,-13-13-35 0,2 13-72 0</inkml:trace>
  <inkml:trace contextRef="#ctx0" brushRef="#br0">23686 16240 14 0,'-47'0'9'0,"10"0"13"0,13 0 0 0,12-12 2 0,1 12-3 0,11 0-8 0,84-12-4 0,116-11-6 0,99-1-1 0,47 0-2 0,-61 11 3 0,-95 2-3 0,-82-12 5 0,-60 10 4 0,-36 1-5 0,-24 24-82 0,12 1 15 0</inkml:trace>
  <inkml:trace contextRef="#ctx0" brushRef="#br0">23852 16454 31 0,'-13'0'8'0,"13"-12"17"0,0 1-9 0,13-25 1 0,10 12-4 0,2 11-5 0,-1 13-5 0,-1 0-2 0,1 37-1 0,-11-1 1 0,-26 23 3 0,-34-11 0 0,11-2 2 0,0-21 0 0,23 0-2 0,3-14 0 0,-2 1 1 0,47-24 1 0,37-12-4 0,-12 12-3 0,-13 0 2 0,-35 12-1 0,-12 0-46 0,0-13-57 0</inkml:trace>
  <inkml:trace contextRef="#ctx0" brushRef="#br0">24424 16264 48 0,'0'0'0'0,"-25"-11"40"0,-33 34-9 0,9 48-12 0,13 24-10 0,36 1-6 0,36-13 0 0,13-11-6 0,-27-37-20 0,3-35-38 0,-14-12 10 0</inkml:trace>
  <inkml:trace contextRef="#ctx0" brushRef="#br0">24567 16371 29 0,'0'-13'26'0,"11"13"11"0,-11 13-5 0,0 70-14 0,0 1-14 0,-11-13-10 0,11-23-49 0,0-24-26 0</inkml:trace>
  <inkml:trace contextRef="#ctx0" brushRef="#br0">24662 16550 58 0,'0'0'17'0,"0"-12"16"0,0 24-31 0,12 0-40 0,0-12-29 0</inkml:trace>
  <inkml:trace contextRef="#ctx0" brushRef="#br0">24852 16442 63 0,'0'0'8'0,"13"-23"44"0,-2 35-27 0,2 23-15 0,-13 25-8 0,-13-12-15 0,13-25-47 0,0-23-17 0</inkml:trace>
  <inkml:trace contextRef="#ctx0" brushRef="#br0">24984 16431 37 0,'0'0'9'0,"35"-12"22"0,-23 1 0 0,0 34-10 0,0 12-9 0,0 12-11 0,0 2 0 0,0-14 2 0,-12-11 1 0,-12-24 1 0,-24 0-20 0,-12-37-59 0,37 27 22 0</inkml:trace>
  <inkml:trace contextRef="#ctx0" brushRef="#br0">25007 16431 45 0,'24'-12'14'0,"24"1"-20"0,-36-14-37 0</inkml:trace>
  <inkml:trace contextRef="#ctx0" brushRef="#br0">25281 16228 61 0,'0'12'11'0,"-23"83"34"0,11 36-29 0,-24 12-13 0,-24-47-25 0,-35-37-80 0</inkml:trace>
  <inkml:trace contextRef="#ctx0" brushRef="#br0">24614 16597 21 0,'0'0'0'0,"0"0"31"0,12-13 12 0,-12 13-3 0,12 0-18 0,-12 0-50 0,12 0-90 0</inkml:trace>
  <inkml:trace contextRef="#ctx0" brushRef="#br0">25043 16395 39 0,'0'0'28'0,"-12"0"28"0,12 0-26 0,24-12-20 0,25 0-10 0,21-1-37 0,14-10-48 0,-74 23 59 0</inkml:trace>
  <inkml:trace contextRef="#ctx0" brushRef="#br0">4858 8263 143 0,'-36'-61'7'0,"13"27"12"0,23 34-16 0,72 0 0 0,58 0 4 0,121-12 2 0,94 0 2 0,0 12-6 0,-82 0-1 0,-49-24-2 0,-47 12-2 0,-121 1 1 0,-69 11-34 0,-96 11-106 0</inkml:trace>
  <inkml:trace contextRef="#ctx0" brushRef="#br0">4835 8215 105 0,'-59'-23'23'0,"-49"23"-20"0,108 0 1 0,84 0 16 0,106 0 0 0,132-36-7 0,59 24-8 0,-47 24-1 0,-85-12-1 0,-106 0 2 0,-84 0 0 0,-59-12 2 0,-36 12-27 0,-34 12-121 0</inkml:trace>
  <inkml:trace contextRef="#ctx0" brushRef="#br0">11289 16739 31 0,'-35'0'20'0,"-37"-11"23"0,24-12-9 0,25-1-12 0,-1 11-4 0,24 2-11 0,36 11-4 0,47-12-2 0,60 12 0 0,96-24-2 0,69 0-2 0,50 24 2 0,-1 12 5 0,-24 13-3 0,-11-14-1 0,-24 1 3 0,-36-12-3 0,-36 0 2 0,-59-12 0 0,-60 12-1 0,-71-11-1 0,-48 11-17 0,-71-13-27 0,-96 13-31 0,131 0 41 0</inkml:trace>
  <inkml:trace contextRef="#ctx0" brushRef="#br0">11230 16574 74 0,'-12'-24'22'0,"0"36"-17"0,-12 0 15 0,24-2-5 0,24-10 6 0,59 0-7 0,84-10-5 0,95-26-7 0,71 24 1 0,48-1-1 0,36 13 1 0,0 0-1 0,-49 13 0 0,-80 11-1 0,-195-12 0 0,50 23-2 0,-143-23-11 0,-82-12-12 0,-72 12-8 0,-85 1-24 0,144-2 12 0</inkml:trace>
  <inkml:trace contextRef="#ctx0" brushRef="#br0">11336 16681 85 0,'-130'-36'22'0,"-1"25"-10"0,84-2 2 0,47 13-6 0,70 0 3 0,98-12 3 0,129 0-9 0,84-1 1 0,48 13-5 0,23 0 2 0,-11 0 0 0,-48 0 6 0,-96 13-1 0,-131 11-5 0,-117-11-2 0,-49-2 1 0,-36-11 4 0,-23 0-9 0,-2 0-76 0,50 0-16 0</inkml:trace>
  <inkml:trace contextRef="#ctx0" brushRef="#br0">7657 11049 102 0,'-13'-25'22'0,"13"14"-9"0,0 11 13 0,0 0-11 0,0 11 1 0,13 26-5 0,-1 22-5 0,12-11 0 0,-12-12-1 0,12-11-1 0,12-14 2 0,58-47-1 0,62-60-5 0,46-11-2 0,-36 25 6 0,-94 32 2 0,-72 40-3 0,-12 10-5 0,0 23-48 0,36 37-118 0</inkml:trace>
  <inkml:trace contextRef="#ctx0" brushRef="#br0">9324 12288 71 0,'0'0'16'0,"-11"0"12"0,-1 0 3 0,12 0-12 0,0 23-3 0,12 1-5 0,-1 13-1 0,1 9-4 0,24-10-2 0,0-24 1 0,23-35 3 0,49-61-1 0,34 0-3 0,1 1-1 0,-35 12 3 0,-62 35-3 0,-33 13 1 0,-13 23-2 0,0-13-3 0,0 26-36 0,36 10-126 0</inkml:trace>
  <inkml:trace contextRef="#ctx0" brushRef="#br0">11682 6833 0 0,'12'0'0'0,"72"13"0"0,69-26 0 0,51-10 0 0,34 0 0 0,24 11 0 0,24 12 0 0,23-24 0 0,-11 12 13 0,-24 1-5 0,-36-2-1 0,-24 1 1 0,-59 24-5 0,-25-12 0 0,-23 13 0 0,-35-13-1 0,-47-13 5 0,-25 13-4 0,-72-12-1 0,-83 12-3 0,-71 0 5 0,-24 0-3 0,-49 0-1 0,-46 12-3 0,-11 12-3 0,22-12-11 0,48-12-18 0,60 11 33 0,35 26 2 0,37-14 0 0,59 1 0 0,83-12 0 0,71-12 0 0,107-12 0 0,121-12 0 0,106 1 0 0,70-1 0 0,25 11 0 0,-22 2 0 0,-97 11 7 0,-107 11 3 0,-96 2-1 0,-82-13-5 0,-72-13 11 0,-24 2-1 0,0 11-13 0,-119-23 2 0,-132 23 0 0,-93 0-4 0,-86 0-15 0,-10 0-26 0,12 11 35 0,35 12 7 0,60 2 0 0,95-2 0 0,107 0 0 0,107-23 0 0,48 13 0 0,72-13 0 0,130 0 0 0,131-24 0 0,120 1 0 0,59 11 0 0,-25 0 0 0,-69-1 0 0,-109 2 1 0,-131 22 12 0,-117 2 1 0,-73-26 23 0,-84 2-29 0,-120-12-6 0,-128 10-13 0,-121 1-38 0,-130 24 34 0,11 24 15 0,108 23 0 0,130-11 0 0,121-12 0 0,129-24 0 0,107-1 0 0,108 1 0 0,120-35 0 0,142 0 0 0,70-2 0 0,50 0 0 0,-25 14 0 0,-60-1 0 0,-117 12 0 0,-85 0 0 0,-107 0 0 0,-60-11 1 0,-35-13 26 0,-12 11-23 0,-12-10-2 0,12 12-1 0,-12-2-2 0,0 13 0 0,0 0 0 0,0 0 1 0,12 0 1 0,0 0 0 0,-12 0-1 0,0-12 1 0,0 12-1 0,12 0 0 0,-12 0 1 0,0 0-1 0,0 0 1 0,0 0-1 0,12 0-1 0,-12 12 1 0,0-12 0 0,0 0 0 0,0 0 0 0,0 0 0 0,0 0 3 0,-24 0-1 0,24 0 3 0,-12-12-1 0,0 12-2 0,-12 0-1 0,0 12-1 0,12 1-17 0,12-13-17 0,-11 0 32 0,-14 23 2 0,-9 1 0 0,9-12 0 0,13-12 0 0,12 0 0 0,-12-12 0 0</inkml:trace>
  <inkml:trace contextRef="#ctx0" brushRef="#br0">11289 2298 0 0,'11'-12'4'0,"14"0"5"0,-1 12-1 0,0 0-3 0,-1 0 0 0,24-13 0 0,14 2 0 0,10-12 0 0,24 11-2 0,-11-13-1 0,-25 14-1 0,-35 11 0 0,59 0 2 0,-11 11 1 0,-1 2-1 0,14-13-1 0,9 0 0 0,-11 0-1 0,12 12 4 0,1-12-1 0,11 0 0 0,24-12-1 0,0 12-1 0,1 0 1 0,-2 0-1 0,12 0-1 0,-10 0 1 0,24-13-1 0,-3 13 0 0,2 0-1 0,0 0 4 0,-12 0-3 0,11 0-1 0,2 13 1 0,-3-13 0 0,-9 0 1 0,-13 0-2 0,0 0 1 0,-11 0-2 0,-14 12 1 0,3-12 0 0,9 0 0 0,0-12 0 0,2 12 1 0,-25 0-1 0,-1 0-1 0,3-13 1 0,-2-10 0 0,0 23-1 0,-11 0 1 0,-1 0-2 0,12-11 4 0,25-14-2 0,-25 13 0 0,-12 12-1 0,-12-13 2 0,-23 13 0 0,0 0 4 0,-14 0 2 0,-9 13 0 0,-14-13-2 0,14 0-2 0,11-13-21 0,-13 13-78 0</inkml:trace>
  <inkml:trace contextRef="#ctx0" brushRef="#br0">11277 2156 0 0,'0'0'0'0,"12"-13"1"0,-12 13 5 0,0 0 2 0,0 13-2 0,11-13-4 0,2 0-1 0,10 0 0 0,-10 0-1 0,-1 0 3 0,12 0-2 0,-13 11 1 0,13-22-1 0,-1 11 1 0,13 0-2 0,-11 0 1 0,-14 0-1 0,13 0 2 0,-12 0-1 0,36 0 1 0,-12 0 0 0,-13 0 0 0,13 0-1 0,0 0 0 0,0-13 0 0,-1 13 0 0,-12 0 0 0,13 0 0 0,13 0 0 0,9-12-1 0,3 12 1 0,-14-12 0 0,13 12-1 0,-13-13 0 0,1 3 0 0,12-14 0 0,-2 12 0 0,-9 0 0 0,11-1 1 0,-13-10 0 0,12-1-1 0,-11 12 0 0,0-11 1 0,-1 11 0 0,-11 1-1 0,0 11 0 0,-24 0-31 0,-12 0 15 0</inkml:trace>
  <inkml:trace contextRef="#ctx0" brushRef="#br0">11325 2131 0 0,'0'0'1'0,"0"12"7"0,11-24 4 0,2 12-1 0,-1 0 0 0,23 0-6 0,1-12 0 0,0 12 0 0,11-13 0 0,1 13-2 0,-12-10-1 0,0 10 1 0,-24 0-2 0,11 0 1 0,13 0 0 0,0 0-1 0,10 0 2 0,-10 0 0 0,0-11-1 0,13 11 0 0,-14 0 0 0,13 0 0 0,-12-13-1 0,-1 13 0 0,13-12-1 0,-11 12 0 0,-14-12 1 0,-12 12 0 0,12 0 0 0,14-13 1 0,-1 2-2 0,-2 11 0 0,2-12 0 0,-11 12 2 0,11-24-1 0,-1 12 0 0,12-11-1 0,2 11 0 0,-2-12 0 0,-11 12 1 0,24-13-1 0,-14 14 1 0,15-24-2 0,10-1 2 0,-11 0-2 0,-13-11 2 0,-11 36 0 0,0-26 2 0,11 1-3 0,1-12-1 0,0 14 1 0,-1-3 0 0,-11 1-1 0,-13-12 1 0,13 14-1 0,1-16 0 0,10 4 1 0,1-2-1 0,11 12 1 0,2-10-2 0,-15-4 1 0,-10-8-1 0,12-2 1 0,-25 23 0 0,13 3 1 0,0-14-1 0,0-12 1 0,-1 1 0 0,-11 11 0 0,24 0-1 0,-1 14 0 0,-11-16 1 0,12 29 0 0,-2-4-1 0,-10 0-1 0,25 2 1 0,-2 12 0 0,0-2-1 0,1 1 1 0,0 0 1 0,-60 12-1 0,71 0 3 0,-11-11-4 0,-13 11 1 0,13 0 2 0,-12 11 0 0,-1 1-2 0,24 13 1 0,-23-2 1 0,0 1-2 0,0 0 2 0,-26 10-1 0,27 3 1 0,-13-1 0 0,-36-25-1 0,23 26 0 0,14 10 0 0,-3 1 0 0,2-13 1 0,-11 13 2 0,22 24-5 0,-23-37 4 0,12 13-1 0,-12 0 0 0,11-1-1 0,-11-23 2 0,24 0-2 0,-12-1 2 0,-13 14-1 0,0 10 1 0,2-23-1 0,-1 0-1 0,-1-14 2 0,13 15-1 0,12 0-1 0,-25-2 1 0,-10 1 0 0,22 11 0 0,-11-23-1 0,0-1 2 0,12 14-1 0,-12 0-1 0,-1-2 4 0,0 0-4 0,13-11 2 0,1 12-1 0,-3-12 0 0,2 12-2 0,13-12 1 0,-14 0-1 0,1 1 2 0,-11 8-1 0,9-8 1 0,-9-1-2 0,9-12 3 0,-9 0-4 0,-1 12 3 0,0 1 0 0,10-2 0 0,-9 1-1 0,-1-12 0 0,-1 0 1 0,2 11-1 0,-1 2 0 0,-13-1 0 0,25-12 0 0,-12 0 0 0,12 12 0 0,-24-1 0 0,11-11 0 0,13 12 0 0,-12-12 0 0,13 11 0 0,-3-11 0 0,-11 13 0 0,13-1 0 0,1 0 0 0,-14-12-1 0,-12 0 2 0,2 13-1 0,23-2 0 0,0-11-1 0,-1 0 1 0,13 0 0 0,-35 12 0 0,10-1 0 0,13-11 0 0,-2 0 0 0,-9 0 0 0,-1 0 0 0,-12 12 0 0,12-12 0 0,-12 0 0 0,11 0 0 0,-11 0 0 0,-1 0 0 0,-11 0-1 0,13 0-3 0,-1 0-3 0,-12 0 4 0,11 0 2 0,-11 0 1 0,13 0-1 0,-1 0 1 0,-1 0 0 0,13 0 0 0,0 0 0 0,12 0 0 0,-13 12 1 0,-23-12-1 0,13 0 0 0,-13 0-2 0,12 0-21 0,-1 13-32 0,-11-13 31 0</inkml:trace>
  <inkml:trace contextRef="#ctx0" brushRef="#br0">16980 2179 0 0,'0'0'0'0,"0"0"1"0,0 0 9 0,25 0 2 0,-25 0-1 0,24 0-3 0,-1 0-4 0,13 0-3 0,0 0-1 0,-12 0 1 0,0 0-1 0,12 11 1 0,-1-22-1 0,-11 11 2 0,0 11 1 0,0-11-1 0,0 0-1 0,-2-11 0 0,-9 11 1 0,23 0 1 0,-13 11-1 0,-10-11-1 0,10-11 0 0,1 11-1 0,-11 0 1 0,-2 0-1 0,1 0 2 0,-12 0-1 0,11 0 1 0,-11 0 1 0,0 0-1 0,13 0-1 0,-1 0-1 0,-12 0 1 0,0 0-1 0,0 0 1 0,0 0 0 0,-12 11-39 0,-1-11-3 0</inkml:trace>
  <inkml:trace contextRef="#ctx0" brushRef="#br0">16909 3262 2 0,'0'0'8'0,"13"0"5"0,-1-13 1 0,12 13 0 0,-13 0 1 0,13 13-5 0,12-13-4 0,0 0-1 0,35-13 1 0,-12 13 1 0,13 0-2 0,0 13-1 0,11-13-3 0,12-13 0 0,0 13 1 0,14 0 0 0,-16 0 0 0,3 0-1 0,11 0 0 0,24-21-2 0,-13 8 2 0,-10 13 0 0,-1 0 0 0,-11 13 0 0,-1-2 0 0,1-22 0 0,11 11-1 0,0 0 1 0,-12-13 1 0,-11 13 0 0,-13 0-2 0,0 13 1 0,-24-2-1 0,2-1 0 0,-14 3 1 0,-11-13-1 0,13 12 0 0,10 0 0 0,-1 1 0 0,3-2 1 0,-1-11-1 0,-13 0 0 0,1-11-3 0,0-2 5 0,-12-11-1 0,11 1-1 0,1-13-1 0,12-12 1 0,-13 12 1 0,1-10-1 0,0-4 0 0,-12 16 0 0,-1-3 1 0,13-22-1 0,-13-12 0 0,-10 12 0 0,-13-1 0 0,0 12 0 0,0 1 1 0,-13-1-1 0,-23-25 0 0,-34-32 0 0,22 45 1 0,-11 12-2 0,-25 12 0 0,-23 1 1 0,-24 22-1 0,-12 2 2 0,36 11 0 0,-49-12-2 0,14-12 0 0,-25 24 0 0,-11 13 1 0,11-26 0 0,-12 13 0 0,49 0 1 0,-1 0-2 0,0 0 0 0,12 13 3 0,-12 10-1 0,11 1-1 0,25 11 1 0,0-12-1 0,0 14 0 0,-24 10 2 0,-12 1-2 0,12-12 1 0,34 1 1 0,15-3-2 0,22 3 0 0,0-3 2 0,1 14-2 0,11 12 1 0,0-1 0 0,12 13-1 0,13 11 2 0,11 1-2 0,24-1 0 0,0-12 0 0,10 1 0 0,15-26 0 0,10 15 3 0,14-25-2 0,20-24-1 0,14-24 0 0,25-12-1 0,23-12-1 0,-12 12-113 0</inkml:trace>
</inkml:ink>
</file>

<file path=ppt/ink/ink31.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4728 13764 35 0,'0'-48'9'0,"0"23"0"0,12 14 15 0,0 47-4 0,1 83-4 0,-13 24-6 0,0-12-2 0,0-36-5 0,0-35-4 0,11-36-28 0,24-35-40 0,-24-14 40 0</inkml:trace>
  <inkml:trace contextRef="#ctx0" brushRef="#br0">5157 13741 45 0,'0'-13'20'0,"12"1"-9"0,-12 60 14 0,-25 59-12 0,14-48-8 0,-1 83 1 0,48-58-4 0,11-47-1 0,13-14 1 0,11-59 0 0,-11-35 1 0,-36-24 1 0,-48-23-2 0,-48 21 1 0,1 62-2 0,-1 12-10 0,25 34-40 0,47 1-22 0</inkml:trace>
  <inkml:trace contextRef="#ctx0" brushRef="#br0">5834 13536 103 0,'-22'-34'13'0,"-2"34"1"0,0 0-8 0,12 0-13 0,24 13-42 0,12-2-20 0</inkml:trace>
  <inkml:trace contextRef="#ctx0" brushRef="#br0">6169 13239 66 0,'0'-23'8'0,"-12"23"10"0,-24 60 5 0,-11 70-10 0,-14 61-1 0,14 24-3 0,0-60-5 0,11-25-5 0,12-47-8 0,24-47-29 0,24-48-57 0</inkml:trace>
  <inkml:trace contextRef="#ctx0" brushRef="#br0">6443 13835 120 0,'0'-12'14'0,"-36"12"3"0,-24 0-10 0,37 0-23 0,35 12-64 0,-1-12 33 0</inkml:trace>
  <inkml:trace contextRef="#ctx0" brushRef="#br0">7741 13691 40 0,'0'-11'22'0,"0"-24"-17"0,24 23 18 0,11 83-1 0,-12 37-12 0,-10-13-3 0,-13-24-2 0,0-11-3 0,0-49 0 0,-13-46 1 0,13-62-4 0,13 3 1 0,23 23 0 0,11 23 0 0,13 1 0 0,-14 35 0 0,-21 47 0 0,-1 13 1 0,-24 11 0 0,12 0 0 0,-1-22-1 0,14-24 0 0,-13-26 1 0,0-24-1 0,-1 3-2 0,13-14 1 0,24 0 1 0,11 0 0 0,-11 25 0 0,-12 46 2 0,-25 50 0 0,2-27-1 0,-1 13 0 0,11-22-1 0,1-24-3 0,12-13-4 0,0-50 2 0,11 3 3 0,13 12 2 0,-13 12 1 0,-11-2 0 0,-25 25 5 0,14 25-2 0,-14 21-1 0,2 13-3 0,-13-22-3 0,12-3-30 0,-12-9-65 0</inkml:trace>
  <inkml:trace contextRef="#ctx0" brushRef="#br0">8812 13394 59 0,'-23'-34'24'0,"11"34"-38"0,24 34-46 0</inkml:trace>
  <inkml:trace contextRef="#ctx0" brushRef="#br0">9408 13620 36 0,'0'-59'26'0,"-24"-12"-11"0,-36 35-2 0,1 24-5 0,-13 35-2 0,1 73-4 0,22 0-3 0,49-37 1 0,36-23-2 0,36-36 1 0,-1-61-1 0,1-33 0 0,-36-61-1 0,-24-11 5 0,-12 82 6 0,0 60 2 0,-12 120-2 0,-12 82-2 0,24 0-4 0,24-57 0 0,12-75-5 0,-24-34-31 0,0-24-49 0</inkml:trace>
  <inkml:trace contextRef="#ctx0" brushRef="#br0">10027 13347 34 0,'0'0'9'0,"23"-37"-6"0,13 3 17 0,1-3 1 0,-37 37-6 0,-48 25-7 0,-24 58-5 0,13 12-3 0,83-47 0 0,35-23 1 0,-23-4 0 0,-36-8 4 0,-85 35-4 0,3-25-9 0,70-23-32 0,60 0-26 0</inkml:trace>
  <inkml:trace contextRef="#ctx0" brushRef="#br0">10325 13536 64 0,'0'-21'13'0,"24"-4"-6"0,22-23-3 0,3 0-4 0,-37-11 2 0,-24 47-1 0,-37 12 0 0,-8 24 2 0,8 35 0 0,25 13-3 0,12-1 1 0,24-34-2 0,0-26 2 0,0 1-2 0,48-1 0 0,22-22-2 0,14-62 1 0,-24 15 2 0,-25 11-1 0,-23 34 8 0,-11 13 1 0,-2 24-3 0,1 24-3 0,-12-12 0 0,0-13-1 0,0 1 0 0,0-24 1 0,0-24 0 0,11 1-2 0,14-25 1 0,-25 35-1 0,47-34 0 0,1 23 0 0,11 24 1 0,-23 37 1 0,-13-3 1 0,-23 16-1 0,0-29 1 0,0-21-1 0,13-46 1 0,47-38-3 0,23 49 1 0,-12 47-3 0,-23 59 1 0,-24 1 0 0,-12-37 2 0,-12-23-2 0,0-36-20 0,-12-10-82 0</inkml:trace>
  <inkml:trace contextRef="#ctx0" brushRef="#br0">6967 13573 0 0,'0'0'0'0,"-13"-47"5"0,2-1 2 0,11 24 5 0,0 12 2 0,11 85 12 0,14 128-9 0,10 37-11 0,-11-24-6 0,-12-84 0 0,12-57-1 0,-12-49-19 0,-12-84-45 0</inkml:trace>
  <inkml:trace contextRef="#ctx0" brushRef="#br0">6954 13418 43 0,'0'-24'6'0,"0"-10"-6"0,48 57 15 0,36 36 2 0,-1 35-9 0,-71-21-1 0,-60-25-3 0,-47-1-11 0,36-47-43 0,47-13 9 0</inkml:trace>
  <inkml:trace contextRef="#ctx0" brushRef="#br0">7241 13454 32 0,'11'-23'8'0,"49"-2"0"0,-12 25 10 0,-1 12-7 0,-23 12-2 0,-11-1-5 0,-13-10-1 0,-25-1-2 0,13-12 1 0,12-36-4 0,24-12 1 0,23 2 1 0,12 9 0 0,2 13-17 0,10 12-28 0,-24 12 26 0,-34 0 18 0,-1 12 13 0,-24-12 8 0,-1 0-5 0,26-12-6 0,23-11-2 0,-12-13-4 0,-13 13-1 0,-11 10 6 0,-24 26-2 0,-36 46-3 0,37-13-1 0,46-9 2 0,61-37-3 0,23-24 1 0,-10-12-1 0,-63 1 0 0,-22 22 1 0,-1 2-9 0,2-1-28 0,-1 12-23 0</inkml:trace>
  <inkml:trace contextRef="#ctx0" brushRef="#br0">5204 15441 50 0,'0'0'0'0,"0"-10"12"0,0-2-4 0,12 12 0 0,12-12-4 0,0 0 7 0,0-24-6 0,-12 13-2 0,-12-2-2 0,0 2 1 0,0 0 0 0,-24-2 0 0,0 0 2 0,12 2 1 0,-12 0-4 0,12 11 0 0,0 12 2 0,-11 0 0 0,11 0 0 0,-12 12 0 0,1 11 0 0,-2 13-2 0,1 12 1 0,0-1 0 0,1 13 1 0,23-12-3 0,12-38 1 0,35-10 0 0,1-22 0 0,0-27-1 0,-1 2 1 0,-11 12-1 0,-24-13 1 0,12 48 3 0,-12 25 4 0,-2 57 0 0,-10 37 1 0,0-12-3 0,0-11-2 0,0-48-5 0,0-37-25 0,0-22-32 0,13-37-29 0</inkml:trace>
  <inkml:trace contextRef="#ctx0" brushRef="#br0">5727 15252 85 0,'0'0'0'0,"0"-37"11"0,-34 74 14 0,-2 47-7 0,0 21-5 0,36 16-6 0,36-50-5 0,11-35 0 0,13-48 0 0,-24-36 1 0,-2-23 1 0,-34-13-2 0,-34 25 2 0,-14 23-4 0,-23 13 0 0,23 10-12 0,24 37-33 0,36-1-50 0</inkml:trace>
  <inkml:trace contextRef="#ctx0" brushRef="#br0">6145 15110 136 0,'-12'-50'21'0,"0"28"-4"0,0 22-12 0,12 0-5 0,12 0-59 0,12 12-41 0</inkml:trace>
  <inkml:trace contextRef="#ctx0" brushRef="#br0">6681 14811 71 0,'0'0'0'0,"-12"0"7"0,-25 73 19 0,-9 81-9 0,-14 60-4 0,0-25-1 0,1-45-5 0,10-25-7 0,27-35-12 0,10-60-35 0,0-24-37 0</inkml:trace>
  <inkml:trace contextRef="#ctx0" brushRef="#br0">6895 15347 125 0,'-24'-24'11'0,"13"24"-10"0,-74 24-1 0,49-1-33 0,26-10-63 0</inkml:trace>
  <inkml:trace contextRef="#ctx0" brushRef="#br0">5716 15299 29 0,'0'0'0'0,"0"-11"8"0,0-1 6 0,0 1 3 0,-12 11 3 0,-11 0-12 0,-1 23-3 0,-12 12 1 0,12 12 1 0,0 24-3 0,1 2-1 0,23-14-1 0,35 14 2 0,13-27-3 0,23-34 0 0,1-12 0 0,-14-58 2 0,-22-15 0 0,-11-9-2 0,-25 10-1 0,-25 12 1 0,-11 0 0 0,-10 1-1 0,10 34 1 0,0 14 0 0,1 22-2 0,-1 14 4 0,0 34-4 0,12 12-26 0,36 0-77 0</inkml:trace>
  <inkml:trace contextRef="#ctx0" brushRef="#br0">8050 15144 55 0,'-12'-34'26'0,"24"68"-11"0,-1 145 5 0,14 36-13 0,-1-49-5 0,-12-48-1 0,-12-45-11 0,0-62-29 0,-12-58-28 0</inkml:trace>
  <inkml:trace contextRef="#ctx0" brushRef="#br0">8038 15228 36 0,'0'-47'12'0,"0"-74"9"0,48 50-1 0,34 96-7 0,15 82-5 0,-62 12-3 0,-59-12 1 0,-71-35-5 0,11-50-23 0,48-56-36 0,36 22 19 0</inkml:trace>
  <inkml:trace contextRef="#ctx0" brushRef="#br0">8539 15110 48 0,'10'-13'31'0,"39"-11"-16"0,-49 72-1 0,-13 23-9 0,13 2-4 0,13-39 0 0,23-22 1 0,0-24-2 0,11-35-2 0,-36-24 0 0,-11 23 2 0,-36-12 0 0,-10 25 0 0,-2 11-1 0,-11 24 1 0,23 46 1 0,36 38-1 0,36-13 0 0,35-21 1 0,0-39-1 0,25-22 1 0,11-62-1 0,0 14 1 0,-47-1-2 0,-25 13 2 0,-12-13-2 0,-34 24 2 0,-14 36-2 0,-9 0 1 0,-2 48 0 0,24 0 1 0,72-1-2 0,11 1 2 0,-12 12-1 0,-59-37 2 0,-47 13-1 0,-14-24-5 0,61-36-22 0,72-71-22 0,-36 47 12 0</inkml:trace>
  <inkml:trace contextRef="#ctx0" brushRef="#br0">9432 14811 35 0,'12'-11'10'0,"-2"-13"30"0,-10 95-15 0,0 48-17 0,13 12-6 0,10-36-3 0,-23-35-23 0,0-47-38 0,-11-38 30 0</inkml:trace>
  <inkml:trace contextRef="#ctx0" brushRef="#br0">9444 15110 24 0,'-12'0'12'0,"24"-50"15"0,59-8 1 0,36 11-15 0,-24 10-6 0,-59 37-8 0,-48 12-41 0,13 13-16 0</inkml:trace>
  <inkml:trace contextRef="#ctx0" brushRef="#br0">10646 14763 43 0,'0'-11'17'0,"0"-37"-10"0,12 48 19 0,24 25-5 0,-13 34-11 0,2 24-3 0,-25-12-4 0,0-35-1 0,0-25 1 0,0-34 0 0,0-48-1 0,23-13-1 0,13 25 0 0,12-1-1 0,-1 37 0 0,1 46 0 0,-24 37-1 0,-24 11 1 0,0-23 1 0,12-12-3 0,-1-25 3 0,13-22 2 0,23-49-2 0,2-11-1 0,-26 47 1 0,1 1-1 0,12-14 0 0,0 24-1 0,0 38 1 0,-25 23 0 0,1 0-1 0,-1-25 1 0,14-12 1 0,35-34 0 0,23-12-1 0,-24-1-1 0,-23 25 2 0,-24 11-2 0,1 71 0 0,10-12 1 0,-12-23-15 0,-11-13-31 0,0-34-34 0</inkml:trace>
  <inkml:trace contextRef="#ctx0" brushRef="#br0">11527 14407 51 0,'0'-12'4'0,"0"-1"-5"0,36 50-49 0</inkml:trace>
  <inkml:trace contextRef="#ctx0" brushRef="#br0">12075 14621 46 0,'0'0'0'0,"-12"-47"12"0,-23-1 4 0,-13 36-9 0,-12 35-5 0,-23 48 0 0,47 25-1 0,48-12-2 0,48-61 2 0,11-71-3 0,-12-70-3 0,-11-74 0 0,-12 16 7 0,-24 139 7 0,-12 85-3 0,-24 106-2 0,24-11-3 0,24-49 0 0,0-57-12 0,-12-24-74 0</inkml:trace>
  <inkml:trace contextRef="#ctx0" brushRef="#br0">12944 14395 48 0,'0'-13'20'0,"-11"-10"-14"0,-14 35 10 0,-47 36 0 0,38 23-11 0,46 0-4 0,46-11-1 0,3-23 1 0,-50-16 1 0,-94-8-6 0,-24-13-14 0,82-34-30 0,50 9 3 0</inkml:trace>
  <inkml:trace contextRef="#ctx0" brushRef="#br0">13040 14585 9 0,'70'-11'26'0,"15"-14"7"0,-14-21-16 0,-23-15-12 0,-37 1-2 0,-47 37 1 0,-23 35-1 0,-12 59-1 0,35 24 0 0,23-11-2 0,26-26 0 0,81-45-3 0,3-60 2 0,-15-13 1 0,-33 12 1 0,-2 25 3 0,-11 35 1 0,-12 11-1 0,-24 13-3 0,-12 0 0 0,-12-12 0 0,0 0 0 0,12-35 1 0,12-26-2 0,24-10 1 0,24 10 0 0,-2-10-1 0,3 10 0 0,11 37 1 0,-26 50 1 0,-21-4 1 0,-13-10 0 0,0-24 0 0,0-12 1 0,23-60-2 0,38 13-2 0,-2 10-1 0,0 74 0 0,-23 22 0 0,-36 13-4 0,12-24-41 0,12-38-38 0</inkml:trace>
  <inkml:trace contextRef="#ctx0" brushRef="#br0">14290 14561 97 0,'11'-24'27'0,"2"1"-15"0,-13 23-86 0,0 0 26 0</inkml:trace>
  <inkml:trace contextRef="#ctx0" brushRef="#br0">4418 13287 97 0,'0'-59'14'0,"-23"59"-11"0,-49 36-2 0,-59 35-1 0,-12 25 0 0,84-62-2 0,11 3 3 0,36-24-1 0,-1-2 1 0,-44 96 2 0,68-49-2 0,24 15-1 0,1 46 8 0,-12 83 3 0,0 61-6 0,23 34 0 0,1-12-3 0,-12 13 6 0,-13-12-4 0,-23-36 1 0,0-71-6 0,12-72 6 0,12-72-2 0,35-22 0 0,37-26-3 0,35-11 1 0,-24-10-10 0,-60 9-38 0,-47 0-48 0</inkml:trace>
  <inkml:trace contextRef="#ctx0" brushRef="#br0">929 14763 74 0,'0'0'0'0,"-36"-71"9"0,0 58-2 0,-11 3 5 0,22 10 1 0,-9 60 1 0,10 82-5 0,24 72-3 0,12 12-2 0,34-59-2 0,26-49-1 0,12-68 0 0,0-75 1 0,-1-71-1 0,-25-10-1 0,-9 34 0 0,-37 36 0 0,-1 24 0 0,-11 24 0 0,13 13 0 0,-1 22 1 0,36 1-2 0,-1-13 1 0,24 1-1 0,-23-36 1 0,-12-24 1 0,-12-13 0 0,-24-21-1 0,-36-26-2 0,0 25 2 0,-35 0-1 0,-1 35 1 0,24 36-1 0,12 23 0 0,25 26 0 0,11-3 1 0,36 14-1 0,23-36 1 0,0-26 0 0,13-20 0 0,-12-38-1 0,-13-12 1 0,12-11 0 0,1 23-1 0,-24 36 1 0,-12 35 3 0,-1 38 0 0,-23-26-2 0,25 13 0 0,-25-37-1 0,11-11 4 0,-11-23-3 0,0-25-1 0,12 1 0 0,0-13 0 0,37 25 0 0,-2 11-2 0,-12 48 1 0,-11 11 1 0,-12 13 2 0,0-12-2 0,0-24 1 0,-12-1 0 0,12-34 2 0,-12-38-3 0,0 27 1 0,36-14-3 0,-1 0 2 0,37 36-3 0,-26 12 3 0,-21 37-1 0,-25 10 2 0,11 0-3 0,25-36 3 0,12-22-2 0,36-24 1 0,-25-13-1 0,-23 0 2 0,-36 1-2 0,0-1 1 0,0 12 0 0,0 24 1 0,0 60 4 0,12 95-1 0,0 35 2 0,24-11-3 0,-1-60 0 0,-12-34-1 0,-23-39 0 0,0-34-2 0,0-23-10 0,-23-49 3 0,-1-35-3 0,-23-48 6 0,23-11 3 0,12 59 0 0,48 46 0 0,11 27-1 0,36 57 4 0,-10 49-1 0,-62-12 2 0,-47-1-1 0,-23-24 0 0,11-35-1 0,35-12 0 0,13 12-3 0,36 36 2 0,25-12-1 0,-2-48 2 0,36-47-1 0,-11-26 1 0,-13 15-1 0,-47 11 0 0,-24 11 0 0,-13 24 1 0,2 1-1 0,-1 22 0 0,-1 13 0 0,-9 37 0 0,22 10 1 0,22-23-1 0,39-11 1 0,-13-2-1 0,-14 24 0 0,-34 24 1 0,0-22 0 0,13-37 1 0,35-12-3 0,11-24 2 0,-11 13-1 0,-12-2 0 0,0-34 3 0,11-12-3 0,1-13 1 0,-24 47 0 0,-36 27-1 0,-48 10-1 0,13 35 1 0,11 37 0 0,13 11 3 0,82-12-4 0,24-35 4 0,11-24-1 0,-22-48 0 0,-24 1 0 0,-25 12 0 0,-10 23-6 0,-13 0-35 0,0 11-78 0</inkml:trace>
  <inkml:trace contextRef="#ctx0" brushRef="#br0">20434 3310 1 0,'0'0'5'0,"0"-24"8"0,0 0 0 0,0 24-3 0,13-13 4 0,-1 3-3 0,-12 10 0 0,11 71-1 0,1 12-5 0,-1 1-1 0,2-36-1 0,-13-1-1 0,0-23 0 0,0 0-1 0,-13-14-1 0,2 3-6 0,-12-13-20 0,11-23-24 0,12 23 32 0</inkml:trace>
  <inkml:trace contextRef="#ctx0" brushRef="#br0">20447 3310 10 0,'-13'0'2'0,"2"-11"11"0,-1-14-6 0,1-10 5 0,22 11-3 0,1-13-1 0,-12 14-1 0,11-1-1 0,14 0-2 0,-2 1-1 0,13 23 1 0,0 0-2 0,0 0-2 0,-1 47 2 0,-11 0 0 0,-24 3 1 0,0-4 2 0,-36-10-2 0,1 0 0 0,-13-12 1 0,24-13-5 0,11 1 0 0,-10-1-9 0,12 2-36 0,-1-1 0 0</inkml:trace>
  <inkml:trace contextRef="#ctx0" brushRef="#br0">20983 2810 32 0,'-12'-24'2'0,"12"12"1"0,0 1 3 0,-11 11 3 0,-2 23-1 0,-11 38-3 0,-12 33 2 0,0 38-1 0,0 10-2 0,96 72 1 0,25-155-4 0,-3-35 0 0,-22-24 0 0,-48 0-1 0,-12-12-11 0,-24 0-26 0,0 1 0 0</inkml:trace>
  <inkml:trace contextRef="#ctx0" brushRef="#br0">21102 2989 16 0,'0'-12'5'0,"0"0"9"0,12 59 15 0,11 14-21 0,25 10-4 0,-12-24-2 0,-25-10-1 0,-11-3-9 0,-11-22-25 0,-1-12-1 0</inkml:trace>
  <inkml:trace contextRef="#ctx0" brushRef="#br0">21124 3023 16 0,'0'-11'5'0,"-10"-12"0"0,33-1 0 0,0 11 6 0,26-10-2 0,-2 23-2 0,25 23-4 0,-1 14 2 0,-23 10-3 0,-36 13 6 0,-36 11 0 0,-36 1-2 0,1-12-1 0,11-37-3 0,12 1-2 0,25-24-1 0,11-13-22 0,0-10-46 0</inkml:trace>
  <inkml:trace contextRef="#ctx0" brushRef="#br0">21530 2715 24 0,'0'-36'8'0,"0"36"-3"0,11 95 20 0,2 108-11 0,23-13-8 0,0-35-3 0,-12-60-2 0,-1-47-6 0,-23-36-33 0,-12-12 6 0</inkml:trace>
  <inkml:trace contextRef="#ctx0" brushRef="#br0">21756 2847 48 0,'0'0'5'0,"0"11"-3"0,24 83 9 0,0 14-1 0,0-24-2 0,0-37-5 0,0-35 0 0,-24-37 0 0,12-57-3 0,-1 34 0 0,1 48 4 0,-1 71-1 0,14-12-2 0,-1-9-1 0,-12-29-10 0,-12-8-38 0</inkml:trace>
  <inkml:trace contextRef="#ctx0" brushRef="#br0">21947 2726 51 0,'12'-11'2'0,"48"59"6"0,58 94-1 0,2 37 5 0,-85-14-5 0,-35-44-2 0,-59-50-12 0,11-47-49 0,48-24 34 0</inkml:trace>
  <inkml:trace contextRef="#ctx0" brushRef="#br0">22364 2905 57 0,'0'-12'2'0,"-12"-13"-1"0,70 4-3 0,14-4-20 0,-35 13-6 0</inkml:trace>
  <inkml:trace contextRef="#ctx0" brushRef="#br0">22376 3012 24 0,'-12'0'6'0,"-36"36"10"0,60-36-4 0,83-36-9 0,35-11-4 0,14 0-30 0,-107 22 4 0</inkml:trace>
  <inkml:trace contextRef="#ctx0" brushRef="#br0">22995 2584 8 0,'0'-13'8'0,"11"13"6"0,-11 37 1 0,0 10-5 0,13 1-2 0,-13-13-3 0,12-10-2 0,-24-14 0 0,12 1 0 0,-13-24-1 0,2-24 0 0,-14 1-1 0,14-13-1 0,11 12 0 0,-12 13 0 0,12-2 0 0,0 2 0 0,0 23 0 0,0 0 0 0,0 0-1 0,0 0 1 0,0 12-79 0</inkml:trace>
  <inkml:trace contextRef="#ctx0" brushRef="#br0">22482 2715 50 0,'0'0'2'0,"-11"35"-1"0,-1 37 1 0,24-13 2 0,-12-22 2 0,-12-37-2 0,-24-25-2 0,1-10-1 0,23 24 2 0,24 11-1 0,35 46-1 0,-11-21 0 0,-12-14-8 0,-37-11-59 0</inkml:trace>
  <inkml:trace contextRef="#ctx0" brushRef="#br0">18969 3977 48 0,'0'24'22'0,"36"36"-6"0,-11 11-12 0,-2-12 5 0,1-34-5 0,-24-14-2 0,0-11 0 0,-36-48 1 0,-11-36-4 0,-1-58 1 0,37 35 6 0,11 59-4 0,34 35 0 0,38 38 1 0,-12 34-1 0,-48 25 2 0,-72-1-1 0,-35 1-17 0,59-61-2 0,12-23-3 0,13-23-51 0</inkml:trace>
  <inkml:trace contextRef="#ctx0" brushRef="#br0">19280 3512 61 0,'12'-12'1'0,"10"12"4"0,-56 120 17 0,-3 82-9 0,37-13-5 0,71-80-6 0,14-74 1 0,11-24-29 0,-49-45-48 0</inkml:trace>
  <inkml:trace contextRef="#ctx0" brushRef="#br0">19506 3655 56 0,'0'0'17'0,"12"0"-14"0,35 96 6 0,1 11-6 0,-36-36 5 0,0-47-5 0,0-71-1 0,0-49-2 0,22 37 0 0,-21 70 0 0,10 73-3 0,13-13-28 0,-23-48-27 0</inkml:trace>
  <inkml:trace contextRef="#ctx0" brushRef="#br0">19816 3346 77 0,'11'35'7'0,"36"132"-1"0,2 47-5 0,-2-47 0 0,-23-60-15 0,-12-59-54 0</inkml:trace>
  <inkml:trace contextRef="#ctx0" brushRef="#br0">20042 3630 77 0,'0'-10'15'0,"-12"70"-14"0,48 70 0 0,-24 0-1 0,11-34-6 0,-12-60-27 0,-22-36-11 0</inkml:trace>
  <inkml:trace contextRef="#ctx0" brushRef="#br0">20042 3835 29 0,'0'-37'23'0,"24"37"-15"0,35 24 6 0,24 23-1 0,-23 1-9 0,-60 0-4 0,-60-12-42 0,37-26-2 0</inkml:trace>
  <inkml:trace contextRef="#ctx0" brushRef="#br0">19994 3381 65 0,'61'-35'5'0,"45"143"4"0,13 93-5 0,-36 2 1 0,-71-50-1 0,-48-32-2 0,-12-74-16 0,12-35-52 0</inkml:trace>
  <inkml:trace contextRef="#ctx0" brushRef="#br0">20173 3262 61 0,'-12'-13'5'0,"24"3"-5"0,34-14 1 0,-10 0-3 0,13 24-56 0</inkml:trace>
  <inkml:trace contextRef="#ctx0" brushRef="#br0">20197 3346 57 0,'-24'12'3'0,"-24"23"4"0,60-24-2 0,70-57-3 0,50-26-24 0,-83 48-11 0</inkml:trace>
  <inkml:trace contextRef="#ctx0" brushRef="#br0">22435 2715 8 0,'-25'-23'10'0,"3"-14"19"0,22 24 2 0,0 63-12 0,12 105-8 0,23-2-7 0,-11-57 0 0,-12-48 1 0,-12-48 2 0,-36-60-3 0,-11-47-3 0,-1-84-1 0,36 36-1 0,36 61 1 0,47 44 0 0,13 63-3 0,-49 24 2 0,1 10 0 0,-25 36 3 0,-47 0 1 0,-58-23-8 0,35-12-28 0,47-25-48 0</inkml:trace>
  <inkml:trace contextRef="#ctx0" brushRef="#br0">23031 2357 76 0,'0'-12'2'0,"-25"60"6"0,-57 119 12 0,-2 47-12 0,84-23-5 0,94-96-4 0,27-59-4 0,-27-48-41 0,-58-24-12 0</inkml:trace>
  <inkml:trace contextRef="#ctx0" brushRef="#br0">23245 2382 71 0,'0'0'4'0,"24"142"12"0,-12 13-6 0,12-60-3 0,-1-59-2 0,0-72 0 0,26-71-6 0,9 24 1 0,-33 107 3 0,-14 83-1 0,38-12-3 0,-14-37-16 0,-35-58-19 0,-12-58-26 0</inkml:trace>
  <inkml:trace contextRef="#ctx0" brushRef="#br0">23578 2179 51 0,'12'-12'5'0,"48"1"13"0,47 105-2 0,11 109-10 0,-82-14-1 0,-72-45-17 0,-46-37-47 0,58-95 35 0</inkml:trace>
  <inkml:trace contextRef="#ctx0" brushRef="#br0">22114 3858 119 0,'-24'-12'8'0,"12"-24"-12"0,178-71 1 0,179-84 3 0,132-22-1 0,47 10-3 0,-107 59 5 0,-179 60 1 0,-178 63-4 0,-84 21-24 0,-58 46-55 0</inkml:trace>
  <inkml:trace contextRef="#ctx0" brushRef="#br0">22804 3881 90 0,'-11'0'27'0,"22"120"-32"0,25 11 5 0,0-36 3 0,-36-72 3 0,-24-46-2 0,-24-84-4 0,12-96-1 0,25 60 1 0,70 83-1 0,13 60 1 0,-1 60-1 0,-47 12 3 0,-95 11-20 0,-25-22-81 0</inkml:trace>
  <inkml:trace contextRef="#ctx0" brushRef="#br0">23317 3441 100 0,'0'-12'4'0,"-12"108"6"0,1 46 0 0,-2 26-7 0,49-50-4 0,11-60-27 0,1-33-60 0</inkml:trace>
  <inkml:trace contextRef="#ctx0" brushRef="#br0">23566 3477 49 0,'-23'-12'21'0,"10"24"2"0,13 47-7 0,25 48-9 0,-14 1-3 0,1-61-3 0,0-23-1 0,-12-24-20 0,-12-37-33 0,-11 3 9 0</inkml:trace>
  <inkml:trace contextRef="#ctx0" brushRef="#br0">23424 3488 9 0,'0'0'0'0,"0"-34"24"0,23-3 2 0,24 13-1 0,49 48-13 0,23 59-6 0,-23 13 1 0,-84-1 2 0,-72-24-2 0,-24-35-5 0,13-36-24 0,47-36-42 0,24 36 34 0</inkml:trace>
  <inkml:trace contextRef="#ctx0" brushRef="#br0">23781 3286 66 0,'12'-12'5'0,"70"37"0"0,27 105 18 0,-26 37-10 0,-132-12-6 0,-69-25-38 0,23-71-51 0</inkml:trace>
  <inkml:trace contextRef="#ctx0" brushRef="#br0">24292 3404 53 0,'25'-23'-11'0,"-25"23"-21"0</inkml:trace>
  <inkml:trace contextRef="#ctx0" brushRef="#br0">19601 4597 17 0,'-13'0'3'0,"-46"0"9"0,36 0-6 0,12 0-1 0,34-13-3 0,47-11 0 0,27-23 1 0,10-24-2 0,24 11 4 0,1 12 1 0,-39 24-3 0,-44 12-1 0,-49 12 0 0,-36 36 0 0,-70 12 0 0,-14 23-2 0,-35 12 0 0,12-22 2 0,24-27 0 0,59-10-1 0,60-36 0 0,48-11 0 0,59-13-2 0,47-35 0 0,2-13 2 0,-1 13 0 0,-25 23 0 0,-70 12-1 0,-60 36 2 0,-60 36 1 0,-59 25-1 0,-35 10-1 0,-14 11-1 0,26-9 2 0,46-39 0 0,49-22 0 0,71-12-1 0,47-46-2 0,47-27 2 0,50-22-1 0,-1 24 0 0,-12 11 1 0,-72 24-2 0,-47 24 2 0,-85 24 3 0,-45 36-1 0,-37 0-3 0,-12 23 0 0,12-11 1 0,24-13 0 0,59-23 0 0,48-24-2 0,60-24 1 0,46-36 0 0,26-11 0 0,11 24 1 0,-12-1-1 0,-36 0-1 0,-36 25 2 0,-35 23 0 0,-48 0 3 0,1 0-3 0,-13 23-1 0,-13 2 1 0,3 22-13 0,21-23-68 0</inkml:trace>
  <inkml:trace contextRef="#ctx0" brushRef="#br0">20042 3762 5 0,'-12'-11'25'0,"12"-1"-13"0,0 0-5 0,0-1-2 0,0 2 5 0,0 11-7 0,0-23 29 0,0 23-28 0,12-13 0 0,1 13 2 0,-13 0 1 0,11 36-2 0,12 0-2 0,13 23 1 0,0-11-2 0,-12-13 1 0,-12 1 1 0,-12 12-1 0,0-23-1 0,0-25 1 0,0 0 0 0,-12-13-3 0,0 13 0 0,0 0 1 0,12-12-1 0,-13 0 0 0,13-1 0 0,0 2 0 0,-11-1 0 0,-1-12 0 0,-12 0 0 0,12 13 0 0,1-25 0 0,11-1 0 0,-23 14 0 0,10 12 0 0,-11-1 0 0,12 0 0 0,12-1 0 0,-12 2 0 0,12 11 0 0,0 0 0 0,0 0 0 0,0 0 0 0,12-23 0 0,24-2 0 0,0 13 0 0,-2 12 0 0,15 0 0 0,-25 12 0 0,23 13 0 0,-24-2 0 0,2 1 0 0,-1 0 0 0,-24 10 1 0,0 16 0 0,-24-16-1 0,-1 3 1 0,2 10 0 0,-1-10 0 0,13-26-1 0,11-11 1 0,11 0 0 0,0-11-1 0,25-14 0 0,-11 0 1 0,-1 2-1 0,-12-1 0 0,-12 0 1 0,0 1-1 0,0-1 1 0,-12-13-2 0,12 14 2 0,-13 0-1 0,13 11 0 0,-23-1 0 0,-1 2 1 0,-1-1-1 0,3 1-1 0,-2-2 2 0,-1 1-2 0,2 0 2 0,-1-1-1 0,12 3 0 0,1 10 0 0,-1 0 0 0,-12 0-1 0,12 10 1 0,0-10 0 0,12 13-1 0,0-1 0 0,24 36 2 0,-11 0-2 0,10-1 1 0,0 1 0 0,1-1-1 0,-12-11 1 0,-1 0 1 0,-11-11-1 0,0-14 1 0,0-11-1 0,0 0-1 0,0 0 2 0,13 0 0 0,-1 0-1 0,0-11 0 0,11-26 0 0,1 13 0 0,-1 12 0 0,2 1 1 0,11-14-2 0,-25 13 1 0,13 1 0 0,-24 11 0 0,0-12 1 0,0 12-1 0,0-11 0 0,0-2 0 0,-12-11 0 0,0 11 0 0,1 2 1 0,-1-24-1 0,-1 10-1 0,2 2 1 0,-1 12 0 0,12-2 0 0,-13-11 0 0,2 11 0 0,-1 3 0 0,-1 10 0 0,2-11 0 0,-12 11 0 0,-1 0 0 0,0 0-1 0,12 11 1 0,-1-1 0 0,2-10 0 0,11 0 0 0,0 0-23 0,-12 13-20 0,12-1-36 0</inkml:trace>
  <inkml:trace contextRef="#ctx0" brushRef="#br0">20101 3036 45 0,'0'-36'7'0,"-12"36"4"0,1-11 7 0,-12 11-5 0,-2 0-4 0,13 0-5 0,12-12-2 0,-12-13 0 0,-24 14 4 0,-11 11-3 0,-2 0-1 0,-9 0 0 0,22 0-1 0,-13 0 2 0,3 0-2 0,-2 0 0 0,-24 24 0 0,25-12 2 0,-13 11-2 0,1-11 0 0,10 12-1 0,-9 13 0 0,-14 9 1 0,1 2 0 0,23 0-1 0,0-1 0 0,0-10 0 0,12-3 2 0,-11 14 1 0,-13 12-3 0,13-13 0 0,22 1 1 0,3 0 0 0,10 11 0 0,-12 1-1 0,0 11 1 0,-12 1 0 0,24-25-2 0,12 13 2 0,12-12 0 0,12 12 0 0,12 11-1 0,12-12 3 0,-2 12-6 0,3 1 4 0,-2-14-3 0,0 3 2 0,2-1 1 0,-14-1 0 0,13 0 0 0,12-22 0 0,-14-3 1 0,27 3-1 0,-26-3 0 0,1-21 1 0,11 11-1 0,-59-24-1 0,61 13 0 0,-14-13 2 0,12 0-3 0,1 0 2 0,-13 0 0 0,12-13-1 0,-10-24 1 0,-2 3 0 0,13 10-1 0,-13 0 1 0,1-24 0 0,0 13-1 0,11-1 1 0,1-12-1 0,-26 0 0 0,15 1 0 0,-13 10 1 0,-1 3-1 0,-11-3 0 0,13 3-1 0,-14-3 1 0,-12-10 2 0,14-1-2 0,-2 13-1 0,-23-13 2 0,11-34 0 0,-11 21-3 0,0 13 3 0,-11 2-1 0,11 9 0 0,0-10 0 0,-12-13 0 0,12 12 0 0,0 1 0 0,0-1 0 0,-11-23-1 0,-1 11 0 0,-1 13 1 0,2-1 0 0,-12-12 1 0,-14-11-1 0,1-1 0 0,0 26 0 0,25 9 0 0,-14-10 1 0,-11-13-1 0,2-1 0 0,-3 15 2 0,-10 10 1 0,12 24-1 0,11 12-2 0,12 0 2 0,12 23-3 0,-12 27-5 0,0 21-31 0,12-24-84 0</inkml:trace>
  <inkml:trace contextRef="#ctx0" brushRef="#br0">18851 3454 83 0,'-12'-13'2'0,"-1"1"0"0,2 12 1 0,11-12 9 0,-12 12 4 0,-11-13-9 0,-1 2-4 0,-24-1-1 0,0-11 2 0,-23 11 1 0,-1 12-1 0,0 12-1 0,14 0-2 0,9 11 0 0,13 1-1 0,13 0 1 0,10-11 0 0,26-13 0 0,-1-25 0 0,12-11 0 0,-1-11 0 0,2 0-3 0,-1 10 2 0,0 14 0 0,-13 12 0 0,-11-2 1 0,-11 26 0 0,-13 8-1 0,-25 40 1 0,26-1 1 0,10-1-2 0,13-34 0 0,36-2 0 0,13-12 0 0,-14 13 1 0,-35-11-12 0,-11 10-54 0,11-23 5 0</inkml:trace>
  <inkml:trace contextRef="#ctx0" brushRef="#br0">17386 3454 16 0,'-12'-25'22'0,"12"-23"-4"0,-13 13 10 0,3 11-7 0,33 35-7 0,13 97-3 0,12 60-3 0,0-3-3 0,-25-46-2 0,-12-47 1 0,-11-36-2 0,0-36-6 0,-34-72-20 0,-14-35-12 0,12 24 7 0,0 11 17 0,24 14-6 0,-1 33-7 0</inkml:trace>
  <inkml:trace contextRef="#ctx0" brushRef="#br0">17303 3441 23 0,'-12'-12'16'0,"-12"-24"-4"0,24-11-1 0,60-25-2 0,-1-11 0 0,-12 36-1 0,-11 34 0 0,1 60 4 0,10 14-6 0,-11 22-2 0,-13-24 2 0,-11-11-2 0,-24-12 1 0,-24-24-2 0,0-12-1 0,2-48-2 0,34-11 1 0,34 11-2 0,15-25-1 0,10 27 2 0,-23 10-1 0,-12 36 1 0,-11 11 0 0,-13 2-3 0,0-13-12 0,0 12-14 0,11-24 6 0,12-12 19 0,-11 12 11 0,-1-12 9 0,2 24-3 0,10 36-1 0,-10 36-9 0,11-12-1 0,-36-13-11 0,0-12-66 0,12-35 52 0</inkml:trace>
  <inkml:trace contextRef="#ctx0" brushRef="#br0">17732 3215 15 0,'-11'0'14'0,"-2"-12"-1"0,13 0-4 0,13-12 6 0,10 1-2 0,11 46-3 0,15 38-5 0,-1 33-2 0,-25-35 0 0,-11-11-1 0,-1-36 3 0,-22-12-2 0,-36-37 0 0,11-9-2 0,23-2-1 0,13 12-1 0,49-35 2 0,9-1-3 0,-22 25-6 0,-11 36-25 0,-14 22-23 0</inkml:trace>
  <inkml:trace contextRef="#ctx0" brushRef="#br0">18041 3036 18 0,'0'-13'13'0,"0"13"11"0,12 13-2 0,1 47-10 0,10 22-11 0,1-32 2 0,-1-16-6 0,-23-22-74 0</inkml:trace>
  <inkml:trace contextRef="#ctx0" brushRef="#br0">18113 2929 52 0,'0'0'0'0,"-24"-11"2"0,24 22-48 0</inkml:trace>
  <inkml:trace contextRef="#ctx0" brushRef="#br0">18315 2929 57 0,'-24'12'5'0,"-11"70"-4"0,35-21 1 0,23-38-1 0,13-23 5 0,12-11-2 0,-24-37-1 0,-37 23-1 0,-34 2-1 0,-1 12 2 0,13-1-1 0,23-13-1 0,59-34-2 0,37 0 1 0,-13 72 1 0,-11 45 2 0,-37 14 3 0,-34-37 5 0,-1-35-3 0,-1-35-6 0,13-24-1 0,13 22-5 0,10 14-6 0,13 12 2 0,-12 11-45 0,-24 0 22 0</inkml:trace>
  <inkml:trace contextRef="#ctx0" brushRef="#br0">18422 4239 42 0,'-35'-12'6'0,"-25"1"2"0,-1 11-7 0,-9-13 3 0,-60 26 6 0,-26 21-5 0,-22 3-1 0,-14-3-1 0,26 3-1 0,23-13 2 0,36-14-1 0,95 3-3 0,-95-1 3 0,36-12-1 0,35 0 0 0,36-35-1 0,48-13-1 0,35-12-1 0,0 13 2 0,0-1-1 0,1-11-2 0,-24 23 1 0,-13 13 1 0,-47 10 1 0,-25 26 0 0,-45 21 1 0,-13 14 0 0,-1 0 1 0,25 0-4 0,23 0 1 0,23-14 0 0,74 3-1 0,23-24 1 0,9-2-1 0,-20-11 0 0,-26-11 1 0,-24-2-25 0,-34-11-46 0</inkml:trace>
  <inkml:trace contextRef="#ctx0" brushRef="#br0">14588 3965 20 0,'0'-12'21'0,"-13"-12"-9"0,13 35 0 0,13 85 3 0,23 59-7 0,-1-12-6 0,-23-60-1 0,-1-47 2 0,-34-24 1 0,-12-60-1 0,-14-35-2 0,2-24 1 0,12-12-4 0,11 22 2 0,12 39 0 0,24 11 0 0,35 22-1 0,37 37 0 0,-2 35 0 0,-33 3 0 0,-37 21 2 0,-60 0 1 0,-12-12 1 0,0 0-32 0,24-22-30 0</inkml:trace>
  <inkml:trace contextRef="#ctx0" brushRef="#br0">14743 4048 5 0,'71'-24'6'0,"-24"11"-2"0,1 38 7 0,-36 34 2 0,-12 12-6 0,-12-21-3 0,24-27-4 0,24-35 1 0,12-24 0 0,-13-23-1 0,-12-1 0 0,-23 24 1 0,-36 11-1 0,-22 15 0 0,10 10 0 0,13 23 0 0,23 1 1 0,24 23-1 0,23-10-1 0,13-26 1 0,23-22 0 0,1-37 0 0,-12-12 0 0,-13 13-1 0,-35 23 2 0,-12 24-1 0,-25 0 0 0,2 24 1 0,12 23 0 0,34 1-2 0,24-12 1 0,-22-12 0 0,-14-1 1 0,-22 13-2 0,-14-24-13 0,14-24-17 0,11 12 22 0</inkml:trace>
  <inkml:trace contextRef="#ctx0" brushRef="#br0">15481 3630 15 0,'0'-34'4'0,"24"34"1"0,-12 24 5 0,35 83-5 0,-24 12-3 0,-23-12-1 0,0-12-9 0,0-48-25 0</inkml:trace>
  <inkml:trace contextRef="#ctx0" brushRef="#br0">15493 3965 33 0,'0'-12'6'0,"-12"-24"-1"0,72-12-4 0,35-11-2 0,-24 34-14 0,-35 25-13 0</inkml:trace>
  <inkml:trace contextRef="#ctx0" brushRef="#br0">15612 3559 14 0,'0'-23'3'0,"0"-36"8"0,0 47-2 0,0 12-3 0,11 60 4 0,2 35-3 0,-1 59-3 0,-12 1 0 0,0-23 2 0,0-50-4 0,11-46 1 0,25-24-2 0,12-24 1 0,0-24-7 0,-25-35-17 0,1 10-30 0</inkml:trace>
  <inkml:trace contextRef="#ctx0" brushRef="#br0">15493 3906 36 0,'0'0'4'0,"-24"0"8"0,106-37-4 0,50-22-5 0,23-37 8 0,-36 25-3 0,-95 58-4 0,-48 13-2 0,-11 25-6 0,-1-13-16 0,0 24-40 0</inkml:trace>
  <inkml:trace contextRef="#ctx0" brushRef="#br0">22983 3322 1 0,'-13'11'10'0,"2"-11"-7"0,-1 0 1 0,12 0-3 0,0 0 2 0,-13 0 6 0,-9 0 2 0,-14 0-4 0,-13 0 2 0,38-11-3 0,-1 11-4 0,12 11 0 0,0 2 3 0,-11-13 4 0,11 0-3 0,-25 12 0 0,2 0-3 0,23-1-2 0,23-34 0 0,109-49-3 0,58-23 1 0,1 35 0 0,-36 13-1 0,-36 11 0 0,-48 11 2 0,-35 2 0 0,-36 12 1 0,-23 11 1 0,-50 23 0 0,-57 25 0 0,-25 11 1 0,-13 13 0 0,-11-1-4 0,61-23 4 0,47 0-2 0,71-48 0 0,36-12-2 0,83-60-2 0,71-24 2 0,48 2-1 0,-23 22-1 0,-85 25 1 0,-46 23 0 0,-60 12 2 0,-48 24 2 0,-83 36-1 0,-72 23 3 0,-47 0-1 0,12 13-2 0,35-13 1 0,84-35 0 0,72-25-1 0,46-11-1 0,72-47-3 0,95-48 0 0,49 11 1 0,-26 13 0 0,-81 47 1 0,-60 1 0 0,-61 23 1 0,-58 11 1 0,-96 49 2 0,-95 35 1 0,-37-1-2 0,50 3 2 0,82-26-3 0,83-59 0 0,84-12-1 0,108-59-2 0,93-49-3 0,13 24 4 0,-95 37 0 0,-47 23-1 0,-74 24 3 0,-22-11-1 0,-22 11 1 0,-14 11-1 0,12 1 1 0,24-12-2 0,0 0 2 0,0-12-1 0,0 12 0 0,0 0 0 0,11 0 0 0,2 0-1 0,-13 0 1 0,0 12 0 0,0-12 0 0,0 0 0 0,0 0-1 0,0 0 1 0,12 0 0 0,-12 0-3 0,12 0-5 0,-12 0-3 0,0 12-3 0,0 1-14 0,0-2-11 0</inkml:trace>
  <inkml:trace contextRef="#ctx0" brushRef="#br0">23162 3228 6 0,'-13'0'2'0,"-10"11"1"0,-1-11 3 0,-23 10 4 0,11 3 1 0,0-1 0 0,12 0-3 0,12-12-2 0,48-24-5 0,71-35 0 0,84-25-3 0,-14 13 1 0,-57 46-1 0,-48-9 2 0,-36 34 0 0,-24-12 4 0,-24 12 2 0,-60 35-4 0,-35 1 0 0,-49 12 1 0,2 11-1 0,-1 1-1 0,60-26 0 0,72-21-1 0,33-13 0 0,75-34-1 0,58-39 1 0,35 14-2 0,-11 11 0 0,-60 23 1 0,-59 14 0 0,-48 11 2 0,-48 11 2 0,-59 14 0 0,-83 34 0 0,-14 25 0 0,3-13-2 0,129-47-1 0,59-11 1 0,-21-13-1 0,45-13 1 0,155-70-4 0,61-13 2 0,-24 25-1 0,-48 35 0 0,-84 25 2 0,-58-1 0 0,-50 24 6 0,-58 22-4 0,-95 27 1 0,-37 33 0 0,1 2 0 0,83-37 1 0,95-34-4 0,60-37-2 0,107-48 0 0,96-35 0 0,23 0 1 0,-37 22-2 0,-69 39 1 0,-60 10 1 0,-61 24 1 0,-45 12 1 0,-75 34 1 0,-70 27 1 0,-34 9 0 0,22-11-3 0,60-21 2 0,72-16 0 0,47-34-2 0,107-34-3 0,84-37 1 0,47-26 0 0,-24 39 0 0,-83 21 0 0,-71 24 1 0,-36 2 2 0,-24 11-1 0,-12 0 1 0,0 0-1 0,24 0 0 0,0 11 0 0,0-11 0 0,0 0 0 0,0 0 0 0,0 0 1 0,0 0-1 0,0-11 0 0,0 11 0 0,0 0-1 0,0 0-1 0,-36 36-68 0,25-24 51 0</inkml:trace>
  <inkml:trace contextRef="#ctx0" brushRef="#br0">12051 12703 38 0,'0'-23'8'0,"-12"-13"-3"0,12 13 18 0,-23 34-13 0,-13 49 1 0,0 72 1 0,-12 46-3 0,12 12-5 0,36-11 0 0,25-35-2 0,21-26-1 0,26-47 0 0,0-34 2 0,12-14-21 0,-13-46-85 0</inkml:trace>
  <inkml:trace contextRef="#ctx0" brushRef="#br0">12491 13002 31 0,'-11'-23'15'0,"-12"34"-14"0,23 49 8 0,11 24-1 0,1 21-2 0,-1-34 0 0,2-10-2 0,-13-26-2 0,0-35 2 0,0 0 1 0,-24-46-3 0,12-15-1 0,1-22-1 0,-2 1 2 0,13-2-2 0,-12 0 1 0,0 13-1 0,12 11 1 0,0-1-1 0,12 40 0 0,13-4 0 0,9 25-1 0,2 12 0 0,-11 35 0 0,-2 1 2 0,-23 12-2 0,0-13 2 0,-48 13-1 0,1-12 0 0,-1-25 0 0,25-12 1 0,11-11-1 0,12 0 0 0,12 0 0 0,11 0 0 0,36 0 1 0,2 25-2 0,22 21 1 0,-12 4 0 0,-23-3 0 0,0-23 0 0,-36-1 2 0,-1-12-2 0,-11 2 2 0,0-13-2 0,0-13-30 0,0-10-31 0</inkml:trace>
  <inkml:trace contextRef="#ctx0" brushRef="#br0">12897 12514 40 0,'-12'-12'5'0,"24"0"3"0,-12-1 2 0,0 13-1 0,11 0-6 0,2 0 1 0,-1 0-3 0,-1 13 0 0,1 11 2 0,12-1 1 0,0 25-2 0,0-1 1 0,-12 24-1 0,12-10 0 0,-1-1 1 0,-11-1-3 0,-1 12 2 0,2 12-1 0,-1-11 2 0,-12-13 1 0,-12 1 2 0,-1-1-1 0,2-11-2 0,-12 11-2 0,11-35 1 0,-1 12-1 0,-10-25 1 0,12 2-1 0,11-1 1 0,-13-12-2 0,1 12 2 0,12 1-2 0,0-2 1 0,0-11-1 0,0 10 0 0,0 3 1 0,0-1 0 0,0-12-1 0,0 0 1 0,0 0-1 0,0 0 1 0,0 0 2 0,0 12-3 0,0-12 1 0,0 0-1 0,0 0 2 0,0 0 12 0,0-12-15 0,-24 0-70 0,12 12-1 0</inkml:trace>
  <inkml:trace contextRef="#ctx0" brushRef="#br0">1762 16157 80 0,'0'0'0'0,"-11"-25"4"0,-1 50 9 0,24 46 13 0,35 36-5 0,1 24-10 0,0-13-5 0,-12-34 0 0,-13-24 2 0,-35-12-1 0,1-24-1 0,-14-48-1 0,2-36-5 0,-13-11 1 0,12 0-1 0,0-1 1 0,1-11 0 0,23 11 0 0,0 1-1 0,12 23 1 0,-1 13-1 0,1 11 0 0,-12 24-1 0,36 12 0 0,0 35 1 0,23 12 1 0,-11 12-1 0,0-10 0 0,-24-14 0 0,-1-23 0 0,0-12 1 0,-23-12 2 0,13-48-1 0,-13-11-1 0,12-24 0 0,-12-1 0 0,0 13 0 0,11-13-1 0,2 38 0 0,-1 21 0 0,0 25-1 0,22 25 0 0,15 57 1 0,-1 25-1 0,-13-23 3 0,13 11-1 0,-24-48-1 0,-11-35-1 0,-13-12-19 0,-13-35-47 0,1 11-32 0</inkml:trace>
  <inkml:trace contextRef="#ctx0" brushRef="#br0">2644 15919 80 0,'0'0'0'0,"23"-47"7"0,-34 22 13 0,11 25-3 0,0 0-2 0,11 36-2 0,25 12-3 0,1 23-2 0,-3 0-1 0,-9 1 0 0,-14-1-1 0,2 0 0 0,-13-11-4 0,0 1-2 0,0-27 1 0,0-10 1 0,12-36 0 0,23 0 0 0,13-47-1 0,35 11-2 0,13-11 1 0,23 11 1 0,-35 13 1 0,-37 23-4 0,-24 12 4 0,-23 0-3 0,0 0 2 0,12 0-84 0,-1 0-10 0</inkml:trace>
  <inkml:trace contextRef="#ctx0" brushRef="#br0">13730 13205 46 0,'-11'0'35'0,"-13"-25"-32"0,59 13 4 0,61-11 3 0,0-1-1 0,-37 0-2 0,-48 24-4 0,-34-13-31 0,23 13-55 0</inkml:trace>
  <inkml:trace contextRef="#ctx0" brushRef="#br0">14482 12585 13 0,'0'-24'15'0,"0"0"10"0,0 1-1 0,0 23-12 0,0 34-2 0,11 62-3 0,12 47 2 0,0-35-1 0,-10-24-3 0,-1-50-3 0,-1-22-3 0,-11-47-57 0,13 11-2 0</inkml:trace>
  <inkml:trace contextRef="#ctx0" brushRef="#br0">14790 12811 71 0,'-12'-24'23'0,"0"24"-10"0,60-34 5 0,47 9-14 0,-23 13-1 0,-48-1-3 0,-24 13-29 0</inkml:trace>
  <inkml:trace contextRef="#ctx0" brushRef="#br0">15314 12561 44 0,'0'-13'3'0,"12"-33"6"0,0-2 14 0,-12 12-10 0,0-10-3 0,-24 9-4 0,0 1-3 0,-11 36-2 0,-1 12 0 0,0 12-1 0,36 24 0 0,12-1 0 0,35 0 0 0,13 13-1 0,12 12 1 0,-36-12-1 0,-25-26 2 0,-70-9 3 0,-13-37 0 0,24-35-1 0,37-1-1 0,70-12-6 0,25 13-29 0,-25 35-51 0</inkml:trace>
  <inkml:trace contextRef="#ctx0" brushRef="#br0">14397 13406 51 0,'-47'0'8'0,"47"-23"12"0,47-13-7 0,61-12-3 0,94-23-2 0,48 11-1 0,-1 1-5 0,-68 23-1 0,-87 13 0 0,-58-2 0 0,-24 13-15 0,-24 12-33 0,-12 24-13 0</inkml:trace>
  <inkml:trace contextRef="#ctx0" brushRef="#br0">14337 13620 40 0,'0'0'0'0,"-70"13"12"0,93-26 2 0,72-34 0 0,72-11-2 0,119-39-4 0,35 2-5 0,-59 24-1 0,-96 24 4 0,-117 10 3 0,-37 14-3 0,-1-1-5 0,-22 24-2 0,-1 24-23 0,-12-1-55 0</inkml:trace>
  <inkml:trace contextRef="#ctx0" brushRef="#br0">13933 15431 67 0,'-11'0'8'0,"-2"0"-1"0,13 0 18 0,24 0-10 0,-12-12-5 0,-1 0-6 0,-11 0-2 0,13-13 0 0,-13-9-1 0,12 9-1 0,-12-10 1 0,-12-1 0 0,-12 24-2 0,1-12 2 0,-2 12 0 0,1 12-2 0,0 0 1 0,-12 0 1 0,0 23 0 0,0-10-1 0,2 11 1 0,10 23-1 0,0 13 2 0,-12 0 0 0,36-1-2 0,11-35 0 0,25-12 3 0,35-24-2 0,1-36 0 0,12 1 1 0,-25-1 0 0,-23 0-2 0,-13 13 3 0,-10 24 2 0,-13 34 1 0,12 59-2 0,0 39 3 0,0-27 1 0,0 1-4 0,0-47-2 0,-12-25-3 0,-12-23-32 0,0-47-55 0,12 47 41 0</inkml:trace>
  <inkml:trace contextRef="#ctx0" brushRef="#br0">14373 15491 99 0,'0'-13'50'0,"-36"1"-44"0,72-13 10 0,60-9-10 0,10 10-2 0,-57 11-1 0,-49 2-9 0,-12 22-61 0,12 2-3 0</inkml:trace>
  <inkml:trace contextRef="#ctx0" brushRef="#br0">15063 15085 73 0,'0'0'0'0,"0"-59"21"0,13 35 7 0,-26 11-7 0,-10 26-9 0,-12 11-4 0,-13 47-4 0,12 13-3 0,24 23 0 0,24-25-1 0,36-21 1 0,10-51 1 0,3-20 0 0,-25-38 1 0,-25 1-1 0,-22 22 0 0,-25 25-2 0,-25 12 0 0,27 12 0 0,22-12-12 0,12-12-41 0,0 11-42 0</inkml:trace>
  <inkml:trace contextRef="#ctx0" brushRef="#br0">14754 15050 61 0,'0'-12'15'0,"0"0"18"0,12 71-6 0,0 60-14 0,12 24-6 0,12-59-2 0,-13-37-2 0,-23-34 0 0,0-26-26 0,-23 13-96 0</inkml:trace>
  <inkml:trace contextRef="#ctx0" brushRef="#br0">14122 16121 53 0,'-94'36'16'0,"22"0"3"0,25-13 3 0,23 1-9 0,36-11-3 0,83-63-2 0,96-55 4 0,131-16-4 0,11 39-7 0,-23 22 6 0,-96 1-5 0,-132 34-1 0,-93 25-12 0,-60 13-31 0,-49 23-60 0</inkml:trace>
  <inkml:trace contextRef="#ctx0" brushRef="#br0">13683 16395 88 0,'-95'24'21'0,"59"-1"-15"0,95-70 6 0,143-48 3 0,132-24-1 0,94-1-9 0,14 13-4 0,-97 25 1 0,-178 22 8 0,-120 24 4 0,-72 0-6 0,-21 13-5 0,22 23-16 0,12 11-139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81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r>
              <a:rPr lang="en-US"/>
              <a:t>Lecture-1</a:t>
            </a:r>
          </a:p>
        </p:txBody>
      </p:sp>
      <p:sp>
        <p:nvSpPr>
          <p:cNvPr id="34819"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fld id="{2B1E8206-5749-452C-870E-52CFAFB5846C}" type="datetimeFigureOut">
              <a:rPr lang="en-US" smtClean="0"/>
              <a:pPr>
                <a:defRPr/>
              </a:pPr>
              <a:t>1/17/2026</a:t>
            </a:fld>
            <a:endParaRPr lang="en-US"/>
          </a:p>
        </p:txBody>
      </p:sp>
      <p:sp>
        <p:nvSpPr>
          <p:cNvPr id="5734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34821"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4822"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34823"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ahoma" pitchFamily="34" charset="0"/>
              </a:defRPr>
            </a:lvl1pPr>
          </a:lstStyle>
          <a:p>
            <a:pPr>
              <a:defRPr/>
            </a:pPr>
            <a:fld id="{29515144-DAD1-4D30-BCF8-73F71ACED815}" type="slidenum">
              <a:rPr lang="en-US"/>
              <a:pPr>
                <a:defRPr/>
              </a:pPr>
              <a:t>‹#›</a:t>
            </a:fld>
            <a:endParaRPr lang="en-US"/>
          </a:p>
        </p:txBody>
      </p:sp>
    </p:spTree>
    <p:extLst>
      <p:ext uri="{BB962C8B-B14F-4D97-AF65-F5344CB8AC3E}">
        <p14:creationId xmlns:p14="http://schemas.microsoft.com/office/powerpoint/2010/main" val="1143769575"/>
      </p:ext>
    </p:extLst>
  </p:cSld>
  <p:clrMap bg1="lt1" tx1="dk1" bg2="lt2" tx2="dk2" accent1="accent1" accent2="accent2" accent3="accent3" accent4="accent4" accent5="accent5" accent6="accent6" hlink="hlink" folHlink="folHlink"/>
  <p:hf ftr="0" dt="0"/>
  <p:notesStyle>
    <a:lvl1pPr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5.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7.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8.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6"/>
        <p:cNvGrpSpPr/>
        <p:nvPr/>
      </p:nvGrpSpPr>
      <p:grpSpPr>
        <a:xfrm>
          <a:off x="0" y="0"/>
          <a:ext cx="0" cy="0"/>
          <a:chOff x="0" y="0"/>
          <a:chExt cx="0" cy="0"/>
        </a:xfrm>
      </p:grpSpPr>
      <p:sp>
        <p:nvSpPr>
          <p:cNvPr id="1817" name="Google Shape;1817;p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818" name="Google Shape;1818;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349969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2"/>
        <p:cNvGrpSpPr/>
        <p:nvPr/>
      </p:nvGrpSpPr>
      <p:grpSpPr>
        <a:xfrm>
          <a:off x="0" y="0"/>
          <a:ext cx="0" cy="0"/>
          <a:chOff x="0" y="0"/>
          <a:chExt cx="0" cy="0"/>
        </a:xfrm>
      </p:grpSpPr>
      <p:sp>
        <p:nvSpPr>
          <p:cNvPr id="1823" name="Google Shape;1823;p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824" name="Google Shape;1824;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896513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0"/>
          </p:nvPr>
        </p:nvSpPr>
        <p:spPr/>
        <p: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smtClean="0">
                <a:ln>
                  <a:noFill/>
                </a:ln>
                <a:solidFill>
                  <a:srgbClr val="000000"/>
                </a:solidFill>
                <a:effectLst/>
                <a:uLnTx/>
                <a:uFillTx/>
                <a:latin typeface="Tahoma"/>
                <a:ea typeface="Tahoma"/>
                <a:cs typeface="Tahoma"/>
                <a:sym typeface="Tahoma"/>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8</a:t>
            </a:fld>
            <a:endParaRPr kumimoji="0" lang="en-US" sz="1200" b="0" i="0" u="none" strike="noStrike" kern="0" cap="none" spc="0" normalizeH="0" baseline="0" noProof="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23427522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p:sp>
      <p:sp>
        <p:nvSpPr>
          <p:cNvPr id="48131" name="Notes Placeholder 2"/>
          <p:cNvSpPr>
            <a:spLocks noGrp="1"/>
          </p:cNvSpPr>
          <p:nvPr>
            <p:ph type="body" idx="1"/>
          </p:nvPr>
        </p:nvSpPr>
        <p:spPr bwMode="auto">
          <a:xfrm>
            <a:off x="685800" y="4400550"/>
            <a:ext cx="5486400" cy="36004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IN" altLang="en-US"/>
          </a:p>
        </p:txBody>
      </p:sp>
      <p:sp>
        <p:nvSpPr>
          <p:cNvPr id="48132" name="Date Placeholder 3"/>
          <p:cNvSpPr>
            <a:spLocks noGrp="1"/>
          </p:cNvSpPr>
          <p:nvPr>
            <p:ph type="dt" sz="quarter" idx="1"/>
          </p:nvPr>
        </p:nvSpPr>
        <p:spPr>
          <a:noFill/>
        </p:spPr>
        <p:txBody>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80B928B3-DB35-402F-B235-5C035607C203}" type="datetime1">
              <a:rPr kumimoji="0" lang="zh-CN" altLang="en-US" sz="1200" b="0" i="0" u="none" strike="noStrike" kern="0" cap="none" spc="0" normalizeH="0" baseline="0" noProof="0" smtClean="0">
                <a:ln>
                  <a:noFill/>
                </a:ln>
                <a:solidFill>
                  <a:srgbClr val="000000"/>
                </a:solidFill>
                <a:effectLst/>
                <a:uLnTx/>
                <a:uFillTx/>
                <a:latin typeface="Arial" panose="020B0604020202020204" pitchFamily="34" charset="0"/>
                <a:ea typeface="SimSun" panose="02010600030101010101" pitchFamily="2" charset="-122"/>
                <a:cs typeface="Tahoma"/>
                <a:sym typeface="Tahoma"/>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2026/1/17</a:t>
            </a:fld>
            <a:endParaRPr kumimoji="0" lang="en-US" altLang="zh-CN" sz="1200" b="0" i="0" u="none" strike="noStrike" kern="0" cap="none" spc="0" normalizeH="0" baseline="0" noProof="0">
              <a:ln>
                <a:noFill/>
              </a:ln>
              <a:solidFill>
                <a:srgbClr val="000000"/>
              </a:solidFill>
              <a:effectLst/>
              <a:uLnTx/>
              <a:uFillTx/>
              <a:latin typeface="Arial" panose="020B0604020202020204" pitchFamily="34" charset="0"/>
              <a:ea typeface="SimSun" panose="02010600030101010101" pitchFamily="2" charset="-122"/>
              <a:cs typeface="Tahoma"/>
              <a:sym typeface="Tahoma"/>
            </a:endParaRPr>
          </a:p>
        </p:txBody>
      </p:sp>
      <p:sp>
        <p:nvSpPr>
          <p:cNvPr id="48133" name="Slide Number Placeholder 4"/>
          <p:cNvSpPr>
            <a:spLocks noGrp="1"/>
          </p:cNvSpPr>
          <p:nvPr>
            <p:ph type="sldNum" sz="quarter" idx="5"/>
          </p:nvPr>
        </p:nvSpPr>
        <p:spPr>
          <a:noFill/>
        </p:spPr>
        <p:txBody>
          <a:bodyPr/>
          <a:lstStyle>
            <a:lvl1pPr>
              <a:defRPr>
                <a:solidFill>
                  <a:schemeClr val="tx1"/>
                </a:solidFill>
                <a:latin typeface="Arial" panose="020B0604020202020204" pitchFamily="34" charset="0"/>
                <a:ea typeface="SimSun" panose="02010600030101010101" pitchFamily="2" charset="-122"/>
              </a:defRPr>
            </a:lvl1pPr>
            <a:lvl2pPr marL="742950" indent="-285750">
              <a:defRPr>
                <a:solidFill>
                  <a:schemeClr val="tx1"/>
                </a:solidFill>
                <a:latin typeface="Arial" panose="020B0604020202020204" pitchFamily="34" charset="0"/>
                <a:ea typeface="SimSun" panose="02010600030101010101" pitchFamily="2" charset="-122"/>
              </a:defRPr>
            </a:lvl2pPr>
            <a:lvl3pPr marL="1143000" indent="-228600">
              <a:defRPr>
                <a:solidFill>
                  <a:schemeClr val="tx1"/>
                </a:solidFill>
                <a:latin typeface="Arial" panose="020B0604020202020204" pitchFamily="34" charset="0"/>
                <a:ea typeface="SimSun" panose="02010600030101010101" pitchFamily="2" charset="-122"/>
              </a:defRPr>
            </a:lvl3pPr>
            <a:lvl4pPr marL="1600200" indent="-228600">
              <a:defRPr>
                <a:solidFill>
                  <a:schemeClr val="tx1"/>
                </a:solidFill>
                <a:latin typeface="Arial" panose="020B0604020202020204" pitchFamily="34" charset="0"/>
                <a:ea typeface="SimSun" panose="02010600030101010101" pitchFamily="2" charset="-122"/>
              </a:defRPr>
            </a:lvl4pPr>
            <a:lvl5pPr marL="2057400" indent="-22860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8E05F2EB-F343-4160-8C37-8126B56CF166}" type="slidenum">
              <a:rPr kumimoji="0" lang="en-US" altLang="zh-CN" sz="1400" b="0" i="0" u="none" strike="noStrike" kern="0" cap="none" spc="0" normalizeH="0" baseline="0" noProof="0" smtClean="0">
                <a:ln>
                  <a:noFill/>
                </a:ln>
                <a:solidFill>
                  <a:srgbClr val="000000"/>
                </a:solidFill>
                <a:effectLst/>
                <a:uLnTx/>
                <a:uFillTx/>
                <a:latin typeface="Arial" panose="020B0604020202020204" pitchFamily="34" charset="0"/>
                <a:ea typeface="SimSun" panose="02010600030101010101" pitchFamily="2" charset="-122"/>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10</a:t>
            </a:fld>
            <a:endParaRPr kumimoji="0" lang="en-US" altLang="zh-CN" sz="1200" b="0" i="0" u="none" strike="noStrike" kern="0" cap="none" spc="0" normalizeH="0" baseline="0" noProof="0">
              <a:ln>
                <a:noFill/>
              </a:ln>
              <a:solidFill>
                <a:srgbClr val="000000"/>
              </a:solidFill>
              <a:effectLst/>
              <a:uLnTx/>
              <a:uFillTx/>
              <a:latin typeface="Arial" panose="020B0604020202020204" pitchFamily="34" charset="0"/>
              <a:ea typeface="SimSun" panose="02010600030101010101" pitchFamily="2" charset="-122"/>
              <a:cs typeface="Arial"/>
              <a:sym typeface="Arial"/>
            </a:endParaRPr>
          </a:p>
        </p:txBody>
      </p:sp>
    </p:spTree>
    <p:extLst>
      <p:ext uri="{BB962C8B-B14F-4D97-AF65-F5344CB8AC3E}">
        <p14:creationId xmlns:p14="http://schemas.microsoft.com/office/powerpoint/2010/main" val="1671131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defTabSz="950913"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defTabSz="950913"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defTabSz="950913"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defTabSz="950913"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defTabSz="95091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95091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95091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95091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r" defTabSz="950913" rtl="0" eaLnBrk="1" fontAlgn="base" latinLnBrk="0" hangingPunct="1">
              <a:lnSpc>
                <a:spcPct val="100000"/>
              </a:lnSpc>
              <a:spcBef>
                <a:spcPct val="0"/>
              </a:spcBef>
              <a:spcAft>
                <a:spcPct val="0"/>
              </a:spcAft>
              <a:buClrTx/>
              <a:buSzTx/>
              <a:buFontTx/>
              <a:buNone/>
              <a:tabLst/>
              <a:defRPr/>
            </a:pPr>
            <a:fld id="{8A81EA52-360C-4F8D-8A5C-F77999456561}" type="slidenum">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50913" rtl="0" eaLnBrk="1" fontAlgn="base" latinLnBrk="0" hangingPunct="1">
                <a:lnSpc>
                  <a:spcPct val="100000"/>
                </a:lnSpc>
                <a:spcBef>
                  <a:spcPct val="0"/>
                </a:spcBef>
                <a:spcAft>
                  <a:spcPct val="0"/>
                </a:spcAft>
                <a:buClrTx/>
                <a:buSzTx/>
                <a:buFontTx/>
                <a:buNone/>
                <a:tabLst/>
                <a:defRPr/>
              </a:pPr>
              <a:t>13</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endParaRPr>
          </a:p>
        </p:txBody>
      </p:sp>
    </p:spTree>
    <p:extLst>
      <p:ext uri="{BB962C8B-B14F-4D97-AF65-F5344CB8AC3E}">
        <p14:creationId xmlns:p14="http://schemas.microsoft.com/office/powerpoint/2010/main" val="35307960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1"/>
        <p:cNvGrpSpPr/>
        <p:nvPr/>
      </p:nvGrpSpPr>
      <p:grpSpPr>
        <a:xfrm>
          <a:off x="0" y="0"/>
          <a:ext cx="0" cy="0"/>
          <a:chOff x="0" y="0"/>
          <a:chExt cx="0" cy="0"/>
        </a:xfrm>
      </p:grpSpPr>
      <p:sp>
        <p:nvSpPr>
          <p:cNvPr id="692" name="Google Shape;692;g4e9cce11ca_0_1: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93" name="Google Shape;693;g4e9cce11ca_0_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584446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extLst>
      <p:ext uri="{BB962C8B-B14F-4D97-AF65-F5344CB8AC3E}">
        <p14:creationId xmlns:p14="http://schemas.microsoft.com/office/powerpoint/2010/main" val="26612075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a:solidFill>
                  <a:schemeClr val="tx1"/>
                </a:solidFill>
                <a:latin typeface="Arial" panose="020B0604020202020204" pitchFamily="34" charset="0"/>
              </a:defRPr>
            </a:lvl1pPr>
            <a:lvl2pPr marL="742950" indent="-285750" defTabSz="965200">
              <a:defRPr>
                <a:solidFill>
                  <a:schemeClr val="tx1"/>
                </a:solidFill>
                <a:latin typeface="Arial" panose="020B0604020202020204" pitchFamily="34" charset="0"/>
              </a:defRPr>
            </a:lvl2pPr>
            <a:lvl3pPr marL="1143000" indent="-228600" defTabSz="965200">
              <a:defRPr>
                <a:solidFill>
                  <a:schemeClr val="tx1"/>
                </a:solidFill>
                <a:latin typeface="Arial" panose="020B0604020202020204" pitchFamily="34" charset="0"/>
              </a:defRPr>
            </a:lvl3pPr>
            <a:lvl4pPr marL="1600200" indent="-228600" defTabSz="965200">
              <a:defRPr>
                <a:solidFill>
                  <a:schemeClr val="tx1"/>
                </a:solidFill>
                <a:latin typeface="Arial" panose="020B0604020202020204" pitchFamily="34" charset="0"/>
              </a:defRPr>
            </a:lvl4pPr>
            <a:lvl5pPr marL="2057400" indent="-228600" defTabSz="965200">
              <a:defRPr>
                <a:solidFill>
                  <a:schemeClr val="tx1"/>
                </a:solidFill>
                <a:latin typeface="Arial" panose="020B0604020202020204" pitchFamily="34" charset="0"/>
              </a:defRPr>
            </a:lvl5pPr>
            <a:lvl6pPr marL="2514600" indent="-228600" defTabSz="965200" eaLnBrk="0" fontAlgn="base" hangingPunct="0">
              <a:spcBef>
                <a:spcPct val="0"/>
              </a:spcBef>
              <a:spcAft>
                <a:spcPct val="0"/>
              </a:spcAft>
              <a:defRPr>
                <a:solidFill>
                  <a:schemeClr val="tx1"/>
                </a:solidFill>
                <a:latin typeface="Arial" panose="020B0604020202020204" pitchFamily="34" charset="0"/>
              </a:defRPr>
            </a:lvl6pPr>
            <a:lvl7pPr marL="2971800" indent="-228600" defTabSz="965200" eaLnBrk="0" fontAlgn="base" hangingPunct="0">
              <a:spcBef>
                <a:spcPct val="0"/>
              </a:spcBef>
              <a:spcAft>
                <a:spcPct val="0"/>
              </a:spcAft>
              <a:defRPr>
                <a:solidFill>
                  <a:schemeClr val="tx1"/>
                </a:solidFill>
                <a:latin typeface="Arial" panose="020B0604020202020204" pitchFamily="34" charset="0"/>
              </a:defRPr>
            </a:lvl7pPr>
            <a:lvl8pPr marL="3429000" indent="-228600" defTabSz="965200" eaLnBrk="0" fontAlgn="base" hangingPunct="0">
              <a:spcBef>
                <a:spcPct val="0"/>
              </a:spcBef>
              <a:spcAft>
                <a:spcPct val="0"/>
              </a:spcAft>
              <a:defRPr>
                <a:solidFill>
                  <a:schemeClr val="tx1"/>
                </a:solidFill>
                <a:latin typeface="Arial" panose="020B0604020202020204" pitchFamily="34" charset="0"/>
              </a:defRPr>
            </a:lvl8pPr>
            <a:lvl9pPr marL="3886200" indent="-228600" defTabSz="9652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65200" rtl="0" eaLnBrk="1" fontAlgn="auto" latinLnBrk="0" hangingPunct="1">
              <a:lnSpc>
                <a:spcPct val="100000"/>
              </a:lnSpc>
              <a:spcBef>
                <a:spcPts val="0"/>
              </a:spcBef>
              <a:spcAft>
                <a:spcPts val="0"/>
              </a:spcAft>
              <a:buClr>
                <a:srgbClr val="000000"/>
              </a:buClr>
              <a:buSzTx/>
              <a:buFont typeface="Arial"/>
              <a:buNone/>
              <a:tabLst/>
              <a:defRPr/>
            </a:pPr>
            <a:fld id="{E94F6669-AA60-4D13-A3E8-7D9A9C16E0A6}" type="slidenum">
              <a:rPr kumimoji="0" lang="en-US" altLang="en-US" sz="1400" b="0" i="0" u="none" strike="noStrike" kern="0" cap="none" spc="0" normalizeH="0" baseline="0" noProof="0" smtClean="0">
                <a:ln>
                  <a:noFill/>
                </a:ln>
                <a:solidFill>
                  <a:srgbClr val="000000"/>
                </a:solidFill>
                <a:effectLst/>
                <a:uLnTx/>
                <a:uFillTx/>
                <a:latin typeface="Arial" panose="020B0604020202020204" pitchFamily="34" charset="0"/>
                <a:ea typeface="+mn-ea"/>
                <a:cs typeface="Arial"/>
                <a:sym typeface="Arial"/>
              </a:rPr>
              <a:pPr marL="0" marR="0" lvl="0" indent="0" algn="l" defTabSz="965200" rtl="0" eaLnBrk="1" fontAlgn="auto" latinLnBrk="0" hangingPunct="1">
                <a:lnSpc>
                  <a:spcPct val="100000"/>
                </a:lnSpc>
                <a:spcBef>
                  <a:spcPts val="0"/>
                </a:spcBef>
                <a:spcAft>
                  <a:spcPts val="0"/>
                </a:spcAft>
                <a:buClr>
                  <a:srgbClr val="000000"/>
                </a:buClr>
                <a:buSzTx/>
                <a:buFont typeface="Arial"/>
                <a:buNone/>
                <a:tabLst/>
                <a:defRPr/>
              </a:pPr>
              <a:t>17</a:t>
            </a:fld>
            <a:endPar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2291" name="Rectangle 2"/>
          <p:cNvSpPr>
            <a:spLocks noGrp="1" noRot="1" noChangeAspect="1" noChangeArrowheads="1" noTextEdit="1"/>
          </p:cNvSpPr>
          <p:nvPr>
            <p:ph type="sldImg"/>
          </p:nvPr>
        </p:nvSpPr>
        <p:spPr>
          <a:ln/>
        </p:spPr>
      </p:sp>
      <p:sp>
        <p:nvSpPr>
          <p:cNvPr id="1229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40522367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a:solidFill>
                  <a:schemeClr val="tx1"/>
                </a:solidFill>
                <a:latin typeface="Arial" panose="020B0604020202020204" pitchFamily="34" charset="0"/>
              </a:defRPr>
            </a:lvl1pPr>
            <a:lvl2pPr marL="742950" indent="-285750" defTabSz="965200">
              <a:defRPr>
                <a:solidFill>
                  <a:schemeClr val="tx1"/>
                </a:solidFill>
                <a:latin typeface="Arial" panose="020B0604020202020204" pitchFamily="34" charset="0"/>
              </a:defRPr>
            </a:lvl2pPr>
            <a:lvl3pPr marL="1143000" indent="-228600" defTabSz="965200">
              <a:defRPr>
                <a:solidFill>
                  <a:schemeClr val="tx1"/>
                </a:solidFill>
                <a:latin typeface="Arial" panose="020B0604020202020204" pitchFamily="34" charset="0"/>
              </a:defRPr>
            </a:lvl3pPr>
            <a:lvl4pPr marL="1600200" indent="-228600" defTabSz="965200">
              <a:defRPr>
                <a:solidFill>
                  <a:schemeClr val="tx1"/>
                </a:solidFill>
                <a:latin typeface="Arial" panose="020B0604020202020204" pitchFamily="34" charset="0"/>
              </a:defRPr>
            </a:lvl4pPr>
            <a:lvl5pPr marL="2057400" indent="-228600" defTabSz="965200">
              <a:defRPr>
                <a:solidFill>
                  <a:schemeClr val="tx1"/>
                </a:solidFill>
                <a:latin typeface="Arial" panose="020B0604020202020204" pitchFamily="34" charset="0"/>
              </a:defRPr>
            </a:lvl5pPr>
            <a:lvl6pPr marL="2514600" indent="-228600" defTabSz="965200" eaLnBrk="0" fontAlgn="base" hangingPunct="0">
              <a:spcBef>
                <a:spcPct val="0"/>
              </a:spcBef>
              <a:spcAft>
                <a:spcPct val="0"/>
              </a:spcAft>
              <a:defRPr>
                <a:solidFill>
                  <a:schemeClr val="tx1"/>
                </a:solidFill>
                <a:latin typeface="Arial" panose="020B0604020202020204" pitchFamily="34" charset="0"/>
              </a:defRPr>
            </a:lvl6pPr>
            <a:lvl7pPr marL="2971800" indent="-228600" defTabSz="965200" eaLnBrk="0" fontAlgn="base" hangingPunct="0">
              <a:spcBef>
                <a:spcPct val="0"/>
              </a:spcBef>
              <a:spcAft>
                <a:spcPct val="0"/>
              </a:spcAft>
              <a:defRPr>
                <a:solidFill>
                  <a:schemeClr val="tx1"/>
                </a:solidFill>
                <a:latin typeface="Arial" panose="020B0604020202020204" pitchFamily="34" charset="0"/>
              </a:defRPr>
            </a:lvl7pPr>
            <a:lvl8pPr marL="3429000" indent="-228600" defTabSz="965200" eaLnBrk="0" fontAlgn="base" hangingPunct="0">
              <a:spcBef>
                <a:spcPct val="0"/>
              </a:spcBef>
              <a:spcAft>
                <a:spcPct val="0"/>
              </a:spcAft>
              <a:defRPr>
                <a:solidFill>
                  <a:schemeClr val="tx1"/>
                </a:solidFill>
                <a:latin typeface="Arial" panose="020B0604020202020204" pitchFamily="34" charset="0"/>
              </a:defRPr>
            </a:lvl8pPr>
            <a:lvl9pPr marL="3886200" indent="-228600" defTabSz="9652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65200" rtl="0" eaLnBrk="1" fontAlgn="auto" latinLnBrk="0" hangingPunct="1">
              <a:lnSpc>
                <a:spcPct val="100000"/>
              </a:lnSpc>
              <a:spcBef>
                <a:spcPts val="0"/>
              </a:spcBef>
              <a:spcAft>
                <a:spcPts val="0"/>
              </a:spcAft>
              <a:buClr>
                <a:srgbClr val="000000"/>
              </a:buClr>
              <a:buSzTx/>
              <a:buFont typeface="Arial"/>
              <a:buNone/>
              <a:tabLst/>
              <a:defRPr/>
            </a:pPr>
            <a:fld id="{3F90D5E1-809A-47EB-98E1-E36D68D000ED}" type="slidenum">
              <a:rPr kumimoji="0" lang="en-US" altLang="en-US" sz="1400" b="0" i="0" u="none" strike="noStrike" kern="0" cap="none" spc="0" normalizeH="0" baseline="0" noProof="0" smtClean="0">
                <a:ln>
                  <a:noFill/>
                </a:ln>
                <a:solidFill>
                  <a:srgbClr val="000000"/>
                </a:solidFill>
                <a:effectLst/>
                <a:uLnTx/>
                <a:uFillTx/>
                <a:latin typeface="Arial" panose="020B0604020202020204" pitchFamily="34" charset="0"/>
                <a:ea typeface="+mn-ea"/>
                <a:cs typeface="Arial"/>
                <a:sym typeface="Arial"/>
              </a:rPr>
              <a:pPr marL="0" marR="0" lvl="0" indent="0" algn="l" defTabSz="965200" rtl="0" eaLnBrk="1" fontAlgn="auto" latinLnBrk="0" hangingPunct="1">
                <a:lnSpc>
                  <a:spcPct val="100000"/>
                </a:lnSpc>
                <a:spcBef>
                  <a:spcPts val="0"/>
                </a:spcBef>
                <a:spcAft>
                  <a:spcPts val="0"/>
                </a:spcAft>
                <a:buClr>
                  <a:srgbClr val="000000"/>
                </a:buClr>
                <a:buSzTx/>
                <a:buFont typeface="Arial"/>
                <a:buNone/>
                <a:tabLst/>
                <a:defRPr/>
              </a:pPr>
              <a:t>19</a:t>
            </a:fld>
            <a:endPar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7926192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a:defRPr/>
            </a:pPr>
            <a:r>
              <a:rPr lang="en-US"/>
              <a:t>Lecture-1</a:t>
            </a:r>
          </a:p>
        </p:txBody>
      </p:sp>
      <p:sp>
        <p:nvSpPr>
          <p:cNvPr id="5" name="Slide Number Placeholder 4"/>
          <p:cNvSpPr>
            <a:spLocks noGrp="1"/>
          </p:cNvSpPr>
          <p:nvPr>
            <p:ph type="sldNum" sz="quarter" idx="11"/>
          </p:nvPr>
        </p:nvSpPr>
        <p:spPr/>
        <p:txBody>
          <a:bodyPr/>
          <a:lstStyle/>
          <a:p>
            <a:pPr>
              <a:defRPr/>
            </a:pPr>
            <a:fld id="{29515144-DAD1-4D30-BCF8-73F71ACED815}" type="slidenum">
              <a:rPr lang="en-US" smtClean="0"/>
              <a:pPr>
                <a:defRPr/>
              </a:pPr>
              <a:t>31</a:t>
            </a:fld>
            <a:endParaRPr lang="en-US"/>
          </a:p>
        </p:txBody>
      </p:sp>
    </p:spTree>
    <p:extLst>
      <p:ext uri="{BB962C8B-B14F-4D97-AF65-F5344CB8AC3E}">
        <p14:creationId xmlns:p14="http://schemas.microsoft.com/office/powerpoint/2010/main" val="2414393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CA393E2-E0A5-42FE-B9A3-D8BB1CA565B9}" type="slidenum">
              <a:rPr kumimoji="0" lang="en-US" sz="1200" b="0" i="0" u="none" strike="noStrike" kern="1200" cap="none" spc="0" normalizeH="0" baseline="0" noProof="0">
                <a:ln>
                  <a:noFill/>
                </a:ln>
                <a:solidFill>
                  <a:srgbClr val="000000"/>
                </a:solidFill>
                <a:effectLst/>
                <a:uLnTx/>
                <a:uFillTx/>
                <a:latin typeface="Tahoma" pitchFamily="34" charset="0"/>
                <a:ea typeface="+mn-ea"/>
                <a:cs typeface="Arial"/>
                <a:sym typeface="Arial"/>
              </a:rPr>
              <a:pPr marL="0" marR="0" lvl="0" indent="0" algn="r" defTabSz="914400" rtl="0" eaLnBrk="1" fontAlgn="base" latinLnBrk="0" hangingPunct="1">
                <a:lnSpc>
                  <a:spcPct val="100000"/>
                </a:lnSpc>
                <a:spcBef>
                  <a:spcPct val="0"/>
                </a:spcBef>
                <a:spcAft>
                  <a:spcPct val="0"/>
                </a:spcAft>
                <a:buClrTx/>
                <a:buSzTx/>
                <a:buFontTx/>
                <a:buNone/>
                <a:tabLst/>
                <a:defRPr/>
              </a:pPr>
              <a:t>34</a:t>
            </a:fld>
            <a:endParaRPr kumimoji="0" lang="en-US" sz="1200" b="0" i="0" u="none" strike="noStrike" kern="1200" cap="none" spc="0" normalizeH="0" baseline="0" noProof="0">
              <a:ln>
                <a:noFill/>
              </a:ln>
              <a:solidFill>
                <a:srgbClr val="000000"/>
              </a:solidFill>
              <a:effectLst/>
              <a:uLnTx/>
              <a:uFillTx/>
              <a:latin typeface="Tahoma" pitchFamily="34" charset="0"/>
              <a:ea typeface="+mn-ea"/>
              <a:cs typeface="Arial"/>
              <a:sym typeface="Arial"/>
            </a:endParaRPr>
          </a:p>
        </p:txBody>
      </p:sp>
      <p:sp>
        <p:nvSpPr>
          <p:cNvPr id="1115138" name="Rectangle 2"/>
          <p:cNvSpPr>
            <a:spLocks noGrp="1" noRot="1" noChangeAspect="1" noChangeArrowheads="1" noTextEdit="1"/>
          </p:cNvSpPr>
          <p:nvPr>
            <p:ph type="sldImg"/>
          </p:nvPr>
        </p:nvSpPr>
        <p:spPr>
          <a:ln/>
        </p:spPr>
      </p:sp>
      <p:sp>
        <p:nvSpPr>
          <p:cNvPr id="111513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4695333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ED98315-FCC1-4696-903C-1C6235BDDF01}" type="slidenum">
              <a:rPr kumimoji="0" lang="en-US" sz="1200" b="0" i="0" u="none" strike="noStrike" kern="1200" cap="none" spc="0" normalizeH="0" baseline="0" noProof="0">
                <a:ln>
                  <a:noFill/>
                </a:ln>
                <a:solidFill>
                  <a:srgbClr val="000000"/>
                </a:solidFill>
                <a:effectLst/>
                <a:uLnTx/>
                <a:uFillTx/>
                <a:latin typeface="Tahoma" pitchFamily="34" charset="0"/>
                <a:ea typeface="+mn-ea"/>
                <a:cs typeface="Arial"/>
                <a:sym typeface="Arial"/>
              </a:rPr>
              <a:pPr marL="0" marR="0" lvl="0" indent="0" algn="r" defTabSz="914400" rtl="0" eaLnBrk="1" fontAlgn="base" latinLnBrk="0" hangingPunct="1">
                <a:lnSpc>
                  <a:spcPct val="100000"/>
                </a:lnSpc>
                <a:spcBef>
                  <a:spcPct val="0"/>
                </a:spcBef>
                <a:spcAft>
                  <a:spcPct val="0"/>
                </a:spcAft>
                <a:buClrTx/>
                <a:buSzTx/>
                <a:buFontTx/>
                <a:buNone/>
                <a:tabLst/>
                <a:defRPr/>
              </a:pPr>
              <a:t>35</a:t>
            </a:fld>
            <a:endParaRPr kumimoji="0" lang="en-US" sz="1200" b="0" i="0" u="none" strike="noStrike" kern="1200" cap="none" spc="0" normalizeH="0" baseline="0" noProof="0">
              <a:ln>
                <a:noFill/>
              </a:ln>
              <a:solidFill>
                <a:srgbClr val="000000"/>
              </a:solidFill>
              <a:effectLst/>
              <a:uLnTx/>
              <a:uFillTx/>
              <a:latin typeface="Tahoma" pitchFamily="34" charset="0"/>
              <a:ea typeface="+mn-ea"/>
              <a:cs typeface="Arial"/>
              <a:sym typeface="Arial"/>
            </a:endParaRPr>
          </a:p>
        </p:txBody>
      </p:sp>
      <p:sp>
        <p:nvSpPr>
          <p:cNvPr id="1117186" name="Rectangle 2"/>
          <p:cNvSpPr>
            <a:spLocks noGrp="1" noRot="1" noChangeAspect="1" noChangeArrowheads="1" noTextEdit="1"/>
          </p:cNvSpPr>
          <p:nvPr>
            <p:ph type="sldImg"/>
          </p:nvPr>
        </p:nvSpPr>
        <p:spPr>
          <a:xfrm>
            <a:off x="1174750" y="695325"/>
            <a:ext cx="4635500" cy="3476625"/>
          </a:xfrm>
          <a:ln/>
        </p:spPr>
      </p:sp>
      <p:sp>
        <p:nvSpPr>
          <p:cNvPr id="1117187" name="Rectangle 3"/>
          <p:cNvSpPr>
            <a:spLocks noGrp="1" noChangeArrowheads="1"/>
          </p:cNvSpPr>
          <p:nvPr>
            <p:ph type="body" idx="1"/>
          </p:nvPr>
        </p:nvSpPr>
        <p:spPr>
          <a:xfrm>
            <a:off x="931863" y="4403725"/>
            <a:ext cx="5121275" cy="4171950"/>
          </a:xfrm>
        </p:spPr>
        <p:txBody>
          <a:bodyPr/>
          <a:lstStyle/>
          <a:p>
            <a:endParaRPr lang="en-US"/>
          </a:p>
        </p:txBody>
      </p:sp>
    </p:spTree>
    <p:extLst>
      <p:ext uri="{BB962C8B-B14F-4D97-AF65-F5344CB8AC3E}">
        <p14:creationId xmlns:p14="http://schemas.microsoft.com/office/powerpoint/2010/main" val="5763832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F80BB9E-8FF9-4D04-8022-D4F31D075892}" type="slidenum">
              <a:rPr kumimoji="0" lang="en-US" sz="1200" b="0" i="0" u="none" strike="noStrike" kern="1200" cap="none" spc="0" normalizeH="0" baseline="0" noProof="0">
                <a:ln>
                  <a:noFill/>
                </a:ln>
                <a:solidFill>
                  <a:srgbClr val="000000"/>
                </a:solidFill>
                <a:effectLst/>
                <a:uLnTx/>
                <a:uFillTx/>
                <a:latin typeface="Tahoma" pitchFamily="34" charset="0"/>
                <a:ea typeface="+mn-ea"/>
                <a:cs typeface="Arial"/>
                <a:sym typeface="Arial"/>
              </a:rPr>
              <a:pPr marL="0" marR="0" lvl="0" indent="0" algn="r" defTabSz="914400" rtl="0" eaLnBrk="1" fontAlgn="base" latinLnBrk="0" hangingPunct="1">
                <a:lnSpc>
                  <a:spcPct val="100000"/>
                </a:lnSpc>
                <a:spcBef>
                  <a:spcPct val="0"/>
                </a:spcBef>
                <a:spcAft>
                  <a:spcPct val="0"/>
                </a:spcAft>
                <a:buClrTx/>
                <a:buSzTx/>
                <a:buFontTx/>
                <a:buNone/>
                <a:tabLst/>
                <a:defRPr/>
              </a:pPr>
              <a:t>37</a:t>
            </a:fld>
            <a:endParaRPr kumimoji="0" lang="en-US" sz="1200" b="0" i="0" u="none" strike="noStrike" kern="1200" cap="none" spc="0" normalizeH="0" baseline="0" noProof="0">
              <a:ln>
                <a:noFill/>
              </a:ln>
              <a:solidFill>
                <a:srgbClr val="000000"/>
              </a:solidFill>
              <a:effectLst/>
              <a:uLnTx/>
              <a:uFillTx/>
              <a:latin typeface="Tahoma" pitchFamily="34" charset="0"/>
              <a:ea typeface="+mn-ea"/>
              <a:cs typeface="Arial"/>
              <a:sym typeface="Arial"/>
            </a:endParaRPr>
          </a:p>
        </p:txBody>
      </p:sp>
      <p:sp>
        <p:nvSpPr>
          <p:cNvPr id="1146882" name="Rectangle 2"/>
          <p:cNvSpPr>
            <a:spLocks noGrp="1" noRot="1" noChangeAspect="1" noChangeArrowheads="1" noTextEdit="1"/>
          </p:cNvSpPr>
          <p:nvPr>
            <p:ph type="sldImg"/>
          </p:nvPr>
        </p:nvSpPr>
        <p:spPr>
          <a:ln/>
        </p:spPr>
      </p:sp>
      <p:sp>
        <p:nvSpPr>
          <p:cNvPr id="114688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5886979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C2A6B1D-F74D-4AD6-B394-0FBB1E12847D}" type="slidenum">
              <a:rPr kumimoji="0" lang="en-US" sz="1200" b="0" i="0" u="none" strike="noStrike" kern="1200" cap="none" spc="0" normalizeH="0" baseline="0" noProof="0">
                <a:ln>
                  <a:noFill/>
                </a:ln>
                <a:solidFill>
                  <a:srgbClr val="000000"/>
                </a:solidFill>
                <a:effectLst/>
                <a:uLnTx/>
                <a:uFillTx/>
                <a:latin typeface="Tahoma" pitchFamily="34" charset="0"/>
                <a:ea typeface="+mn-ea"/>
                <a:cs typeface="Arial"/>
                <a:sym typeface="Arial"/>
              </a:rPr>
              <a:pPr marL="0" marR="0" lvl="0" indent="0" algn="r" defTabSz="914400" rtl="0" eaLnBrk="1" fontAlgn="base" latinLnBrk="0" hangingPunct="1">
                <a:lnSpc>
                  <a:spcPct val="100000"/>
                </a:lnSpc>
                <a:spcBef>
                  <a:spcPct val="0"/>
                </a:spcBef>
                <a:spcAft>
                  <a:spcPct val="0"/>
                </a:spcAft>
                <a:buClrTx/>
                <a:buSzTx/>
                <a:buFontTx/>
                <a:buNone/>
                <a:tabLst/>
                <a:defRPr/>
              </a:pPr>
              <a:t>38</a:t>
            </a:fld>
            <a:endParaRPr kumimoji="0" lang="en-US" sz="1200" b="0" i="0" u="none" strike="noStrike" kern="1200" cap="none" spc="0" normalizeH="0" baseline="0" noProof="0">
              <a:ln>
                <a:noFill/>
              </a:ln>
              <a:solidFill>
                <a:srgbClr val="000000"/>
              </a:solidFill>
              <a:effectLst/>
              <a:uLnTx/>
              <a:uFillTx/>
              <a:latin typeface="Tahoma" pitchFamily="34" charset="0"/>
              <a:ea typeface="+mn-ea"/>
              <a:cs typeface="Arial"/>
              <a:sym typeface="Arial"/>
            </a:endParaRPr>
          </a:p>
        </p:txBody>
      </p:sp>
      <p:sp>
        <p:nvSpPr>
          <p:cNvPr id="1148930" name="Rectangle 2"/>
          <p:cNvSpPr>
            <a:spLocks noGrp="1" noRot="1" noChangeAspect="1" noChangeArrowheads="1" noTextEdit="1"/>
          </p:cNvSpPr>
          <p:nvPr>
            <p:ph type="sldImg"/>
          </p:nvPr>
        </p:nvSpPr>
        <p:spPr>
          <a:ln/>
        </p:spPr>
      </p:sp>
      <p:sp>
        <p:nvSpPr>
          <p:cNvPr id="114893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16195575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3.jpeg" /><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 /><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6.jpeg" /><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4.xml" /></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4.xml" /></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image" Target="../media/image1.jpeg" /><Relationship Id="rId1" Type="http://schemas.openxmlformats.org/officeDocument/2006/relationships/slideMaster" Target="../slideMasters/slideMaster4.xml" /></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4.xml" /></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4.xml" /></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4.xml" /></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4.xml" /></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4.xml" /></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4.xml" /></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4.xml" /></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5.png" /><Relationship Id="rId1" Type="http://schemas.openxmlformats.org/officeDocument/2006/relationships/slideMaster" Target="../slideMasters/slideMaster4.xml" /></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image" Target="../media/image1.jpeg" /><Relationship Id="rId1" Type="http://schemas.openxmlformats.org/officeDocument/2006/relationships/slideMaster" Target="../slideMasters/slideMaster4.xml" /></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4.xml" /></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4.xml" /></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8.png" /><Relationship Id="rId2" Type="http://schemas.openxmlformats.org/officeDocument/2006/relationships/image" Target="../media/image7.png" /><Relationship Id="rId1" Type="http://schemas.openxmlformats.org/officeDocument/2006/relationships/slideMaster" Target="../slideMasters/slideMaster4.xml" /><Relationship Id="rId4" Type="http://schemas.openxmlformats.org/officeDocument/2006/relationships/image" Target="../media/image9.png" /></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1.jpeg" /><Relationship Id="rId1" Type="http://schemas.openxmlformats.org/officeDocument/2006/relationships/slideMaster" Target="../slideMasters/slideMaster5.xml" /></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3.jpeg" /><Relationship Id="rId1" Type="http://schemas.openxmlformats.org/officeDocument/2006/relationships/slideMaster" Target="../slideMasters/slideMaster5.xml" /></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image" Target="../media/image1.jpeg" /><Relationship Id="rId1" Type="http://schemas.openxmlformats.org/officeDocument/2006/relationships/slideMaster" Target="../slideMasters/slideMaster5.xml" /></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5.xml" /></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5.xml" /></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5.xml" /></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5.xml" /></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5.xml" /></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5.xml" /></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5.xml" /></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5.png" /><Relationship Id="rId1" Type="http://schemas.openxmlformats.org/officeDocument/2006/relationships/slideMaster" Target="../slideMasters/slideMaster5.xml" /></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6.jpeg" /><Relationship Id="rId1" Type="http://schemas.openxmlformats.org/officeDocument/2006/relationships/slideMaster" Target="../slideMasters/slideMaster5.xml" /></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 /></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 /></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 /></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 /></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5.xml" /></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5.xml" /></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5.xml" /></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5.xml" /></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5.xml" /></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5.xml" /></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6.xml" /></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6.xml" /></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6.xml" /></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6.xml" /></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6.xml" /></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6.xml" /></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6.xml" /></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6.xml" /></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6.xml" /></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6.xml" /></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6.xml" /></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6.xml" /></Relationships>
</file>

<file path=ppt/slideLayouts/_rels/slideLayout91.xml.rels><?xml version="1.0" encoding="UTF-8" standalone="yes"?>
<Relationships xmlns="http://schemas.openxmlformats.org/package/2006/relationships"><Relationship Id="rId2" Type="http://schemas.openxmlformats.org/officeDocument/2006/relationships/slideMaster" Target="../slideMasters/slideMaster6.xml" /><Relationship Id="rId1" Type="http://schemas.openxmlformats.org/officeDocument/2006/relationships/tags" Target="../tags/tag2.xml" /></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7.xml" /></Relationships>
</file>

<file path=ppt/slideLayouts/_rels/slideLayout104.xml.rels><?xml version="1.0" encoding="UTF-8" standalone="yes"?>
<Relationships xmlns="http://schemas.openxmlformats.org/package/2006/relationships"><Relationship Id="rId2" Type="http://schemas.openxmlformats.org/officeDocument/2006/relationships/slideMaster" Target="../slideMasters/slideMaster7.xml" /><Relationship Id="rId1" Type="http://schemas.openxmlformats.org/officeDocument/2006/relationships/tags" Target="../tags/tag3.xml" /></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8.xml" /></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8.xml" /></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8.xml" /></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8.xml" /></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8.xml" /></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8.xml" /></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8.xml" /></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8.xml" /></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8.xml" /></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8.xml" /></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8.xml" /></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9.xml" /></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9.xml" /></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9.xml" /></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9.xml" /></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9.xml" /></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9.xml" /></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9.xml" /></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9.xml" /></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9.xml" /></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9.xml" /></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9.xml" /></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9.xml" /></Relationships>
</file>

<file path=ppt/slideLayouts/_rels/slideLayout128.xml.rels><?xml version="1.0" encoding="UTF-8" standalone="yes"?>
<Relationships xmlns="http://schemas.openxmlformats.org/package/2006/relationships"><Relationship Id="rId2" Type="http://schemas.openxmlformats.org/officeDocument/2006/relationships/slideMaster" Target="../slideMasters/slideMaster9.xml" /><Relationship Id="rId1" Type="http://schemas.openxmlformats.org/officeDocument/2006/relationships/tags" Target="../tags/tag4.xml" /></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0.xml" /></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0.xml" /></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0.xml" /></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0.xml" /></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0.xml" /></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0.xml" /></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0.xml" /></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0.xml" /></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0.xml" /></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0.xml" /></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0.xml" /></Relationships>
</file>

<file path=ppt/slideLayouts/_rels/slideLayout140.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0.xml" /></Relationships>
</file>

<file path=ppt/slideLayouts/_rels/slideLayout141.xml.rels><?xml version="1.0" encoding="UTF-8" standalone="yes"?>
<Relationships xmlns="http://schemas.openxmlformats.org/package/2006/relationships"><Relationship Id="rId2" Type="http://schemas.openxmlformats.org/officeDocument/2006/relationships/slideMaster" Target="../slideMasters/slideMaster10.xml" /><Relationship Id="rId1" Type="http://schemas.openxmlformats.org/officeDocument/2006/relationships/tags" Target="../tags/tag5.xml" /></Relationships>
</file>

<file path=ppt/slideLayouts/_rels/slideLayout142.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1.jpeg" /><Relationship Id="rId1" Type="http://schemas.openxmlformats.org/officeDocument/2006/relationships/slideMaster" Target="../slideMasters/slideMaster11.xml" /></Relationships>
</file>

<file path=ppt/slideLayouts/_rels/slideLayout143.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3.jpeg" /><Relationship Id="rId1" Type="http://schemas.openxmlformats.org/officeDocument/2006/relationships/slideMaster" Target="../slideMasters/slideMaster11.xml" /></Relationships>
</file>

<file path=ppt/slideLayouts/_rels/slideLayout144.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image" Target="../media/image1.jpeg" /><Relationship Id="rId1" Type="http://schemas.openxmlformats.org/officeDocument/2006/relationships/slideMaster" Target="../slideMasters/slideMaster11.xml" /></Relationships>
</file>

<file path=ppt/slideLayouts/_rels/slideLayout145.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1.xml" /></Relationships>
</file>

<file path=ppt/slideLayouts/_rels/slideLayout146.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1.xml" /></Relationships>
</file>

<file path=ppt/slideLayouts/_rels/slideLayout147.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1.xml" /></Relationships>
</file>

<file path=ppt/slideLayouts/_rels/slideLayout148.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1.xml" /></Relationships>
</file>

<file path=ppt/slideLayouts/_rels/slideLayout149.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1.xml" /></Relationships>
</file>

<file path=ppt/slideLayouts/_rels/slideLayout150.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1.xml" /></Relationships>
</file>

<file path=ppt/slideLayouts/_rels/slideLayout151.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1.xml" /></Relationships>
</file>

<file path=ppt/slideLayouts/_rels/slideLayout152.xml.rels><?xml version="1.0" encoding="UTF-8" standalone="yes"?>
<Relationships xmlns="http://schemas.openxmlformats.org/package/2006/relationships"><Relationship Id="rId2" Type="http://schemas.openxmlformats.org/officeDocument/2006/relationships/image" Target="../media/image5.png" /><Relationship Id="rId1" Type="http://schemas.openxmlformats.org/officeDocument/2006/relationships/slideMaster" Target="../slideMasters/slideMaster11.xml" /></Relationships>
</file>

<file path=ppt/slideLayouts/_rels/slideLayout153.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6.jpeg" /><Relationship Id="rId1" Type="http://schemas.openxmlformats.org/officeDocument/2006/relationships/slideMaster" Target="../slideMasters/slideMaster11.xml" /></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1.xml" /></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2.xml" /></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2.xml" /></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12.xml" /></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2.xml" /></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2.xml" /></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2.xml" /></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12.xml" /></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12.xml" /></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12.xml" /></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2.xml" /></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12.xml" /></Relationships>
</file>

<file path=ppt/slideLayouts/_rels/slideLayout166.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2.xml" /></Relationships>
</file>

<file path=ppt/slideLayouts/_rels/slideLayout167.xml.rels><?xml version="1.0" encoding="UTF-8" standalone="yes"?>
<Relationships xmlns="http://schemas.openxmlformats.org/package/2006/relationships"><Relationship Id="rId2" Type="http://schemas.openxmlformats.org/officeDocument/2006/relationships/slideMaster" Target="../slideMasters/slideMaster12.xml" /><Relationship Id="rId1" Type="http://schemas.openxmlformats.org/officeDocument/2006/relationships/tags" Target="../tags/tag6.xml" /></Relationships>
</file>

<file path=ppt/slideLayouts/_rels/slideLayout168.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slideMaster" Target="../slideMasters/slideMaster12.xml" /><Relationship Id="rId1" Type="http://schemas.openxmlformats.org/officeDocument/2006/relationships/tags" Target="../tags/tag7.xml" /></Relationships>
</file>

<file path=ppt/slideLayouts/_rels/slideLayout169.xml.rels><?xml version="1.0" encoding="UTF-8" standalone="yes"?>
<Relationships xmlns="http://schemas.openxmlformats.org/package/2006/relationships"><Relationship Id="rId3" Type="http://schemas.openxmlformats.org/officeDocument/2006/relationships/image" Target="../media/image11.png" /><Relationship Id="rId2" Type="http://schemas.openxmlformats.org/officeDocument/2006/relationships/image" Target="../media/image10.jpg" /><Relationship Id="rId1" Type="http://schemas.openxmlformats.org/officeDocument/2006/relationships/slideMaster" Target="../slideMasters/slideMaster13.xml" /></Relationships>
</file>

<file path=ppt/slideLayouts/_rels/slideLayout170.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3.xml" /></Relationships>
</file>

<file path=ppt/slideLayouts/_rels/slideLayout171.xml.rels><?xml version="1.0" encoding="UTF-8" standalone="yes"?>
<Relationships xmlns="http://schemas.openxmlformats.org/package/2006/relationships"><Relationship Id="rId3" Type="http://schemas.openxmlformats.org/officeDocument/2006/relationships/image" Target="../media/image11.png" /><Relationship Id="rId2" Type="http://schemas.openxmlformats.org/officeDocument/2006/relationships/image" Target="../media/image12.jpg" /><Relationship Id="rId1" Type="http://schemas.openxmlformats.org/officeDocument/2006/relationships/slideMaster" Target="../slideMasters/slideMaster13.xml" /></Relationships>
</file>

<file path=ppt/slideLayouts/_rels/slideLayout172.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image" Target="../media/image12.jpg" /><Relationship Id="rId1" Type="http://schemas.openxmlformats.org/officeDocument/2006/relationships/slideMaster" Target="../slideMasters/slideMaster13.xml" /></Relationships>
</file>

<file path=ppt/slideLayouts/_rels/slideLayout173.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3.xml" /></Relationships>
</file>

<file path=ppt/slideLayouts/_rels/slideLayout174.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3.xml" /></Relationships>
</file>

<file path=ppt/slideLayouts/_rels/slideLayout175.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3.xml" /></Relationships>
</file>

<file path=ppt/slideLayouts/_rels/slideLayout176.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3.xml" /></Relationships>
</file>

<file path=ppt/slideLayouts/_rels/slideLayout177.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3.xml" /></Relationships>
</file>

<file path=ppt/slideLayouts/_rels/slideLayout178.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3.xml" /></Relationships>
</file>

<file path=ppt/slideLayouts/_rels/slideLayout179.xml.rels><?xml version="1.0" encoding="UTF-8" standalone="yes"?>
<Relationships xmlns="http://schemas.openxmlformats.org/package/2006/relationships"><Relationship Id="rId2" Type="http://schemas.openxmlformats.org/officeDocument/2006/relationships/image" Target="../media/image13.png" /><Relationship Id="rId1" Type="http://schemas.openxmlformats.org/officeDocument/2006/relationships/slideMaster" Target="../slideMasters/slideMaster13.xml" /></Relationships>
</file>

<file path=ppt/slideLayouts/_rels/slideLayout180.xml.rels><?xml version="1.0" encoding="UTF-8" standalone="yes"?>
<Relationships xmlns="http://schemas.openxmlformats.org/package/2006/relationships"><Relationship Id="rId3" Type="http://schemas.openxmlformats.org/officeDocument/2006/relationships/image" Target="../media/image11.png" /><Relationship Id="rId2" Type="http://schemas.openxmlformats.org/officeDocument/2006/relationships/image" Target="../media/image10.jpg" /><Relationship Id="rId1" Type="http://schemas.openxmlformats.org/officeDocument/2006/relationships/slideMaster" Target="../slideMasters/slideMaster13.xml" /></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13.xml" /></Relationships>
</file>

<file path=ppt/slideLayouts/_rels/slideLayout182.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1.jpeg" /><Relationship Id="rId1" Type="http://schemas.openxmlformats.org/officeDocument/2006/relationships/slideMaster" Target="../slideMasters/slideMaster14.xml" /></Relationships>
</file>

<file path=ppt/slideLayouts/_rels/slideLayout183.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3.jpeg" /><Relationship Id="rId1" Type="http://schemas.openxmlformats.org/officeDocument/2006/relationships/slideMaster" Target="../slideMasters/slideMaster14.xml" /></Relationships>
</file>

<file path=ppt/slideLayouts/_rels/slideLayout184.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image" Target="../media/image1.jpeg" /><Relationship Id="rId1" Type="http://schemas.openxmlformats.org/officeDocument/2006/relationships/slideMaster" Target="../slideMasters/slideMaster14.xml" /></Relationships>
</file>

<file path=ppt/slideLayouts/_rels/slideLayout185.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4.xml" /></Relationships>
</file>

<file path=ppt/slideLayouts/_rels/slideLayout186.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4.xml" /></Relationships>
</file>

<file path=ppt/slideLayouts/_rels/slideLayout187.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4.xml" /></Relationships>
</file>

<file path=ppt/slideLayouts/_rels/slideLayout188.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4.xml" /></Relationships>
</file>

<file path=ppt/slideLayouts/_rels/slideLayout189.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4.xml" /></Relationships>
</file>

<file path=ppt/slideLayouts/_rels/slideLayout190.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4.xml" /></Relationships>
</file>

<file path=ppt/slideLayouts/_rels/slideLayout191.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4.xml" /></Relationships>
</file>

<file path=ppt/slideLayouts/_rels/slideLayout192.xml.rels><?xml version="1.0" encoding="UTF-8" standalone="yes"?>
<Relationships xmlns="http://schemas.openxmlformats.org/package/2006/relationships"><Relationship Id="rId2" Type="http://schemas.openxmlformats.org/officeDocument/2006/relationships/image" Target="../media/image5.png" /><Relationship Id="rId1" Type="http://schemas.openxmlformats.org/officeDocument/2006/relationships/slideMaster" Target="../slideMasters/slideMaster14.xml" /></Relationships>
</file>

<file path=ppt/slideLayouts/_rels/slideLayout193.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6.jpeg" /><Relationship Id="rId1" Type="http://schemas.openxmlformats.org/officeDocument/2006/relationships/slideMaster" Target="../slideMasters/slideMaster14.xml" /></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14.xml" /></Relationships>
</file>

<file path=ppt/slideLayouts/_rels/slideLayout195.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4.xml" /></Relationships>
</file>

<file path=ppt/slideLayouts/_rels/slideLayout196.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1.jpeg" /><Relationship Id="rId1" Type="http://schemas.openxmlformats.org/officeDocument/2006/relationships/slideMaster" Target="../slideMasters/slideMaster15.xml" /></Relationships>
</file>

<file path=ppt/slideLayouts/_rels/slideLayout197.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3.jpeg" /><Relationship Id="rId1" Type="http://schemas.openxmlformats.org/officeDocument/2006/relationships/slideMaster" Target="../slideMasters/slideMaster15.xml" /></Relationships>
</file>

<file path=ppt/slideLayouts/_rels/slideLayout198.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image" Target="../media/image1.jpeg" /><Relationship Id="rId1" Type="http://schemas.openxmlformats.org/officeDocument/2006/relationships/slideMaster" Target="../slideMasters/slideMaster15.xml" /></Relationships>
</file>

<file path=ppt/slideLayouts/_rels/slideLayout199.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5.xml" /></Relationships>
</file>

<file path=ppt/slideLayouts/_rels/slideLayout200.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5.xml" /></Relationships>
</file>

<file path=ppt/slideLayouts/_rels/slideLayout201.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5.xml" /></Relationships>
</file>

<file path=ppt/slideLayouts/_rels/slideLayout202.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5.xml" /></Relationships>
</file>

<file path=ppt/slideLayouts/_rels/slideLayout203.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5.xml" /></Relationships>
</file>

<file path=ppt/slideLayouts/_rels/slideLayout204.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5.xml" /></Relationships>
</file>

<file path=ppt/slideLayouts/_rels/slideLayout205.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5.xml" /></Relationships>
</file>

<file path=ppt/slideLayouts/_rels/slideLayout206.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5.xml" /></Relationships>
</file>

<file path=ppt/slideLayouts/_rels/slideLayout207.xml.rels><?xml version="1.0" encoding="UTF-8" standalone="yes"?>
<Relationships xmlns="http://schemas.openxmlformats.org/package/2006/relationships"><Relationship Id="rId2" Type="http://schemas.openxmlformats.org/officeDocument/2006/relationships/image" Target="../media/image5.png" /><Relationship Id="rId1" Type="http://schemas.openxmlformats.org/officeDocument/2006/relationships/slideMaster" Target="../slideMasters/slideMaster15.xml" /></Relationships>
</file>

<file path=ppt/slideLayouts/_rels/slideLayout208.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6.jpeg" /><Relationship Id="rId1" Type="http://schemas.openxmlformats.org/officeDocument/2006/relationships/slideMaster" Target="../slideMasters/slideMaster15.xml" /></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15.xml" /></Relationships>
</file>

<file path=ppt/slideLayouts/_rels/slideLayout210.xml.rels><?xml version="1.0" encoding="UTF-8" standalone="yes"?>
<Relationships xmlns="http://schemas.openxmlformats.org/package/2006/relationships"><Relationship Id="rId3" Type="http://schemas.openxmlformats.org/officeDocument/2006/relationships/image" Target="../media/image8.png" /><Relationship Id="rId2" Type="http://schemas.openxmlformats.org/officeDocument/2006/relationships/image" Target="../media/image7.png" /><Relationship Id="rId1" Type="http://schemas.openxmlformats.org/officeDocument/2006/relationships/slideMaster" Target="../slideMasters/slideMaster15.xml" /><Relationship Id="rId4" Type="http://schemas.openxmlformats.org/officeDocument/2006/relationships/image" Target="../media/image9.png" /></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15.xml" /></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16.xml" /></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16.xml" /></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16.xml" /></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16.xml" /></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16.xml" /></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16.xml" /></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16.xml" /></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16.xml" /></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16.xml" /></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16.xml" /></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16.xml" /></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17.xml" /></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17.xml" /></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17.xml" /></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17.xml" /></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17.xml" /></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17.xml" /></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17.xml" /></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17.xml" /></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17.xml" /></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17.xml" /></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17.xml" /></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17.xml" /></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17.xml" /></Relationships>
</file>

<file path=ppt/slideLayouts/_rels/slideLayout236.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7.xml" /></Relationships>
</file>

<file path=ppt/slideLayouts/_rels/slideLayout237.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7.xml" /></Relationships>
</file>

<file path=ppt/slideLayouts/_rels/slideLayout238.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7.xml" /></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18.xml" /></Relationships>
</file>

<file path=ppt/slideLayouts/_rels/slideLayout240.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8.xml" /></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18.xml" /></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18.xml" /></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18.xml" /></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18.xml" /></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18.xml" /></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18.xml" /></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18.xml" /></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18.xml" /></Relationships>
</file>

<file path=ppt/slideLayouts/_rels/slideLayout249.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3.jpeg" /><Relationship Id="rId1" Type="http://schemas.openxmlformats.org/officeDocument/2006/relationships/slideMaster" Target="../slideMasters/slideMaster18.xml" /></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18.xml" /></Relationships>
</file>

<file path=ppt/slideLayouts/_rels/slideLayout251.xml.rels><?xml version="1.0" encoding="UTF-8" standalone="yes"?>
<Relationships xmlns="http://schemas.openxmlformats.org/package/2006/relationships"><Relationship Id="rId3" Type="http://schemas.openxmlformats.org/officeDocument/2006/relationships/image" Target="../media/image14.png" /><Relationship Id="rId2" Type="http://schemas.openxmlformats.org/officeDocument/2006/relationships/image" Target="../media/image12.jpg" /><Relationship Id="rId1" Type="http://schemas.openxmlformats.org/officeDocument/2006/relationships/slideMaster" Target="../slideMasters/slideMaster19.xml" /></Relationships>
</file>

<file path=ppt/slideLayouts/_rels/slideLayout252.xml.rels><?xml version="1.0" encoding="UTF-8" standalone="yes"?>
<Relationships xmlns="http://schemas.openxmlformats.org/package/2006/relationships"><Relationship Id="rId3" Type="http://schemas.openxmlformats.org/officeDocument/2006/relationships/image" Target="../media/image14.png" /><Relationship Id="rId2" Type="http://schemas.openxmlformats.org/officeDocument/2006/relationships/image" Target="../media/image10.jpg" /><Relationship Id="rId1" Type="http://schemas.openxmlformats.org/officeDocument/2006/relationships/slideMaster" Target="../slideMasters/slideMaster19.xml" /></Relationships>
</file>

<file path=ppt/slideLayouts/_rels/slideLayout253.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image" Target="../media/image12.jpg" /><Relationship Id="rId1" Type="http://schemas.openxmlformats.org/officeDocument/2006/relationships/slideMaster" Target="../slideMasters/slideMaster19.xml" /></Relationships>
</file>

<file path=ppt/slideLayouts/_rels/slideLayout254.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9.xml" /></Relationships>
</file>

<file path=ppt/slideLayouts/_rels/slideLayout255.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9.xml" /></Relationships>
</file>

<file path=ppt/slideLayouts/_rels/slideLayout256.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9.xml" /></Relationships>
</file>

<file path=ppt/slideLayouts/_rels/slideLayout257.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9.xml" /></Relationships>
</file>

<file path=ppt/slideLayouts/_rels/slideLayout258.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9.xml" /></Relationships>
</file>

<file path=ppt/slideLayouts/_rels/slideLayout259.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9.xml" /></Relationships>
</file>

<file path=ppt/slideLayouts/_rels/slideLayout260.xml.rels><?xml version="1.0" encoding="UTF-8" standalone="yes"?>
<Relationships xmlns="http://schemas.openxmlformats.org/package/2006/relationships"><Relationship Id="rId2" Type="http://schemas.openxmlformats.org/officeDocument/2006/relationships/image" Target="../media/image15.png" /><Relationship Id="rId1" Type="http://schemas.openxmlformats.org/officeDocument/2006/relationships/slideMaster" Target="../slideMasters/slideMaster19.xml" /></Relationships>
</file>

<file path=ppt/slideLayouts/_rels/slideLayout261.xml.rels><?xml version="1.0" encoding="UTF-8" standalone="yes"?>
<Relationships xmlns="http://schemas.openxmlformats.org/package/2006/relationships"><Relationship Id="rId3" Type="http://schemas.openxmlformats.org/officeDocument/2006/relationships/image" Target="../media/image14.png" /><Relationship Id="rId2" Type="http://schemas.openxmlformats.org/officeDocument/2006/relationships/image" Target="../media/image10.jpg" /><Relationship Id="rId1" Type="http://schemas.openxmlformats.org/officeDocument/2006/relationships/slideMaster" Target="../slideMasters/slideMaster19.xml" /></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19.xml" /></Relationships>
</file>

<file path=ppt/slideLayouts/_rels/slideLayout263.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9.xml" /></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20.xml" /></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20.xml" /></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20.xml" /></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20.xml" /></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20.xml" /></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20.xml" /></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20.xml" /></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20.xml" /></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20.xml" /></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20.xml" /></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20.xml" /></Relationships>
</file>

<file path=ppt/slideLayouts/_rels/slideLayout275.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20.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3" name="Rectangle 2"/>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dirty="0">
              <a:solidFill>
                <a:prstClr val="white"/>
              </a:solidFill>
              <a:latin typeface="Arial" pitchFamily="34" charset="0"/>
              <a:cs typeface="Arial" pitchFamily="34" charset="0"/>
            </a:endParaRPr>
          </a:p>
        </p:txBody>
      </p:sp>
      <p:sp>
        <p:nvSpPr>
          <p:cNvPr id="4" name="Rectangle 3"/>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5" name="Rectangle 4"/>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6" name="Rectangle 5"/>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pic>
        <p:nvPicPr>
          <p:cNvPr id="7" name="Picture 10" descr="BITS_university_logo_whitevert.png"/>
          <p:cNvPicPr>
            <a:picLocks noChangeAspect="1"/>
          </p:cNvPicPr>
          <p:nvPr/>
        </p:nvPicPr>
        <p:blipFill>
          <a:blip r:embed="rId3" cstate="print"/>
          <a:srcRect t="2" b="28592"/>
          <a:stretch>
            <a:fillRect/>
          </a:stretch>
        </p:blipFill>
        <p:spPr bwMode="auto">
          <a:xfrm>
            <a:off x="76200" y="3352800"/>
            <a:ext cx="2057400" cy="1979613"/>
          </a:xfrm>
          <a:prstGeom prst="rect">
            <a:avLst/>
          </a:prstGeom>
          <a:noFill/>
          <a:ln w="9525">
            <a:noFill/>
            <a:miter lim="800000"/>
            <a:headEnd/>
            <a:tailEnd/>
          </a:ln>
        </p:spPr>
      </p:pic>
      <p:sp>
        <p:nvSpPr>
          <p:cNvPr id="8" name="TextBox 7"/>
          <p:cNvSpPr txBox="1"/>
          <p:nvPr/>
        </p:nvSpPr>
        <p:spPr>
          <a:xfrm>
            <a:off x="-76200" y="5257800"/>
            <a:ext cx="2209800" cy="554038"/>
          </a:xfrm>
          <a:prstGeom prst="rect">
            <a:avLst/>
          </a:prstGeom>
          <a:noFill/>
        </p:spPr>
        <p:txBody>
          <a:bodyPr>
            <a:spAutoFit/>
          </a:bodyPr>
          <a:lstStyle/>
          <a:p>
            <a:pPr algn="ctr">
              <a:defRPr/>
            </a:pP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9" name="TextBox 8"/>
          <p:cNvSpPr txBox="1"/>
          <p:nvPr/>
        </p:nvSpPr>
        <p:spPr>
          <a:xfrm>
            <a:off x="152400" y="5667375"/>
            <a:ext cx="1905000" cy="276225"/>
          </a:xfrm>
          <a:prstGeom prst="rect">
            <a:avLst/>
          </a:prstGeom>
          <a:noFill/>
        </p:spPr>
        <p:txBody>
          <a:bodyPr>
            <a:spAutoFit/>
          </a:bodyPr>
          <a:lstStyle/>
          <a:p>
            <a:pPr>
              <a:defRPr/>
            </a:pPr>
            <a:r>
              <a:rPr lang="en-US" sz="1200" dirty="0">
                <a:solidFill>
                  <a:srgbClr val="FFFFFF"/>
                </a:solidFill>
                <a:latin typeface="Arial"/>
                <a:cs typeface="Arial"/>
              </a:rPr>
              <a:t>Pilani Campus</a:t>
            </a:r>
          </a:p>
        </p:txBody>
      </p:sp>
      <p:sp>
        <p:nvSpPr>
          <p:cNvPr id="11" name="Title 1"/>
          <p:cNvSpPr>
            <a:spLocks noGrp="1"/>
          </p:cNvSpPr>
          <p:nvPr>
            <p:ph type="title"/>
          </p:nvPr>
        </p:nvSpPr>
        <p:spPr>
          <a:xfrm>
            <a:off x="2514600" y="3810000"/>
            <a:ext cx="60198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ustom Layout">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solidFill>
                <a:prstClr val="white"/>
              </a:solidFill>
              <a:latin typeface="Arial" pitchFamily="34" charset="0"/>
              <a:cs typeface="Arial" pitchFamily="34" charset="0"/>
            </a:endParaRPr>
          </a:p>
        </p:txBody>
      </p:sp>
      <p:sp>
        <p:nvSpPr>
          <p:cNvPr id="5" name="Rectangle 4"/>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6" name="Rectangle 5"/>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8" name="Rectangle 7"/>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pic>
        <p:nvPicPr>
          <p:cNvPr id="9" name="Picture 10" descr="BITS_university_logo_whitevert.png"/>
          <p:cNvPicPr>
            <a:picLocks noChangeAspect="1"/>
          </p:cNvPicPr>
          <p:nvPr/>
        </p:nvPicPr>
        <p:blipFill>
          <a:blip r:embed="rId3" cstate="print"/>
          <a:srcRect t="2" b="28592"/>
          <a:stretch>
            <a:fillRect/>
          </a:stretch>
        </p:blipFill>
        <p:spPr bwMode="auto">
          <a:xfrm>
            <a:off x="76200" y="3352800"/>
            <a:ext cx="2057400" cy="1979613"/>
          </a:xfrm>
          <a:prstGeom prst="rect">
            <a:avLst/>
          </a:prstGeom>
          <a:noFill/>
          <a:ln w="9525">
            <a:noFill/>
            <a:miter lim="800000"/>
            <a:headEnd/>
            <a:tailEnd/>
          </a:ln>
        </p:spPr>
      </p:pic>
      <p:sp>
        <p:nvSpPr>
          <p:cNvPr id="10" name="TextBox 9"/>
          <p:cNvSpPr txBox="1"/>
          <p:nvPr/>
        </p:nvSpPr>
        <p:spPr>
          <a:xfrm>
            <a:off x="-76200" y="5257800"/>
            <a:ext cx="2209800" cy="554038"/>
          </a:xfrm>
          <a:prstGeom prst="rect">
            <a:avLst/>
          </a:prstGeom>
          <a:noFill/>
        </p:spPr>
        <p:txBody>
          <a:bodyPr>
            <a:spAutoFit/>
          </a:bodyPr>
          <a:lstStyle/>
          <a:p>
            <a:pPr algn="ctr">
              <a:defRPr/>
            </a:pP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1" name="TextBox 10"/>
          <p:cNvSpPr txBox="1"/>
          <p:nvPr/>
        </p:nvSpPr>
        <p:spPr>
          <a:xfrm>
            <a:off x="152400" y="5667375"/>
            <a:ext cx="1905000" cy="276225"/>
          </a:xfrm>
          <a:prstGeom prst="rect">
            <a:avLst/>
          </a:prstGeom>
          <a:noFill/>
        </p:spPr>
        <p:txBody>
          <a:bodyPr>
            <a:spAutoFit/>
          </a:bodyPr>
          <a:lstStyle/>
          <a:p>
            <a:pPr>
              <a:defRPr/>
            </a:pPr>
            <a:r>
              <a:rPr lang="en-US" sz="1200" dirty="0">
                <a:solidFill>
                  <a:srgbClr val="FFFFFF"/>
                </a:solidFill>
                <a:latin typeface="Arial"/>
                <a:cs typeface="Arial"/>
              </a:rPr>
              <a:t>Pilani Campus</a:t>
            </a:r>
          </a:p>
        </p:txBody>
      </p:sp>
      <p:sp>
        <p:nvSpPr>
          <p:cNvPr id="12" name="Rectangle 11"/>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solidFill>
                <a:prstClr val="white"/>
              </a:solidFill>
              <a:latin typeface="Arial" pitchFamily="34" charset="0"/>
              <a:cs typeface="Arial" pitchFamily="34" charset="0"/>
            </a:endParaRPr>
          </a:p>
        </p:txBody>
      </p:sp>
      <p:sp>
        <p:nvSpPr>
          <p:cNvPr id="13" name="Rectangle 12"/>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4" name="Rectangle 13"/>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5" name="Rectangle 14"/>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pic>
        <p:nvPicPr>
          <p:cNvPr id="16" name="Picture 17" descr="BITS_university_logo_whitevert.png"/>
          <p:cNvPicPr>
            <a:picLocks noChangeAspect="1"/>
          </p:cNvPicPr>
          <p:nvPr/>
        </p:nvPicPr>
        <p:blipFill>
          <a:blip r:embed="rId3" cstate="print"/>
          <a:srcRect t="2" b="28592"/>
          <a:stretch>
            <a:fillRect/>
          </a:stretch>
        </p:blipFill>
        <p:spPr bwMode="auto">
          <a:xfrm>
            <a:off x="76200" y="3352800"/>
            <a:ext cx="2057400" cy="1979613"/>
          </a:xfrm>
          <a:prstGeom prst="rect">
            <a:avLst/>
          </a:prstGeom>
          <a:noFill/>
          <a:ln w="9525">
            <a:noFill/>
            <a:miter lim="800000"/>
            <a:headEnd/>
            <a:tailEnd/>
          </a:ln>
        </p:spPr>
      </p:pic>
      <p:sp>
        <p:nvSpPr>
          <p:cNvPr id="17" name="TextBox 16"/>
          <p:cNvSpPr txBox="1"/>
          <p:nvPr/>
        </p:nvSpPr>
        <p:spPr>
          <a:xfrm>
            <a:off x="-76200" y="5257800"/>
            <a:ext cx="2209800" cy="554038"/>
          </a:xfrm>
          <a:prstGeom prst="rect">
            <a:avLst/>
          </a:prstGeom>
          <a:noFill/>
        </p:spPr>
        <p:txBody>
          <a:bodyPr>
            <a:spAutoFit/>
          </a:bodyPr>
          <a:lstStyle/>
          <a:p>
            <a:pPr algn="ctr">
              <a:defRPr/>
            </a:pP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8" name="TextBox 17"/>
          <p:cNvSpPr txBox="1"/>
          <p:nvPr/>
        </p:nvSpPr>
        <p:spPr>
          <a:xfrm>
            <a:off x="152400" y="5667375"/>
            <a:ext cx="1905000" cy="276225"/>
          </a:xfrm>
          <a:prstGeom prst="rect">
            <a:avLst/>
          </a:prstGeom>
          <a:noFill/>
        </p:spPr>
        <p:txBody>
          <a:bodyPr>
            <a:spAutoFit/>
          </a:bodyPr>
          <a:lstStyle/>
          <a:p>
            <a:pPr>
              <a:defRPr/>
            </a:pPr>
            <a:r>
              <a:rPr lang="en-US" sz="1200" dirty="0">
                <a:solidFill>
                  <a:srgbClr val="FFFFFF"/>
                </a:solidFill>
                <a:latin typeface="Arial"/>
                <a:cs typeface="Arial"/>
              </a:rPr>
              <a:t>Pilani Campus</a:t>
            </a:r>
          </a:p>
        </p:txBody>
      </p:sp>
      <p:sp>
        <p:nvSpPr>
          <p:cNvPr id="7" name="Content Placeholder 6"/>
          <p:cNvSpPr>
            <a:spLocks noGrp="1"/>
          </p:cNvSpPr>
          <p:nvPr>
            <p:ph sz="quarter" idx="13"/>
          </p:nvPr>
        </p:nvSpPr>
        <p:spPr>
          <a:xfrm>
            <a:off x="2514600" y="5410200"/>
            <a:ext cx="60198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2514600" y="3810000"/>
            <a:ext cx="60198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3" name="Picture 2" descr="\\Server\D\jyoti\FI023_BITS_v1\styleguide img\IMG_5627_b.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a:ln w="9525">
            <a:noFill/>
            <a:miter lim="800000"/>
            <a:headEnd/>
            <a:tailEnd/>
          </a:ln>
        </p:spPr>
      </p:pic>
      <p:sp>
        <p:nvSpPr>
          <p:cNvPr id="4" name="Rectangle 3"/>
          <p:cNvSpPr/>
          <p:nvPr/>
        </p:nvSpPr>
        <p:spPr>
          <a:xfrm>
            <a:off x="0" y="4281488"/>
            <a:ext cx="9144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pic>
        <p:nvPicPr>
          <p:cNvPr id="5" name="Picture 8" descr="Picture 7.png"/>
          <p:cNvPicPr>
            <a:picLocks noChangeAspect="1"/>
          </p:cNvPicPr>
          <p:nvPr/>
        </p:nvPicPr>
        <p:blipFill>
          <a:blip r:embed="rId3" cstate="print"/>
          <a:srcRect l="1923" b="5336"/>
          <a:stretch>
            <a:fillRect/>
          </a:stretch>
        </p:blipFill>
        <p:spPr bwMode="auto">
          <a:xfrm>
            <a:off x="6629400" y="0"/>
            <a:ext cx="2193925" cy="692150"/>
          </a:xfrm>
          <a:prstGeom prst="rect">
            <a:avLst/>
          </a:prstGeom>
          <a:noFill/>
          <a:ln w="9525">
            <a:noFill/>
            <a:miter lim="800000"/>
            <a:headEnd/>
            <a:tailEnd/>
          </a:ln>
        </p:spPr>
      </p:pic>
      <p:sp>
        <p:nvSpPr>
          <p:cNvPr id="6" name="Rectangle 5"/>
          <p:cNvSpPr/>
          <p:nvPr/>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7" name="Rectangle 6"/>
          <p:cNvSpPr/>
          <p:nvPr/>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8" name="Rectangle 7"/>
          <p:cNvSpPr/>
          <p:nvPr/>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9" name="TextBox 8"/>
          <p:cNvSpPr txBox="1"/>
          <p:nvPr/>
        </p:nvSpPr>
        <p:spPr>
          <a:xfrm>
            <a:off x="6858000" y="762000"/>
            <a:ext cx="2209800" cy="554038"/>
          </a:xfrm>
          <a:prstGeom prst="rect">
            <a:avLst/>
          </a:prstGeom>
          <a:noFill/>
        </p:spPr>
        <p:txBody>
          <a:bodyPr>
            <a:spAutoFit/>
          </a:bodyPr>
          <a:lstStyle/>
          <a:p>
            <a:pPr algn="ctr">
              <a:defRPr/>
            </a:pP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0" name="TextBox 9"/>
          <p:cNvSpPr txBox="1"/>
          <p:nvPr/>
        </p:nvSpPr>
        <p:spPr>
          <a:xfrm>
            <a:off x="7086600" y="1171575"/>
            <a:ext cx="1905000" cy="276225"/>
          </a:xfrm>
          <a:prstGeom prst="rect">
            <a:avLst/>
          </a:prstGeom>
          <a:noFill/>
        </p:spPr>
        <p:txBody>
          <a:bodyPr>
            <a:spAutoFit/>
          </a:bodyPr>
          <a:lstStyle/>
          <a:p>
            <a:pPr>
              <a:defRPr/>
            </a:pPr>
            <a:r>
              <a:rPr lang="en-US" sz="1200" dirty="0">
                <a:solidFill>
                  <a:srgbClr val="FFFFFF"/>
                </a:solidFill>
                <a:latin typeface="Arial"/>
                <a:cs typeface="Arial"/>
              </a:rPr>
              <a:t>Pilani Campus</a:t>
            </a:r>
          </a:p>
        </p:txBody>
      </p:sp>
      <p:sp>
        <p:nvSpPr>
          <p:cNvPr id="17" name="Content Placeholder 16"/>
          <p:cNvSpPr>
            <a:spLocks noGrp="1"/>
          </p:cNvSpPr>
          <p:nvPr>
            <p:ph sz="quarter" idx="10"/>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a:t>Click to edit Master text styles</a:t>
            </a:r>
          </a:p>
          <a:p>
            <a:pPr lvl="1"/>
            <a:r>
              <a:rPr lang="en-US"/>
              <a:t>Second level</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4" name="TextBox 3"/>
          <p:cNvSpPr txBox="1"/>
          <p:nvPr/>
        </p:nvSpPr>
        <p:spPr>
          <a:xfrm>
            <a:off x="3276600" y="6596063"/>
            <a:ext cx="5867400" cy="261937"/>
          </a:xfrm>
          <a:prstGeom prst="rect">
            <a:avLst/>
          </a:prstGeom>
          <a:noFill/>
        </p:spPr>
        <p:txBody>
          <a:bodyPr>
            <a:spAutoFit/>
          </a:bodyPr>
          <a:lstStyle/>
          <a:p>
            <a:pPr algn="r">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grpSp>
        <p:nvGrpSpPr>
          <p:cNvPr id="5" name="Group 11"/>
          <p:cNvGrpSpPr>
            <a:grpSpLocks/>
          </p:cNvGrpSpPr>
          <p:nvPr/>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10" name="Group 18"/>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grpSp>
        <p:nvGrpSpPr>
          <p:cNvPr id="14" name="Group 22"/>
          <p:cNvGrpSpPr>
            <a:grpSpLocks/>
          </p:cNvGrpSpPr>
          <p:nvPr/>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pic>
        <p:nvPicPr>
          <p:cNvPr id="5" name="Picture 6"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6" name="Group 19"/>
          <p:cNvGrpSpPr>
            <a:grpSpLocks/>
          </p:cNvGrpSpPr>
          <p:nvPr/>
        </p:nvGrpSpPr>
        <p:grpSpPr bwMode="auto">
          <a:xfrm>
            <a:off x="0" y="1295400"/>
            <a:ext cx="7010400" cy="46038"/>
            <a:chOff x="1905000" y="6553200"/>
            <a:chExt cx="7010400" cy="45719"/>
          </a:xfrm>
        </p:grpSpPr>
        <p:sp>
          <p:nvSpPr>
            <p:cNvPr id="7" name="Rectangle 6"/>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grpSp>
        <p:nvGrpSpPr>
          <p:cNvPr id="10" name="Group 28"/>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sp>
        <p:nvSpPr>
          <p:cNvPr id="14" name="TextBox 13"/>
          <p:cNvSpPr txBox="1"/>
          <p:nvPr/>
        </p:nvSpPr>
        <p:spPr>
          <a:xfrm>
            <a:off x="3276600" y="6596063"/>
            <a:ext cx="5867400" cy="261937"/>
          </a:xfrm>
          <a:prstGeom prst="rect">
            <a:avLst/>
          </a:prstGeom>
          <a:noFill/>
        </p:spPr>
        <p:txBody>
          <a:bodyPr>
            <a:spAutoFit/>
          </a:bodyPr>
          <a:lstStyle/>
          <a:p>
            <a:pPr algn="r">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
        <p:nvSpPr>
          <p:cNvPr id="3" name="Content Placeholder 2"/>
          <p:cNvSpPr>
            <a:spLocks noGrp="1"/>
          </p:cNvSpPr>
          <p:nvPr>
            <p:ph sz="half" idx="1"/>
          </p:nvPr>
        </p:nvSpPr>
        <p:spPr>
          <a:xfrm>
            <a:off x="4572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4" name="Content Placeholder 3"/>
          <p:cNvSpPr>
            <a:spLocks noGrp="1"/>
          </p:cNvSpPr>
          <p:nvPr>
            <p:ph sz="half" idx="2"/>
          </p:nvPr>
        </p:nvSpPr>
        <p:spPr>
          <a:xfrm>
            <a:off x="49530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grpSp>
        <p:nvGrpSpPr>
          <p:cNvPr id="7" name="Group 10"/>
          <p:cNvGrpSpPr>
            <a:grpSpLocks/>
          </p:cNvGrpSpPr>
          <p:nvPr/>
        </p:nvGrpSpPr>
        <p:grpSpPr bwMode="auto">
          <a:xfrm>
            <a:off x="0" y="1295400"/>
            <a:ext cx="7010400" cy="46038"/>
            <a:chOff x="1905000" y="6553200"/>
            <a:chExt cx="7010400" cy="45719"/>
          </a:xfrm>
        </p:grpSpPr>
        <p:sp>
          <p:nvSpPr>
            <p:cNvPr id="8" name="Rectangle 7"/>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9" name="Rectangle 8"/>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grpSp>
        <p:nvGrpSpPr>
          <p:cNvPr id="12" name="Group 15"/>
          <p:cNvGrpSpPr>
            <a:grpSpLocks/>
          </p:cNvGrpSpPr>
          <p:nvPr/>
        </p:nvGrpSpPr>
        <p:grpSpPr bwMode="auto">
          <a:xfrm>
            <a:off x="2133600" y="6553200"/>
            <a:ext cx="7010400" cy="46038"/>
            <a:chOff x="1905000" y="6553200"/>
            <a:chExt cx="7010400" cy="45719"/>
          </a:xfrm>
        </p:grpSpPr>
        <p:sp>
          <p:nvSpPr>
            <p:cNvPr id="13" name="Rectangle 12"/>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4" name="Rectangle 13"/>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5" name="Rectangle 14"/>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pic>
        <p:nvPicPr>
          <p:cNvPr id="16" name="Picture 14"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sp>
        <p:nvSpPr>
          <p:cNvPr id="17" name="TextBox 16"/>
          <p:cNvSpPr txBox="1"/>
          <p:nvPr/>
        </p:nvSpPr>
        <p:spPr>
          <a:xfrm>
            <a:off x="3276600" y="6596063"/>
            <a:ext cx="5867400" cy="261937"/>
          </a:xfrm>
          <a:prstGeom prst="rect">
            <a:avLst/>
          </a:prstGeom>
          <a:noFill/>
        </p:spPr>
        <p:txBody>
          <a:bodyPr>
            <a:spAutoFit/>
          </a:bodyPr>
          <a:lstStyle/>
          <a:p>
            <a:pPr algn="r">
              <a:defRPr/>
            </a:pPr>
            <a:r>
              <a:rPr lang="en-US" sz="1100" b="1" dirty="0">
                <a:solidFill>
                  <a:srgbClr val="101141"/>
                </a:solidFill>
                <a:latin typeface="Arial"/>
                <a:cs typeface="Arial"/>
              </a:rPr>
              <a:t>BITS </a:t>
            </a:r>
            <a:r>
              <a:rPr lang="en-US" sz="1100" dirty="0">
                <a:solidFill>
                  <a:srgbClr val="101141"/>
                </a:solidFill>
                <a:latin typeface="Arial"/>
                <a:cs typeface="Arial"/>
              </a:rPr>
              <a:t>Pilani, Deemed to be University under Section 3 of UGC Act, 1956</a:t>
            </a:r>
          </a:p>
        </p:txBody>
      </p:sp>
      <p:sp>
        <p:nvSpPr>
          <p:cNvPr id="3" name="Text Placeholder 2"/>
          <p:cNvSpPr>
            <a:spLocks noGrp="1"/>
          </p:cNvSpPr>
          <p:nvPr>
            <p:ph type="body" idx="1"/>
          </p:nvPr>
        </p:nvSpPr>
        <p:spPr>
          <a:xfrm>
            <a:off x="457200" y="1535112"/>
            <a:ext cx="4040188"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362199"/>
            <a:ext cx="4040188"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2"/>
            <a:ext cx="4041775"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362199"/>
            <a:ext cx="4041775"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grpSp>
        <p:nvGrpSpPr>
          <p:cNvPr id="3" name="Group 5"/>
          <p:cNvGrpSpPr>
            <a:grpSpLocks/>
          </p:cNvGrpSpPr>
          <p:nvPr/>
        </p:nvGrpSpPr>
        <p:grpSpPr bwMode="auto">
          <a:xfrm>
            <a:off x="0" y="1295400"/>
            <a:ext cx="7010400" cy="46038"/>
            <a:chOff x="1905000" y="6553200"/>
            <a:chExt cx="7010400" cy="45719"/>
          </a:xfrm>
        </p:grpSpPr>
        <p:sp>
          <p:nvSpPr>
            <p:cNvPr id="4" name="Rectangle 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6" name="Rectangle 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7" name="Rectangle 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grpSp>
        <p:nvGrpSpPr>
          <p:cNvPr id="8" name="Group 10"/>
          <p:cNvGrpSpPr>
            <a:grpSpLocks/>
          </p:cNvGrpSpPr>
          <p:nvPr/>
        </p:nvGrpSpPr>
        <p:grpSpPr bwMode="auto">
          <a:xfrm>
            <a:off x="2133600" y="6553200"/>
            <a:ext cx="7010400" cy="46038"/>
            <a:chOff x="1905000" y="6553200"/>
            <a:chExt cx="7010400" cy="45719"/>
          </a:xfrm>
        </p:grpSpPr>
        <p:sp>
          <p:nvSpPr>
            <p:cNvPr id="9" name="Rectangle 8"/>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pic>
        <p:nvPicPr>
          <p:cNvPr id="12" name="Picture 14"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sp>
        <p:nvSpPr>
          <p:cNvPr id="13" name="TextBox 12"/>
          <p:cNvSpPr txBox="1"/>
          <p:nvPr/>
        </p:nvSpPr>
        <p:spPr>
          <a:xfrm>
            <a:off x="3276600" y="6596063"/>
            <a:ext cx="5867400" cy="261937"/>
          </a:xfrm>
          <a:prstGeom prst="rect">
            <a:avLst/>
          </a:prstGeom>
          <a:noFill/>
        </p:spPr>
        <p:txBody>
          <a:bodyPr>
            <a:spAutoFit/>
          </a:bodyPr>
          <a:lstStyle/>
          <a:p>
            <a:pPr algn="r">
              <a:defRPr/>
            </a:pPr>
            <a:r>
              <a:rPr lang="en-US" sz="1100" b="1" dirty="0">
                <a:solidFill>
                  <a:srgbClr val="101141"/>
                </a:solidFill>
                <a:latin typeface="Arial"/>
                <a:cs typeface="Arial"/>
              </a:rPr>
              <a:t>BITS </a:t>
            </a:r>
            <a:r>
              <a:rPr lang="en-US" sz="1100" dirty="0">
                <a:solidFill>
                  <a:srgbClr val="101141"/>
                </a:solidFill>
                <a:latin typeface="Arial"/>
                <a:cs typeface="Arial"/>
              </a:rPr>
              <a:t>Pilani, Deemed to be University under Section 3 of UGC Act, 1956</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grpSp>
        <p:nvGrpSpPr>
          <p:cNvPr id="5" name="Group 8"/>
          <p:cNvGrpSpPr>
            <a:grpSpLocks/>
          </p:cNvGrpSpPr>
          <p:nvPr/>
        </p:nvGrpSpPr>
        <p:grpSpPr bwMode="auto">
          <a:xfrm>
            <a:off x="0" y="1295400"/>
            <a:ext cx="7010400" cy="46038"/>
            <a:chOff x="1905000" y="6553200"/>
            <a:chExt cx="7010400" cy="45719"/>
          </a:xfrm>
        </p:grpSpPr>
        <p:sp>
          <p:nvSpPr>
            <p:cNvPr id="6" name="Rectangle 5"/>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7" name="Rectangle 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grpSp>
        <p:nvGrpSpPr>
          <p:cNvPr id="10" name="Group 13"/>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pic>
        <p:nvPicPr>
          <p:cNvPr id="14" name="Picture 14"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sp>
        <p:nvSpPr>
          <p:cNvPr id="15" name="TextBox 14"/>
          <p:cNvSpPr txBox="1"/>
          <p:nvPr/>
        </p:nvSpPr>
        <p:spPr>
          <a:xfrm>
            <a:off x="3276600" y="6596063"/>
            <a:ext cx="5867400" cy="261937"/>
          </a:xfrm>
          <a:prstGeom prst="rect">
            <a:avLst/>
          </a:prstGeom>
          <a:noFill/>
        </p:spPr>
        <p:txBody>
          <a:bodyPr>
            <a:spAutoFit/>
          </a:bodyPr>
          <a:lstStyle/>
          <a:p>
            <a:pPr algn="r">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
        <p:nvSpPr>
          <p:cNvPr id="3" name="Content Placeholder 2"/>
          <p:cNvSpPr>
            <a:spLocks noGrp="1"/>
          </p:cNvSpPr>
          <p:nvPr>
            <p:ph idx="1"/>
          </p:nvPr>
        </p:nvSpPr>
        <p:spPr>
          <a:xfrm>
            <a:off x="3575050" y="1600200"/>
            <a:ext cx="5111750"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600200"/>
            <a:ext cx="3008313"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Content Placeholder 18"/>
          <p:cNvSpPr>
            <a:spLocks noGrp="1"/>
          </p:cNvSpPr>
          <p:nvPr>
            <p:ph sz="quarter" idx="13"/>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grpSp>
        <p:nvGrpSpPr>
          <p:cNvPr id="6" name="Group 6"/>
          <p:cNvGrpSpPr>
            <a:grpSpLocks/>
          </p:cNvGrpSpPr>
          <p:nvPr/>
        </p:nvGrpSpPr>
        <p:grpSpPr bwMode="auto">
          <a:xfrm>
            <a:off x="0" y="1295400"/>
            <a:ext cx="7010400" cy="46038"/>
            <a:chOff x="1905000" y="6553200"/>
            <a:chExt cx="7010400" cy="45719"/>
          </a:xfrm>
        </p:grpSpPr>
        <p:sp>
          <p:nvSpPr>
            <p:cNvPr id="7" name="Rectangle 6"/>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grpSp>
        <p:nvGrpSpPr>
          <p:cNvPr id="10" name="Group 10"/>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pic>
        <p:nvPicPr>
          <p:cNvPr id="14" name="Picture 14"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sp>
        <p:nvSpPr>
          <p:cNvPr id="15" name="TextBox 14"/>
          <p:cNvSpPr txBox="1"/>
          <p:nvPr/>
        </p:nvSpPr>
        <p:spPr>
          <a:xfrm>
            <a:off x="3276600" y="6596063"/>
            <a:ext cx="5867400" cy="261937"/>
          </a:xfrm>
          <a:prstGeom prst="rect">
            <a:avLst/>
          </a:prstGeom>
          <a:noFill/>
        </p:spPr>
        <p:txBody>
          <a:bodyPr>
            <a:spAutoFit/>
          </a:bodyPr>
          <a:lstStyle/>
          <a:p>
            <a:pPr algn="r">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
        <p:nvSpPr>
          <p:cNvPr id="2" name="Title 1"/>
          <p:cNvSpPr>
            <a:spLocks noGrp="1"/>
          </p:cNvSpPr>
          <p:nvPr>
            <p:ph type="title"/>
          </p:nvPr>
        </p:nvSpPr>
        <p:spPr>
          <a:xfrm>
            <a:off x="1792288" y="5407025"/>
            <a:ext cx="5486400" cy="304800"/>
          </a:xfrm>
        </p:spPr>
        <p:txBody>
          <a:bodyPr anchor="b"/>
          <a:lstStyle>
            <a:lvl1pPr algn="l">
              <a:defRPr sz="1800" b="1" spc="0"/>
            </a:lvl1pPr>
          </a:lstStyle>
          <a:p>
            <a:r>
              <a:rPr lang="en-US"/>
              <a:t>Click to edit Master title style</a:t>
            </a:r>
            <a:endParaRPr lang="en-US" dirty="0"/>
          </a:p>
        </p:txBody>
      </p:sp>
      <p:sp>
        <p:nvSpPr>
          <p:cNvPr id="3" name="Picture Placeholder 2"/>
          <p:cNvSpPr>
            <a:spLocks noGrp="1"/>
          </p:cNvSpPr>
          <p:nvPr>
            <p:ph type="pic" idx="1"/>
          </p:nvPr>
        </p:nvSpPr>
        <p:spPr>
          <a:xfrm>
            <a:off x="1792288" y="1828800"/>
            <a:ext cx="54864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grpSp>
        <p:nvGrpSpPr>
          <p:cNvPr id="4" name="Group 19"/>
          <p:cNvGrpSpPr>
            <a:grpSpLocks/>
          </p:cNvGrpSpPr>
          <p:nvPr/>
        </p:nvGrpSpPr>
        <p:grpSpPr bwMode="auto">
          <a:xfrm>
            <a:off x="0" y="1295400"/>
            <a:ext cx="7010400" cy="46038"/>
            <a:chOff x="1905000" y="6553200"/>
            <a:chExt cx="7010400" cy="45719"/>
          </a:xfrm>
        </p:grpSpPr>
        <p:sp>
          <p:nvSpPr>
            <p:cNvPr id="5" name="Rectangle 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6" name="Rectangle 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7" name="Rectangle 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grpSp>
        <p:nvGrpSpPr>
          <p:cNvPr id="8" name="Group 24"/>
          <p:cNvGrpSpPr>
            <a:grpSpLocks/>
          </p:cNvGrpSpPr>
          <p:nvPr/>
        </p:nvGrpSpPr>
        <p:grpSpPr bwMode="auto">
          <a:xfrm>
            <a:off x="2133600" y="6553200"/>
            <a:ext cx="7010400" cy="46038"/>
            <a:chOff x="1905000" y="6553200"/>
            <a:chExt cx="7010400" cy="45719"/>
          </a:xfrm>
        </p:grpSpPr>
        <p:sp>
          <p:nvSpPr>
            <p:cNvPr id="9" name="Rectangle 8"/>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pic>
        <p:nvPicPr>
          <p:cNvPr id="12" name="Picture 14"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sp>
        <p:nvSpPr>
          <p:cNvPr id="13" name="TextBox 12"/>
          <p:cNvSpPr txBox="1"/>
          <p:nvPr/>
        </p:nvSpPr>
        <p:spPr>
          <a:xfrm>
            <a:off x="3276600" y="6596063"/>
            <a:ext cx="5867400" cy="261937"/>
          </a:xfrm>
          <a:prstGeom prst="rect">
            <a:avLst/>
          </a:prstGeom>
          <a:noFill/>
        </p:spPr>
        <p:txBody>
          <a:bodyPr>
            <a:spAutoFit/>
          </a:bodyPr>
          <a:lstStyle/>
          <a:p>
            <a:pPr algn="r">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Vertical Title and Text">
    <p:spTree>
      <p:nvGrpSpPr>
        <p:cNvPr id="1" name=""/>
        <p:cNvGrpSpPr/>
        <p:nvPr/>
      </p:nvGrpSpPr>
      <p:grpSpPr>
        <a:xfrm>
          <a:off x="0" y="0"/>
          <a:ext cx="0" cy="0"/>
          <a:chOff x="0" y="0"/>
          <a:chExt cx="0" cy="0"/>
        </a:xfrm>
      </p:grpSpPr>
      <p:grpSp>
        <p:nvGrpSpPr>
          <p:cNvPr id="4" name="Group 7"/>
          <p:cNvGrpSpPr>
            <a:grpSpLocks/>
          </p:cNvGrpSpPr>
          <p:nvPr/>
        </p:nvGrpSpPr>
        <p:grpSpPr bwMode="auto">
          <a:xfrm rot="5400000">
            <a:off x="5006182" y="2567781"/>
            <a:ext cx="5181600" cy="46037"/>
            <a:chOff x="1905000" y="6553200"/>
            <a:chExt cx="7010400" cy="45719"/>
          </a:xfrm>
        </p:grpSpPr>
        <p:sp>
          <p:nvSpPr>
            <p:cNvPr id="5" name="Rectangle 4"/>
            <p:cNvSpPr/>
            <p:nvPr/>
          </p:nvSpPr>
          <p:spPr>
            <a:xfrm>
              <a:off x="4267574" y="6553200"/>
              <a:ext cx="2328209"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6" name="Rectangle 5"/>
            <p:cNvSpPr/>
            <p:nvPr/>
          </p:nvSpPr>
          <p:spPr>
            <a:xfrm>
              <a:off x="1905000" y="6553200"/>
              <a:ext cx="2362574"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8" name="Rectangle 7"/>
            <p:cNvSpPr/>
            <p:nvPr userDrawn="1"/>
          </p:nvSpPr>
          <p:spPr>
            <a:xfrm>
              <a:off x="6587191" y="6553200"/>
              <a:ext cx="2328209"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pic>
        <p:nvPicPr>
          <p:cNvPr id="9" name="Picture 10" descr="Picture 7.png"/>
          <p:cNvPicPr>
            <a:picLocks noChangeAspect="1"/>
          </p:cNvPicPr>
          <p:nvPr/>
        </p:nvPicPr>
        <p:blipFill>
          <a:blip r:embed="rId2" cstate="print"/>
          <a:srcRect l="5336" t="1923"/>
          <a:stretch>
            <a:fillRect/>
          </a:stretch>
        </p:blipFill>
        <p:spPr bwMode="auto">
          <a:xfrm>
            <a:off x="-7938" y="381000"/>
            <a:ext cx="692151" cy="2193925"/>
          </a:xfrm>
          <a:prstGeom prst="rect">
            <a:avLst/>
          </a:prstGeom>
          <a:noFill/>
          <a:ln w="9525">
            <a:noFill/>
            <a:miter lim="800000"/>
            <a:headEnd/>
            <a:tailEnd/>
          </a:ln>
        </p:spPr>
      </p:pic>
      <p:sp>
        <p:nvSpPr>
          <p:cNvPr id="10" name="TextBox 9"/>
          <p:cNvSpPr txBox="1"/>
          <p:nvPr/>
        </p:nvSpPr>
        <p:spPr>
          <a:xfrm rot="5400000">
            <a:off x="-2794793" y="3809206"/>
            <a:ext cx="5867400" cy="230187"/>
          </a:xfrm>
          <a:prstGeom prst="rect">
            <a:avLst/>
          </a:prstGeom>
          <a:noFill/>
        </p:spPr>
        <p:txBody>
          <a:bodyPr>
            <a:spAutoFit/>
          </a:bodyPr>
          <a:lstStyle/>
          <a:p>
            <a:pPr algn="r">
              <a:defRPr/>
            </a:pPr>
            <a:r>
              <a:rPr lang="en-US" sz="900" b="1" dirty="0">
                <a:solidFill>
                  <a:srgbClr val="101141"/>
                </a:solidFill>
                <a:latin typeface="Arial"/>
                <a:cs typeface="Arial"/>
              </a:rPr>
              <a:t>BITS </a:t>
            </a:r>
            <a:r>
              <a:rPr lang="en-US" sz="900" dirty="0">
                <a:solidFill>
                  <a:srgbClr val="101141"/>
                </a:solidFill>
                <a:latin typeface="Arial"/>
                <a:cs typeface="Arial"/>
              </a:rPr>
              <a:t>Pilani, Pilani Campus</a:t>
            </a:r>
          </a:p>
        </p:txBody>
      </p:sp>
      <p:sp>
        <p:nvSpPr>
          <p:cNvPr id="3" name="Vertical Text Placeholder 2"/>
          <p:cNvSpPr>
            <a:spLocks noGrp="1"/>
          </p:cNvSpPr>
          <p:nvPr>
            <p:ph type="body" orient="vert" idx="1"/>
          </p:nvPr>
        </p:nvSpPr>
        <p:spPr>
          <a:xfrm>
            <a:off x="1219200" y="38100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8"/>
          <p:cNvSpPr>
            <a:spLocks noGrp="1"/>
          </p:cNvSpPr>
          <p:nvPr>
            <p:ph sz="quarter" idx="10"/>
          </p:nvPr>
        </p:nvSpPr>
        <p:spPr>
          <a:xfrm rot="5400000">
            <a:off x="5410200" y="2743200"/>
            <a:ext cx="58674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Custom Layout">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solidFill>
                <a:prstClr val="white"/>
              </a:solidFill>
              <a:latin typeface="Arial" pitchFamily="34" charset="0"/>
              <a:cs typeface="Arial" pitchFamily="34" charset="0"/>
            </a:endParaRPr>
          </a:p>
        </p:txBody>
      </p:sp>
      <p:sp>
        <p:nvSpPr>
          <p:cNvPr id="5" name="Rectangle 4"/>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6" name="Rectangle 5"/>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8" name="Rectangle 7"/>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pic>
        <p:nvPicPr>
          <p:cNvPr id="9" name="Picture 10" descr="BITS_university_logo_whitevert.png"/>
          <p:cNvPicPr>
            <a:picLocks noChangeAspect="1"/>
          </p:cNvPicPr>
          <p:nvPr/>
        </p:nvPicPr>
        <p:blipFill>
          <a:blip r:embed="rId3" cstate="print"/>
          <a:srcRect t="2" b="28592"/>
          <a:stretch>
            <a:fillRect/>
          </a:stretch>
        </p:blipFill>
        <p:spPr bwMode="auto">
          <a:xfrm>
            <a:off x="76200" y="3352800"/>
            <a:ext cx="2057400" cy="1979613"/>
          </a:xfrm>
          <a:prstGeom prst="rect">
            <a:avLst/>
          </a:prstGeom>
          <a:noFill/>
          <a:ln w="9525">
            <a:noFill/>
            <a:miter lim="800000"/>
            <a:headEnd/>
            <a:tailEnd/>
          </a:ln>
        </p:spPr>
      </p:pic>
      <p:sp>
        <p:nvSpPr>
          <p:cNvPr id="10" name="TextBox 9"/>
          <p:cNvSpPr txBox="1"/>
          <p:nvPr/>
        </p:nvSpPr>
        <p:spPr>
          <a:xfrm>
            <a:off x="-76200" y="5257800"/>
            <a:ext cx="2209800" cy="554038"/>
          </a:xfrm>
          <a:prstGeom prst="rect">
            <a:avLst/>
          </a:prstGeom>
          <a:noFill/>
        </p:spPr>
        <p:txBody>
          <a:bodyPr>
            <a:spAutoFit/>
          </a:bodyPr>
          <a:lstStyle/>
          <a:p>
            <a:pPr algn="ctr">
              <a:defRPr/>
            </a:pP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1" name="TextBox 10"/>
          <p:cNvSpPr txBox="1"/>
          <p:nvPr/>
        </p:nvSpPr>
        <p:spPr>
          <a:xfrm>
            <a:off x="152400" y="5667375"/>
            <a:ext cx="1905000" cy="276225"/>
          </a:xfrm>
          <a:prstGeom prst="rect">
            <a:avLst/>
          </a:prstGeom>
          <a:noFill/>
        </p:spPr>
        <p:txBody>
          <a:bodyPr>
            <a:spAutoFit/>
          </a:bodyPr>
          <a:lstStyle/>
          <a:p>
            <a:pPr>
              <a:defRPr/>
            </a:pPr>
            <a:r>
              <a:rPr lang="en-US" sz="1200" dirty="0">
                <a:solidFill>
                  <a:srgbClr val="FFFFFF"/>
                </a:solidFill>
                <a:latin typeface="Arial"/>
                <a:cs typeface="Arial"/>
              </a:rPr>
              <a:t>Pilani Campus</a:t>
            </a:r>
          </a:p>
        </p:txBody>
      </p:sp>
      <p:sp>
        <p:nvSpPr>
          <p:cNvPr id="7" name="Content Placeholder 6"/>
          <p:cNvSpPr>
            <a:spLocks noGrp="1"/>
          </p:cNvSpPr>
          <p:nvPr>
            <p:ph sz="quarter" idx="13"/>
          </p:nvPr>
        </p:nvSpPr>
        <p:spPr>
          <a:xfrm>
            <a:off x="2514600" y="5410200"/>
            <a:ext cx="60198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2514600" y="3810000"/>
            <a:ext cx="6019800" cy="1524000"/>
          </a:xfrm>
        </p:spPr>
        <p:txBody>
          <a:bodyPr>
            <a:noAutofit/>
          </a:bodyPr>
          <a:lstStyle>
            <a:lvl1pPr algn="l">
              <a:lnSpc>
                <a:spcPts val="4000"/>
              </a:lnSpc>
              <a:defRPr sz="4400" baseline="0">
                <a:solidFill>
                  <a:schemeClr val="bg1"/>
                </a:solidFill>
              </a:defRPr>
            </a:lvl1pPr>
          </a:lstStyle>
          <a:p>
            <a:r>
              <a:rPr lang="en-US"/>
              <a:t>Click to edit Master title style</a:t>
            </a:r>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pPr>
              <a:defRPr/>
            </a:pPr>
            <a:fld id="{460CB459-1A4D-47F4-A8EE-5438035C956C}" type="datetime1">
              <a:rPr lang="en-US" smtClean="0"/>
              <a:t>1/17/2026</a:t>
            </a:fld>
            <a:endParaRPr lang="en-US"/>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p>
            <a:pPr>
              <a:defRPr/>
            </a:pPr>
            <a:endParaRPr lang="en-US"/>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p>
            <a:pPr>
              <a:defRPr/>
            </a:pPr>
            <a:fld id="{60DB935C-A2BB-404C-A6C5-67E9068028EC}" type="slidenum">
              <a:rPr lang="en-US" smtClean="0"/>
              <a:pPr>
                <a:defRPr/>
              </a:pPr>
              <a:t>‹#›</a:t>
            </a:fld>
            <a:endParaRPr lang="en-US"/>
          </a:p>
        </p:txBody>
      </p:sp>
    </p:spTree>
    <p:extLst>
      <p:ext uri="{BB962C8B-B14F-4D97-AF65-F5344CB8AC3E}">
        <p14:creationId xmlns:p14="http://schemas.microsoft.com/office/powerpoint/2010/main" val="10859931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F6C300FC-D642-4D31-8A15-4FA78C96497F}" type="datetime1">
              <a:rPr lang="en-US" smtClean="0"/>
              <a:t>1/17/2026</a:t>
            </a:fld>
            <a:endParaRPr lang="en-GB"/>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GB"/>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389A1433-2BD6-474A-B042-E5F0856EF487}" type="slidenum">
              <a:rPr lang="en-GB"/>
              <a:pPr>
                <a:defRPr/>
              </a:pPr>
              <a:t>‹#›</a:t>
            </a:fld>
            <a:endParaRPr lang="en-GB"/>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5536" y="274638"/>
            <a:ext cx="6120680" cy="850106"/>
          </a:xfrm>
          <a:prstGeom prst="rect">
            <a:avLst/>
          </a:prstGeom>
        </p:spPr>
        <p:txBody>
          <a:bodyPr anchor="ctr"/>
          <a:lstStyle>
            <a:lvl1pPr algn="l">
              <a:defRPr sz="3200"/>
            </a:lvl1pPr>
          </a:lstStyle>
          <a:p>
            <a:r>
              <a:rPr lang="en-US"/>
              <a:t>Click to edit Master title style</a:t>
            </a:r>
            <a:endParaRPr lang="en-IN"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Footer Placeholder 4"/>
          <p:cNvSpPr>
            <a:spLocks noGrp="1"/>
          </p:cNvSpPr>
          <p:nvPr>
            <p:ph type="ftr" sz="quarter" idx="10"/>
          </p:nvPr>
        </p:nvSpPr>
        <p:spPr>
          <a:xfrm>
            <a:off x="2195513" y="6237288"/>
            <a:ext cx="4392612" cy="365125"/>
          </a:xfrm>
          <a:prstGeom prst="rect">
            <a:avLst/>
          </a:prstGeom>
        </p:spPr>
        <p:txBody>
          <a:bodyPr/>
          <a:lstStyle>
            <a:lvl1pPr algn="ctr">
              <a:defRPr sz="1200" b="1"/>
            </a:lvl1pPr>
          </a:lstStyle>
          <a:p>
            <a:pPr>
              <a:defRPr/>
            </a:pPr>
            <a:endParaRPr lang="en-IN" dirty="0"/>
          </a:p>
        </p:txBody>
      </p:sp>
      <p:sp>
        <p:nvSpPr>
          <p:cNvPr id="5" name="Slide Number Placeholder 5"/>
          <p:cNvSpPr>
            <a:spLocks noGrp="1"/>
          </p:cNvSpPr>
          <p:nvPr>
            <p:ph type="sldNum" sz="quarter" idx="11"/>
          </p:nvPr>
        </p:nvSpPr>
        <p:spPr>
          <a:xfrm>
            <a:off x="8532813" y="6237288"/>
            <a:ext cx="611187" cy="293687"/>
          </a:xfrm>
          <a:prstGeom prst="rect">
            <a:avLst/>
          </a:prstGeom>
        </p:spPr>
        <p:txBody>
          <a:bodyPr/>
          <a:lstStyle>
            <a:lvl1pPr>
              <a:defRPr sz="1600" b="1"/>
            </a:lvl1pPr>
          </a:lstStyle>
          <a:p>
            <a:pPr>
              <a:defRPr/>
            </a:pPr>
            <a:fld id="{78B23240-9A46-45DC-80D8-72E6138EF4CC}" type="slidenum">
              <a:rPr lang="en-IN"/>
              <a:pPr>
                <a:defRPr/>
              </a:pPr>
              <a:t>‹#›</a:t>
            </a:fld>
            <a:endParaRPr lang="en-IN"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E715DBA4-7D61-4EF0-84ED-BC77BBBD76C3}" type="datetime1">
              <a:rPr lang="en-US" smtClean="0"/>
              <a:t>1/17/2026</a:t>
            </a:fld>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DBD8A489-38BD-40B0-9083-7E99DA903139}" type="slidenum">
              <a:rPr lang="en-IN"/>
              <a:pPr>
                <a:defRPr/>
              </a:pPr>
              <a:t>‹#›</a:t>
            </a:fld>
            <a:endParaRPr lang="en-I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vl1pPr>
          </a:lstStyle>
          <a:p>
            <a:pPr>
              <a:defRPr/>
            </a:pPr>
            <a:fld id="{02F12F95-64FA-403E-9EE0-678C65D0D299}" type="datetime1">
              <a:rPr lang="en-US" smtClean="0"/>
              <a:t>1/17/2026</a:t>
            </a:fld>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6D38CB16-FC74-415F-A778-AFAE7BEAFAF6}" type="slidenum">
              <a:rPr lang="en-IN"/>
              <a:pPr>
                <a:defRPr/>
              </a:pPr>
              <a:t>‹#›</a:t>
            </a:fld>
            <a:endParaRPr lang="en-I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a:xfrm>
            <a:off x="457200" y="6356350"/>
            <a:ext cx="2133600" cy="365125"/>
          </a:xfrm>
          <a:prstGeom prst="rect">
            <a:avLst/>
          </a:prstGeom>
        </p:spPr>
        <p:txBody>
          <a:bodyPr/>
          <a:lstStyle>
            <a:lvl1pPr>
              <a:defRPr/>
            </a:lvl1pPr>
          </a:lstStyle>
          <a:p>
            <a:pPr>
              <a:defRPr/>
            </a:pPr>
            <a:fld id="{F1200599-7BEE-463B-8411-A43917BFC349}" type="datetime1">
              <a:rPr lang="en-US" smtClean="0"/>
              <a:t>1/17/2026</a:t>
            </a:fld>
            <a:endParaRPr lang="en-IN"/>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36FB1E71-4690-4FD4-BBCF-A3779CD52565}" type="slidenum">
              <a:rPr lang="en-IN"/>
              <a:pPr>
                <a:defRPr/>
              </a:pPr>
              <a:t>‹#›</a:t>
            </a:fld>
            <a:endParaRPr lang="en-I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Date Placeholder 2"/>
          <p:cNvSpPr>
            <a:spLocks noGrp="1"/>
          </p:cNvSpPr>
          <p:nvPr>
            <p:ph type="dt" sz="half" idx="10"/>
          </p:nvPr>
        </p:nvSpPr>
        <p:spPr>
          <a:xfrm>
            <a:off x="457200" y="6356350"/>
            <a:ext cx="2133600" cy="365125"/>
          </a:xfrm>
          <a:prstGeom prst="rect">
            <a:avLst/>
          </a:prstGeom>
        </p:spPr>
        <p:txBody>
          <a:bodyPr/>
          <a:lstStyle>
            <a:lvl1pPr>
              <a:defRPr/>
            </a:lvl1pPr>
          </a:lstStyle>
          <a:p>
            <a:pPr>
              <a:defRPr/>
            </a:pPr>
            <a:fld id="{6D73415C-FE33-4DC2-96C9-9FF4625BB8E2}" type="datetime1">
              <a:rPr lang="en-US" smtClean="0"/>
              <a:t>1/17/2026</a:t>
            </a:fld>
            <a:endParaRPr lang="en-IN"/>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9FD64774-6889-4F3F-87B3-82AF987C97C8}" type="slidenum">
              <a:rPr lang="en-IN"/>
              <a:pPr>
                <a:defRPr/>
              </a:pPr>
              <a:t>‹#›</a:t>
            </a:fld>
            <a:endParaRPr lang="en-I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lvl1pPr>
              <a:defRPr/>
            </a:lvl1pPr>
          </a:lstStyle>
          <a:p>
            <a:pPr>
              <a:defRPr/>
            </a:pPr>
            <a:fld id="{710943E7-37D7-437E-B58C-A5C75F070D4E}" type="datetime1">
              <a:rPr lang="en-US" smtClean="0"/>
              <a:t>1/17/2026</a:t>
            </a:fld>
            <a:endParaRPr lang="en-IN"/>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102715D1-A74F-4481-8AFF-0CF19F1A4227}" type="slidenum">
              <a:rPr lang="en-IN"/>
              <a:pPr>
                <a:defRPr/>
              </a:pPr>
              <a:t>‹#›</a:t>
            </a:fld>
            <a:endParaRPr lang="en-I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vl1pPr>
          </a:lstStyle>
          <a:p>
            <a:pPr>
              <a:defRPr/>
            </a:pPr>
            <a:fld id="{92CCDF47-80FE-4CCA-BCF7-3F457F9B8440}" type="datetime1">
              <a:rPr lang="en-US" smtClean="0"/>
              <a:t>1/17/2026</a:t>
            </a:fld>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4B936656-7811-4E10-ABA8-C743BA19F43F}" type="slidenum">
              <a:rPr lang="en-IN"/>
              <a:pPr>
                <a:defRPr/>
              </a:pPr>
              <a:t>‹#›</a:t>
            </a:fld>
            <a:endParaRPr lang="en-I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IN"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vl1pPr>
          </a:lstStyle>
          <a:p>
            <a:pPr>
              <a:defRPr/>
            </a:pPr>
            <a:fld id="{0D5FADEA-6F6D-4933-9FE0-B6F37CE7554E}" type="datetime1">
              <a:rPr lang="en-US" smtClean="0"/>
              <a:t>1/17/2026</a:t>
            </a:fld>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7A0E505A-A9CD-4645-BB6F-663BC8294A50}" type="slidenum">
              <a:rPr lang="en-IN"/>
              <a:pPr>
                <a:defRPr/>
              </a:pPr>
              <a:t>‹#›</a:t>
            </a:fld>
            <a:endParaRPr lang="en-IN"/>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8BF5BD2D-709E-47A5-BC42-9994CC74C963}" type="datetime1">
              <a:rPr lang="en-US" smtClean="0"/>
              <a:t>1/17/2026</a:t>
            </a:fld>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0FB21827-D599-4054-9CED-35F966873CDF}" type="slidenum">
              <a:rPr lang="en-IN"/>
              <a:pPr>
                <a:defRPr/>
              </a:pPr>
              <a:t>‹#›</a:t>
            </a:fld>
            <a:endParaRPr lang="en-IN"/>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3BA816B7-1F90-4FDA-9242-9B28AC85CD40}" type="datetime1">
              <a:rPr lang="en-US" smtClean="0"/>
              <a:t>1/17/2026</a:t>
            </a:fld>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56872A46-881B-4CE5-A377-400F5AC5756F}" type="slidenum">
              <a:rPr lang="en-IN"/>
              <a:pPr>
                <a:defRPr/>
              </a:pPr>
              <a:t>‹#›</a:t>
            </a:fld>
            <a:endParaRPr lang="en-IN"/>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FC0C1690-8CA7-4BF3-A2AD-205F376CB408}" type="datetime1">
              <a:rPr lang="en-US" smtClean="0"/>
              <a:t>1/17/2026</a:t>
            </a:fld>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35EFCE0F-DF2D-4465-B568-7505733AD931}" type="slidenum">
              <a:rPr lang="en-IN"/>
              <a:pPr>
                <a:defRPr/>
              </a:pPr>
              <a:t>‹#›</a:t>
            </a:fld>
            <a:endParaRPr lang="en-IN"/>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5536" y="274638"/>
            <a:ext cx="6120680" cy="850106"/>
          </a:xfrm>
          <a:prstGeom prst="rect">
            <a:avLst/>
          </a:prstGeom>
        </p:spPr>
        <p:txBody>
          <a:bodyPr anchor="ctr"/>
          <a:lstStyle>
            <a:lvl1pPr algn="l">
              <a:defRPr sz="3200"/>
            </a:lvl1pPr>
          </a:lstStyle>
          <a:p>
            <a:r>
              <a:rPr lang="en-US"/>
              <a:t>Click to edit Master title style</a:t>
            </a:r>
            <a:endParaRPr lang="en-IN"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Footer Placeholder 4"/>
          <p:cNvSpPr>
            <a:spLocks noGrp="1"/>
          </p:cNvSpPr>
          <p:nvPr>
            <p:ph type="ftr" sz="quarter" idx="10"/>
          </p:nvPr>
        </p:nvSpPr>
        <p:spPr>
          <a:xfrm>
            <a:off x="2195513" y="6237288"/>
            <a:ext cx="4392612" cy="365125"/>
          </a:xfrm>
          <a:prstGeom prst="rect">
            <a:avLst/>
          </a:prstGeom>
        </p:spPr>
        <p:txBody>
          <a:bodyPr/>
          <a:lstStyle>
            <a:lvl1pPr algn="ctr">
              <a:defRPr sz="1200" b="1" smtClean="0"/>
            </a:lvl1pPr>
          </a:lstStyle>
          <a:p>
            <a:pPr>
              <a:defRPr/>
            </a:pPr>
            <a:endParaRPr lang="en-IN" dirty="0"/>
          </a:p>
        </p:txBody>
      </p:sp>
      <p:sp>
        <p:nvSpPr>
          <p:cNvPr id="5" name="Slide Number Placeholder 5"/>
          <p:cNvSpPr>
            <a:spLocks noGrp="1"/>
          </p:cNvSpPr>
          <p:nvPr>
            <p:ph type="sldNum" sz="quarter" idx="11"/>
          </p:nvPr>
        </p:nvSpPr>
        <p:spPr>
          <a:xfrm>
            <a:off x="8532813" y="6237288"/>
            <a:ext cx="611187" cy="293687"/>
          </a:xfrm>
          <a:prstGeom prst="rect">
            <a:avLst/>
          </a:prstGeom>
        </p:spPr>
        <p:txBody>
          <a:bodyPr/>
          <a:lstStyle>
            <a:lvl1pPr>
              <a:defRPr sz="1600" b="1" smtClean="0"/>
            </a:lvl1pPr>
          </a:lstStyle>
          <a:p>
            <a:pPr>
              <a:defRPr/>
            </a:pPr>
            <a:fld id="{578891D9-9DBF-4503-8954-7823A473F5F2}" type="slidenum">
              <a:rPr lang="en-IN"/>
              <a:pPr>
                <a:defRPr/>
              </a:pPr>
              <a:t>‹#›</a:t>
            </a:fld>
            <a:endParaRPr lang="en-IN"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EED7F078-45CA-436D-BCDB-2763B33808C1}" type="datetime1">
              <a:rPr lang="en-US" smtClean="0"/>
              <a:t>1/17/2026</a:t>
            </a:fld>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67754B72-864B-4419-8417-A1CD80834F11}" type="slidenum">
              <a:rPr lang="en-IN"/>
              <a:pPr>
                <a:defRPr/>
              </a:pPr>
              <a:t>‹#›</a:t>
            </a:fld>
            <a:endParaRPr lang="en-IN"/>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vl1pPr>
          </a:lstStyle>
          <a:p>
            <a:pPr>
              <a:defRPr/>
            </a:pPr>
            <a:fld id="{E1EDC1C1-EAE1-4BB9-9C6A-E69598A608B8}" type="datetime1">
              <a:rPr lang="en-US" smtClean="0"/>
              <a:t>1/17/2026</a:t>
            </a:fld>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53CC4AA0-627E-417E-B63D-B3DF9B458D26}" type="slidenum">
              <a:rPr lang="en-IN"/>
              <a:pPr>
                <a:defRPr/>
              </a:pPr>
              <a:t>‹#›</a:t>
            </a:fld>
            <a:endParaRPr lang="en-IN"/>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a:xfrm>
            <a:off x="457200" y="6356350"/>
            <a:ext cx="2133600" cy="365125"/>
          </a:xfrm>
          <a:prstGeom prst="rect">
            <a:avLst/>
          </a:prstGeom>
        </p:spPr>
        <p:txBody>
          <a:bodyPr/>
          <a:lstStyle>
            <a:lvl1pPr>
              <a:defRPr/>
            </a:lvl1pPr>
          </a:lstStyle>
          <a:p>
            <a:pPr>
              <a:defRPr/>
            </a:pPr>
            <a:fld id="{1864ACAF-850F-4E54-8FE9-8FA2C243DE68}" type="datetime1">
              <a:rPr lang="en-US" smtClean="0"/>
              <a:t>1/17/2026</a:t>
            </a:fld>
            <a:endParaRPr lang="en-IN"/>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385947CB-2DD6-480A-BB8A-9DB725A59BE4}" type="slidenum">
              <a:rPr lang="en-IN"/>
              <a:pPr>
                <a:defRPr/>
              </a:pPr>
              <a:t>‹#›</a:t>
            </a:fld>
            <a:endParaRPr lang="en-IN"/>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Date Placeholder 2"/>
          <p:cNvSpPr>
            <a:spLocks noGrp="1"/>
          </p:cNvSpPr>
          <p:nvPr>
            <p:ph type="dt" sz="half" idx="10"/>
          </p:nvPr>
        </p:nvSpPr>
        <p:spPr>
          <a:xfrm>
            <a:off x="457200" y="6356350"/>
            <a:ext cx="2133600" cy="365125"/>
          </a:xfrm>
          <a:prstGeom prst="rect">
            <a:avLst/>
          </a:prstGeom>
        </p:spPr>
        <p:txBody>
          <a:bodyPr/>
          <a:lstStyle>
            <a:lvl1pPr>
              <a:defRPr/>
            </a:lvl1pPr>
          </a:lstStyle>
          <a:p>
            <a:pPr>
              <a:defRPr/>
            </a:pPr>
            <a:fld id="{EF782099-724F-40AB-8E67-4FB981F47242}" type="datetime1">
              <a:rPr lang="en-US" smtClean="0"/>
              <a:t>1/17/2026</a:t>
            </a:fld>
            <a:endParaRPr lang="en-IN"/>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F9A44F58-842A-4939-AD5D-04575B8B76C1}" type="slidenum">
              <a:rPr lang="en-IN"/>
              <a:pPr>
                <a:defRPr/>
              </a:pPr>
              <a:t>‹#›</a:t>
            </a:fld>
            <a:endParaRPr lang="en-IN"/>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lvl1pPr>
              <a:defRPr/>
            </a:lvl1pPr>
          </a:lstStyle>
          <a:p>
            <a:pPr>
              <a:defRPr/>
            </a:pPr>
            <a:fld id="{0B7781A9-26D8-498A-A78A-4369AE67AC51}" type="datetime1">
              <a:rPr lang="en-US" smtClean="0"/>
              <a:t>1/17/2026</a:t>
            </a:fld>
            <a:endParaRPr lang="en-IN"/>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4062B2FC-FC80-4EAE-B114-A316EDBA5B6E}" type="slidenum">
              <a:rPr lang="en-IN"/>
              <a:pPr>
                <a:defRPr/>
              </a:pPr>
              <a:t>‹#›</a:t>
            </a:fld>
            <a:endParaRPr lang="en-IN"/>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vl1pPr>
          </a:lstStyle>
          <a:p>
            <a:pPr>
              <a:defRPr/>
            </a:pPr>
            <a:fld id="{660FC157-7303-4896-BF84-95F3AD505D15}" type="datetime1">
              <a:rPr lang="en-US" smtClean="0"/>
              <a:t>1/17/2026</a:t>
            </a:fld>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A333D8C1-C48A-434B-B05D-32EFC992A06D}" type="slidenum">
              <a:rPr lang="en-IN"/>
              <a:pPr>
                <a:defRPr/>
              </a:pPr>
              <a:t>‹#›</a:t>
            </a:fld>
            <a:endParaRPr lang="en-IN"/>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IN"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vl1pPr>
          </a:lstStyle>
          <a:p>
            <a:pPr>
              <a:defRPr/>
            </a:pPr>
            <a:fld id="{8D140035-DD72-475E-99C9-FA286FF8CEF5}" type="datetime1">
              <a:rPr lang="en-US" smtClean="0"/>
              <a:t>1/17/2026</a:t>
            </a:fld>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6ABC52F0-3AC6-4B70-9B7C-80128C5BC8D3}" type="slidenum">
              <a:rPr lang="en-IN"/>
              <a:pPr>
                <a:defRPr/>
              </a:pPr>
              <a:t>‹#›</a:t>
            </a:fld>
            <a:endParaRPr lang="en-IN"/>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E5326905-178E-415A-9E8A-DF517F197F55}" type="datetime1">
              <a:rPr lang="en-US" smtClean="0"/>
              <a:t>1/17/2026</a:t>
            </a:fld>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F904F594-7693-4705-8E88-CEADBE86DA53}" type="slidenum">
              <a:rPr lang="en-IN"/>
              <a:pPr>
                <a:defRPr/>
              </a:pPr>
              <a:t>‹#›</a:t>
            </a:fld>
            <a:endParaRPr lang="en-IN"/>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8EAD8F48-34D1-47D3-BB07-1911D9B7808E}" type="datetime1">
              <a:rPr lang="en-US" smtClean="0"/>
              <a:t>1/17/2026</a:t>
            </a:fld>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C0806891-6D43-46F3-BFF0-1270190D4E6C}" type="slidenum">
              <a:rPr lang="en-IN"/>
              <a:pPr>
                <a:defRPr/>
              </a:pPr>
              <a:t>‹#›</a:t>
            </a:fld>
            <a:endParaRPr lang="en-IN"/>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3" name="Rectangle 2"/>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sp>
        <p:nvSpPr>
          <p:cNvPr id="4" name="Rectangle 3"/>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5" name="Rectangle 4"/>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pic>
        <p:nvPicPr>
          <p:cNvPr id="7" name="Picture 10" descr="BITS_university_logo_whitevert.png"/>
          <p:cNvPicPr>
            <a:picLocks noChangeAspect="1"/>
          </p:cNvPicPr>
          <p:nvPr/>
        </p:nvPicPr>
        <p:blipFill>
          <a:blip r:embed="rId2" cstate="print"/>
          <a:srcRect t="2" b="28592"/>
          <a:stretch>
            <a:fillRect/>
          </a:stretch>
        </p:blipFill>
        <p:spPr bwMode="auto">
          <a:xfrm>
            <a:off x="76200" y="3352800"/>
            <a:ext cx="2057400" cy="1979613"/>
          </a:xfrm>
          <a:prstGeom prst="rect">
            <a:avLst/>
          </a:prstGeom>
          <a:noFill/>
          <a:ln w="9525">
            <a:noFill/>
            <a:miter lim="800000"/>
            <a:headEnd/>
            <a:tailEnd/>
          </a:ln>
        </p:spPr>
      </p:pic>
      <p:sp>
        <p:nvSpPr>
          <p:cNvPr id="8" name="TextBox 7"/>
          <p:cNvSpPr txBox="1"/>
          <p:nvPr/>
        </p:nvSpPr>
        <p:spPr>
          <a:xfrm>
            <a:off x="-76200" y="5257800"/>
            <a:ext cx="2209800" cy="554038"/>
          </a:xfrm>
          <a:prstGeom prst="rect">
            <a:avLst/>
          </a:prstGeom>
          <a:noFill/>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900" b="1" i="0" u="none" strike="noStrike" kern="1200" cap="none" spc="-150" normalizeH="0" baseline="0" noProof="0" dirty="0">
                <a:ln>
                  <a:noFill/>
                </a:ln>
                <a:solidFill>
                  <a:prstClr val="white"/>
                </a:solidFill>
                <a:effectLst/>
                <a:uLnTx/>
                <a:uFillTx/>
                <a:latin typeface="Arial"/>
                <a:ea typeface="+mn-ea"/>
                <a:cs typeface="Arial"/>
              </a:rPr>
              <a:t>BITS</a:t>
            </a:r>
            <a:r>
              <a:rPr kumimoji="0" lang="en-US" sz="2900" b="0" i="0" u="none" strike="noStrike" kern="1200" cap="none" spc="-150" normalizeH="0" baseline="0" noProof="0" dirty="0">
                <a:ln>
                  <a:noFill/>
                </a:ln>
                <a:solidFill>
                  <a:prstClr val="white"/>
                </a:solidFill>
                <a:effectLst/>
                <a:uLnTx/>
                <a:uFillTx/>
                <a:latin typeface="Arial"/>
                <a:ea typeface="+mn-ea"/>
                <a:cs typeface="Arial"/>
              </a:rPr>
              <a:t> Pilani</a:t>
            </a:r>
          </a:p>
        </p:txBody>
      </p:sp>
      <p:sp>
        <p:nvSpPr>
          <p:cNvPr id="9" name="TextBox 8"/>
          <p:cNvSpPr txBox="1"/>
          <p:nvPr/>
        </p:nvSpPr>
        <p:spPr>
          <a:xfrm>
            <a:off x="152400" y="5667375"/>
            <a:ext cx="1905000" cy="276225"/>
          </a:xfrm>
          <a:prstGeom prst="rect">
            <a:avLst/>
          </a:prstGeom>
          <a:noFill/>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a:ea typeface="+mn-ea"/>
                <a:cs typeface="Arial"/>
              </a:rPr>
              <a:t>Pilani Campus</a:t>
            </a:r>
          </a:p>
        </p:txBody>
      </p:sp>
      <p:sp>
        <p:nvSpPr>
          <p:cNvPr id="11" name="Title 1"/>
          <p:cNvSpPr>
            <a:spLocks noGrp="1"/>
          </p:cNvSpPr>
          <p:nvPr>
            <p:ph type="title"/>
          </p:nvPr>
        </p:nvSpPr>
        <p:spPr>
          <a:xfrm>
            <a:off x="2514600" y="3810000"/>
            <a:ext cx="60198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171142645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4" name="Rectangle 3"/>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sp>
        <p:nvSpPr>
          <p:cNvPr id="5" name="Rectangle 4"/>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pic>
        <p:nvPicPr>
          <p:cNvPr id="9" name="Picture 10" descr="BITS_university_logo_whitevert.png"/>
          <p:cNvPicPr>
            <a:picLocks noChangeAspect="1"/>
          </p:cNvPicPr>
          <p:nvPr/>
        </p:nvPicPr>
        <p:blipFill>
          <a:blip r:embed="rId2" cstate="print"/>
          <a:srcRect t="2" b="28592"/>
          <a:stretch>
            <a:fillRect/>
          </a:stretch>
        </p:blipFill>
        <p:spPr bwMode="auto">
          <a:xfrm>
            <a:off x="76200" y="3352800"/>
            <a:ext cx="2057400" cy="1979613"/>
          </a:xfrm>
          <a:prstGeom prst="rect">
            <a:avLst/>
          </a:prstGeom>
          <a:noFill/>
          <a:ln w="9525">
            <a:noFill/>
            <a:miter lim="800000"/>
            <a:headEnd/>
            <a:tailEnd/>
          </a:ln>
        </p:spPr>
      </p:pic>
      <p:sp>
        <p:nvSpPr>
          <p:cNvPr id="10" name="TextBox 9"/>
          <p:cNvSpPr txBox="1"/>
          <p:nvPr/>
        </p:nvSpPr>
        <p:spPr>
          <a:xfrm>
            <a:off x="-76200" y="5257800"/>
            <a:ext cx="2209800" cy="554038"/>
          </a:xfrm>
          <a:prstGeom prst="rect">
            <a:avLst/>
          </a:prstGeom>
          <a:noFill/>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900" b="1" i="0" u="none" strike="noStrike" kern="1200" cap="none" spc="-150" normalizeH="0" baseline="0" noProof="0" dirty="0">
                <a:ln>
                  <a:noFill/>
                </a:ln>
                <a:solidFill>
                  <a:prstClr val="white"/>
                </a:solidFill>
                <a:effectLst/>
                <a:uLnTx/>
                <a:uFillTx/>
                <a:latin typeface="Arial"/>
                <a:ea typeface="+mn-ea"/>
                <a:cs typeface="Arial"/>
              </a:rPr>
              <a:t>BITS</a:t>
            </a:r>
            <a:r>
              <a:rPr kumimoji="0" lang="en-US" sz="2900" b="0" i="0" u="none" strike="noStrike" kern="1200" cap="none" spc="-150" normalizeH="0" baseline="0" noProof="0" dirty="0">
                <a:ln>
                  <a:noFill/>
                </a:ln>
                <a:solidFill>
                  <a:prstClr val="white"/>
                </a:solidFill>
                <a:effectLst/>
                <a:uLnTx/>
                <a:uFillTx/>
                <a:latin typeface="Arial"/>
                <a:ea typeface="+mn-ea"/>
                <a:cs typeface="Arial"/>
              </a:rPr>
              <a:t> Pilani</a:t>
            </a:r>
          </a:p>
        </p:txBody>
      </p:sp>
      <p:sp>
        <p:nvSpPr>
          <p:cNvPr id="11" name="TextBox 10"/>
          <p:cNvSpPr txBox="1"/>
          <p:nvPr/>
        </p:nvSpPr>
        <p:spPr>
          <a:xfrm>
            <a:off x="152400" y="5667375"/>
            <a:ext cx="1905000" cy="276225"/>
          </a:xfrm>
          <a:prstGeom prst="rect">
            <a:avLst/>
          </a:prstGeom>
          <a:noFill/>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a:ea typeface="+mn-ea"/>
                <a:cs typeface="Arial"/>
              </a:rPr>
              <a:t>Pilani Campus</a:t>
            </a:r>
          </a:p>
        </p:txBody>
      </p:sp>
      <p:sp>
        <p:nvSpPr>
          <p:cNvPr id="12" name="Rectangle 11"/>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sp>
        <p:nvSpPr>
          <p:cNvPr id="13" name="Rectangle 12"/>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4" name="Rectangle 13"/>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5" name="Rectangle 14"/>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pic>
        <p:nvPicPr>
          <p:cNvPr id="16" name="Picture 17" descr="BITS_university_logo_whitevert.png"/>
          <p:cNvPicPr>
            <a:picLocks noChangeAspect="1"/>
          </p:cNvPicPr>
          <p:nvPr/>
        </p:nvPicPr>
        <p:blipFill>
          <a:blip r:embed="rId2" cstate="print"/>
          <a:srcRect t="2" b="28592"/>
          <a:stretch>
            <a:fillRect/>
          </a:stretch>
        </p:blipFill>
        <p:spPr bwMode="auto">
          <a:xfrm>
            <a:off x="76200" y="3352800"/>
            <a:ext cx="2057400" cy="1979613"/>
          </a:xfrm>
          <a:prstGeom prst="rect">
            <a:avLst/>
          </a:prstGeom>
          <a:noFill/>
          <a:ln w="9525">
            <a:noFill/>
            <a:miter lim="800000"/>
            <a:headEnd/>
            <a:tailEnd/>
          </a:ln>
        </p:spPr>
      </p:pic>
      <p:sp>
        <p:nvSpPr>
          <p:cNvPr id="17" name="TextBox 16"/>
          <p:cNvSpPr txBox="1"/>
          <p:nvPr/>
        </p:nvSpPr>
        <p:spPr>
          <a:xfrm>
            <a:off x="-76200" y="5257800"/>
            <a:ext cx="2209800" cy="554038"/>
          </a:xfrm>
          <a:prstGeom prst="rect">
            <a:avLst/>
          </a:prstGeom>
          <a:noFill/>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900" b="1" i="0" u="none" strike="noStrike" kern="1200" cap="none" spc="-150" normalizeH="0" baseline="0" noProof="0" dirty="0">
                <a:ln>
                  <a:noFill/>
                </a:ln>
                <a:solidFill>
                  <a:prstClr val="white"/>
                </a:solidFill>
                <a:effectLst/>
                <a:uLnTx/>
                <a:uFillTx/>
                <a:latin typeface="Arial"/>
                <a:ea typeface="+mn-ea"/>
                <a:cs typeface="Arial"/>
              </a:rPr>
              <a:t>BITS</a:t>
            </a:r>
            <a:r>
              <a:rPr kumimoji="0" lang="en-US" sz="2900" b="0" i="0" u="none" strike="noStrike" kern="1200" cap="none" spc="-150" normalizeH="0" baseline="0" noProof="0" dirty="0">
                <a:ln>
                  <a:noFill/>
                </a:ln>
                <a:solidFill>
                  <a:prstClr val="white"/>
                </a:solidFill>
                <a:effectLst/>
                <a:uLnTx/>
                <a:uFillTx/>
                <a:latin typeface="Arial"/>
                <a:ea typeface="+mn-ea"/>
                <a:cs typeface="Arial"/>
              </a:rPr>
              <a:t> Pilani</a:t>
            </a:r>
          </a:p>
        </p:txBody>
      </p:sp>
      <p:sp>
        <p:nvSpPr>
          <p:cNvPr id="18" name="TextBox 17"/>
          <p:cNvSpPr txBox="1"/>
          <p:nvPr/>
        </p:nvSpPr>
        <p:spPr>
          <a:xfrm>
            <a:off x="152400" y="5667375"/>
            <a:ext cx="1905000" cy="276225"/>
          </a:xfrm>
          <a:prstGeom prst="rect">
            <a:avLst/>
          </a:prstGeom>
          <a:noFill/>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a:ea typeface="+mn-ea"/>
                <a:cs typeface="Arial"/>
              </a:rPr>
              <a:t>Pilani Campus</a:t>
            </a:r>
          </a:p>
        </p:txBody>
      </p:sp>
      <p:sp>
        <p:nvSpPr>
          <p:cNvPr id="7" name="Content Placeholder 6"/>
          <p:cNvSpPr>
            <a:spLocks noGrp="1"/>
          </p:cNvSpPr>
          <p:nvPr>
            <p:ph sz="quarter" idx="13"/>
          </p:nvPr>
        </p:nvSpPr>
        <p:spPr>
          <a:xfrm>
            <a:off x="2514600" y="5410200"/>
            <a:ext cx="60198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2514600" y="3810000"/>
            <a:ext cx="60198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93806457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3" name="Picture 2" descr="\\Server\D\jyoti\FI023_BITS_v1\styleguide img\IMG_5627_b.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a:ln w="9525">
            <a:noFill/>
            <a:miter lim="800000"/>
            <a:headEnd/>
            <a:tailEnd/>
          </a:ln>
        </p:spPr>
      </p:pic>
      <p:sp>
        <p:nvSpPr>
          <p:cNvPr id="4" name="Rectangle 3"/>
          <p:cNvSpPr/>
          <p:nvPr/>
        </p:nvSpPr>
        <p:spPr>
          <a:xfrm>
            <a:off x="0" y="4281488"/>
            <a:ext cx="9144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pic>
        <p:nvPicPr>
          <p:cNvPr id="5" name="Picture 8" descr="Picture 7.png"/>
          <p:cNvPicPr>
            <a:picLocks noChangeAspect="1"/>
          </p:cNvPicPr>
          <p:nvPr/>
        </p:nvPicPr>
        <p:blipFill>
          <a:blip r:embed="rId3" cstate="print"/>
          <a:srcRect l="1923" b="5336"/>
          <a:stretch>
            <a:fillRect/>
          </a:stretch>
        </p:blipFill>
        <p:spPr bwMode="auto">
          <a:xfrm>
            <a:off x="6629400" y="0"/>
            <a:ext cx="2193925" cy="692150"/>
          </a:xfrm>
          <a:prstGeom prst="rect">
            <a:avLst/>
          </a:prstGeom>
          <a:noFill/>
          <a:ln w="9525">
            <a:noFill/>
            <a:miter lim="800000"/>
            <a:headEnd/>
            <a:tailEnd/>
          </a:ln>
        </p:spPr>
      </p:pic>
      <p:sp>
        <p:nvSpPr>
          <p:cNvPr id="6" name="Rectangle 5"/>
          <p:cNvSpPr/>
          <p:nvPr/>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9" name="TextBox 8"/>
          <p:cNvSpPr txBox="1"/>
          <p:nvPr/>
        </p:nvSpPr>
        <p:spPr>
          <a:xfrm>
            <a:off x="6858000" y="762000"/>
            <a:ext cx="2209800" cy="554038"/>
          </a:xfrm>
          <a:prstGeom prst="rect">
            <a:avLst/>
          </a:prstGeom>
          <a:noFill/>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900" b="1" i="0" u="none" strike="noStrike" kern="1200" cap="none" spc="-150" normalizeH="0" baseline="0" noProof="0" dirty="0">
                <a:ln>
                  <a:noFill/>
                </a:ln>
                <a:solidFill>
                  <a:prstClr val="white"/>
                </a:solidFill>
                <a:effectLst/>
                <a:uLnTx/>
                <a:uFillTx/>
                <a:latin typeface="Arial"/>
                <a:ea typeface="+mn-ea"/>
                <a:cs typeface="Arial"/>
              </a:rPr>
              <a:t>BITS</a:t>
            </a:r>
            <a:r>
              <a:rPr kumimoji="0" lang="en-US" sz="2900" b="0" i="0" u="none" strike="noStrike" kern="1200" cap="none" spc="-150" normalizeH="0" baseline="0" noProof="0" dirty="0">
                <a:ln>
                  <a:noFill/>
                </a:ln>
                <a:solidFill>
                  <a:prstClr val="white"/>
                </a:solidFill>
                <a:effectLst/>
                <a:uLnTx/>
                <a:uFillTx/>
                <a:latin typeface="Arial"/>
                <a:ea typeface="+mn-ea"/>
                <a:cs typeface="Arial"/>
              </a:rPr>
              <a:t> Pilani</a:t>
            </a:r>
          </a:p>
        </p:txBody>
      </p:sp>
      <p:sp>
        <p:nvSpPr>
          <p:cNvPr id="10" name="TextBox 9"/>
          <p:cNvSpPr txBox="1"/>
          <p:nvPr/>
        </p:nvSpPr>
        <p:spPr>
          <a:xfrm>
            <a:off x="7086600" y="1171575"/>
            <a:ext cx="1905000" cy="276225"/>
          </a:xfrm>
          <a:prstGeom prst="rect">
            <a:avLst/>
          </a:prstGeom>
          <a:noFill/>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a:ea typeface="+mn-ea"/>
                <a:cs typeface="Arial"/>
              </a:rPr>
              <a:t>Pilani Campus</a:t>
            </a:r>
          </a:p>
        </p:txBody>
      </p:sp>
      <p:sp>
        <p:nvSpPr>
          <p:cNvPr id="17" name="Content Placeholder 16"/>
          <p:cNvSpPr>
            <a:spLocks noGrp="1"/>
          </p:cNvSpPr>
          <p:nvPr>
            <p:ph sz="quarter" idx="10"/>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09662753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Blank_one">
    <p:spTree>
      <p:nvGrpSpPr>
        <p:cNvPr id="1" name=""/>
        <p:cNvGrpSpPr/>
        <p:nvPr/>
      </p:nvGrpSpPr>
      <p:grpSpPr>
        <a:xfrm>
          <a:off x="0" y="0"/>
          <a:ext cx="0" cy="0"/>
          <a:chOff x="0" y="0"/>
          <a:chExt cx="0" cy="0"/>
        </a:xfrm>
      </p:grpSpPr>
      <p:sp>
        <p:nvSpPr>
          <p:cNvPr id="4" name="TextBox 3"/>
          <p:cNvSpPr txBox="1"/>
          <p:nvPr/>
        </p:nvSpPr>
        <p:spPr>
          <a:xfrm>
            <a:off x="8153400" y="6550025"/>
            <a:ext cx="990600" cy="261610"/>
          </a:xfrm>
          <a:prstGeom prst="rect">
            <a:avLst/>
          </a:prstGeom>
          <a:noFill/>
        </p:spPr>
        <p:txBody>
          <a:bodyPr wrap="square">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err="1">
                <a:ln>
                  <a:noFill/>
                </a:ln>
                <a:solidFill>
                  <a:srgbClr val="101141"/>
                </a:solidFill>
                <a:effectLst/>
                <a:uLnTx/>
                <a:uFillTx/>
                <a:latin typeface="Arial"/>
                <a:ea typeface="+mn-ea"/>
                <a:cs typeface="Arial"/>
              </a:rPr>
              <a:t>Pilani</a:t>
            </a:r>
            <a:endParaRPr kumimoji="0" lang="en-US" sz="1100" b="0" i="0" u="none" strike="noStrike" kern="1200" cap="none" spc="0" normalizeH="0" baseline="0" noProof="0" dirty="0">
              <a:ln>
                <a:noFill/>
              </a:ln>
              <a:solidFill>
                <a:srgbClr val="101141"/>
              </a:solidFill>
              <a:effectLst/>
              <a:uLnTx/>
              <a:uFillTx/>
              <a:latin typeface="Arial"/>
              <a:ea typeface="+mn-ea"/>
              <a:cs typeface="Arial"/>
            </a:endParaRPr>
          </a:p>
        </p:txBody>
      </p:sp>
      <p:grpSp>
        <p:nvGrpSpPr>
          <p:cNvPr id="5" name="Group 11"/>
          <p:cNvGrpSpPr>
            <a:grpSpLocks/>
          </p:cNvGrpSpPr>
          <p:nvPr/>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1" descr="Picture 7.png"/>
          <p:cNvPicPr>
            <a:picLocks noChangeAspect="1"/>
          </p:cNvPicPr>
          <p:nvPr userDrawn="1"/>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10" name="Group 18"/>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4" name="Group 22"/>
          <p:cNvGrpSpPr>
            <a:grpSpLocks/>
          </p:cNvGrpSpPr>
          <p:nvPr/>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spTree>
    <p:extLst>
      <p:ext uri="{BB962C8B-B14F-4D97-AF65-F5344CB8AC3E}">
        <p14:creationId xmlns:p14="http://schemas.microsoft.com/office/powerpoint/2010/main" val="312798464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pic>
        <p:nvPicPr>
          <p:cNvPr id="5" name="Picture 6"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6" name="Group 19"/>
          <p:cNvGrpSpPr>
            <a:grpSpLocks/>
          </p:cNvGrpSpPr>
          <p:nvPr/>
        </p:nvGrpSpPr>
        <p:grpSpPr bwMode="auto">
          <a:xfrm>
            <a:off x="0" y="1295400"/>
            <a:ext cx="7010400" cy="46038"/>
            <a:chOff x="1905000" y="6553200"/>
            <a:chExt cx="7010400" cy="45719"/>
          </a:xfrm>
        </p:grpSpPr>
        <p:sp>
          <p:nvSpPr>
            <p:cNvPr id="7" name="Rectangle 6"/>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0" name="Group 28"/>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sp>
        <p:nvSpPr>
          <p:cNvPr id="14" name="TextBox 13"/>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sp>
        <p:nvSpPr>
          <p:cNvPr id="3" name="Content Placeholder 2"/>
          <p:cNvSpPr>
            <a:spLocks noGrp="1"/>
          </p:cNvSpPr>
          <p:nvPr>
            <p:ph sz="half" idx="1"/>
          </p:nvPr>
        </p:nvSpPr>
        <p:spPr>
          <a:xfrm>
            <a:off x="4572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4" name="Content Placeholder 3"/>
          <p:cNvSpPr>
            <a:spLocks noGrp="1"/>
          </p:cNvSpPr>
          <p:nvPr>
            <p:ph sz="half" idx="2"/>
          </p:nvPr>
        </p:nvSpPr>
        <p:spPr>
          <a:xfrm>
            <a:off x="49530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409720486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grpSp>
        <p:nvGrpSpPr>
          <p:cNvPr id="7" name="Group 10"/>
          <p:cNvGrpSpPr>
            <a:grpSpLocks/>
          </p:cNvGrpSpPr>
          <p:nvPr/>
        </p:nvGrpSpPr>
        <p:grpSpPr bwMode="auto">
          <a:xfrm>
            <a:off x="0" y="1295400"/>
            <a:ext cx="7010400" cy="46038"/>
            <a:chOff x="1905000" y="6553200"/>
            <a:chExt cx="7010400" cy="45719"/>
          </a:xfrm>
        </p:grpSpPr>
        <p:sp>
          <p:nvSpPr>
            <p:cNvPr id="8" name="Rectangle 7"/>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9" name="Rectangle 8"/>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2" name="Group 15"/>
          <p:cNvGrpSpPr>
            <a:grpSpLocks/>
          </p:cNvGrpSpPr>
          <p:nvPr/>
        </p:nvGrpSpPr>
        <p:grpSpPr bwMode="auto">
          <a:xfrm>
            <a:off x="2133600" y="6553200"/>
            <a:ext cx="7010400" cy="46038"/>
            <a:chOff x="1905000" y="6553200"/>
            <a:chExt cx="7010400" cy="45719"/>
          </a:xfrm>
        </p:grpSpPr>
        <p:sp>
          <p:nvSpPr>
            <p:cNvPr id="13" name="Rectangle 12"/>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4" name="Rectangle 13"/>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5" name="Rectangle 14"/>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16" name="Picture 14"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sp>
        <p:nvSpPr>
          <p:cNvPr id="17" name="TextBox 16"/>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Deemed to be University under Section 3 of UGC Act, 1956</a:t>
            </a:r>
          </a:p>
        </p:txBody>
      </p:sp>
      <p:sp>
        <p:nvSpPr>
          <p:cNvPr id="3" name="Text Placeholder 2"/>
          <p:cNvSpPr>
            <a:spLocks noGrp="1"/>
          </p:cNvSpPr>
          <p:nvPr>
            <p:ph type="body" idx="1"/>
          </p:nvPr>
        </p:nvSpPr>
        <p:spPr>
          <a:xfrm>
            <a:off x="457200" y="1535112"/>
            <a:ext cx="4040188"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362199"/>
            <a:ext cx="4040188"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2"/>
            <a:ext cx="4041775"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362199"/>
            <a:ext cx="4041775"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1408424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grpSp>
        <p:nvGrpSpPr>
          <p:cNvPr id="3" name="Group 5"/>
          <p:cNvGrpSpPr>
            <a:grpSpLocks/>
          </p:cNvGrpSpPr>
          <p:nvPr/>
        </p:nvGrpSpPr>
        <p:grpSpPr bwMode="auto">
          <a:xfrm>
            <a:off x="0" y="1295400"/>
            <a:ext cx="7010400" cy="46038"/>
            <a:chOff x="1905000" y="6553200"/>
            <a:chExt cx="7010400" cy="45719"/>
          </a:xfrm>
        </p:grpSpPr>
        <p:sp>
          <p:nvSpPr>
            <p:cNvPr id="4" name="Rectangle 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8" name="Group 10"/>
          <p:cNvGrpSpPr>
            <a:grpSpLocks/>
          </p:cNvGrpSpPr>
          <p:nvPr/>
        </p:nvGrpSpPr>
        <p:grpSpPr bwMode="auto">
          <a:xfrm>
            <a:off x="2133600" y="6553200"/>
            <a:ext cx="7010400" cy="46038"/>
            <a:chOff x="1905000" y="6553200"/>
            <a:chExt cx="7010400" cy="45719"/>
          </a:xfrm>
        </p:grpSpPr>
        <p:sp>
          <p:nvSpPr>
            <p:cNvPr id="9" name="Rectangle 8"/>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12" name="Picture 14"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sp>
        <p:nvSpPr>
          <p:cNvPr id="13" name="TextBox 12"/>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Deemed to be University under Section 3 of UGC Act, 1956</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96239744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grpSp>
        <p:nvGrpSpPr>
          <p:cNvPr id="5" name="Group 8"/>
          <p:cNvGrpSpPr>
            <a:grpSpLocks/>
          </p:cNvGrpSpPr>
          <p:nvPr/>
        </p:nvGrpSpPr>
        <p:grpSpPr bwMode="auto">
          <a:xfrm>
            <a:off x="0" y="1295400"/>
            <a:ext cx="7010400" cy="46038"/>
            <a:chOff x="1905000" y="6553200"/>
            <a:chExt cx="7010400" cy="45719"/>
          </a:xfrm>
        </p:grpSpPr>
        <p:sp>
          <p:nvSpPr>
            <p:cNvPr id="6" name="Rectangle 5"/>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0" name="Group 13"/>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14" name="Picture 14"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sp>
        <p:nvSpPr>
          <p:cNvPr id="15" name="TextBox 14"/>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sp>
        <p:nvSpPr>
          <p:cNvPr id="3" name="Content Placeholder 2"/>
          <p:cNvSpPr>
            <a:spLocks noGrp="1"/>
          </p:cNvSpPr>
          <p:nvPr>
            <p:ph idx="1"/>
          </p:nvPr>
        </p:nvSpPr>
        <p:spPr>
          <a:xfrm>
            <a:off x="3575050" y="1600200"/>
            <a:ext cx="5111750"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600200"/>
            <a:ext cx="3008313"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Content Placeholder 18"/>
          <p:cNvSpPr>
            <a:spLocks noGrp="1"/>
          </p:cNvSpPr>
          <p:nvPr>
            <p:ph sz="quarter" idx="13"/>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17757396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grpSp>
        <p:nvGrpSpPr>
          <p:cNvPr id="6" name="Group 6"/>
          <p:cNvGrpSpPr>
            <a:grpSpLocks/>
          </p:cNvGrpSpPr>
          <p:nvPr/>
        </p:nvGrpSpPr>
        <p:grpSpPr bwMode="auto">
          <a:xfrm>
            <a:off x="0" y="1295400"/>
            <a:ext cx="7010400" cy="46038"/>
            <a:chOff x="1905000" y="6553200"/>
            <a:chExt cx="7010400" cy="45719"/>
          </a:xfrm>
        </p:grpSpPr>
        <p:sp>
          <p:nvSpPr>
            <p:cNvPr id="7" name="Rectangle 6"/>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0" name="Group 10"/>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14" name="Picture 14"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sp>
        <p:nvSpPr>
          <p:cNvPr id="15" name="TextBox 14"/>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sp>
        <p:nvSpPr>
          <p:cNvPr id="2" name="Title 1"/>
          <p:cNvSpPr>
            <a:spLocks noGrp="1"/>
          </p:cNvSpPr>
          <p:nvPr>
            <p:ph type="title"/>
          </p:nvPr>
        </p:nvSpPr>
        <p:spPr>
          <a:xfrm>
            <a:off x="1792288" y="5407025"/>
            <a:ext cx="5486400" cy="304800"/>
          </a:xfrm>
        </p:spPr>
        <p:txBody>
          <a:bodyPr anchor="b"/>
          <a:lstStyle>
            <a:lvl1pPr algn="l">
              <a:defRPr sz="1800" b="1" spc="0"/>
            </a:lvl1pPr>
          </a:lstStyle>
          <a:p>
            <a:r>
              <a:rPr lang="en-US"/>
              <a:t>Click to edit Master title style</a:t>
            </a:r>
            <a:endParaRPr lang="en-US" dirty="0"/>
          </a:p>
        </p:txBody>
      </p:sp>
      <p:sp>
        <p:nvSpPr>
          <p:cNvPr id="3" name="Picture Placeholder 2"/>
          <p:cNvSpPr>
            <a:spLocks noGrp="1"/>
          </p:cNvSpPr>
          <p:nvPr>
            <p:ph type="pic" idx="1"/>
          </p:nvPr>
        </p:nvSpPr>
        <p:spPr>
          <a:xfrm>
            <a:off x="1792288" y="1828800"/>
            <a:ext cx="54864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53336686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grpSp>
        <p:nvGrpSpPr>
          <p:cNvPr id="4" name="Group 19"/>
          <p:cNvGrpSpPr>
            <a:grpSpLocks/>
          </p:cNvGrpSpPr>
          <p:nvPr/>
        </p:nvGrpSpPr>
        <p:grpSpPr bwMode="auto">
          <a:xfrm>
            <a:off x="0" y="1295400"/>
            <a:ext cx="7010400" cy="46038"/>
            <a:chOff x="1905000" y="6553200"/>
            <a:chExt cx="7010400" cy="45719"/>
          </a:xfrm>
        </p:grpSpPr>
        <p:sp>
          <p:nvSpPr>
            <p:cNvPr id="5" name="Rectangle 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8" name="Group 24"/>
          <p:cNvGrpSpPr>
            <a:grpSpLocks/>
          </p:cNvGrpSpPr>
          <p:nvPr/>
        </p:nvGrpSpPr>
        <p:grpSpPr bwMode="auto">
          <a:xfrm>
            <a:off x="2133600" y="6553200"/>
            <a:ext cx="7010400" cy="46038"/>
            <a:chOff x="1905000" y="6553200"/>
            <a:chExt cx="7010400" cy="45719"/>
          </a:xfrm>
        </p:grpSpPr>
        <p:sp>
          <p:nvSpPr>
            <p:cNvPr id="9" name="Rectangle 8"/>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12" name="Picture 14"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sp>
        <p:nvSpPr>
          <p:cNvPr id="13" name="TextBox 12"/>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50822563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Vertical Title and Text">
    <p:spTree>
      <p:nvGrpSpPr>
        <p:cNvPr id="1" name=""/>
        <p:cNvGrpSpPr/>
        <p:nvPr/>
      </p:nvGrpSpPr>
      <p:grpSpPr>
        <a:xfrm>
          <a:off x="0" y="0"/>
          <a:ext cx="0" cy="0"/>
          <a:chOff x="0" y="0"/>
          <a:chExt cx="0" cy="0"/>
        </a:xfrm>
      </p:grpSpPr>
      <p:grpSp>
        <p:nvGrpSpPr>
          <p:cNvPr id="4" name="Group 7"/>
          <p:cNvGrpSpPr>
            <a:grpSpLocks/>
          </p:cNvGrpSpPr>
          <p:nvPr/>
        </p:nvGrpSpPr>
        <p:grpSpPr bwMode="auto">
          <a:xfrm rot="5400000">
            <a:off x="5006182" y="2567781"/>
            <a:ext cx="5181600" cy="46037"/>
            <a:chOff x="1905000" y="6553200"/>
            <a:chExt cx="7010400" cy="45719"/>
          </a:xfrm>
        </p:grpSpPr>
        <p:sp>
          <p:nvSpPr>
            <p:cNvPr id="5" name="Rectangle 4"/>
            <p:cNvSpPr/>
            <p:nvPr/>
          </p:nvSpPr>
          <p:spPr>
            <a:xfrm>
              <a:off x="4267574" y="6553200"/>
              <a:ext cx="2328209"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p:cNvSpPr/>
            <p:nvPr/>
          </p:nvSpPr>
          <p:spPr>
            <a:xfrm>
              <a:off x="1905000" y="6553200"/>
              <a:ext cx="2362574"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userDrawn="1"/>
          </p:nvSpPr>
          <p:spPr>
            <a:xfrm>
              <a:off x="6587191" y="6553200"/>
              <a:ext cx="2328209"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0" descr="Picture 7.png"/>
          <p:cNvPicPr>
            <a:picLocks noChangeAspect="1"/>
          </p:cNvPicPr>
          <p:nvPr/>
        </p:nvPicPr>
        <p:blipFill>
          <a:blip r:embed="rId2" cstate="print"/>
          <a:srcRect l="5336" t="1923"/>
          <a:stretch>
            <a:fillRect/>
          </a:stretch>
        </p:blipFill>
        <p:spPr bwMode="auto">
          <a:xfrm>
            <a:off x="-7938" y="381000"/>
            <a:ext cx="692151" cy="2193925"/>
          </a:xfrm>
          <a:prstGeom prst="rect">
            <a:avLst/>
          </a:prstGeom>
          <a:noFill/>
          <a:ln w="9525">
            <a:noFill/>
            <a:miter lim="800000"/>
            <a:headEnd/>
            <a:tailEnd/>
          </a:ln>
        </p:spPr>
      </p:pic>
      <p:sp>
        <p:nvSpPr>
          <p:cNvPr id="10" name="TextBox 9"/>
          <p:cNvSpPr txBox="1"/>
          <p:nvPr/>
        </p:nvSpPr>
        <p:spPr>
          <a:xfrm rot="5400000">
            <a:off x="-2794793" y="3809206"/>
            <a:ext cx="5867400" cy="23018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900" b="1" i="0" u="none" strike="noStrike" kern="1200" cap="none" spc="0" normalizeH="0" baseline="0" noProof="0" dirty="0">
                <a:ln>
                  <a:noFill/>
                </a:ln>
                <a:solidFill>
                  <a:srgbClr val="101141"/>
                </a:solidFill>
                <a:effectLst/>
                <a:uLnTx/>
                <a:uFillTx/>
                <a:latin typeface="Arial"/>
                <a:ea typeface="+mn-ea"/>
                <a:cs typeface="Arial"/>
              </a:rPr>
              <a:t>BITS </a:t>
            </a:r>
            <a:r>
              <a:rPr kumimoji="0" lang="en-US" sz="900" b="0" i="0" u="none" strike="noStrike" kern="1200" cap="none" spc="0" normalizeH="0" baseline="0" noProof="0" dirty="0">
                <a:ln>
                  <a:noFill/>
                </a:ln>
                <a:solidFill>
                  <a:srgbClr val="101141"/>
                </a:solidFill>
                <a:effectLst/>
                <a:uLnTx/>
                <a:uFillTx/>
                <a:latin typeface="Arial"/>
                <a:ea typeface="+mn-ea"/>
                <a:cs typeface="Arial"/>
              </a:rPr>
              <a:t>Pilani, Pilani Campus</a:t>
            </a:r>
          </a:p>
        </p:txBody>
      </p:sp>
      <p:sp>
        <p:nvSpPr>
          <p:cNvPr id="3" name="Vertical Text Placeholder 2"/>
          <p:cNvSpPr>
            <a:spLocks noGrp="1"/>
          </p:cNvSpPr>
          <p:nvPr>
            <p:ph type="body" orient="vert" idx="1"/>
          </p:nvPr>
        </p:nvSpPr>
        <p:spPr>
          <a:xfrm>
            <a:off x="1219200" y="38100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8"/>
          <p:cNvSpPr>
            <a:spLocks noGrp="1"/>
          </p:cNvSpPr>
          <p:nvPr>
            <p:ph sz="quarter" idx="10"/>
          </p:nvPr>
        </p:nvSpPr>
        <p:spPr>
          <a:xfrm rot="5400000">
            <a:off x="5410200" y="2743200"/>
            <a:ext cx="58674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3840325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cSld name="1_Section Header">
    <p:spTree>
      <p:nvGrpSpPr>
        <p:cNvPr id="1" name=""/>
        <p:cNvGrpSpPr/>
        <p:nvPr/>
      </p:nvGrpSpPr>
      <p:grpSpPr>
        <a:xfrm>
          <a:off x="0" y="0"/>
          <a:ext cx="0" cy="0"/>
          <a:chOff x="0" y="0"/>
          <a:chExt cx="0" cy="0"/>
        </a:xfrm>
      </p:grpSpPr>
      <p:pic>
        <p:nvPicPr>
          <p:cNvPr id="3" name="Picture 6" descr="\\Server\D\jyoti\FI023_BITS_v1\styleguide img\IMG_5627_b.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a:ln w="9525">
            <a:noFill/>
            <a:miter lim="800000"/>
            <a:headEnd/>
            <a:tailEnd/>
          </a:ln>
        </p:spPr>
      </p:pic>
      <p:sp>
        <p:nvSpPr>
          <p:cNvPr id="4" name="Rectangle 3"/>
          <p:cNvSpPr/>
          <p:nvPr/>
        </p:nvSpPr>
        <p:spPr>
          <a:xfrm>
            <a:off x="0" y="4281488"/>
            <a:ext cx="9144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pic>
        <p:nvPicPr>
          <p:cNvPr id="5" name="Picture 6" descr="Picture 7.png"/>
          <p:cNvPicPr>
            <a:picLocks noChangeAspect="1"/>
          </p:cNvPicPr>
          <p:nvPr/>
        </p:nvPicPr>
        <p:blipFill>
          <a:blip r:embed="rId3" cstate="print"/>
          <a:srcRect l="1923" b="5336"/>
          <a:stretch>
            <a:fillRect/>
          </a:stretch>
        </p:blipFill>
        <p:spPr bwMode="auto">
          <a:xfrm>
            <a:off x="6629400" y="0"/>
            <a:ext cx="2193925" cy="692150"/>
          </a:xfrm>
          <a:prstGeom prst="rect">
            <a:avLst/>
          </a:prstGeom>
          <a:noFill/>
          <a:ln w="9525">
            <a:noFill/>
            <a:miter lim="800000"/>
            <a:headEnd/>
            <a:tailEnd/>
          </a:ln>
        </p:spPr>
      </p:pic>
      <p:sp>
        <p:nvSpPr>
          <p:cNvPr id="6" name="Rectangle 5"/>
          <p:cNvSpPr/>
          <p:nvPr/>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9" name="TextBox 8"/>
          <p:cNvSpPr txBox="1"/>
          <p:nvPr/>
        </p:nvSpPr>
        <p:spPr>
          <a:xfrm>
            <a:off x="6858000" y="762000"/>
            <a:ext cx="2209800" cy="554038"/>
          </a:xfrm>
          <a:prstGeom prst="rect">
            <a:avLst/>
          </a:prstGeom>
          <a:noFill/>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900" b="1" i="0" u="none" strike="noStrike" kern="1200" cap="none" spc="-150" normalizeH="0" baseline="0" noProof="0" dirty="0">
                <a:ln>
                  <a:noFill/>
                </a:ln>
                <a:solidFill>
                  <a:prstClr val="white"/>
                </a:solidFill>
                <a:effectLst/>
                <a:uLnTx/>
                <a:uFillTx/>
                <a:latin typeface="Arial"/>
                <a:ea typeface="+mn-ea"/>
                <a:cs typeface="Arial"/>
              </a:rPr>
              <a:t>BITS</a:t>
            </a:r>
            <a:r>
              <a:rPr kumimoji="0" lang="en-US" sz="2900" b="0" i="0" u="none" strike="noStrike" kern="1200" cap="none" spc="-150" normalizeH="0" baseline="0" noProof="0" dirty="0">
                <a:ln>
                  <a:noFill/>
                </a:ln>
                <a:solidFill>
                  <a:prstClr val="white"/>
                </a:solidFill>
                <a:effectLst/>
                <a:uLnTx/>
                <a:uFillTx/>
                <a:latin typeface="Arial"/>
                <a:ea typeface="+mn-ea"/>
                <a:cs typeface="Arial"/>
              </a:rPr>
              <a:t> Pilani</a:t>
            </a:r>
          </a:p>
        </p:txBody>
      </p:sp>
      <p:sp>
        <p:nvSpPr>
          <p:cNvPr id="10" name="TextBox 9"/>
          <p:cNvSpPr txBox="1"/>
          <p:nvPr/>
        </p:nvSpPr>
        <p:spPr>
          <a:xfrm>
            <a:off x="7086600" y="1171575"/>
            <a:ext cx="1905000" cy="276225"/>
          </a:xfrm>
          <a:prstGeom prst="rect">
            <a:avLst/>
          </a:prstGeom>
          <a:noFill/>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a:ea typeface="+mn-ea"/>
                <a:cs typeface="Arial"/>
              </a:rPr>
              <a:t>Pilani Campus</a:t>
            </a:r>
          </a:p>
        </p:txBody>
      </p:sp>
      <p:sp>
        <p:nvSpPr>
          <p:cNvPr id="17" name="Content Placeholder 16"/>
          <p:cNvSpPr>
            <a:spLocks noGrp="1"/>
          </p:cNvSpPr>
          <p:nvPr>
            <p:ph sz="quarter" idx="10"/>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25999407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cSld name="1_Custom Layout">
    <p:spTree>
      <p:nvGrpSpPr>
        <p:cNvPr id="1" name=""/>
        <p:cNvGrpSpPr/>
        <p:nvPr/>
      </p:nvGrpSpPr>
      <p:grpSpPr>
        <a:xfrm>
          <a:off x="0" y="0"/>
          <a:ext cx="0" cy="0"/>
          <a:chOff x="0" y="0"/>
          <a:chExt cx="0" cy="0"/>
        </a:xfrm>
      </p:grpSpPr>
      <p:sp>
        <p:nvSpPr>
          <p:cNvPr id="4" name="Rectangle 3"/>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sp>
        <p:nvSpPr>
          <p:cNvPr id="5" name="Rectangle 4"/>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pic>
        <p:nvPicPr>
          <p:cNvPr id="9" name="Picture 10" descr="BITS_university_logo_whitevert.png"/>
          <p:cNvPicPr>
            <a:picLocks noChangeAspect="1"/>
          </p:cNvPicPr>
          <p:nvPr/>
        </p:nvPicPr>
        <p:blipFill>
          <a:blip r:embed="rId2" cstate="print"/>
          <a:srcRect t="2" b="28592"/>
          <a:stretch>
            <a:fillRect/>
          </a:stretch>
        </p:blipFill>
        <p:spPr bwMode="auto">
          <a:xfrm>
            <a:off x="76200" y="3352800"/>
            <a:ext cx="2057400" cy="1979613"/>
          </a:xfrm>
          <a:prstGeom prst="rect">
            <a:avLst/>
          </a:prstGeom>
          <a:noFill/>
          <a:ln w="9525">
            <a:noFill/>
            <a:miter lim="800000"/>
            <a:headEnd/>
            <a:tailEnd/>
          </a:ln>
        </p:spPr>
      </p:pic>
      <p:sp>
        <p:nvSpPr>
          <p:cNvPr id="10" name="TextBox 9"/>
          <p:cNvSpPr txBox="1"/>
          <p:nvPr/>
        </p:nvSpPr>
        <p:spPr>
          <a:xfrm>
            <a:off x="-76200" y="5257800"/>
            <a:ext cx="2209800" cy="554038"/>
          </a:xfrm>
          <a:prstGeom prst="rect">
            <a:avLst/>
          </a:prstGeom>
          <a:noFill/>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900" b="1" i="0" u="none" strike="noStrike" kern="1200" cap="none" spc="-150" normalizeH="0" baseline="0" noProof="0" dirty="0">
                <a:ln>
                  <a:noFill/>
                </a:ln>
                <a:solidFill>
                  <a:prstClr val="white"/>
                </a:solidFill>
                <a:effectLst/>
                <a:uLnTx/>
                <a:uFillTx/>
                <a:latin typeface="Arial"/>
                <a:ea typeface="+mn-ea"/>
                <a:cs typeface="Arial"/>
              </a:rPr>
              <a:t>BITS</a:t>
            </a:r>
            <a:r>
              <a:rPr kumimoji="0" lang="en-US" sz="2900" b="0" i="0" u="none" strike="noStrike" kern="1200" cap="none" spc="-150" normalizeH="0" baseline="0" noProof="0" dirty="0">
                <a:ln>
                  <a:noFill/>
                </a:ln>
                <a:solidFill>
                  <a:prstClr val="white"/>
                </a:solidFill>
                <a:effectLst/>
                <a:uLnTx/>
                <a:uFillTx/>
                <a:latin typeface="Arial"/>
                <a:ea typeface="+mn-ea"/>
                <a:cs typeface="Arial"/>
              </a:rPr>
              <a:t> Pilani</a:t>
            </a:r>
          </a:p>
        </p:txBody>
      </p:sp>
      <p:sp>
        <p:nvSpPr>
          <p:cNvPr id="11" name="TextBox 10"/>
          <p:cNvSpPr txBox="1"/>
          <p:nvPr/>
        </p:nvSpPr>
        <p:spPr>
          <a:xfrm>
            <a:off x="152400" y="5667375"/>
            <a:ext cx="1905000" cy="276225"/>
          </a:xfrm>
          <a:prstGeom prst="rect">
            <a:avLst/>
          </a:prstGeom>
          <a:noFill/>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a:ea typeface="+mn-ea"/>
                <a:cs typeface="Arial"/>
              </a:rPr>
              <a:t>Pilani Campus</a:t>
            </a:r>
          </a:p>
        </p:txBody>
      </p:sp>
      <p:sp>
        <p:nvSpPr>
          <p:cNvPr id="7" name="Content Placeholder 6"/>
          <p:cNvSpPr>
            <a:spLocks noGrp="1"/>
          </p:cNvSpPr>
          <p:nvPr>
            <p:ph sz="quarter" idx="13"/>
          </p:nvPr>
        </p:nvSpPr>
        <p:spPr>
          <a:xfrm>
            <a:off x="2514600" y="5410200"/>
            <a:ext cx="60198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2514600" y="3810000"/>
            <a:ext cx="6019800" cy="1524000"/>
          </a:xfrm>
        </p:spPr>
        <p:txBody>
          <a:bodyPr>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89018313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sp>
        <p:nvSpPr>
          <p:cNvPr id="4" name="TextBox 3"/>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grpSp>
        <p:nvGrpSpPr>
          <p:cNvPr id="5" name="Group 11"/>
          <p:cNvGrpSpPr>
            <a:grpSpLocks/>
          </p:cNvGrpSpPr>
          <p:nvPr/>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10" name="Group 18"/>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4" name="Group 22"/>
          <p:cNvGrpSpPr>
            <a:grpSpLocks/>
          </p:cNvGrpSpPr>
          <p:nvPr/>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51990178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a:alphaModFix amt="50000"/>
            <a:extLst>
              <a:ext uri="{28A0092B-C50C-407E-A947-70E740481C1C}">
                <a14:useLocalDpi xmlns:a14="http://schemas.microsoft.com/office/drawing/2010/main" val="0"/>
              </a:ext>
            </a:extLst>
          </a:blip>
          <a:srcRect t="-543" b="-543"/>
          <a:stretch/>
        </p:blipFill>
        <p:spPr>
          <a:xfrm>
            <a:off x="3563108" y="2223656"/>
            <a:ext cx="2017786" cy="2729344"/>
          </a:xfrm>
          <a:prstGeom prst="rect">
            <a:avLst/>
          </a:prstGeom>
        </p:spPr>
      </p:pic>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9144000" cy="40580"/>
          </a:xfrm>
          <a:prstGeom prst="rect">
            <a:avLst/>
          </a:prstGeom>
        </p:spPr>
      </p:pic>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160569"/>
            <a:ext cx="8001000" cy="764364"/>
          </a:xfrm>
          <a:prstGeom prst="rect">
            <a:avLst/>
          </a:prstGeom>
        </p:spPr>
      </p:pic>
      <p:sp>
        <p:nvSpPr>
          <p:cNvPr id="2" name="Title 1"/>
          <p:cNvSpPr>
            <a:spLocks noGrp="1"/>
          </p:cNvSpPr>
          <p:nvPr>
            <p:ph type="title"/>
          </p:nvPr>
        </p:nvSpPr>
        <p:spPr>
          <a:xfrm>
            <a:off x="628650" y="160569"/>
            <a:ext cx="6991350" cy="764364"/>
          </a:xfrm>
        </p:spPr>
        <p:txBody>
          <a:bodyPr>
            <a:normAutofit/>
          </a:bodyPr>
          <a:lstStyle>
            <a:lvl1pPr>
              <a:defRPr sz="2400" b="1">
                <a:solidFill>
                  <a:schemeClr val="bg1"/>
                </a:solidFill>
                <a:latin typeface="Helvetica" panose="020B0604020202030204" pitchFamily="34" charset="0"/>
              </a:defRPr>
            </a:lvl1pPr>
          </a:lstStyle>
          <a:p>
            <a:r>
              <a:rPr lang="en-US"/>
              <a:t>Click to edit Master title style</a:t>
            </a:r>
          </a:p>
        </p:txBody>
      </p:sp>
      <p:sp>
        <p:nvSpPr>
          <p:cNvPr id="11" name="Text Placeholder 10"/>
          <p:cNvSpPr>
            <a:spLocks noGrp="1"/>
          </p:cNvSpPr>
          <p:nvPr>
            <p:ph type="body" sz="quarter" idx="13"/>
          </p:nvPr>
        </p:nvSpPr>
        <p:spPr>
          <a:xfrm>
            <a:off x="643304" y="1600202"/>
            <a:ext cx="7620000" cy="2728913"/>
          </a:xfrm>
        </p:spPr>
        <p:txBody>
          <a:bodyPr/>
          <a:lstStyle>
            <a:lvl1pPr>
              <a:defRPr sz="1350">
                <a:latin typeface="Helvetica" panose="020B0604020202030204" pitchFamily="34" charset="0"/>
              </a:defRPr>
            </a:lvl1pPr>
            <a:lvl2pPr>
              <a:defRPr sz="1200">
                <a:latin typeface="Helvetica" panose="020B0604020202030204" pitchFamily="34" charset="0"/>
              </a:defRPr>
            </a:lvl2pPr>
            <a:lvl3pPr>
              <a:defRPr sz="1050">
                <a:latin typeface="Helvetica" panose="020B0604020202030204" pitchFamily="34" charset="0"/>
              </a:defRPr>
            </a:lvl3pPr>
            <a:lvl4pPr>
              <a:defRPr sz="900">
                <a:latin typeface="Helvetica" panose="020B0604020202030204" pitchFamily="34" charset="0"/>
              </a:defRPr>
            </a:lvl4pPr>
            <a:lvl5pPr>
              <a:defRPr sz="900">
                <a:latin typeface="Helvetica" panose="020B0604020202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14"/>
          </p:nvPr>
        </p:nvSpPr>
        <p:spPr>
          <a:xfrm>
            <a:off x="246935" y="1143002"/>
            <a:ext cx="8397717" cy="395287"/>
          </a:xfrm>
        </p:spPr>
        <p:txBody>
          <a:bodyPr>
            <a:normAutofit/>
          </a:bodyPr>
          <a:lstStyle>
            <a:lvl1pPr marL="0" indent="0">
              <a:buNone/>
              <a:defRPr sz="1500" b="1">
                <a:solidFill>
                  <a:srgbClr val="1C1573"/>
                </a:solidFill>
                <a:latin typeface="Helvetica" panose="020B0604020202030204" pitchFamily="34" charset="0"/>
              </a:defRPr>
            </a:lvl1pPr>
            <a:lvl2pPr>
              <a:defRPr b="1">
                <a:solidFill>
                  <a:srgbClr val="1C1573"/>
                </a:solidFill>
                <a:latin typeface="Helvetica" panose="020B0604020202030204" pitchFamily="34" charset="0"/>
              </a:defRPr>
            </a:lvl2pPr>
            <a:lvl3pPr>
              <a:defRPr b="1">
                <a:solidFill>
                  <a:srgbClr val="1C1573"/>
                </a:solidFill>
                <a:latin typeface="Helvetica" panose="020B0604020202030204" pitchFamily="34" charset="0"/>
              </a:defRPr>
            </a:lvl3pPr>
            <a:lvl4pPr>
              <a:defRPr b="1">
                <a:solidFill>
                  <a:srgbClr val="1C1573"/>
                </a:solidFill>
                <a:latin typeface="Helvetica" panose="020B0604020202030204" pitchFamily="34" charset="0"/>
              </a:defRPr>
            </a:lvl4pPr>
            <a:lvl5pPr>
              <a:defRPr b="1">
                <a:solidFill>
                  <a:srgbClr val="1C1573"/>
                </a:solidFill>
                <a:latin typeface="Helvetica" panose="020B0604020202030204" pitchFamily="34" charset="0"/>
              </a:defRPr>
            </a:lvl5pPr>
          </a:lstStyle>
          <a:p>
            <a:pPr lvl="0"/>
            <a:r>
              <a:rPr lang="en-US" dirty="0"/>
              <a:t>Click to edit Master text styles</a:t>
            </a:r>
          </a:p>
        </p:txBody>
      </p:sp>
    </p:spTree>
    <p:extLst>
      <p:ext uri="{BB962C8B-B14F-4D97-AF65-F5344CB8AC3E}">
        <p14:creationId xmlns:p14="http://schemas.microsoft.com/office/powerpoint/2010/main" val="243851711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cSld name="2_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sz="1600" b="0" i="0" u="none" strike="noStrike" kern="1200" cap="none" spc="0" normalizeH="0" baseline="0" noProof="0">
              <a:ln>
                <a:noFill/>
              </a:ln>
              <a:solidFill>
                <a:prstClr val="black">
                  <a:tint val="75000"/>
                </a:prstClr>
              </a:solidFill>
              <a:effectLst/>
              <a:uLnTx/>
              <a:uFillTx/>
              <a:latin typeface="Tahoma" charset="0"/>
              <a:ea typeface="+mn-ea"/>
              <a:cs typeface="+mn-cs"/>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black">
                  <a:tint val="75000"/>
                </a:prstClr>
              </a:solidFill>
              <a:effectLst/>
              <a:uLnTx/>
              <a:uFillTx/>
              <a:latin typeface="Tahoma" charset="0"/>
              <a:ea typeface="+mn-ea"/>
              <a:cs typeface="+mn-cs"/>
            </a:endParaRPr>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B6F15528-21DE-4FAA-801E-634DDDAF4B2B}" type="slidenum">
              <a:rPr kumimoji="0" sz="1600" b="0" i="0" u="none" strike="noStrike" kern="1200" cap="none" spc="0" normalizeH="0" baseline="0" noProof="0">
                <a:ln>
                  <a:noFill/>
                </a:ln>
                <a:solidFill>
                  <a:prstClr val="black">
                    <a:tint val="75000"/>
                  </a:prstClr>
                </a:solidFill>
                <a:effectLst/>
                <a:uLnTx/>
                <a:uFillTx/>
                <a:latin typeface="Tahoma"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sz="1600" b="0" i="0" u="none" strike="noStrike" kern="1200" cap="none" spc="0" normalizeH="0" baseline="0" noProof="0">
              <a:ln>
                <a:noFill/>
              </a:ln>
              <a:solidFill>
                <a:prstClr val="black">
                  <a:tint val="75000"/>
                </a:prstClr>
              </a:solidFill>
              <a:effectLst/>
              <a:uLnTx/>
              <a:uFillTx/>
              <a:latin typeface="Tahoma" charset="0"/>
              <a:ea typeface="+mn-ea"/>
              <a:cs typeface="+mn-cs"/>
            </a:endParaRPr>
          </a:p>
        </p:txBody>
      </p:sp>
    </p:spTree>
    <p:extLst>
      <p:ext uri="{BB962C8B-B14F-4D97-AF65-F5344CB8AC3E}">
        <p14:creationId xmlns:p14="http://schemas.microsoft.com/office/powerpoint/2010/main" val="200115557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xOverObj">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8229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57200" y="3938588"/>
            <a:ext cx="8229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noChangeArrowheads="1"/>
          </p:cNvSpPr>
          <p:nvPr>
            <p:ph type="dt" sz="half" idx="10"/>
          </p:nvPr>
        </p:nvSpPr>
        <p:spPr>
          <a:xfrm>
            <a:off x="457200" y="6245225"/>
            <a:ext cx="2133600" cy="476250"/>
          </a:xfrm>
          <a:prstGeom prst="rect">
            <a:avLst/>
          </a:prstGeom>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Footer Placeholder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7" name="Slide Number Placeholder 6"/>
          <p:cNvSpPr>
            <a:spLocks noGrp="1" noChangeArrowheads="1"/>
          </p:cNvSpPr>
          <p:nvPr>
            <p:ph type="sldNum" sz="quarter" idx="12"/>
          </p:nvPr>
        </p:nvSpPr>
        <p:spPr>
          <a:xfrm>
            <a:off x="6553200" y="6245225"/>
            <a:ext cx="2133600" cy="476250"/>
          </a:xfrm>
          <a:prstGeom prst="rect">
            <a:avLst/>
          </a:prstGeom>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03FC3A3A-C8A1-4745-A5AF-BA8F910C1BFF}" type="slidenum">
              <a:rPr kumimoji="0" lang="en-US" altLang="en-US"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US" altLang="en-US"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315923690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noChangeArrowheads="1"/>
          </p:cNvSpPr>
          <p:nvPr>
            <p:ph type="dt" sz="half" idx="10"/>
          </p:nvPr>
        </p:nvSpPr>
        <p:spPr>
          <a:xfrm>
            <a:off x="457200" y="6245225"/>
            <a:ext cx="2133600" cy="476250"/>
          </a:xfrm>
          <a:prstGeom prst="rect">
            <a:avLst/>
          </a:prstGeom>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Footer Placeholder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7" name="Slide Number Placeholder 6"/>
          <p:cNvSpPr>
            <a:spLocks noGrp="1" noChangeArrowheads="1"/>
          </p:cNvSpPr>
          <p:nvPr>
            <p:ph type="sldNum" sz="quarter" idx="12"/>
          </p:nvPr>
        </p:nvSpPr>
        <p:spPr>
          <a:xfrm>
            <a:off x="6553200" y="6245225"/>
            <a:ext cx="2133600" cy="476250"/>
          </a:xfrm>
          <a:prstGeom prst="rect">
            <a:avLst/>
          </a:prstGeom>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1F89F6C5-9F83-4284-A856-5B5BC05957EC}" type="slidenum">
              <a:rPr kumimoji="0" lang="en-US" altLang="en-US"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US" altLang="en-US"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219177085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Date Placeholder 2"/>
          <p:cNvSpPr>
            <a:spLocks noGrp="1"/>
          </p:cNvSpPr>
          <p:nvPr>
            <p:ph type="dt" sz="half" idx="10"/>
          </p:nvPr>
        </p:nvSpPr>
        <p:spPr>
          <a:xfrm>
            <a:off x="457200" y="6356350"/>
            <a:ext cx="2133600" cy="365125"/>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EE6AA240-BB03-4790-A676-9895F78EB64C}" type="datetime1">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1/17/2026</a:t>
            </a:fld>
            <a:endParaRPr kumimoji="0" lang="en-US"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60DB935C-A2BB-404C-A6C5-67E9068028EC}" type="slidenum">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US"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233338142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cSld name="1_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0" i="0">
                <a:solidFill>
                  <a:schemeClr val="tx1"/>
                </a:solidFill>
                <a:latin typeface="Franklin Gothic Medium"/>
                <a:cs typeface="Franklin Gothic Medium"/>
              </a:defRPr>
            </a:lvl1pPr>
          </a:lstStyle>
          <a:p>
            <a:endParaRPr/>
          </a:p>
        </p:txBody>
      </p:sp>
      <p:sp>
        <p:nvSpPr>
          <p:cNvPr id="3" name="Holder 3"/>
          <p:cNvSpPr>
            <a:spLocks noGrp="1"/>
          </p:cNvSpPr>
          <p:nvPr>
            <p:ph sz="half" idx="2"/>
          </p:nvPr>
        </p:nvSpPr>
        <p:spPr>
          <a:xfrm>
            <a:off x="457200" y="1577340"/>
            <a:ext cx="3977640" cy="492443"/>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92443"/>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a:xfrm>
            <a:off x="4096345" y="6564312"/>
            <a:ext cx="951547" cy="169545"/>
          </a:xfrm>
          <a:prstGeom prst="rect">
            <a:avLst/>
          </a:prstGeom>
        </p:spPr>
        <p:txBody>
          <a:bodyPr lIns="0" tIns="0" rIns="0" bIns="0"/>
          <a:lstStyle>
            <a:lvl1pPr>
              <a:defRPr sz="750" b="0" i="0">
                <a:solidFill>
                  <a:srgbClr val="7F7F7F"/>
                </a:solidFill>
                <a:latin typeface="Franklin Gothic Medium"/>
                <a:cs typeface="Franklin Gothic Medium"/>
              </a:defRPr>
            </a:lvl1pPr>
          </a:lstStyle>
          <a:p>
            <a:pPr marL="9525" marR="0" lvl="0" indent="0" algn="l" defTabSz="914400" rtl="0" eaLnBrk="1" fontAlgn="base" latinLnBrk="0" hangingPunct="1">
              <a:lnSpc>
                <a:spcPct val="100000"/>
              </a:lnSpc>
              <a:spcBef>
                <a:spcPts val="11"/>
              </a:spcBef>
              <a:spcAft>
                <a:spcPct val="0"/>
              </a:spcAft>
              <a:buClrTx/>
              <a:buSzTx/>
              <a:buFontTx/>
              <a:buNone/>
              <a:tabLst/>
              <a:defRPr/>
            </a:pPr>
            <a:r>
              <a:rPr kumimoji="0" lang="en-IN" sz="750" b="0" i="0" u="none" strike="noStrike" kern="1200" cap="none" spc="-11" normalizeH="0" baseline="0" noProof="0">
                <a:ln>
                  <a:noFill/>
                </a:ln>
                <a:solidFill>
                  <a:srgbClr val="7F7F7F"/>
                </a:solidFill>
                <a:effectLst/>
                <a:uLnTx/>
                <a:uFillTx/>
                <a:latin typeface="Franklin Gothic Medium"/>
                <a:ea typeface="+mn-ea"/>
              </a:rPr>
              <a:t>Lisa</a:t>
            </a:r>
            <a:r>
              <a:rPr kumimoji="0" lang="en-IN" sz="750" b="0" i="0" u="none" strike="noStrike" kern="1200" cap="none" spc="-19" normalizeH="0" baseline="0" noProof="0">
                <a:ln>
                  <a:noFill/>
                </a:ln>
                <a:solidFill>
                  <a:srgbClr val="7F7F7F"/>
                </a:solidFill>
                <a:effectLst/>
                <a:uLnTx/>
                <a:uFillTx/>
                <a:latin typeface="Franklin Gothic Medium"/>
                <a:ea typeface="+mn-ea"/>
              </a:rPr>
              <a:t> </a:t>
            </a:r>
            <a:r>
              <a:rPr kumimoji="0" lang="en-IN" sz="750" b="0" i="0" u="none" strike="noStrike" kern="1200" cap="none" spc="-11" normalizeH="0" baseline="0" noProof="0">
                <a:ln>
                  <a:noFill/>
                </a:ln>
                <a:solidFill>
                  <a:srgbClr val="7F7F7F"/>
                </a:solidFill>
                <a:effectLst/>
                <a:uLnTx/>
                <a:uFillTx/>
                <a:latin typeface="Franklin Gothic Medium"/>
                <a:ea typeface="+mn-ea"/>
              </a:rPr>
              <a:t>Yan, </a:t>
            </a:r>
            <a:r>
              <a:rPr kumimoji="0" lang="en-IN" sz="750" b="0" i="0" u="none" strike="noStrike" kern="1200" cap="none" spc="0" normalizeH="0" baseline="0" noProof="0">
                <a:ln>
                  <a:noFill/>
                </a:ln>
                <a:solidFill>
                  <a:srgbClr val="7F7F7F"/>
                </a:solidFill>
                <a:effectLst/>
                <a:uLnTx/>
                <a:uFillTx/>
                <a:latin typeface="Franklin Gothic Medium"/>
                <a:ea typeface="+mn-ea"/>
              </a:rPr>
              <a:t>CS109,</a:t>
            </a:r>
            <a:r>
              <a:rPr kumimoji="0" lang="en-IN" sz="750" b="0" i="0" u="none" strike="noStrike" kern="1200" cap="none" spc="-15" normalizeH="0" baseline="0" noProof="0">
                <a:ln>
                  <a:noFill/>
                </a:ln>
                <a:solidFill>
                  <a:srgbClr val="7F7F7F"/>
                </a:solidFill>
                <a:effectLst/>
                <a:uLnTx/>
                <a:uFillTx/>
                <a:latin typeface="Franklin Gothic Medium"/>
                <a:ea typeface="+mn-ea"/>
              </a:rPr>
              <a:t> </a:t>
            </a:r>
            <a:r>
              <a:rPr kumimoji="0" lang="en-IN" sz="750" b="0" i="0" u="none" strike="noStrike" kern="1200" cap="none" spc="0" normalizeH="0" baseline="0" noProof="0">
                <a:ln>
                  <a:noFill/>
                </a:ln>
                <a:solidFill>
                  <a:srgbClr val="7F7F7F"/>
                </a:solidFill>
                <a:effectLst/>
                <a:uLnTx/>
                <a:uFillTx/>
                <a:latin typeface="Franklin Gothic Medium"/>
                <a:ea typeface="+mn-ea"/>
              </a:rPr>
              <a:t>2020</a:t>
            </a:r>
            <a:endParaRPr kumimoji="0" lang="en-IN" sz="750" b="0" i="0" u="none" strike="noStrike" kern="1200" cap="none" spc="0" normalizeH="0" baseline="0" noProof="0" dirty="0">
              <a:ln>
                <a:noFill/>
              </a:ln>
              <a:solidFill>
                <a:srgbClr val="7F7F7F"/>
              </a:solidFill>
              <a:effectLst/>
              <a:uLnTx/>
              <a:uFillTx/>
              <a:latin typeface="Franklin Gothic Medium"/>
              <a:ea typeface="+mn-ea"/>
            </a:endParaRPr>
          </a:p>
        </p:txBody>
      </p:sp>
      <p:sp>
        <p:nvSpPr>
          <p:cNvPr id="6" name="Holder 6"/>
          <p:cNvSpPr>
            <a:spLocks noGrp="1"/>
          </p:cNvSpPr>
          <p:nvPr>
            <p:ph type="dt" sz="half" idx="6"/>
          </p:nvPr>
        </p:nvSpPr>
        <p:spPr>
          <a:xfrm>
            <a:off x="457200" y="6377940"/>
            <a:ext cx="2103120" cy="342900"/>
          </a:xfrm>
          <a:prstGeom prst="rect">
            <a:avLst/>
          </a:prstGeom>
        </p:spPr>
        <p:txBody>
          <a:bodyPr lIns="0" tIns="0" rIns="0" bIns="0"/>
          <a:lstStyle>
            <a:lvl1pPr algn="l">
              <a:defRPr>
                <a:solidFill>
                  <a:schemeClr val="tx1">
                    <a:tint val="75000"/>
                  </a:schemeClr>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1D8BD707-D9CF-40AE-B4C6-C98DA3205C09}" type="datetimeFigureOut">
              <a:rPr kumimoji="0" lang="en-US" sz="1600" b="0" i="0" u="none" strike="noStrike" kern="1200" cap="none" spc="0" normalizeH="0" baseline="0" noProof="0">
                <a:ln>
                  <a:noFill/>
                </a:ln>
                <a:solidFill>
                  <a:prstClr val="black">
                    <a:tint val="75000"/>
                  </a:prstClr>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1/17/2026</a:t>
            </a:fld>
            <a:endParaRPr kumimoji="0" lang="en-US" sz="1600" b="0" i="0" u="none" strike="noStrike" kern="1200" cap="none" spc="0" normalizeH="0" baseline="0" noProof="0">
              <a:ln>
                <a:noFill/>
              </a:ln>
              <a:solidFill>
                <a:prstClr val="black">
                  <a:tint val="75000"/>
                </a:prstClr>
              </a:solidFill>
              <a:effectLst/>
              <a:uLnTx/>
              <a:uFillTx/>
              <a:latin typeface="Tahoma" charset="0"/>
              <a:ea typeface="+mn-ea"/>
              <a:cs typeface="+mn-cs"/>
            </a:endParaRPr>
          </a:p>
        </p:txBody>
      </p:sp>
      <p:sp>
        <p:nvSpPr>
          <p:cNvPr id="7" name="Holder 7"/>
          <p:cNvSpPr>
            <a:spLocks noGrp="1"/>
          </p:cNvSpPr>
          <p:nvPr>
            <p:ph type="sldNum" sz="quarter" idx="7"/>
          </p:nvPr>
        </p:nvSpPr>
        <p:spPr>
          <a:xfrm>
            <a:off x="8736711" y="6549624"/>
            <a:ext cx="173831" cy="184150"/>
          </a:xfrm>
          <a:prstGeom prst="rect">
            <a:avLst/>
          </a:prstGeom>
        </p:spPr>
        <p:txBody>
          <a:bodyPr lIns="0" tIns="0" rIns="0" bIns="0"/>
          <a:lstStyle>
            <a:lvl1pPr>
              <a:defRPr sz="825" b="0" i="0">
                <a:solidFill>
                  <a:schemeClr val="tx1"/>
                </a:solidFill>
                <a:latin typeface="Franklin Gothic Medium"/>
                <a:cs typeface="Franklin Gothic Medium"/>
              </a:defRPr>
            </a:lvl1pPr>
          </a:lstStyle>
          <a:p>
            <a:pPr marL="28575" marR="0" lvl="0" indent="0" algn="l" defTabSz="914400" rtl="0" eaLnBrk="1" fontAlgn="base" latinLnBrk="0" hangingPunct="1">
              <a:lnSpc>
                <a:spcPct val="100000"/>
              </a:lnSpc>
              <a:spcBef>
                <a:spcPts val="4"/>
              </a:spcBef>
              <a:spcAft>
                <a:spcPct val="0"/>
              </a:spcAft>
              <a:buClrTx/>
              <a:buSzTx/>
              <a:buFontTx/>
              <a:buNone/>
              <a:tabLst/>
              <a:defRPr/>
            </a:pPr>
            <a:fld id="{81D60167-4931-47E6-BA6A-407CBD079E47}" type="slidenum">
              <a:rPr kumimoji="0" lang="en-IN" sz="825" b="0" i="0" u="none" strike="noStrike" kern="1200" cap="none" spc="0" normalizeH="0" baseline="0" noProof="0" smtClean="0">
                <a:ln>
                  <a:noFill/>
                </a:ln>
                <a:solidFill>
                  <a:prstClr val="black"/>
                </a:solidFill>
                <a:effectLst/>
                <a:uLnTx/>
                <a:uFillTx/>
                <a:latin typeface="Franklin Gothic Medium"/>
                <a:ea typeface="+mn-ea"/>
              </a:rPr>
              <a:pPr marL="28575" marR="0" lvl="0" indent="0" algn="l" defTabSz="914400" rtl="0" eaLnBrk="1" fontAlgn="base" latinLnBrk="0" hangingPunct="1">
                <a:lnSpc>
                  <a:spcPct val="100000"/>
                </a:lnSpc>
                <a:spcBef>
                  <a:spcPts val="4"/>
                </a:spcBef>
                <a:spcAft>
                  <a:spcPct val="0"/>
                </a:spcAft>
                <a:buClrTx/>
                <a:buSzTx/>
                <a:buFontTx/>
                <a:buNone/>
                <a:tabLst/>
                <a:defRPr/>
              </a:pPr>
              <a:t>‹#›</a:t>
            </a:fld>
            <a:endParaRPr kumimoji="0" lang="en-IN" sz="825" b="0" i="0" u="none" strike="noStrike" kern="1200" cap="none" spc="0" normalizeH="0" baseline="0" noProof="0" dirty="0">
              <a:ln>
                <a:noFill/>
              </a:ln>
              <a:solidFill>
                <a:prstClr val="black"/>
              </a:solidFill>
              <a:effectLst/>
              <a:uLnTx/>
              <a:uFillTx/>
              <a:latin typeface="Franklin Gothic Medium"/>
              <a:ea typeface="+mn-ea"/>
            </a:endParaRPr>
          </a:p>
        </p:txBody>
      </p:sp>
    </p:spTree>
    <p:extLst>
      <p:ext uri="{BB962C8B-B14F-4D97-AF65-F5344CB8AC3E}">
        <p14:creationId xmlns:p14="http://schemas.microsoft.com/office/powerpoint/2010/main" val="314060797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
  <p:cSld name="17_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774" b="0" i="0">
                <a:solidFill>
                  <a:srgbClr val="3333B2"/>
                </a:solidFill>
                <a:latin typeface="Tahoma"/>
                <a:cs typeface="Tahoma"/>
              </a:defRPr>
            </a:lvl1pPr>
          </a:lstStyle>
          <a:p>
            <a:endParaRPr/>
          </a:p>
        </p:txBody>
      </p:sp>
      <p:sp>
        <p:nvSpPr>
          <p:cNvPr id="3" name="Holder 3"/>
          <p:cNvSpPr>
            <a:spLocks noGrp="1"/>
          </p:cNvSpPr>
          <p:nvPr>
            <p:ph type="body" idx="1"/>
          </p:nvPr>
        </p:nvSpPr>
        <p:spPr/>
        <p:txBody>
          <a:bodyPr lIns="0" tIns="0" rIns="0" bIns="0"/>
          <a:lstStyle>
            <a:lvl1pPr>
              <a:defRPr sz="2180" b="0" i="0">
                <a:solidFill>
                  <a:schemeClr val="tx1"/>
                </a:solidFill>
                <a:latin typeface="Tahoma"/>
                <a:cs typeface="Tahoma"/>
              </a:defRPr>
            </a:lvl1pPr>
          </a:lstStyle>
          <a:p>
            <a:endParaRPr/>
          </a:p>
        </p:txBody>
      </p:sp>
      <p:sp>
        <p:nvSpPr>
          <p:cNvPr id="4" name="Holder 4"/>
          <p:cNvSpPr>
            <a:spLocks noGrp="1"/>
          </p:cNvSpPr>
          <p:nvPr>
            <p:ph type="ftr" sz="quarter" idx="5"/>
          </p:nvPr>
        </p:nvSpPr>
        <p:spPr>
          <a:xfrm>
            <a:off x="3108960" y="6377940"/>
            <a:ext cx="2926080" cy="342899"/>
          </a:xfrm>
          <a:prstGeom prst="rect">
            <a:avLst/>
          </a:prstGeom>
        </p:spPr>
        <p:txBody>
          <a:bodyPr lIns="0" tIns="0" rIns="0" bIns="0"/>
          <a:lstStyle>
            <a:lvl1pPr algn="ctr">
              <a:defRPr>
                <a:solidFill>
                  <a:schemeClr val="tx1">
                    <a:tint val="75000"/>
                  </a:schemeClr>
                </a:solidFill>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sz="1600" b="0" i="0" u="none" strike="noStrike" kern="1200" cap="none" spc="0" normalizeH="0" baseline="0" noProof="0">
              <a:ln>
                <a:noFill/>
              </a:ln>
              <a:solidFill>
                <a:prstClr val="black">
                  <a:tint val="75000"/>
                </a:prstClr>
              </a:solidFill>
              <a:effectLst/>
              <a:uLnTx/>
              <a:uFillTx/>
              <a:latin typeface="Tahoma" charset="0"/>
              <a:ea typeface="+mn-ea"/>
              <a:cs typeface="+mn-cs"/>
            </a:endParaRPr>
          </a:p>
        </p:txBody>
      </p:sp>
      <p:sp>
        <p:nvSpPr>
          <p:cNvPr id="5" name="Holder 5"/>
          <p:cNvSpPr>
            <a:spLocks noGrp="1"/>
          </p:cNvSpPr>
          <p:nvPr>
            <p:ph type="dt" sz="half" idx="6"/>
          </p:nvPr>
        </p:nvSpPr>
        <p:spPr>
          <a:xfrm>
            <a:off x="457201" y="6377940"/>
            <a:ext cx="2103120" cy="342899"/>
          </a:xfrm>
          <a:prstGeom prst="rect">
            <a:avLst/>
          </a:prstGeom>
        </p:spPr>
        <p:txBody>
          <a:bodyPr lIns="0" tIns="0" rIns="0" bIns="0"/>
          <a:lstStyle>
            <a:lvl1pPr algn="l">
              <a:defRPr>
                <a:solidFill>
                  <a:schemeClr val="tx1">
                    <a:tint val="75000"/>
                  </a:schemeClr>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1D8BD707-D9CF-40AE-B4C6-C98DA3205C09}" type="datetimeFigureOut">
              <a:rPr kumimoji="0" lang="en-US" sz="1600" b="0" i="0" u="none" strike="noStrike" kern="1200" cap="none" spc="0" normalizeH="0" baseline="0" noProof="0">
                <a:ln>
                  <a:noFill/>
                </a:ln>
                <a:solidFill>
                  <a:prstClr val="black">
                    <a:tint val="75000"/>
                  </a:prstClr>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1/17/2026</a:t>
            </a:fld>
            <a:endParaRPr kumimoji="0" lang="en-US" sz="1600" b="0" i="0" u="none" strike="noStrike" kern="1200" cap="none" spc="0" normalizeH="0" baseline="0" noProof="0">
              <a:ln>
                <a:noFill/>
              </a:ln>
              <a:solidFill>
                <a:prstClr val="black">
                  <a:tint val="75000"/>
                </a:prstClr>
              </a:solidFill>
              <a:effectLst/>
              <a:uLnTx/>
              <a:uFillTx/>
              <a:latin typeface="Tahoma" charset="0"/>
              <a:ea typeface="+mn-ea"/>
              <a:cs typeface="+mn-cs"/>
            </a:endParaRPr>
          </a:p>
        </p:txBody>
      </p:sp>
      <p:sp>
        <p:nvSpPr>
          <p:cNvPr id="6" name="Holder 6"/>
          <p:cNvSpPr>
            <a:spLocks noGrp="1"/>
          </p:cNvSpPr>
          <p:nvPr>
            <p:ph type="sldNum" sz="quarter" idx="7"/>
          </p:nvPr>
        </p:nvSpPr>
        <p:spPr>
          <a:xfrm>
            <a:off x="6583681" y="6377940"/>
            <a:ext cx="2103120" cy="342899"/>
          </a:xfrm>
          <a:prstGeom prst="rect">
            <a:avLst/>
          </a:prstGeom>
        </p:spPr>
        <p:txBody>
          <a:bodyPr lIns="0" tIns="0" rIns="0" bIns="0"/>
          <a:lstStyle>
            <a:lvl1pPr algn="r">
              <a:defRPr>
                <a:solidFill>
                  <a:schemeClr val="tx1">
                    <a:tint val="75000"/>
                  </a:schemeClr>
                </a:solidFill>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B6F15528-21DE-4FAA-801E-634DDDAF4B2B}" type="slidenum">
              <a:rPr kumimoji="0" sz="1600" b="0" i="0" u="none" strike="noStrike" kern="1200" cap="none" spc="0" normalizeH="0" baseline="0" noProof="0">
                <a:ln>
                  <a:noFill/>
                </a:ln>
                <a:solidFill>
                  <a:prstClr val="black">
                    <a:tint val="75000"/>
                  </a:prstClr>
                </a:solidFill>
                <a:effectLst/>
                <a:uLnTx/>
                <a:uFillTx/>
                <a:latin typeface="Tahoma"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sz="1600" b="0" i="0" u="none" strike="noStrike" kern="1200" cap="none" spc="0" normalizeH="0" baseline="0" noProof="0">
              <a:ln>
                <a:noFill/>
              </a:ln>
              <a:solidFill>
                <a:prstClr val="black">
                  <a:tint val="75000"/>
                </a:prstClr>
              </a:solidFill>
              <a:effectLst/>
              <a:uLnTx/>
              <a:uFillTx/>
              <a:latin typeface="Tahoma" charset="0"/>
              <a:ea typeface="+mn-ea"/>
              <a:cs typeface="+mn-cs"/>
            </a:endParaRPr>
          </a:p>
        </p:txBody>
      </p:sp>
    </p:spTree>
    <p:extLst>
      <p:ext uri="{BB962C8B-B14F-4D97-AF65-F5344CB8AC3E}">
        <p14:creationId xmlns:p14="http://schemas.microsoft.com/office/powerpoint/2010/main" val="179434625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3" name="Rectangle 2"/>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sp>
        <p:nvSpPr>
          <p:cNvPr id="4" name="Rectangle 3"/>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5" name="Rectangle 4"/>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pic>
        <p:nvPicPr>
          <p:cNvPr id="7" name="Picture 10" descr="BITS_university_logo_whitevert.png"/>
          <p:cNvPicPr>
            <a:picLocks noChangeAspect="1"/>
          </p:cNvPicPr>
          <p:nvPr/>
        </p:nvPicPr>
        <p:blipFill>
          <a:blip r:embed="rId3" cstate="print"/>
          <a:srcRect t="2" b="28592"/>
          <a:stretch>
            <a:fillRect/>
          </a:stretch>
        </p:blipFill>
        <p:spPr bwMode="auto">
          <a:xfrm>
            <a:off x="76200" y="3352800"/>
            <a:ext cx="2057400" cy="1979613"/>
          </a:xfrm>
          <a:prstGeom prst="rect">
            <a:avLst/>
          </a:prstGeom>
          <a:noFill/>
          <a:ln w="9525">
            <a:noFill/>
            <a:miter lim="800000"/>
            <a:headEnd/>
            <a:tailEnd/>
          </a:ln>
        </p:spPr>
      </p:pic>
      <p:sp>
        <p:nvSpPr>
          <p:cNvPr id="8" name="TextBox 7"/>
          <p:cNvSpPr txBox="1"/>
          <p:nvPr/>
        </p:nvSpPr>
        <p:spPr>
          <a:xfrm>
            <a:off x="-76200" y="5257800"/>
            <a:ext cx="2209800" cy="554038"/>
          </a:xfrm>
          <a:prstGeom prst="rect">
            <a:avLst/>
          </a:prstGeom>
          <a:noFill/>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900" b="1" i="0" u="none" strike="noStrike" kern="1200" cap="none" spc="-150" normalizeH="0" baseline="0" noProof="0" dirty="0">
                <a:ln>
                  <a:noFill/>
                </a:ln>
                <a:solidFill>
                  <a:prstClr val="white"/>
                </a:solidFill>
                <a:effectLst/>
                <a:uLnTx/>
                <a:uFillTx/>
                <a:latin typeface="Arial"/>
                <a:ea typeface="+mn-ea"/>
                <a:cs typeface="Arial"/>
              </a:rPr>
              <a:t>BITS</a:t>
            </a:r>
            <a:r>
              <a:rPr kumimoji="0" lang="en-US" sz="2900" b="0" i="0" u="none" strike="noStrike" kern="1200" cap="none" spc="-150" normalizeH="0" baseline="0" noProof="0" dirty="0">
                <a:ln>
                  <a:noFill/>
                </a:ln>
                <a:solidFill>
                  <a:prstClr val="white"/>
                </a:solidFill>
                <a:effectLst/>
                <a:uLnTx/>
                <a:uFillTx/>
                <a:latin typeface="Arial"/>
                <a:ea typeface="+mn-ea"/>
                <a:cs typeface="Arial"/>
              </a:rPr>
              <a:t> Pilani</a:t>
            </a:r>
          </a:p>
        </p:txBody>
      </p:sp>
      <p:sp>
        <p:nvSpPr>
          <p:cNvPr id="9" name="TextBox 8"/>
          <p:cNvSpPr txBox="1"/>
          <p:nvPr/>
        </p:nvSpPr>
        <p:spPr>
          <a:xfrm>
            <a:off x="152400" y="5667375"/>
            <a:ext cx="1905000" cy="276225"/>
          </a:xfrm>
          <a:prstGeom prst="rect">
            <a:avLst/>
          </a:prstGeom>
          <a:noFill/>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a:ea typeface="+mn-ea"/>
                <a:cs typeface="Arial"/>
              </a:rPr>
              <a:t>Pilani Campus</a:t>
            </a:r>
          </a:p>
        </p:txBody>
      </p:sp>
      <p:sp>
        <p:nvSpPr>
          <p:cNvPr id="11" name="Title 1"/>
          <p:cNvSpPr>
            <a:spLocks noGrp="1"/>
          </p:cNvSpPr>
          <p:nvPr>
            <p:ph type="title"/>
          </p:nvPr>
        </p:nvSpPr>
        <p:spPr>
          <a:xfrm>
            <a:off x="2514600" y="3810000"/>
            <a:ext cx="60198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26017200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Custom Layout">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sp>
        <p:nvSpPr>
          <p:cNvPr id="5" name="Rectangle 4"/>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pic>
        <p:nvPicPr>
          <p:cNvPr id="9" name="Picture 10" descr="BITS_university_logo_whitevert.png"/>
          <p:cNvPicPr>
            <a:picLocks noChangeAspect="1"/>
          </p:cNvPicPr>
          <p:nvPr/>
        </p:nvPicPr>
        <p:blipFill>
          <a:blip r:embed="rId3" cstate="print"/>
          <a:srcRect t="2" b="28592"/>
          <a:stretch>
            <a:fillRect/>
          </a:stretch>
        </p:blipFill>
        <p:spPr bwMode="auto">
          <a:xfrm>
            <a:off x="76200" y="3352800"/>
            <a:ext cx="2057400" cy="1979613"/>
          </a:xfrm>
          <a:prstGeom prst="rect">
            <a:avLst/>
          </a:prstGeom>
          <a:noFill/>
          <a:ln w="9525">
            <a:noFill/>
            <a:miter lim="800000"/>
            <a:headEnd/>
            <a:tailEnd/>
          </a:ln>
        </p:spPr>
      </p:pic>
      <p:sp>
        <p:nvSpPr>
          <p:cNvPr id="10" name="TextBox 9"/>
          <p:cNvSpPr txBox="1"/>
          <p:nvPr/>
        </p:nvSpPr>
        <p:spPr>
          <a:xfrm>
            <a:off x="-76200" y="5257800"/>
            <a:ext cx="2209800" cy="554038"/>
          </a:xfrm>
          <a:prstGeom prst="rect">
            <a:avLst/>
          </a:prstGeom>
          <a:noFill/>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900" b="1" i="0" u="none" strike="noStrike" kern="1200" cap="none" spc="-150" normalizeH="0" baseline="0" noProof="0" dirty="0">
                <a:ln>
                  <a:noFill/>
                </a:ln>
                <a:solidFill>
                  <a:prstClr val="white"/>
                </a:solidFill>
                <a:effectLst/>
                <a:uLnTx/>
                <a:uFillTx/>
                <a:latin typeface="Arial"/>
                <a:ea typeface="+mn-ea"/>
                <a:cs typeface="Arial"/>
              </a:rPr>
              <a:t>BITS</a:t>
            </a:r>
            <a:r>
              <a:rPr kumimoji="0" lang="en-US" sz="2900" b="0" i="0" u="none" strike="noStrike" kern="1200" cap="none" spc="-150" normalizeH="0" baseline="0" noProof="0" dirty="0">
                <a:ln>
                  <a:noFill/>
                </a:ln>
                <a:solidFill>
                  <a:prstClr val="white"/>
                </a:solidFill>
                <a:effectLst/>
                <a:uLnTx/>
                <a:uFillTx/>
                <a:latin typeface="Arial"/>
                <a:ea typeface="+mn-ea"/>
                <a:cs typeface="Arial"/>
              </a:rPr>
              <a:t> Pilani</a:t>
            </a:r>
          </a:p>
        </p:txBody>
      </p:sp>
      <p:sp>
        <p:nvSpPr>
          <p:cNvPr id="11" name="TextBox 10"/>
          <p:cNvSpPr txBox="1"/>
          <p:nvPr/>
        </p:nvSpPr>
        <p:spPr>
          <a:xfrm>
            <a:off x="152400" y="5667375"/>
            <a:ext cx="1905000" cy="276225"/>
          </a:xfrm>
          <a:prstGeom prst="rect">
            <a:avLst/>
          </a:prstGeom>
          <a:noFill/>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a:ea typeface="+mn-ea"/>
                <a:cs typeface="Arial"/>
              </a:rPr>
              <a:t>Pilani Campus</a:t>
            </a:r>
          </a:p>
        </p:txBody>
      </p:sp>
      <p:sp>
        <p:nvSpPr>
          <p:cNvPr id="12" name="Rectangle 11"/>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sp>
        <p:nvSpPr>
          <p:cNvPr id="13" name="Rectangle 12"/>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4" name="Rectangle 13"/>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5" name="Rectangle 14"/>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pic>
        <p:nvPicPr>
          <p:cNvPr id="16" name="Picture 17" descr="BITS_university_logo_whitevert.png"/>
          <p:cNvPicPr>
            <a:picLocks noChangeAspect="1"/>
          </p:cNvPicPr>
          <p:nvPr/>
        </p:nvPicPr>
        <p:blipFill>
          <a:blip r:embed="rId3" cstate="print"/>
          <a:srcRect t="2" b="28592"/>
          <a:stretch>
            <a:fillRect/>
          </a:stretch>
        </p:blipFill>
        <p:spPr bwMode="auto">
          <a:xfrm>
            <a:off x="76200" y="3352800"/>
            <a:ext cx="2057400" cy="1979613"/>
          </a:xfrm>
          <a:prstGeom prst="rect">
            <a:avLst/>
          </a:prstGeom>
          <a:noFill/>
          <a:ln w="9525">
            <a:noFill/>
            <a:miter lim="800000"/>
            <a:headEnd/>
            <a:tailEnd/>
          </a:ln>
        </p:spPr>
      </p:pic>
      <p:sp>
        <p:nvSpPr>
          <p:cNvPr id="17" name="TextBox 16"/>
          <p:cNvSpPr txBox="1"/>
          <p:nvPr/>
        </p:nvSpPr>
        <p:spPr>
          <a:xfrm>
            <a:off x="-76200" y="5257800"/>
            <a:ext cx="2209800" cy="554038"/>
          </a:xfrm>
          <a:prstGeom prst="rect">
            <a:avLst/>
          </a:prstGeom>
          <a:noFill/>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900" b="1" i="0" u="none" strike="noStrike" kern="1200" cap="none" spc="-150" normalizeH="0" baseline="0" noProof="0" dirty="0">
                <a:ln>
                  <a:noFill/>
                </a:ln>
                <a:solidFill>
                  <a:prstClr val="white"/>
                </a:solidFill>
                <a:effectLst/>
                <a:uLnTx/>
                <a:uFillTx/>
                <a:latin typeface="Arial"/>
                <a:ea typeface="+mn-ea"/>
                <a:cs typeface="Arial"/>
              </a:rPr>
              <a:t>BITS</a:t>
            </a:r>
            <a:r>
              <a:rPr kumimoji="0" lang="en-US" sz="2900" b="0" i="0" u="none" strike="noStrike" kern="1200" cap="none" spc="-150" normalizeH="0" baseline="0" noProof="0" dirty="0">
                <a:ln>
                  <a:noFill/>
                </a:ln>
                <a:solidFill>
                  <a:prstClr val="white"/>
                </a:solidFill>
                <a:effectLst/>
                <a:uLnTx/>
                <a:uFillTx/>
                <a:latin typeface="Arial"/>
                <a:ea typeface="+mn-ea"/>
                <a:cs typeface="Arial"/>
              </a:rPr>
              <a:t> Pilani</a:t>
            </a:r>
          </a:p>
        </p:txBody>
      </p:sp>
      <p:sp>
        <p:nvSpPr>
          <p:cNvPr id="18" name="TextBox 17"/>
          <p:cNvSpPr txBox="1"/>
          <p:nvPr/>
        </p:nvSpPr>
        <p:spPr>
          <a:xfrm>
            <a:off x="152400" y="5667375"/>
            <a:ext cx="1905000" cy="276225"/>
          </a:xfrm>
          <a:prstGeom prst="rect">
            <a:avLst/>
          </a:prstGeom>
          <a:noFill/>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a:ea typeface="+mn-ea"/>
                <a:cs typeface="Arial"/>
              </a:rPr>
              <a:t>Pilani Campus</a:t>
            </a:r>
          </a:p>
        </p:txBody>
      </p:sp>
      <p:sp>
        <p:nvSpPr>
          <p:cNvPr id="7" name="Content Placeholder 6"/>
          <p:cNvSpPr>
            <a:spLocks noGrp="1"/>
          </p:cNvSpPr>
          <p:nvPr>
            <p:ph sz="quarter" idx="13"/>
          </p:nvPr>
        </p:nvSpPr>
        <p:spPr>
          <a:xfrm>
            <a:off x="2514600" y="5410200"/>
            <a:ext cx="60198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2514600" y="3810000"/>
            <a:ext cx="60198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182391876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3" name="Picture 2" descr="\\Server\D\jyoti\FI023_BITS_v1\styleguide img\IMG_5627_b.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a:ln w="9525">
            <a:noFill/>
            <a:miter lim="800000"/>
            <a:headEnd/>
            <a:tailEnd/>
          </a:ln>
        </p:spPr>
      </p:pic>
      <p:sp>
        <p:nvSpPr>
          <p:cNvPr id="4" name="Rectangle 3"/>
          <p:cNvSpPr/>
          <p:nvPr/>
        </p:nvSpPr>
        <p:spPr>
          <a:xfrm>
            <a:off x="0" y="4281488"/>
            <a:ext cx="9144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pic>
        <p:nvPicPr>
          <p:cNvPr id="5" name="Picture 8" descr="Picture 7.png"/>
          <p:cNvPicPr>
            <a:picLocks noChangeAspect="1"/>
          </p:cNvPicPr>
          <p:nvPr/>
        </p:nvPicPr>
        <p:blipFill>
          <a:blip r:embed="rId3" cstate="print"/>
          <a:srcRect l="1923" b="5336"/>
          <a:stretch>
            <a:fillRect/>
          </a:stretch>
        </p:blipFill>
        <p:spPr bwMode="auto">
          <a:xfrm>
            <a:off x="6629400" y="0"/>
            <a:ext cx="2193925" cy="692150"/>
          </a:xfrm>
          <a:prstGeom prst="rect">
            <a:avLst/>
          </a:prstGeom>
          <a:noFill/>
          <a:ln w="9525">
            <a:noFill/>
            <a:miter lim="800000"/>
            <a:headEnd/>
            <a:tailEnd/>
          </a:ln>
        </p:spPr>
      </p:pic>
      <p:sp>
        <p:nvSpPr>
          <p:cNvPr id="6" name="Rectangle 5"/>
          <p:cNvSpPr/>
          <p:nvPr/>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9" name="TextBox 8"/>
          <p:cNvSpPr txBox="1"/>
          <p:nvPr/>
        </p:nvSpPr>
        <p:spPr>
          <a:xfrm>
            <a:off x="6858000" y="762000"/>
            <a:ext cx="2209800" cy="554038"/>
          </a:xfrm>
          <a:prstGeom prst="rect">
            <a:avLst/>
          </a:prstGeom>
          <a:noFill/>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900" b="1" i="0" u="none" strike="noStrike" kern="1200" cap="none" spc="-150" normalizeH="0" baseline="0" noProof="0" dirty="0">
                <a:ln>
                  <a:noFill/>
                </a:ln>
                <a:solidFill>
                  <a:prstClr val="white"/>
                </a:solidFill>
                <a:effectLst/>
                <a:uLnTx/>
                <a:uFillTx/>
                <a:latin typeface="Arial"/>
                <a:ea typeface="+mn-ea"/>
                <a:cs typeface="Arial"/>
              </a:rPr>
              <a:t>BITS</a:t>
            </a:r>
            <a:r>
              <a:rPr kumimoji="0" lang="en-US" sz="2900" b="0" i="0" u="none" strike="noStrike" kern="1200" cap="none" spc="-150" normalizeH="0" baseline="0" noProof="0" dirty="0">
                <a:ln>
                  <a:noFill/>
                </a:ln>
                <a:solidFill>
                  <a:prstClr val="white"/>
                </a:solidFill>
                <a:effectLst/>
                <a:uLnTx/>
                <a:uFillTx/>
                <a:latin typeface="Arial"/>
                <a:ea typeface="+mn-ea"/>
                <a:cs typeface="Arial"/>
              </a:rPr>
              <a:t> Pilani</a:t>
            </a:r>
          </a:p>
        </p:txBody>
      </p:sp>
      <p:sp>
        <p:nvSpPr>
          <p:cNvPr id="10" name="TextBox 9"/>
          <p:cNvSpPr txBox="1"/>
          <p:nvPr/>
        </p:nvSpPr>
        <p:spPr>
          <a:xfrm>
            <a:off x="7086600" y="1171575"/>
            <a:ext cx="1905000" cy="276225"/>
          </a:xfrm>
          <a:prstGeom prst="rect">
            <a:avLst/>
          </a:prstGeom>
          <a:noFill/>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a:ea typeface="+mn-ea"/>
                <a:cs typeface="Arial"/>
              </a:rPr>
              <a:t>Pilani Campus</a:t>
            </a:r>
          </a:p>
        </p:txBody>
      </p:sp>
      <p:sp>
        <p:nvSpPr>
          <p:cNvPr id="17" name="Content Placeholder 16"/>
          <p:cNvSpPr>
            <a:spLocks noGrp="1"/>
          </p:cNvSpPr>
          <p:nvPr>
            <p:ph sz="quarter" idx="10"/>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16122255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4" name="TextBox 3"/>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grpSp>
        <p:nvGrpSpPr>
          <p:cNvPr id="5" name="Group 11"/>
          <p:cNvGrpSpPr>
            <a:grpSpLocks/>
          </p:cNvGrpSpPr>
          <p:nvPr/>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10" name="Group 18"/>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4" name="Group 22"/>
          <p:cNvGrpSpPr>
            <a:grpSpLocks/>
          </p:cNvGrpSpPr>
          <p:nvPr/>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43502017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pic>
        <p:nvPicPr>
          <p:cNvPr id="5" name="Picture 6"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6" name="Group 19"/>
          <p:cNvGrpSpPr>
            <a:grpSpLocks/>
          </p:cNvGrpSpPr>
          <p:nvPr/>
        </p:nvGrpSpPr>
        <p:grpSpPr bwMode="auto">
          <a:xfrm>
            <a:off x="0" y="1295400"/>
            <a:ext cx="7010400" cy="46038"/>
            <a:chOff x="1905000" y="6553200"/>
            <a:chExt cx="7010400" cy="45719"/>
          </a:xfrm>
        </p:grpSpPr>
        <p:sp>
          <p:nvSpPr>
            <p:cNvPr id="7" name="Rectangle 6"/>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0" name="Group 28"/>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sp>
        <p:nvSpPr>
          <p:cNvPr id="14" name="TextBox 13"/>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sp>
        <p:nvSpPr>
          <p:cNvPr id="3" name="Content Placeholder 2"/>
          <p:cNvSpPr>
            <a:spLocks noGrp="1"/>
          </p:cNvSpPr>
          <p:nvPr>
            <p:ph sz="half" idx="1"/>
          </p:nvPr>
        </p:nvSpPr>
        <p:spPr>
          <a:xfrm>
            <a:off x="4572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4" name="Content Placeholder 3"/>
          <p:cNvSpPr>
            <a:spLocks noGrp="1"/>
          </p:cNvSpPr>
          <p:nvPr>
            <p:ph sz="half" idx="2"/>
          </p:nvPr>
        </p:nvSpPr>
        <p:spPr>
          <a:xfrm>
            <a:off x="49530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44574220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grpSp>
        <p:nvGrpSpPr>
          <p:cNvPr id="7" name="Group 10"/>
          <p:cNvGrpSpPr>
            <a:grpSpLocks/>
          </p:cNvGrpSpPr>
          <p:nvPr/>
        </p:nvGrpSpPr>
        <p:grpSpPr bwMode="auto">
          <a:xfrm>
            <a:off x="0" y="1295400"/>
            <a:ext cx="7010400" cy="46038"/>
            <a:chOff x="1905000" y="6553200"/>
            <a:chExt cx="7010400" cy="45719"/>
          </a:xfrm>
        </p:grpSpPr>
        <p:sp>
          <p:nvSpPr>
            <p:cNvPr id="8" name="Rectangle 7"/>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9" name="Rectangle 8"/>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2" name="Group 15"/>
          <p:cNvGrpSpPr>
            <a:grpSpLocks/>
          </p:cNvGrpSpPr>
          <p:nvPr/>
        </p:nvGrpSpPr>
        <p:grpSpPr bwMode="auto">
          <a:xfrm>
            <a:off x="2133600" y="6553200"/>
            <a:ext cx="7010400" cy="46038"/>
            <a:chOff x="1905000" y="6553200"/>
            <a:chExt cx="7010400" cy="45719"/>
          </a:xfrm>
        </p:grpSpPr>
        <p:sp>
          <p:nvSpPr>
            <p:cNvPr id="13" name="Rectangle 12"/>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4" name="Rectangle 13"/>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5" name="Rectangle 14"/>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16" name="Picture 14"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sp>
        <p:nvSpPr>
          <p:cNvPr id="17" name="TextBox 16"/>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Deemed to be University under Section 3 of UGC Act, 1956</a:t>
            </a:r>
          </a:p>
        </p:txBody>
      </p:sp>
      <p:sp>
        <p:nvSpPr>
          <p:cNvPr id="3" name="Text Placeholder 2"/>
          <p:cNvSpPr>
            <a:spLocks noGrp="1"/>
          </p:cNvSpPr>
          <p:nvPr>
            <p:ph type="body" idx="1"/>
          </p:nvPr>
        </p:nvSpPr>
        <p:spPr>
          <a:xfrm>
            <a:off x="457200" y="1535112"/>
            <a:ext cx="4040188"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362199"/>
            <a:ext cx="4040188"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2"/>
            <a:ext cx="4041775"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362199"/>
            <a:ext cx="4041775"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58403880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grpSp>
        <p:nvGrpSpPr>
          <p:cNvPr id="3" name="Group 5"/>
          <p:cNvGrpSpPr>
            <a:grpSpLocks/>
          </p:cNvGrpSpPr>
          <p:nvPr/>
        </p:nvGrpSpPr>
        <p:grpSpPr bwMode="auto">
          <a:xfrm>
            <a:off x="0" y="1295400"/>
            <a:ext cx="7010400" cy="46038"/>
            <a:chOff x="1905000" y="6553200"/>
            <a:chExt cx="7010400" cy="45719"/>
          </a:xfrm>
        </p:grpSpPr>
        <p:sp>
          <p:nvSpPr>
            <p:cNvPr id="4" name="Rectangle 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8" name="Group 10"/>
          <p:cNvGrpSpPr>
            <a:grpSpLocks/>
          </p:cNvGrpSpPr>
          <p:nvPr/>
        </p:nvGrpSpPr>
        <p:grpSpPr bwMode="auto">
          <a:xfrm>
            <a:off x="2133600" y="6553200"/>
            <a:ext cx="7010400" cy="46038"/>
            <a:chOff x="1905000" y="6553200"/>
            <a:chExt cx="7010400" cy="45719"/>
          </a:xfrm>
        </p:grpSpPr>
        <p:sp>
          <p:nvSpPr>
            <p:cNvPr id="9" name="Rectangle 8"/>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12" name="Picture 14"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sp>
        <p:nvSpPr>
          <p:cNvPr id="13" name="TextBox 12"/>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Deemed to be University under Section 3 of UGC Act, 1956</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19928292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grpSp>
        <p:nvGrpSpPr>
          <p:cNvPr id="5" name="Group 8"/>
          <p:cNvGrpSpPr>
            <a:grpSpLocks/>
          </p:cNvGrpSpPr>
          <p:nvPr/>
        </p:nvGrpSpPr>
        <p:grpSpPr bwMode="auto">
          <a:xfrm>
            <a:off x="0" y="1295400"/>
            <a:ext cx="7010400" cy="46038"/>
            <a:chOff x="1905000" y="6553200"/>
            <a:chExt cx="7010400" cy="45719"/>
          </a:xfrm>
        </p:grpSpPr>
        <p:sp>
          <p:nvSpPr>
            <p:cNvPr id="6" name="Rectangle 5"/>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0" name="Group 13"/>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14" name="Picture 14"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sp>
        <p:nvSpPr>
          <p:cNvPr id="15" name="TextBox 14"/>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sp>
        <p:nvSpPr>
          <p:cNvPr id="3" name="Content Placeholder 2"/>
          <p:cNvSpPr>
            <a:spLocks noGrp="1"/>
          </p:cNvSpPr>
          <p:nvPr>
            <p:ph idx="1"/>
          </p:nvPr>
        </p:nvSpPr>
        <p:spPr>
          <a:xfrm>
            <a:off x="3575050" y="1600200"/>
            <a:ext cx="5111750"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600200"/>
            <a:ext cx="3008313"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Content Placeholder 18"/>
          <p:cNvSpPr>
            <a:spLocks noGrp="1"/>
          </p:cNvSpPr>
          <p:nvPr>
            <p:ph sz="quarter" idx="13"/>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76716445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grpSp>
        <p:nvGrpSpPr>
          <p:cNvPr id="6" name="Group 6"/>
          <p:cNvGrpSpPr>
            <a:grpSpLocks/>
          </p:cNvGrpSpPr>
          <p:nvPr/>
        </p:nvGrpSpPr>
        <p:grpSpPr bwMode="auto">
          <a:xfrm>
            <a:off x="0" y="1295400"/>
            <a:ext cx="7010400" cy="46038"/>
            <a:chOff x="1905000" y="6553200"/>
            <a:chExt cx="7010400" cy="45719"/>
          </a:xfrm>
        </p:grpSpPr>
        <p:sp>
          <p:nvSpPr>
            <p:cNvPr id="7" name="Rectangle 6"/>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0" name="Group 10"/>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14" name="Picture 14"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sp>
        <p:nvSpPr>
          <p:cNvPr id="15" name="TextBox 14"/>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sp>
        <p:nvSpPr>
          <p:cNvPr id="2" name="Title 1"/>
          <p:cNvSpPr>
            <a:spLocks noGrp="1"/>
          </p:cNvSpPr>
          <p:nvPr>
            <p:ph type="title"/>
          </p:nvPr>
        </p:nvSpPr>
        <p:spPr>
          <a:xfrm>
            <a:off x="1792288" y="5407025"/>
            <a:ext cx="5486400" cy="304800"/>
          </a:xfrm>
        </p:spPr>
        <p:txBody>
          <a:bodyPr anchor="b"/>
          <a:lstStyle>
            <a:lvl1pPr algn="l">
              <a:defRPr sz="1800" b="1" spc="0"/>
            </a:lvl1pPr>
          </a:lstStyle>
          <a:p>
            <a:r>
              <a:rPr lang="en-US"/>
              <a:t>Click to edit Master title style</a:t>
            </a:r>
            <a:endParaRPr lang="en-US" dirty="0"/>
          </a:p>
        </p:txBody>
      </p:sp>
      <p:sp>
        <p:nvSpPr>
          <p:cNvPr id="3" name="Picture Placeholder 2"/>
          <p:cNvSpPr>
            <a:spLocks noGrp="1"/>
          </p:cNvSpPr>
          <p:nvPr>
            <p:ph type="pic" idx="1"/>
          </p:nvPr>
        </p:nvSpPr>
        <p:spPr>
          <a:xfrm>
            <a:off x="1792288" y="1828800"/>
            <a:ext cx="54864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659612340"/>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grpSp>
        <p:nvGrpSpPr>
          <p:cNvPr id="4" name="Group 19"/>
          <p:cNvGrpSpPr>
            <a:grpSpLocks/>
          </p:cNvGrpSpPr>
          <p:nvPr/>
        </p:nvGrpSpPr>
        <p:grpSpPr bwMode="auto">
          <a:xfrm>
            <a:off x="0" y="1295400"/>
            <a:ext cx="7010400" cy="46038"/>
            <a:chOff x="1905000" y="6553200"/>
            <a:chExt cx="7010400" cy="45719"/>
          </a:xfrm>
        </p:grpSpPr>
        <p:sp>
          <p:nvSpPr>
            <p:cNvPr id="5" name="Rectangle 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8" name="Group 24"/>
          <p:cNvGrpSpPr>
            <a:grpSpLocks/>
          </p:cNvGrpSpPr>
          <p:nvPr/>
        </p:nvGrpSpPr>
        <p:grpSpPr bwMode="auto">
          <a:xfrm>
            <a:off x="2133600" y="6553200"/>
            <a:ext cx="7010400" cy="46038"/>
            <a:chOff x="1905000" y="6553200"/>
            <a:chExt cx="7010400" cy="45719"/>
          </a:xfrm>
        </p:grpSpPr>
        <p:sp>
          <p:nvSpPr>
            <p:cNvPr id="9" name="Rectangle 8"/>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12" name="Picture 14"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sp>
        <p:nvSpPr>
          <p:cNvPr id="13" name="TextBox 12"/>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98559097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Vertical Title and Text">
    <p:spTree>
      <p:nvGrpSpPr>
        <p:cNvPr id="1" name=""/>
        <p:cNvGrpSpPr/>
        <p:nvPr/>
      </p:nvGrpSpPr>
      <p:grpSpPr>
        <a:xfrm>
          <a:off x="0" y="0"/>
          <a:ext cx="0" cy="0"/>
          <a:chOff x="0" y="0"/>
          <a:chExt cx="0" cy="0"/>
        </a:xfrm>
      </p:grpSpPr>
      <p:grpSp>
        <p:nvGrpSpPr>
          <p:cNvPr id="4" name="Group 7"/>
          <p:cNvGrpSpPr>
            <a:grpSpLocks/>
          </p:cNvGrpSpPr>
          <p:nvPr/>
        </p:nvGrpSpPr>
        <p:grpSpPr bwMode="auto">
          <a:xfrm rot="5400000">
            <a:off x="5006182" y="2567781"/>
            <a:ext cx="5181600" cy="46037"/>
            <a:chOff x="1905000" y="6553200"/>
            <a:chExt cx="7010400" cy="45719"/>
          </a:xfrm>
        </p:grpSpPr>
        <p:sp>
          <p:nvSpPr>
            <p:cNvPr id="5" name="Rectangle 4"/>
            <p:cNvSpPr/>
            <p:nvPr/>
          </p:nvSpPr>
          <p:spPr>
            <a:xfrm>
              <a:off x="4267574" y="6553200"/>
              <a:ext cx="2328209"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p:cNvSpPr/>
            <p:nvPr/>
          </p:nvSpPr>
          <p:spPr>
            <a:xfrm>
              <a:off x="1905000" y="6553200"/>
              <a:ext cx="2362574"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userDrawn="1"/>
          </p:nvSpPr>
          <p:spPr>
            <a:xfrm>
              <a:off x="6587191" y="6553200"/>
              <a:ext cx="2328209"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0" descr="Picture 7.png"/>
          <p:cNvPicPr>
            <a:picLocks noChangeAspect="1"/>
          </p:cNvPicPr>
          <p:nvPr/>
        </p:nvPicPr>
        <p:blipFill>
          <a:blip r:embed="rId2" cstate="print"/>
          <a:srcRect l="5336" t="1923"/>
          <a:stretch>
            <a:fillRect/>
          </a:stretch>
        </p:blipFill>
        <p:spPr bwMode="auto">
          <a:xfrm>
            <a:off x="-7938" y="381000"/>
            <a:ext cx="692151" cy="2193925"/>
          </a:xfrm>
          <a:prstGeom prst="rect">
            <a:avLst/>
          </a:prstGeom>
          <a:noFill/>
          <a:ln w="9525">
            <a:noFill/>
            <a:miter lim="800000"/>
            <a:headEnd/>
            <a:tailEnd/>
          </a:ln>
        </p:spPr>
      </p:pic>
      <p:sp>
        <p:nvSpPr>
          <p:cNvPr id="10" name="TextBox 9"/>
          <p:cNvSpPr txBox="1"/>
          <p:nvPr/>
        </p:nvSpPr>
        <p:spPr>
          <a:xfrm rot="5400000">
            <a:off x="-2794793" y="3809206"/>
            <a:ext cx="5867400" cy="23018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900" b="1" i="0" u="none" strike="noStrike" kern="1200" cap="none" spc="0" normalizeH="0" baseline="0" noProof="0" dirty="0">
                <a:ln>
                  <a:noFill/>
                </a:ln>
                <a:solidFill>
                  <a:srgbClr val="101141"/>
                </a:solidFill>
                <a:effectLst/>
                <a:uLnTx/>
                <a:uFillTx/>
                <a:latin typeface="Arial"/>
                <a:ea typeface="+mn-ea"/>
                <a:cs typeface="Arial"/>
              </a:rPr>
              <a:t>BITS </a:t>
            </a:r>
            <a:r>
              <a:rPr kumimoji="0" lang="en-US" sz="900" b="0" i="0" u="none" strike="noStrike" kern="1200" cap="none" spc="0" normalizeH="0" baseline="0" noProof="0" dirty="0">
                <a:ln>
                  <a:noFill/>
                </a:ln>
                <a:solidFill>
                  <a:srgbClr val="101141"/>
                </a:solidFill>
                <a:effectLst/>
                <a:uLnTx/>
                <a:uFillTx/>
                <a:latin typeface="Arial"/>
                <a:ea typeface="+mn-ea"/>
                <a:cs typeface="Arial"/>
              </a:rPr>
              <a:t>Pilani, Pilani Campus</a:t>
            </a:r>
          </a:p>
        </p:txBody>
      </p:sp>
      <p:sp>
        <p:nvSpPr>
          <p:cNvPr id="3" name="Vertical Text Placeholder 2"/>
          <p:cNvSpPr>
            <a:spLocks noGrp="1"/>
          </p:cNvSpPr>
          <p:nvPr>
            <p:ph type="body" orient="vert" idx="1"/>
          </p:nvPr>
        </p:nvSpPr>
        <p:spPr>
          <a:xfrm>
            <a:off x="1219200" y="38100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8"/>
          <p:cNvSpPr>
            <a:spLocks noGrp="1"/>
          </p:cNvSpPr>
          <p:nvPr>
            <p:ph sz="quarter" idx="10"/>
          </p:nvPr>
        </p:nvSpPr>
        <p:spPr>
          <a:xfrm rot="5400000">
            <a:off x="5410200" y="2743200"/>
            <a:ext cx="58674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4234865968"/>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cSld name="1_Custom Layout">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sp>
        <p:nvSpPr>
          <p:cNvPr id="5" name="Rectangle 4"/>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pic>
        <p:nvPicPr>
          <p:cNvPr id="9" name="Picture 10" descr="BITS_university_logo_whitevert.png"/>
          <p:cNvPicPr>
            <a:picLocks noChangeAspect="1"/>
          </p:cNvPicPr>
          <p:nvPr/>
        </p:nvPicPr>
        <p:blipFill>
          <a:blip r:embed="rId3" cstate="print"/>
          <a:srcRect t="2" b="28592"/>
          <a:stretch>
            <a:fillRect/>
          </a:stretch>
        </p:blipFill>
        <p:spPr bwMode="auto">
          <a:xfrm>
            <a:off x="76200" y="3352800"/>
            <a:ext cx="2057400" cy="1979613"/>
          </a:xfrm>
          <a:prstGeom prst="rect">
            <a:avLst/>
          </a:prstGeom>
          <a:noFill/>
          <a:ln w="9525">
            <a:noFill/>
            <a:miter lim="800000"/>
            <a:headEnd/>
            <a:tailEnd/>
          </a:ln>
        </p:spPr>
      </p:pic>
      <p:sp>
        <p:nvSpPr>
          <p:cNvPr id="10" name="TextBox 9"/>
          <p:cNvSpPr txBox="1"/>
          <p:nvPr/>
        </p:nvSpPr>
        <p:spPr>
          <a:xfrm>
            <a:off x="-76200" y="5257800"/>
            <a:ext cx="2209800" cy="554038"/>
          </a:xfrm>
          <a:prstGeom prst="rect">
            <a:avLst/>
          </a:prstGeom>
          <a:noFill/>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900" b="1" i="0" u="none" strike="noStrike" kern="1200" cap="none" spc="-150" normalizeH="0" baseline="0" noProof="0" dirty="0">
                <a:ln>
                  <a:noFill/>
                </a:ln>
                <a:solidFill>
                  <a:prstClr val="white"/>
                </a:solidFill>
                <a:effectLst/>
                <a:uLnTx/>
                <a:uFillTx/>
                <a:latin typeface="Arial"/>
                <a:ea typeface="+mn-ea"/>
                <a:cs typeface="Arial"/>
              </a:rPr>
              <a:t>BITS</a:t>
            </a:r>
            <a:r>
              <a:rPr kumimoji="0" lang="en-US" sz="2900" b="0" i="0" u="none" strike="noStrike" kern="1200" cap="none" spc="-150" normalizeH="0" baseline="0" noProof="0" dirty="0">
                <a:ln>
                  <a:noFill/>
                </a:ln>
                <a:solidFill>
                  <a:prstClr val="white"/>
                </a:solidFill>
                <a:effectLst/>
                <a:uLnTx/>
                <a:uFillTx/>
                <a:latin typeface="Arial"/>
                <a:ea typeface="+mn-ea"/>
                <a:cs typeface="Arial"/>
              </a:rPr>
              <a:t> Pilani</a:t>
            </a:r>
          </a:p>
        </p:txBody>
      </p:sp>
      <p:sp>
        <p:nvSpPr>
          <p:cNvPr id="11" name="TextBox 10"/>
          <p:cNvSpPr txBox="1"/>
          <p:nvPr/>
        </p:nvSpPr>
        <p:spPr>
          <a:xfrm>
            <a:off x="152400" y="5667375"/>
            <a:ext cx="1905000" cy="276225"/>
          </a:xfrm>
          <a:prstGeom prst="rect">
            <a:avLst/>
          </a:prstGeom>
          <a:noFill/>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a:ea typeface="+mn-ea"/>
                <a:cs typeface="Arial"/>
              </a:rPr>
              <a:t>Pilani Campus</a:t>
            </a:r>
          </a:p>
        </p:txBody>
      </p:sp>
      <p:sp>
        <p:nvSpPr>
          <p:cNvPr id="7" name="Content Placeholder 6"/>
          <p:cNvSpPr>
            <a:spLocks noGrp="1"/>
          </p:cNvSpPr>
          <p:nvPr>
            <p:ph sz="quarter" idx="13"/>
          </p:nvPr>
        </p:nvSpPr>
        <p:spPr>
          <a:xfrm>
            <a:off x="2514600" y="5410200"/>
            <a:ext cx="60198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2514600" y="3810000"/>
            <a:ext cx="6019800" cy="1524000"/>
          </a:xfrm>
        </p:spPr>
        <p:txBody>
          <a:bodyPr>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413184606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GB" alt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GB" alt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806B9ED5-FE15-42F3-930B-10DA3EF67082}" type="slidenum">
              <a:rPr kumimoji="0" lang="en-GB" alt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GB" alt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1975239023"/>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00200"/>
            <a:ext cx="4038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38588"/>
            <a:ext cx="4038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p:cNvSpPr>
            <a:spLocks noGrp="1"/>
          </p:cNvSpPr>
          <p:nvPr>
            <p:ph type="dt" sz="half" idx="10"/>
          </p:nvPr>
        </p:nvSpPr>
        <p:spPr>
          <a:xfrm>
            <a:off x="457200" y="6245225"/>
            <a:ext cx="2133600" cy="476250"/>
          </a:xfr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GB" alt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endParaRPr>
          </a:p>
        </p:txBody>
      </p:sp>
      <p:sp>
        <p:nvSpPr>
          <p:cNvPr id="7" name="Footer Placeholder 6"/>
          <p:cNvSpPr>
            <a:spLocks noGrp="1"/>
          </p:cNvSpPr>
          <p:nvPr>
            <p:ph type="ftr" sz="quarter" idx="11"/>
          </p:nvPr>
        </p:nvSpPr>
        <p:spPr>
          <a:xfrm>
            <a:off x="3124200" y="6245225"/>
            <a:ext cx="2895600" cy="476250"/>
          </a:xfrm>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GB" alt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endParaRPr>
          </a:p>
        </p:txBody>
      </p:sp>
      <p:sp>
        <p:nvSpPr>
          <p:cNvPr id="8" name="Slide Number Placeholder 7"/>
          <p:cNvSpPr>
            <a:spLocks noGrp="1"/>
          </p:cNvSpPr>
          <p:nvPr>
            <p:ph type="sldNum" sz="quarter" idx="12"/>
          </p:nvPr>
        </p:nvSpPr>
        <p:spPr>
          <a:xfrm>
            <a:off x="6553200" y="6245225"/>
            <a:ext cx="2133600" cy="476250"/>
          </a:xfrm>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0350E79D-DD4C-459D-9982-43B0D01A4CF3}" type="slidenum">
              <a:rPr kumimoji="0" lang="en-GB" alt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GB" alt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206926011"/>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Obj">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GB" alt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endParaRPr>
          </a:p>
        </p:txBody>
      </p:sp>
      <p:sp>
        <p:nvSpPr>
          <p:cNvPr id="6" name="Footer Placeholder 5"/>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GB" alt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endParaRPr>
          </a:p>
        </p:txBody>
      </p:sp>
      <p:sp>
        <p:nvSpPr>
          <p:cNvPr id="7" name="Slide Number Placeholder 6"/>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ACCAFE9A-1B00-41A9-8570-E4D414A76A53}" type="slidenum">
              <a:rPr kumimoji="0" lang="en-GB" alt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GB" alt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3500159169"/>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GB" alt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endParaRPr>
          </a:p>
        </p:txBody>
      </p:sp>
      <p:sp>
        <p:nvSpPr>
          <p:cNvPr id="3" name="Footer Placeholder 2"/>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GB" alt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endParaRPr>
          </a:p>
        </p:txBody>
      </p:sp>
      <p:sp>
        <p:nvSpPr>
          <p:cNvPr id="4" name="Slide Number Placeholder 3"/>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B08B13F9-30A0-402F-BAD5-2ACC98265560}" type="slidenum">
              <a:rPr kumimoji="0" lang="en-GB" alt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GB" alt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252520140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secHead">
  <p:cSld name="2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C8012BF1-E2F7-4A28-A7E9-DEDBED6D313A}" type="datetime1">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l" defTabSz="914400" rtl="0" eaLnBrk="1" fontAlgn="base" latinLnBrk="0" hangingPunct="1">
                <a:lnSpc>
                  <a:spcPct val="100000"/>
                </a:lnSpc>
                <a:spcBef>
                  <a:spcPct val="0"/>
                </a:spcBef>
                <a:spcAft>
                  <a:spcPct val="0"/>
                </a:spcAft>
                <a:buClrTx/>
                <a:buSzTx/>
                <a:buFontTx/>
                <a:buNone/>
                <a:tabLst/>
                <a:defRPr/>
              </a:pPr>
              <a:t>1/17/2026</a:t>
            </a:fld>
            <a:endPar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60DB935C-A2BB-404C-A6C5-67E9068028EC}"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4282056253"/>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Title and text" type="tx">
  <p:cSld name="Title and text">
    <p:spTree>
      <p:nvGrpSpPr>
        <p:cNvPr id="1" name="Shape 277"/>
        <p:cNvGrpSpPr/>
        <p:nvPr/>
      </p:nvGrpSpPr>
      <p:grpSpPr>
        <a:xfrm>
          <a:off x="0" y="0"/>
          <a:ext cx="0" cy="0"/>
          <a:chOff x="0" y="0"/>
          <a:chExt cx="0" cy="0"/>
        </a:xfrm>
      </p:grpSpPr>
      <p:sp>
        <p:nvSpPr>
          <p:cNvPr id="278" name="Google Shape;278;p45"/>
          <p:cNvSpPr txBox="1">
            <a:spLocks noGrp="1"/>
          </p:cNvSpPr>
          <p:nvPr>
            <p:ph type="title"/>
          </p:nvPr>
        </p:nvSpPr>
        <p:spPr>
          <a:xfrm>
            <a:off x="685800" y="228600"/>
            <a:ext cx="7772400" cy="990600"/>
          </a:xfrm>
          <a:prstGeom prst="rect">
            <a:avLst/>
          </a:prstGeom>
          <a:noFill/>
          <a:ln>
            <a:noFill/>
          </a:ln>
        </p:spPr>
        <p:txBody>
          <a:bodyPr spcFirstLastPara="1" wrap="square" lIns="91425" tIns="45700" rIns="91425" bIns="45700" anchor="ctr" anchorCtr="0"/>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79" name="Google Shape;279;p45"/>
          <p:cNvSpPr txBox="1">
            <a:spLocks noGrp="1"/>
          </p:cNvSpPr>
          <p:nvPr>
            <p:ph type="body" idx="1"/>
          </p:nvPr>
        </p:nvSpPr>
        <p:spPr>
          <a:xfrm>
            <a:off x="685800" y="1371600"/>
            <a:ext cx="7772400" cy="4687800"/>
          </a:xfrm>
          <a:prstGeom prst="rect">
            <a:avLst/>
          </a:prstGeom>
          <a:noFill/>
          <a:ln>
            <a:noFill/>
          </a:ln>
        </p:spPr>
        <p:txBody>
          <a:bodyPr spcFirstLastPara="1" wrap="square" lIns="91425" tIns="45700" rIns="91425" bIns="45700" anchor="t" anchorCtr="0"/>
          <a:lstStyle>
            <a:lvl1pPr marL="457200" lvl="0" indent="-342900" algn="l" rtl="0">
              <a:lnSpc>
                <a:spcPct val="100000"/>
              </a:lnSpc>
              <a:spcBef>
                <a:spcPts val="360"/>
              </a:spcBef>
              <a:spcAft>
                <a:spcPts val="0"/>
              </a:spcAft>
              <a:buSzPts val="1800"/>
              <a:buChar char="•"/>
              <a:defRPr/>
            </a:lvl1pPr>
            <a:lvl2pPr marL="914400" lvl="1" indent="-342900" algn="l" rtl="0">
              <a:lnSpc>
                <a:spcPct val="100000"/>
              </a:lnSpc>
              <a:spcBef>
                <a:spcPts val="360"/>
              </a:spcBef>
              <a:spcAft>
                <a:spcPts val="0"/>
              </a:spcAft>
              <a:buSzPts val="1800"/>
              <a:buChar char="–"/>
              <a:defRPr/>
            </a:lvl2pPr>
            <a:lvl3pPr marL="1371600" lvl="2" indent="-342900" algn="l" rtl="0">
              <a:lnSpc>
                <a:spcPct val="100000"/>
              </a:lnSpc>
              <a:spcBef>
                <a:spcPts val="360"/>
              </a:spcBef>
              <a:spcAft>
                <a:spcPts val="0"/>
              </a:spcAft>
              <a:buSzPts val="1800"/>
              <a:buChar char="•"/>
              <a:defRPr/>
            </a:lvl3pPr>
            <a:lvl4pPr marL="1828800" lvl="3" indent="-342900" algn="l" rtl="0">
              <a:lnSpc>
                <a:spcPct val="100000"/>
              </a:lnSpc>
              <a:spcBef>
                <a:spcPts val="360"/>
              </a:spcBef>
              <a:spcAft>
                <a:spcPts val="0"/>
              </a:spcAft>
              <a:buSzPts val="1800"/>
              <a:buChar char="–"/>
              <a:defRPr/>
            </a:lvl4pPr>
            <a:lvl5pPr marL="2286000" lvl="4" indent="-342900" algn="l" rtl="0">
              <a:lnSpc>
                <a:spcPct val="100000"/>
              </a:lnSpc>
              <a:spcBef>
                <a:spcPts val="360"/>
              </a:spcBef>
              <a:spcAft>
                <a:spcPts val="0"/>
              </a:spcAft>
              <a:buSzPts val="1800"/>
              <a:buChar char="»"/>
              <a:defRPr/>
            </a:lvl5pPr>
            <a:lvl6pPr marL="2743200" lvl="5" indent="-342900" algn="l" rtl="0">
              <a:lnSpc>
                <a:spcPct val="100000"/>
              </a:lnSpc>
              <a:spcBef>
                <a:spcPts val="360"/>
              </a:spcBef>
              <a:spcAft>
                <a:spcPts val="0"/>
              </a:spcAft>
              <a:buSzPts val="1800"/>
              <a:buChar char="»"/>
              <a:defRPr/>
            </a:lvl6pPr>
            <a:lvl7pPr marL="3200400" lvl="6" indent="-342900" algn="l" rtl="0">
              <a:lnSpc>
                <a:spcPct val="100000"/>
              </a:lnSpc>
              <a:spcBef>
                <a:spcPts val="360"/>
              </a:spcBef>
              <a:spcAft>
                <a:spcPts val="0"/>
              </a:spcAft>
              <a:buSzPts val="1800"/>
              <a:buChar char="»"/>
              <a:defRPr/>
            </a:lvl7pPr>
            <a:lvl8pPr marL="3657600" lvl="7" indent="-342900" algn="l" rtl="0">
              <a:lnSpc>
                <a:spcPct val="100000"/>
              </a:lnSpc>
              <a:spcBef>
                <a:spcPts val="360"/>
              </a:spcBef>
              <a:spcAft>
                <a:spcPts val="0"/>
              </a:spcAft>
              <a:buSzPts val="1800"/>
              <a:buChar char="»"/>
              <a:defRPr/>
            </a:lvl8pPr>
            <a:lvl9pPr marL="4114800" lvl="8" indent="-342900" algn="l" rtl="0">
              <a:lnSpc>
                <a:spcPct val="100000"/>
              </a:lnSpc>
              <a:spcBef>
                <a:spcPts val="360"/>
              </a:spcBef>
              <a:spcAft>
                <a:spcPts val="0"/>
              </a:spcAft>
              <a:buSzPts val="1800"/>
              <a:buChar char="»"/>
              <a:defRPr/>
            </a:lvl9pPr>
          </a:lstStyle>
          <a:p>
            <a:endParaRPr/>
          </a:p>
        </p:txBody>
      </p:sp>
      <p:sp>
        <p:nvSpPr>
          <p:cNvPr id="280" name="Google Shape;280;p45"/>
          <p:cNvSpPr txBox="1">
            <a:spLocks noGrp="1"/>
          </p:cNvSpPr>
          <p:nvPr>
            <p:ph type="dt" idx="10"/>
          </p:nvPr>
        </p:nvSpPr>
        <p:spPr>
          <a:xfrm>
            <a:off x="228600" y="6400800"/>
            <a:ext cx="1905000" cy="457200"/>
          </a:xfrm>
          <a:prstGeom prst="rect">
            <a:avLst/>
          </a:prstGeom>
          <a:noFill/>
          <a:ln>
            <a:noFill/>
          </a:ln>
        </p:spPr>
        <p:txBody>
          <a:bodyPr spcFirstLastPara="1" wrap="square" lIns="91425" tIns="45700" rIns="91425" bIns="45700" anchor="t" anchorCtr="0"/>
          <a:lstStyle>
            <a:lvl1pPr lvl="0" algn="ctr"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pPr marL="0" marR="0" lvl="0" indent="0" algn="ctr" defTabSz="914400" rtl="0" eaLnBrk="1" fontAlgn="base" latinLnBrk="0" hangingPunct="1">
              <a:lnSpc>
                <a:spcPct val="100000"/>
              </a:lnSpc>
              <a:spcBef>
                <a:spcPts val="0"/>
              </a:spcBef>
              <a:spcAft>
                <a:spcPts val="0"/>
              </a:spcAft>
              <a:buClrTx/>
              <a:buSzPts val="1400"/>
              <a:buFontTx/>
              <a:buNone/>
              <a:tabLst/>
              <a:defRPr/>
            </a:pPr>
            <a:fld id="{502CF848-D42F-45DD-9B4A-1B0D7218FADE}" type="datetime1">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ctr" defTabSz="914400" rtl="0" eaLnBrk="1" fontAlgn="base" latinLnBrk="0" hangingPunct="1">
                <a:lnSpc>
                  <a:spcPct val="100000"/>
                </a:lnSpc>
                <a:spcBef>
                  <a:spcPts val="0"/>
                </a:spcBef>
                <a:spcAft>
                  <a:spcPts val="0"/>
                </a:spcAft>
                <a:buClrTx/>
                <a:buSzPts val="1400"/>
                <a:buFontTx/>
                <a:buNone/>
                <a:tabLst/>
                <a:defRPr/>
              </a:pPr>
              <a:t>1/17/2026</a:t>
            </a:fld>
            <a:endParaRPr kumimoji="0"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endParaRPr>
          </a:p>
        </p:txBody>
      </p:sp>
      <p:sp>
        <p:nvSpPr>
          <p:cNvPr id="281" name="Google Shape;281;p45"/>
          <p:cNvSpPr txBox="1">
            <a:spLocks noGrp="1"/>
          </p:cNvSpPr>
          <p:nvPr>
            <p:ph type="ftr" idx="11"/>
          </p:nvPr>
        </p:nvSpPr>
        <p:spPr>
          <a:xfrm>
            <a:off x="3124200" y="6400800"/>
            <a:ext cx="2895600" cy="457200"/>
          </a:xfrm>
          <a:prstGeom prst="rect">
            <a:avLst/>
          </a:prstGeom>
          <a:noFill/>
          <a:ln>
            <a:noFill/>
          </a:ln>
        </p:spPr>
        <p:txBody>
          <a:bodyPr spcFirstLastPara="1" wrap="square" lIns="91425" tIns="45700" rIns="91425" bIns="45700" anchor="t" anchorCtr="0"/>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pPr marL="0" marR="0" lvl="0" indent="0" algn="l" defTabSz="914400" rtl="0" eaLnBrk="1" fontAlgn="base" latinLnBrk="0" hangingPunct="1">
              <a:lnSpc>
                <a:spcPct val="100000"/>
              </a:lnSpc>
              <a:spcBef>
                <a:spcPts val="0"/>
              </a:spcBef>
              <a:spcAft>
                <a:spcPts val="0"/>
              </a:spcAft>
              <a:buClrTx/>
              <a:buSzPts val="1400"/>
              <a:buFontTx/>
              <a:buNone/>
              <a:tabLst/>
              <a:defRPr/>
            </a:pPr>
            <a:endParaRPr kumimoji="0"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endParaRPr>
          </a:p>
        </p:txBody>
      </p:sp>
      <p:sp>
        <p:nvSpPr>
          <p:cNvPr id="282" name="Google Shape;282;p45"/>
          <p:cNvSpPr txBox="1">
            <a:spLocks noGrp="1"/>
          </p:cNvSpPr>
          <p:nvPr>
            <p:ph type="sldNum" idx="12"/>
          </p:nvPr>
        </p:nvSpPr>
        <p:spPr>
          <a:xfrm>
            <a:off x="6934200" y="6400800"/>
            <a:ext cx="1905000" cy="457200"/>
          </a:xfrm>
          <a:prstGeom prst="rect">
            <a:avLst/>
          </a:prstGeom>
          <a:noFill/>
          <a:ln>
            <a:noFill/>
          </a:ln>
        </p:spPr>
        <p:txBody>
          <a:bodyPr spcFirstLastPara="1" wrap="square" lIns="91425" tIns="45700" rIns="91425" bIns="45700" anchor="t" anchorCtr="0">
            <a:noAutofit/>
          </a:bodyPr>
          <a:lstStyle>
            <a:lvl1pPr marL="0" lvl="0" indent="0" algn="r" rtl="0">
              <a:lnSpc>
                <a:spcPct val="100000"/>
              </a:lnSpc>
              <a:spcBef>
                <a:spcPts val="0"/>
              </a:spcBef>
              <a:spcAft>
                <a:spcPts val="0"/>
              </a:spcAft>
              <a:buNone/>
              <a:defRPr sz="1200">
                <a:latin typeface="Helvetica Neue"/>
                <a:ea typeface="Helvetica Neue"/>
                <a:cs typeface="Helvetica Neue"/>
                <a:sym typeface="Helvetica Neue"/>
              </a:defRPr>
            </a:lvl1pPr>
            <a:lvl2pPr marL="0" lvl="1" indent="0" algn="r" rtl="0">
              <a:lnSpc>
                <a:spcPct val="100000"/>
              </a:lnSpc>
              <a:spcBef>
                <a:spcPts val="0"/>
              </a:spcBef>
              <a:spcAft>
                <a:spcPts val="0"/>
              </a:spcAft>
              <a:buNone/>
              <a:defRPr sz="1200">
                <a:latin typeface="Helvetica Neue"/>
                <a:ea typeface="Helvetica Neue"/>
                <a:cs typeface="Helvetica Neue"/>
                <a:sym typeface="Helvetica Neue"/>
              </a:defRPr>
            </a:lvl2pPr>
            <a:lvl3pPr marL="0" lvl="2" indent="0" algn="r" rtl="0">
              <a:lnSpc>
                <a:spcPct val="100000"/>
              </a:lnSpc>
              <a:spcBef>
                <a:spcPts val="0"/>
              </a:spcBef>
              <a:spcAft>
                <a:spcPts val="0"/>
              </a:spcAft>
              <a:buNone/>
              <a:defRPr sz="1200">
                <a:latin typeface="Helvetica Neue"/>
                <a:ea typeface="Helvetica Neue"/>
                <a:cs typeface="Helvetica Neue"/>
                <a:sym typeface="Helvetica Neue"/>
              </a:defRPr>
            </a:lvl3pPr>
            <a:lvl4pPr marL="0" lvl="3" indent="0" algn="r" rtl="0">
              <a:lnSpc>
                <a:spcPct val="100000"/>
              </a:lnSpc>
              <a:spcBef>
                <a:spcPts val="0"/>
              </a:spcBef>
              <a:spcAft>
                <a:spcPts val="0"/>
              </a:spcAft>
              <a:buNone/>
              <a:defRPr sz="1200">
                <a:latin typeface="Helvetica Neue"/>
                <a:ea typeface="Helvetica Neue"/>
                <a:cs typeface="Helvetica Neue"/>
                <a:sym typeface="Helvetica Neue"/>
              </a:defRPr>
            </a:lvl4pPr>
            <a:lvl5pPr marL="0" lvl="4" indent="0" algn="r" rtl="0">
              <a:lnSpc>
                <a:spcPct val="100000"/>
              </a:lnSpc>
              <a:spcBef>
                <a:spcPts val="0"/>
              </a:spcBef>
              <a:spcAft>
                <a:spcPts val="0"/>
              </a:spcAft>
              <a:buNone/>
              <a:defRPr sz="1200">
                <a:latin typeface="Helvetica Neue"/>
                <a:ea typeface="Helvetica Neue"/>
                <a:cs typeface="Helvetica Neue"/>
                <a:sym typeface="Helvetica Neue"/>
              </a:defRPr>
            </a:lvl5pPr>
            <a:lvl6pPr marL="0" lvl="5" indent="0" algn="r" rtl="0">
              <a:lnSpc>
                <a:spcPct val="100000"/>
              </a:lnSpc>
              <a:spcBef>
                <a:spcPts val="0"/>
              </a:spcBef>
              <a:spcAft>
                <a:spcPts val="0"/>
              </a:spcAft>
              <a:buNone/>
              <a:defRPr sz="1200">
                <a:latin typeface="Helvetica Neue"/>
                <a:ea typeface="Helvetica Neue"/>
                <a:cs typeface="Helvetica Neue"/>
                <a:sym typeface="Helvetica Neue"/>
              </a:defRPr>
            </a:lvl6pPr>
            <a:lvl7pPr marL="0" lvl="6" indent="0" algn="r" rtl="0">
              <a:lnSpc>
                <a:spcPct val="100000"/>
              </a:lnSpc>
              <a:spcBef>
                <a:spcPts val="0"/>
              </a:spcBef>
              <a:spcAft>
                <a:spcPts val="0"/>
              </a:spcAft>
              <a:buNone/>
              <a:defRPr sz="1200">
                <a:latin typeface="Helvetica Neue"/>
                <a:ea typeface="Helvetica Neue"/>
                <a:cs typeface="Helvetica Neue"/>
                <a:sym typeface="Helvetica Neue"/>
              </a:defRPr>
            </a:lvl7pPr>
            <a:lvl8pPr marL="0" lvl="7" indent="0" algn="r" rtl="0">
              <a:lnSpc>
                <a:spcPct val="100000"/>
              </a:lnSpc>
              <a:spcBef>
                <a:spcPts val="0"/>
              </a:spcBef>
              <a:spcAft>
                <a:spcPts val="0"/>
              </a:spcAft>
              <a:buNone/>
              <a:defRPr sz="1200">
                <a:latin typeface="Helvetica Neue"/>
                <a:ea typeface="Helvetica Neue"/>
                <a:cs typeface="Helvetica Neue"/>
                <a:sym typeface="Helvetica Neue"/>
              </a:defRPr>
            </a:lvl8pPr>
            <a:lvl9pPr marL="0" lvl="8" indent="0" algn="r" rtl="0">
              <a:lnSpc>
                <a:spcPct val="100000"/>
              </a:lnSpc>
              <a:spcBef>
                <a:spcPts val="0"/>
              </a:spcBef>
              <a:spcAft>
                <a:spcPts val="0"/>
              </a:spcAft>
              <a:buNone/>
              <a:defRPr sz="1200">
                <a:latin typeface="Helvetica Neue"/>
                <a:ea typeface="Helvetica Neue"/>
                <a:cs typeface="Helvetica Neue"/>
                <a:sym typeface="Helvetica Neue"/>
              </a:defRPr>
            </a:lvl9pPr>
          </a:lstStyle>
          <a:p>
            <a:pPr marL="0" marR="0" lvl="0" indent="0" algn="r" defTabSz="914400" rtl="0" eaLnBrk="1" fontAlgn="base" latinLnBrk="0" hangingPunct="1">
              <a:lnSpc>
                <a:spcPct val="100000"/>
              </a:lnSpc>
              <a:spcBef>
                <a:spcPts val="0"/>
              </a:spcBef>
              <a:spcAft>
                <a:spcPts val="0"/>
              </a:spcAft>
              <a:buClrTx/>
              <a:buSzTx/>
              <a:buFontTx/>
              <a:buNone/>
              <a:tabLst/>
              <a:defRPr/>
            </a:pPr>
            <a:fld id="{00000000-1234-1234-1234-123412341234}" type="slidenum">
              <a:rPr kumimoji="0" lang="en-US" sz="1200" b="0" i="0" u="none" strike="noStrike" kern="1200" cap="none" spc="0" normalizeH="0" baseline="0" noProof="0">
                <a:ln>
                  <a:noFill/>
                </a:ln>
                <a:solidFill>
                  <a:prstClr val="black">
                    <a:tint val="75000"/>
                  </a:prstClr>
                </a:solidFill>
                <a:effectLst/>
                <a:uLnTx/>
                <a:uFillTx/>
                <a:latin typeface="Helvetica Neue"/>
                <a:sym typeface="Helvetica Neue"/>
              </a:rPr>
              <a:pPr marL="0" marR="0" lvl="0" indent="0" algn="r" defTabSz="914400" rtl="0" eaLnBrk="1" fontAlgn="base" latinLnBrk="0" hangingPunct="1">
                <a:lnSpc>
                  <a:spcPct val="100000"/>
                </a:lnSpc>
                <a:spcBef>
                  <a:spcPts val="0"/>
                </a:spcBef>
                <a:spcAft>
                  <a:spcPts val="0"/>
                </a:spcAft>
                <a:buClrTx/>
                <a:buSzTx/>
                <a:buFontTx/>
                <a:buNone/>
                <a:tabLst/>
                <a:defRPr/>
              </a:pPr>
              <a:t>‹#›</a:t>
            </a:fld>
            <a:endParaRPr kumimoji="0" sz="1200" b="0" i="0" u="none" strike="noStrike" kern="1200" cap="none" spc="0" normalizeH="0" baseline="0" noProof="0">
              <a:ln>
                <a:noFill/>
              </a:ln>
              <a:solidFill>
                <a:prstClr val="black">
                  <a:tint val="75000"/>
                </a:prstClr>
              </a:solidFill>
              <a:effectLst/>
              <a:uLnTx/>
              <a:uFillTx/>
              <a:latin typeface="Helvetica Neue"/>
              <a:sym typeface="Helvetica Neue"/>
            </a:endParaRPr>
          </a:p>
        </p:txBody>
      </p:sp>
    </p:spTree>
    <p:extLst>
      <p:ext uri="{BB962C8B-B14F-4D97-AF65-F5344CB8AC3E}">
        <p14:creationId xmlns:p14="http://schemas.microsoft.com/office/powerpoint/2010/main" val="25572949"/>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4_Blank">
    <p:spTree>
      <p:nvGrpSpPr>
        <p:cNvPr id="1" name=""/>
        <p:cNvGrpSpPr/>
        <p:nvPr/>
      </p:nvGrpSpPr>
      <p:grpSpPr>
        <a:xfrm>
          <a:off x="0" y="0"/>
          <a:ext cx="0" cy="0"/>
          <a:chOff x="0" y="0"/>
          <a:chExt cx="0" cy="0"/>
        </a:xfrm>
      </p:grpSpPr>
      <p:grpSp>
        <p:nvGrpSpPr>
          <p:cNvPr id="3" name="Group 5"/>
          <p:cNvGrpSpPr>
            <a:grpSpLocks/>
          </p:cNvGrpSpPr>
          <p:nvPr userDrawn="1"/>
        </p:nvGrpSpPr>
        <p:grpSpPr bwMode="auto">
          <a:xfrm>
            <a:off x="0" y="1295400"/>
            <a:ext cx="7010400" cy="46038"/>
            <a:chOff x="1905000" y="6553200"/>
            <a:chExt cx="7010400" cy="45719"/>
          </a:xfrm>
        </p:grpSpPr>
        <p:sp>
          <p:nvSpPr>
            <p:cNvPr id="4" name="Rectangle 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8" name="Group 10"/>
          <p:cNvGrpSpPr>
            <a:grpSpLocks/>
          </p:cNvGrpSpPr>
          <p:nvPr userDrawn="1"/>
        </p:nvGrpSpPr>
        <p:grpSpPr bwMode="auto">
          <a:xfrm>
            <a:off x="2133600" y="6553200"/>
            <a:ext cx="7010400" cy="46038"/>
            <a:chOff x="1905000" y="6553200"/>
            <a:chExt cx="7010400" cy="45719"/>
          </a:xfrm>
        </p:grpSpPr>
        <p:sp>
          <p:nvSpPr>
            <p:cNvPr id="9" name="Rectangle 8"/>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12" name="Picture 14" descr="Picture 7.png"/>
          <p:cNvPicPr>
            <a:picLocks noChangeAspect="1"/>
          </p:cNvPicPr>
          <p:nvPr userDrawn="1"/>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p:cNvSpPr txBox="1">
            <a:spLocks noChangeArrowheads="1"/>
          </p:cNvSpPr>
          <p:nvPr userDrawn="1"/>
        </p:nvSpPr>
        <p:spPr bwMode="auto">
          <a:xfrm>
            <a:off x="3276600" y="6596063"/>
            <a:ext cx="5867400" cy="261937"/>
          </a:xfrm>
          <a:prstGeom prst="rect">
            <a:avLst/>
          </a:prstGeom>
          <a:noFill/>
          <a:ln>
            <a:noFill/>
          </a:ln>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srgbClr val="101141"/>
                </a:solidFill>
                <a:effectLst/>
                <a:uLnTx/>
                <a:uFillTx/>
                <a:latin typeface="Arial" pitchFamily="34" charset="0"/>
                <a:ea typeface="+mn-ea"/>
                <a:cs typeface="Arial" pitchFamily="34" charset="0"/>
              </a:rPr>
              <a:t>BITS Pilani, Hyderabad Campus</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905215405"/>
      </p:ext>
    </p:extLst>
  </p:cSld>
  <p:clrMapOvr>
    <a:masterClrMapping/>
  </p:clrMapOvr>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Date Placeholder 2"/>
          <p:cNvSpPr>
            <a:spLocks noGrp="1"/>
          </p:cNvSpPr>
          <p:nvPr>
            <p:ph type="dt" sz="half" idx="10"/>
          </p:nvPr>
        </p:nvSpPr>
        <p:spPr>
          <a:xfrm>
            <a:off x="457200" y="6356350"/>
            <a:ext cx="2133600" cy="365125"/>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13DA625C-7372-4E2B-BF73-7A3B77124A1E}" type="datetime1">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l" defTabSz="914400" rtl="0" eaLnBrk="1" fontAlgn="base" latinLnBrk="0" hangingPunct="1">
                <a:lnSpc>
                  <a:spcPct val="100000"/>
                </a:lnSpc>
                <a:spcBef>
                  <a:spcPct val="0"/>
                </a:spcBef>
                <a:spcAft>
                  <a:spcPct val="0"/>
                </a:spcAft>
                <a:buClrTx/>
                <a:buSzTx/>
                <a:buFontTx/>
                <a:buNone/>
                <a:tabLst/>
                <a:defRPr/>
              </a:pPr>
              <a:t>1/17/2026</a:t>
            </a:fld>
            <a:endPar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endParaRPr>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endParaRPr>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60DB935C-A2BB-404C-A6C5-67E9068028EC}"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1657046721"/>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srgbClr val="101141"/>
                </a:solidFill>
                <a:effectLst/>
                <a:uLnTx/>
                <a:uFillTx/>
                <a:latin typeface="Arial" pitchFamily="34" charset="0"/>
                <a:ea typeface="+mn-ea"/>
                <a:cs typeface="Arial" pitchFamily="34" charset="0"/>
              </a:rPr>
              <a:t>BITS Pilani, Hyderabad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1" descr="Picture 7.png"/>
          <p:cNvPicPr>
            <a:picLocks noChangeAspect="1"/>
          </p:cNvPicPr>
          <p:nvPr userDrawn="1"/>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p:cNvGrpSpPr>
            <a:grpSpLocks/>
          </p:cNvGrpSpPr>
          <p:nvPr userDrawn="1"/>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4" name="Group 22"/>
          <p:cNvGrpSpPr>
            <a:grpSpLocks/>
          </p:cNvGrpSpPr>
          <p:nvPr userDrawn="1"/>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579606495"/>
      </p:ext>
    </p:extLst>
  </p:cSld>
  <p:clrMapOvr>
    <a:masterClrMapping/>
  </p:clrMapOvr>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4" name="TextBox 3"/>
          <p:cNvSpPr txBox="1"/>
          <p:nvPr userDrawn="1"/>
        </p:nvSpPr>
        <p:spPr>
          <a:xfrm>
            <a:off x="3276600" y="6596063"/>
            <a:ext cx="5867400" cy="261937"/>
          </a:xfrm>
          <a:prstGeom prst="rect">
            <a:avLst/>
          </a:prstGeom>
          <a:noFill/>
        </p:spPr>
        <p:txBody>
          <a:bodyP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grpSp>
        <p:nvGrpSpPr>
          <p:cNvPr id="2"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1" descr="Picture 7.png"/>
          <p:cNvPicPr>
            <a:picLocks noChangeAspect="1"/>
          </p:cNvPicPr>
          <p:nvPr userDrawn="1"/>
        </p:nvPicPr>
        <p:blipFill>
          <a:blip r:embed="rId2"/>
          <a:srcRect l="1923" b="5336"/>
          <a:stretch>
            <a:fillRect/>
          </a:stretch>
        </p:blipFill>
        <p:spPr bwMode="auto">
          <a:xfrm>
            <a:off x="6629400" y="0"/>
            <a:ext cx="2193925" cy="692150"/>
          </a:xfrm>
          <a:prstGeom prst="rect">
            <a:avLst/>
          </a:prstGeom>
          <a:noFill/>
          <a:ln w="9525">
            <a:noFill/>
            <a:miter lim="800000"/>
            <a:headEnd/>
            <a:tailEnd/>
          </a:ln>
        </p:spPr>
      </p:pic>
      <p:grpSp>
        <p:nvGrpSpPr>
          <p:cNvPr id="5" name="Group 18"/>
          <p:cNvGrpSpPr>
            <a:grpSpLocks/>
          </p:cNvGrpSpPr>
          <p:nvPr userDrawn="1"/>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0" name="Group 22"/>
          <p:cNvGrpSpPr>
            <a:grpSpLocks/>
          </p:cNvGrpSpPr>
          <p:nvPr userDrawn="1"/>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859092342"/>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D00839DE-7ECE-48D2-99DE-21DA18AEA67A}"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17 January 2026</a:t>
            </a:fld>
            <a:endParaRPr kumimoji="0" lang="en-GB"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GB"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389A1433-2BD6-474A-B042-E5F0856EF487}" type="slidenum">
              <a:rPr kumimoji="0" lang="en-GB"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GB"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1213981945"/>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5536" y="274638"/>
            <a:ext cx="6120680" cy="850106"/>
          </a:xfrm>
          <a:prstGeom prst="rect">
            <a:avLst/>
          </a:prstGeom>
        </p:spPr>
        <p:txBody>
          <a:bodyPr anchor="ctr"/>
          <a:lstStyle>
            <a:lvl1pPr algn="l">
              <a:defRPr sz="3200"/>
            </a:lvl1pPr>
          </a:lstStyle>
          <a:p>
            <a:r>
              <a:rPr lang="en-US"/>
              <a:t>Click to edit Master title style</a:t>
            </a:r>
            <a:endParaRPr lang="en-IN"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Footer Placeholder 4"/>
          <p:cNvSpPr>
            <a:spLocks noGrp="1"/>
          </p:cNvSpPr>
          <p:nvPr>
            <p:ph type="ftr" sz="quarter" idx="10"/>
          </p:nvPr>
        </p:nvSpPr>
        <p:spPr>
          <a:xfrm>
            <a:off x="2195513" y="6237288"/>
            <a:ext cx="4392612" cy="365125"/>
          </a:xfrm>
          <a:prstGeom prst="rect">
            <a:avLst/>
          </a:prstGeom>
        </p:spPr>
        <p:txBody>
          <a:bodyPr/>
          <a:lstStyle>
            <a:lvl1pPr algn="ctr">
              <a:defRPr sz="1200" b="1"/>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200" b="1" i="0" u="none" strike="noStrike" kern="1200" cap="none" spc="0" normalizeH="0" baseline="0" noProof="0" dirty="0">
              <a:ln>
                <a:noFill/>
              </a:ln>
              <a:solidFill>
                <a:prstClr val="black"/>
              </a:solidFill>
              <a:effectLst/>
              <a:uLnTx/>
              <a:uFillTx/>
              <a:latin typeface="Tahoma" charset="0"/>
              <a:ea typeface="+mn-ea"/>
              <a:cs typeface="+mn-cs"/>
            </a:endParaRPr>
          </a:p>
        </p:txBody>
      </p:sp>
      <p:sp>
        <p:nvSpPr>
          <p:cNvPr id="5" name="Slide Number Placeholder 5"/>
          <p:cNvSpPr>
            <a:spLocks noGrp="1"/>
          </p:cNvSpPr>
          <p:nvPr>
            <p:ph type="sldNum" sz="quarter" idx="11"/>
          </p:nvPr>
        </p:nvSpPr>
        <p:spPr>
          <a:xfrm>
            <a:off x="8532813" y="6237288"/>
            <a:ext cx="611187" cy="293687"/>
          </a:xfrm>
          <a:prstGeom prst="rect">
            <a:avLst/>
          </a:prstGeom>
        </p:spPr>
        <p:txBody>
          <a:bodyPr/>
          <a:lstStyle>
            <a:lvl1pPr>
              <a:defRPr sz="1600" b="1"/>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78B23240-9A46-45DC-80D8-72E6138EF4CC}" type="slidenum">
              <a:rPr kumimoji="0" lang="en-IN" sz="1600" b="1"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1" i="0" u="none" strike="noStrike" kern="1200" cap="none" spc="0" normalizeH="0" baseline="0" noProof="0" dirty="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2367245609"/>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4C9A5015-9EE6-40A5-B0CB-31BFFDD9A4EB}"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17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DBD8A489-38BD-40B0-9083-7E99DA903139}"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356337327"/>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78622A36-FC8F-4476-8002-426133117C1A}"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17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6D38CB16-FC74-415F-A778-AFAE7BEAFAF6}"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953751369"/>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3A82F390-5B63-4068-A9D0-F644AD3195B3}"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17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36FB1E71-4690-4FD4-BBCF-A3779CD52565}"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1342589727"/>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Date Placeholder 2"/>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4CDB21C6-0923-4961-A20F-7A28DB072D10}"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17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9FD64774-6889-4F3F-87B3-82AF987C97C8}"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1801164145"/>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53870F50-75AD-42BD-9FCC-315508736187}"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17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102715D1-A74F-4481-8AFF-0CF19F1A4227}"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1629558078"/>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CABDD43D-E7AE-4424-AE04-B9CE5412EE81}"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17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4B936656-7811-4E10-ABA8-C743BA19F43F}"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3253814757"/>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IN"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87A21FB6-D61F-403D-94D9-B19EE8A5BC42}"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17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7A0E505A-A9CD-4645-BB6F-663BC8294A50}"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728324757"/>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983D0BE5-B565-4932-BADA-8E47D0D5B9DE}"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17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0FB21827-D599-4054-9CED-35F966873CDF}"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2897274391"/>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A2E116E8-DA5F-42E5-B0B1-9907E32B06B3}"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17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56872A46-881B-4CE5-A377-400F5AC5756F}"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1024114765"/>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4" name="TextBox 3"/>
          <p:cNvSpPr txBox="1"/>
          <p:nvPr userDrawn="1"/>
        </p:nvSpPr>
        <p:spPr>
          <a:xfrm>
            <a:off x="3276600" y="6596063"/>
            <a:ext cx="5867400" cy="261937"/>
          </a:xfrm>
          <a:prstGeom prst="rect">
            <a:avLst/>
          </a:prstGeom>
          <a:noFill/>
        </p:spPr>
        <p:txBody>
          <a:bodyP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grpSp>
        <p:nvGrpSpPr>
          <p:cNvPr id="2"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1" descr="Picture 7.png"/>
          <p:cNvPicPr>
            <a:picLocks noChangeAspect="1"/>
          </p:cNvPicPr>
          <p:nvPr userDrawn="1"/>
        </p:nvPicPr>
        <p:blipFill>
          <a:blip r:embed="rId2"/>
          <a:srcRect l="1923" b="5336"/>
          <a:stretch>
            <a:fillRect/>
          </a:stretch>
        </p:blipFill>
        <p:spPr bwMode="auto">
          <a:xfrm>
            <a:off x="6629400" y="0"/>
            <a:ext cx="2193925" cy="692150"/>
          </a:xfrm>
          <a:prstGeom prst="rect">
            <a:avLst/>
          </a:prstGeom>
          <a:noFill/>
          <a:ln w="9525">
            <a:noFill/>
            <a:miter lim="800000"/>
            <a:headEnd/>
            <a:tailEnd/>
          </a:ln>
        </p:spPr>
      </p:pic>
      <p:grpSp>
        <p:nvGrpSpPr>
          <p:cNvPr id="5" name="Group 18"/>
          <p:cNvGrpSpPr>
            <a:grpSpLocks/>
          </p:cNvGrpSpPr>
          <p:nvPr userDrawn="1"/>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0" name="Group 22"/>
          <p:cNvGrpSpPr>
            <a:grpSpLocks/>
          </p:cNvGrpSpPr>
          <p:nvPr userDrawn="1"/>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673408766"/>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userDrawn="1">
  <p:cSld name="10_Title and Content">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59D15E5E-39D0-4D62-A1AE-7824B1CFC32E}"/>
              </a:ext>
            </a:extLst>
          </p:cNvPr>
          <p:cNvSpPr/>
          <p:nvPr userDrawn="1">
            <p:custDataLst>
              <p:tags r:id="rId1"/>
            </p:custDataLst>
          </p:nvPr>
        </p:nvSpPr>
        <p:spPr>
          <a:xfrm>
            <a:off x="0" y="0"/>
            <a:ext cx="12700"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1382422733"/>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D00839DE-7ECE-48D2-99DE-21DA18AEA67A}"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17 January 2026</a:t>
            </a:fld>
            <a:endParaRPr kumimoji="0" lang="en-GB"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GB"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389A1433-2BD6-474A-B042-E5F0856EF487}" type="slidenum">
              <a:rPr kumimoji="0" lang="en-GB"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GB"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816068739"/>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5536" y="274638"/>
            <a:ext cx="6120680" cy="850106"/>
          </a:xfrm>
          <a:prstGeom prst="rect">
            <a:avLst/>
          </a:prstGeom>
        </p:spPr>
        <p:txBody>
          <a:bodyPr anchor="ctr"/>
          <a:lstStyle>
            <a:lvl1pPr algn="l">
              <a:defRPr sz="3200"/>
            </a:lvl1pPr>
          </a:lstStyle>
          <a:p>
            <a:r>
              <a:rPr lang="en-US"/>
              <a:t>Click to edit Master title style</a:t>
            </a:r>
            <a:endParaRPr lang="en-IN"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Footer Placeholder 4"/>
          <p:cNvSpPr>
            <a:spLocks noGrp="1"/>
          </p:cNvSpPr>
          <p:nvPr>
            <p:ph type="ftr" sz="quarter" idx="10"/>
          </p:nvPr>
        </p:nvSpPr>
        <p:spPr>
          <a:xfrm>
            <a:off x="2195513" y="6237288"/>
            <a:ext cx="4392612" cy="365125"/>
          </a:xfrm>
          <a:prstGeom prst="rect">
            <a:avLst/>
          </a:prstGeom>
        </p:spPr>
        <p:txBody>
          <a:bodyPr/>
          <a:lstStyle>
            <a:lvl1pPr algn="ctr">
              <a:defRPr sz="1200" b="1"/>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200" b="1" i="0" u="none" strike="noStrike" kern="1200" cap="none" spc="0" normalizeH="0" baseline="0" noProof="0" dirty="0">
              <a:ln>
                <a:noFill/>
              </a:ln>
              <a:solidFill>
                <a:prstClr val="black"/>
              </a:solidFill>
              <a:effectLst/>
              <a:uLnTx/>
              <a:uFillTx/>
              <a:latin typeface="Tahoma" charset="0"/>
              <a:ea typeface="+mn-ea"/>
              <a:cs typeface="+mn-cs"/>
            </a:endParaRPr>
          </a:p>
        </p:txBody>
      </p:sp>
      <p:sp>
        <p:nvSpPr>
          <p:cNvPr id="5" name="Slide Number Placeholder 5"/>
          <p:cNvSpPr>
            <a:spLocks noGrp="1"/>
          </p:cNvSpPr>
          <p:nvPr>
            <p:ph type="sldNum" sz="quarter" idx="11"/>
          </p:nvPr>
        </p:nvSpPr>
        <p:spPr>
          <a:xfrm>
            <a:off x="8532813" y="6237288"/>
            <a:ext cx="611187" cy="293687"/>
          </a:xfrm>
          <a:prstGeom prst="rect">
            <a:avLst/>
          </a:prstGeom>
        </p:spPr>
        <p:txBody>
          <a:bodyPr/>
          <a:lstStyle>
            <a:lvl1pPr>
              <a:defRPr sz="1600" b="1"/>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78B23240-9A46-45DC-80D8-72E6138EF4CC}" type="slidenum">
              <a:rPr kumimoji="0" lang="en-IN" sz="1600" b="1"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1" i="0" u="none" strike="noStrike" kern="1200" cap="none" spc="0" normalizeH="0" baseline="0" noProof="0" dirty="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2548005659"/>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4C9A5015-9EE6-40A5-B0CB-31BFFDD9A4EB}"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17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DBD8A489-38BD-40B0-9083-7E99DA903139}"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1971195827"/>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78622A36-FC8F-4476-8002-426133117C1A}"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17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6D38CB16-FC74-415F-A778-AFAE7BEAFAF6}"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750235808"/>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3A82F390-5B63-4068-A9D0-F644AD3195B3}"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17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36FB1E71-4690-4FD4-BBCF-A3779CD52565}"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2940307744"/>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Date Placeholder 2"/>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4CDB21C6-0923-4961-A20F-7A28DB072D10}"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17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9FD64774-6889-4F3F-87B3-82AF987C97C8}"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948178004"/>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53870F50-75AD-42BD-9FCC-315508736187}"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17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102715D1-A74F-4481-8AFF-0CF19F1A4227}"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3103391357"/>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CABDD43D-E7AE-4424-AE04-B9CE5412EE81}"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17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4B936656-7811-4E10-ABA8-C743BA19F43F}"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2524689122"/>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IN"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87A21FB6-D61F-403D-94D9-B19EE8A5BC42}"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17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7A0E505A-A9CD-4645-BB6F-663BC8294A50}"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2135813595"/>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983D0BE5-B565-4932-BADA-8E47D0D5B9DE}"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17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0FB21827-D599-4054-9CED-35F966873CDF}"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872177604"/>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A2E116E8-DA5F-42E5-B0B1-9907E32B06B3}"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17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56872A46-881B-4CE5-A377-400F5AC5756F}"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386325592"/>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4" name="TextBox 3"/>
          <p:cNvSpPr txBox="1"/>
          <p:nvPr userDrawn="1"/>
        </p:nvSpPr>
        <p:spPr>
          <a:xfrm>
            <a:off x="3276600" y="6596063"/>
            <a:ext cx="5867400" cy="261937"/>
          </a:xfrm>
          <a:prstGeom prst="rect">
            <a:avLst/>
          </a:prstGeom>
          <a:noFill/>
        </p:spPr>
        <p:txBody>
          <a:bodyP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grpSp>
        <p:nvGrpSpPr>
          <p:cNvPr id="2"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1" descr="Picture 7.png"/>
          <p:cNvPicPr>
            <a:picLocks noChangeAspect="1"/>
          </p:cNvPicPr>
          <p:nvPr userDrawn="1"/>
        </p:nvPicPr>
        <p:blipFill>
          <a:blip r:embed="rId2"/>
          <a:srcRect l="1923" b="5336"/>
          <a:stretch>
            <a:fillRect/>
          </a:stretch>
        </p:blipFill>
        <p:spPr bwMode="auto">
          <a:xfrm>
            <a:off x="6629400" y="0"/>
            <a:ext cx="2193925" cy="692150"/>
          </a:xfrm>
          <a:prstGeom prst="rect">
            <a:avLst/>
          </a:prstGeom>
          <a:noFill/>
          <a:ln w="9525">
            <a:noFill/>
            <a:miter lim="800000"/>
            <a:headEnd/>
            <a:tailEnd/>
          </a:ln>
        </p:spPr>
      </p:pic>
      <p:grpSp>
        <p:nvGrpSpPr>
          <p:cNvPr id="5" name="Group 18"/>
          <p:cNvGrpSpPr>
            <a:grpSpLocks/>
          </p:cNvGrpSpPr>
          <p:nvPr userDrawn="1"/>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0" name="Group 22"/>
          <p:cNvGrpSpPr>
            <a:grpSpLocks/>
          </p:cNvGrpSpPr>
          <p:nvPr userDrawn="1"/>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298802306"/>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userDrawn="1">
  <p:cSld name="10_Title and Content">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59D15E5E-39D0-4D62-A1AE-7824B1CFC32E}"/>
              </a:ext>
            </a:extLst>
          </p:cNvPr>
          <p:cNvSpPr/>
          <p:nvPr userDrawn="1">
            <p:custDataLst>
              <p:tags r:id="rId1"/>
            </p:custDataLst>
          </p:nvPr>
        </p:nvSpPr>
        <p:spPr>
          <a:xfrm>
            <a:off x="0" y="0"/>
            <a:ext cx="12700"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3715226208"/>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D00839DE-7ECE-48D2-99DE-21DA18AEA67A}"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17 January 2026</a:t>
            </a:fld>
            <a:endParaRPr kumimoji="0" lang="en-GB"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GB"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389A1433-2BD6-474A-B042-E5F0856EF487}" type="slidenum">
              <a:rPr kumimoji="0" lang="en-GB"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GB"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3404869428"/>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5536" y="274638"/>
            <a:ext cx="6120680" cy="850106"/>
          </a:xfrm>
          <a:prstGeom prst="rect">
            <a:avLst/>
          </a:prstGeom>
        </p:spPr>
        <p:txBody>
          <a:bodyPr anchor="ctr"/>
          <a:lstStyle>
            <a:lvl1pPr algn="l">
              <a:defRPr sz="3200"/>
            </a:lvl1pPr>
          </a:lstStyle>
          <a:p>
            <a:r>
              <a:rPr lang="en-US"/>
              <a:t>Click to edit Master title style</a:t>
            </a:r>
            <a:endParaRPr lang="en-IN"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Footer Placeholder 4"/>
          <p:cNvSpPr>
            <a:spLocks noGrp="1"/>
          </p:cNvSpPr>
          <p:nvPr>
            <p:ph type="ftr" sz="quarter" idx="10"/>
          </p:nvPr>
        </p:nvSpPr>
        <p:spPr>
          <a:xfrm>
            <a:off x="2195513" y="6237288"/>
            <a:ext cx="4392612" cy="365125"/>
          </a:xfrm>
          <a:prstGeom prst="rect">
            <a:avLst/>
          </a:prstGeom>
        </p:spPr>
        <p:txBody>
          <a:bodyPr/>
          <a:lstStyle>
            <a:lvl1pPr algn="ctr">
              <a:defRPr sz="1200" b="1"/>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200" b="1" i="0" u="none" strike="noStrike" kern="1200" cap="none" spc="0" normalizeH="0" baseline="0" noProof="0" dirty="0">
              <a:ln>
                <a:noFill/>
              </a:ln>
              <a:solidFill>
                <a:prstClr val="black"/>
              </a:solidFill>
              <a:effectLst/>
              <a:uLnTx/>
              <a:uFillTx/>
              <a:latin typeface="Tahoma" charset="0"/>
              <a:ea typeface="+mn-ea"/>
              <a:cs typeface="+mn-cs"/>
            </a:endParaRPr>
          </a:p>
        </p:txBody>
      </p:sp>
      <p:sp>
        <p:nvSpPr>
          <p:cNvPr id="5" name="Slide Number Placeholder 5"/>
          <p:cNvSpPr>
            <a:spLocks noGrp="1"/>
          </p:cNvSpPr>
          <p:nvPr>
            <p:ph type="sldNum" sz="quarter" idx="11"/>
          </p:nvPr>
        </p:nvSpPr>
        <p:spPr>
          <a:xfrm>
            <a:off x="8532813" y="6237288"/>
            <a:ext cx="611187" cy="293687"/>
          </a:xfrm>
          <a:prstGeom prst="rect">
            <a:avLst/>
          </a:prstGeom>
        </p:spPr>
        <p:txBody>
          <a:bodyPr/>
          <a:lstStyle>
            <a:lvl1pPr>
              <a:defRPr sz="1600" b="1"/>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78B23240-9A46-45DC-80D8-72E6138EF4CC}" type="slidenum">
              <a:rPr kumimoji="0" lang="en-IN" sz="1600" b="1"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1" i="0" u="none" strike="noStrike" kern="1200" cap="none" spc="0" normalizeH="0" baseline="0" noProof="0" dirty="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3826340087"/>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4C9A5015-9EE6-40A5-B0CB-31BFFDD9A4EB}"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17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DBD8A489-38BD-40B0-9083-7E99DA903139}"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21436109"/>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78622A36-FC8F-4476-8002-426133117C1A}"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17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6D38CB16-FC74-415F-A778-AFAE7BEAFAF6}"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1447281005"/>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3A82F390-5B63-4068-A9D0-F644AD3195B3}"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17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36FB1E71-4690-4FD4-BBCF-A3779CD52565}"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1270292849"/>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Date Placeholder 2"/>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4CDB21C6-0923-4961-A20F-7A28DB072D10}"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17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9FD64774-6889-4F3F-87B3-82AF987C97C8}"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3003546977"/>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53870F50-75AD-42BD-9FCC-315508736187}"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17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102715D1-A74F-4481-8AFF-0CF19F1A4227}"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1823480438"/>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CABDD43D-E7AE-4424-AE04-B9CE5412EE81}"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17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4B936656-7811-4E10-ABA8-C743BA19F43F}"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4005519137"/>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IN"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87A21FB6-D61F-403D-94D9-B19EE8A5BC42}"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17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7A0E505A-A9CD-4645-BB6F-663BC8294A50}"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916184988"/>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983D0BE5-B565-4932-BADA-8E47D0D5B9DE}"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17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0FB21827-D599-4054-9CED-35F966873CDF}"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1026944235"/>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A2E116E8-DA5F-42E5-B0B1-9907E32B06B3}"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17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56872A46-881B-4CE5-A377-400F5AC5756F}"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4214349272"/>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D00839DE-7ECE-48D2-99DE-21DA18AEA67A}"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17 January 2026</a:t>
            </a:fld>
            <a:endParaRPr kumimoji="0" lang="en-GB"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GB"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389A1433-2BD6-474A-B042-E5F0856EF487}" type="slidenum">
              <a:rPr kumimoji="0" lang="en-GB"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GB"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2563643612"/>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5536" y="274638"/>
            <a:ext cx="6120680" cy="850106"/>
          </a:xfrm>
          <a:prstGeom prst="rect">
            <a:avLst/>
          </a:prstGeom>
        </p:spPr>
        <p:txBody>
          <a:bodyPr anchor="ctr"/>
          <a:lstStyle>
            <a:lvl1pPr algn="l">
              <a:defRPr sz="3200"/>
            </a:lvl1pPr>
          </a:lstStyle>
          <a:p>
            <a:r>
              <a:rPr lang="en-US"/>
              <a:t>Click to edit Master title style</a:t>
            </a:r>
            <a:endParaRPr lang="en-IN"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Footer Placeholder 4"/>
          <p:cNvSpPr>
            <a:spLocks noGrp="1"/>
          </p:cNvSpPr>
          <p:nvPr>
            <p:ph type="ftr" sz="quarter" idx="10"/>
          </p:nvPr>
        </p:nvSpPr>
        <p:spPr>
          <a:xfrm>
            <a:off x="2195513" y="6237288"/>
            <a:ext cx="4392612" cy="365125"/>
          </a:xfrm>
          <a:prstGeom prst="rect">
            <a:avLst/>
          </a:prstGeom>
        </p:spPr>
        <p:txBody>
          <a:bodyPr/>
          <a:lstStyle>
            <a:lvl1pPr algn="ctr">
              <a:defRPr sz="1200" b="1"/>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200" b="1" i="0" u="none" strike="noStrike" kern="1200" cap="none" spc="0" normalizeH="0" baseline="0" noProof="0" dirty="0">
              <a:ln>
                <a:noFill/>
              </a:ln>
              <a:solidFill>
                <a:prstClr val="black"/>
              </a:solidFill>
              <a:effectLst/>
              <a:uLnTx/>
              <a:uFillTx/>
              <a:latin typeface="Tahoma" charset="0"/>
              <a:ea typeface="+mn-ea"/>
              <a:cs typeface="+mn-cs"/>
            </a:endParaRPr>
          </a:p>
        </p:txBody>
      </p:sp>
      <p:sp>
        <p:nvSpPr>
          <p:cNvPr id="5" name="Slide Number Placeholder 5"/>
          <p:cNvSpPr>
            <a:spLocks noGrp="1"/>
          </p:cNvSpPr>
          <p:nvPr>
            <p:ph type="sldNum" sz="quarter" idx="11"/>
          </p:nvPr>
        </p:nvSpPr>
        <p:spPr>
          <a:xfrm>
            <a:off x="8532813" y="6237288"/>
            <a:ext cx="611187" cy="293687"/>
          </a:xfrm>
          <a:prstGeom prst="rect">
            <a:avLst/>
          </a:prstGeom>
        </p:spPr>
        <p:txBody>
          <a:bodyPr/>
          <a:lstStyle>
            <a:lvl1pPr>
              <a:defRPr sz="1600" b="1"/>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78B23240-9A46-45DC-80D8-72E6138EF4CC}" type="slidenum">
              <a:rPr kumimoji="0" lang="en-IN" sz="1600" b="1"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1" i="0" u="none" strike="noStrike" kern="1200" cap="none" spc="0" normalizeH="0" baseline="0" noProof="0" dirty="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2318827958"/>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4C9A5015-9EE6-40A5-B0CB-31BFFDD9A4EB}"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17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DBD8A489-38BD-40B0-9083-7E99DA903139}"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1314546838"/>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78622A36-FC8F-4476-8002-426133117C1A}"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17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6D38CB16-FC74-415F-A778-AFAE7BEAFAF6}"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3106078630"/>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3A82F390-5B63-4068-A9D0-F644AD3195B3}"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17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36FB1E71-4690-4FD4-BBCF-A3779CD52565}"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755988014"/>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Date Placeholder 2"/>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4CDB21C6-0923-4961-A20F-7A28DB072D10}"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17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9FD64774-6889-4F3F-87B3-82AF987C97C8}"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472853707"/>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53870F50-75AD-42BD-9FCC-315508736187}"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17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102715D1-A74F-4481-8AFF-0CF19F1A4227}"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2015657049"/>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CABDD43D-E7AE-4424-AE04-B9CE5412EE81}"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17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4B936656-7811-4E10-ABA8-C743BA19F43F}"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2395465843"/>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IN"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87A21FB6-D61F-403D-94D9-B19EE8A5BC42}"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17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7A0E505A-A9CD-4645-BB6F-663BC8294A50}"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2730133440"/>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983D0BE5-B565-4932-BADA-8E47D0D5B9DE}"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17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0FB21827-D599-4054-9CED-35F966873CDF}"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4202554064"/>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A2E116E8-DA5F-42E5-B0B1-9907E32B06B3}"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17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56872A46-881B-4CE5-A377-400F5AC5756F}"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3282079308"/>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4" name="TextBox 3"/>
          <p:cNvSpPr txBox="1"/>
          <p:nvPr userDrawn="1"/>
        </p:nvSpPr>
        <p:spPr>
          <a:xfrm>
            <a:off x="3276600" y="6596063"/>
            <a:ext cx="5867400" cy="261937"/>
          </a:xfrm>
          <a:prstGeom prst="rect">
            <a:avLst/>
          </a:prstGeom>
          <a:noFill/>
        </p:spPr>
        <p:txBody>
          <a:bodyP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grpSp>
        <p:nvGrpSpPr>
          <p:cNvPr id="2"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1" descr="Picture 7.png"/>
          <p:cNvPicPr>
            <a:picLocks noChangeAspect="1"/>
          </p:cNvPicPr>
          <p:nvPr userDrawn="1"/>
        </p:nvPicPr>
        <p:blipFill>
          <a:blip r:embed="rId2"/>
          <a:srcRect l="1923" b="5336"/>
          <a:stretch>
            <a:fillRect/>
          </a:stretch>
        </p:blipFill>
        <p:spPr bwMode="auto">
          <a:xfrm>
            <a:off x="6629400" y="0"/>
            <a:ext cx="2193925" cy="692150"/>
          </a:xfrm>
          <a:prstGeom prst="rect">
            <a:avLst/>
          </a:prstGeom>
          <a:noFill/>
          <a:ln w="9525">
            <a:noFill/>
            <a:miter lim="800000"/>
            <a:headEnd/>
            <a:tailEnd/>
          </a:ln>
        </p:spPr>
      </p:pic>
      <p:grpSp>
        <p:nvGrpSpPr>
          <p:cNvPr id="5" name="Group 18"/>
          <p:cNvGrpSpPr>
            <a:grpSpLocks/>
          </p:cNvGrpSpPr>
          <p:nvPr userDrawn="1"/>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0" name="Group 22"/>
          <p:cNvGrpSpPr>
            <a:grpSpLocks/>
          </p:cNvGrpSpPr>
          <p:nvPr userDrawn="1"/>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4183176122"/>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userDrawn="1">
  <p:cSld name="10_Title and Content">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59D15E5E-39D0-4D62-A1AE-7824B1CFC32E}"/>
              </a:ext>
            </a:extLst>
          </p:cNvPr>
          <p:cNvSpPr/>
          <p:nvPr userDrawn="1">
            <p:custDataLst>
              <p:tags r:id="rId1"/>
            </p:custDataLst>
          </p:nvPr>
        </p:nvSpPr>
        <p:spPr>
          <a:xfrm>
            <a:off x="0" y="0"/>
            <a:ext cx="12700"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1771255561"/>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D00839DE-7ECE-48D2-99DE-21DA18AEA67A}"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17 January 2026</a:t>
            </a:fld>
            <a:endParaRPr kumimoji="0" lang="en-GB"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GB"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389A1433-2BD6-474A-B042-E5F0856EF487}" type="slidenum">
              <a:rPr kumimoji="0" lang="en-GB"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GB"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743675891"/>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5536" y="274638"/>
            <a:ext cx="6120680" cy="850106"/>
          </a:xfrm>
          <a:prstGeom prst="rect">
            <a:avLst/>
          </a:prstGeom>
        </p:spPr>
        <p:txBody>
          <a:bodyPr anchor="ctr"/>
          <a:lstStyle>
            <a:lvl1pPr algn="l">
              <a:defRPr sz="3200"/>
            </a:lvl1pPr>
          </a:lstStyle>
          <a:p>
            <a:r>
              <a:rPr lang="en-US"/>
              <a:t>Click to edit Master title style</a:t>
            </a:r>
            <a:endParaRPr lang="en-IN"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Footer Placeholder 4"/>
          <p:cNvSpPr>
            <a:spLocks noGrp="1"/>
          </p:cNvSpPr>
          <p:nvPr>
            <p:ph type="ftr" sz="quarter" idx="10"/>
          </p:nvPr>
        </p:nvSpPr>
        <p:spPr>
          <a:xfrm>
            <a:off x="2195513" y="6237288"/>
            <a:ext cx="4392612" cy="365125"/>
          </a:xfrm>
          <a:prstGeom prst="rect">
            <a:avLst/>
          </a:prstGeom>
        </p:spPr>
        <p:txBody>
          <a:bodyPr/>
          <a:lstStyle>
            <a:lvl1pPr algn="ctr">
              <a:defRPr sz="1200" b="1"/>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200" b="1" i="0" u="none" strike="noStrike" kern="1200" cap="none" spc="0" normalizeH="0" baseline="0" noProof="0" dirty="0">
              <a:ln>
                <a:noFill/>
              </a:ln>
              <a:solidFill>
                <a:prstClr val="black"/>
              </a:solidFill>
              <a:effectLst/>
              <a:uLnTx/>
              <a:uFillTx/>
              <a:latin typeface="Tahoma" charset="0"/>
              <a:ea typeface="+mn-ea"/>
              <a:cs typeface="+mn-cs"/>
            </a:endParaRPr>
          </a:p>
        </p:txBody>
      </p:sp>
      <p:sp>
        <p:nvSpPr>
          <p:cNvPr id="5" name="Slide Number Placeholder 5"/>
          <p:cNvSpPr>
            <a:spLocks noGrp="1"/>
          </p:cNvSpPr>
          <p:nvPr>
            <p:ph type="sldNum" sz="quarter" idx="11"/>
          </p:nvPr>
        </p:nvSpPr>
        <p:spPr>
          <a:xfrm>
            <a:off x="8532813" y="6237288"/>
            <a:ext cx="611187" cy="293687"/>
          </a:xfrm>
          <a:prstGeom prst="rect">
            <a:avLst/>
          </a:prstGeom>
        </p:spPr>
        <p:txBody>
          <a:bodyPr/>
          <a:lstStyle>
            <a:lvl1pPr>
              <a:defRPr sz="1600" b="1"/>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78B23240-9A46-45DC-80D8-72E6138EF4CC}" type="slidenum">
              <a:rPr kumimoji="0" lang="en-IN" sz="1600" b="1"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1" i="0" u="none" strike="noStrike" kern="1200" cap="none" spc="0" normalizeH="0" baseline="0" noProof="0" dirty="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3175554808"/>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4C9A5015-9EE6-40A5-B0CB-31BFFDD9A4EB}"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17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DBD8A489-38BD-40B0-9083-7E99DA903139}"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168019727"/>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78622A36-FC8F-4476-8002-426133117C1A}"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17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6D38CB16-FC74-415F-A778-AFAE7BEAFAF6}"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1530611073"/>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3A82F390-5B63-4068-A9D0-F644AD3195B3}"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17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36FB1E71-4690-4FD4-BBCF-A3779CD52565}"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75662404"/>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Date Placeholder 2"/>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4CDB21C6-0923-4961-A20F-7A28DB072D10}"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17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9FD64774-6889-4F3F-87B3-82AF987C97C8}"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1282527949"/>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53870F50-75AD-42BD-9FCC-315508736187}"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17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102715D1-A74F-4481-8AFF-0CF19F1A4227}"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3814763614"/>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CABDD43D-E7AE-4424-AE04-B9CE5412EE81}"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17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4B936656-7811-4E10-ABA8-C743BA19F43F}"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59128108"/>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IN"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87A21FB6-D61F-403D-94D9-B19EE8A5BC42}"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17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7A0E505A-A9CD-4645-BB6F-663BC8294A50}"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471075815"/>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983D0BE5-B565-4932-BADA-8E47D0D5B9DE}"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17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0FB21827-D599-4054-9CED-35F966873CDF}"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3286019558"/>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A2E116E8-DA5F-42E5-B0B1-9907E32B06B3}" type="datetime3">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17 January 2026</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56872A46-881B-4CE5-A377-400F5AC5756F}" type="slidenum">
              <a:rPr kumimoji="0" lang="en-IN" sz="1600" b="0" i="0" u="none" strike="noStrike" kern="1200" cap="none" spc="0" normalizeH="0" baseline="0" noProof="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IN"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2038293095"/>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4" name="TextBox 3"/>
          <p:cNvSpPr txBox="1"/>
          <p:nvPr userDrawn="1"/>
        </p:nvSpPr>
        <p:spPr>
          <a:xfrm>
            <a:off x="3276600" y="6596063"/>
            <a:ext cx="5867400" cy="261937"/>
          </a:xfrm>
          <a:prstGeom prst="rect">
            <a:avLst/>
          </a:prstGeom>
          <a:noFill/>
        </p:spPr>
        <p:txBody>
          <a:bodyP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grpSp>
        <p:nvGrpSpPr>
          <p:cNvPr id="2"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1" descr="Picture 7.png"/>
          <p:cNvPicPr>
            <a:picLocks noChangeAspect="1"/>
          </p:cNvPicPr>
          <p:nvPr userDrawn="1"/>
        </p:nvPicPr>
        <p:blipFill>
          <a:blip r:embed="rId2"/>
          <a:srcRect l="1923" b="5336"/>
          <a:stretch>
            <a:fillRect/>
          </a:stretch>
        </p:blipFill>
        <p:spPr bwMode="auto">
          <a:xfrm>
            <a:off x="6629400" y="0"/>
            <a:ext cx="2193925" cy="692150"/>
          </a:xfrm>
          <a:prstGeom prst="rect">
            <a:avLst/>
          </a:prstGeom>
          <a:noFill/>
          <a:ln w="9525">
            <a:noFill/>
            <a:miter lim="800000"/>
            <a:headEnd/>
            <a:tailEnd/>
          </a:ln>
        </p:spPr>
      </p:pic>
      <p:grpSp>
        <p:nvGrpSpPr>
          <p:cNvPr id="5" name="Group 18"/>
          <p:cNvGrpSpPr>
            <a:grpSpLocks/>
          </p:cNvGrpSpPr>
          <p:nvPr userDrawn="1"/>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0" name="Group 22"/>
          <p:cNvGrpSpPr>
            <a:grpSpLocks/>
          </p:cNvGrpSpPr>
          <p:nvPr userDrawn="1"/>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639759313"/>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userDrawn="1">
  <p:cSld name="10_Title and Content">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59D15E5E-39D0-4D62-A1AE-7824B1CFC32E}"/>
              </a:ext>
            </a:extLst>
          </p:cNvPr>
          <p:cNvSpPr/>
          <p:nvPr userDrawn="1">
            <p:custDataLst>
              <p:tags r:id="rId1"/>
            </p:custDataLst>
          </p:nvPr>
        </p:nvSpPr>
        <p:spPr>
          <a:xfrm>
            <a:off x="0" y="0"/>
            <a:ext cx="12700"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1025261710"/>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3" name="Rectangle 2"/>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sp>
        <p:nvSpPr>
          <p:cNvPr id="4" name="Rectangle 3"/>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5" name="Rectangle 4"/>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pic>
        <p:nvPicPr>
          <p:cNvPr id="7" name="Picture 10" descr="BITS_university_logo_whitevert.png"/>
          <p:cNvPicPr>
            <a:picLocks noChangeAspect="1"/>
          </p:cNvPicPr>
          <p:nvPr/>
        </p:nvPicPr>
        <p:blipFill>
          <a:blip r:embed="rId3" cstate="print"/>
          <a:srcRect t="2" b="28592"/>
          <a:stretch>
            <a:fillRect/>
          </a:stretch>
        </p:blipFill>
        <p:spPr bwMode="auto">
          <a:xfrm>
            <a:off x="76200" y="3352800"/>
            <a:ext cx="2057400" cy="1979613"/>
          </a:xfrm>
          <a:prstGeom prst="rect">
            <a:avLst/>
          </a:prstGeom>
          <a:noFill/>
          <a:ln w="9525">
            <a:noFill/>
            <a:miter lim="800000"/>
            <a:headEnd/>
            <a:tailEnd/>
          </a:ln>
        </p:spPr>
      </p:pic>
      <p:sp>
        <p:nvSpPr>
          <p:cNvPr id="8" name="TextBox 7"/>
          <p:cNvSpPr txBox="1"/>
          <p:nvPr/>
        </p:nvSpPr>
        <p:spPr>
          <a:xfrm>
            <a:off x="-76200" y="5257800"/>
            <a:ext cx="2209800" cy="554038"/>
          </a:xfrm>
          <a:prstGeom prst="rect">
            <a:avLst/>
          </a:prstGeom>
          <a:noFill/>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900" b="1" i="0" u="none" strike="noStrike" kern="1200" cap="none" spc="-150" normalizeH="0" baseline="0" noProof="0" dirty="0">
                <a:ln>
                  <a:noFill/>
                </a:ln>
                <a:solidFill>
                  <a:prstClr val="white"/>
                </a:solidFill>
                <a:effectLst/>
                <a:uLnTx/>
                <a:uFillTx/>
                <a:latin typeface="Arial"/>
                <a:ea typeface="+mn-ea"/>
                <a:cs typeface="Arial"/>
              </a:rPr>
              <a:t>BITS</a:t>
            </a:r>
            <a:r>
              <a:rPr kumimoji="0" lang="en-US" sz="2900" b="0" i="0" u="none" strike="noStrike" kern="1200" cap="none" spc="-150" normalizeH="0" baseline="0" noProof="0" dirty="0">
                <a:ln>
                  <a:noFill/>
                </a:ln>
                <a:solidFill>
                  <a:prstClr val="white"/>
                </a:solidFill>
                <a:effectLst/>
                <a:uLnTx/>
                <a:uFillTx/>
                <a:latin typeface="Arial"/>
                <a:ea typeface="+mn-ea"/>
                <a:cs typeface="Arial"/>
              </a:rPr>
              <a:t> Pilani</a:t>
            </a:r>
          </a:p>
        </p:txBody>
      </p:sp>
      <p:sp>
        <p:nvSpPr>
          <p:cNvPr id="9" name="TextBox 8"/>
          <p:cNvSpPr txBox="1"/>
          <p:nvPr/>
        </p:nvSpPr>
        <p:spPr>
          <a:xfrm>
            <a:off x="152400" y="5667375"/>
            <a:ext cx="1905000" cy="276225"/>
          </a:xfrm>
          <a:prstGeom prst="rect">
            <a:avLst/>
          </a:prstGeom>
          <a:noFill/>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a:ea typeface="+mn-ea"/>
                <a:cs typeface="Arial"/>
              </a:rPr>
              <a:t>Pilani Campus</a:t>
            </a:r>
          </a:p>
        </p:txBody>
      </p:sp>
      <p:sp>
        <p:nvSpPr>
          <p:cNvPr id="11" name="Title 1"/>
          <p:cNvSpPr>
            <a:spLocks noGrp="1"/>
          </p:cNvSpPr>
          <p:nvPr>
            <p:ph type="title"/>
          </p:nvPr>
        </p:nvSpPr>
        <p:spPr>
          <a:xfrm>
            <a:off x="2514600" y="3810000"/>
            <a:ext cx="60198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4229283774"/>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p:cSld name="Custom Layout">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sp>
        <p:nvSpPr>
          <p:cNvPr id="5" name="Rectangle 4"/>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pic>
        <p:nvPicPr>
          <p:cNvPr id="9" name="Picture 10" descr="BITS_university_logo_whitevert.png"/>
          <p:cNvPicPr>
            <a:picLocks noChangeAspect="1"/>
          </p:cNvPicPr>
          <p:nvPr/>
        </p:nvPicPr>
        <p:blipFill>
          <a:blip r:embed="rId3" cstate="print"/>
          <a:srcRect t="2" b="28592"/>
          <a:stretch>
            <a:fillRect/>
          </a:stretch>
        </p:blipFill>
        <p:spPr bwMode="auto">
          <a:xfrm>
            <a:off x="76200" y="3352800"/>
            <a:ext cx="2057400" cy="1979613"/>
          </a:xfrm>
          <a:prstGeom prst="rect">
            <a:avLst/>
          </a:prstGeom>
          <a:noFill/>
          <a:ln w="9525">
            <a:noFill/>
            <a:miter lim="800000"/>
            <a:headEnd/>
            <a:tailEnd/>
          </a:ln>
        </p:spPr>
      </p:pic>
      <p:sp>
        <p:nvSpPr>
          <p:cNvPr id="10" name="TextBox 9"/>
          <p:cNvSpPr txBox="1"/>
          <p:nvPr/>
        </p:nvSpPr>
        <p:spPr>
          <a:xfrm>
            <a:off x="-76200" y="5257800"/>
            <a:ext cx="2209800" cy="554038"/>
          </a:xfrm>
          <a:prstGeom prst="rect">
            <a:avLst/>
          </a:prstGeom>
          <a:noFill/>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900" b="1" i="0" u="none" strike="noStrike" kern="1200" cap="none" spc="-150" normalizeH="0" baseline="0" noProof="0" dirty="0">
                <a:ln>
                  <a:noFill/>
                </a:ln>
                <a:solidFill>
                  <a:prstClr val="white"/>
                </a:solidFill>
                <a:effectLst/>
                <a:uLnTx/>
                <a:uFillTx/>
                <a:latin typeface="Arial"/>
                <a:ea typeface="+mn-ea"/>
                <a:cs typeface="Arial"/>
              </a:rPr>
              <a:t>BITS</a:t>
            </a:r>
            <a:r>
              <a:rPr kumimoji="0" lang="en-US" sz="2900" b="0" i="0" u="none" strike="noStrike" kern="1200" cap="none" spc="-150" normalizeH="0" baseline="0" noProof="0" dirty="0">
                <a:ln>
                  <a:noFill/>
                </a:ln>
                <a:solidFill>
                  <a:prstClr val="white"/>
                </a:solidFill>
                <a:effectLst/>
                <a:uLnTx/>
                <a:uFillTx/>
                <a:latin typeface="Arial"/>
                <a:ea typeface="+mn-ea"/>
                <a:cs typeface="Arial"/>
              </a:rPr>
              <a:t> Pilani</a:t>
            </a:r>
          </a:p>
        </p:txBody>
      </p:sp>
      <p:sp>
        <p:nvSpPr>
          <p:cNvPr id="11" name="TextBox 10"/>
          <p:cNvSpPr txBox="1"/>
          <p:nvPr/>
        </p:nvSpPr>
        <p:spPr>
          <a:xfrm>
            <a:off x="152400" y="5667375"/>
            <a:ext cx="1905000" cy="276225"/>
          </a:xfrm>
          <a:prstGeom prst="rect">
            <a:avLst/>
          </a:prstGeom>
          <a:noFill/>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a:ea typeface="+mn-ea"/>
                <a:cs typeface="Arial"/>
              </a:rPr>
              <a:t>Pilani Campus</a:t>
            </a:r>
          </a:p>
        </p:txBody>
      </p:sp>
      <p:sp>
        <p:nvSpPr>
          <p:cNvPr id="12" name="Rectangle 11"/>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sp>
        <p:nvSpPr>
          <p:cNvPr id="13" name="Rectangle 12"/>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4" name="Rectangle 13"/>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5" name="Rectangle 14"/>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pic>
        <p:nvPicPr>
          <p:cNvPr id="16" name="Picture 17" descr="BITS_university_logo_whitevert.png"/>
          <p:cNvPicPr>
            <a:picLocks noChangeAspect="1"/>
          </p:cNvPicPr>
          <p:nvPr/>
        </p:nvPicPr>
        <p:blipFill>
          <a:blip r:embed="rId3" cstate="print"/>
          <a:srcRect t="2" b="28592"/>
          <a:stretch>
            <a:fillRect/>
          </a:stretch>
        </p:blipFill>
        <p:spPr bwMode="auto">
          <a:xfrm>
            <a:off x="76200" y="3352800"/>
            <a:ext cx="2057400" cy="1979613"/>
          </a:xfrm>
          <a:prstGeom prst="rect">
            <a:avLst/>
          </a:prstGeom>
          <a:noFill/>
          <a:ln w="9525">
            <a:noFill/>
            <a:miter lim="800000"/>
            <a:headEnd/>
            <a:tailEnd/>
          </a:ln>
        </p:spPr>
      </p:pic>
      <p:sp>
        <p:nvSpPr>
          <p:cNvPr id="17" name="TextBox 16"/>
          <p:cNvSpPr txBox="1"/>
          <p:nvPr/>
        </p:nvSpPr>
        <p:spPr>
          <a:xfrm>
            <a:off x="-76200" y="5257800"/>
            <a:ext cx="2209800" cy="554038"/>
          </a:xfrm>
          <a:prstGeom prst="rect">
            <a:avLst/>
          </a:prstGeom>
          <a:noFill/>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900" b="1" i="0" u="none" strike="noStrike" kern="1200" cap="none" spc="-150" normalizeH="0" baseline="0" noProof="0" dirty="0">
                <a:ln>
                  <a:noFill/>
                </a:ln>
                <a:solidFill>
                  <a:prstClr val="white"/>
                </a:solidFill>
                <a:effectLst/>
                <a:uLnTx/>
                <a:uFillTx/>
                <a:latin typeface="Arial"/>
                <a:ea typeface="+mn-ea"/>
                <a:cs typeface="Arial"/>
              </a:rPr>
              <a:t>BITS</a:t>
            </a:r>
            <a:r>
              <a:rPr kumimoji="0" lang="en-US" sz="2900" b="0" i="0" u="none" strike="noStrike" kern="1200" cap="none" spc="-150" normalizeH="0" baseline="0" noProof="0" dirty="0">
                <a:ln>
                  <a:noFill/>
                </a:ln>
                <a:solidFill>
                  <a:prstClr val="white"/>
                </a:solidFill>
                <a:effectLst/>
                <a:uLnTx/>
                <a:uFillTx/>
                <a:latin typeface="Arial"/>
                <a:ea typeface="+mn-ea"/>
                <a:cs typeface="Arial"/>
              </a:rPr>
              <a:t> Pilani</a:t>
            </a:r>
          </a:p>
        </p:txBody>
      </p:sp>
      <p:sp>
        <p:nvSpPr>
          <p:cNvPr id="18" name="TextBox 17"/>
          <p:cNvSpPr txBox="1"/>
          <p:nvPr/>
        </p:nvSpPr>
        <p:spPr>
          <a:xfrm>
            <a:off x="152400" y="5667375"/>
            <a:ext cx="1905000" cy="276225"/>
          </a:xfrm>
          <a:prstGeom prst="rect">
            <a:avLst/>
          </a:prstGeom>
          <a:noFill/>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a:ea typeface="+mn-ea"/>
                <a:cs typeface="Arial"/>
              </a:rPr>
              <a:t>Pilani Campus</a:t>
            </a:r>
          </a:p>
        </p:txBody>
      </p:sp>
      <p:sp>
        <p:nvSpPr>
          <p:cNvPr id="7" name="Content Placeholder 6"/>
          <p:cNvSpPr>
            <a:spLocks noGrp="1"/>
          </p:cNvSpPr>
          <p:nvPr>
            <p:ph sz="quarter" idx="13"/>
          </p:nvPr>
        </p:nvSpPr>
        <p:spPr>
          <a:xfrm>
            <a:off x="2514600" y="5410200"/>
            <a:ext cx="60198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2514600" y="3810000"/>
            <a:ext cx="60198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1055690836"/>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3" name="Picture 2" descr="\\Server\D\jyoti\FI023_BITS_v1\styleguide img\IMG_5627_b.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a:ln w="9525">
            <a:noFill/>
            <a:miter lim="800000"/>
            <a:headEnd/>
            <a:tailEnd/>
          </a:ln>
        </p:spPr>
      </p:pic>
      <p:sp>
        <p:nvSpPr>
          <p:cNvPr id="4" name="Rectangle 3"/>
          <p:cNvSpPr/>
          <p:nvPr/>
        </p:nvSpPr>
        <p:spPr>
          <a:xfrm>
            <a:off x="0" y="4281488"/>
            <a:ext cx="9144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pic>
        <p:nvPicPr>
          <p:cNvPr id="5" name="Picture 8" descr="Picture 7.png"/>
          <p:cNvPicPr>
            <a:picLocks noChangeAspect="1"/>
          </p:cNvPicPr>
          <p:nvPr/>
        </p:nvPicPr>
        <p:blipFill>
          <a:blip r:embed="rId3" cstate="print"/>
          <a:srcRect l="1923" b="5336"/>
          <a:stretch>
            <a:fillRect/>
          </a:stretch>
        </p:blipFill>
        <p:spPr bwMode="auto">
          <a:xfrm>
            <a:off x="6629400" y="0"/>
            <a:ext cx="2193925" cy="692150"/>
          </a:xfrm>
          <a:prstGeom prst="rect">
            <a:avLst/>
          </a:prstGeom>
          <a:noFill/>
          <a:ln w="9525">
            <a:noFill/>
            <a:miter lim="800000"/>
            <a:headEnd/>
            <a:tailEnd/>
          </a:ln>
        </p:spPr>
      </p:pic>
      <p:sp>
        <p:nvSpPr>
          <p:cNvPr id="6" name="Rectangle 5"/>
          <p:cNvSpPr/>
          <p:nvPr/>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9" name="TextBox 8"/>
          <p:cNvSpPr txBox="1"/>
          <p:nvPr/>
        </p:nvSpPr>
        <p:spPr>
          <a:xfrm>
            <a:off x="6858000" y="762000"/>
            <a:ext cx="2209800" cy="554038"/>
          </a:xfrm>
          <a:prstGeom prst="rect">
            <a:avLst/>
          </a:prstGeom>
          <a:noFill/>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900" b="1" i="0" u="none" strike="noStrike" kern="1200" cap="none" spc="-150" normalizeH="0" baseline="0" noProof="0" dirty="0">
                <a:ln>
                  <a:noFill/>
                </a:ln>
                <a:solidFill>
                  <a:prstClr val="white"/>
                </a:solidFill>
                <a:effectLst/>
                <a:uLnTx/>
                <a:uFillTx/>
                <a:latin typeface="Arial"/>
                <a:ea typeface="+mn-ea"/>
                <a:cs typeface="Arial"/>
              </a:rPr>
              <a:t>BITS</a:t>
            </a:r>
            <a:r>
              <a:rPr kumimoji="0" lang="en-US" sz="2900" b="0" i="0" u="none" strike="noStrike" kern="1200" cap="none" spc="-150" normalizeH="0" baseline="0" noProof="0" dirty="0">
                <a:ln>
                  <a:noFill/>
                </a:ln>
                <a:solidFill>
                  <a:prstClr val="white"/>
                </a:solidFill>
                <a:effectLst/>
                <a:uLnTx/>
                <a:uFillTx/>
                <a:latin typeface="Arial"/>
                <a:ea typeface="+mn-ea"/>
                <a:cs typeface="Arial"/>
              </a:rPr>
              <a:t> Pilani</a:t>
            </a:r>
          </a:p>
        </p:txBody>
      </p:sp>
      <p:sp>
        <p:nvSpPr>
          <p:cNvPr id="10" name="TextBox 9"/>
          <p:cNvSpPr txBox="1"/>
          <p:nvPr/>
        </p:nvSpPr>
        <p:spPr>
          <a:xfrm>
            <a:off x="7086600" y="1171575"/>
            <a:ext cx="1905000" cy="276225"/>
          </a:xfrm>
          <a:prstGeom prst="rect">
            <a:avLst/>
          </a:prstGeom>
          <a:noFill/>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a:ea typeface="+mn-ea"/>
                <a:cs typeface="Arial"/>
              </a:rPr>
              <a:t>Pilani Campus</a:t>
            </a:r>
          </a:p>
        </p:txBody>
      </p:sp>
      <p:sp>
        <p:nvSpPr>
          <p:cNvPr id="17" name="Content Placeholder 16"/>
          <p:cNvSpPr>
            <a:spLocks noGrp="1"/>
          </p:cNvSpPr>
          <p:nvPr>
            <p:ph sz="quarter" idx="10"/>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368423437"/>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4" name="TextBox 3"/>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grpSp>
        <p:nvGrpSpPr>
          <p:cNvPr id="5" name="Group 11"/>
          <p:cNvGrpSpPr>
            <a:grpSpLocks/>
          </p:cNvGrpSpPr>
          <p:nvPr/>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10" name="Group 18"/>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4" name="Group 22"/>
          <p:cNvGrpSpPr>
            <a:grpSpLocks/>
          </p:cNvGrpSpPr>
          <p:nvPr/>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993542642"/>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pic>
        <p:nvPicPr>
          <p:cNvPr id="5" name="Picture 6"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6" name="Group 19"/>
          <p:cNvGrpSpPr>
            <a:grpSpLocks/>
          </p:cNvGrpSpPr>
          <p:nvPr/>
        </p:nvGrpSpPr>
        <p:grpSpPr bwMode="auto">
          <a:xfrm>
            <a:off x="0" y="1295400"/>
            <a:ext cx="7010400" cy="46038"/>
            <a:chOff x="1905000" y="6553200"/>
            <a:chExt cx="7010400" cy="45719"/>
          </a:xfrm>
        </p:grpSpPr>
        <p:sp>
          <p:nvSpPr>
            <p:cNvPr id="7" name="Rectangle 6"/>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0" name="Group 28"/>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sp>
        <p:nvSpPr>
          <p:cNvPr id="14" name="TextBox 13"/>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sp>
        <p:nvSpPr>
          <p:cNvPr id="3" name="Content Placeholder 2"/>
          <p:cNvSpPr>
            <a:spLocks noGrp="1"/>
          </p:cNvSpPr>
          <p:nvPr>
            <p:ph sz="half" idx="1"/>
          </p:nvPr>
        </p:nvSpPr>
        <p:spPr>
          <a:xfrm>
            <a:off x="4572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4" name="Content Placeholder 3"/>
          <p:cNvSpPr>
            <a:spLocks noGrp="1"/>
          </p:cNvSpPr>
          <p:nvPr>
            <p:ph sz="half" idx="2"/>
          </p:nvPr>
        </p:nvSpPr>
        <p:spPr>
          <a:xfrm>
            <a:off x="49530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678746842"/>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grpSp>
        <p:nvGrpSpPr>
          <p:cNvPr id="7" name="Group 10"/>
          <p:cNvGrpSpPr>
            <a:grpSpLocks/>
          </p:cNvGrpSpPr>
          <p:nvPr/>
        </p:nvGrpSpPr>
        <p:grpSpPr bwMode="auto">
          <a:xfrm>
            <a:off x="0" y="1295400"/>
            <a:ext cx="7010400" cy="46038"/>
            <a:chOff x="1905000" y="6553200"/>
            <a:chExt cx="7010400" cy="45719"/>
          </a:xfrm>
        </p:grpSpPr>
        <p:sp>
          <p:nvSpPr>
            <p:cNvPr id="8" name="Rectangle 7"/>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9" name="Rectangle 8"/>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2" name="Group 15"/>
          <p:cNvGrpSpPr>
            <a:grpSpLocks/>
          </p:cNvGrpSpPr>
          <p:nvPr/>
        </p:nvGrpSpPr>
        <p:grpSpPr bwMode="auto">
          <a:xfrm>
            <a:off x="2133600" y="6553200"/>
            <a:ext cx="7010400" cy="46038"/>
            <a:chOff x="1905000" y="6553200"/>
            <a:chExt cx="7010400" cy="45719"/>
          </a:xfrm>
        </p:grpSpPr>
        <p:sp>
          <p:nvSpPr>
            <p:cNvPr id="13" name="Rectangle 12"/>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4" name="Rectangle 13"/>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5" name="Rectangle 14"/>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16" name="Picture 14"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sp>
        <p:nvSpPr>
          <p:cNvPr id="17" name="TextBox 16"/>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Deemed to be University under Section 3 of UGC Act, 1956</a:t>
            </a:r>
          </a:p>
        </p:txBody>
      </p:sp>
      <p:sp>
        <p:nvSpPr>
          <p:cNvPr id="3" name="Text Placeholder 2"/>
          <p:cNvSpPr>
            <a:spLocks noGrp="1"/>
          </p:cNvSpPr>
          <p:nvPr>
            <p:ph type="body" idx="1"/>
          </p:nvPr>
        </p:nvSpPr>
        <p:spPr>
          <a:xfrm>
            <a:off x="457200" y="1535112"/>
            <a:ext cx="4040188"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362199"/>
            <a:ext cx="4040188"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2"/>
            <a:ext cx="4041775"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362199"/>
            <a:ext cx="4041775"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295455561"/>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grpSp>
        <p:nvGrpSpPr>
          <p:cNvPr id="3" name="Group 5"/>
          <p:cNvGrpSpPr>
            <a:grpSpLocks/>
          </p:cNvGrpSpPr>
          <p:nvPr/>
        </p:nvGrpSpPr>
        <p:grpSpPr bwMode="auto">
          <a:xfrm>
            <a:off x="0" y="1295400"/>
            <a:ext cx="7010400" cy="46038"/>
            <a:chOff x="1905000" y="6553200"/>
            <a:chExt cx="7010400" cy="45719"/>
          </a:xfrm>
        </p:grpSpPr>
        <p:sp>
          <p:nvSpPr>
            <p:cNvPr id="4" name="Rectangle 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8" name="Group 10"/>
          <p:cNvGrpSpPr>
            <a:grpSpLocks/>
          </p:cNvGrpSpPr>
          <p:nvPr/>
        </p:nvGrpSpPr>
        <p:grpSpPr bwMode="auto">
          <a:xfrm>
            <a:off x="2133600" y="6553200"/>
            <a:ext cx="7010400" cy="46038"/>
            <a:chOff x="1905000" y="6553200"/>
            <a:chExt cx="7010400" cy="45719"/>
          </a:xfrm>
        </p:grpSpPr>
        <p:sp>
          <p:nvSpPr>
            <p:cNvPr id="9" name="Rectangle 8"/>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12" name="Picture 14"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sp>
        <p:nvSpPr>
          <p:cNvPr id="13" name="TextBox 12"/>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Deemed to be University under Section 3 of UGC Act, 1956</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99473204"/>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grpSp>
        <p:nvGrpSpPr>
          <p:cNvPr id="5" name="Group 8"/>
          <p:cNvGrpSpPr>
            <a:grpSpLocks/>
          </p:cNvGrpSpPr>
          <p:nvPr/>
        </p:nvGrpSpPr>
        <p:grpSpPr bwMode="auto">
          <a:xfrm>
            <a:off x="0" y="1295400"/>
            <a:ext cx="7010400" cy="46038"/>
            <a:chOff x="1905000" y="6553200"/>
            <a:chExt cx="7010400" cy="45719"/>
          </a:xfrm>
        </p:grpSpPr>
        <p:sp>
          <p:nvSpPr>
            <p:cNvPr id="6" name="Rectangle 5"/>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0" name="Group 13"/>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14" name="Picture 14"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sp>
        <p:nvSpPr>
          <p:cNvPr id="15" name="TextBox 14"/>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sp>
        <p:nvSpPr>
          <p:cNvPr id="3" name="Content Placeholder 2"/>
          <p:cNvSpPr>
            <a:spLocks noGrp="1"/>
          </p:cNvSpPr>
          <p:nvPr>
            <p:ph idx="1"/>
          </p:nvPr>
        </p:nvSpPr>
        <p:spPr>
          <a:xfrm>
            <a:off x="3575050" y="1600200"/>
            <a:ext cx="5111750"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600200"/>
            <a:ext cx="3008313"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Content Placeholder 18"/>
          <p:cNvSpPr>
            <a:spLocks noGrp="1"/>
          </p:cNvSpPr>
          <p:nvPr>
            <p:ph sz="quarter" idx="13"/>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510947082"/>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grpSp>
        <p:nvGrpSpPr>
          <p:cNvPr id="6" name="Group 6"/>
          <p:cNvGrpSpPr>
            <a:grpSpLocks/>
          </p:cNvGrpSpPr>
          <p:nvPr/>
        </p:nvGrpSpPr>
        <p:grpSpPr bwMode="auto">
          <a:xfrm>
            <a:off x="0" y="1295400"/>
            <a:ext cx="7010400" cy="46038"/>
            <a:chOff x="1905000" y="6553200"/>
            <a:chExt cx="7010400" cy="45719"/>
          </a:xfrm>
        </p:grpSpPr>
        <p:sp>
          <p:nvSpPr>
            <p:cNvPr id="7" name="Rectangle 6"/>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0" name="Group 10"/>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14" name="Picture 14"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sp>
        <p:nvSpPr>
          <p:cNvPr id="15" name="TextBox 14"/>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sp>
        <p:nvSpPr>
          <p:cNvPr id="2" name="Title 1"/>
          <p:cNvSpPr>
            <a:spLocks noGrp="1"/>
          </p:cNvSpPr>
          <p:nvPr>
            <p:ph type="title"/>
          </p:nvPr>
        </p:nvSpPr>
        <p:spPr>
          <a:xfrm>
            <a:off x="1792288" y="5407025"/>
            <a:ext cx="5486400" cy="304800"/>
          </a:xfrm>
        </p:spPr>
        <p:txBody>
          <a:bodyPr anchor="b"/>
          <a:lstStyle>
            <a:lvl1pPr algn="l">
              <a:defRPr sz="1800" b="1" spc="0"/>
            </a:lvl1pPr>
          </a:lstStyle>
          <a:p>
            <a:r>
              <a:rPr lang="en-US"/>
              <a:t>Click to edit Master title style</a:t>
            </a:r>
            <a:endParaRPr lang="en-US" dirty="0"/>
          </a:p>
        </p:txBody>
      </p:sp>
      <p:sp>
        <p:nvSpPr>
          <p:cNvPr id="3" name="Picture Placeholder 2"/>
          <p:cNvSpPr>
            <a:spLocks noGrp="1"/>
          </p:cNvSpPr>
          <p:nvPr>
            <p:ph type="pic" idx="1"/>
          </p:nvPr>
        </p:nvSpPr>
        <p:spPr>
          <a:xfrm>
            <a:off x="1792288" y="1828800"/>
            <a:ext cx="54864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8533205"/>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grpSp>
        <p:nvGrpSpPr>
          <p:cNvPr id="4" name="Group 19"/>
          <p:cNvGrpSpPr>
            <a:grpSpLocks/>
          </p:cNvGrpSpPr>
          <p:nvPr/>
        </p:nvGrpSpPr>
        <p:grpSpPr bwMode="auto">
          <a:xfrm>
            <a:off x="0" y="1295400"/>
            <a:ext cx="7010400" cy="46038"/>
            <a:chOff x="1905000" y="6553200"/>
            <a:chExt cx="7010400" cy="45719"/>
          </a:xfrm>
        </p:grpSpPr>
        <p:sp>
          <p:nvSpPr>
            <p:cNvPr id="5" name="Rectangle 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8" name="Group 24"/>
          <p:cNvGrpSpPr>
            <a:grpSpLocks/>
          </p:cNvGrpSpPr>
          <p:nvPr/>
        </p:nvGrpSpPr>
        <p:grpSpPr bwMode="auto">
          <a:xfrm>
            <a:off x="2133600" y="6553200"/>
            <a:ext cx="7010400" cy="46038"/>
            <a:chOff x="1905000" y="6553200"/>
            <a:chExt cx="7010400" cy="45719"/>
          </a:xfrm>
        </p:grpSpPr>
        <p:sp>
          <p:nvSpPr>
            <p:cNvPr id="9" name="Rectangle 8"/>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12" name="Picture 14"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sp>
        <p:nvSpPr>
          <p:cNvPr id="13" name="TextBox 12"/>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712820494"/>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p:cSld name="Vertical Title and Text">
    <p:spTree>
      <p:nvGrpSpPr>
        <p:cNvPr id="1" name=""/>
        <p:cNvGrpSpPr/>
        <p:nvPr/>
      </p:nvGrpSpPr>
      <p:grpSpPr>
        <a:xfrm>
          <a:off x="0" y="0"/>
          <a:ext cx="0" cy="0"/>
          <a:chOff x="0" y="0"/>
          <a:chExt cx="0" cy="0"/>
        </a:xfrm>
      </p:grpSpPr>
      <p:grpSp>
        <p:nvGrpSpPr>
          <p:cNvPr id="4" name="Group 7"/>
          <p:cNvGrpSpPr>
            <a:grpSpLocks/>
          </p:cNvGrpSpPr>
          <p:nvPr/>
        </p:nvGrpSpPr>
        <p:grpSpPr bwMode="auto">
          <a:xfrm rot="5400000">
            <a:off x="5006182" y="2567781"/>
            <a:ext cx="5181600" cy="46037"/>
            <a:chOff x="1905000" y="6553200"/>
            <a:chExt cx="7010400" cy="45719"/>
          </a:xfrm>
        </p:grpSpPr>
        <p:sp>
          <p:nvSpPr>
            <p:cNvPr id="5" name="Rectangle 4"/>
            <p:cNvSpPr/>
            <p:nvPr/>
          </p:nvSpPr>
          <p:spPr>
            <a:xfrm>
              <a:off x="4267574" y="6553200"/>
              <a:ext cx="2328209"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p:cNvSpPr/>
            <p:nvPr/>
          </p:nvSpPr>
          <p:spPr>
            <a:xfrm>
              <a:off x="1905000" y="6553200"/>
              <a:ext cx="2362574"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userDrawn="1"/>
          </p:nvSpPr>
          <p:spPr>
            <a:xfrm>
              <a:off x="6587191" y="6553200"/>
              <a:ext cx="2328209"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0" descr="Picture 7.png"/>
          <p:cNvPicPr>
            <a:picLocks noChangeAspect="1"/>
          </p:cNvPicPr>
          <p:nvPr/>
        </p:nvPicPr>
        <p:blipFill>
          <a:blip r:embed="rId2" cstate="print"/>
          <a:srcRect l="5336" t="1923"/>
          <a:stretch>
            <a:fillRect/>
          </a:stretch>
        </p:blipFill>
        <p:spPr bwMode="auto">
          <a:xfrm>
            <a:off x="-7938" y="381000"/>
            <a:ext cx="692151" cy="2193925"/>
          </a:xfrm>
          <a:prstGeom prst="rect">
            <a:avLst/>
          </a:prstGeom>
          <a:noFill/>
          <a:ln w="9525">
            <a:noFill/>
            <a:miter lim="800000"/>
            <a:headEnd/>
            <a:tailEnd/>
          </a:ln>
        </p:spPr>
      </p:pic>
      <p:sp>
        <p:nvSpPr>
          <p:cNvPr id="10" name="TextBox 9"/>
          <p:cNvSpPr txBox="1"/>
          <p:nvPr/>
        </p:nvSpPr>
        <p:spPr>
          <a:xfrm rot="5400000">
            <a:off x="-2794793" y="3809206"/>
            <a:ext cx="5867400" cy="23018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900" b="1" i="0" u="none" strike="noStrike" kern="1200" cap="none" spc="0" normalizeH="0" baseline="0" noProof="0" dirty="0">
                <a:ln>
                  <a:noFill/>
                </a:ln>
                <a:solidFill>
                  <a:srgbClr val="101141"/>
                </a:solidFill>
                <a:effectLst/>
                <a:uLnTx/>
                <a:uFillTx/>
                <a:latin typeface="Arial"/>
                <a:ea typeface="+mn-ea"/>
                <a:cs typeface="Arial"/>
              </a:rPr>
              <a:t>BITS </a:t>
            </a:r>
            <a:r>
              <a:rPr kumimoji="0" lang="en-US" sz="900" b="0" i="0" u="none" strike="noStrike" kern="1200" cap="none" spc="0" normalizeH="0" baseline="0" noProof="0" dirty="0">
                <a:ln>
                  <a:noFill/>
                </a:ln>
                <a:solidFill>
                  <a:srgbClr val="101141"/>
                </a:solidFill>
                <a:effectLst/>
                <a:uLnTx/>
                <a:uFillTx/>
                <a:latin typeface="Arial"/>
                <a:ea typeface="+mn-ea"/>
                <a:cs typeface="Arial"/>
              </a:rPr>
              <a:t>Pilani, Pilani Campus</a:t>
            </a:r>
          </a:p>
        </p:txBody>
      </p:sp>
      <p:sp>
        <p:nvSpPr>
          <p:cNvPr id="3" name="Vertical Text Placeholder 2"/>
          <p:cNvSpPr>
            <a:spLocks noGrp="1"/>
          </p:cNvSpPr>
          <p:nvPr>
            <p:ph type="body" orient="vert" idx="1"/>
          </p:nvPr>
        </p:nvSpPr>
        <p:spPr>
          <a:xfrm>
            <a:off x="1219200" y="38100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8"/>
          <p:cNvSpPr>
            <a:spLocks noGrp="1"/>
          </p:cNvSpPr>
          <p:nvPr>
            <p:ph sz="quarter" idx="10"/>
          </p:nvPr>
        </p:nvSpPr>
        <p:spPr>
          <a:xfrm rot="5400000">
            <a:off x="5410200" y="2743200"/>
            <a:ext cx="58674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755112617"/>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p:cSld name="1_Custom Layout">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sp>
        <p:nvSpPr>
          <p:cNvPr id="5" name="Rectangle 4"/>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pic>
        <p:nvPicPr>
          <p:cNvPr id="9" name="Picture 10" descr="BITS_university_logo_whitevert.png"/>
          <p:cNvPicPr>
            <a:picLocks noChangeAspect="1"/>
          </p:cNvPicPr>
          <p:nvPr/>
        </p:nvPicPr>
        <p:blipFill>
          <a:blip r:embed="rId3" cstate="print"/>
          <a:srcRect t="2" b="28592"/>
          <a:stretch>
            <a:fillRect/>
          </a:stretch>
        </p:blipFill>
        <p:spPr bwMode="auto">
          <a:xfrm>
            <a:off x="76200" y="3352800"/>
            <a:ext cx="2057400" cy="1979613"/>
          </a:xfrm>
          <a:prstGeom prst="rect">
            <a:avLst/>
          </a:prstGeom>
          <a:noFill/>
          <a:ln w="9525">
            <a:noFill/>
            <a:miter lim="800000"/>
            <a:headEnd/>
            <a:tailEnd/>
          </a:ln>
        </p:spPr>
      </p:pic>
      <p:sp>
        <p:nvSpPr>
          <p:cNvPr id="10" name="TextBox 9"/>
          <p:cNvSpPr txBox="1"/>
          <p:nvPr/>
        </p:nvSpPr>
        <p:spPr>
          <a:xfrm>
            <a:off x="-76200" y="5257800"/>
            <a:ext cx="2209800" cy="554038"/>
          </a:xfrm>
          <a:prstGeom prst="rect">
            <a:avLst/>
          </a:prstGeom>
          <a:noFill/>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900" b="1" i="0" u="none" strike="noStrike" kern="1200" cap="none" spc="-150" normalizeH="0" baseline="0" noProof="0" dirty="0">
                <a:ln>
                  <a:noFill/>
                </a:ln>
                <a:solidFill>
                  <a:prstClr val="white"/>
                </a:solidFill>
                <a:effectLst/>
                <a:uLnTx/>
                <a:uFillTx/>
                <a:latin typeface="Arial"/>
                <a:ea typeface="+mn-ea"/>
                <a:cs typeface="Arial"/>
              </a:rPr>
              <a:t>BITS</a:t>
            </a:r>
            <a:r>
              <a:rPr kumimoji="0" lang="en-US" sz="2900" b="0" i="0" u="none" strike="noStrike" kern="1200" cap="none" spc="-150" normalizeH="0" baseline="0" noProof="0" dirty="0">
                <a:ln>
                  <a:noFill/>
                </a:ln>
                <a:solidFill>
                  <a:prstClr val="white"/>
                </a:solidFill>
                <a:effectLst/>
                <a:uLnTx/>
                <a:uFillTx/>
                <a:latin typeface="Arial"/>
                <a:ea typeface="+mn-ea"/>
                <a:cs typeface="Arial"/>
              </a:rPr>
              <a:t> Pilani</a:t>
            </a:r>
          </a:p>
        </p:txBody>
      </p:sp>
      <p:sp>
        <p:nvSpPr>
          <p:cNvPr id="11" name="TextBox 10"/>
          <p:cNvSpPr txBox="1"/>
          <p:nvPr/>
        </p:nvSpPr>
        <p:spPr>
          <a:xfrm>
            <a:off x="152400" y="5667375"/>
            <a:ext cx="1905000" cy="276225"/>
          </a:xfrm>
          <a:prstGeom prst="rect">
            <a:avLst/>
          </a:prstGeom>
          <a:noFill/>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a:ea typeface="+mn-ea"/>
                <a:cs typeface="Arial"/>
              </a:rPr>
              <a:t>Pilani Campus</a:t>
            </a:r>
          </a:p>
        </p:txBody>
      </p:sp>
      <p:sp>
        <p:nvSpPr>
          <p:cNvPr id="7" name="Content Placeholder 6"/>
          <p:cNvSpPr>
            <a:spLocks noGrp="1"/>
          </p:cNvSpPr>
          <p:nvPr>
            <p:ph sz="quarter" idx="13"/>
          </p:nvPr>
        </p:nvSpPr>
        <p:spPr>
          <a:xfrm>
            <a:off x="2514600" y="5410200"/>
            <a:ext cx="60198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2514600" y="3810000"/>
            <a:ext cx="6019800" cy="1524000"/>
          </a:xfrm>
        </p:spPr>
        <p:txBody>
          <a:bodyPr>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1529622694"/>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460CB459-1A4D-47F4-A8EE-5438035C956C}" type="datetime1">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l" defTabSz="914400" rtl="0" eaLnBrk="1" fontAlgn="base" latinLnBrk="0" hangingPunct="1">
                <a:lnSpc>
                  <a:spcPct val="100000"/>
                </a:lnSpc>
                <a:spcBef>
                  <a:spcPct val="0"/>
                </a:spcBef>
                <a:spcAft>
                  <a:spcPct val="0"/>
                </a:spcAft>
                <a:buClrTx/>
                <a:buSzTx/>
                <a:buFontTx/>
                <a:buNone/>
                <a:tabLst/>
                <a:defRPr/>
              </a:pPr>
              <a:t>1/17/2026</a:t>
            </a:fld>
            <a:endPar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endParaRPr>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endParaRPr>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60DB935C-A2BB-404C-A6C5-67E9068028EC}"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2221224484"/>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a:prstGeom prst="rect">
            <a:avLst/>
          </a:prstGeo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a:xfrm>
            <a:off x="457200" y="6356352"/>
            <a:ext cx="2133600" cy="365125"/>
          </a:xfrm>
          <a:prstGeom prst="rect">
            <a:avLst/>
          </a:prstGeom>
        </p:spPr>
        <p:txBody>
          <a:bodyPr/>
          <a:lstStyle>
            <a:lvl1pPr>
              <a:defRPr/>
            </a:lvl1pPr>
          </a:lstStyle>
          <a:p>
            <a:pPr marL="0" marR="0" lvl="0" indent="0" algn="l" defTabSz="685800" rtl="0" eaLnBrk="1" fontAlgn="base" latinLnBrk="0" hangingPunct="1">
              <a:lnSpc>
                <a:spcPct val="100000"/>
              </a:lnSpc>
              <a:spcBef>
                <a:spcPct val="0"/>
              </a:spcBef>
              <a:spcAft>
                <a:spcPct val="0"/>
              </a:spcAft>
              <a:buClrTx/>
              <a:buSzTx/>
              <a:buFontTx/>
              <a:buNone/>
              <a:tabLst/>
              <a:defRPr/>
            </a:pPr>
            <a:fld id="{D00839DE-7ECE-48D2-99DE-21DA18AEA67A}" type="datetime3">
              <a:rPr kumimoji="0" lang="en-US" sz="12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685800" rtl="0" eaLnBrk="1" fontAlgn="base" latinLnBrk="0" hangingPunct="1">
                <a:lnSpc>
                  <a:spcPct val="100000"/>
                </a:lnSpc>
                <a:spcBef>
                  <a:spcPct val="0"/>
                </a:spcBef>
                <a:spcAft>
                  <a:spcPct val="0"/>
                </a:spcAft>
                <a:buClrTx/>
                <a:buSzTx/>
                <a:buFontTx/>
                <a:buNone/>
                <a:tabLst/>
                <a:defRPr/>
              </a:pPr>
              <a:t>17 January 2026</a:t>
            </a:fld>
            <a:endParaRPr kumimoji="0" lang="en-GB" sz="12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Footer Placeholder 4"/>
          <p:cNvSpPr>
            <a:spLocks noGrp="1"/>
          </p:cNvSpPr>
          <p:nvPr>
            <p:ph type="ftr" sz="quarter" idx="11"/>
          </p:nvPr>
        </p:nvSpPr>
        <p:spPr>
          <a:xfrm>
            <a:off x="3124200" y="6356352"/>
            <a:ext cx="2895600" cy="365125"/>
          </a:xfrm>
          <a:prstGeom prst="rect">
            <a:avLst/>
          </a:prstGeom>
        </p:spPr>
        <p:txBody>
          <a:bodyPr/>
          <a:lstStyle>
            <a:lvl1pPr>
              <a:defRPr/>
            </a:lvl1pPr>
          </a:lstStyle>
          <a:p>
            <a:pPr marL="0" marR="0" lvl="0" indent="0" algn="l" defTabSz="6858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GB" sz="12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Slide Number Placeholder 5"/>
          <p:cNvSpPr>
            <a:spLocks noGrp="1"/>
          </p:cNvSpPr>
          <p:nvPr>
            <p:ph type="sldNum" sz="quarter" idx="12"/>
          </p:nvPr>
        </p:nvSpPr>
        <p:spPr>
          <a:xfrm>
            <a:off x="6553200" y="6356352"/>
            <a:ext cx="2133600" cy="365125"/>
          </a:xfrm>
          <a:prstGeom prst="rect">
            <a:avLst/>
          </a:prstGeom>
        </p:spPr>
        <p:txBody>
          <a:bodyPr/>
          <a:lstStyle>
            <a:lvl1pPr>
              <a:defRPr/>
            </a:lvl1pPr>
          </a:lstStyle>
          <a:p>
            <a:pPr marL="0" marR="0" lvl="0" indent="0" algn="l" defTabSz="685800" rtl="0" eaLnBrk="1" fontAlgn="base" latinLnBrk="0" hangingPunct="1">
              <a:lnSpc>
                <a:spcPct val="100000"/>
              </a:lnSpc>
              <a:spcBef>
                <a:spcPct val="0"/>
              </a:spcBef>
              <a:spcAft>
                <a:spcPct val="0"/>
              </a:spcAft>
              <a:buClrTx/>
              <a:buSzTx/>
              <a:buFontTx/>
              <a:buNone/>
              <a:tabLst/>
              <a:defRPr/>
            </a:pPr>
            <a:fld id="{389A1433-2BD6-474A-B042-E5F0856EF487}" type="slidenum">
              <a:rPr kumimoji="0" lang="en-GB" sz="12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685800" rtl="0" eaLnBrk="1" fontAlgn="base" latinLnBrk="0" hangingPunct="1">
                <a:lnSpc>
                  <a:spcPct val="100000"/>
                </a:lnSpc>
                <a:spcBef>
                  <a:spcPct val="0"/>
                </a:spcBef>
                <a:spcAft>
                  <a:spcPct val="0"/>
                </a:spcAft>
                <a:buClrTx/>
                <a:buSzTx/>
                <a:buFontTx/>
                <a:buNone/>
                <a:tabLst/>
                <a:defRPr/>
              </a:pPr>
              <a:t>‹#›</a:t>
            </a:fld>
            <a:endParaRPr kumimoji="0" lang="en-GB" sz="12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1260234958"/>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5536" y="274638"/>
            <a:ext cx="6120680" cy="850106"/>
          </a:xfrm>
          <a:prstGeom prst="rect">
            <a:avLst/>
          </a:prstGeom>
        </p:spPr>
        <p:txBody>
          <a:bodyPr anchor="ctr"/>
          <a:lstStyle>
            <a:lvl1pPr algn="l">
              <a:defRPr sz="2400"/>
            </a:lvl1pPr>
          </a:lstStyle>
          <a:p>
            <a:r>
              <a:rPr lang="en-US"/>
              <a:t>Click to edit Master title style</a:t>
            </a:r>
            <a:endParaRPr lang="en-IN"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Footer Placeholder 4"/>
          <p:cNvSpPr>
            <a:spLocks noGrp="1"/>
          </p:cNvSpPr>
          <p:nvPr>
            <p:ph type="ftr" sz="quarter" idx="10"/>
          </p:nvPr>
        </p:nvSpPr>
        <p:spPr>
          <a:xfrm>
            <a:off x="2195513" y="6237290"/>
            <a:ext cx="4392612" cy="365125"/>
          </a:xfrm>
          <a:prstGeom prst="rect">
            <a:avLst/>
          </a:prstGeom>
        </p:spPr>
        <p:txBody>
          <a:bodyPr/>
          <a:lstStyle>
            <a:lvl1pPr algn="ctr">
              <a:defRPr sz="900" b="1"/>
            </a:lvl1p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900" b="1" i="0" u="none" strike="noStrike" kern="1200" cap="none" spc="0" normalizeH="0" baseline="0" noProof="0" dirty="0">
              <a:ln>
                <a:noFill/>
              </a:ln>
              <a:solidFill>
                <a:prstClr val="black"/>
              </a:solidFill>
              <a:effectLst/>
              <a:uLnTx/>
              <a:uFillTx/>
              <a:latin typeface="Tahoma" charset="0"/>
              <a:ea typeface="+mn-ea"/>
              <a:cs typeface="+mn-cs"/>
            </a:endParaRPr>
          </a:p>
        </p:txBody>
      </p:sp>
      <p:sp>
        <p:nvSpPr>
          <p:cNvPr id="5" name="Slide Number Placeholder 5"/>
          <p:cNvSpPr>
            <a:spLocks noGrp="1"/>
          </p:cNvSpPr>
          <p:nvPr>
            <p:ph type="sldNum" sz="quarter" idx="11"/>
          </p:nvPr>
        </p:nvSpPr>
        <p:spPr>
          <a:xfrm>
            <a:off x="8532814" y="6237290"/>
            <a:ext cx="611187" cy="293687"/>
          </a:xfrm>
          <a:prstGeom prst="rect">
            <a:avLst/>
          </a:prstGeom>
        </p:spPr>
        <p:txBody>
          <a:bodyPr/>
          <a:lstStyle>
            <a:lvl1pPr>
              <a:defRPr sz="1200" b="1"/>
            </a:lvl1pPr>
          </a:lstStyle>
          <a:p>
            <a:pPr marL="0" marR="0" lvl="0" indent="0" algn="l" defTabSz="685800" rtl="0" eaLnBrk="1" fontAlgn="base" latinLnBrk="0" hangingPunct="1">
              <a:lnSpc>
                <a:spcPct val="100000"/>
              </a:lnSpc>
              <a:spcBef>
                <a:spcPct val="0"/>
              </a:spcBef>
              <a:spcAft>
                <a:spcPct val="0"/>
              </a:spcAft>
              <a:buClrTx/>
              <a:buSzTx/>
              <a:buFontTx/>
              <a:buNone/>
              <a:tabLst/>
              <a:defRPr/>
            </a:pPr>
            <a:fld id="{78B23240-9A46-45DC-80D8-72E6138EF4CC}" type="slidenum">
              <a:rPr kumimoji="0" lang="en-IN" sz="1200" b="1"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685800" rtl="0" eaLnBrk="1" fontAlgn="base" latinLnBrk="0" hangingPunct="1">
                <a:lnSpc>
                  <a:spcPct val="100000"/>
                </a:lnSpc>
                <a:spcBef>
                  <a:spcPct val="0"/>
                </a:spcBef>
                <a:spcAft>
                  <a:spcPct val="0"/>
                </a:spcAft>
                <a:buClrTx/>
                <a:buSzTx/>
                <a:buFontTx/>
                <a:buNone/>
                <a:tabLst/>
                <a:defRPr/>
              </a:pPr>
              <a:t>‹#›</a:t>
            </a:fld>
            <a:endParaRPr kumimoji="0" lang="en-IN" sz="1200" b="1" i="0" u="none" strike="noStrike" kern="1200" cap="none" spc="0" normalizeH="0" baseline="0" noProof="0" dirty="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3182671486"/>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a:prstGeom prst="rect">
            <a:avLst/>
          </a:prstGeom>
        </p:spPr>
        <p:txBody>
          <a:bodyPr anchor="t"/>
          <a:lstStyle>
            <a:lvl1pPr algn="l">
              <a:defRPr sz="3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2"/>
            <a:ext cx="2133600" cy="365125"/>
          </a:xfrm>
          <a:prstGeom prst="rect">
            <a:avLst/>
          </a:prstGeom>
        </p:spPr>
        <p:txBody>
          <a:bodyPr/>
          <a:lstStyle>
            <a:lvl1pPr>
              <a:defRPr/>
            </a:lvl1pPr>
          </a:lstStyle>
          <a:p>
            <a:pPr marL="0" marR="0" lvl="0" indent="0" algn="l" defTabSz="685800" rtl="0" eaLnBrk="1" fontAlgn="base" latinLnBrk="0" hangingPunct="1">
              <a:lnSpc>
                <a:spcPct val="100000"/>
              </a:lnSpc>
              <a:spcBef>
                <a:spcPct val="0"/>
              </a:spcBef>
              <a:spcAft>
                <a:spcPct val="0"/>
              </a:spcAft>
              <a:buClrTx/>
              <a:buSzTx/>
              <a:buFontTx/>
              <a:buNone/>
              <a:tabLst/>
              <a:defRPr/>
            </a:pPr>
            <a:fld id="{4C9A5015-9EE6-40A5-B0CB-31BFFDD9A4EB}" type="datetime3">
              <a:rPr kumimoji="0" lang="en-US" sz="12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685800" rtl="0" eaLnBrk="1" fontAlgn="base" latinLnBrk="0" hangingPunct="1">
                <a:lnSpc>
                  <a:spcPct val="100000"/>
                </a:lnSpc>
                <a:spcBef>
                  <a:spcPct val="0"/>
                </a:spcBef>
                <a:spcAft>
                  <a:spcPct val="0"/>
                </a:spcAft>
                <a:buClrTx/>
                <a:buSzTx/>
                <a:buFontTx/>
                <a:buNone/>
                <a:tabLst/>
                <a:defRPr/>
              </a:pPr>
              <a:t>17 January 2026</a:t>
            </a:fld>
            <a:endParaRPr kumimoji="0" lang="en-IN" sz="12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Footer Placeholder 4"/>
          <p:cNvSpPr>
            <a:spLocks noGrp="1"/>
          </p:cNvSpPr>
          <p:nvPr>
            <p:ph type="ftr" sz="quarter" idx="11"/>
          </p:nvPr>
        </p:nvSpPr>
        <p:spPr>
          <a:xfrm>
            <a:off x="3124200" y="6356352"/>
            <a:ext cx="2895600" cy="365125"/>
          </a:xfrm>
          <a:prstGeom prst="rect">
            <a:avLst/>
          </a:prstGeom>
        </p:spPr>
        <p:txBody>
          <a:bodyPr/>
          <a:lstStyle>
            <a:lvl1pPr>
              <a:defRPr/>
            </a:lvl1pPr>
          </a:lstStyle>
          <a:p>
            <a:pPr marL="0" marR="0" lvl="0" indent="0" algn="l" defTabSz="6858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2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Slide Number Placeholder 5"/>
          <p:cNvSpPr>
            <a:spLocks noGrp="1"/>
          </p:cNvSpPr>
          <p:nvPr>
            <p:ph type="sldNum" sz="quarter" idx="12"/>
          </p:nvPr>
        </p:nvSpPr>
        <p:spPr>
          <a:xfrm>
            <a:off x="6553200" y="6356352"/>
            <a:ext cx="2133600" cy="365125"/>
          </a:xfrm>
          <a:prstGeom prst="rect">
            <a:avLst/>
          </a:prstGeom>
        </p:spPr>
        <p:txBody>
          <a:bodyPr/>
          <a:lstStyle>
            <a:lvl1pPr>
              <a:defRPr/>
            </a:lvl1pPr>
          </a:lstStyle>
          <a:p>
            <a:pPr marL="0" marR="0" lvl="0" indent="0" algn="l" defTabSz="685800" rtl="0" eaLnBrk="1" fontAlgn="base" latinLnBrk="0" hangingPunct="1">
              <a:lnSpc>
                <a:spcPct val="100000"/>
              </a:lnSpc>
              <a:spcBef>
                <a:spcPct val="0"/>
              </a:spcBef>
              <a:spcAft>
                <a:spcPct val="0"/>
              </a:spcAft>
              <a:buClrTx/>
              <a:buSzTx/>
              <a:buFontTx/>
              <a:buNone/>
              <a:tabLst/>
              <a:defRPr/>
            </a:pPr>
            <a:fld id="{DBD8A489-38BD-40B0-9083-7E99DA903139}" type="slidenum">
              <a:rPr kumimoji="0" lang="en-IN" sz="12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685800" rtl="0" eaLnBrk="1" fontAlgn="base" latinLnBrk="0" hangingPunct="1">
                <a:lnSpc>
                  <a:spcPct val="100000"/>
                </a:lnSpc>
                <a:spcBef>
                  <a:spcPct val="0"/>
                </a:spcBef>
                <a:spcAft>
                  <a:spcPct val="0"/>
                </a:spcAft>
                <a:buClrTx/>
                <a:buSzTx/>
                <a:buFontTx/>
                <a:buNone/>
                <a:tabLst/>
                <a:defRPr/>
              </a:pPr>
              <a:t>‹#›</a:t>
            </a:fld>
            <a:endParaRPr kumimoji="0" lang="en-IN" sz="12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4169807424"/>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2"/>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2"/>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a:xfrm>
            <a:off x="457200" y="6356352"/>
            <a:ext cx="2133600" cy="365125"/>
          </a:xfrm>
          <a:prstGeom prst="rect">
            <a:avLst/>
          </a:prstGeom>
        </p:spPr>
        <p:txBody>
          <a:bodyPr/>
          <a:lstStyle>
            <a:lvl1pPr>
              <a:defRPr/>
            </a:lvl1pPr>
          </a:lstStyle>
          <a:p>
            <a:pPr marL="0" marR="0" lvl="0" indent="0" algn="l" defTabSz="685800" rtl="0" eaLnBrk="1" fontAlgn="base" latinLnBrk="0" hangingPunct="1">
              <a:lnSpc>
                <a:spcPct val="100000"/>
              </a:lnSpc>
              <a:spcBef>
                <a:spcPct val="0"/>
              </a:spcBef>
              <a:spcAft>
                <a:spcPct val="0"/>
              </a:spcAft>
              <a:buClrTx/>
              <a:buSzTx/>
              <a:buFontTx/>
              <a:buNone/>
              <a:tabLst/>
              <a:defRPr/>
            </a:pPr>
            <a:fld id="{78622A36-FC8F-4476-8002-426133117C1A}" type="datetime3">
              <a:rPr kumimoji="0" lang="en-US" sz="12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685800" rtl="0" eaLnBrk="1" fontAlgn="base" latinLnBrk="0" hangingPunct="1">
                <a:lnSpc>
                  <a:spcPct val="100000"/>
                </a:lnSpc>
                <a:spcBef>
                  <a:spcPct val="0"/>
                </a:spcBef>
                <a:spcAft>
                  <a:spcPct val="0"/>
                </a:spcAft>
                <a:buClrTx/>
                <a:buSzTx/>
                <a:buFontTx/>
                <a:buNone/>
                <a:tabLst/>
                <a:defRPr/>
              </a:pPr>
              <a:t>17 January 2026</a:t>
            </a:fld>
            <a:endParaRPr kumimoji="0" lang="en-IN" sz="12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Footer Placeholder 5"/>
          <p:cNvSpPr>
            <a:spLocks noGrp="1"/>
          </p:cNvSpPr>
          <p:nvPr>
            <p:ph type="ftr" sz="quarter" idx="11"/>
          </p:nvPr>
        </p:nvSpPr>
        <p:spPr>
          <a:xfrm>
            <a:off x="3124200" y="6356352"/>
            <a:ext cx="2895600" cy="365125"/>
          </a:xfrm>
          <a:prstGeom prst="rect">
            <a:avLst/>
          </a:prstGeom>
        </p:spPr>
        <p:txBody>
          <a:bodyPr/>
          <a:lstStyle>
            <a:lvl1pPr>
              <a:defRPr/>
            </a:lvl1pPr>
          </a:lstStyle>
          <a:p>
            <a:pPr marL="0" marR="0" lvl="0" indent="0" algn="l" defTabSz="6858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200" b="0" i="0" u="none" strike="noStrike" kern="1200" cap="none" spc="0" normalizeH="0" baseline="0" noProof="0">
              <a:ln>
                <a:noFill/>
              </a:ln>
              <a:solidFill>
                <a:prstClr val="black"/>
              </a:solidFill>
              <a:effectLst/>
              <a:uLnTx/>
              <a:uFillTx/>
              <a:latin typeface="Tahoma" charset="0"/>
              <a:ea typeface="+mn-ea"/>
              <a:cs typeface="+mn-cs"/>
            </a:endParaRPr>
          </a:p>
        </p:txBody>
      </p:sp>
      <p:sp>
        <p:nvSpPr>
          <p:cNvPr id="7" name="Slide Number Placeholder 6"/>
          <p:cNvSpPr>
            <a:spLocks noGrp="1"/>
          </p:cNvSpPr>
          <p:nvPr>
            <p:ph type="sldNum" sz="quarter" idx="12"/>
          </p:nvPr>
        </p:nvSpPr>
        <p:spPr>
          <a:xfrm>
            <a:off x="6553200" y="6356352"/>
            <a:ext cx="2133600" cy="365125"/>
          </a:xfrm>
          <a:prstGeom prst="rect">
            <a:avLst/>
          </a:prstGeom>
        </p:spPr>
        <p:txBody>
          <a:bodyPr/>
          <a:lstStyle>
            <a:lvl1pPr>
              <a:defRPr/>
            </a:lvl1pPr>
          </a:lstStyle>
          <a:p>
            <a:pPr marL="0" marR="0" lvl="0" indent="0" algn="l" defTabSz="685800" rtl="0" eaLnBrk="1" fontAlgn="base" latinLnBrk="0" hangingPunct="1">
              <a:lnSpc>
                <a:spcPct val="100000"/>
              </a:lnSpc>
              <a:spcBef>
                <a:spcPct val="0"/>
              </a:spcBef>
              <a:spcAft>
                <a:spcPct val="0"/>
              </a:spcAft>
              <a:buClrTx/>
              <a:buSzTx/>
              <a:buFontTx/>
              <a:buNone/>
              <a:tabLst/>
              <a:defRPr/>
            </a:pPr>
            <a:fld id="{6D38CB16-FC74-415F-A778-AFAE7BEAFAF6}" type="slidenum">
              <a:rPr kumimoji="0" lang="en-IN" sz="12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685800" rtl="0" eaLnBrk="1" fontAlgn="base" latinLnBrk="0" hangingPunct="1">
                <a:lnSpc>
                  <a:spcPct val="100000"/>
                </a:lnSpc>
                <a:spcBef>
                  <a:spcPct val="0"/>
                </a:spcBef>
                <a:spcAft>
                  <a:spcPct val="0"/>
                </a:spcAft>
                <a:buClrTx/>
                <a:buSzTx/>
                <a:buFontTx/>
                <a:buNone/>
                <a:tabLst/>
                <a:defRPr/>
              </a:pPr>
              <a:t>‹#›</a:t>
            </a:fld>
            <a:endParaRPr kumimoji="0" lang="en-IN" sz="12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34199824"/>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a:xfrm>
            <a:off x="457200" y="6356352"/>
            <a:ext cx="2133600" cy="365125"/>
          </a:xfrm>
          <a:prstGeom prst="rect">
            <a:avLst/>
          </a:prstGeom>
        </p:spPr>
        <p:txBody>
          <a:bodyPr/>
          <a:lstStyle>
            <a:lvl1pPr>
              <a:defRPr/>
            </a:lvl1pPr>
          </a:lstStyle>
          <a:p>
            <a:pPr marL="0" marR="0" lvl="0" indent="0" algn="l" defTabSz="685800" rtl="0" eaLnBrk="1" fontAlgn="base" latinLnBrk="0" hangingPunct="1">
              <a:lnSpc>
                <a:spcPct val="100000"/>
              </a:lnSpc>
              <a:spcBef>
                <a:spcPct val="0"/>
              </a:spcBef>
              <a:spcAft>
                <a:spcPct val="0"/>
              </a:spcAft>
              <a:buClrTx/>
              <a:buSzTx/>
              <a:buFontTx/>
              <a:buNone/>
              <a:tabLst/>
              <a:defRPr/>
            </a:pPr>
            <a:fld id="{3A82F390-5B63-4068-A9D0-F644AD3195B3}" type="datetime3">
              <a:rPr kumimoji="0" lang="en-US" sz="12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685800" rtl="0" eaLnBrk="1" fontAlgn="base" latinLnBrk="0" hangingPunct="1">
                <a:lnSpc>
                  <a:spcPct val="100000"/>
                </a:lnSpc>
                <a:spcBef>
                  <a:spcPct val="0"/>
                </a:spcBef>
                <a:spcAft>
                  <a:spcPct val="0"/>
                </a:spcAft>
                <a:buClrTx/>
                <a:buSzTx/>
                <a:buFontTx/>
                <a:buNone/>
                <a:tabLst/>
                <a:defRPr/>
              </a:pPr>
              <a:t>17 January 2026</a:t>
            </a:fld>
            <a:endParaRPr kumimoji="0" lang="en-IN" sz="1200" b="0" i="0" u="none" strike="noStrike" kern="1200" cap="none" spc="0" normalizeH="0" baseline="0" noProof="0">
              <a:ln>
                <a:noFill/>
              </a:ln>
              <a:solidFill>
                <a:prstClr val="black"/>
              </a:solidFill>
              <a:effectLst/>
              <a:uLnTx/>
              <a:uFillTx/>
              <a:latin typeface="Tahoma" charset="0"/>
              <a:ea typeface="+mn-ea"/>
              <a:cs typeface="+mn-cs"/>
            </a:endParaRPr>
          </a:p>
        </p:txBody>
      </p:sp>
      <p:sp>
        <p:nvSpPr>
          <p:cNvPr id="8" name="Footer Placeholder 7"/>
          <p:cNvSpPr>
            <a:spLocks noGrp="1"/>
          </p:cNvSpPr>
          <p:nvPr>
            <p:ph type="ftr" sz="quarter" idx="11"/>
          </p:nvPr>
        </p:nvSpPr>
        <p:spPr>
          <a:xfrm>
            <a:off x="3124200" y="6356352"/>
            <a:ext cx="2895600" cy="365125"/>
          </a:xfrm>
          <a:prstGeom prst="rect">
            <a:avLst/>
          </a:prstGeom>
        </p:spPr>
        <p:txBody>
          <a:bodyPr/>
          <a:lstStyle>
            <a:lvl1pPr>
              <a:defRPr/>
            </a:lvl1pPr>
          </a:lstStyle>
          <a:p>
            <a:pPr marL="0" marR="0" lvl="0" indent="0" algn="l" defTabSz="6858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200" b="0" i="0" u="none" strike="noStrike" kern="1200" cap="none" spc="0" normalizeH="0" baseline="0" noProof="0">
              <a:ln>
                <a:noFill/>
              </a:ln>
              <a:solidFill>
                <a:prstClr val="black"/>
              </a:solidFill>
              <a:effectLst/>
              <a:uLnTx/>
              <a:uFillTx/>
              <a:latin typeface="Tahoma" charset="0"/>
              <a:ea typeface="+mn-ea"/>
              <a:cs typeface="+mn-cs"/>
            </a:endParaRPr>
          </a:p>
        </p:txBody>
      </p:sp>
      <p:sp>
        <p:nvSpPr>
          <p:cNvPr id="9" name="Slide Number Placeholder 8"/>
          <p:cNvSpPr>
            <a:spLocks noGrp="1"/>
          </p:cNvSpPr>
          <p:nvPr>
            <p:ph type="sldNum" sz="quarter" idx="12"/>
          </p:nvPr>
        </p:nvSpPr>
        <p:spPr>
          <a:xfrm>
            <a:off x="6553200" y="6356352"/>
            <a:ext cx="2133600" cy="365125"/>
          </a:xfrm>
          <a:prstGeom prst="rect">
            <a:avLst/>
          </a:prstGeom>
        </p:spPr>
        <p:txBody>
          <a:bodyPr/>
          <a:lstStyle>
            <a:lvl1pPr>
              <a:defRPr/>
            </a:lvl1pPr>
          </a:lstStyle>
          <a:p>
            <a:pPr marL="0" marR="0" lvl="0" indent="0" algn="l" defTabSz="685800" rtl="0" eaLnBrk="1" fontAlgn="base" latinLnBrk="0" hangingPunct="1">
              <a:lnSpc>
                <a:spcPct val="100000"/>
              </a:lnSpc>
              <a:spcBef>
                <a:spcPct val="0"/>
              </a:spcBef>
              <a:spcAft>
                <a:spcPct val="0"/>
              </a:spcAft>
              <a:buClrTx/>
              <a:buSzTx/>
              <a:buFontTx/>
              <a:buNone/>
              <a:tabLst/>
              <a:defRPr/>
            </a:pPr>
            <a:fld id="{36FB1E71-4690-4FD4-BBCF-A3779CD52565}" type="slidenum">
              <a:rPr kumimoji="0" lang="en-IN" sz="12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685800" rtl="0" eaLnBrk="1" fontAlgn="base" latinLnBrk="0" hangingPunct="1">
                <a:lnSpc>
                  <a:spcPct val="100000"/>
                </a:lnSpc>
                <a:spcBef>
                  <a:spcPct val="0"/>
                </a:spcBef>
                <a:spcAft>
                  <a:spcPct val="0"/>
                </a:spcAft>
                <a:buClrTx/>
                <a:buSzTx/>
                <a:buFontTx/>
                <a:buNone/>
                <a:tabLst/>
                <a:defRPr/>
              </a:pPr>
              <a:t>‹#›</a:t>
            </a:fld>
            <a:endParaRPr kumimoji="0" lang="en-IN" sz="12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80888930"/>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Date Placeholder 2"/>
          <p:cNvSpPr>
            <a:spLocks noGrp="1"/>
          </p:cNvSpPr>
          <p:nvPr>
            <p:ph type="dt" sz="half" idx="10"/>
          </p:nvPr>
        </p:nvSpPr>
        <p:spPr>
          <a:xfrm>
            <a:off x="457200" y="6356352"/>
            <a:ext cx="2133600" cy="365125"/>
          </a:xfrm>
          <a:prstGeom prst="rect">
            <a:avLst/>
          </a:prstGeom>
        </p:spPr>
        <p:txBody>
          <a:bodyPr/>
          <a:lstStyle>
            <a:lvl1pPr>
              <a:defRPr/>
            </a:lvl1pPr>
          </a:lstStyle>
          <a:p>
            <a:pPr marL="0" marR="0" lvl="0" indent="0" algn="l" defTabSz="685800" rtl="0" eaLnBrk="1" fontAlgn="base" latinLnBrk="0" hangingPunct="1">
              <a:lnSpc>
                <a:spcPct val="100000"/>
              </a:lnSpc>
              <a:spcBef>
                <a:spcPct val="0"/>
              </a:spcBef>
              <a:spcAft>
                <a:spcPct val="0"/>
              </a:spcAft>
              <a:buClrTx/>
              <a:buSzTx/>
              <a:buFontTx/>
              <a:buNone/>
              <a:tabLst/>
              <a:defRPr/>
            </a:pPr>
            <a:fld id="{4CDB21C6-0923-4961-A20F-7A28DB072D10}" type="datetime3">
              <a:rPr kumimoji="0" lang="en-US" sz="12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685800" rtl="0" eaLnBrk="1" fontAlgn="base" latinLnBrk="0" hangingPunct="1">
                <a:lnSpc>
                  <a:spcPct val="100000"/>
                </a:lnSpc>
                <a:spcBef>
                  <a:spcPct val="0"/>
                </a:spcBef>
                <a:spcAft>
                  <a:spcPct val="0"/>
                </a:spcAft>
                <a:buClrTx/>
                <a:buSzTx/>
                <a:buFontTx/>
                <a:buNone/>
                <a:tabLst/>
                <a:defRPr/>
              </a:pPr>
              <a:t>17 January 2026</a:t>
            </a:fld>
            <a:endParaRPr kumimoji="0" lang="en-IN" sz="1200" b="0" i="0" u="none" strike="noStrike" kern="1200" cap="none" spc="0" normalizeH="0" baseline="0" noProof="0">
              <a:ln>
                <a:noFill/>
              </a:ln>
              <a:solidFill>
                <a:prstClr val="black"/>
              </a:solidFill>
              <a:effectLst/>
              <a:uLnTx/>
              <a:uFillTx/>
              <a:latin typeface="Tahoma" charset="0"/>
              <a:ea typeface="+mn-ea"/>
              <a:cs typeface="+mn-cs"/>
            </a:endParaRPr>
          </a:p>
        </p:txBody>
      </p:sp>
      <p:sp>
        <p:nvSpPr>
          <p:cNvPr id="4" name="Footer Placeholder 3"/>
          <p:cNvSpPr>
            <a:spLocks noGrp="1"/>
          </p:cNvSpPr>
          <p:nvPr>
            <p:ph type="ftr" sz="quarter" idx="11"/>
          </p:nvPr>
        </p:nvSpPr>
        <p:spPr>
          <a:xfrm>
            <a:off x="3124200" y="6356352"/>
            <a:ext cx="2895600" cy="365125"/>
          </a:xfrm>
          <a:prstGeom prst="rect">
            <a:avLst/>
          </a:prstGeom>
        </p:spPr>
        <p:txBody>
          <a:bodyPr/>
          <a:lstStyle>
            <a:lvl1pPr>
              <a:defRPr/>
            </a:lvl1pPr>
          </a:lstStyle>
          <a:p>
            <a:pPr marL="0" marR="0" lvl="0" indent="0" algn="l" defTabSz="6858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2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Slide Number Placeholder 4"/>
          <p:cNvSpPr>
            <a:spLocks noGrp="1"/>
          </p:cNvSpPr>
          <p:nvPr>
            <p:ph type="sldNum" sz="quarter" idx="12"/>
          </p:nvPr>
        </p:nvSpPr>
        <p:spPr>
          <a:xfrm>
            <a:off x="6553200" y="6356352"/>
            <a:ext cx="2133600" cy="365125"/>
          </a:xfrm>
          <a:prstGeom prst="rect">
            <a:avLst/>
          </a:prstGeom>
        </p:spPr>
        <p:txBody>
          <a:bodyPr/>
          <a:lstStyle>
            <a:lvl1pPr>
              <a:defRPr/>
            </a:lvl1pPr>
          </a:lstStyle>
          <a:p>
            <a:pPr marL="0" marR="0" lvl="0" indent="0" algn="l" defTabSz="685800" rtl="0" eaLnBrk="1" fontAlgn="base" latinLnBrk="0" hangingPunct="1">
              <a:lnSpc>
                <a:spcPct val="100000"/>
              </a:lnSpc>
              <a:spcBef>
                <a:spcPct val="0"/>
              </a:spcBef>
              <a:spcAft>
                <a:spcPct val="0"/>
              </a:spcAft>
              <a:buClrTx/>
              <a:buSzTx/>
              <a:buFontTx/>
              <a:buNone/>
              <a:tabLst/>
              <a:defRPr/>
            </a:pPr>
            <a:fld id="{9FD64774-6889-4F3F-87B3-82AF987C97C8}" type="slidenum">
              <a:rPr kumimoji="0" lang="en-IN" sz="12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685800" rtl="0" eaLnBrk="1" fontAlgn="base" latinLnBrk="0" hangingPunct="1">
                <a:lnSpc>
                  <a:spcPct val="100000"/>
                </a:lnSpc>
                <a:spcBef>
                  <a:spcPct val="0"/>
                </a:spcBef>
                <a:spcAft>
                  <a:spcPct val="0"/>
                </a:spcAft>
                <a:buClrTx/>
                <a:buSzTx/>
                <a:buFontTx/>
                <a:buNone/>
                <a:tabLst/>
                <a:defRPr/>
              </a:pPr>
              <a:t>‹#›</a:t>
            </a:fld>
            <a:endParaRPr kumimoji="0" lang="en-IN" sz="12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40130898"/>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2"/>
            <a:ext cx="2133600" cy="365125"/>
          </a:xfrm>
          <a:prstGeom prst="rect">
            <a:avLst/>
          </a:prstGeom>
        </p:spPr>
        <p:txBody>
          <a:bodyPr/>
          <a:lstStyle>
            <a:lvl1pPr>
              <a:defRPr/>
            </a:lvl1pPr>
          </a:lstStyle>
          <a:p>
            <a:pPr marL="0" marR="0" lvl="0" indent="0" algn="l" defTabSz="685800" rtl="0" eaLnBrk="1" fontAlgn="base" latinLnBrk="0" hangingPunct="1">
              <a:lnSpc>
                <a:spcPct val="100000"/>
              </a:lnSpc>
              <a:spcBef>
                <a:spcPct val="0"/>
              </a:spcBef>
              <a:spcAft>
                <a:spcPct val="0"/>
              </a:spcAft>
              <a:buClrTx/>
              <a:buSzTx/>
              <a:buFontTx/>
              <a:buNone/>
              <a:tabLst/>
              <a:defRPr/>
            </a:pPr>
            <a:fld id="{53870F50-75AD-42BD-9FCC-315508736187}" type="datetime3">
              <a:rPr kumimoji="0" lang="en-US" sz="12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685800" rtl="0" eaLnBrk="1" fontAlgn="base" latinLnBrk="0" hangingPunct="1">
                <a:lnSpc>
                  <a:spcPct val="100000"/>
                </a:lnSpc>
                <a:spcBef>
                  <a:spcPct val="0"/>
                </a:spcBef>
                <a:spcAft>
                  <a:spcPct val="0"/>
                </a:spcAft>
                <a:buClrTx/>
                <a:buSzTx/>
                <a:buFontTx/>
                <a:buNone/>
                <a:tabLst/>
                <a:defRPr/>
              </a:pPr>
              <a:t>17 January 2026</a:t>
            </a:fld>
            <a:endParaRPr kumimoji="0" lang="en-IN" sz="1200" b="0" i="0" u="none" strike="noStrike" kern="1200" cap="none" spc="0" normalizeH="0" baseline="0" noProof="0">
              <a:ln>
                <a:noFill/>
              </a:ln>
              <a:solidFill>
                <a:prstClr val="black"/>
              </a:solidFill>
              <a:effectLst/>
              <a:uLnTx/>
              <a:uFillTx/>
              <a:latin typeface="Tahoma" charset="0"/>
              <a:ea typeface="+mn-ea"/>
              <a:cs typeface="+mn-cs"/>
            </a:endParaRPr>
          </a:p>
        </p:txBody>
      </p:sp>
      <p:sp>
        <p:nvSpPr>
          <p:cNvPr id="3" name="Footer Placeholder 2"/>
          <p:cNvSpPr>
            <a:spLocks noGrp="1"/>
          </p:cNvSpPr>
          <p:nvPr>
            <p:ph type="ftr" sz="quarter" idx="11"/>
          </p:nvPr>
        </p:nvSpPr>
        <p:spPr>
          <a:xfrm>
            <a:off x="3124200" y="6356352"/>
            <a:ext cx="2895600" cy="365125"/>
          </a:xfrm>
          <a:prstGeom prst="rect">
            <a:avLst/>
          </a:prstGeom>
        </p:spPr>
        <p:txBody>
          <a:bodyPr/>
          <a:lstStyle>
            <a:lvl1pPr>
              <a:defRPr/>
            </a:lvl1pPr>
          </a:lstStyle>
          <a:p>
            <a:pPr marL="0" marR="0" lvl="0" indent="0" algn="l" defTabSz="6858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200" b="0" i="0" u="none" strike="noStrike" kern="1200" cap="none" spc="0" normalizeH="0" baseline="0" noProof="0">
              <a:ln>
                <a:noFill/>
              </a:ln>
              <a:solidFill>
                <a:prstClr val="black"/>
              </a:solidFill>
              <a:effectLst/>
              <a:uLnTx/>
              <a:uFillTx/>
              <a:latin typeface="Tahoma" charset="0"/>
              <a:ea typeface="+mn-ea"/>
              <a:cs typeface="+mn-cs"/>
            </a:endParaRPr>
          </a:p>
        </p:txBody>
      </p:sp>
      <p:sp>
        <p:nvSpPr>
          <p:cNvPr id="4" name="Slide Number Placeholder 3"/>
          <p:cNvSpPr>
            <a:spLocks noGrp="1"/>
          </p:cNvSpPr>
          <p:nvPr>
            <p:ph type="sldNum" sz="quarter" idx="12"/>
          </p:nvPr>
        </p:nvSpPr>
        <p:spPr>
          <a:xfrm>
            <a:off x="6553200" y="6356352"/>
            <a:ext cx="2133600" cy="365125"/>
          </a:xfrm>
          <a:prstGeom prst="rect">
            <a:avLst/>
          </a:prstGeom>
        </p:spPr>
        <p:txBody>
          <a:bodyPr/>
          <a:lstStyle>
            <a:lvl1pPr>
              <a:defRPr/>
            </a:lvl1pPr>
          </a:lstStyle>
          <a:p>
            <a:pPr marL="0" marR="0" lvl="0" indent="0" algn="l" defTabSz="685800" rtl="0" eaLnBrk="1" fontAlgn="base" latinLnBrk="0" hangingPunct="1">
              <a:lnSpc>
                <a:spcPct val="100000"/>
              </a:lnSpc>
              <a:spcBef>
                <a:spcPct val="0"/>
              </a:spcBef>
              <a:spcAft>
                <a:spcPct val="0"/>
              </a:spcAft>
              <a:buClrTx/>
              <a:buSzTx/>
              <a:buFontTx/>
              <a:buNone/>
              <a:tabLst/>
              <a:defRPr/>
            </a:pPr>
            <a:fld id="{102715D1-A74F-4481-8AFF-0CF19F1A4227}" type="slidenum">
              <a:rPr kumimoji="0" lang="en-IN" sz="12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685800" rtl="0" eaLnBrk="1" fontAlgn="base" latinLnBrk="0" hangingPunct="1">
                <a:lnSpc>
                  <a:spcPct val="100000"/>
                </a:lnSpc>
                <a:spcBef>
                  <a:spcPct val="0"/>
                </a:spcBef>
                <a:spcAft>
                  <a:spcPct val="0"/>
                </a:spcAft>
                <a:buClrTx/>
                <a:buSzTx/>
                <a:buFontTx/>
                <a:buNone/>
                <a:tabLst/>
                <a:defRPr/>
              </a:pPr>
              <a:t>‹#›</a:t>
            </a:fld>
            <a:endParaRPr kumimoji="0" lang="en-IN" sz="12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2051361801"/>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a:prstGeom prst="rect">
            <a:avLst/>
          </a:prstGeom>
        </p:spPr>
        <p:txBody>
          <a:bodyPr anchor="b"/>
          <a:lstStyle>
            <a:lvl1pPr algn="l">
              <a:defRPr sz="1500" b="1"/>
            </a:lvl1pPr>
          </a:lstStyle>
          <a:p>
            <a:r>
              <a:rPr lang="en-US"/>
              <a:t>Click to edit Master title style</a:t>
            </a:r>
            <a:endParaRPr lang="en-IN"/>
          </a:p>
        </p:txBody>
      </p:sp>
      <p:sp>
        <p:nvSpPr>
          <p:cNvPr id="3" name="Content Placeholder 2"/>
          <p:cNvSpPr>
            <a:spLocks noGrp="1"/>
          </p:cNvSpPr>
          <p:nvPr>
            <p:ph idx="1"/>
          </p:nvPr>
        </p:nvSpPr>
        <p:spPr>
          <a:xfrm>
            <a:off x="3575050" y="273052"/>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a:xfrm>
            <a:off x="457200" y="6356352"/>
            <a:ext cx="2133600" cy="365125"/>
          </a:xfrm>
          <a:prstGeom prst="rect">
            <a:avLst/>
          </a:prstGeom>
        </p:spPr>
        <p:txBody>
          <a:bodyPr/>
          <a:lstStyle>
            <a:lvl1pPr>
              <a:defRPr/>
            </a:lvl1pPr>
          </a:lstStyle>
          <a:p>
            <a:pPr marL="0" marR="0" lvl="0" indent="0" algn="l" defTabSz="685800" rtl="0" eaLnBrk="1" fontAlgn="base" latinLnBrk="0" hangingPunct="1">
              <a:lnSpc>
                <a:spcPct val="100000"/>
              </a:lnSpc>
              <a:spcBef>
                <a:spcPct val="0"/>
              </a:spcBef>
              <a:spcAft>
                <a:spcPct val="0"/>
              </a:spcAft>
              <a:buClrTx/>
              <a:buSzTx/>
              <a:buFontTx/>
              <a:buNone/>
              <a:tabLst/>
              <a:defRPr/>
            </a:pPr>
            <a:fld id="{CABDD43D-E7AE-4424-AE04-B9CE5412EE81}" type="datetime3">
              <a:rPr kumimoji="0" lang="en-US" sz="12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685800" rtl="0" eaLnBrk="1" fontAlgn="base" latinLnBrk="0" hangingPunct="1">
                <a:lnSpc>
                  <a:spcPct val="100000"/>
                </a:lnSpc>
                <a:spcBef>
                  <a:spcPct val="0"/>
                </a:spcBef>
                <a:spcAft>
                  <a:spcPct val="0"/>
                </a:spcAft>
                <a:buClrTx/>
                <a:buSzTx/>
                <a:buFontTx/>
                <a:buNone/>
                <a:tabLst/>
                <a:defRPr/>
              </a:pPr>
              <a:t>17 January 2026</a:t>
            </a:fld>
            <a:endParaRPr kumimoji="0" lang="en-IN" sz="12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Footer Placeholder 5"/>
          <p:cNvSpPr>
            <a:spLocks noGrp="1"/>
          </p:cNvSpPr>
          <p:nvPr>
            <p:ph type="ftr" sz="quarter" idx="11"/>
          </p:nvPr>
        </p:nvSpPr>
        <p:spPr>
          <a:xfrm>
            <a:off x="3124200" y="6356352"/>
            <a:ext cx="2895600" cy="365125"/>
          </a:xfrm>
          <a:prstGeom prst="rect">
            <a:avLst/>
          </a:prstGeom>
        </p:spPr>
        <p:txBody>
          <a:bodyPr/>
          <a:lstStyle>
            <a:lvl1pPr>
              <a:defRPr/>
            </a:lvl1pPr>
          </a:lstStyle>
          <a:p>
            <a:pPr marL="0" marR="0" lvl="0" indent="0" algn="l" defTabSz="6858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200" b="0" i="0" u="none" strike="noStrike" kern="1200" cap="none" spc="0" normalizeH="0" baseline="0" noProof="0">
              <a:ln>
                <a:noFill/>
              </a:ln>
              <a:solidFill>
                <a:prstClr val="black"/>
              </a:solidFill>
              <a:effectLst/>
              <a:uLnTx/>
              <a:uFillTx/>
              <a:latin typeface="Tahoma" charset="0"/>
              <a:ea typeface="+mn-ea"/>
              <a:cs typeface="+mn-cs"/>
            </a:endParaRPr>
          </a:p>
        </p:txBody>
      </p:sp>
      <p:sp>
        <p:nvSpPr>
          <p:cNvPr id="7" name="Slide Number Placeholder 6"/>
          <p:cNvSpPr>
            <a:spLocks noGrp="1"/>
          </p:cNvSpPr>
          <p:nvPr>
            <p:ph type="sldNum" sz="quarter" idx="12"/>
          </p:nvPr>
        </p:nvSpPr>
        <p:spPr>
          <a:xfrm>
            <a:off x="6553200" y="6356352"/>
            <a:ext cx="2133600" cy="365125"/>
          </a:xfrm>
          <a:prstGeom prst="rect">
            <a:avLst/>
          </a:prstGeom>
        </p:spPr>
        <p:txBody>
          <a:bodyPr/>
          <a:lstStyle>
            <a:lvl1pPr>
              <a:defRPr/>
            </a:lvl1pPr>
          </a:lstStyle>
          <a:p>
            <a:pPr marL="0" marR="0" lvl="0" indent="0" algn="l" defTabSz="685800" rtl="0" eaLnBrk="1" fontAlgn="base" latinLnBrk="0" hangingPunct="1">
              <a:lnSpc>
                <a:spcPct val="100000"/>
              </a:lnSpc>
              <a:spcBef>
                <a:spcPct val="0"/>
              </a:spcBef>
              <a:spcAft>
                <a:spcPct val="0"/>
              </a:spcAft>
              <a:buClrTx/>
              <a:buSzTx/>
              <a:buFontTx/>
              <a:buNone/>
              <a:tabLst/>
              <a:defRPr/>
            </a:pPr>
            <a:fld id="{4B936656-7811-4E10-ABA8-C743BA19F43F}" type="slidenum">
              <a:rPr kumimoji="0" lang="en-IN" sz="12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685800" rtl="0" eaLnBrk="1" fontAlgn="base" latinLnBrk="0" hangingPunct="1">
                <a:lnSpc>
                  <a:spcPct val="100000"/>
                </a:lnSpc>
                <a:spcBef>
                  <a:spcPct val="0"/>
                </a:spcBef>
                <a:spcAft>
                  <a:spcPct val="0"/>
                </a:spcAft>
                <a:buClrTx/>
                <a:buSzTx/>
                <a:buFontTx/>
                <a:buNone/>
                <a:tabLst/>
                <a:defRPr/>
              </a:pPr>
              <a:t>‹#›</a:t>
            </a:fld>
            <a:endParaRPr kumimoji="0" lang="en-IN" sz="12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4283007480"/>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15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Click icon to add picture</a:t>
            </a:r>
            <a:endParaRPr lang="en-IN"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a:xfrm>
            <a:off x="457200" y="6356352"/>
            <a:ext cx="2133600" cy="365125"/>
          </a:xfrm>
          <a:prstGeom prst="rect">
            <a:avLst/>
          </a:prstGeom>
        </p:spPr>
        <p:txBody>
          <a:bodyPr/>
          <a:lstStyle>
            <a:lvl1pPr>
              <a:defRPr/>
            </a:lvl1pPr>
          </a:lstStyle>
          <a:p>
            <a:pPr marL="0" marR="0" lvl="0" indent="0" algn="l" defTabSz="685800" rtl="0" eaLnBrk="1" fontAlgn="base" latinLnBrk="0" hangingPunct="1">
              <a:lnSpc>
                <a:spcPct val="100000"/>
              </a:lnSpc>
              <a:spcBef>
                <a:spcPct val="0"/>
              </a:spcBef>
              <a:spcAft>
                <a:spcPct val="0"/>
              </a:spcAft>
              <a:buClrTx/>
              <a:buSzTx/>
              <a:buFontTx/>
              <a:buNone/>
              <a:tabLst/>
              <a:defRPr/>
            </a:pPr>
            <a:fld id="{87A21FB6-D61F-403D-94D9-B19EE8A5BC42}" type="datetime3">
              <a:rPr kumimoji="0" lang="en-US" sz="12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685800" rtl="0" eaLnBrk="1" fontAlgn="base" latinLnBrk="0" hangingPunct="1">
                <a:lnSpc>
                  <a:spcPct val="100000"/>
                </a:lnSpc>
                <a:spcBef>
                  <a:spcPct val="0"/>
                </a:spcBef>
                <a:spcAft>
                  <a:spcPct val="0"/>
                </a:spcAft>
                <a:buClrTx/>
                <a:buSzTx/>
                <a:buFontTx/>
                <a:buNone/>
                <a:tabLst/>
                <a:defRPr/>
              </a:pPr>
              <a:t>17 January 2026</a:t>
            </a:fld>
            <a:endParaRPr kumimoji="0" lang="en-IN" sz="12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Footer Placeholder 5"/>
          <p:cNvSpPr>
            <a:spLocks noGrp="1"/>
          </p:cNvSpPr>
          <p:nvPr>
            <p:ph type="ftr" sz="quarter" idx="11"/>
          </p:nvPr>
        </p:nvSpPr>
        <p:spPr>
          <a:xfrm>
            <a:off x="3124200" y="6356352"/>
            <a:ext cx="2895600" cy="365125"/>
          </a:xfrm>
          <a:prstGeom prst="rect">
            <a:avLst/>
          </a:prstGeom>
        </p:spPr>
        <p:txBody>
          <a:bodyPr/>
          <a:lstStyle>
            <a:lvl1pPr>
              <a:defRPr/>
            </a:lvl1pPr>
          </a:lstStyle>
          <a:p>
            <a:pPr marL="0" marR="0" lvl="0" indent="0" algn="l" defTabSz="6858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200" b="0" i="0" u="none" strike="noStrike" kern="1200" cap="none" spc="0" normalizeH="0" baseline="0" noProof="0">
              <a:ln>
                <a:noFill/>
              </a:ln>
              <a:solidFill>
                <a:prstClr val="black"/>
              </a:solidFill>
              <a:effectLst/>
              <a:uLnTx/>
              <a:uFillTx/>
              <a:latin typeface="Tahoma" charset="0"/>
              <a:ea typeface="+mn-ea"/>
              <a:cs typeface="+mn-cs"/>
            </a:endParaRPr>
          </a:p>
        </p:txBody>
      </p:sp>
      <p:sp>
        <p:nvSpPr>
          <p:cNvPr id="7" name="Slide Number Placeholder 6"/>
          <p:cNvSpPr>
            <a:spLocks noGrp="1"/>
          </p:cNvSpPr>
          <p:nvPr>
            <p:ph type="sldNum" sz="quarter" idx="12"/>
          </p:nvPr>
        </p:nvSpPr>
        <p:spPr>
          <a:xfrm>
            <a:off x="6553200" y="6356352"/>
            <a:ext cx="2133600" cy="365125"/>
          </a:xfrm>
          <a:prstGeom prst="rect">
            <a:avLst/>
          </a:prstGeom>
        </p:spPr>
        <p:txBody>
          <a:bodyPr/>
          <a:lstStyle>
            <a:lvl1pPr>
              <a:defRPr/>
            </a:lvl1pPr>
          </a:lstStyle>
          <a:p>
            <a:pPr marL="0" marR="0" lvl="0" indent="0" algn="l" defTabSz="685800" rtl="0" eaLnBrk="1" fontAlgn="base" latinLnBrk="0" hangingPunct="1">
              <a:lnSpc>
                <a:spcPct val="100000"/>
              </a:lnSpc>
              <a:spcBef>
                <a:spcPct val="0"/>
              </a:spcBef>
              <a:spcAft>
                <a:spcPct val="0"/>
              </a:spcAft>
              <a:buClrTx/>
              <a:buSzTx/>
              <a:buFontTx/>
              <a:buNone/>
              <a:tabLst/>
              <a:defRPr/>
            </a:pPr>
            <a:fld id="{7A0E505A-A9CD-4645-BB6F-663BC8294A50}" type="slidenum">
              <a:rPr kumimoji="0" lang="en-IN" sz="12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685800" rtl="0" eaLnBrk="1" fontAlgn="base" latinLnBrk="0" hangingPunct="1">
                <a:lnSpc>
                  <a:spcPct val="100000"/>
                </a:lnSpc>
                <a:spcBef>
                  <a:spcPct val="0"/>
                </a:spcBef>
                <a:spcAft>
                  <a:spcPct val="0"/>
                </a:spcAft>
                <a:buClrTx/>
                <a:buSzTx/>
                <a:buFontTx/>
                <a:buNone/>
                <a:tabLst/>
                <a:defRPr/>
              </a:pPr>
              <a:t>‹#›</a:t>
            </a:fld>
            <a:endParaRPr kumimoji="0" lang="en-IN" sz="12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1977499043"/>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457200" y="6356352"/>
            <a:ext cx="2133600" cy="365125"/>
          </a:xfrm>
          <a:prstGeom prst="rect">
            <a:avLst/>
          </a:prstGeom>
        </p:spPr>
        <p:txBody>
          <a:bodyPr/>
          <a:lstStyle>
            <a:lvl1pPr>
              <a:defRPr/>
            </a:lvl1pPr>
          </a:lstStyle>
          <a:p>
            <a:pPr marL="0" marR="0" lvl="0" indent="0" algn="l" defTabSz="685800" rtl="0" eaLnBrk="1" fontAlgn="base" latinLnBrk="0" hangingPunct="1">
              <a:lnSpc>
                <a:spcPct val="100000"/>
              </a:lnSpc>
              <a:spcBef>
                <a:spcPct val="0"/>
              </a:spcBef>
              <a:spcAft>
                <a:spcPct val="0"/>
              </a:spcAft>
              <a:buClrTx/>
              <a:buSzTx/>
              <a:buFontTx/>
              <a:buNone/>
              <a:tabLst/>
              <a:defRPr/>
            </a:pPr>
            <a:fld id="{983D0BE5-B565-4932-BADA-8E47D0D5B9DE}" type="datetime3">
              <a:rPr kumimoji="0" lang="en-US" sz="12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685800" rtl="0" eaLnBrk="1" fontAlgn="base" latinLnBrk="0" hangingPunct="1">
                <a:lnSpc>
                  <a:spcPct val="100000"/>
                </a:lnSpc>
                <a:spcBef>
                  <a:spcPct val="0"/>
                </a:spcBef>
                <a:spcAft>
                  <a:spcPct val="0"/>
                </a:spcAft>
                <a:buClrTx/>
                <a:buSzTx/>
                <a:buFontTx/>
                <a:buNone/>
                <a:tabLst/>
                <a:defRPr/>
              </a:pPr>
              <a:t>17 January 2026</a:t>
            </a:fld>
            <a:endParaRPr kumimoji="0" lang="en-IN" sz="12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Footer Placeholder 4"/>
          <p:cNvSpPr>
            <a:spLocks noGrp="1"/>
          </p:cNvSpPr>
          <p:nvPr>
            <p:ph type="ftr" sz="quarter" idx="11"/>
          </p:nvPr>
        </p:nvSpPr>
        <p:spPr>
          <a:xfrm>
            <a:off x="3124200" y="6356352"/>
            <a:ext cx="2895600" cy="365125"/>
          </a:xfrm>
          <a:prstGeom prst="rect">
            <a:avLst/>
          </a:prstGeom>
        </p:spPr>
        <p:txBody>
          <a:bodyPr/>
          <a:lstStyle>
            <a:lvl1pPr>
              <a:defRPr/>
            </a:lvl1pPr>
          </a:lstStyle>
          <a:p>
            <a:pPr marL="0" marR="0" lvl="0" indent="0" algn="l" defTabSz="6858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2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Slide Number Placeholder 5"/>
          <p:cNvSpPr>
            <a:spLocks noGrp="1"/>
          </p:cNvSpPr>
          <p:nvPr>
            <p:ph type="sldNum" sz="quarter" idx="12"/>
          </p:nvPr>
        </p:nvSpPr>
        <p:spPr>
          <a:xfrm>
            <a:off x="6553200" y="6356352"/>
            <a:ext cx="2133600" cy="365125"/>
          </a:xfrm>
          <a:prstGeom prst="rect">
            <a:avLst/>
          </a:prstGeom>
        </p:spPr>
        <p:txBody>
          <a:bodyPr/>
          <a:lstStyle>
            <a:lvl1pPr>
              <a:defRPr/>
            </a:lvl1pPr>
          </a:lstStyle>
          <a:p>
            <a:pPr marL="0" marR="0" lvl="0" indent="0" algn="l" defTabSz="685800" rtl="0" eaLnBrk="1" fontAlgn="base" latinLnBrk="0" hangingPunct="1">
              <a:lnSpc>
                <a:spcPct val="100000"/>
              </a:lnSpc>
              <a:spcBef>
                <a:spcPct val="0"/>
              </a:spcBef>
              <a:spcAft>
                <a:spcPct val="0"/>
              </a:spcAft>
              <a:buClrTx/>
              <a:buSzTx/>
              <a:buFontTx/>
              <a:buNone/>
              <a:tabLst/>
              <a:defRPr/>
            </a:pPr>
            <a:fld id="{0FB21827-D599-4054-9CED-35F966873CDF}" type="slidenum">
              <a:rPr kumimoji="0" lang="en-IN" sz="12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685800" rtl="0" eaLnBrk="1" fontAlgn="base" latinLnBrk="0" hangingPunct="1">
                <a:lnSpc>
                  <a:spcPct val="100000"/>
                </a:lnSpc>
                <a:spcBef>
                  <a:spcPct val="0"/>
                </a:spcBef>
                <a:spcAft>
                  <a:spcPct val="0"/>
                </a:spcAft>
                <a:buClrTx/>
                <a:buSzTx/>
                <a:buFontTx/>
                <a:buNone/>
                <a:tabLst/>
                <a:defRPr/>
              </a:pPr>
              <a:t>‹#›</a:t>
            </a:fld>
            <a:endParaRPr kumimoji="0" lang="en-IN" sz="12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2656736491"/>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0"/>
            <a:ext cx="2057400" cy="5851525"/>
          </a:xfrm>
          <a:prstGeom prst="rect">
            <a:avLst/>
          </a:prstGeo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4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457200" y="6356352"/>
            <a:ext cx="2133600" cy="365125"/>
          </a:xfrm>
          <a:prstGeom prst="rect">
            <a:avLst/>
          </a:prstGeom>
        </p:spPr>
        <p:txBody>
          <a:bodyPr/>
          <a:lstStyle>
            <a:lvl1pPr>
              <a:defRPr/>
            </a:lvl1pPr>
          </a:lstStyle>
          <a:p>
            <a:pPr marL="0" marR="0" lvl="0" indent="0" algn="l" defTabSz="685800" rtl="0" eaLnBrk="1" fontAlgn="base" latinLnBrk="0" hangingPunct="1">
              <a:lnSpc>
                <a:spcPct val="100000"/>
              </a:lnSpc>
              <a:spcBef>
                <a:spcPct val="0"/>
              </a:spcBef>
              <a:spcAft>
                <a:spcPct val="0"/>
              </a:spcAft>
              <a:buClrTx/>
              <a:buSzTx/>
              <a:buFontTx/>
              <a:buNone/>
              <a:tabLst/>
              <a:defRPr/>
            </a:pPr>
            <a:fld id="{A2E116E8-DA5F-42E5-B0B1-9907E32B06B3}" type="datetime3">
              <a:rPr kumimoji="0" lang="en-US" sz="12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685800" rtl="0" eaLnBrk="1" fontAlgn="base" latinLnBrk="0" hangingPunct="1">
                <a:lnSpc>
                  <a:spcPct val="100000"/>
                </a:lnSpc>
                <a:spcBef>
                  <a:spcPct val="0"/>
                </a:spcBef>
                <a:spcAft>
                  <a:spcPct val="0"/>
                </a:spcAft>
                <a:buClrTx/>
                <a:buSzTx/>
                <a:buFontTx/>
                <a:buNone/>
                <a:tabLst/>
                <a:defRPr/>
              </a:pPr>
              <a:t>17 January 2026</a:t>
            </a:fld>
            <a:endParaRPr kumimoji="0" lang="en-IN" sz="12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Footer Placeholder 4"/>
          <p:cNvSpPr>
            <a:spLocks noGrp="1"/>
          </p:cNvSpPr>
          <p:nvPr>
            <p:ph type="ftr" sz="quarter" idx="11"/>
          </p:nvPr>
        </p:nvSpPr>
        <p:spPr>
          <a:xfrm>
            <a:off x="3124200" y="6356352"/>
            <a:ext cx="2895600" cy="365125"/>
          </a:xfrm>
          <a:prstGeom prst="rect">
            <a:avLst/>
          </a:prstGeom>
        </p:spPr>
        <p:txBody>
          <a:bodyPr/>
          <a:lstStyle>
            <a:lvl1pPr>
              <a:defRPr/>
            </a:lvl1pPr>
          </a:lstStyle>
          <a:p>
            <a:pPr marL="0" marR="0" lvl="0" indent="0" algn="l" defTabSz="6858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Tahoma" charset="0"/>
                <a:ea typeface="+mn-ea"/>
                <a:cs typeface="+mn-cs"/>
              </a:rPr>
              <a:t>IS ZC464, Machine Learning</a:t>
            </a:r>
            <a:endParaRPr kumimoji="0" lang="en-IN" sz="12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Slide Number Placeholder 5"/>
          <p:cNvSpPr>
            <a:spLocks noGrp="1"/>
          </p:cNvSpPr>
          <p:nvPr>
            <p:ph type="sldNum" sz="quarter" idx="12"/>
          </p:nvPr>
        </p:nvSpPr>
        <p:spPr>
          <a:xfrm>
            <a:off x="6553200" y="6356352"/>
            <a:ext cx="2133600" cy="365125"/>
          </a:xfrm>
          <a:prstGeom prst="rect">
            <a:avLst/>
          </a:prstGeom>
        </p:spPr>
        <p:txBody>
          <a:bodyPr/>
          <a:lstStyle>
            <a:lvl1pPr>
              <a:defRPr/>
            </a:lvl1pPr>
          </a:lstStyle>
          <a:p>
            <a:pPr marL="0" marR="0" lvl="0" indent="0" algn="l" defTabSz="685800" rtl="0" eaLnBrk="1" fontAlgn="base" latinLnBrk="0" hangingPunct="1">
              <a:lnSpc>
                <a:spcPct val="100000"/>
              </a:lnSpc>
              <a:spcBef>
                <a:spcPct val="0"/>
              </a:spcBef>
              <a:spcAft>
                <a:spcPct val="0"/>
              </a:spcAft>
              <a:buClrTx/>
              <a:buSzTx/>
              <a:buFontTx/>
              <a:buNone/>
              <a:tabLst/>
              <a:defRPr/>
            </a:pPr>
            <a:fld id="{56872A46-881B-4CE5-A377-400F5AC5756F}" type="slidenum">
              <a:rPr kumimoji="0" lang="en-IN" sz="12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685800" rtl="0" eaLnBrk="1" fontAlgn="base" latinLnBrk="0" hangingPunct="1">
                <a:lnSpc>
                  <a:spcPct val="100000"/>
                </a:lnSpc>
                <a:spcBef>
                  <a:spcPct val="0"/>
                </a:spcBef>
                <a:spcAft>
                  <a:spcPct val="0"/>
                </a:spcAft>
                <a:buClrTx/>
                <a:buSzTx/>
                <a:buFontTx/>
                <a:buNone/>
                <a:tabLst/>
                <a:defRPr/>
              </a:pPr>
              <a:t>‹#›</a:t>
            </a:fld>
            <a:endParaRPr kumimoji="0" lang="en-IN" sz="12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4068534724"/>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4" name="TextBox 3"/>
          <p:cNvSpPr txBox="1"/>
          <p:nvPr userDrawn="1"/>
        </p:nvSpPr>
        <p:spPr>
          <a:xfrm>
            <a:off x="3276600" y="6596065"/>
            <a:ext cx="5867400" cy="219291"/>
          </a:xfrm>
          <a:prstGeom prst="rect">
            <a:avLst/>
          </a:prstGeom>
          <a:noFill/>
        </p:spPr>
        <p:txBody>
          <a:bodyPr>
            <a:spAutoFit/>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kumimoji="0" lang="en-US" sz="825" b="1" i="0" u="none" strike="noStrike" kern="1200" cap="none" spc="0" normalizeH="0" baseline="0" noProof="0" dirty="0">
                <a:ln>
                  <a:noFill/>
                </a:ln>
                <a:solidFill>
                  <a:srgbClr val="101141"/>
                </a:solidFill>
                <a:effectLst/>
                <a:uLnTx/>
                <a:uFillTx/>
                <a:latin typeface="Arial"/>
                <a:ea typeface="+mn-ea"/>
                <a:cs typeface="Arial"/>
              </a:rPr>
              <a:t>BITS </a:t>
            </a:r>
            <a:r>
              <a:rPr kumimoji="0" lang="en-US" sz="825" b="0" i="0" u="none" strike="noStrike" kern="1200" cap="none" spc="0" normalizeH="0" baseline="0" noProof="0" dirty="0">
                <a:ln>
                  <a:noFill/>
                </a:ln>
                <a:solidFill>
                  <a:srgbClr val="101141"/>
                </a:solidFill>
                <a:effectLst/>
                <a:uLnTx/>
                <a:uFillTx/>
                <a:latin typeface="Arial"/>
                <a:ea typeface="+mn-ea"/>
                <a:cs typeface="Arial"/>
              </a:rPr>
              <a:t>Pilani, Pilani Campus</a:t>
            </a:r>
          </a:p>
        </p:txBody>
      </p:sp>
      <p:grpSp>
        <p:nvGrpSpPr>
          <p:cNvPr id="2" name="Group 11"/>
          <p:cNvGrpSpPr>
            <a:grpSpLocks/>
          </p:cNvGrpSpPr>
          <p:nvPr userDrawn="1"/>
        </p:nvGrpSpPr>
        <p:grpSpPr bwMode="auto">
          <a:xfrm>
            <a:off x="2084388" y="6550027"/>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1" descr="Picture 7.png"/>
          <p:cNvPicPr>
            <a:picLocks noChangeAspect="1"/>
          </p:cNvPicPr>
          <p:nvPr userDrawn="1"/>
        </p:nvPicPr>
        <p:blipFill>
          <a:blip r:embed="rId2"/>
          <a:srcRect l="1923" b="5336"/>
          <a:stretch>
            <a:fillRect/>
          </a:stretch>
        </p:blipFill>
        <p:spPr bwMode="auto">
          <a:xfrm>
            <a:off x="6629401" y="0"/>
            <a:ext cx="2193925" cy="692150"/>
          </a:xfrm>
          <a:prstGeom prst="rect">
            <a:avLst/>
          </a:prstGeom>
          <a:noFill/>
          <a:ln w="9525">
            <a:noFill/>
            <a:miter lim="800000"/>
            <a:headEnd/>
            <a:tailEnd/>
          </a:ln>
        </p:spPr>
      </p:pic>
      <p:grpSp>
        <p:nvGrpSpPr>
          <p:cNvPr id="5" name="Group 18"/>
          <p:cNvGrpSpPr>
            <a:grpSpLocks/>
          </p:cNvGrpSpPr>
          <p:nvPr userDrawn="1"/>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0" name="Group 22"/>
          <p:cNvGrpSpPr>
            <a:grpSpLocks/>
          </p:cNvGrpSpPr>
          <p:nvPr userDrawn="1"/>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grpSp>
      <p:sp>
        <p:nvSpPr>
          <p:cNvPr id="3" name="Content Placeholder 2"/>
          <p:cNvSpPr>
            <a:spLocks noGrp="1"/>
          </p:cNvSpPr>
          <p:nvPr>
            <p:ph idx="1"/>
          </p:nvPr>
        </p:nvSpPr>
        <p:spPr>
          <a:xfrm>
            <a:off x="304800" y="1493839"/>
            <a:ext cx="8229600" cy="4525963"/>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1800">
                <a:latin typeface="Arial" pitchFamily="34" charset="0"/>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616149179"/>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userDrawn="1">
  <p:cSld name="10_Title and Content">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59D15E5E-39D0-4D62-A1AE-7824B1CFC32E}"/>
              </a:ext>
            </a:extLst>
          </p:cNvPr>
          <p:cNvSpPr/>
          <p:nvPr userDrawn="1">
            <p:custDataLst>
              <p:tags r:id="rId1"/>
            </p:custDataLst>
          </p:nvPr>
        </p:nvSpPr>
        <p:spPr>
          <a:xfrm>
            <a:off x="0" y="0"/>
            <a:ext cx="12700"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IN" sz="1200" b="0"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700560086"/>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userDrawn="1">
  <p:cSld name="9_Title and Content">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2700"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013" b="0" i="0" u="none" strike="noStrike" kern="1200" cap="none" spc="0" normalizeH="0" baseline="0" noProof="0">
              <a:ln>
                <a:noFill/>
              </a:ln>
              <a:solidFill>
                <a:prstClr val="white"/>
              </a:solidFill>
              <a:effectLst/>
              <a:uLnTx/>
              <a:uFillTx/>
              <a:latin typeface="Calibri"/>
              <a:ea typeface="+mn-ea"/>
              <a:cs typeface="+mn-cs"/>
            </a:endParaRPr>
          </a:p>
        </p:txBody>
      </p:sp>
      <p:sp>
        <p:nvSpPr>
          <p:cNvPr id="3" name="Content Placeholder 2"/>
          <p:cNvSpPr>
            <a:spLocks noGrp="1"/>
          </p:cNvSpPr>
          <p:nvPr>
            <p:ph idx="1" hasCustomPrompt="1"/>
          </p:nvPr>
        </p:nvSpPr>
        <p:spPr>
          <a:xfrm>
            <a:off x="304800" y="1493841"/>
            <a:ext cx="8229600" cy="4525963"/>
          </a:xfr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1350" u="none" strike="noStrike" kern="1200" cap="none" spc="0" normalizeH="0" noProof="0" dirty="0">
              <a:ln>
                <a:noFill/>
              </a:ln>
              <a:solidFill>
                <a:srgbClr val="101141"/>
              </a:solidFill>
              <a:effectLst/>
              <a:uLnTx/>
              <a:uFillTx/>
              <a:latin typeface="Arial"/>
              <a:cs typeface="Arial"/>
            </a:endParaRPr>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3276600" y="6596393"/>
            <a:ext cx="5867400" cy="187615"/>
          </a:xfrm>
          <a:prstGeom prst="rect">
            <a:avLst/>
          </a:prstGeom>
          <a:noFill/>
        </p:spPr>
        <p:txBody>
          <a:bodyPr wrap="square" rtlCol="0">
            <a:spAutoFit/>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kumimoji="0" lang="en-US" sz="619" b="1" i="0" u="none" strike="noStrike" kern="1200" cap="none" spc="0" normalizeH="0" baseline="0" noProof="0" dirty="0">
                <a:ln>
                  <a:noFill/>
                </a:ln>
                <a:solidFill>
                  <a:srgbClr val="101141"/>
                </a:solidFill>
                <a:effectLst/>
                <a:uLnTx/>
                <a:uFillTx/>
                <a:latin typeface="Arial"/>
                <a:ea typeface="+mn-ea"/>
                <a:cs typeface="Arial"/>
              </a:rPr>
              <a:t>BITS </a:t>
            </a:r>
            <a:r>
              <a:rPr kumimoji="0" lang="en-US" sz="619" b="0" i="0" u="none" strike="noStrike" kern="1200" cap="none" spc="0" normalizeH="0" baseline="0" noProof="0" dirty="0">
                <a:ln>
                  <a:noFill/>
                </a:ln>
                <a:solidFill>
                  <a:srgbClr val="101141"/>
                </a:solidFill>
                <a:effectLst/>
                <a:uLnTx/>
                <a:uFillTx/>
                <a:latin typeface="Arial"/>
                <a:ea typeface="+mn-ea"/>
                <a:cs typeface="Arial"/>
              </a:rPr>
              <a:t>Pilani, Deemed to be University under Section 3 of UGC Act, 1956</a:t>
            </a:r>
          </a:p>
        </p:txBody>
      </p:sp>
      <p:grpSp>
        <p:nvGrpSpPr>
          <p:cNvPr id="12" name="Group 11"/>
          <p:cNvGrpSpPr/>
          <p:nvPr userDrawn="1"/>
        </p:nvGrpSpPr>
        <p:grpSpPr>
          <a:xfrm>
            <a:off x="2083888" y="6550675"/>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013" b="0" i="0" u="none" strike="noStrike" kern="1200" cap="none" spc="0" normalizeH="0" baseline="0" noProof="0">
                <a:ln>
                  <a:noFill/>
                </a:ln>
                <a:solidFill>
                  <a:prstClr val="white"/>
                </a:solidFill>
                <a:effectLst/>
                <a:uLnTx/>
                <a:uFillTx/>
                <a:latin typeface="Calibri"/>
                <a:ea typeface="+mn-ea"/>
                <a:cs typeface="+mn-cs"/>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013" b="0" i="0" u="none" strike="noStrike" kern="1200" cap="none" spc="0" normalizeH="0" baseline="0" noProof="0">
                <a:ln>
                  <a:noFill/>
                </a:ln>
                <a:solidFill>
                  <a:prstClr val="white"/>
                </a:solidFill>
                <a:effectLst/>
                <a:uLnTx/>
                <a:uFillTx/>
                <a:latin typeface="Calibri"/>
                <a:ea typeface="+mn-ea"/>
                <a:cs typeface="+mn-cs"/>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013" b="0" i="0" u="none" strike="noStrike" kern="1200" cap="none" spc="0" normalizeH="0" baseline="0" noProof="0">
                <a:ln>
                  <a:noFill/>
                </a:ln>
                <a:solidFill>
                  <a:prstClr val="white"/>
                </a:solidFill>
                <a:effectLst/>
                <a:uLnTx/>
                <a:uFillTx/>
                <a:latin typeface="Calibri"/>
                <a:ea typeface="+mn-ea"/>
                <a:cs typeface="+mn-cs"/>
              </a:endParaRPr>
            </a:p>
          </p:txBody>
        </p:sp>
      </p:grpSp>
      <p:pic>
        <p:nvPicPr>
          <p:cNvPr id="16" name="Picture 15" descr="Picture 7.png"/>
          <p:cNvPicPr>
            <a:picLocks noChangeAspect="1"/>
          </p:cNvPicPr>
          <p:nvPr userDrawn="1"/>
        </p:nvPicPr>
        <p:blipFill>
          <a:blip r:embed="rId3" cstate="print"/>
          <a:srcRect l="1923" b="5336"/>
          <a:stretch>
            <a:fillRect/>
          </a:stretch>
        </p:blipFill>
        <p:spPr>
          <a:xfrm>
            <a:off x="6629402" y="-1"/>
            <a:ext cx="2193193" cy="692697"/>
          </a:xfrm>
          <a:prstGeom prst="rect">
            <a:avLst/>
          </a:prstGeom>
        </p:spPr>
      </p:pic>
      <p:grpSp>
        <p:nvGrpSpPr>
          <p:cNvPr id="19" name="Group 18"/>
          <p:cNvGrpSpPr/>
          <p:nvPr userDrawn="1"/>
        </p:nvGrpSpPr>
        <p:grpSpPr>
          <a:xfrm>
            <a:off x="2133600" y="6558116"/>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013" b="0" i="0" u="none" strike="noStrike" kern="1200" cap="none" spc="0" normalizeH="0" baseline="0" noProof="0">
                <a:ln>
                  <a:noFill/>
                </a:ln>
                <a:solidFill>
                  <a:prstClr val="white"/>
                </a:solidFill>
                <a:effectLst/>
                <a:uLnTx/>
                <a:uFillTx/>
                <a:latin typeface="Calibri"/>
                <a:ea typeface="+mn-ea"/>
                <a:cs typeface="+mn-cs"/>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013" b="0" i="0" u="none" strike="noStrike" kern="1200" cap="none" spc="0" normalizeH="0" baseline="0" noProof="0">
                <a:ln>
                  <a:noFill/>
                </a:ln>
                <a:solidFill>
                  <a:prstClr val="white"/>
                </a:solidFill>
                <a:effectLst/>
                <a:uLnTx/>
                <a:uFillTx/>
                <a:latin typeface="Calibri"/>
                <a:ea typeface="+mn-ea"/>
                <a:cs typeface="+mn-cs"/>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013"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23" name="Group 22"/>
          <p:cNvGrpSpPr/>
          <p:nvPr userDrawn="1"/>
        </p:nvGrpSpPr>
        <p:grpSpPr>
          <a:xfrm>
            <a:off x="0" y="1295404"/>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013" b="0" i="0" u="none" strike="noStrike" kern="1200" cap="none" spc="0" normalizeH="0" baseline="0" noProof="0">
                <a:ln>
                  <a:noFill/>
                </a:ln>
                <a:solidFill>
                  <a:prstClr val="white"/>
                </a:solidFill>
                <a:effectLst/>
                <a:uLnTx/>
                <a:uFillTx/>
                <a:latin typeface="Calibri"/>
                <a:ea typeface="+mn-ea"/>
                <a:cs typeface="+mn-cs"/>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013" b="0" i="0" u="none" strike="noStrike" kern="1200" cap="none" spc="0" normalizeH="0" baseline="0" noProof="0">
                <a:ln>
                  <a:noFill/>
                </a:ln>
                <a:solidFill>
                  <a:prstClr val="white"/>
                </a:solidFill>
                <a:effectLst/>
                <a:uLnTx/>
                <a:uFillTx/>
                <a:latin typeface="Calibri"/>
                <a:ea typeface="+mn-ea"/>
                <a:cs typeface="+mn-cs"/>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013" b="0" i="0" u="none" strike="noStrike" kern="1200" cap="none" spc="0" normalizeH="0" baseline="0" noProof="0">
                <a:ln>
                  <a:noFill/>
                </a:ln>
                <a:solidFill>
                  <a:prstClr val="white"/>
                </a:solidFill>
                <a:effectLst/>
                <a:uLnTx/>
                <a:uFillTx/>
                <a:latin typeface="Calibri"/>
                <a:ea typeface="+mn-ea"/>
                <a:cs typeface="+mn-cs"/>
              </a:endParaRPr>
            </a:p>
          </p:txBody>
        </p:sp>
      </p:grpSp>
      <p:sp>
        <p:nvSpPr>
          <p:cNvPr id="27" name="Content Placeholder 18"/>
          <p:cNvSpPr>
            <a:spLocks noGrp="1"/>
          </p:cNvSpPr>
          <p:nvPr>
            <p:ph sz="quarter" idx="10"/>
          </p:nvPr>
        </p:nvSpPr>
        <p:spPr>
          <a:xfrm>
            <a:off x="304800" y="152400"/>
            <a:ext cx="6324600" cy="1143000"/>
          </a:xfrm>
        </p:spPr>
        <p:txBody>
          <a:bodyPr anchor="ctr" anchorCtr="0">
            <a:normAutofit/>
          </a:bodyPr>
          <a:lstStyle>
            <a:lvl1pPr marL="0">
              <a:lnSpc>
                <a:spcPts val="2025"/>
              </a:lnSpc>
              <a:spcBef>
                <a:spcPts val="0"/>
              </a:spcBef>
              <a:buNone/>
              <a:defRPr sz="2025" b="1" spc="-85" baseline="0">
                <a:latin typeface="Arial" pitchFamily="34" charset="0"/>
                <a:cs typeface="Arial" pitchFamily="34" charset="0"/>
              </a:defRPr>
            </a:lvl1pPr>
          </a:lstStyle>
          <a:p>
            <a:pPr lvl="0"/>
            <a:endParaRPr lang="en-US" dirty="0"/>
          </a:p>
        </p:txBody>
      </p:sp>
      <p:sp>
        <p:nvSpPr>
          <p:cNvPr id="4" name="Content Placeholder 3">
            <a:extLst>
              <a:ext uri="{FF2B5EF4-FFF2-40B4-BE49-F238E27FC236}">
                <a16:creationId xmlns:a16="http://schemas.microsoft.com/office/drawing/2014/main" id="{6FA95B91-80DC-439F-8C70-3B1EBFBBF1F5}"/>
              </a:ext>
            </a:extLst>
          </p:cNvPr>
          <p:cNvSpPr>
            <a:spLocks noGrp="1"/>
          </p:cNvSpPr>
          <p:nvPr>
            <p:ph sz="quarter" idx="11"/>
          </p:nvPr>
        </p:nvSpPr>
        <p:spPr>
          <a:xfrm>
            <a:off x="4495800" y="6363741"/>
            <a:ext cx="914400" cy="9144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p:txBody>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Tahoma" charset="0"/>
              <a:ea typeface="+mn-ea"/>
              <a:cs typeface="+mn-cs"/>
            </a:endParaRP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p:txBody>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Tahoma" charset="0"/>
              <a:ea typeface="+mn-ea"/>
              <a:cs typeface="+mn-cs"/>
            </a:endParaRP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7010400" y="6101555"/>
            <a:ext cx="2133600" cy="365125"/>
          </a:xfrm>
        </p:spPr>
        <p:txBody>
          <a:bodyPr/>
          <a:lstStyle/>
          <a:p>
            <a:pPr marL="0" marR="0" lvl="0" indent="0" algn="l" defTabSz="685800" rtl="0" eaLnBrk="1" fontAlgn="base" latinLnBrk="0" hangingPunct="1">
              <a:lnSpc>
                <a:spcPct val="100000"/>
              </a:lnSpc>
              <a:spcBef>
                <a:spcPct val="0"/>
              </a:spcBef>
              <a:spcAft>
                <a:spcPct val="0"/>
              </a:spcAft>
              <a:buClrTx/>
              <a:buSzTx/>
              <a:buFontTx/>
              <a:buNone/>
              <a:tabLst/>
              <a:defRPr/>
            </a:pPr>
            <a:fld id="{BC8D7E44-7D4F-4942-A8C9-2DF6BF8399E8}" type="slidenum">
              <a:rPr kumimoji="0" lang="en-US" sz="1200" b="0" i="0" u="none" strike="noStrike" kern="1200" cap="none" spc="0" normalizeH="0" baseline="0" noProof="0" smtClean="0">
                <a:ln>
                  <a:noFill/>
                </a:ln>
                <a:solidFill>
                  <a:prstClr val="black">
                    <a:tint val="75000"/>
                  </a:prstClr>
                </a:solidFill>
                <a:effectLst/>
                <a:uLnTx/>
                <a:uFillTx/>
                <a:latin typeface="Tahoma" charset="0"/>
                <a:ea typeface="+mn-ea"/>
                <a:cs typeface="+mn-cs"/>
              </a:rPr>
              <a:pPr marL="0" marR="0" lvl="0" indent="0" algn="l" defTabSz="685800" rtl="0" eaLnBrk="1" fontAlgn="base" latinLnBrk="0" hangingPunct="1">
                <a:lnSpc>
                  <a:spcPct val="100000"/>
                </a:lnSpc>
                <a:spcBef>
                  <a:spcPct val="0"/>
                </a:spcBef>
                <a:spcAft>
                  <a:spcPct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Tahoma" charset="0"/>
              <a:ea typeface="+mn-ea"/>
              <a:cs typeface="+mn-cs"/>
            </a:endParaRPr>
          </a:p>
        </p:txBody>
      </p:sp>
    </p:spTree>
    <p:extLst>
      <p:ext uri="{BB962C8B-B14F-4D97-AF65-F5344CB8AC3E}">
        <p14:creationId xmlns:p14="http://schemas.microsoft.com/office/powerpoint/2010/main" val="2358061988"/>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matchingName="Custom Layout">
  <p:cSld name="Custom Layout">
    <p:bg>
      <p:bgPr>
        <a:blipFill>
          <a:blip r:embed="rId2">
            <a:alphaModFix/>
          </a:blip>
          <a:stretch>
            <a:fillRect/>
          </a:stretch>
        </a:blipFill>
        <a:effectLst/>
      </p:bgPr>
    </p:bg>
    <p:spTree>
      <p:nvGrpSpPr>
        <p:cNvPr id="1" name="Shape 15"/>
        <p:cNvGrpSpPr/>
        <p:nvPr/>
      </p:nvGrpSpPr>
      <p:grpSpPr>
        <a:xfrm>
          <a:off x="0" y="0"/>
          <a:ext cx="0" cy="0"/>
          <a:chOff x="0" y="0"/>
          <a:chExt cx="0" cy="0"/>
        </a:xfrm>
      </p:grpSpPr>
      <p:sp>
        <p:nvSpPr>
          <p:cNvPr id="16" name="Google Shape;16;p50"/>
          <p:cNvSpPr/>
          <p:nvPr/>
        </p:nvSpPr>
        <p:spPr>
          <a:xfrm>
            <a:off x="0" y="3352800"/>
            <a:ext cx="8686800" cy="2743200"/>
          </a:xfrm>
          <a:prstGeom prst="rect">
            <a:avLst/>
          </a:prstGeom>
          <a:solidFill>
            <a:srgbClr val="10114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7" name="Google Shape;17;p50"/>
          <p:cNvSpPr/>
          <p:nvPr/>
        </p:nvSpPr>
        <p:spPr>
          <a:xfrm>
            <a:off x="2895600" y="6096000"/>
            <a:ext cx="2895600" cy="762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18" name="Google Shape;18;p50"/>
          <p:cNvSpPr/>
          <p:nvPr/>
        </p:nvSpPr>
        <p:spPr>
          <a:xfrm>
            <a:off x="0" y="6096000"/>
            <a:ext cx="2895600" cy="762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19" name="Google Shape;19;p50"/>
          <p:cNvSpPr/>
          <p:nvPr/>
        </p:nvSpPr>
        <p:spPr>
          <a:xfrm>
            <a:off x="5791200" y="6096000"/>
            <a:ext cx="2895600" cy="762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pic>
        <p:nvPicPr>
          <p:cNvPr id="20" name="Google Shape;20;p50" descr="BITS_university_logo_whitevert.png"/>
          <p:cNvPicPr preferRelativeResize="0"/>
          <p:nvPr/>
        </p:nvPicPr>
        <p:blipFill rotWithShape="1">
          <a:blip r:embed="rId3">
            <a:alphaModFix/>
          </a:blip>
          <a:srcRect t="2" b="28592"/>
          <a:stretch/>
        </p:blipFill>
        <p:spPr>
          <a:xfrm>
            <a:off x="76200" y="3352800"/>
            <a:ext cx="2057400" cy="1979613"/>
          </a:xfrm>
          <a:prstGeom prst="rect">
            <a:avLst/>
          </a:prstGeom>
          <a:noFill/>
          <a:ln>
            <a:noFill/>
          </a:ln>
        </p:spPr>
      </p:pic>
      <p:sp>
        <p:nvSpPr>
          <p:cNvPr id="21" name="Google Shape;21;p50"/>
          <p:cNvSpPr txBox="1"/>
          <p:nvPr/>
        </p:nvSpPr>
        <p:spPr>
          <a:xfrm>
            <a:off x="-76200" y="5257800"/>
            <a:ext cx="2209800" cy="554038"/>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900" b="1" i="0" u="none" strike="noStrike" kern="0" cap="none" spc="0" normalizeH="0" baseline="0" noProof="0">
                <a:ln>
                  <a:noFill/>
                </a:ln>
                <a:solidFill>
                  <a:srgbClr val="FFFFFF"/>
                </a:solidFill>
                <a:effectLst/>
                <a:uLnTx/>
                <a:uFillTx/>
                <a:latin typeface="Arial"/>
                <a:ea typeface="Arial"/>
                <a:cs typeface="Arial"/>
                <a:sym typeface="Arial"/>
              </a:rPr>
              <a:t>BITS</a:t>
            </a:r>
            <a:r>
              <a:rPr kumimoji="0" lang="en-US" sz="2900" b="0" i="0" u="none" strike="noStrike" kern="0" cap="none" spc="0" normalizeH="0" baseline="0" noProof="0">
                <a:ln>
                  <a:noFill/>
                </a:ln>
                <a:solidFill>
                  <a:srgbClr val="FFFFFF"/>
                </a:solidFill>
                <a:effectLst/>
                <a:uLnTx/>
                <a:uFillTx/>
                <a:latin typeface="Arial"/>
                <a:ea typeface="Arial"/>
                <a:cs typeface="Arial"/>
                <a:sym typeface="Arial"/>
              </a:rPr>
              <a:t> Pilani</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 name="Google Shape;22;p50"/>
          <p:cNvSpPr txBox="1"/>
          <p:nvPr/>
        </p:nvSpPr>
        <p:spPr>
          <a:xfrm>
            <a:off x="152400" y="5667375"/>
            <a:ext cx="1905000" cy="276225"/>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rgbClr val="FFFFFF"/>
                </a:solidFill>
                <a:effectLst/>
                <a:uLnTx/>
                <a:uFillTx/>
                <a:latin typeface="Arial"/>
                <a:ea typeface="Arial"/>
                <a:cs typeface="Arial"/>
                <a:sym typeface="Arial"/>
              </a:rPr>
              <a:t>Pilani Campus</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 name="Google Shape;23;p50"/>
          <p:cNvSpPr/>
          <p:nvPr/>
        </p:nvSpPr>
        <p:spPr>
          <a:xfrm>
            <a:off x="0" y="3352800"/>
            <a:ext cx="8686800" cy="2743200"/>
          </a:xfrm>
          <a:prstGeom prst="rect">
            <a:avLst/>
          </a:prstGeom>
          <a:solidFill>
            <a:srgbClr val="10114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24" name="Google Shape;24;p50"/>
          <p:cNvSpPr/>
          <p:nvPr/>
        </p:nvSpPr>
        <p:spPr>
          <a:xfrm>
            <a:off x="2895600" y="6096000"/>
            <a:ext cx="2895600" cy="762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25" name="Google Shape;25;p50"/>
          <p:cNvSpPr/>
          <p:nvPr/>
        </p:nvSpPr>
        <p:spPr>
          <a:xfrm>
            <a:off x="0" y="6096000"/>
            <a:ext cx="2895600" cy="762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26" name="Google Shape;26;p50"/>
          <p:cNvSpPr/>
          <p:nvPr/>
        </p:nvSpPr>
        <p:spPr>
          <a:xfrm>
            <a:off x="5791200" y="6096000"/>
            <a:ext cx="2895600" cy="762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pic>
        <p:nvPicPr>
          <p:cNvPr id="27" name="Google Shape;27;p50" descr="BITS_university_logo_whitevert.png"/>
          <p:cNvPicPr preferRelativeResize="0"/>
          <p:nvPr/>
        </p:nvPicPr>
        <p:blipFill rotWithShape="1">
          <a:blip r:embed="rId3">
            <a:alphaModFix/>
          </a:blip>
          <a:srcRect t="2" b="28592"/>
          <a:stretch/>
        </p:blipFill>
        <p:spPr>
          <a:xfrm>
            <a:off x="76200" y="3352800"/>
            <a:ext cx="2057400" cy="1979613"/>
          </a:xfrm>
          <a:prstGeom prst="rect">
            <a:avLst/>
          </a:prstGeom>
          <a:noFill/>
          <a:ln>
            <a:noFill/>
          </a:ln>
        </p:spPr>
      </p:pic>
      <p:sp>
        <p:nvSpPr>
          <p:cNvPr id="28" name="Google Shape;28;p50"/>
          <p:cNvSpPr txBox="1"/>
          <p:nvPr/>
        </p:nvSpPr>
        <p:spPr>
          <a:xfrm>
            <a:off x="-76200" y="5257800"/>
            <a:ext cx="2209800" cy="554038"/>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900" b="1" i="0" u="none" strike="noStrike" kern="0" cap="none" spc="0" normalizeH="0" baseline="0" noProof="0">
                <a:ln>
                  <a:noFill/>
                </a:ln>
                <a:solidFill>
                  <a:srgbClr val="FFFFFF"/>
                </a:solidFill>
                <a:effectLst/>
                <a:uLnTx/>
                <a:uFillTx/>
                <a:latin typeface="Arial"/>
                <a:ea typeface="Arial"/>
                <a:cs typeface="Arial"/>
                <a:sym typeface="Arial"/>
              </a:rPr>
              <a:t>BITS</a:t>
            </a:r>
            <a:r>
              <a:rPr kumimoji="0" lang="en-US" sz="2900" b="0" i="0" u="none" strike="noStrike" kern="0" cap="none" spc="0" normalizeH="0" baseline="0" noProof="0">
                <a:ln>
                  <a:noFill/>
                </a:ln>
                <a:solidFill>
                  <a:srgbClr val="FFFFFF"/>
                </a:solidFill>
                <a:effectLst/>
                <a:uLnTx/>
                <a:uFillTx/>
                <a:latin typeface="Arial"/>
                <a:ea typeface="Arial"/>
                <a:cs typeface="Arial"/>
                <a:sym typeface="Arial"/>
              </a:rPr>
              <a:t> Pilani</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 name="Google Shape;29;p50"/>
          <p:cNvSpPr txBox="1"/>
          <p:nvPr/>
        </p:nvSpPr>
        <p:spPr>
          <a:xfrm>
            <a:off x="152400" y="5667375"/>
            <a:ext cx="1905000" cy="276225"/>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rgbClr val="FFFFFF"/>
                </a:solidFill>
                <a:effectLst/>
                <a:uLnTx/>
                <a:uFillTx/>
                <a:latin typeface="Arial"/>
                <a:ea typeface="Arial"/>
                <a:cs typeface="Arial"/>
                <a:sym typeface="Arial"/>
              </a:rPr>
              <a:t>Pilani Campus</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 name="Google Shape;30;p50"/>
          <p:cNvSpPr txBox="1">
            <a:spLocks noGrp="1"/>
          </p:cNvSpPr>
          <p:nvPr>
            <p:ph type="body" idx="1"/>
          </p:nvPr>
        </p:nvSpPr>
        <p:spPr>
          <a:xfrm>
            <a:off x="2514600" y="5410200"/>
            <a:ext cx="6019800" cy="533400"/>
          </a:xfrm>
          <a:prstGeom prst="rect">
            <a:avLst/>
          </a:prstGeom>
          <a:noFill/>
          <a:ln>
            <a:noFill/>
          </a:ln>
        </p:spPr>
        <p:txBody>
          <a:bodyPr spcFirstLastPara="1" wrap="square" lIns="91425" tIns="45700" rIns="91425" bIns="45700" anchor="b" anchorCtr="0">
            <a:noAutofit/>
          </a:bodyPr>
          <a:lstStyle>
            <a:lvl1pPr marL="457200" lvl="0" indent="-228600" algn="r">
              <a:lnSpc>
                <a:spcPct val="100000"/>
              </a:lnSpc>
              <a:spcBef>
                <a:spcPts val="0"/>
              </a:spcBef>
              <a:spcAft>
                <a:spcPts val="0"/>
              </a:spcAft>
              <a:buClr>
                <a:schemeClr val="lt1"/>
              </a:buClr>
              <a:buSzPts val="1800"/>
              <a:buNone/>
              <a:defRPr sz="1800">
                <a:solidFill>
                  <a:schemeClr val="lt1"/>
                </a:solidFil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1" name="Google Shape;31;p50"/>
          <p:cNvSpPr txBox="1">
            <a:spLocks noGrp="1"/>
          </p:cNvSpPr>
          <p:nvPr>
            <p:ph type="title"/>
          </p:nvPr>
        </p:nvSpPr>
        <p:spPr>
          <a:xfrm>
            <a:off x="2514600" y="3810000"/>
            <a:ext cx="6019800" cy="1524000"/>
          </a:xfrm>
          <a:prstGeom prst="rect">
            <a:avLst/>
          </a:prstGeom>
          <a:noFill/>
          <a:ln>
            <a:noFill/>
          </a:ln>
        </p:spPr>
        <p:txBody>
          <a:bodyPr spcFirstLastPara="1" wrap="square" lIns="91425" tIns="45700" rIns="91425" bIns="45700" anchor="ctr" anchorCtr="0">
            <a:noAutofit/>
          </a:bodyPr>
          <a:lstStyle>
            <a:lvl1pPr lvl="0" algn="l">
              <a:lnSpc>
                <a:spcPct val="90909"/>
              </a:lnSpc>
              <a:spcBef>
                <a:spcPts val="0"/>
              </a:spcBef>
              <a:spcAft>
                <a:spcPts val="0"/>
              </a:spcAft>
              <a:buSzPts val="1400"/>
              <a:buNone/>
              <a:defRPr sz="44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extLst>
      <p:ext uri="{BB962C8B-B14F-4D97-AF65-F5344CB8AC3E}">
        <p14:creationId xmlns:p14="http://schemas.microsoft.com/office/powerpoint/2010/main" val="3070528277"/>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32"/>
        <p:cNvGrpSpPr/>
        <p:nvPr/>
      </p:nvGrpSpPr>
      <p:grpSpPr>
        <a:xfrm>
          <a:off x="0" y="0"/>
          <a:ext cx="0" cy="0"/>
          <a:chOff x="0" y="0"/>
          <a:chExt cx="0" cy="0"/>
        </a:xfrm>
      </p:grpSpPr>
      <p:sp>
        <p:nvSpPr>
          <p:cNvPr id="33" name="Google Shape;33;p51"/>
          <p:cNvSpPr txBox="1"/>
          <p:nvPr/>
        </p:nvSpPr>
        <p:spPr>
          <a:xfrm>
            <a:off x="3276600" y="6596063"/>
            <a:ext cx="5867400" cy="261937"/>
          </a:xfrm>
          <a:prstGeom prst="rect">
            <a:avLst/>
          </a:prstGeom>
          <a:noFill/>
          <a:ln>
            <a:noFill/>
          </a:ln>
        </p:spPr>
        <p:txBody>
          <a:bodyPr spcFirstLastPara="1" wrap="square" lIns="91425" tIns="45700" rIns="91425" bIns="45700" anchor="t" anchorCtr="0">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1" i="0" u="none" strike="noStrike" kern="0" cap="none" spc="0" normalizeH="0" baseline="0" noProof="0">
                <a:ln>
                  <a:noFill/>
                </a:ln>
                <a:solidFill>
                  <a:srgbClr val="101141"/>
                </a:solidFill>
                <a:effectLst/>
                <a:uLnTx/>
                <a:uFillTx/>
                <a:latin typeface="Arial"/>
                <a:ea typeface="Arial"/>
                <a:cs typeface="Arial"/>
                <a:sym typeface="Arial"/>
              </a:rPr>
              <a:t>BITS </a:t>
            </a:r>
            <a:r>
              <a:rPr kumimoji="0" lang="en-US" sz="1100" b="0" i="0" u="none" strike="noStrike" kern="0" cap="none" spc="0" normalizeH="0" baseline="0" noProof="0">
                <a:ln>
                  <a:noFill/>
                </a:ln>
                <a:solidFill>
                  <a:srgbClr val="101141"/>
                </a:solidFill>
                <a:effectLst/>
                <a:uLnTx/>
                <a:uFillTx/>
                <a:latin typeface="Arial"/>
                <a:ea typeface="Arial"/>
                <a:cs typeface="Arial"/>
                <a:sym typeface="Arial"/>
              </a:rPr>
              <a:t>Pilani, Pilani Campus</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34" name="Google Shape;34;p51"/>
          <p:cNvGrpSpPr/>
          <p:nvPr/>
        </p:nvGrpSpPr>
        <p:grpSpPr>
          <a:xfrm>
            <a:off x="2084388" y="6550025"/>
            <a:ext cx="7059612" cy="49213"/>
            <a:chOff x="2083888" y="6550671"/>
            <a:chExt cx="7060112" cy="48665"/>
          </a:xfrm>
        </p:grpSpPr>
        <p:sp>
          <p:nvSpPr>
            <p:cNvPr id="35" name="Google Shape;35;p51"/>
            <p:cNvSpPr/>
            <p:nvPr/>
          </p:nvSpPr>
          <p:spPr>
            <a:xfrm>
              <a:off x="4630418" y="6550671"/>
              <a:ext cx="2329027" cy="48665"/>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36" name="Google Shape;36;p51"/>
            <p:cNvSpPr/>
            <p:nvPr/>
          </p:nvSpPr>
          <p:spPr>
            <a:xfrm>
              <a:off x="6908642" y="6550671"/>
              <a:ext cx="2235358" cy="45525"/>
            </a:xfrm>
            <a:prstGeom prst="rect">
              <a:avLst/>
            </a:prstGeom>
            <a:solidFill>
              <a:srgbClr val="E31C24"/>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37" name="Google Shape;37;p51"/>
            <p:cNvSpPr/>
            <p:nvPr/>
          </p:nvSpPr>
          <p:spPr>
            <a:xfrm>
              <a:off x="2083888" y="6550671"/>
              <a:ext cx="2581458" cy="48665"/>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grpSp>
      <p:pic>
        <p:nvPicPr>
          <p:cNvPr id="38" name="Google Shape;38;p51" descr="Picture 7.png"/>
          <p:cNvPicPr preferRelativeResize="0"/>
          <p:nvPr/>
        </p:nvPicPr>
        <p:blipFill rotWithShape="1">
          <a:blip r:embed="rId2">
            <a:alphaModFix/>
          </a:blip>
          <a:srcRect l="1923" b="5335"/>
          <a:stretch/>
        </p:blipFill>
        <p:spPr>
          <a:xfrm>
            <a:off x="6629400" y="0"/>
            <a:ext cx="2193925" cy="692150"/>
          </a:xfrm>
          <a:prstGeom prst="rect">
            <a:avLst/>
          </a:prstGeom>
          <a:noFill/>
          <a:ln>
            <a:noFill/>
          </a:ln>
        </p:spPr>
      </p:pic>
      <p:grpSp>
        <p:nvGrpSpPr>
          <p:cNvPr id="39" name="Google Shape;39;p51"/>
          <p:cNvGrpSpPr/>
          <p:nvPr/>
        </p:nvGrpSpPr>
        <p:grpSpPr>
          <a:xfrm>
            <a:off x="2133600" y="6553200"/>
            <a:ext cx="7010400" cy="46038"/>
            <a:chOff x="1905000" y="6553200"/>
            <a:chExt cx="7010400" cy="45719"/>
          </a:xfrm>
        </p:grpSpPr>
        <p:sp>
          <p:nvSpPr>
            <p:cNvPr id="40" name="Google Shape;40;p51"/>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41" name="Google Shape;41;p51"/>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42" name="Google Shape;42;p51"/>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grpSp>
      <p:grpSp>
        <p:nvGrpSpPr>
          <p:cNvPr id="43" name="Google Shape;43;p51"/>
          <p:cNvGrpSpPr/>
          <p:nvPr/>
        </p:nvGrpSpPr>
        <p:grpSpPr>
          <a:xfrm>
            <a:off x="0" y="1295400"/>
            <a:ext cx="7010400" cy="46038"/>
            <a:chOff x="1905000" y="6553200"/>
            <a:chExt cx="7010400" cy="45719"/>
          </a:xfrm>
        </p:grpSpPr>
        <p:sp>
          <p:nvSpPr>
            <p:cNvPr id="44" name="Google Shape;44;p51"/>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45" name="Google Shape;45;p51"/>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46" name="Google Shape;46;p51"/>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grpSp>
      <p:sp>
        <p:nvSpPr>
          <p:cNvPr id="47" name="Google Shape;47;p51"/>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480"/>
              </a:spcBef>
              <a:spcAft>
                <a:spcPts val="0"/>
              </a:spcAft>
              <a:buClr>
                <a:srgbClr val="101141"/>
              </a:buClr>
              <a:buSzPts val="2400"/>
              <a:buFont typeface="Arial"/>
              <a:buNone/>
              <a:defRPr sz="2400">
                <a:latin typeface="Arial"/>
                <a:ea typeface="Arial"/>
                <a:cs typeface="Arial"/>
                <a:sym typeface="Arial"/>
              </a:defRPr>
            </a:lvl1pPr>
            <a:lvl2pPr marL="914400" marR="0" lvl="1" indent="-33020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48" name="Google Shape;48;p51"/>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2320348094"/>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matchingName="Title Slide">
  <p:cSld name="Title Slide">
    <p:bg>
      <p:bgPr>
        <a:blipFill>
          <a:blip r:embed="rId2">
            <a:alphaModFix/>
          </a:blip>
          <a:stretch>
            <a:fillRect/>
          </a:stretch>
        </a:blipFill>
        <a:effectLst/>
      </p:bgPr>
    </p:bg>
    <p:spTree>
      <p:nvGrpSpPr>
        <p:cNvPr id="1" name="Shape 49"/>
        <p:cNvGrpSpPr/>
        <p:nvPr/>
      </p:nvGrpSpPr>
      <p:grpSpPr>
        <a:xfrm>
          <a:off x="0" y="0"/>
          <a:ext cx="0" cy="0"/>
          <a:chOff x="0" y="0"/>
          <a:chExt cx="0" cy="0"/>
        </a:xfrm>
      </p:grpSpPr>
      <p:sp>
        <p:nvSpPr>
          <p:cNvPr id="50" name="Google Shape;50;p74"/>
          <p:cNvSpPr/>
          <p:nvPr/>
        </p:nvSpPr>
        <p:spPr>
          <a:xfrm>
            <a:off x="0" y="3352800"/>
            <a:ext cx="8686800" cy="2743200"/>
          </a:xfrm>
          <a:prstGeom prst="rect">
            <a:avLst/>
          </a:prstGeom>
          <a:solidFill>
            <a:srgbClr val="10114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51" name="Google Shape;51;p74"/>
          <p:cNvSpPr/>
          <p:nvPr/>
        </p:nvSpPr>
        <p:spPr>
          <a:xfrm>
            <a:off x="2895600" y="6096000"/>
            <a:ext cx="2895600" cy="762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52" name="Google Shape;52;p74"/>
          <p:cNvSpPr/>
          <p:nvPr/>
        </p:nvSpPr>
        <p:spPr>
          <a:xfrm>
            <a:off x="0" y="6096000"/>
            <a:ext cx="2895600" cy="762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53" name="Google Shape;53;p74"/>
          <p:cNvSpPr/>
          <p:nvPr/>
        </p:nvSpPr>
        <p:spPr>
          <a:xfrm>
            <a:off x="5791200" y="6096000"/>
            <a:ext cx="2895600" cy="762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pic>
        <p:nvPicPr>
          <p:cNvPr id="54" name="Google Shape;54;p74" descr="BITS_university_logo_whitevert.png"/>
          <p:cNvPicPr preferRelativeResize="0"/>
          <p:nvPr/>
        </p:nvPicPr>
        <p:blipFill rotWithShape="1">
          <a:blip r:embed="rId3">
            <a:alphaModFix/>
          </a:blip>
          <a:srcRect t="2" b="28592"/>
          <a:stretch/>
        </p:blipFill>
        <p:spPr>
          <a:xfrm>
            <a:off x="76200" y="3352800"/>
            <a:ext cx="2057400" cy="1979613"/>
          </a:xfrm>
          <a:prstGeom prst="rect">
            <a:avLst/>
          </a:prstGeom>
          <a:noFill/>
          <a:ln>
            <a:noFill/>
          </a:ln>
        </p:spPr>
      </p:pic>
      <p:sp>
        <p:nvSpPr>
          <p:cNvPr id="55" name="Google Shape;55;p74"/>
          <p:cNvSpPr txBox="1"/>
          <p:nvPr/>
        </p:nvSpPr>
        <p:spPr>
          <a:xfrm>
            <a:off x="-76200" y="5257800"/>
            <a:ext cx="2209800" cy="554038"/>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900" b="1" i="0" u="none" strike="noStrike" kern="0" cap="none" spc="0" normalizeH="0" baseline="0" noProof="0">
                <a:ln>
                  <a:noFill/>
                </a:ln>
                <a:solidFill>
                  <a:srgbClr val="FFFFFF"/>
                </a:solidFill>
                <a:effectLst/>
                <a:uLnTx/>
                <a:uFillTx/>
                <a:latin typeface="Arial"/>
                <a:ea typeface="Arial"/>
                <a:cs typeface="Arial"/>
                <a:sym typeface="Arial"/>
              </a:rPr>
              <a:t>BITS</a:t>
            </a:r>
            <a:r>
              <a:rPr kumimoji="0" lang="en-US" sz="2900" b="0" i="0" u="none" strike="noStrike" kern="0" cap="none" spc="0" normalizeH="0" baseline="0" noProof="0">
                <a:ln>
                  <a:noFill/>
                </a:ln>
                <a:solidFill>
                  <a:srgbClr val="FFFFFF"/>
                </a:solidFill>
                <a:effectLst/>
                <a:uLnTx/>
                <a:uFillTx/>
                <a:latin typeface="Arial"/>
                <a:ea typeface="Arial"/>
                <a:cs typeface="Arial"/>
                <a:sym typeface="Arial"/>
              </a:rPr>
              <a:t> Pilani</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6" name="Google Shape;56;p74"/>
          <p:cNvSpPr txBox="1"/>
          <p:nvPr/>
        </p:nvSpPr>
        <p:spPr>
          <a:xfrm>
            <a:off x="152400" y="5667375"/>
            <a:ext cx="1905000" cy="276225"/>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rgbClr val="FFFFFF"/>
                </a:solidFill>
                <a:effectLst/>
                <a:uLnTx/>
                <a:uFillTx/>
                <a:latin typeface="Arial"/>
                <a:ea typeface="Arial"/>
                <a:cs typeface="Arial"/>
                <a:sym typeface="Arial"/>
              </a:rPr>
              <a:t>Pilani Campus</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7" name="Google Shape;57;p74"/>
          <p:cNvSpPr txBox="1">
            <a:spLocks noGrp="1"/>
          </p:cNvSpPr>
          <p:nvPr>
            <p:ph type="title"/>
          </p:nvPr>
        </p:nvSpPr>
        <p:spPr>
          <a:xfrm>
            <a:off x="2514600" y="3810000"/>
            <a:ext cx="6019800" cy="1524000"/>
          </a:xfrm>
          <a:prstGeom prst="rect">
            <a:avLst/>
          </a:prstGeom>
          <a:noFill/>
          <a:ln>
            <a:noFill/>
          </a:ln>
        </p:spPr>
        <p:txBody>
          <a:bodyPr spcFirstLastPara="1" wrap="square" lIns="91425" tIns="45700" rIns="91425" bIns="45700" anchor="ctr" anchorCtr="0">
            <a:noAutofit/>
          </a:bodyPr>
          <a:lstStyle>
            <a:lvl1pPr lvl="0" algn="l">
              <a:lnSpc>
                <a:spcPct val="90909"/>
              </a:lnSpc>
              <a:spcBef>
                <a:spcPts val="0"/>
              </a:spcBef>
              <a:spcAft>
                <a:spcPts val="0"/>
              </a:spcAft>
              <a:buSzPts val="1400"/>
              <a:buNone/>
              <a:defRPr sz="44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extLst>
      <p:ext uri="{BB962C8B-B14F-4D97-AF65-F5344CB8AC3E}">
        <p14:creationId xmlns:p14="http://schemas.microsoft.com/office/powerpoint/2010/main" val="2886520687"/>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58"/>
        <p:cNvGrpSpPr/>
        <p:nvPr/>
      </p:nvGrpSpPr>
      <p:grpSpPr>
        <a:xfrm>
          <a:off x="0" y="0"/>
          <a:ext cx="0" cy="0"/>
          <a:chOff x="0" y="0"/>
          <a:chExt cx="0" cy="0"/>
        </a:xfrm>
      </p:grpSpPr>
      <p:pic>
        <p:nvPicPr>
          <p:cNvPr id="59" name="Google Shape;59;p75" descr="\\Server\D\jyoti\FI023_BITS_v1\styleguide img\IMG_5627_b.jpg"/>
          <p:cNvPicPr preferRelativeResize="0"/>
          <p:nvPr/>
        </p:nvPicPr>
        <p:blipFill rotWithShape="1">
          <a:blip r:embed="rId2">
            <a:alphaModFix/>
          </a:blip>
          <a:srcRect/>
          <a:stretch/>
        </p:blipFill>
        <p:spPr>
          <a:xfrm>
            <a:off x="0" y="0"/>
            <a:ext cx="9144000" cy="6858000"/>
          </a:xfrm>
          <a:prstGeom prst="rect">
            <a:avLst/>
          </a:prstGeom>
          <a:noFill/>
          <a:ln>
            <a:noFill/>
          </a:ln>
        </p:spPr>
      </p:pic>
      <p:sp>
        <p:nvSpPr>
          <p:cNvPr id="60" name="Google Shape;60;p75"/>
          <p:cNvSpPr/>
          <p:nvPr/>
        </p:nvSpPr>
        <p:spPr>
          <a:xfrm>
            <a:off x="0" y="4281488"/>
            <a:ext cx="9144000" cy="2576512"/>
          </a:xfrm>
          <a:prstGeom prst="rect">
            <a:avLst/>
          </a:prstGeom>
          <a:solidFill>
            <a:schemeClr val="lt1"/>
          </a:solidFill>
          <a:ln w="9525" cap="flat" cmpd="sng">
            <a:solidFill>
              <a:srgbClr val="4A7DBA"/>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pic>
        <p:nvPicPr>
          <p:cNvPr id="61" name="Google Shape;61;p75" descr="Picture 7.png"/>
          <p:cNvPicPr preferRelativeResize="0"/>
          <p:nvPr/>
        </p:nvPicPr>
        <p:blipFill rotWithShape="1">
          <a:blip r:embed="rId3">
            <a:alphaModFix/>
          </a:blip>
          <a:srcRect l="1923" b="5335"/>
          <a:stretch/>
        </p:blipFill>
        <p:spPr>
          <a:xfrm>
            <a:off x="6629400" y="0"/>
            <a:ext cx="2193925" cy="692150"/>
          </a:xfrm>
          <a:prstGeom prst="rect">
            <a:avLst/>
          </a:prstGeom>
          <a:noFill/>
          <a:ln>
            <a:noFill/>
          </a:ln>
        </p:spPr>
      </p:pic>
      <p:sp>
        <p:nvSpPr>
          <p:cNvPr id="62" name="Google Shape;62;p75"/>
          <p:cNvSpPr/>
          <p:nvPr/>
        </p:nvSpPr>
        <p:spPr>
          <a:xfrm>
            <a:off x="2882900" y="6775450"/>
            <a:ext cx="2895600" cy="762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63" name="Google Shape;63;p75"/>
          <p:cNvSpPr/>
          <p:nvPr/>
        </p:nvSpPr>
        <p:spPr>
          <a:xfrm>
            <a:off x="-12700" y="6775450"/>
            <a:ext cx="2895600" cy="762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64" name="Google Shape;64;p75"/>
          <p:cNvSpPr/>
          <p:nvPr/>
        </p:nvSpPr>
        <p:spPr>
          <a:xfrm>
            <a:off x="5778500" y="6775450"/>
            <a:ext cx="2895600" cy="762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65" name="Google Shape;65;p75"/>
          <p:cNvSpPr txBox="1"/>
          <p:nvPr/>
        </p:nvSpPr>
        <p:spPr>
          <a:xfrm>
            <a:off x="6858000" y="762000"/>
            <a:ext cx="2209800" cy="554038"/>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900" b="1" i="0" u="none" strike="noStrike" kern="0" cap="none" spc="0" normalizeH="0" baseline="0" noProof="0">
                <a:ln>
                  <a:noFill/>
                </a:ln>
                <a:solidFill>
                  <a:srgbClr val="FFFFFF"/>
                </a:solidFill>
                <a:effectLst/>
                <a:uLnTx/>
                <a:uFillTx/>
                <a:latin typeface="Arial"/>
                <a:ea typeface="Arial"/>
                <a:cs typeface="Arial"/>
                <a:sym typeface="Arial"/>
              </a:rPr>
              <a:t>BITS</a:t>
            </a:r>
            <a:r>
              <a:rPr kumimoji="0" lang="en-US" sz="2900" b="0" i="0" u="none" strike="noStrike" kern="0" cap="none" spc="0" normalizeH="0" baseline="0" noProof="0">
                <a:ln>
                  <a:noFill/>
                </a:ln>
                <a:solidFill>
                  <a:srgbClr val="FFFFFF"/>
                </a:solidFill>
                <a:effectLst/>
                <a:uLnTx/>
                <a:uFillTx/>
                <a:latin typeface="Arial"/>
                <a:ea typeface="Arial"/>
                <a:cs typeface="Arial"/>
                <a:sym typeface="Arial"/>
              </a:rPr>
              <a:t> Pilani</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6" name="Google Shape;66;p75"/>
          <p:cNvSpPr txBox="1"/>
          <p:nvPr/>
        </p:nvSpPr>
        <p:spPr>
          <a:xfrm>
            <a:off x="7086600" y="1171575"/>
            <a:ext cx="1905000" cy="276225"/>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rgbClr val="FFFFFF"/>
                </a:solidFill>
                <a:effectLst/>
                <a:uLnTx/>
                <a:uFillTx/>
                <a:latin typeface="Arial"/>
                <a:ea typeface="Arial"/>
                <a:cs typeface="Arial"/>
                <a:sym typeface="Arial"/>
              </a:rPr>
              <a:t>Pilani Campus</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7" name="Google Shape;67;p75"/>
          <p:cNvSpPr txBox="1">
            <a:spLocks noGrp="1"/>
          </p:cNvSpPr>
          <p:nvPr>
            <p:ph type="body" idx="1"/>
          </p:nvPr>
        </p:nvSpPr>
        <p:spPr>
          <a:xfrm>
            <a:off x="304800" y="4648200"/>
            <a:ext cx="8458200" cy="1600200"/>
          </a:xfrm>
          <a:prstGeom prst="rect">
            <a:avLst/>
          </a:prstGeom>
          <a:noFill/>
          <a:ln>
            <a:noFill/>
          </a:ln>
        </p:spPr>
        <p:txBody>
          <a:bodyPr spcFirstLastPara="1" wrap="square" lIns="91425" tIns="45700" rIns="91425" bIns="45700" anchor="t" anchorCtr="0">
            <a:noAutofit/>
          </a:bodyPr>
          <a:lstStyle>
            <a:lvl1pPr marL="457200" lvl="0" indent="-228600" algn="l">
              <a:lnSpc>
                <a:spcPct val="104999"/>
              </a:lnSpc>
              <a:spcBef>
                <a:spcPts val="0"/>
              </a:spcBef>
              <a:spcAft>
                <a:spcPts val="0"/>
              </a:spcAft>
              <a:buClr>
                <a:schemeClr val="dk1"/>
              </a:buClr>
              <a:buSzPts val="4000"/>
              <a:buNone/>
              <a:defRPr sz="4000" b="1">
                <a:latin typeface="Arial"/>
                <a:ea typeface="Arial"/>
                <a:cs typeface="Arial"/>
                <a:sym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2002912287"/>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68"/>
        <p:cNvGrpSpPr/>
        <p:nvPr/>
      </p:nvGrpSpPr>
      <p:grpSpPr>
        <a:xfrm>
          <a:off x="0" y="0"/>
          <a:ext cx="0" cy="0"/>
          <a:chOff x="0" y="0"/>
          <a:chExt cx="0" cy="0"/>
        </a:xfrm>
      </p:grpSpPr>
      <p:pic>
        <p:nvPicPr>
          <p:cNvPr id="69" name="Google Shape;69;p76" descr="Picture 7.png"/>
          <p:cNvPicPr preferRelativeResize="0"/>
          <p:nvPr/>
        </p:nvPicPr>
        <p:blipFill rotWithShape="1">
          <a:blip r:embed="rId2">
            <a:alphaModFix/>
          </a:blip>
          <a:srcRect l="1923" b="5335"/>
          <a:stretch/>
        </p:blipFill>
        <p:spPr>
          <a:xfrm>
            <a:off x="6629400" y="0"/>
            <a:ext cx="2193925" cy="692150"/>
          </a:xfrm>
          <a:prstGeom prst="rect">
            <a:avLst/>
          </a:prstGeom>
          <a:noFill/>
          <a:ln>
            <a:noFill/>
          </a:ln>
        </p:spPr>
      </p:pic>
      <p:grpSp>
        <p:nvGrpSpPr>
          <p:cNvPr id="70" name="Google Shape;70;p76"/>
          <p:cNvGrpSpPr/>
          <p:nvPr/>
        </p:nvGrpSpPr>
        <p:grpSpPr>
          <a:xfrm>
            <a:off x="0" y="1295400"/>
            <a:ext cx="7010400" cy="46038"/>
            <a:chOff x="1905000" y="6553200"/>
            <a:chExt cx="7010400" cy="45719"/>
          </a:xfrm>
        </p:grpSpPr>
        <p:sp>
          <p:nvSpPr>
            <p:cNvPr id="71" name="Google Shape;71;p76"/>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72" name="Google Shape;72;p76"/>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73" name="Google Shape;73;p76"/>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grpSp>
      <p:grpSp>
        <p:nvGrpSpPr>
          <p:cNvPr id="74" name="Google Shape;74;p76"/>
          <p:cNvGrpSpPr/>
          <p:nvPr/>
        </p:nvGrpSpPr>
        <p:grpSpPr>
          <a:xfrm>
            <a:off x="2133600" y="6553200"/>
            <a:ext cx="7010400" cy="46038"/>
            <a:chOff x="1905000" y="6553200"/>
            <a:chExt cx="7010400" cy="45719"/>
          </a:xfrm>
        </p:grpSpPr>
        <p:sp>
          <p:nvSpPr>
            <p:cNvPr id="75" name="Google Shape;75;p76"/>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76" name="Google Shape;76;p76"/>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77" name="Google Shape;77;p76"/>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grpSp>
      <p:sp>
        <p:nvSpPr>
          <p:cNvPr id="78" name="Google Shape;78;p76"/>
          <p:cNvSpPr txBox="1"/>
          <p:nvPr/>
        </p:nvSpPr>
        <p:spPr>
          <a:xfrm>
            <a:off x="3276600" y="6596063"/>
            <a:ext cx="5867400" cy="261937"/>
          </a:xfrm>
          <a:prstGeom prst="rect">
            <a:avLst/>
          </a:prstGeom>
          <a:noFill/>
          <a:ln>
            <a:noFill/>
          </a:ln>
        </p:spPr>
        <p:txBody>
          <a:bodyPr spcFirstLastPara="1" wrap="square" lIns="91425" tIns="45700" rIns="91425" bIns="45700" anchor="t" anchorCtr="0">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1" i="0" u="none" strike="noStrike" kern="0" cap="none" spc="0" normalizeH="0" baseline="0" noProof="0">
                <a:ln>
                  <a:noFill/>
                </a:ln>
                <a:solidFill>
                  <a:srgbClr val="101141"/>
                </a:solidFill>
                <a:effectLst/>
                <a:uLnTx/>
                <a:uFillTx/>
                <a:latin typeface="Arial"/>
                <a:ea typeface="Arial"/>
                <a:cs typeface="Arial"/>
                <a:sym typeface="Arial"/>
              </a:rPr>
              <a:t>BITS </a:t>
            </a:r>
            <a:r>
              <a:rPr kumimoji="0" lang="en-US" sz="1100" b="0" i="0" u="none" strike="noStrike" kern="0" cap="none" spc="0" normalizeH="0" baseline="0" noProof="0">
                <a:ln>
                  <a:noFill/>
                </a:ln>
                <a:solidFill>
                  <a:srgbClr val="101141"/>
                </a:solidFill>
                <a:effectLst/>
                <a:uLnTx/>
                <a:uFillTx/>
                <a:latin typeface="Arial"/>
                <a:ea typeface="Arial"/>
                <a:cs typeface="Arial"/>
                <a:sym typeface="Arial"/>
              </a:rPr>
              <a:t>Pilani, Pilani Campus</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9" name="Google Shape;79;p7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560"/>
              </a:spcBef>
              <a:spcAft>
                <a:spcPts val="0"/>
              </a:spcAft>
              <a:buClr>
                <a:srgbClr val="101141"/>
              </a:buClr>
              <a:buSzPts val="2800"/>
              <a:buFont typeface="Arial"/>
              <a:buNone/>
              <a:defRPr sz="2800"/>
            </a:lvl1pPr>
            <a:lvl2pPr marL="914400" marR="0" lvl="1" indent="-330200" algn="l">
              <a:lnSpc>
                <a:spcPct val="100000"/>
              </a:lnSpc>
              <a:spcBef>
                <a:spcPts val="320"/>
              </a:spcBef>
              <a:spcAft>
                <a:spcPts val="0"/>
              </a:spcAft>
              <a:buClr>
                <a:schemeClr val="dk1"/>
              </a:buClr>
              <a:buSzPts val="1600"/>
              <a:buFont typeface="Arial"/>
              <a:buChar char="–"/>
              <a:defRPr sz="16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80" name="Google Shape;80;p76"/>
          <p:cNvSpPr txBox="1">
            <a:spLocks noGrp="1"/>
          </p:cNvSpPr>
          <p:nvPr>
            <p:ph type="body" idx="2"/>
          </p:nvPr>
        </p:nvSpPr>
        <p:spPr>
          <a:xfrm>
            <a:off x="4953000" y="1600200"/>
            <a:ext cx="4038600" cy="4525963"/>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560"/>
              </a:spcBef>
              <a:spcAft>
                <a:spcPts val="0"/>
              </a:spcAft>
              <a:buClr>
                <a:srgbClr val="101141"/>
              </a:buClr>
              <a:buSzPts val="2800"/>
              <a:buFont typeface="Arial"/>
              <a:buNone/>
              <a:defRPr sz="2800"/>
            </a:lvl1pPr>
            <a:lvl2pPr marL="914400" marR="0" lvl="1" indent="-33020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81" name="Google Shape;81;p76"/>
          <p:cNvSpPr txBox="1">
            <a:spLocks noGrp="1"/>
          </p:cNvSpPr>
          <p:nvPr>
            <p:ph type="body" idx="3"/>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4275355858"/>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82"/>
        <p:cNvGrpSpPr/>
        <p:nvPr/>
      </p:nvGrpSpPr>
      <p:grpSpPr>
        <a:xfrm>
          <a:off x="0" y="0"/>
          <a:ext cx="0" cy="0"/>
          <a:chOff x="0" y="0"/>
          <a:chExt cx="0" cy="0"/>
        </a:xfrm>
      </p:grpSpPr>
      <p:grpSp>
        <p:nvGrpSpPr>
          <p:cNvPr id="83" name="Google Shape;83;p77"/>
          <p:cNvGrpSpPr/>
          <p:nvPr/>
        </p:nvGrpSpPr>
        <p:grpSpPr>
          <a:xfrm>
            <a:off x="0" y="1295400"/>
            <a:ext cx="7010400" cy="46038"/>
            <a:chOff x="1905000" y="6553200"/>
            <a:chExt cx="7010400" cy="45719"/>
          </a:xfrm>
        </p:grpSpPr>
        <p:sp>
          <p:nvSpPr>
            <p:cNvPr id="84" name="Google Shape;84;p77"/>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85" name="Google Shape;85;p77"/>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86" name="Google Shape;86;p77"/>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grpSp>
      <p:grpSp>
        <p:nvGrpSpPr>
          <p:cNvPr id="87" name="Google Shape;87;p77"/>
          <p:cNvGrpSpPr/>
          <p:nvPr/>
        </p:nvGrpSpPr>
        <p:grpSpPr>
          <a:xfrm>
            <a:off x="2133600" y="6553200"/>
            <a:ext cx="7010400" cy="46038"/>
            <a:chOff x="1905000" y="6553200"/>
            <a:chExt cx="7010400" cy="45719"/>
          </a:xfrm>
        </p:grpSpPr>
        <p:sp>
          <p:nvSpPr>
            <p:cNvPr id="88" name="Google Shape;88;p77"/>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89" name="Google Shape;89;p77"/>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90" name="Google Shape;90;p77"/>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grpSp>
      <p:pic>
        <p:nvPicPr>
          <p:cNvPr id="91" name="Google Shape;91;p77" descr="Picture 7.png"/>
          <p:cNvPicPr preferRelativeResize="0"/>
          <p:nvPr/>
        </p:nvPicPr>
        <p:blipFill rotWithShape="1">
          <a:blip r:embed="rId2">
            <a:alphaModFix/>
          </a:blip>
          <a:srcRect l="1923" b="5335"/>
          <a:stretch/>
        </p:blipFill>
        <p:spPr>
          <a:xfrm>
            <a:off x="6629400" y="0"/>
            <a:ext cx="2193925" cy="692150"/>
          </a:xfrm>
          <a:prstGeom prst="rect">
            <a:avLst/>
          </a:prstGeom>
          <a:noFill/>
          <a:ln>
            <a:noFill/>
          </a:ln>
        </p:spPr>
      </p:pic>
      <p:sp>
        <p:nvSpPr>
          <p:cNvPr id="92" name="Google Shape;92;p77"/>
          <p:cNvSpPr txBox="1"/>
          <p:nvPr/>
        </p:nvSpPr>
        <p:spPr>
          <a:xfrm>
            <a:off x="3276600" y="6596063"/>
            <a:ext cx="5867400" cy="261937"/>
          </a:xfrm>
          <a:prstGeom prst="rect">
            <a:avLst/>
          </a:prstGeom>
          <a:noFill/>
          <a:ln>
            <a:noFill/>
          </a:ln>
        </p:spPr>
        <p:txBody>
          <a:bodyPr spcFirstLastPara="1" wrap="square" lIns="91425" tIns="45700" rIns="91425" bIns="45700" anchor="t" anchorCtr="0">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1" i="0" u="none" strike="noStrike" kern="0" cap="none" spc="0" normalizeH="0" baseline="0" noProof="0">
                <a:ln>
                  <a:noFill/>
                </a:ln>
                <a:solidFill>
                  <a:srgbClr val="101141"/>
                </a:solidFill>
                <a:effectLst/>
                <a:uLnTx/>
                <a:uFillTx/>
                <a:latin typeface="Arial"/>
                <a:ea typeface="Arial"/>
                <a:cs typeface="Arial"/>
                <a:sym typeface="Arial"/>
              </a:rPr>
              <a:t>BITS </a:t>
            </a:r>
            <a:r>
              <a:rPr kumimoji="0" lang="en-US" sz="1100" b="0" i="0" u="none" strike="noStrike" kern="0" cap="none" spc="0" normalizeH="0" baseline="0" noProof="0">
                <a:ln>
                  <a:noFill/>
                </a:ln>
                <a:solidFill>
                  <a:srgbClr val="101141"/>
                </a:solidFill>
                <a:effectLst/>
                <a:uLnTx/>
                <a:uFillTx/>
                <a:latin typeface="Arial"/>
                <a:ea typeface="Arial"/>
                <a:cs typeface="Arial"/>
                <a:sym typeface="Arial"/>
              </a:rPr>
              <a:t>Pilani, Deemed to be University under Section 3 of UGC Act, 1956</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3" name="Google Shape;93;p77"/>
          <p:cNvSpPr txBox="1">
            <a:spLocks noGrp="1"/>
          </p:cNvSpPr>
          <p:nvPr>
            <p:ph type="body" idx="1"/>
          </p:nvPr>
        </p:nvSpPr>
        <p:spPr>
          <a:xfrm>
            <a:off x="457200" y="1535112"/>
            <a:ext cx="4040188" cy="827087"/>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94" name="Google Shape;94;p77"/>
          <p:cNvSpPr txBox="1">
            <a:spLocks noGrp="1"/>
          </p:cNvSpPr>
          <p:nvPr>
            <p:ph type="body" idx="2"/>
          </p:nvPr>
        </p:nvSpPr>
        <p:spPr>
          <a:xfrm>
            <a:off x="457200" y="2362199"/>
            <a:ext cx="4040188" cy="3763963"/>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95" name="Google Shape;95;p77"/>
          <p:cNvSpPr txBox="1">
            <a:spLocks noGrp="1"/>
          </p:cNvSpPr>
          <p:nvPr>
            <p:ph type="body" idx="3"/>
          </p:nvPr>
        </p:nvSpPr>
        <p:spPr>
          <a:xfrm>
            <a:off x="4645025" y="1535112"/>
            <a:ext cx="4041775" cy="827087"/>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96" name="Google Shape;96;p77"/>
          <p:cNvSpPr txBox="1">
            <a:spLocks noGrp="1"/>
          </p:cNvSpPr>
          <p:nvPr>
            <p:ph type="body" idx="4"/>
          </p:nvPr>
        </p:nvSpPr>
        <p:spPr>
          <a:xfrm>
            <a:off x="4645025" y="2362199"/>
            <a:ext cx="4041775" cy="3763963"/>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97" name="Google Shape;97;p77"/>
          <p:cNvSpPr txBox="1">
            <a:spLocks noGrp="1"/>
          </p:cNvSpPr>
          <p:nvPr>
            <p:ph type="body" idx="5"/>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1222864175"/>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98"/>
        <p:cNvGrpSpPr/>
        <p:nvPr/>
      </p:nvGrpSpPr>
      <p:grpSpPr>
        <a:xfrm>
          <a:off x="0" y="0"/>
          <a:ext cx="0" cy="0"/>
          <a:chOff x="0" y="0"/>
          <a:chExt cx="0" cy="0"/>
        </a:xfrm>
      </p:grpSpPr>
      <p:grpSp>
        <p:nvGrpSpPr>
          <p:cNvPr id="99" name="Google Shape;99;p78"/>
          <p:cNvGrpSpPr/>
          <p:nvPr/>
        </p:nvGrpSpPr>
        <p:grpSpPr>
          <a:xfrm>
            <a:off x="0" y="1295400"/>
            <a:ext cx="7010400" cy="46038"/>
            <a:chOff x="1905000" y="6553200"/>
            <a:chExt cx="7010400" cy="45719"/>
          </a:xfrm>
        </p:grpSpPr>
        <p:sp>
          <p:nvSpPr>
            <p:cNvPr id="100" name="Google Shape;100;p78"/>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101" name="Google Shape;101;p78"/>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102" name="Google Shape;102;p78"/>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grpSp>
      <p:grpSp>
        <p:nvGrpSpPr>
          <p:cNvPr id="103" name="Google Shape;103;p78"/>
          <p:cNvGrpSpPr/>
          <p:nvPr/>
        </p:nvGrpSpPr>
        <p:grpSpPr>
          <a:xfrm>
            <a:off x="2133600" y="6553200"/>
            <a:ext cx="7010400" cy="46038"/>
            <a:chOff x="1905000" y="6553200"/>
            <a:chExt cx="7010400" cy="45719"/>
          </a:xfrm>
        </p:grpSpPr>
        <p:sp>
          <p:nvSpPr>
            <p:cNvPr id="104" name="Google Shape;104;p78"/>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105" name="Google Shape;105;p78"/>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106" name="Google Shape;106;p78"/>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grpSp>
      <p:pic>
        <p:nvPicPr>
          <p:cNvPr id="107" name="Google Shape;107;p78" descr="Picture 7.png"/>
          <p:cNvPicPr preferRelativeResize="0"/>
          <p:nvPr/>
        </p:nvPicPr>
        <p:blipFill rotWithShape="1">
          <a:blip r:embed="rId2">
            <a:alphaModFix/>
          </a:blip>
          <a:srcRect l="1923" b="5335"/>
          <a:stretch/>
        </p:blipFill>
        <p:spPr>
          <a:xfrm>
            <a:off x="6629400" y="0"/>
            <a:ext cx="2193925" cy="692150"/>
          </a:xfrm>
          <a:prstGeom prst="rect">
            <a:avLst/>
          </a:prstGeom>
          <a:noFill/>
          <a:ln>
            <a:noFill/>
          </a:ln>
        </p:spPr>
      </p:pic>
      <p:sp>
        <p:nvSpPr>
          <p:cNvPr id="108" name="Google Shape;108;p78"/>
          <p:cNvSpPr txBox="1"/>
          <p:nvPr/>
        </p:nvSpPr>
        <p:spPr>
          <a:xfrm>
            <a:off x="3276600" y="6596063"/>
            <a:ext cx="5867400" cy="261937"/>
          </a:xfrm>
          <a:prstGeom prst="rect">
            <a:avLst/>
          </a:prstGeom>
          <a:noFill/>
          <a:ln>
            <a:noFill/>
          </a:ln>
        </p:spPr>
        <p:txBody>
          <a:bodyPr spcFirstLastPara="1" wrap="square" lIns="91425" tIns="45700" rIns="91425" bIns="45700" anchor="t" anchorCtr="0">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1" i="0" u="none" strike="noStrike" kern="0" cap="none" spc="0" normalizeH="0" baseline="0" noProof="0">
                <a:ln>
                  <a:noFill/>
                </a:ln>
                <a:solidFill>
                  <a:srgbClr val="101141"/>
                </a:solidFill>
                <a:effectLst/>
                <a:uLnTx/>
                <a:uFillTx/>
                <a:latin typeface="Arial"/>
                <a:ea typeface="Arial"/>
                <a:cs typeface="Arial"/>
                <a:sym typeface="Arial"/>
              </a:rPr>
              <a:t>BITS </a:t>
            </a:r>
            <a:r>
              <a:rPr kumimoji="0" lang="en-US" sz="1100" b="0" i="0" u="none" strike="noStrike" kern="0" cap="none" spc="0" normalizeH="0" baseline="0" noProof="0">
                <a:ln>
                  <a:noFill/>
                </a:ln>
                <a:solidFill>
                  <a:srgbClr val="101141"/>
                </a:solidFill>
                <a:effectLst/>
                <a:uLnTx/>
                <a:uFillTx/>
                <a:latin typeface="Arial"/>
                <a:ea typeface="Arial"/>
                <a:cs typeface="Arial"/>
                <a:sym typeface="Arial"/>
              </a:rPr>
              <a:t>Pilani, Deemed to be University under Section 3 of UGC Act, 1956</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9" name="Google Shape;109;p78"/>
          <p:cNvSpPr txBox="1">
            <a:spLocks noGrp="1"/>
          </p:cNvSpPr>
          <p:nvPr>
            <p:ph type="body" idx="1"/>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1496839860"/>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matchingName="Content with Caption">
  <p:cSld name="Content with Caption">
    <p:spTree>
      <p:nvGrpSpPr>
        <p:cNvPr id="1" name="Shape 110"/>
        <p:cNvGrpSpPr/>
        <p:nvPr/>
      </p:nvGrpSpPr>
      <p:grpSpPr>
        <a:xfrm>
          <a:off x="0" y="0"/>
          <a:ext cx="0" cy="0"/>
          <a:chOff x="0" y="0"/>
          <a:chExt cx="0" cy="0"/>
        </a:xfrm>
      </p:grpSpPr>
      <p:grpSp>
        <p:nvGrpSpPr>
          <p:cNvPr id="111" name="Google Shape;111;p79"/>
          <p:cNvGrpSpPr/>
          <p:nvPr/>
        </p:nvGrpSpPr>
        <p:grpSpPr>
          <a:xfrm>
            <a:off x="0" y="1295400"/>
            <a:ext cx="7010400" cy="46038"/>
            <a:chOff x="1905000" y="6553200"/>
            <a:chExt cx="7010400" cy="45719"/>
          </a:xfrm>
        </p:grpSpPr>
        <p:sp>
          <p:nvSpPr>
            <p:cNvPr id="112" name="Google Shape;112;p79"/>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113" name="Google Shape;113;p79"/>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114" name="Google Shape;114;p79"/>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grpSp>
      <p:grpSp>
        <p:nvGrpSpPr>
          <p:cNvPr id="115" name="Google Shape;115;p79"/>
          <p:cNvGrpSpPr/>
          <p:nvPr/>
        </p:nvGrpSpPr>
        <p:grpSpPr>
          <a:xfrm>
            <a:off x="2133600" y="6553200"/>
            <a:ext cx="7010400" cy="46038"/>
            <a:chOff x="1905000" y="6553200"/>
            <a:chExt cx="7010400" cy="45719"/>
          </a:xfrm>
        </p:grpSpPr>
        <p:sp>
          <p:nvSpPr>
            <p:cNvPr id="116" name="Google Shape;116;p79"/>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117" name="Google Shape;117;p79"/>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118" name="Google Shape;118;p79"/>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grpSp>
      <p:pic>
        <p:nvPicPr>
          <p:cNvPr id="119" name="Google Shape;119;p79" descr="Picture 7.png"/>
          <p:cNvPicPr preferRelativeResize="0"/>
          <p:nvPr/>
        </p:nvPicPr>
        <p:blipFill rotWithShape="1">
          <a:blip r:embed="rId2">
            <a:alphaModFix/>
          </a:blip>
          <a:srcRect l="1923" b="5335"/>
          <a:stretch/>
        </p:blipFill>
        <p:spPr>
          <a:xfrm>
            <a:off x="6629400" y="0"/>
            <a:ext cx="2193925" cy="692150"/>
          </a:xfrm>
          <a:prstGeom prst="rect">
            <a:avLst/>
          </a:prstGeom>
          <a:noFill/>
          <a:ln>
            <a:noFill/>
          </a:ln>
        </p:spPr>
      </p:pic>
      <p:sp>
        <p:nvSpPr>
          <p:cNvPr id="120" name="Google Shape;120;p79"/>
          <p:cNvSpPr txBox="1"/>
          <p:nvPr/>
        </p:nvSpPr>
        <p:spPr>
          <a:xfrm>
            <a:off x="3276600" y="6596063"/>
            <a:ext cx="5867400" cy="261937"/>
          </a:xfrm>
          <a:prstGeom prst="rect">
            <a:avLst/>
          </a:prstGeom>
          <a:noFill/>
          <a:ln>
            <a:noFill/>
          </a:ln>
        </p:spPr>
        <p:txBody>
          <a:bodyPr spcFirstLastPara="1" wrap="square" lIns="91425" tIns="45700" rIns="91425" bIns="45700" anchor="t" anchorCtr="0">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1" i="0" u="none" strike="noStrike" kern="0" cap="none" spc="0" normalizeH="0" baseline="0" noProof="0">
                <a:ln>
                  <a:noFill/>
                </a:ln>
                <a:solidFill>
                  <a:srgbClr val="101141"/>
                </a:solidFill>
                <a:effectLst/>
                <a:uLnTx/>
                <a:uFillTx/>
                <a:latin typeface="Arial"/>
                <a:ea typeface="Arial"/>
                <a:cs typeface="Arial"/>
                <a:sym typeface="Arial"/>
              </a:rPr>
              <a:t>BITS </a:t>
            </a:r>
            <a:r>
              <a:rPr kumimoji="0" lang="en-US" sz="1100" b="0" i="0" u="none" strike="noStrike" kern="0" cap="none" spc="0" normalizeH="0" baseline="0" noProof="0">
                <a:ln>
                  <a:noFill/>
                </a:ln>
                <a:solidFill>
                  <a:srgbClr val="101141"/>
                </a:solidFill>
                <a:effectLst/>
                <a:uLnTx/>
                <a:uFillTx/>
                <a:latin typeface="Arial"/>
                <a:ea typeface="Arial"/>
                <a:cs typeface="Arial"/>
                <a:sym typeface="Arial"/>
              </a:rPr>
              <a:t>Pilani, Pilani Campus</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1" name="Google Shape;121;p79"/>
          <p:cNvSpPr txBox="1">
            <a:spLocks noGrp="1"/>
          </p:cNvSpPr>
          <p:nvPr>
            <p:ph type="body" idx="1"/>
          </p:nvPr>
        </p:nvSpPr>
        <p:spPr>
          <a:xfrm>
            <a:off x="3575050" y="1600200"/>
            <a:ext cx="5111750" cy="452596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122" name="Google Shape;122;p79"/>
          <p:cNvSpPr txBox="1">
            <a:spLocks noGrp="1"/>
          </p:cNvSpPr>
          <p:nvPr>
            <p:ph type="body" idx="2"/>
          </p:nvPr>
        </p:nvSpPr>
        <p:spPr>
          <a:xfrm>
            <a:off x="457200" y="1600200"/>
            <a:ext cx="3008313" cy="45259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123" name="Google Shape;123;p79"/>
          <p:cNvSpPr txBox="1">
            <a:spLocks noGrp="1"/>
          </p:cNvSpPr>
          <p:nvPr>
            <p:ph type="body" idx="3"/>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1508599260"/>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matchingName="Picture with Caption">
  <p:cSld name="Picture with Caption">
    <p:spTree>
      <p:nvGrpSpPr>
        <p:cNvPr id="1" name="Shape 124"/>
        <p:cNvGrpSpPr/>
        <p:nvPr/>
      </p:nvGrpSpPr>
      <p:grpSpPr>
        <a:xfrm>
          <a:off x="0" y="0"/>
          <a:ext cx="0" cy="0"/>
          <a:chOff x="0" y="0"/>
          <a:chExt cx="0" cy="0"/>
        </a:xfrm>
      </p:grpSpPr>
      <p:grpSp>
        <p:nvGrpSpPr>
          <p:cNvPr id="125" name="Google Shape;125;p80"/>
          <p:cNvGrpSpPr/>
          <p:nvPr/>
        </p:nvGrpSpPr>
        <p:grpSpPr>
          <a:xfrm>
            <a:off x="0" y="1295400"/>
            <a:ext cx="7010400" cy="46038"/>
            <a:chOff x="1905000" y="6553200"/>
            <a:chExt cx="7010400" cy="45719"/>
          </a:xfrm>
        </p:grpSpPr>
        <p:sp>
          <p:nvSpPr>
            <p:cNvPr id="126" name="Google Shape;126;p80"/>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127" name="Google Shape;127;p80"/>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128" name="Google Shape;128;p80"/>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grpSp>
      <p:grpSp>
        <p:nvGrpSpPr>
          <p:cNvPr id="129" name="Google Shape;129;p80"/>
          <p:cNvGrpSpPr/>
          <p:nvPr/>
        </p:nvGrpSpPr>
        <p:grpSpPr>
          <a:xfrm>
            <a:off x="2133600" y="6553200"/>
            <a:ext cx="7010400" cy="46038"/>
            <a:chOff x="1905000" y="6553200"/>
            <a:chExt cx="7010400" cy="45719"/>
          </a:xfrm>
        </p:grpSpPr>
        <p:sp>
          <p:nvSpPr>
            <p:cNvPr id="130" name="Google Shape;130;p80"/>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131" name="Google Shape;131;p80"/>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132" name="Google Shape;132;p80"/>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grpSp>
      <p:pic>
        <p:nvPicPr>
          <p:cNvPr id="133" name="Google Shape;133;p80" descr="Picture 7.png"/>
          <p:cNvPicPr preferRelativeResize="0"/>
          <p:nvPr/>
        </p:nvPicPr>
        <p:blipFill rotWithShape="1">
          <a:blip r:embed="rId2">
            <a:alphaModFix/>
          </a:blip>
          <a:srcRect l="1923" b="5335"/>
          <a:stretch/>
        </p:blipFill>
        <p:spPr>
          <a:xfrm>
            <a:off x="6629400" y="0"/>
            <a:ext cx="2193925" cy="692150"/>
          </a:xfrm>
          <a:prstGeom prst="rect">
            <a:avLst/>
          </a:prstGeom>
          <a:noFill/>
          <a:ln>
            <a:noFill/>
          </a:ln>
        </p:spPr>
      </p:pic>
      <p:sp>
        <p:nvSpPr>
          <p:cNvPr id="134" name="Google Shape;134;p80"/>
          <p:cNvSpPr txBox="1"/>
          <p:nvPr/>
        </p:nvSpPr>
        <p:spPr>
          <a:xfrm>
            <a:off x="3276600" y="6596063"/>
            <a:ext cx="5867400" cy="261937"/>
          </a:xfrm>
          <a:prstGeom prst="rect">
            <a:avLst/>
          </a:prstGeom>
          <a:noFill/>
          <a:ln>
            <a:noFill/>
          </a:ln>
        </p:spPr>
        <p:txBody>
          <a:bodyPr spcFirstLastPara="1" wrap="square" lIns="91425" tIns="45700" rIns="91425" bIns="45700" anchor="t" anchorCtr="0">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1" i="0" u="none" strike="noStrike" kern="0" cap="none" spc="0" normalizeH="0" baseline="0" noProof="0">
                <a:ln>
                  <a:noFill/>
                </a:ln>
                <a:solidFill>
                  <a:srgbClr val="101141"/>
                </a:solidFill>
                <a:effectLst/>
                <a:uLnTx/>
                <a:uFillTx/>
                <a:latin typeface="Arial"/>
                <a:ea typeface="Arial"/>
                <a:cs typeface="Arial"/>
                <a:sym typeface="Arial"/>
              </a:rPr>
              <a:t>BITS </a:t>
            </a:r>
            <a:r>
              <a:rPr kumimoji="0" lang="en-US" sz="1100" b="0" i="0" u="none" strike="noStrike" kern="0" cap="none" spc="0" normalizeH="0" baseline="0" noProof="0">
                <a:ln>
                  <a:noFill/>
                </a:ln>
                <a:solidFill>
                  <a:srgbClr val="101141"/>
                </a:solidFill>
                <a:effectLst/>
                <a:uLnTx/>
                <a:uFillTx/>
                <a:latin typeface="Arial"/>
                <a:ea typeface="Arial"/>
                <a:cs typeface="Arial"/>
                <a:sym typeface="Arial"/>
              </a:rPr>
              <a:t>Pilani, Pilani Campus</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5" name="Google Shape;135;p80"/>
          <p:cNvSpPr txBox="1">
            <a:spLocks noGrp="1"/>
          </p:cNvSpPr>
          <p:nvPr>
            <p:ph type="title"/>
          </p:nvPr>
        </p:nvSpPr>
        <p:spPr>
          <a:xfrm>
            <a:off x="1792288" y="5407025"/>
            <a:ext cx="5486400" cy="3048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SzPts val="1400"/>
              <a:buNone/>
              <a:defRPr sz="1800"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6" name="Google Shape;136;p80"/>
          <p:cNvSpPr>
            <a:spLocks noGrp="1"/>
          </p:cNvSpPr>
          <p:nvPr>
            <p:ph type="pic" idx="2"/>
          </p:nvPr>
        </p:nvSpPr>
        <p:spPr>
          <a:xfrm>
            <a:off x="1792288" y="1828800"/>
            <a:ext cx="5486400" cy="3429000"/>
          </a:xfrm>
          <a:prstGeom prst="rect">
            <a:avLst/>
          </a:prstGeom>
          <a:solidFill>
            <a:schemeClr val="lt1"/>
          </a:solidFill>
          <a:ln w="57150" cap="flat" cmpd="sng">
            <a:solidFill>
              <a:srgbClr val="DAE5F1"/>
            </a:solidFill>
            <a:prstDash val="solid"/>
            <a:round/>
            <a:headEnd type="none" w="sm" len="sm"/>
            <a:tailEnd type="none" w="sm" len="sm"/>
          </a:ln>
        </p:spPr>
      </p:sp>
      <p:sp>
        <p:nvSpPr>
          <p:cNvPr id="137" name="Google Shape;137;p80"/>
          <p:cNvSpPr txBox="1">
            <a:spLocks noGrp="1"/>
          </p:cNvSpPr>
          <p:nvPr>
            <p:ph type="body" idx="1"/>
          </p:nvPr>
        </p:nvSpPr>
        <p:spPr>
          <a:xfrm>
            <a:off x="1792288" y="5711825"/>
            <a:ext cx="5486400" cy="304800"/>
          </a:xfrm>
          <a:prstGeom prst="rect">
            <a:avLst/>
          </a:prstGeom>
          <a:noFill/>
          <a:ln>
            <a:noFill/>
          </a:ln>
        </p:spPr>
        <p:txBody>
          <a:bodyPr spcFirstLastPara="1" wrap="square" lIns="91425" tIns="45700" rIns="91425" bIns="45700" anchor="t" anchorCtr="0">
            <a:normAutofit/>
          </a:bodyPr>
          <a:lstStyle>
            <a:lvl1pPr marL="457200" lvl="0" indent="-228600" algn="l">
              <a:spcBef>
                <a:spcPts val="320"/>
              </a:spcBef>
              <a:spcAft>
                <a:spcPts val="0"/>
              </a:spcAft>
              <a:buClr>
                <a:schemeClr val="dk1"/>
              </a:buClr>
              <a:buSzPts val="1600"/>
              <a:buNone/>
              <a:defRPr sz="16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138" name="Google Shape;138;p80"/>
          <p:cNvSpPr txBox="1">
            <a:spLocks noGrp="1"/>
          </p:cNvSpPr>
          <p:nvPr>
            <p:ph type="body" idx="3"/>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3647454682"/>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matchingName="Title and Vertical Text">
  <p:cSld name="Title and Vertical Text">
    <p:spTree>
      <p:nvGrpSpPr>
        <p:cNvPr id="1" name="Shape 139"/>
        <p:cNvGrpSpPr/>
        <p:nvPr/>
      </p:nvGrpSpPr>
      <p:grpSpPr>
        <a:xfrm>
          <a:off x="0" y="0"/>
          <a:ext cx="0" cy="0"/>
          <a:chOff x="0" y="0"/>
          <a:chExt cx="0" cy="0"/>
        </a:xfrm>
      </p:grpSpPr>
      <p:grpSp>
        <p:nvGrpSpPr>
          <p:cNvPr id="140" name="Google Shape;140;p81"/>
          <p:cNvGrpSpPr/>
          <p:nvPr/>
        </p:nvGrpSpPr>
        <p:grpSpPr>
          <a:xfrm>
            <a:off x="0" y="1295400"/>
            <a:ext cx="7010400" cy="46038"/>
            <a:chOff x="1905000" y="6553200"/>
            <a:chExt cx="7010400" cy="45719"/>
          </a:xfrm>
        </p:grpSpPr>
        <p:sp>
          <p:nvSpPr>
            <p:cNvPr id="141" name="Google Shape;141;p81"/>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142" name="Google Shape;142;p81"/>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143" name="Google Shape;143;p81"/>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grpSp>
      <p:grpSp>
        <p:nvGrpSpPr>
          <p:cNvPr id="144" name="Google Shape;144;p81"/>
          <p:cNvGrpSpPr/>
          <p:nvPr/>
        </p:nvGrpSpPr>
        <p:grpSpPr>
          <a:xfrm>
            <a:off x="2133600" y="6553200"/>
            <a:ext cx="7010400" cy="46038"/>
            <a:chOff x="1905000" y="6553200"/>
            <a:chExt cx="7010400" cy="45719"/>
          </a:xfrm>
        </p:grpSpPr>
        <p:sp>
          <p:nvSpPr>
            <p:cNvPr id="145" name="Google Shape;145;p81"/>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146" name="Google Shape;146;p81"/>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147" name="Google Shape;147;p81"/>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grpSp>
      <p:pic>
        <p:nvPicPr>
          <p:cNvPr id="148" name="Google Shape;148;p81" descr="Picture 7.png"/>
          <p:cNvPicPr preferRelativeResize="0"/>
          <p:nvPr/>
        </p:nvPicPr>
        <p:blipFill rotWithShape="1">
          <a:blip r:embed="rId2">
            <a:alphaModFix/>
          </a:blip>
          <a:srcRect l="1923" b="5335"/>
          <a:stretch/>
        </p:blipFill>
        <p:spPr>
          <a:xfrm>
            <a:off x="6629400" y="0"/>
            <a:ext cx="2193925" cy="692150"/>
          </a:xfrm>
          <a:prstGeom prst="rect">
            <a:avLst/>
          </a:prstGeom>
          <a:noFill/>
          <a:ln>
            <a:noFill/>
          </a:ln>
        </p:spPr>
      </p:pic>
      <p:sp>
        <p:nvSpPr>
          <p:cNvPr id="149" name="Google Shape;149;p81"/>
          <p:cNvSpPr txBox="1"/>
          <p:nvPr/>
        </p:nvSpPr>
        <p:spPr>
          <a:xfrm>
            <a:off x="3276600" y="6596063"/>
            <a:ext cx="5867400" cy="261937"/>
          </a:xfrm>
          <a:prstGeom prst="rect">
            <a:avLst/>
          </a:prstGeom>
          <a:noFill/>
          <a:ln>
            <a:noFill/>
          </a:ln>
        </p:spPr>
        <p:txBody>
          <a:bodyPr spcFirstLastPara="1" wrap="square" lIns="91425" tIns="45700" rIns="91425" bIns="45700" anchor="t" anchorCtr="0">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1" i="0" u="none" strike="noStrike" kern="0" cap="none" spc="0" normalizeH="0" baseline="0" noProof="0">
                <a:ln>
                  <a:noFill/>
                </a:ln>
                <a:solidFill>
                  <a:srgbClr val="101141"/>
                </a:solidFill>
                <a:effectLst/>
                <a:uLnTx/>
                <a:uFillTx/>
                <a:latin typeface="Arial"/>
                <a:ea typeface="Arial"/>
                <a:cs typeface="Arial"/>
                <a:sym typeface="Arial"/>
              </a:rPr>
              <a:t>BITS </a:t>
            </a:r>
            <a:r>
              <a:rPr kumimoji="0" lang="en-US" sz="1100" b="0" i="0" u="none" strike="noStrike" kern="0" cap="none" spc="0" normalizeH="0" baseline="0" noProof="0">
                <a:ln>
                  <a:noFill/>
                </a:ln>
                <a:solidFill>
                  <a:srgbClr val="101141"/>
                </a:solidFill>
                <a:effectLst/>
                <a:uLnTx/>
                <a:uFillTx/>
                <a:latin typeface="Arial"/>
                <a:ea typeface="Arial"/>
                <a:cs typeface="Arial"/>
                <a:sym typeface="Arial"/>
              </a:rPr>
              <a:t>Pilani, Pilani Campus</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0" name="Google Shape;150;p8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51" name="Google Shape;151;p81"/>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417187399"/>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matchingName="Vertical Title and Text">
  <p:cSld name="Vertical Title and Text">
    <p:spTree>
      <p:nvGrpSpPr>
        <p:cNvPr id="1" name="Shape 152"/>
        <p:cNvGrpSpPr/>
        <p:nvPr/>
      </p:nvGrpSpPr>
      <p:grpSpPr>
        <a:xfrm>
          <a:off x="0" y="0"/>
          <a:ext cx="0" cy="0"/>
          <a:chOff x="0" y="0"/>
          <a:chExt cx="0" cy="0"/>
        </a:xfrm>
      </p:grpSpPr>
      <p:grpSp>
        <p:nvGrpSpPr>
          <p:cNvPr id="153" name="Google Shape;153;p82"/>
          <p:cNvGrpSpPr/>
          <p:nvPr/>
        </p:nvGrpSpPr>
        <p:grpSpPr>
          <a:xfrm rot="5400000">
            <a:off x="5006182" y="2567781"/>
            <a:ext cx="5181600" cy="46037"/>
            <a:chOff x="1905000" y="6553200"/>
            <a:chExt cx="7010400" cy="45719"/>
          </a:xfrm>
        </p:grpSpPr>
        <p:sp>
          <p:nvSpPr>
            <p:cNvPr id="154" name="Google Shape;154;p82"/>
            <p:cNvSpPr/>
            <p:nvPr/>
          </p:nvSpPr>
          <p:spPr>
            <a:xfrm>
              <a:off x="4267574" y="6553200"/>
              <a:ext cx="2328209"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155" name="Google Shape;155;p82"/>
            <p:cNvSpPr/>
            <p:nvPr/>
          </p:nvSpPr>
          <p:spPr>
            <a:xfrm>
              <a:off x="1905000" y="6553200"/>
              <a:ext cx="2362574"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156" name="Google Shape;156;p82"/>
            <p:cNvSpPr/>
            <p:nvPr/>
          </p:nvSpPr>
          <p:spPr>
            <a:xfrm>
              <a:off x="6587191" y="6553200"/>
              <a:ext cx="2328209"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grpSp>
      <p:pic>
        <p:nvPicPr>
          <p:cNvPr id="157" name="Google Shape;157;p82" descr="Picture 7.png"/>
          <p:cNvPicPr preferRelativeResize="0"/>
          <p:nvPr/>
        </p:nvPicPr>
        <p:blipFill rotWithShape="1">
          <a:blip r:embed="rId2">
            <a:alphaModFix/>
          </a:blip>
          <a:srcRect l="5336" t="1923"/>
          <a:stretch/>
        </p:blipFill>
        <p:spPr>
          <a:xfrm>
            <a:off x="-7938" y="381000"/>
            <a:ext cx="692151" cy="2193925"/>
          </a:xfrm>
          <a:prstGeom prst="rect">
            <a:avLst/>
          </a:prstGeom>
          <a:noFill/>
          <a:ln>
            <a:noFill/>
          </a:ln>
        </p:spPr>
      </p:pic>
      <p:sp>
        <p:nvSpPr>
          <p:cNvPr id="158" name="Google Shape;158;p82"/>
          <p:cNvSpPr txBox="1"/>
          <p:nvPr/>
        </p:nvSpPr>
        <p:spPr>
          <a:xfrm rot="5400000">
            <a:off x="-2794793" y="3809206"/>
            <a:ext cx="5867400" cy="230187"/>
          </a:xfrm>
          <a:prstGeom prst="rect">
            <a:avLst/>
          </a:prstGeom>
          <a:noFill/>
          <a:ln>
            <a:noFill/>
          </a:ln>
        </p:spPr>
        <p:txBody>
          <a:bodyPr spcFirstLastPara="1" wrap="square" lIns="91425" tIns="45700" rIns="91425" bIns="45700" anchor="t" anchorCtr="0">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1" i="0" u="none" strike="noStrike" kern="0" cap="none" spc="0" normalizeH="0" baseline="0" noProof="0">
                <a:ln>
                  <a:noFill/>
                </a:ln>
                <a:solidFill>
                  <a:srgbClr val="101141"/>
                </a:solidFill>
                <a:effectLst/>
                <a:uLnTx/>
                <a:uFillTx/>
                <a:latin typeface="Arial"/>
                <a:ea typeface="Arial"/>
                <a:cs typeface="Arial"/>
                <a:sym typeface="Arial"/>
              </a:rPr>
              <a:t>BITS </a:t>
            </a:r>
            <a:r>
              <a:rPr kumimoji="0" lang="en-US" sz="900" b="0" i="0" u="none" strike="noStrike" kern="0" cap="none" spc="0" normalizeH="0" baseline="0" noProof="0">
                <a:ln>
                  <a:noFill/>
                </a:ln>
                <a:solidFill>
                  <a:srgbClr val="101141"/>
                </a:solidFill>
                <a:effectLst/>
                <a:uLnTx/>
                <a:uFillTx/>
                <a:latin typeface="Arial"/>
                <a:ea typeface="Arial"/>
                <a:cs typeface="Arial"/>
                <a:sym typeface="Arial"/>
              </a:rPr>
              <a:t>Pilani, Pilani Campus</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9" name="Google Shape;159;p82"/>
          <p:cNvSpPr txBox="1">
            <a:spLocks noGrp="1"/>
          </p:cNvSpPr>
          <p:nvPr>
            <p:ph type="body" idx="1"/>
          </p:nvPr>
        </p:nvSpPr>
        <p:spPr>
          <a:xfrm rot="5400000">
            <a:off x="1303338" y="296862"/>
            <a:ext cx="5851525" cy="6019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60" name="Google Shape;160;p82"/>
          <p:cNvSpPr txBox="1">
            <a:spLocks noGrp="1"/>
          </p:cNvSpPr>
          <p:nvPr>
            <p:ph type="body" idx="2"/>
          </p:nvPr>
        </p:nvSpPr>
        <p:spPr>
          <a:xfrm rot="5400000">
            <a:off x="5410200" y="2743200"/>
            <a:ext cx="58674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2752283033"/>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matchingName="1_Custom Layout">
  <p:cSld name="1_Custom Layout">
    <p:bg>
      <p:bgPr>
        <a:blipFill>
          <a:blip r:embed="rId2">
            <a:alphaModFix/>
          </a:blip>
          <a:stretch>
            <a:fillRect/>
          </a:stretch>
        </a:blipFill>
        <a:effectLst/>
      </p:bgPr>
    </p:bg>
    <p:spTree>
      <p:nvGrpSpPr>
        <p:cNvPr id="1" name="Shape 161"/>
        <p:cNvGrpSpPr/>
        <p:nvPr/>
      </p:nvGrpSpPr>
      <p:grpSpPr>
        <a:xfrm>
          <a:off x="0" y="0"/>
          <a:ext cx="0" cy="0"/>
          <a:chOff x="0" y="0"/>
          <a:chExt cx="0" cy="0"/>
        </a:xfrm>
      </p:grpSpPr>
      <p:sp>
        <p:nvSpPr>
          <p:cNvPr id="162" name="Google Shape;162;p83"/>
          <p:cNvSpPr/>
          <p:nvPr/>
        </p:nvSpPr>
        <p:spPr>
          <a:xfrm>
            <a:off x="0" y="3352800"/>
            <a:ext cx="8686800" cy="2743200"/>
          </a:xfrm>
          <a:prstGeom prst="rect">
            <a:avLst/>
          </a:prstGeom>
          <a:solidFill>
            <a:srgbClr val="10114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63" name="Google Shape;163;p83"/>
          <p:cNvSpPr/>
          <p:nvPr/>
        </p:nvSpPr>
        <p:spPr>
          <a:xfrm>
            <a:off x="2895600" y="6096000"/>
            <a:ext cx="2895600" cy="762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164" name="Google Shape;164;p83"/>
          <p:cNvSpPr/>
          <p:nvPr/>
        </p:nvSpPr>
        <p:spPr>
          <a:xfrm>
            <a:off x="0" y="6096000"/>
            <a:ext cx="2895600" cy="762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165" name="Google Shape;165;p83"/>
          <p:cNvSpPr/>
          <p:nvPr/>
        </p:nvSpPr>
        <p:spPr>
          <a:xfrm>
            <a:off x="5791200" y="6096000"/>
            <a:ext cx="2895600" cy="762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pic>
        <p:nvPicPr>
          <p:cNvPr id="166" name="Google Shape;166;p83" descr="BITS_university_logo_whitevert.png"/>
          <p:cNvPicPr preferRelativeResize="0"/>
          <p:nvPr/>
        </p:nvPicPr>
        <p:blipFill rotWithShape="1">
          <a:blip r:embed="rId3">
            <a:alphaModFix/>
          </a:blip>
          <a:srcRect t="2" b="28592"/>
          <a:stretch/>
        </p:blipFill>
        <p:spPr>
          <a:xfrm>
            <a:off x="76200" y="3352800"/>
            <a:ext cx="2057400" cy="1979613"/>
          </a:xfrm>
          <a:prstGeom prst="rect">
            <a:avLst/>
          </a:prstGeom>
          <a:noFill/>
          <a:ln>
            <a:noFill/>
          </a:ln>
        </p:spPr>
      </p:pic>
      <p:sp>
        <p:nvSpPr>
          <p:cNvPr id="167" name="Google Shape;167;p83"/>
          <p:cNvSpPr txBox="1"/>
          <p:nvPr/>
        </p:nvSpPr>
        <p:spPr>
          <a:xfrm>
            <a:off x="-76200" y="5257800"/>
            <a:ext cx="2209800" cy="554038"/>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900" b="1" i="0" u="none" strike="noStrike" kern="0" cap="none" spc="0" normalizeH="0" baseline="0" noProof="0">
                <a:ln>
                  <a:noFill/>
                </a:ln>
                <a:solidFill>
                  <a:srgbClr val="FFFFFF"/>
                </a:solidFill>
                <a:effectLst/>
                <a:uLnTx/>
                <a:uFillTx/>
                <a:latin typeface="Arial"/>
                <a:ea typeface="Arial"/>
                <a:cs typeface="Arial"/>
                <a:sym typeface="Arial"/>
              </a:rPr>
              <a:t>BITS</a:t>
            </a:r>
            <a:r>
              <a:rPr kumimoji="0" lang="en-US" sz="2900" b="0" i="0" u="none" strike="noStrike" kern="0" cap="none" spc="0" normalizeH="0" baseline="0" noProof="0">
                <a:ln>
                  <a:noFill/>
                </a:ln>
                <a:solidFill>
                  <a:srgbClr val="FFFFFF"/>
                </a:solidFill>
                <a:effectLst/>
                <a:uLnTx/>
                <a:uFillTx/>
                <a:latin typeface="Arial"/>
                <a:ea typeface="Arial"/>
                <a:cs typeface="Arial"/>
                <a:sym typeface="Arial"/>
              </a:rPr>
              <a:t> Pilani</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8" name="Google Shape;168;p83"/>
          <p:cNvSpPr txBox="1"/>
          <p:nvPr/>
        </p:nvSpPr>
        <p:spPr>
          <a:xfrm>
            <a:off x="152400" y="5667375"/>
            <a:ext cx="1905000" cy="276225"/>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rgbClr val="FFFFFF"/>
                </a:solidFill>
                <a:effectLst/>
                <a:uLnTx/>
                <a:uFillTx/>
                <a:latin typeface="Arial"/>
                <a:ea typeface="Arial"/>
                <a:cs typeface="Arial"/>
                <a:sym typeface="Arial"/>
              </a:rPr>
              <a:t>Pilani Campus</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9" name="Google Shape;169;p83"/>
          <p:cNvSpPr txBox="1">
            <a:spLocks noGrp="1"/>
          </p:cNvSpPr>
          <p:nvPr>
            <p:ph type="body" idx="1"/>
          </p:nvPr>
        </p:nvSpPr>
        <p:spPr>
          <a:xfrm>
            <a:off x="2514600" y="5410200"/>
            <a:ext cx="6019800" cy="533400"/>
          </a:xfrm>
          <a:prstGeom prst="rect">
            <a:avLst/>
          </a:prstGeom>
          <a:noFill/>
          <a:ln>
            <a:noFill/>
          </a:ln>
        </p:spPr>
        <p:txBody>
          <a:bodyPr spcFirstLastPara="1" wrap="square" lIns="91425" tIns="45700" rIns="91425" bIns="45700" anchor="b" anchorCtr="0">
            <a:noAutofit/>
          </a:bodyPr>
          <a:lstStyle>
            <a:lvl1pPr marL="457200" lvl="0" indent="-228600" algn="r">
              <a:lnSpc>
                <a:spcPct val="100000"/>
              </a:lnSpc>
              <a:spcBef>
                <a:spcPts val="0"/>
              </a:spcBef>
              <a:spcAft>
                <a:spcPts val="0"/>
              </a:spcAft>
              <a:buClr>
                <a:schemeClr val="lt1"/>
              </a:buClr>
              <a:buSzPts val="1800"/>
              <a:buNone/>
              <a:defRPr sz="1800">
                <a:solidFill>
                  <a:schemeClr val="lt1"/>
                </a:solidFil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70" name="Google Shape;170;p83"/>
          <p:cNvSpPr txBox="1">
            <a:spLocks noGrp="1"/>
          </p:cNvSpPr>
          <p:nvPr>
            <p:ph type="title"/>
          </p:nvPr>
        </p:nvSpPr>
        <p:spPr>
          <a:xfrm>
            <a:off x="2514600" y="3810000"/>
            <a:ext cx="6019800" cy="1524000"/>
          </a:xfrm>
          <a:prstGeom prst="rect">
            <a:avLst/>
          </a:prstGeom>
          <a:noFill/>
          <a:ln>
            <a:noFill/>
          </a:ln>
        </p:spPr>
        <p:txBody>
          <a:bodyPr spcFirstLastPara="1" wrap="square" lIns="91425" tIns="45700" rIns="91425" bIns="45700" anchor="ctr" anchorCtr="0">
            <a:noAutofit/>
          </a:bodyPr>
          <a:lstStyle>
            <a:lvl1pPr lvl="0" algn="l">
              <a:lnSpc>
                <a:spcPct val="90909"/>
              </a:lnSpc>
              <a:spcBef>
                <a:spcPts val="0"/>
              </a:spcBef>
              <a:spcAft>
                <a:spcPts val="0"/>
              </a:spcAft>
              <a:buSzPts val="1400"/>
              <a:buNone/>
              <a:defRPr sz="44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extLst>
      <p:ext uri="{BB962C8B-B14F-4D97-AF65-F5344CB8AC3E}">
        <p14:creationId xmlns:p14="http://schemas.microsoft.com/office/powerpoint/2010/main" val="3873268192"/>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matchingName="1_Blank" type="blank">
  <p:cSld name="1_Blank">
    <p:spTree>
      <p:nvGrpSpPr>
        <p:cNvPr id="1" name="Shape 171"/>
        <p:cNvGrpSpPr/>
        <p:nvPr/>
      </p:nvGrpSpPr>
      <p:grpSpPr>
        <a:xfrm>
          <a:off x="0" y="0"/>
          <a:ext cx="0" cy="0"/>
          <a:chOff x="0" y="0"/>
          <a:chExt cx="0" cy="0"/>
        </a:xfrm>
      </p:grpSpPr>
      <p:sp>
        <p:nvSpPr>
          <p:cNvPr id="172" name="Google Shape;172;p8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73" name="Google Shape;173;p8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74" name="Google Shape;174;p8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1062132519"/>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3" name="Rectangle 2"/>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sp>
        <p:nvSpPr>
          <p:cNvPr id="4" name="Rectangle 3"/>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5" name="Rectangle 4"/>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pic>
        <p:nvPicPr>
          <p:cNvPr id="7" name="Picture 10" descr="BITS_university_logo_whitevert.png"/>
          <p:cNvPicPr>
            <a:picLocks noChangeAspect="1"/>
          </p:cNvPicPr>
          <p:nvPr/>
        </p:nvPicPr>
        <p:blipFill>
          <a:blip r:embed="rId3" cstate="print"/>
          <a:srcRect t="2" b="28592"/>
          <a:stretch>
            <a:fillRect/>
          </a:stretch>
        </p:blipFill>
        <p:spPr bwMode="auto">
          <a:xfrm>
            <a:off x="76200" y="3352800"/>
            <a:ext cx="2057400" cy="1979613"/>
          </a:xfrm>
          <a:prstGeom prst="rect">
            <a:avLst/>
          </a:prstGeom>
          <a:noFill/>
          <a:ln w="9525">
            <a:noFill/>
            <a:miter lim="800000"/>
            <a:headEnd/>
            <a:tailEnd/>
          </a:ln>
        </p:spPr>
      </p:pic>
      <p:sp>
        <p:nvSpPr>
          <p:cNvPr id="8" name="TextBox 7"/>
          <p:cNvSpPr txBox="1"/>
          <p:nvPr/>
        </p:nvSpPr>
        <p:spPr>
          <a:xfrm>
            <a:off x="-76200" y="5257800"/>
            <a:ext cx="2209800" cy="554038"/>
          </a:xfrm>
          <a:prstGeom prst="rect">
            <a:avLst/>
          </a:prstGeom>
          <a:noFill/>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900" b="1" i="0" u="none" strike="noStrike" kern="1200" cap="none" spc="-150" normalizeH="0" baseline="0" noProof="0" dirty="0">
                <a:ln>
                  <a:noFill/>
                </a:ln>
                <a:solidFill>
                  <a:prstClr val="white"/>
                </a:solidFill>
                <a:effectLst/>
                <a:uLnTx/>
                <a:uFillTx/>
                <a:latin typeface="Arial"/>
                <a:ea typeface="+mn-ea"/>
                <a:cs typeface="Arial"/>
              </a:rPr>
              <a:t>BITS</a:t>
            </a:r>
            <a:r>
              <a:rPr kumimoji="0" lang="en-US" sz="2900" b="0" i="0" u="none" strike="noStrike" kern="1200" cap="none" spc="-150" normalizeH="0" baseline="0" noProof="0" dirty="0">
                <a:ln>
                  <a:noFill/>
                </a:ln>
                <a:solidFill>
                  <a:prstClr val="white"/>
                </a:solidFill>
                <a:effectLst/>
                <a:uLnTx/>
                <a:uFillTx/>
                <a:latin typeface="Arial"/>
                <a:ea typeface="+mn-ea"/>
                <a:cs typeface="Arial"/>
              </a:rPr>
              <a:t> Pilani</a:t>
            </a:r>
          </a:p>
        </p:txBody>
      </p:sp>
      <p:sp>
        <p:nvSpPr>
          <p:cNvPr id="9" name="TextBox 8"/>
          <p:cNvSpPr txBox="1"/>
          <p:nvPr/>
        </p:nvSpPr>
        <p:spPr>
          <a:xfrm>
            <a:off x="152400" y="5667375"/>
            <a:ext cx="1905000" cy="276225"/>
          </a:xfrm>
          <a:prstGeom prst="rect">
            <a:avLst/>
          </a:prstGeom>
          <a:noFill/>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a:ea typeface="+mn-ea"/>
                <a:cs typeface="Arial"/>
              </a:rPr>
              <a:t>Pilani Campus</a:t>
            </a:r>
          </a:p>
        </p:txBody>
      </p:sp>
      <p:sp>
        <p:nvSpPr>
          <p:cNvPr id="11" name="Title 1"/>
          <p:cNvSpPr>
            <a:spLocks noGrp="1"/>
          </p:cNvSpPr>
          <p:nvPr>
            <p:ph type="title"/>
          </p:nvPr>
        </p:nvSpPr>
        <p:spPr>
          <a:xfrm>
            <a:off x="2514600" y="3810000"/>
            <a:ext cx="60198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7533322"/>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p:cSld name="Custom Layout">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sp>
        <p:nvSpPr>
          <p:cNvPr id="5" name="Rectangle 4"/>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pic>
        <p:nvPicPr>
          <p:cNvPr id="9" name="Picture 10" descr="BITS_university_logo_whitevert.png"/>
          <p:cNvPicPr>
            <a:picLocks noChangeAspect="1"/>
          </p:cNvPicPr>
          <p:nvPr/>
        </p:nvPicPr>
        <p:blipFill>
          <a:blip r:embed="rId3" cstate="print"/>
          <a:srcRect t="2" b="28592"/>
          <a:stretch>
            <a:fillRect/>
          </a:stretch>
        </p:blipFill>
        <p:spPr bwMode="auto">
          <a:xfrm>
            <a:off x="76200" y="3352800"/>
            <a:ext cx="2057400" cy="1979613"/>
          </a:xfrm>
          <a:prstGeom prst="rect">
            <a:avLst/>
          </a:prstGeom>
          <a:noFill/>
          <a:ln w="9525">
            <a:noFill/>
            <a:miter lim="800000"/>
            <a:headEnd/>
            <a:tailEnd/>
          </a:ln>
        </p:spPr>
      </p:pic>
      <p:sp>
        <p:nvSpPr>
          <p:cNvPr id="10" name="TextBox 9"/>
          <p:cNvSpPr txBox="1"/>
          <p:nvPr/>
        </p:nvSpPr>
        <p:spPr>
          <a:xfrm>
            <a:off x="-76200" y="5257800"/>
            <a:ext cx="2209800" cy="554038"/>
          </a:xfrm>
          <a:prstGeom prst="rect">
            <a:avLst/>
          </a:prstGeom>
          <a:noFill/>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900" b="1" i="0" u="none" strike="noStrike" kern="1200" cap="none" spc="-150" normalizeH="0" baseline="0" noProof="0" dirty="0">
                <a:ln>
                  <a:noFill/>
                </a:ln>
                <a:solidFill>
                  <a:prstClr val="white"/>
                </a:solidFill>
                <a:effectLst/>
                <a:uLnTx/>
                <a:uFillTx/>
                <a:latin typeface="Arial"/>
                <a:ea typeface="+mn-ea"/>
                <a:cs typeface="Arial"/>
              </a:rPr>
              <a:t>BITS</a:t>
            </a:r>
            <a:r>
              <a:rPr kumimoji="0" lang="en-US" sz="2900" b="0" i="0" u="none" strike="noStrike" kern="1200" cap="none" spc="-150" normalizeH="0" baseline="0" noProof="0" dirty="0">
                <a:ln>
                  <a:noFill/>
                </a:ln>
                <a:solidFill>
                  <a:prstClr val="white"/>
                </a:solidFill>
                <a:effectLst/>
                <a:uLnTx/>
                <a:uFillTx/>
                <a:latin typeface="Arial"/>
                <a:ea typeface="+mn-ea"/>
                <a:cs typeface="Arial"/>
              </a:rPr>
              <a:t> Pilani</a:t>
            </a:r>
          </a:p>
        </p:txBody>
      </p:sp>
      <p:sp>
        <p:nvSpPr>
          <p:cNvPr id="11" name="TextBox 10"/>
          <p:cNvSpPr txBox="1"/>
          <p:nvPr/>
        </p:nvSpPr>
        <p:spPr>
          <a:xfrm>
            <a:off x="152400" y="5667375"/>
            <a:ext cx="1905000" cy="276225"/>
          </a:xfrm>
          <a:prstGeom prst="rect">
            <a:avLst/>
          </a:prstGeom>
          <a:noFill/>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a:ea typeface="+mn-ea"/>
                <a:cs typeface="Arial"/>
              </a:rPr>
              <a:t>Pilani Campus</a:t>
            </a:r>
          </a:p>
        </p:txBody>
      </p:sp>
      <p:sp>
        <p:nvSpPr>
          <p:cNvPr id="12" name="Rectangle 11"/>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sp>
        <p:nvSpPr>
          <p:cNvPr id="13" name="Rectangle 12"/>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4" name="Rectangle 13"/>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5" name="Rectangle 14"/>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pic>
        <p:nvPicPr>
          <p:cNvPr id="16" name="Picture 17" descr="BITS_university_logo_whitevert.png"/>
          <p:cNvPicPr>
            <a:picLocks noChangeAspect="1"/>
          </p:cNvPicPr>
          <p:nvPr/>
        </p:nvPicPr>
        <p:blipFill>
          <a:blip r:embed="rId3" cstate="print"/>
          <a:srcRect t="2" b="28592"/>
          <a:stretch>
            <a:fillRect/>
          </a:stretch>
        </p:blipFill>
        <p:spPr bwMode="auto">
          <a:xfrm>
            <a:off x="76200" y="3352800"/>
            <a:ext cx="2057400" cy="1979613"/>
          </a:xfrm>
          <a:prstGeom prst="rect">
            <a:avLst/>
          </a:prstGeom>
          <a:noFill/>
          <a:ln w="9525">
            <a:noFill/>
            <a:miter lim="800000"/>
            <a:headEnd/>
            <a:tailEnd/>
          </a:ln>
        </p:spPr>
      </p:pic>
      <p:sp>
        <p:nvSpPr>
          <p:cNvPr id="17" name="TextBox 16"/>
          <p:cNvSpPr txBox="1"/>
          <p:nvPr/>
        </p:nvSpPr>
        <p:spPr>
          <a:xfrm>
            <a:off x="-76200" y="5257800"/>
            <a:ext cx="2209800" cy="554038"/>
          </a:xfrm>
          <a:prstGeom prst="rect">
            <a:avLst/>
          </a:prstGeom>
          <a:noFill/>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900" b="1" i="0" u="none" strike="noStrike" kern="1200" cap="none" spc="-150" normalizeH="0" baseline="0" noProof="0" dirty="0">
                <a:ln>
                  <a:noFill/>
                </a:ln>
                <a:solidFill>
                  <a:prstClr val="white"/>
                </a:solidFill>
                <a:effectLst/>
                <a:uLnTx/>
                <a:uFillTx/>
                <a:latin typeface="Arial"/>
                <a:ea typeface="+mn-ea"/>
                <a:cs typeface="Arial"/>
              </a:rPr>
              <a:t>BITS</a:t>
            </a:r>
            <a:r>
              <a:rPr kumimoji="0" lang="en-US" sz="2900" b="0" i="0" u="none" strike="noStrike" kern="1200" cap="none" spc="-150" normalizeH="0" baseline="0" noProof="0" dirty="0">
                <a:ln>
                  <a:noFill/>
                </a:ln>
                <a:solidFill>
                  <a:prstClr val="white"/>
                </a:solidFill>
                <a:effectLst/>
                <a:uLnTx/>
                <a:uFillTx/>
                <a:latin typeface="Arial"/>
                <a:ea typeface="+mn-ea"/>
                <a:cs typeface="Arial"/>
              </a:rPr>
              <a:t> Pilani</a:t>
            </a:r>
          </a:p>
        </p:txBody>
      </p:sp>
      <p:sp>
        <p:nvSpPr>
          <p:cNvPr id="18" name="TextBox 17"/>
          <p:cNvSpPr txBox="1"/>
          <p:nvPr/>
        </p:nvSpPr>
        <p:spPr>
          <a:xfrm>
            <a:off x="152400" y="5667375"/>
            <a:ext cx="1905000" cy="276225"/>
          </a:xfrm>
          <a:prstGeom prst="rect">
            <a:avLst/>
          </a:prstGeom>
          <a:noFill/>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a:ea typeface="+mn-ea"/>
                <a:cs typeface="Arial"/>
              </a:rPr>
              <a:t>Pilani Campus</a:t>
            </a:r>
          </a:p>
        </p:txBody>
      </p:sp>
      <p:sp>
        <p:nvSpPr>
          <p:cNvPr id="7" name="Content Placeholder 6"/>
          <p:cNvSpPr>
            <a:spLocks noGrp="1"/>
          </p:cNvSpPr>
          <p:nvPr>
            <p:ph sz="quarter" idx="13"/>
          </p:nvPr>
        </p:nvSpPr>
        <p:spPr>
          <a:xfrm>
            <a:off x="2514600" y="5410200"/>
            <a:ext cx="60198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2514600" y="3810000"/>
            <a:ext cx="60198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1008296115"/>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3" name="Picture 2" descr="\\Server\D\jyoti\FI023_BITS_v1\styleguide img\IMG_5627_b.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a:ln w="9525">
            <a:noFill/>
            <a:miter lim="800000"/>
            <a:headEnd/>
            <a:tailEnd/>
          </a:ln>
        </p:spPr>
      </p:pic>
      <p:sp>
        <p:nvSpPr>
          <p:cNvPr id="4" name="Rectangle 3"/>
          <p:cNvSpPr/>
          <p:nvPr/>
        </p:nvSpPr>
        <p:spPr>
          <a:xfrm>
            <a:off x="0" y="4281488"/>
            <a:ext cx="9144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pic>
        <p:nvPicPr>
          <p:cNvPr id="5" name="Picture 8" descr="Picture 7.png"/>
          <p:cNvPicPr>
            <a:picLocks noChangeAspect="1"/>
          </p:cNvPicPr>
          <p:nvPr/>
        </p:nvPicPr>
        <p:blipFill>
          <a:blip r:embed="rId3" cstate="print"/>
          <a:srcRect l="1923" b="5336"/>
          <a:stretch>
            <a:fillRect/>
          </a:stretch>
        </p:blipFill>
        <p:spPr bwMode="auto">
          <a:xfrm>
            <a:off x="6629400" y="0"/>
            <a:ext cx="2193925" cy="692150"/>
          </a:xfrm>
          <a:prstGeom prst="rect">
            <a:avLst/>
          </a:prstGeom>
          <a:noFill/>
          <a:ln w="9525">
            <a:noFill/>
            <a:miter lim="800000"/>
            <a:headEnd/>
            <a:tailEnd/>
          </a:ln>
        </p:spPr>
      </p:pic>
      <p:sp>
        <p:nvSpPr>
          <p:cNvPr id="6" name="Rectangle 5"/>
          <p:cNvSpPr/>
          <p:nvPr/>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9" name="TextBox 8"/>
          <p:cNvSpPr txBox="1"/>
          <p:nvPr/>
        </p:nvSpPr>
        <p:spPr>
          <a:xfrm>
            <a:off x="6858000" y="762000"/>
            <a:ext cx="2209800" cy="554038"/>
          </a:xfrm>
          <a:prstGeom prst="rect">
            <a:avLst/>
          </a:prstGeom>
          <a:noFill/>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900" b="1" i="0" u="none" strike="noStrike" kern="1200" cap="none" spc="-150" normalizeH="0" baseline="0" noProof="0" dirty="0">
                <a:ln>
                  <a:noFill/>
                </a:ln>
                <a:solidFill>
                  <a:prstClr val="white"/>
                </a:solidFill>
                <a:effectLst/>
                <a:uLnTx/>
                <a:uFillTx/>
                <a:latin typeface="Arial"/>
                <a:ea typeface="+mn-ea"/>
                <a:cs typeface="Arial"/>
              </a:rPr>
              <a:t>BITS</a:t>
            </a:r>
            <a:r>
              <a:rPr kumimoji="0" lang="en-US" sz="2900" b="0" i="0" u="none" strike="noStrike" kern="1200" cap="none" spc="-150" normalizeH="0" baseline="0" noProof="0" dirty="0">
                <a:ln>
                  <a:noFill/>
                </a:ln>
                <a:solidFill>
                  <a:prstClr val="white"/>
                </a:solidFill>
                <a:effectLst/>
                <a:uLnTx/>
                <a:uFillTx/>
                <a:latin typeface="Arial"/>
                <a:ea typeface="+mn-ea"/>
                <a:cs typeface="Arial"/>
              </a:rPr>
              <a:t> Pilani</a:t>
            </a:r>
          </a:p>
        </p:txBody>
      </p:sp>
      <p:sp>
        <p:nvSpPr>
          <p:cNvPr id="10" name="TextBox 9"/>
          <p:cNvSpPr txBox="1"/>
          <p:nvPr/>
        </p:nvSpPr>
        <p:spPr>
          <a:xfrm>
            <a:off x="7086600" y="1171575"/>
            <a:ext cx="1905000" cy="276225"/>
          </a:xfrm>
          <a:prstGeom prst="rect">
            <a:avLst/>
          </a:prstGeom>
          <a:noFill/>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a:ea typeface="+mn-ea"/>
                <a:cs typeface="Arial"/>
              </a:rPr>
              <a:t>Pilani Campus</a:t>
            </a:r>
          </a:p>
        </p:txBody>
      </p:sp>
      <p:sp>
        <p:nvSpPr>
          <p:cNvPr id="17" name="Content Placeholder 16"/>
          <p:cNvSpPr>
            <a:spLocks noGrp="1"/>
          </p:cNvSpPr>
          <p:nvPr>
            <p:ph sz="quarter" idx="10"/>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519796713"/>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4" name="TextBox 3"/>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grpSp>
        <p:nvGrpSpPr>
          <p:cNvPr id="5" name="Group 11"/>
          <p:cNvGrpSpPr>
            <a:grpSpLocks/>
          </p:cNvGrpSpPr>
          <p:nvPr/>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10" name="Group 18"/>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4" name="Group 22"/>
          <p:cNvGrpSpPr>
            <a:grpSpLocks/>
          </p:cNvGrpSpPr>
          <p:nvPr/>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013307341"/>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pic>
        <p:nvPicPr>
          <p:cNvPr id="5" name="Picture 6"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6" name="Group 19"/>
          <p:cNvGrpSpPr>
            <a:grpSpLocks/>
          </p:cNvGrpSpPr>
          <p:nvPr/>
        </p:nvGrpSpPr>
        <p:grpSpPr bwMode="auto">
          <a:xfrm>
            <a:off x="0" y="1295400"/>
            <a:ext cx="7010400" cy="46038"/>
            <a:chOff x="1905000" y="6553200"/>
            <a:chExt cx="7010400" cy="45719"/>
          </a:xfrm>
        </p:grpSpPr>
        <p:sp>
          <p:nvSpPr>
            <p:cNvPr id="7" name="Rectangle 6"/>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0" name="Group 28"/>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sp>
        <p:nvSpPr>
          <p:cNvPr id="14" name="TextBox 13"/>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sp>
        <p:nvSpPr>
          <p:cNvPr id="3" name="Content Placeholder 2"/>
          <p:cNvSpPr>
            <a:spLocks noGrp="1"/>
          </p:cNvSpPr>
          <p:nvPr>
            <p:ph sz="half" idx="1"/>
          </p:nvPr>
        </p:nvSpPr>
        <p:spPr>
          <a:xfrm>
            <a:off x="4572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4" name="Content Placeholder 3"/>
          <p:cNvSpPr>
            <a:spLocks noGrp="1"/>
          </p:cNvSpPr>
          <p:nvPr>
            <p:ph sz="half" idx="2"/>
          </p:nvPr>
        </p:nvSpPr>
        <p:spPr>
          <a:xfrm>
            <a:off x="49530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488091383"/>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grpSp>
        <p:nvGrpSpPr>
          <p:cNvPr id="7" name="Group 10"/>
          <p:cNvGrpSpPr>
            <a:grpSpLocks/>
          </p:cNvGrpSpPr>
          <p:nvPr/>
        </p:nvGrpSpPr>
        <p:grpSpPr bwMode="auto">
          <a:xfrm>
            <a:off x="0" y="1295400"/>
            <a:ext cx="7010400" cy="46038"/>
            <a:chOff x="1905000" y="6553200"/>
            <a:chExt cx="7010400" cy="45719"/>
          </a:xfrm>
        </p:grpSpPr>
        <p:sp>
          <p:nvSpPr>
            <p:cNvPr id="8" name="Rectangle 7"/>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9" name="Rectangle 8"/>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2" name="Group 15"/>
          <p:cNvGrpSpPr>
            <a:grpSpLocks/>
          </p:cNvGrpSpPr>
          <p:nvPr/>
        </p:nvGrpSpPr>
        <p:grpSpPr bwMode="auto">
          <a:xfrm>
            <a:off x="2133600" y="6553200"/>
            <a:ext cx="7010400" cy="46038"/>
            <a:chOff x="1905000" y="6553200"/>
            <a:chExt cx="7010400" cy="45719"/>
          </a:xfrm>
        </p:grpSpPr>
        <p:sp>
          <p:nvSpPr>
            <p:cNvPr id="13" name="Rectangle 12"/>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4" name="Rectangle 13"/>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5" name="Rectangle 14"/>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16" name="Picture 14"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sp>
        <p:nvSpPr>
          <p:cNvPr id="17" name="TextBox 16"/>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Deemed to be University under Section 3 of UGC Act, 1956</a:t>
            </a:r>
          </a:p>
        </p:txBody>
      </p:sp>
      <p:sp>
        <p:nvSpPr>
          <p:cNvPr id="3" name="Text Placeholder 2"/>
          <p:cNvSpPr>
            <a:spLocks noGrp="1"/>
          </p:cNvSpPr>
          <p:nvPr>
            <p:ph type="body" idx="1"/>
          </p:nvPr>
        </p:nvSpPr>
        <p:spPr>
          <a:xfrm>
            <a:off x="457200" y="1535112"/>
            <a:ext cx="4040188"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362199"/>
            <a:ext cx="4040188"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2"/>
            <a:ext cx="4041775"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362199"/>
            <a:ext cx="4041775"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847655885"/>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grpSp>
        <p:nvGrpSpPr>
          <p:cNvPr id="3" name="Group 5"/>
          <p:cNvGrpSpPr>
            <a:grpSpLocks/>
          </p:cNvGrpSpPr>
          <p:nvPr/>
        </p:nvGrpSpPr>
        <p:grpSpPr bwMode="auto">
          <a:xfrm>
            <a:off x="0" y="1295400"/>
            <a:ext cx="7010400" cy="46038"/>
            <a:chOff x="1905000" y="6553200"/>
            <a:chExt cx="7010400" cy="45719"/>
          </a:xfrm>
        </p:grpSpPr>
        <p:sp>
          <p:nvSpPr>
            <p:cNvPr id="4" name="Rectangle 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8" name="Group 10"/>
          <p:cNvGrpSpPr>
            <a:grpSpLocks/>
          </p:cNvGrpSpPr>
          <p:nvPr/>
        </p:nvGrpSpPr>
        <p:grpSpPr bwMode="auto">
          <a:xfrm>
            <a:off x="2133600" y="6553200"/>
            <a:ext cx="7010400" cy="46038"/>
            <a:chOff x="1905000" y="6553200"/>
            <a:chExt cx="7010400" cy="45719"/>
          </a:xfrm>
        </p:grpSpPr>
        <p:sp>
          <p:nvSpPr>
            <p:cNvPr id="9" name="Rectangle 8"/>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12" name="Picture 14"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sp>
        <p:nvSpPr>
          <p:cNvPr id="13" name="TextBox 12"/>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Deemed to be University under Section 3 of UGC Act, 1956</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252938076"/>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grpSp>
        <p:nvGrpSpPr>
          <p:cNvPr id="5" name="Group 8"/>
          <p:cNvGrpSpPr>
            <a:grpSpLocks/>
          </p:cNvGrpSpPr>
          <p:nvPr/>
        </p:nvGrpSpPr>
        <p:grpSpPr bwMode="auto">
          <a:xfrm>
            <a:off x="0" y="1295400"/>
            <a:ext cx="7010400" cy="46038"/>
            <a:chOff x="1905000" y="6553200"/>
            <a:chExt cx="7010400" cy="45719"/>
          </a:xfrm>
        </p:grpSpPr>
        <p:sp>
          <p:nvSpPr>
            <p:cNvPr id="6" name="Rectangle 5"/>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0" name="Group 13"/>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14" name="Picture 14"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sp>
        <p:nvSpPr>
          <p:cNvPr id="15" name="TextBox 14"/>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sp>
        <p:nvSpPr>
          <p:cNvPr id="3" name="Content Placeholder 2"/>
          <p:cNvSpPr>
            <a:spLocks noGrp="1"/>
          </p:cNvSpPr>
          <p:nvPr>
            <p:ph idx="1"/>
          </p:nvPr>
        </p:nvSpPr>
        <p:spPr>
          <a:xfrm>
            <a:off x="3575050" y="1600200"/>
            <a:ext cx="5111750"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600200"/>
            <a:ext cx="3008313"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Content Placeholder 18"/>
          <p:cNvSpPr>
            <a:spLocks noGrp="1"/>
          </p:cNvSpPr>
          <p:nvPr>
            <p:ph sz="quarter" idx="13"/>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738128081"/>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grpSp>
        <p:nvGrpSpPr>
          <p:cNvPr id="6" name="Group 6"/>
          <p:cNvGrpSpPr>
            <a:grpSpLocks/>
          </p:cNvGrpSpPr>
          <p:nvPr/>
        </p:nvGrpSpPr>
        <p:grpSpPr bwMode="auto">
          <a:xfrm>
            <a:off x="0" y="1295400"/>
            <a:ext cx="7010400" cy="46038"/>
            <a:chOff x="1905000" y="6553200"/>
            <a:chExt cx="7010400" cy="45719"/>
          </a:xfrm>
        </p:grpSpPr>
        <p:sp>
          <p:nvSpPr>
            <p:cNvPr id="7" name="Rectangle 6"/>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0" name="Group 10"/>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14" name="Picture 14"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sp>
        <p:nvSpPr>
          <p:cNvPr id="15" name="TextBox 14"/>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sp>
        <p:nvSpPr>
          <p:cNvPr id="2" name="Title 1"/>
          <p:cNvSpPr>
            <a:spLocks noGrp="1"/>
          </p:cNvSpPr>
          <p:nvPr>
            <p:ph type="title"/>
          </p:nvPr>
        </p:nvSpPr>
        <p:spPr>
          <a:xfrm>
            <a:off x="1792288" y="5407025"/>
            <a:ext cx="5486400" cy="304800"/>
          </a:xfrm>
        </p:spPr>
        <p:txBody>
          <a:bodyPr anchor="b"/>
          <a:lstStyle>
            <a:lvl1pPr algn="l">
              <a:defRPr sz="1800" b="1" spc="0"/>
            </a:lvl1pPr>
          </a:lstStyle>
          <a:p>
            <a:r>
              <a:rPr lang="en-US"/>
              <a:t>Click to edit Master title style</a:t>
            </a:r>
            <a:endParaRPr lang="en-US" dirty="0"/>
          </a:p>
        </p:txBody>
      </p:sp>
      <p:sp>
        <p:nvSpPr>
          <p:cNvPr id="3" name="Picture Placeholder 2"/>
          <p:cNvSpPr>
            <a:spLocks noGrp="1"/>
          </p:cNvSpPr>
          <p:nvPr>
            <p:ph type="pic" idx="1"/>
          </p:nvPr>
        </p:nvSpPr>
        <p:spPr>
          <a:xfrm>
            <a:off x="1792288" y="1828800"/>
            <a:ext cx="54864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981724032"/>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grpSp>
        <p:nvGrpSpPr>
          <p:cNvPr id="4" name="Group 19"/>
          <p:cNvGrpSpPr>
            <a:grpSpLocks/>
          </p:cNvGrpSpPr>
          <p:nvPr/>
        </p:nvGrpSpPr>
        <p:grpSpPr bwMode="auto">
          <a:xfrm>
            <a:off x="0" y="1295400"/>
            <a:ext cx="7010400" cy="46038"/>
            <a:chOff x="1905000" y="6553200"/>
            <a:chExt cx="7010400" cy="45719"/>
          </a:xfrm>
        </p:grpSpPr>
        <p:sp>
          <p:nvSpPr>
            <p:cNvPr id="5" name="Rectangle 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8" name="Group 24"/>
          <p:cNvGrpSpPr>
            <a:grpSpLocks/>
          </p:cNvGrpSpPr>
          <p:nvPr/>
        </p:nvGrpSpPr>
        <p:grpSpPr bwMode="auto">
          <a:xfrm>
            <a:off x="2133600" y="6553200"/>
            <a:ext cx="7010400" cy="46038"/>
            <a:chOff x="1905000" y="6553200"/>
            <a:chExt cx="7010400" cy="45719"/>
          </a:xfrm>
        </p:grpSpPr>
        <p:sp>
          <p:nvSpPr>
            <p:cNvPr id="9" name="Rectangle 8"/>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12" name="Picture 14"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sp>
        <p:nvSpPr>
          <p:cNvPr id="13" name="TextBox 12"/>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4141683405"/>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p:cSld name="Vertical Title and Text">
    <p:spTree>
      <p:nvGrpSpPr>
        <p:cNvPr id="1" name=""/>
        <p:cNvGrpSpPr/>
        <p:nvPr/>
      </p:nvGrpSpPr>
      <p:grpSpPr>
        <a:xfrm>
          <a:off x="0" y="0"/>
          <a:ext cx="0" cy="0"/>
          <a:chOff x="0" y="0"/>
          <a:chExt cx="0" cy="0"/>
        </a:xfrm>
      </p:grpSpPr>
      <p:grpSp>
        <p:nvGrpSpPr>
          <p:cNvPr id="4" name="Group 7"/>
          <p:cNvGrpSpPr>
            <a:grpSpLocks/>
          </p:cNvGrpSpPr>
          <p:nvPr/>
        </p:nvGrpSpPr>
        <p:grpSpPr bwMode="auto">
          <a:xfrm rot="5400000">
            <a:off x="5006182" y="2567781"/>
            <a:ext cx="5181600" cy="46037"/>
            <a:chOff x="1905000" y="6553200"/>
            <a:chExt cx="7010400" cy="45719"/>
          </a:xfrm>
        </p:grpSpPr>
        <p:sp>
          <p:nvSpPr>
            <p:cNvPr id="5" name="Rectangle 4"/>
            <p:cNvSpPr/>
            <p:nvPr/>
          </p:nvSpPr>
          <p:spPr>
            <a:xfrm>
              <a:off x="4267574" y="6553200"/>
              <a:ext cx="2328209"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p:cNvSpPr/>
            <p:nvPr/>
          </p:nvSpPr>
          <p:spPr>
            <a:xfrm>
              <a:off x="1905000" y="6553200"/>
              <a:ext cx="2362574"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userDrawn="1"/>
          </p:nvSpPr>
          <p:spPr>
            <a:xfrm>
              <a:off x="6587191" y="6553200"/>
              <a:ext cx="2328209"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0" descr="Picture 7.png"/>
          <p:cNvPicPr>
            <a:picLocks noChangeAspect="1"/>
          </p:cNvPicPr>
          <p:nvPr/>
        </p:nvPicPr>
        <p:blipFill>
          <a:blip r:embed="rId2" cstate="print"/>
          <a:srcRect l="5336" t="1923"/>
          <a:stretch>
            <a:fillRect/>
          </a:stretch>
        </p:blipFill>
        <p:spPr bwMode="auto">
          <a:xfrm>
            <a:off x="-7938" y="381000"/>
            <a:ext cx="692151" cy="2193925"/>
          </a:xfrm>
          <a:prstGeom prst="rect">
            <a:avLst/>
          </a:prstGeom>
          <a:noFill/>
          <a:ln w="9525">
            <a:noFill/>
            <a:miter lim="800000"/>
            <a:headEnd/>
            <a:tailEnd/>
          </a:ln>
        </p:spPr>
      </p:pic>
      <p:sp>
        <p:nvSpPr>
          <p:cNvPr id="10" name="TextBox 9"/>
          <p:cNvSpPr txBox="1"/>
          <p:nvPr/>
        </p:nvSpPr>
        <p:spPr>
          <a:xfrm rot="5400000">
            <a:off x="-2794793" y="3809206"/>
            <a:ext cx="5867400" cy="23018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900" b="1" i="0" u="none" strike="noStrike" kern="1200" cap="none" spc="0" normalizeH="0" baseline="0" noProof="0" dirty="0">
                <a:ln>
                  <a:noFill/>
                </a:ln>
                <a:solidFill>
                  <a:srgbClr val="101141"/>
                </a:solidFill>
                <a:effectLst/>
                <a:uLnTx/>
                <a:uFillTx/>
                <a:latin typeface="Arial"/>
                <a:ea typeface="+mn-ea"/>
                <a:cs typeface="Arial"/>
              </a:rPr>
              <a:t>BITS </a:t>
            </a:r>
            <a:r>
              <a:rPr kumimoji="0" lang="en-US" sz="900" b="0" i="0" u="none" strike="noStrike" kern="1200" cap="none" spc="0" normalizeH="0" baseline="0" noProof="0" dirty="0">
                <a:ln>
                  <a:noFill/>
                </a:ln>
                <a:solidFill>
                  <a:srgbClr val="101141"/>
                </a:solidFill>
                <a:effectLst/>
                <a:uLnTx/>
                <a:uFillTx/>
                <a:latin typeface="Arial"/>
                <a:ea typeface="+mn-ea"/>
                <a:cs typeface="Arial"/>
              </a:rPr>
              <a:t>Pilani, Pilani Campus</a:t>
            </a:r>
          </a:p>
        </p:txBody>
      </p:sp>
      <p:sp>
        <p:nvSpPr>
          <p:cNvPr id="3" name="Vertical Text Placeholder 2"/>
          <p:cNvSpPr>
            <a:spLocks noGrp="1"/>
          </p:cNvSpPr>
          <p:nvPr>
            <p:ph type="body" orient="vert" idx="1"/>
          </p:nvPr>
        </p:nvSpPr>
        <p:spPr>
          <a:xfrm>
            <a:off x="1219200" y="38100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8"/>
          <p:cNvSpPr>
            <a:spLocks noGrp="1"/>
          </p:cNvSpPr>
          <p:nvPr>
            <p:ph sz="quarter" idx="10"/>
          </p:nvPr>
        </p:nvSpPr>
        <p:spPr>
          <a:xfrm rot="5400000">
            <a:off x="5410200" y="2743200"/>
            <a:ext cx="58674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784402783"/>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p:cSld name="1_Custom Layout">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sp>
        <p:nvSpPr>
          <p:cNvPr id="5" name="Rectangle 4"/>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pic>
        <p:nvPicPr>
          <p:cNvPr id="9" name="Picture 10" descr="BITS_university_logo_whitevert.png"/>
          <p:cNvPicPr>
            <a:picLocks noChangeAspect="1"/>
          </p:cNvPicPr>
          <p:nvPr/>
        </p:nvPicPr>
        <p:blipFill>
          <a:blip r:embed="rId3" cstate="print"/>
          <a:srcRect t="2" b="28592"/>
          <a:stretch>
            <a:fillRect/>
          </a:stretch>
        </p:blipFill>
        <p:spPr bwMode="auto">
          <a:xfrm>
            <a:off x="76200" y="3352800"/>
            <a:ext cx="2057400" cy="1979613"/>
          </a:xfrm>
          <a:prstGeom prst="rect">
            <a:avLst/>
          </a:prstGeom>
          <a:noFill/>
          <a:ln w="9525">
            <a:noFill/>
            <a:miter lim="800000"/>
            <a:headEnd/>
            <a:tailEnd/>
          </a:ln>
        </p:spPr>
      </p:pic>
      <p:sp>
        <p:nvSpPr>
          <p:cNvPr id="10" name="TextBox 9"/>
          <p:cNvSpPr txBox="1"/>
          <p:nvPr/>
        </p:nvSpPr>
        <p:spPr>
          <a:xfrm>
            <a:off x="-76200" y="5257800"/>
            <a:ext cx="2209800" cy="554038"/>
          </a:xfrm>
          <a:prstGeom prst="rect">
            <a:avLst/>
          </a:prstGeom>
          <a:noFill/>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900" b="1" i="0" u="none" strike="noStrike" kern="1200" cap="none" spc="-150" normalizeH="0" baseline="0" noProof="0" dirty="0">
                <a:ln>
                  <a:noFill/>
                </a:ln>
                <a:solidFill>
                  <a:prstClr val="white"/>
                </a:solidFill>
                <a:effectLst/>
                <a:uLnTx/>
                <a:uFillTx/>
                <a:latin typeface="Arial"/>
                <a:ea typeface="+mn-ea"/>
                <a:cs typeface="Arial"/>
              </a:rPr>
              <a:t>BITS</a:t>
            </a:r>
            <a:r>
              <a:rPr kumimoji="0" lang="en-US" sz="2900" b="0" i="0" u="none" strike="noStrike" kern="1200" cap="none" spc="-150" normalizeH="0" baseline="0" noProof="0" dirty="0">
                <a:ln>
                  <a:noFill/>
                </a:ln>
                <a:solidFill>
                  <a:prstClr val="white"/>
                </a:solidFill>
                <a:effectLst/>
                <a:uLnTx/>
                <a:uFillTx/>
                <a:latin typeface="Arial"/>
                <a:ea typeface="+mn-ea"/>
                <a:cs typeface="Arial"/>
              </a:rPr>
              <a:t> Pilani</a:t>
            </a:r>
          </a:p>
        </p:txBody>
      </p:sp>
      <p:sp>
        <p:nvSpPr>
          <p:cNvPr id="11" name="TextBox 10"/>
          <p:cNvSpPr txBox="1"/>
          <p:nvPr/>
        </p:nvSpPr>
        <p:spPr>
          <a:xfrm>
            <a:off x="152400" y="5667375"/>
            <a:ext cx="1905000" cy="276225"/>
          </a:xfrm>
          <a:prstGeom prst="rect">
            <a:avLst/>
          </a:prstGeom>
          <a:noFill/>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a:ea typeface="+mn-ea"/>
                <a:cs typeface="Arial"/>
              </a:rPr>
              <a:t>Pilani Campus</a:t>
            </a:r>
          </a:p>
        </p:txBody>
      </p:sp>
      <p:sp>
        <p:nvSpPr>
          <p:cNvPr id="7" name="Content Placeholder 6"/>
          <p:cNvSpPr>
            <a:spLocks noGrp="1"/>
          </p:cNvSpPr>
          <p:nvPr>
            <p:ph sz="quarter" idx="13"/>
          </p:nvPr>
        </p:nvSpPr>
        <p:spPr>
          <a:xfrm>
            <a:off x="2514600" y="5410200"/>
            <a:ext cx="60198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2514600" y="3810000"/>
            <a:ext cx="6019800" cy="1524000"/>
          </a:xfrm>
        </p:spPr>
        <p:txBody>
          <a:bodyPr>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2616442315"/>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460CB459-1A4D-47F4-A8EE-5438035C956C}" type="datetime1">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l" defTabSz="914400" rtl="0" eaLnBrk="1" fontAlgn="base" latinLnBrk="0" hangingPunct="1">
                <a:lnSpc>
                  <a:spcPct val="100000"/>
                </a:lnSpc>
                <a:spcBef>
                  <a:spcPct val="0"/>
                </a:spcBef>
                <a:spcAft>
                  <a:spcPct val="0"/>
                </a:spcAft>
                <a:buClrTx/>
                <a:buSzTx/>
                <a:buFontTx/>
                <a:buNone/>
                <a:tabLst/>
                <a:defRPr/>
              </a:pPr>
              <a:t>1/17/2026</a:t>
            </a:fld>
            <a:endPar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endParaRPr>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endParaRPr>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60DB935C-A2BB-404C-A6C5-67E9068028EC}"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1147557386"/>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4" name="TextBox 3"/>
          <p:cNvSpPr txBox="1"/>
          <p:nvPr userDrawn="1"/>
        </p:nvSpPr>
        <p:spPr>
          <a:xfrm>
            <a:off x="3276600" y="6596063"/>
            <a:ext cx="5867400" cy="261937"/>
          </a:xfrm>
          <a:prstGeom prst="rect">
            <a:avLst/>
          </a:prstGeom>
          <a:noFill/>
        </p:spPr>
        <p:txBody>
          <a:bodyP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grpSp>
        <p:nvGrpSpPr>
          <p:cNvPr id="2"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1" descr="Picture 7.png"/>
          <p:cNvPicPr>
            <a:picLocks noChangeAspect="1"/>
          </p:cNvPicPr>
          <p:nvPr userDrawn="1"/>
        </p:nvPicPr>
        <p:blipFill>
          <a:blip r:embed="rId2"/>
          <a:srcRect l="1923" b="5336"/>
          <a:stretch>
            <a:fillRect/>
          </a:stretch>
        </p:blipFill>
        <p:spPr bwMode="auto">
          <a:xfrm>
            <a:off x="6629400" y="0"/>
            <a:ext cx="2193925" cy="692150"/>
          </a:xfrm>
          <a:prstGeom prst="rect">
            <a:avLst/>
          </a:prstGeom>
          <a:noFill/>
          <a:ln w="9525">
            <a:noFill/>
            <a:miter lim="800000"/>
            <a:headEnd/>
            <a:tailEnd/>
          </a:ln>
        </p:spPr>
      </p:pic>
      <p:grpSp>
        <p:nvGrpSpPr>
          <p:cNvPr id="5" name="Group 18"/>
          <p:cNvGrpSpPr>
            <a:grpSpLocks/>
          </p:cNvGrpSpPr>
          <p:nvPr userDrawn="1"/>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0" name="Group 22"/>
          <p:cNvGrpSpPr>
            <a:grpSpLocks/>
          </p:cNvGrpSpPr>
          <p:nvPr userDrawn="1"/>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78240375"/>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3" name="Rectangle 2"/>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sp>
        <p:nvSpPr>
          <p:cNvPr id="4" name="Rectangle 3"/>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5" name="Rectangle 4"/>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pic>
        <p:nvPicPr>
          <p:cNvPr id="7" name="Picture 10" descr="BITS_university_logo_whitevert.png"/>
          <p:cNvPicPr>
            <a:picLocks noChangeAspect="1"/>
          </p:cNvPicPr>
          <p:nvPr/>
        </p:nvPicPr>
        <p:blipFill>
          <a:blip r:embed="rId3" cstate="print"/>
          <a:srcRect t="2" b="28592"/>
          <a:stretch>
            <a:fillRect/>
          </a:stretch>
        </p:blipFill>
        <p:spPr bwMode="auto">
          <a:xfrm>
            <a:off x="76200" y="3352800"/>
            <a:ext cx="2057400" cy="1979613"/>
          </a:xfrm>
          <a:prstGeom prst="rect">
            <a:avLst/>
          </a:prstGeom>
          <a:noFill/>
          <a:ln w="9525">
            <a:noFill/>
            <a:miter lim="800000"/>
            <a:headEnd/>
            <a:tailEnd/>
          </a:ln>
        </p:spPr>
      </p:pic>
      <p:sp>
        <p:nvSpPr>
          <p:cNvPr id="8" name="TextBox 7"/>
          <p:cNvSpPr txBox="1"/>
          <p:nvPr/>
        </p:nvSpPr>
        <p:spPr>
          <a:xfrm>
            <a:off x="-76200" y="5257800"/>
            <a:ext cx="2209800" cy="554038"/>
          </a:xfrm>
          <a:prstGeom prst="rect">
            <a:avLst/>
          </a:prstGeom>
          <a:noFill/>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900" b="1" i="0" u="none" strike="noStrike" kern="1200" cap="none" spc="-150" normalizeH="0" baseline="0" noProof="0" dirty="0">
                <a:ln>
                  <a:noFill/>
                </a:ln>
                <a:solidFill>
                  <a:prstClr val="white"/>
                </a:solidFill>
                <a:effectLst/>
                <a:uLnTx/>
                <a:uFillTx/>
                <a:latin typeface="Arial"/>
                <a:ea typeface="+mn-ea"/>
                <a:cs typeface="Arial"/>
              </a:rPr>
              <a:t>BITS</a:t>
            </a:r>
            <a:r>
              <a:rPr kumimoji="0" lang="en-US" sz="2900" b="0" i="0" u="none" strike="noStrike" kern="1200" cap="none" spc="-150" normalizeH="0" baseline="0" noProof="0" dirty="0">
                <a:ln>
                  <a:noFill/>
                </a:ln>
                <a:solidFill>
                  <a:prstClr val="white"/>
                </a:solidFill>
                <a:effectLst/>
                <a:uLnTx/>
                <a:uFillTx/>
                <a:latin typeface="Arial"/>
                <a:ea typeface="+mn-ea"/>
                <a:cs typeface="Arial"/>
              </a:rPr>
              <a:t> Pilani</a:t>
            </a:r>
          </a:p>
        </p:txBody>
      </p:sp>
      <p:sp>
        <p:nvSpPr>
          <p:cNvPr id="9" name="TextBox 8"/>
          <p:cNvSpPr txBox="1"/>
          <p:nvPr/>
        </p:nvSpPr>
        <p:spPr>
          <a:xfrm>
            <a:off x="152400" y="5667375"/>
            <a:ext cx="1905000" cy="276225"/>
          </a:xfrm>
          <a:prstGeom prst="rect">
            <a:avLst/>
          </a:prstGeom>
          <a:noFill/>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a:ea typeface="+mn-ea"/>
                <a:cs typeface="Arial"/>
              </a:rPr>
              <a:t>Pilani Campus</a:t>
            </a:r>
          </a:p>
        </p:txBody>
      </p:sp>
      <p:sp>
        <p:nvSpPr>
          <p:cNvPr id="11" name="Title 1"/>
          <p:cNvSpPr>
            <a:spLocks noGrp="1"/>
          </p:cNvSpPr>
          <p:nvPr>
            <p:ph type="title"/>
          </p:nvPr>
        </p:nvSpPr>
        <p:spPr>
          <a:xfrm>
            <a:off x="2514600" y="3810000"/>
            <a:ext cx="60198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929599746"/>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p:cSld name="Custom Layout">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sp>
        <p:nvSpPr>
          <p:cNvPr id="5" name="Rectangle 4"/>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pic>
        <p:nvPicPr>
          <p:cNvPr id="9" name="Picture 10" descr="BITS_university_logo_whitevert.png"/>
          <p:cNvPicPr>
            <a:picLocks noChangeAspect="1"/>
          </p:cNvPicPr>
          <p:nvPr/>
        </p:nvPicPr>
        <p:blipFill>
          <a:blip r:embed="rId3" cstate="print"/>
          <a:srcRect t="2" b="28592"/>
          <a:stretch>
            <a:fillRect/>
          </a:stretch>
        </p:blipFill>
        <p:spPr bwMode="auto">
          <a:xfrm>
            <a:off x="76200" y="3352800"/>
            <a:ext cx="2057400" cy="1979613"/>
          </a:xfrm>
          <a:prstGeom prst="rect">
            <a:avLst/>
          </a:prstGeom>
          <a:noFill/>
          <a:ln w="9525">
            <a:noFill/>
            <a:miter lim="800000"/>
            <a:headEnd/>
            <a:tailEnd/>
          </a:ln>
        </p:spPr>
      </p:pic>
      <p:sp>
        <p:nvSpPr>
          <p:cNvPr id="10" name="TextBox 9"/>
          <p:cNvSpPr txBox="1"/>
          <p:nvPr/>
        </p:nvSpPr>
        <p:spPr>
          <a:xfrm>
            <a:off x="-76200" y="5257800"/>
            <a:ext cx="2209800" cy="554038"/>
          </a:xfrm>
          <a:prstGeom prst="rect">
            <a:avLst/>
          </a:prstGeom>
          <a:noFill/>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900" b="1" i="0" u="none" strike="noStrike" kern="1200" cap="none" spc="-150" normalizeH="0" baseline="0" noProof="0" dirty="0">
                <a:ln>
                  <a:noFill/>
                </a:ln>
                <a:solidFill>
                  <a:prstClr val="white"/>
                </a:solidFill>
                <a:effectLst/>
                <a:uLnTx/>
                <a:uFillTx/>
                <a:latin typeface="Arial"/>
                <a:ea typeface="+mn-ea"/>
                <a:cs typeface="Arial"/>
              </a:rPr>
              <a:t>BITS</a:t>
            </a:r>
            <a:r>
              <a:rPr kumimoji="0" lang="en-US" sz="2900" b="0" i="0" u="none" strike="noStrike" kern="1200" cap="none" spc="-150" normalizeH="0" baseline="0" noProof="0" dirty="0">
                <a:ln>
                  <a:noFill/>
                </a:ln>
                <a:solidFill>
                  <a:prstClr val="white"/>
                </a:solidFill>
                <a:effectLst/>
                <a:uLnTx/>
                <a:uFillTx/>
                <a:latin typeface="Arial"/>
                <a:ea typeface="+mn-ea"/>
                <a:cs typeface="Arial"/>
              </a:rPr>
              <a:t> Pilani</a:t>
            </a:r>
          </a:p>
        </p:txBody>
      </p:sp>
      <p:sp>
        <p:nvSpPr>
          <p:cNvPr id="11" name="TextBox 10"/>
          <p:cNvSpPr txBox="1"/>
          <p:nvPr/>
        </p:nvSpPr>
        <p:spPr>
          <a:xfrm>
            <a:off x="152400" y="5667375"/>
            <a:ext cx="1905000" cy="276225"/>
          </a:xfrm>
          <a:prstGeom prst="rect">
            <a:avLst/>
          </a:prstGeom>
          <a:noFill/>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a:ea typeface="+mn-ea"/>
                <a:cs typeface="Arial"/>
              </a:rPr>
              <a:t>Pilani Campus</a:t>
            </a:r>
          </a:p>
        </p:txBody>
      </p:sp>
      <p:sp>
        <p:nvSpPr>
          <p:cNvPr id="12" name="Rectangle 11"/>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sp>
        <p:nvSpPr>
          <p:cNvPr id="13" name="Rectangle 12"/>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4" name="Rectangle 13"/>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5" name="Rectangle 14"/>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pic>
        <p:nvPicPr>
          <p:cNvPr id="16" name="Picture 17" descr="BITS_university_logo_whitevert.png"/>
          <p:cNvPicPr>
            <a:picLocks noChangeAspect="1"/>
          </p:cNvPicPr>
          <p:nvPr/>
        </p:nvPicPr>
        <p:blipFill>
          <a:blip r:embed="rId3" cstate="print"/>
          <a:srcRect t="2" b="28592"/>
          <a:stretch>
            <a:fillRect/>
          </a:stretch>
        </p:blipFill>
        <p:spPr bwMode="auto">
          <a:xfrm>
            <a:off x="76200" y="3352800"/>
            <a:ext cx="2057400" cy="1979613"/>
          </a:xfrm>
          <a:prstGeom prst="rect">
            <a:avLst/>
          </a:prstGeom>
          <a:noFill/>
          <a:ln w="9525">
            <a:noFill/>
            <a:miter lim="800000"/>
            <a:headEnd/>
            <a:tailEnd/>
          </a:ln>
        </p:spPr>
      </p:pic>
      <p:sp>
        <p:nvSpPr>
          <p:cNvPr id="17" name="TextBox 16"/>
          <p:cNvSpPr txBox="1"/>
          <p:nvPr/>
        </p:nvSpPr>
        <p:spPr>
          <a:xfrm>
            <a:off x="-76200" y="5257800"/>
            <a:ext cx="2209800" cy="554038"/>
          </a:xfrm>
          <a:prstGeom prst="rect">
            <a:avLst/>
          </a:prstGeom>
          <a:noFill/>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900" b="1" i="0" u="none" strike="noStrike" kern="1200" cap="none" spc="-150" normalizeH="0" baseline="0" noProof="0" dirty="0">
                <a:ln>
                  <a:noFill/>
                </a:ln>
                <a:solidFill>
                  <a:prstClr val="white"/>
                </a:solidFill>
                <a:effectLst/>
                <a:uLnTx/>
                <a:uFillTx/>
                <a:latin typeface="Arial"/>
                <a:ea typeface="+mn-ea"/>
                <a:cs typeface="Arial"/>
              </a:rPr>
              <a:t>BITS</a:t>
            </a:r>
            <a:r>
              <a:rPr kumimoji="0" lang="en-US" sz="2900" b="0" i="0" u="none" strike="noStrike" kern="1200" cap="none" spc="-150" normalizeH="0" baseline="0" noProof="0" dirty="0">
                <a:ln>
                  <a:noFill/>
                </a:ln>
                <a:solidFill>
                  <a:prstClr val="white"/>
                </a:solidFill>
                <a:effectLst/>
                <a:uLnTx/>
                <a:uFillTx/>
                <a:latin typeface="Arial"/>
                <a:ea typeface="+mn-ea"/>
                <a:cs typeface="Arial"/>
              </a:rPr>
              <a:t> Pilani</a:t>
            </a:r>
          </a:p>
        </p:txBody>
      </p:sp>
      <p:sp>
        <p:nvSpPr>
          <p:cNvPr id="18" name="TextBox 17"/>
          <p:cNvSpPr txBox="1"/>
          <p:nvPr/>
        </p:nvSpPr>
        <p:spPr>
          <a:xfrm>
            <a:off x="152400" y="5667375"/>
            <a:ext cx="1905000" cy="276225"/>
          </a:xfrm>
          <a:prstGeom prst="rect">
            <a:avLst/>
          </a:prstGeom>
          <a:noFill/>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a:ea typeface="+mn-ea"/>
                <a:cs typeface="Arial"/>
              </a:rPr>
              <a:t>Pilani Campus</a:t>
            </a:r>
          </a:p>
        </p:txBody>
      </p:sp>
      <p:sp>
        <p:nvSpPr>
          <p:cNvPr id="7" name="Content Placeholder 6"/>
          <p:cNvSpPr>
            <a:spLocks noGrp="1"/>
          </p:cNvSpPr>
          <p:nvPr>
            <p:ph sz="quarter" idx="13"/>
          </p:nvPr>
        </p:nvSpPr>
        <p:spPr>
          <a:xfrm>
            <a:off x="2514600" y="5410200"/>
            <a:ext cx="60198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2514600" y="3810000"/>
            <a:ext cx="60198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664307970"/>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3" name="Picture 2" descr="\\Server\D\jyoti\FI023_BITS_v1\styleguide img\IMG_5627_b.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a:ln w="9525">
            <a:noFill/>
            <a:miter lim="800000"/>
            <a:headEnd/>
            <a:tailEnd/>
          </a:ln>
        </p:spPr>
      </p:pic>
      <p:sp>
        <p:nvSpPr>
          <p:cNvPr id="4" name="Rectangle 3"/>
          <p:cNvSpPr/>
          <p:nvPr/>
        </p:nvSpPr>
        <p:spPr>
          <a:xfrm>
            <a:off x="0" y="4281488"/>
            <a:ext cx="9144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pic>
        <p:nvPicPr>
          <p:cNvPr id="5" name="Picture 8" descr="Picture 7.png"/>
          <p:cNvPicPr>
            <a:picLocks noChangeAspect="1"/>
          </p:cNvPicPr>
          <p:nvPr/>
        </p:nvPicPr>
        <p:blipFill>
          <a:blip r:embed="rId3" cstate="print"/>
          <a:srcRect l="1923" b="5336"/>
          <a:stretch>
            <a:fillRect/>
          </a:stretch>
        </p:blipFill>
        <p:spPr bwMode="auto">
          <a:xfrm>
            <a:off x="6629400" y="0"/>
            <a:ext cx="2193925" cy="692150"/>
          </a:xfrm>
          <a:prstGeom prst="rect">
            <a:avLst/>
          </a:prstGeom>
          <a:noFill/>
          <a:ln w="9525">
            <a:noFill/>
            <a:miter lim="800000"/>
            <a:headEnd/>
            <a:tailEnd/>
          </a:ln>
        </p:spPr>
      </p:pic>
      <p:sp>
        <p:nvSpPr>
          <p:cNvPr id="6" name="Rectangle 5"/>
          <p:cNvSpPr/>
          <p:nvPr/>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9" name="TextBox 8"/>
          <p:cNvSpPr txBox="1"/>
          <p:nvPr/>
        </p:nvSpPr>
        <p:spPr>
          <a:xfrm>
            <a:off x="6858000" y="762000"/>
            <a:ext cx="2209800" cy="554038"/>
          </a:xfrm>
          <a:prstGeom prst="rect">
            <a:avLst/>
          </a:prstGeom>
          <a:noFill/>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900" b="1" i="0" u="none" strike="noStrike" kern="1200" cap="none" spc="-150" normalizeH="0" baseline="0" noProof="0" dirty="0">
                <a:ln>
                  <a:noFill/>
                </a:ln>
                <a:solidFill>
                  <a:prstClr val="white"/>
                </a:solidFill>
                <a:effectLst/>
                <a:uLnTx/>
                <a:uFillTx/>
                <a:latin typeface="Arial"/>
                <a:ea typeface="+mn-ea"/>
                <a:cs typeface="Arial"/>
              </a:rPr>
              <a:t>BITS</a:t>
            </a:r>
            <a:r>
              <a:rPr kumimoji="0" lang="en-US" sz="2900" b="0" i="0" u="none" strike="noStrike" kern="1200" cap="none" spc="-150" normalizeH="0" baseline="0" noProof="0" dirty="0">
                <a:ln>
                  <a:noFill/>
                </a:ln>
                <a:solidFill>
                  <a:prstClr val="white"/>
                </a:solidFill>
                <a:effectLst/>
                <a:uLnTx/>
                <a:uFillTx/>
                <a:latin typeface="Arial"/>
                <a:ea typeface="+mn-ea"/>
                <a:cs typeface="Arial"/>
              </a:rPr>
              <a:t> Pilani</a:t>
            </a:r>
          </a:p>
        </p:txBody>
      </p:sp>
      <p:sp>
        <p:nvSpPr>
          <p:cNvPr id="10" name="TextBox 9"/>
          <p:cNvSpPr txBox="1"/>
          <p:nvPr/>
        </p:nvSpPr>
        <p:spPr>
          <a:xfrm>
            <a:off x="7086600" y="1171575"/>
            <a:ext cx="1905000" cy="276225"/>
          </a:xfrm>
          <a:prstGeom prst="rect">
            <a:avLst/>
          </a:prstGeom>
          <a:noFill/>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a:ea typeface="+mn-ea"/>
                <a:cs typeface="Arial"/>
              </a:rPr>
              <a:t>Pilani Campus</a:t>
            </a:r>
          </a:p>
        </p:txBody>
      </p:sp>
      <p:sp>
        <p:nvSpPr>
          <p:cNvPr id="17" name="Content Placeholder 16"/>
          <p:cNvSpPr>
            <a:spLocks noGrp="1"/>
          </p:cNvSpPr>
          <p:nvPr>
            <p:ph sz="quarter" idx="10"/>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985920051"/>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4" name="TextBox 3"/>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grpSp>
        <p:nvGrpSpPr>
          <p:cNvPr id="5" name="Group 11"/>
          <p:cNvGrpSpPr>
            <a:grpSpLocks/>
          </p:cNvGrpSpPr>
          <p:nvPr/>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10" name="Group 18"/>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4" name="Group 22"/>
          <p:cNvGrpSpPr>
            <a:grpSpLocks/>
          </p:cNvGrpSpPr>
          <p:nvPr/>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2400">
                <a:latin typeface="Cambria" panose="02040503050406030204" pitchFamily="18" charset="0"/>
                <a:ea typeface="Cambria" panose="02040503050406030204" pitchFamily="18" charset="0"/>
                <a:cs typeface="Arial" pitchFamily="34" charset="0"/>
              </a:defRPr>
            </a:lvl2pPr>
            <a:lvl3pPr>
              <a:defRPr sz="2400">
                <a:latin typeface="Cambria" panose="02040503050406030204" pitchFamily="18" charset="0"/>
                <a:ea typeface="Cambria" panose="02040503050406030204" pitchFamily="18" charset="0"/>
              </a:defRPr>
            </a:lvl3pPr>
            <a:lvl4pPr>
              <a:defRPr sz="2400">
                <a:latin typeface="Cambria" panose="02040503050406030204" pitchFamily="18" charset="0"/>
                <a:ea typeface="Cambria" panose="02040503050406030204" pitchFamily="18" charset="0"/>
              </a:defRPr>
            </a:lvl4pPr>
            <a:lvl5pPr>
              <a:defRPr sz="2400">
                <a:latin typeface="Cambria" panose="02040503050406030204" pitchFamily="18" charset="0"/>
                <a:ea typeface="Cambria" panose="020405030504060302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0" spc="-150" baseline="0">
                <a:latin typeface="Cambria" panose="02040503050406030204" pitchFamily="18" charset="0"/>
                <a:ea typeface="Cambria" panose="02040503050406030204" pitchFamily="18" charset="0"/>
                <a:cs typeface="Arial" pitchFamily="34" charset="0"/>
              </a:defRPr>
            </a:lvl1pPr>
          </a:lstStyle>
          <a:p>
            <a:pPr lvl="0"/>
            <a:r>
              <a:rPr lang="en-US" dirty="0"/>
              <a:t>Click to edit Master text styles</a:t>
            </a:r>
          </a:p>
        </p:txBody>
      </p:sp>
    </p:spTree>
    <p:extLst>
      <p:ext uri="{BB962C8B-B14F-4D97-AF65-F5344CB8AC3E}">
        <p14:creationId xmlns:p14="http://schemas.microsoft.com/office/powerpoint/2010/main" val="935011492"/>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p:cSld name="3_Title and Content">
    <p:spTree>
      <p:nvGrpSpPr>
        <p:cNvPr id="1" name=""/>
        <p:cNvGrpSpPr/>
        <p:nvPr/>
      </p:nvGrpSpPr>
      <p:grpSpPr>
        <a:xfrm>
          <a:off x="0" y="0"/>
          <a:ext cx="0" cy="0"/>
          <a:chOff x="0" y="0"/>
          <a:chExt cx="0" cy="0"/>
        </a:xfrm>
      </p:grpSpPr>
      <p:sp>
        <p:nvSpPr>
          <p:cNvPr id="4" name="TextBox 3"/>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grpSp>
        <p:nvGrpSpPr>
          <p:cNvPr id="5" name="Group 11"/>
          <p:cNvGrpSpPr>
            <a:grpSpLocks/>
          </p:cNvGrpSpPr>
          <p:nvPr/>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10" name="Group 18"/>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4" name="Group 22"/>
          <p:cNvGrpSpPr>
            <a:grpSpLocks/>
          </p:cNvGrpSpPr>
          <p:nvPr/>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798985525"/>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pic>
        <p:nvPicPr>
          <p:cNvPr id="5" name="Picture 6"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6" name="Group 19"/>
          <p:cNvGrpSpPr>
            <a:grpSpLocks/>
          </p:cNvGrpSpPr>
          <p:nvPr/>
        </p:nvGrpSpPr>
        <p:grpSpPr bwMode="auto">
          <a:xfrm>
            <a:off x="0" y="1295400"/>
            <a:ext cx="7010400" cy="46038"/>
            <a:chOff x="1905000" y="6553200"/>
            <a:chExt cx="7010400" cy="45719"/>
          </a:xfrm>
        </p:grpSpPr>
        <p:sp>
          <p:nvSpPr>
            <p:cNvPr id="7" name="Rectangle 6"/>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0" name="Group 28"/>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sp>
        <p:nvSpPr>
          <p:cNvPr id="14" name="TextBox 13"/>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sp>
        <p:nvSpPr>
          <p:cNvPr id="3" name="Content Placeholder 2"/>
          <p:cNvSpPr>
            <a:spLocks noGrp="1"/>
          </p:cNvSpPr>
          <p:nvPr>
            <p:ph sz="half" idx="1"/>
          </p:nvPr>
        </p:nvSpPr>
        <p:spPr>
          <a:xfrm>
            <a:off x="4572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4" name="Content Placeholder 3"/>
          <p:cNvSpPr>
            <a:spLocks noGrp="1"/>
          </p:cNvSpPr>
          <p:nvPr>
            <p:ph sz="half" idx="2"/>
          </p:nvPr>
        </p:nvSpPr>
        <p:spPr>
          <a:xfrm>
            <a:off x="49530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54011847"/>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grpSp>
        <p:nvGrpSpPr>
          <p:cNvPr id="7" name="Group 10"/>
          <p:cNvGrpSpPr>
            <a:grpSpLocks/>
          </p:cNvGrpSpPr>
          <p:nvPr/>
        </p:nvGrpSpPr>
        <p:grpSpPr bwMode="auto">
          <a:xfrm>
            <a:off x="0" y="1295400"/>
            <a:ext cx="7010400" cy="46038"/>
            <a:chOff x="1905000" y="6553200"/>
            <a:chExt cx="7010400" cy="45719"/>
          </a:xfrm>
        </p:grpSpPr>
        <p:sp>
          <p:nvSpPr>
            <p:cNvPr id="8" name="Rectangle 7"/>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9" name="Rectangle 8"/>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2" name="Group 15"/>
          <p:cNvGrpSpPr>
            <a:grpSpLocks/>
          </p:cNvGrpSpPr>
          <p:nvPr/>
        </p:nvGrpSpPr>
        <p:grpSpPr bwMode="auto">
          <a:xfrm>
            <a:off x="2133600" y="6553200"/>
            <a:ext cx="7010400" cy="46038"/>
            <a:chOff x="1905000" y="6553200"/>
            <a:chExt cx="7010400" cy="45719"/>
          </a:xfrm>
        </p:grpSpPr>
        <p:sp>
          <p:nvSpPr>
            <p:cNvPr id="13" name="Rectangle 12"/>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4" name="Rectangle 13"/>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5" name="Rectangle 14"/>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16" name="Picture 14"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sp>
        <p:nvSpPr>
          <p:cNvPr id="17" name="TextBox 16"/>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Deemed to be University under Section 3 of UGC Act, 1956</a:t>
            </a:r>
          </a:p>
        </p:txBody>
      </p:sp>
      <p:sp>
        <p:nvSpPr>
          <p:cNvPr id="3" name="Text Placeholder 2"/>
          <p:cNvSpPr>
            <a:spLocks noGrp="1"/>
          </p:cNvSpPr>
          <p:nvPr>
            <p:ph type="body" idx="1"/>
          </p:nvPr>
        </p:nvSpPr>
        <p:spPr>
          <a:xfrm>
            <a:off x="457200" y="1535112"/>
            <a:ext cx="4040188"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362199"/>
            <a:ext cx="4040188"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2"/>
            <a:ext cx="4041775"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362199"/>
            <a:ext cx="4041775"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405513791"/>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grpSp>
        <p:nvGrpSpPr>
          <p:cNvPr id="3" name="Group 5"/>
          <p:cNvGrpSpPr>
            <a:grpSpLocks/>
          </p:cNvGrpSpPr>
          <p:nvPr/>
        </p:nvGrpSpPr>
        <p:grpSpPr bwMode="auto">
          <a:xfrm>
            <a:off x="0" y="1295400"/>
            <a:ext cx="7010400" cy="46038"/>
            <a:chOff x="1905000" y="6553200"/>
            <a:chExt cx="7010400" cy="45719"/>
          </a:xfrm>
        </p:grpSpPr>
        <p:sp>
          <p:nvSpPr>
            <p:cNvPr id="4" name="Rectangle 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8" name="Group 10"/>
          <p:cNvGrpSpPr>
            <a:grpSpLocks/>
          </p:cNvGrpSpPr>
          <p:nvPr/>
        </p:nvGrpSpPr>
        <p:grpSpPr bwMode="auto">
          <a:xfrm>
            <a:off x="2133600" y="6553200"/>
            <a:ext cx="7010400" cy="46038"/>
            <a:chOff x="1905000" y="6553200"/>
            <a:chExt cx="7010400" cy="45719"/>
          </a:xfrm>
        </p:grpSpPr>
        <p:sp>
          <p:nvSpPr>
            <p:cNvPr id="9" name="Rectangle 8"/>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12" name="Picture 14"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sp>
        <p:nvSpPr>
          <p:cNvPr id="13" name="TextBox 12"/>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Deemed to be University under Section 3 of UGC Act, 1956</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76615895"/>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grpSp>
        <p:nvGrpSpPr>
          <p:cNvPr id="5" name="Group 8"/>
          <p:cNvGrpSpPr>
            <a:grpSpLocks/>
          </p:cNvGrpSpPr>
          <p:nvPr/>
        </p:nvGrpSpPr>
        <p:grpSpPr bwMode="auto">
          <a:xfrm>
            <a:off x="0" y="1295400"/>
            <a:ext cx="7010400" cy="46038"/>
            <a:chOff x="1905000" y="6553200"/>
            <a:chExt cx="7010400" cy="45719"/>
          </a:xfrm>
        </p:grpSpPr>
        <p:sp>
          <p:nvSpPr>
            <p:cNvPr id="6" name="Rectangle 5"/>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0" name="Group 13"/>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14" name="Picture 14"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sp>
        <p:nvSpPr>
          <p:cNvPr id="15" name="TextBox 14"/>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sp>
        <p:nvSpPr>
          <p:cNvPr id="3" name="Content Placeholder 2"/>
          <p:cNvSpPr>
            <a:spLocks noGrp="1"/>
          </p:cNvSpPr>
          <p:nvPr>
            <p:ph idx="1"/>
          </p:nvPr>
        </p:nvSpPr>
        <p:spPr>
          <a:xfrm>
            <a:off x="3575050" y="1600200"/>
            <a:ext cx="5111750"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600200"/>
            <a:ext cx="3008313"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Content Placeholder 18"/>
          <p:cNvSpPr>
            <a:spLocks noGrp="1"/>
          </p:cNvSpPr>
          <p:nvPr>
            <p:ph sz="quarter" idx="13"/>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909288819"/>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grpSp>
        <p:nvGrpSpPr>
          <p:cNvPr id="6" name="Group 6"/>
          <p:cNvGrpSpPr>
            <a:grpSpLocks/>
          </p:cNvGrpSpPr>
          <p:nvPr/>
        </p:nvGrpSpPr>
        <p:grpSpPr bwMode="auto">
          <a:xfrm>
            <a:off x="0" y="1295400"/>
            <a:ext cx="7010400" cy="46038"/>
            <a:chOff x="1905000" y="6553200"/>
            <a:chExt cx="7010400" cy="45719"/>
          </a:xfrm>
        </p:grpSpPr>
        <p:sp>
          <p:nvSpPr>
            <p:cNvPr id="7" name="Rectangle 6"/>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0" name="Group 10"/>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14" name="Picture 14"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sp>
        <p:nvSpPr>
          <p:cNvPr id="15" name="TextBox 14"/>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sp>
        <p:nvSpPr>
          <p:cNvPr id="2" name="Title 1"/>
          <p:cNvSpPr>
            <a:spLocks noGrp="1"/>
          </p:cNvSpPr>
          <p:nvPr>
            <p:ph type="title"/>
          </p:nvPr>
        </p:nvSpPr>
        <p:spPr>
          <a:xfrm>
            <a:off x="1792288" y="5407025"/>
            <a:ext cx="5486400" cy="304800"/>
          </a:xfrm>
        </p:spPr>
        <p:txBody>
          <a:bodyPr anchor="b"/>
          <a:lstStyle>
            <a:lvl1pPr algn="l">
              <a:defRPr sz="1800" b="1" spc="0"/>
            </a:lvl1pPr>
          </a:lstStyle>
          <a:p>
            <a:r>
              <a:rPr lang="en-US"/>
              <a:t>Click to edit Master title style</a:t>
            </a:r>
            <a:endParaRPr lang="en-US" dirty="0"/>
          </a:p>
        </p:txBody>
      </p:sp>
      <p:sp>
        <p:nvSpPr>
          <p:cNvPr id="3" name="Picture Placeholder 2"/>
          <p:cNvSpPr>
            <a:spLocks noGrp="1"/>
          </p:cNvSpPr>
          <p:nvPr>
            <p:ph type="pic" idx="1"/>
          </p:nvPr>
        </p:nvSpPr>
        <p:spPr>
          <a:xfrm>
            <a:off x="1792288" y="1828800"/>
            <a:ext cx="54864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546610466"/>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grpSp>
        <p:nvGrpSpPr>
          <p:cNvPr id="4" name="Group 19"/>
          <p:cNvGrpSpPr>
            <a:grpSpLocks/>
          </p:cNvGrpSpPr>
          <p:nvPr/>
        </p:nvGrpSpPr>
        <p:grpSpPr bwMode="auto">
          <a:xfrm>
            <a:off x="0" y="1295400"/>
            <a:ext cx="7010400" cy="46038"/>
            <a:chOff x="1905000" y="6553200"/>
            <a:chExt cx="7010400" cy="45719"/>
          </a:xfrm>
        </p:grpSpPr>
        <p:sp>
          <p:nvSpPr>
            <p:cNvPr id="5" name="Rectangle 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8" name="Group 24"/>
          <p:cNvGrpSpPr>
            <a:grpSpLocks/>
          </p:cNvGrpSpPr>
          <p:nvPr/>
        </p:nvGrpSpPr>
        <p:grpSpPr bwMode="auto">
          <a:xfrm>
            <a:off x="2133600" y="6553200"/>
            <a:ext cx="7010400" cy="46038"/>
            <a:chOff x="1905000" y="6553200"/>
            <a:chExt cx="7010400" cy="45719"/>
          </a:xfrm>
        </p:grpSpPr>
        <p:sp>
          <p:nvSpPr>
            <p:cNvPr id="9" name="Rectangle 8"/>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12" name="Picture 14"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sp>
        <p:nvSpPr>
          <p:cNvPr id="13" name="TextBox 12"/>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511321009"/>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p:cSld name="Vertical Title and Text">
    <p:spTree>
      <p:nvGrpSpPr>
        <p:cNvPr id="1" name=""/>
        <p:cNvGrpSpPr/>
        <p:nvPr/>
      </p:nvGrpSpPr>
      <p:grpSpPr>
        <a:xfrm>
          <a:off x="0" y="0"/>
          <a:ext cx="0" cy="0"/>
          <a:chOff x="0" y="0"/>
          <a:chExt cx="0" cy="0"/>
        </a:xfrm>
      </p:grpSpPr>
      <p:grpSp>
        <p:nvGrpSpPr>
          <p:cNvPr id="4" name="Group 7"/>
          <p:cNvGrpSpPr>
            <a:grpSpLocks/>
          </p:cNvGrpSpPr>
          <p:nvPr/>
        </p:nvGrpSpPr>
        <p:grpSpPr bwMode="auto">
          <a:xfrm rot="5400000">
            <a:off x="5006182" y="2567781"/>
            <a:ext cx="5181600" cy="46037"/>
            <a:chOff x="1905000" y="6553200"/>
            <a:chExt cx="7010400" cy="45719"/>
          </a:xfrm>
        </p:grpSpPr>
        <p:sp>
          <p:nvSpPr>
            <p:cNvPr id="5" name="Rectangle 4"/>
            <p:cNvSpPr/>
            <p:nvPr/>
          </p:nvSpPr>
          <p:spPr>
            <a:xfrm>
              <a:off x="4267574" y="6553200"/>
              <a:ext cx="2328209"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p:cNvSpPr/>
            <p:nvPr/>
          </p:nvSpPr>
          <p:spPr>
            <a:xfrm>
              <a:off x="1905000" y="6553200"/>
              <a:ext cx="2362574"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userDrawn="1"/>
          </p:nvSpPr>
          <p:spPr>
            <a:xfrm>
              <a:off x="6587191" y="6553200"/>
              <a:ext cx="2328209"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0" descr="Picture 7.png"/>
          <p:cNvPicPr>
            <a:picLocks noChangeAspect="1"/>
          </p:cNvPicPr>
          <p:nvPr/>
        </p:nvPicPr>
        <p:blipFill>
          <a:blip r:embed="rId2" cstate="print"/>
          <a:srcRect l="5336" t="1923"/>
          <a:stretch>
            <a:fillRect/>
          </a:stretch>
        </p:blipFill>
        <p:spPr bwMode="auto">
          <a:xfrm>
            <a:off x="-7938" y="381000"/>
            <a:ext cx="692151" cy="2193925"/>
          </a:xfrm>
          <a:prstGeom prst="rect">
            <a:avLst/>
          </a:prstGeom>
          <a:noFill/>
          <a:ln w="9525">
            <a:noFill/>
            <a:miter lim="800000"/>
            <a:headEnd/>
            <a:tailEnd/>
          </a:ln>
        </p:spPr>
      </p:pic>
      <p:sp>
        <p:nvSpPr>
          <p:cNvPr id="10" name="TextBox 9"/>
          <p:cNvSpPr txBox="1"/>
          <p:nvPr/>
        </p:nvSpPr>
        <p:spPr>
          <a:xfrm rot="5400000">
            <a:off x="-2794793" y="3809206"/>
            <a:ext cx="5867400" cy="23018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900" b="1" i="0" u="none" strike="noStrike" kern="1200" cap="none" spc="0" normalizeH="0" baseline="0" noProof="0" dirty="0">
                <a:ln>
                  <a:noFill/>
                </a:ln>
                <a:solidFill>
                  <a:srgbClr val="101141"/>
                </a:solidFill>
                <a:effectLst/>
                <a:uLnTx/>
                <a:uFillTx/>
                <a:latin typeface="Arial"/>
                <a:ea typeface="+mn-ea"/>
                <a:cs typeface="Arial"/>
              </a:rPr>
              <a:t>BITS </a:t>
            </a:r>
            <a:r>
              <a:rPr kumimoji="0" lang="en-US" sz="900" b="0" i="0" u="none" strike="noStrike" kern="1200" cap="none" spc="0" normalizeH="0" baseline="0" noProof="0" dirty="0">
                <a:ln>
                  <a:noFill/>
                </a:ln>
                <a:solidFill>
                  <a:srgbClr val="101141"/>
                </a:solidFill>
                <a:effectLst/>
                <a:uLnTx/>
                <a:uFillTx/>
                <a:latin typeface="Arial"/>
                <a:ea typeface="+mn-ea"/>
                <a:cs typeface="Arial"/>
              </a:rPr>
              <a:t>Pilani, Pilani Campus</a:t>
            </a:r>
          </a:p>
        </p:txBody>
      </p:sp>
      <p:sp>
        <p:nvSpPr>
          <p:cNvPr id="3" name="Vertical Text Placeholder 2"/>
          <p:cNvSpPr>
            <a:spLocks noGrp="1"/>
          </p:cNvSpPr>
          <p:nvPr>
            <p:ph type="body" orient="vert" idx="1"/>
          </p:nvPr>
        </p:nvSpPr>
        <p:spPr>
          <a:xfrm>
            <a:off x="1219200" y="38100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8"/>
          <p:cNvSpPr>
            <a:spLocks noGrp="1"/>
          </p:cNvSpPr>
          <p:nvPr>
            <p:ph sz="quarter" idx="10"/>
          </p:nvPr>
        </p:nvSpPr>
        <p:spPr>
          <a:xfrm rot="5400000">
            <a:off x="5410200" y="2743200"/>
            <a:ext cx="58674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43225575"/>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p:cSld name="1_Custom Layout">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sp>
        <p:nvSpPr>
          <p:cNvPr id="5" name="Rectangle 4"/>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pic>
        <p:nvPicPr>
          <p:cNvPr id="9" name="Picture 10" descr="BITS_university_logo_whitevert.png"/>
          <p:cNvPicPr>
            <a:picLocks noChangeAspect="1"/>
          </p:cNvPicPr>
          <p:nvPr/>
        </p:nvPicPr>
        <p:blipFill>
          <a:blip r:embed="rId3" cstate="print"/>
          <a:srcRect t="2" b="28592"/>
          <a:stretch>
            <a:fillRect/>
          </a:stretch>
        </p:blipFill>
        <p:spPr bwMode="auto">
          <a:xfrm>
            <a:off x="76200" y="3352800"/>
            <a:ext cx="2057400" cy="1979613"/>
          </a:xfrm>
          <a:prstGeom prst="rect">
            <a:avLst/>
          </a:prstGeom>
          <a:noFill/>
          <a:ln w="9525">
            <a:noFill/>
            <a:miter lim="800000"/>
            <a:headEnd/>
            <a:tailEnd/>
          </a:ln>
        </p:spPr>
      </p:pic>
      <p:sp>
        <p:nvSpPr>
          <p:cNvPr id="10" name="TextBox 9"/>
          <p:cNvSpPr txBox="1"/>
          <p:nvPr/>
        </p:nvSpPr>
        <p:spPr>
          <a:xfrm>
            <a:off x="-76200" y="5257800"/>
            <a:ext cx="2209800" cy="554038"/>
          </a:xfrm>
          <a:prstGeom prst="rect">
            <a:avLst/>
          </a:prstGeom>
          <a:noFill/>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900" b="1" i="0" u="none" strike="noStrike" kern="1200" cap="none" spc="-150" normalizeH="0" baseline="0" noProof="0" dirty="0">
                <a:ln>
                  <a:noFill/>
                </a:ln>
                <a:solidFill>
                  <a:prstClr val="white"/>
                </a:solidFill>
                <a:effectLst/>
                <a:uLnTx/>
                <a:uFillTx/>
                <a:latin typeface="Arial"/>
                <a:ea typeface="+mn-ea"/>
                <a:cs typeface="Arial"/>
              </a:rPr>
              <a:t>BITS</a:t>
            </a:r>
            <a:r>
              <a:rPr kumimoji="0" lang="en-US" sz="2900" b="0" i="0" u="none" strike="noStrike" kern="1200" cap="none" spc="-150" normalizeH="0" baseline="0" noProof="0" dirty="0">
                <a:ln>
                  <a:noFill/>
                </a:ln>
                <a:solidFill>
                  <a:prstClr val="white"/>
                </a:solidFill>
                <a:effectLst/>
                <a:uLnTx/>
                <a:uFillTx/>
                <a:latin typeface="Arial"/>
                <a:ea typeface="+mn-ea"/>
                <a:cs typeface="Arial"/>
              </a:rPr>
              <a:t> Pilani</a:t>
            </a:r>
          </a:p>
        </p:txBody>
      </p:sp>
      <p:sp>
        <p:nvSpPr>
          <p:cNvPr id="11" name="TextBox 10"/>
          <p:cNvSpPr txBox="1"/>
          <p:nvPr/>
        </p:nvSpPr>
        <p:spPr>
          <a:xfrm>
            <a:off x="152400" y="5667375"/>
            <a:ext cx="1905000" cy="276225"/>
          </a:xfrm>
          <a:prstGeom prst="rect">
            <a:avLst/>
          </a:prstGeom>
          <a:noFill/>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a:ea typeface="+mn-ea"/>
                <a:cs typeface="Arial"/>
              </a:rPr>
              <a:t>Pilani Campus</a:t>
            </a:r>
          </a:p>
        </p:txBody>
      </p:sp>
      <p:sp>
        <p:nvSpPr>
          <p:cNvPr id="7" name="Content Placeholder 6"/>
          <p:cNvSpPr>
            <a:spLocks noGrp="1"/>
          </p:cNvSpPr>
          <p:nvPr>
            <p:ph sz="quarter" idx="13"/>
          </p:nvPr>
        </p:nvSpPr>
        <p:spPr>
          <a:xfrm>
            <a:off x="2514600" y="5410200"/>
            <a:ext cx="60198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2514600" y="3810000"/>
            <a:ext cx="6019800" cy="1524000"/>
          </a:xfrm>
        </p:spPr>
        <p:txBody>
          <a:bodyPr>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122580986"/>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type="obj">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5536" y="274638"/>
            <a:ext cx="6120680" cy="850106"/>
          </a:xfrm>
          <a:prstGeom prst="rect">
            <a:avLst/>
          </a:prstGeom>
        </p:spPr>
        <p:txBody>
          <a:bodyPr anchor="ctr"/>
          <a:lstStyle>
            <a:lvl1pPr algn="l">
              <a:defRPr sz="3200"/>
            </a:lvl1pPr>
          </a:lstStyle>
          <a:p>
            <a:r>
              <a:rPr lang="en-US" dirty="0"/>
              <a:t>Click to edit Master title style</a:t>
            </a:r>
            <a:endParaRPr lang="en-IN"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Footer Placeholder 4"/>
          <p:cNvSpPr>
            <a:spLocks noGrp="1"/>
          </p:cNvSpPr>
          <p:nvPr>
            <p:ph type="ftr" sz="quarter" idx="11"/>
          </p:nvPr>
        </p:nvSpPr>
        <p:spPr>
          <a:xfrm>
            <a:off x="2195736" y="6237312"/>
            <a:ext cx="4392488" cy="365125"/>
          </a:xfrm>
          <a:prstGeom prst="rect">
            <a:avLst/>
          </a:prstGeom>
        </p:spPr>
        <p:txBody>
          <a:bodyPr/>
          <a:lstStyle>
            <a:lvl1pPr>
              <a:defRPr sz="1200" b="1"/>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1"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endParaRPr>
          </a:p>
        </p:txBody>
      </p:sp>
      <p:sp>
        <p:nvSpPr>
          <p:cNvPr id="6" name="Slide Number Placeholder 5"/>
          <p:cNvSpPr>
            <a:spLocks noGrp="1"/>
          </p:cNvSpPr>
          <p:nvPr>
            <p:ph type="sldNum" sz="quarter" idx="12"/>
          </p:nvPr>
        </p:nvSpPr>
        <p:spPr>
          <a:xfrm>
            <a:off x="8532440" y="6237312"/>
            <a:ext cx="611560" cy="293117"/>
          </a:xfrm>
          <a:prstGeom prst="rect">
            <a:avLst/>
          </a:prstGeom>
        </p:spPr>
        <p:txBody>
          <a:bodyPr/>
          <a:lstStyle>
            <a:lvl1pPr>
              <a:defRPr sz="1600"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60DB935C-A2BB-404C-A6C5-67E9068028EC}" type="slidenum">
              <a:rPr kumimoji="0" lang="en-US" sz="1600" b="1"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600" b="1"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2527344038"/>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a:alphaModFix amt="50000"/>
            <a:extLst>
              <a:ext uri="{28A0092B-C50C-407E-A947-70E740481C1C}">
                <a14:useLocalDpi xmlns:a14="http://schemas.microsoft.com/office/drawing/2010/main" val="0"/>
              </a:ext>
            </a:extLst>
          </a:blip>
          <a:srcRect t="-543" b="-543"/>
          <a:stretch/>
        </p:blipFill>
        <p:spPr>
          <a:xfrm>
            <a:off x="3563108" y="2223656"/>
            <a:ext cx="2017786" cy="2729344"/>
          </a:xfrm>
          <a:prstGeom prst="rect">
            <a:avLst/>
          </a:prstGeom>
        </p:spPr>
      </p:pic>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9144000" cy="40580"/>
          </a:xfrm>
          <a:prstGeom prst="rect">
            <a:avLst/>
          </a:prstGeom>
        </p:spPr>
      </p:pic>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160569"/>
            <a:ext cx="8001000" cy="764364"/>
          </a:xfrm>
          <a:prstGeom prst="rect">
            <a:avLst/>
          </a:prstGeom>
        </p:spPr>
      </p:pic>
      <p:sp>
        <p:nvSpPr>
          <p:cNvPr id="2" name="Title 1"/>
          <p:cNvSpPr>
            <a:spLocks noGrp="1"/>
          </p:cNvSpPr>
          <p:nvPr>
            <p:ph type="title"/>
          </p:nvPr>
        </p:nvSpPr>
        <p:spPr>
          <a:xfrm>
            <a:off x="628650" y="160569"/>
            <a:ext cx="6991350" cy="764364"/>
          </a:xfrm>
        </p:spPr>
        <p:txBody>
          <a:bodyPr>
            <a:normAutofit/>
          </a:bodyPr>
          <a:lstStyle>
            <a:lvl1pPr>
              <a:defRPr sz="2400" b="1">
                <a:solidFill>
                  <a:schemeClr val="bg1"/>
                </a:solidFill>
                <a:latin typeface="Helvetica" panose="020B0604020202030204" pitchFamily="34" charset="0"/>
              </a:defRPr>
            </a:lvl1pPr>
          </a:lstStyle>
          <a:p>
            <a:r>
              <a:rPr lang="en-US"/>
              <a:t>Click to edit Master title style</a:t>
            </a:r>
          </a:p>
        </p:txBody>
      </p:sp>
      <p:sp>
        <p:nvSpPr>
          <p:cNvPr id="11" name="Text Placeholder 10"/>
          <p:cNvSpPr>
            <a:spLocks noGrp="1"/>
          </p:cNvSpPr>
          <p:nvPr>
            <p:ph type="body" sz="quarter" idx="13"/>
          </p:nvPr>
        </p:nvSpPr>
        <p:spPr>
          <a:xfrm>
            <a:off x="643304" y="1600202"/>
            <a:ext cx="7620000" cy="2728913"/>
          </a:xfrm>
        </p:spPr>
        <p:txBody>
          <a:bodyPr/>
          <a:lstStyle>
            <a:lvl1pPr>
              <a:defRPr sz="1350">
                <a:latin typeface="Helvetica" panose="020B0604020202030204" pitchFamily="34" charset="0"/>
              </a:defRPr>
            </a:lvl1pPr>
            <a:lvl2pPr>
              <a:defRPr sz="1200">
                <a:latin typeface="Helvetica" panose="020B0604020202030204" pitchFamily="34" charset="0"/>
              </a:defRPr>
            </a:lvl2pPr>
            <a:lvl3pPr>
              <a:defRPr sz="1050">
                <a:latin typeface="Helvetica" panose="020B0604020202030204" pitchFamily="34" charset="0"/>
              </a:defRPr>
            </a:lvl3pPr>
            <a:lvl4pPr>
              <a:defRPr sz="900">
                <a:latin typeface="Helvetica" panose="020B0604020202030204" pitchFamily="34" charset="0"/>
              </a:defRPr>
            </a:lvl4pPr>
            <a:lvl5pPr>
              <a:defRPr sz="900">
                <a:latin typeface="Helvetica" panose="020B0604020202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14"/>
          </p:nvPr>
        </p:nvSpPr>
        <p:spPr>
          <a:xfrm>
            <a:off x="246935" y="1143002"/>
            <a:ext cx="8397717" cy="395287"/>
          </a:xfrm>
        </p:spPr>
        <p:txBody>
          <a:bodyPr>
            <a:normAutofit/>
          </a:bodyPr>
          <a:lstStyle>
            <a:lvl1pPr marL="0" indent="0">
              <a:buNone/>
              <a:defRPr sz="1500" b="1">
                <a:solidFill>
                  <a:srgbClr val="1C1573"/>
                </a:solidFill>
                <a:latin typeface="Helvetica" panose="020B0604020202030204" pitchFamily="34" charset="0"/>
              </a:defRPr>
            </a:lvl1pPr>
            <a:lvl2pPr>
              <a:defRPr b="1">
                <a:solidFill>
                  <a:srgbClr val="1C1573"/>
                </a:solidFill>
                <a:latin typeface="Helvetica" panose="020B0604020202030204" pitchFamily="34" charset="0"/>
              </a:defRPr>
            </a:lvl2pPr>
            <a:lvl3pPr>
              <a:defRPr b="1">
                <a:solidFill>
                  <a:srgbClr val="1C1573"/>
                </a:solidFill>
                <a:latin typeface="Helvetica" panose="020B0604020202030204" pitchFamily="34" charset="0"/>
              </a:defRPr>
            </a:lvl3pPr>
            <a:lvl4pPr>
              <a:defRPr b="1">
                <a:solidFill>
                  <a:srgbClr val="1C1573"/>
                </a:solidFill>
                <a:latin typeface="Helvetica" panose="020B0604020202030204" pitchFamily="34" charset="0"/>
              </a:defRPr>
            </a:lvl4pPr>
            <a:lvl5pPr>
              <a:defRPr b="1">
                <a:solidFill>
                  <a:srgbClr val="1C1573"/>
                </a:solidFill>
                <a:latin typeface="Helvetica" panose="020B0604020202030204" pitchFamily="34" charset="0"/>
              </a:defRPr>
            </a:lvl5pPr>
          </a:lstStyle>
          <a:p>
            <a:pPr lvl="0"/>
            <a:r>
              <a:rPr lang="en-US" dirty="0"/>
              <a:t>Click to edit Master text styles</a:t>
            </a:r>
          </a:p>
        </p:txBody>
      </p:sp>
    </p:spTree>
    <p:extLst>
      <p:ext uri="{BB962C8B-B14F-4D97-AF65-F5344CB8AC3E}">
        <p14:creationId xmlns:p14="http://schemas.microsoft.com/office/powerpoint/2010/main" val="2563258865"/>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C699CB88-5E1A-4FAC-892A-60949ACB1F6F}" type="datetimeFigureOut">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l" defTabSz="914400" rtl="0" eaLnBrk="1" fontAlgn="base" latinLnBrk="0" hangingPunct="1">
                <a:lnSpc>
                  <a:spcPct val="100000"/>
                </a:lnSpc>
                <a:spcBef>
                  <a:spcPct val="0"/>
                </a:spcBef>
                <a:spcAft>
                  <a:spcPct val="0"/>
                </a:spcAft>
                <a:buClrTx/>
                <a:buSzTx/>
                <a:buFontTx/>
                <a:buNone/>
                <a:tabLst/>
                <a:defRPr/>
              </a:pPr>
              <a:t>1/17/2026</a:t>
            </a:fld>
            <a:endPar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endParaRPr>
          </a:p>
        </p:txBody>
      </p:sp>
      <p:sp>
        <p:nvSpPr>
          <p:cNvPr id="4" name="Footer Placeholder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endParaRPr>
          </a:p>
        </p:txBody>
      </p:sp>
      <p:sp>
        <p:nvSpPr>
          <p:cNvPr id="5" name="Slide Number Placehold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endParaRPr>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3948745234"/>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60EFC283-09B0-4637-98DE-4EA18B48056F}" type="datetime1">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1/17/2026</a:t>
            </a:fld>
            <a:endParaRPr kumimoji="0" lang="en-US"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60DB935C-A2BB-404C-A6C5-67E9068028EC}" type="slidenum">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US"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987246072"/>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5536" y="274638"/>
            <a:ext cx="6120680" cy="850106"/>
          </a:xfrm>
          <a:prstGeom prst="rect">
            <a:avLst/>
          </a:prstGeom>
        </p:spPr>
        <p:txBody>
          <a:bodyPr anchor="ctr"/>
          <a:lstStyle>
            <a:lvl1pPr algn="l">
              <a:defRPr sz="3200"/>
            </a:lvl1pPr>
          </a:lstStyle>
          <a:p>
            <a:r>
              <a:rPr lang="en-US" dirty="0"/>
              <a:t>Click to edit Master title style</a:t>
            </a:r>
            <a:endParaRPr lang="en-IN"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Footer Placeholder 4"/>
          <p:cNvSpPr>
            <a:spLocks noGrp="1"/>
          </p:cNvSpPr>
          <p:nvPr>
            <p:ph type="ftr" sz="quarter" idx="11"/>
          </p:nvPr>
        </p:nvSpPr>
        <p:spPr>
          <a:xfrm>
            <a:off x="2195736" y="6237312"/>
            <a:ext cx="4392488" cy="365125"/>
          </a:xfrm>
          <a:prstGeom prst="rect">
            <a:avLst/>
          </a:prstGeom>
        </p:spPr>
        <p:txBody>
          <a:bodyPr/>
          <a:lstStyle>
            <a:lvl1pPr>
              <a:defRPr sz="1200" b="1"/>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Slide Number Placeholder 5"/>
          <p:cNvSpPr>
            <a:spLocks noGrp="1"/>
          </p:cNvSpPr>
          <p:nvPr>
            <p:ph type="sldNum" sz="quarter" idx="12"/>
          </p:nvPr>
        </p:nvSpPr>
        <p:spPr>
          <a:xfrm>
            <a:off x="8532440" y="6237312"/>
            <a:ext cx="611560" cy="293117"/>
          </a:xfrm>
          <a:prstGeom prst="rect">
            <a:avLst/>
          </a:prstGeom>
        </p:spPr>
        <p:txBody>
          <a:bodyPr/>
          <a:lstStyle>
            <a:lvl1pPr>
              <a:defRPr sz="1600" b="1"/>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60DB935C-A2BB-404C-A6C5-67E9068028EC}" type="slidenum">
              <a:rPr kumimoji="0" lang="en-US" sz="1600" b="1"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US" sz="1600" b="1"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1773105527"/>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4D183FC5-153D-441D-95F7-882E3FFDCE2D}" type="datetime1">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1/17/2026</a:t>
            </a:fld>
            <a:endParaRPr kumimoji="0" lang="en-US"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60DB935C-A2BB-404C-A6C5-67E9068028EC}" type="slidenum">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US"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651350439"/>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a:xfrm>
            <a:off x="457200" y="6356350"/>
            <a:ext cx="2133600" cy="365125"/>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BBD183EF-6B4A-402C-A608-B18EB5B7F9EE}" type="datetime1">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1/17/2026</a:t>
            </a:fld>
            <a:endParaRPr kumimoji="0" lang="en-US"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60DB935C-A2BB-404C-A6C5-67E9068028EC}" type="slidenum">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US"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230181064"/>
      </p:ext>
    </p:extLst>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a:xfrm>
            <a:off x="457200" y="6356350"/>
            <a:ext cx="2133600" cy="365125"/>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3EDFD9EE-9969-456E-B39E-68D117FEF1DF}" type="datetime1">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1/17/2026</a:t>
            </a:fld>
            <a:endParaRPr kumimoji="0" lang="en-US"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60DB935C-A2BB-404C-A6C5-67E9068028EC}" type="slidenum">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US"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2817953145"/>
      </p:ext>
    </p:extLst>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Date Placeholder 2"/>
          <p:cNvSpPr>
            <a:spLocks noGrp="1"/>
          </p:cNvSpPr>
          <p:nvPr>
            <p:ph type="dt" sz="half" idx="10"/>
          </p:nvPr>
        </p:nvSpPr>
        <p:spPr>
          <a:xfrm>
            <a:off x="457200" y="6356350"/>
            <a:ext cx="2133600" cy="365125"/>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EE6AA240-BB03-4790-A676-9895F78EB64C}" type="datetime1">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1/17/2026</a:t>
            </a:fld>
            <a:endParaRPr kumimoji="0" lang="en-US"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60DB935C-A2BB-404C-A6C5-67E9068028EC}" type="slidenum">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US"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1648659473"/>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460CB459-1A4D-47F4-A8EE-5438035C956C}" type="datetime1">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1/17/2026</a:t>
            </a:fld>
            <a:endParaRPr kumimoji="0" lang="en-US"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60DB935C-A2BB-404C-A6C5-67E9068028EC}" type="slidenum">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US"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4282806812"/>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67E401A7-543D-4BB0-A9D1-A26B478A180A}" type="datetime1">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1/17/2026</a:t>
            </a:fld>
            <a:endParaRPr kumimoji="0" lang="en-US"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60DB935C-A2BB-404C-A6C5-67E9068028EC}" type="slidenum">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US"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4173442930"/>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06EF66B0-2922-450D-BC4A-DD8665B7C322}" type="datetime1">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1/17/2026</a:t>
            </a:fld>
            <a:endParaRPr kumimoji="0" lang="en-US"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60DB935C-A2BB-404C-A6C5-67E9068028EC}" type="slidenum">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US"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4117116978"/>
      </p:ext>
    </p:extLst>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53D6EBD3-8BD3-4291-92B7-C6BAAE2FE2E1}" type="datetime1">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1/17/2026</a:t>
            </a:fld>
            <a:endParaRPr kumimoji="0" lang="en-US"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60DB935C-A2BB-404C-A6C5-67E9068028EC}" type="slidenum">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US"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4085649173"/>
      </p:ext>
    </p:extLst>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E69A138C-D4A2-4FBE-91CC-9AD0E3FAC8EF}" type="datetime1">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1/17/2026</a:t>
            </a:fld>
            <a:endParaRPr kumimoji="0" lang="en-US"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60DB935C-A2BB-404C-A6C5-67E9068028EC}" type="slidenum">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US"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4143656243"/>
      </p:ext>
    </p:extLst>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0CB8B1E0-F22B-4A8F-9B5F-BF9893B5ABD8}" type="datetime1">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1/17/2026</a:t>
            </a:fld>
            <a:endParaRPr kumimoji="0" lang="en-US"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60DB935C-A2BB-404C-A6C5-67E9068028EC}" type="slidenum">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US"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2158336515"/>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5536" y="274638"/>
            <a:ext cx="6120680" cy="850106"/>
          </a:xfrm>
          <a:prstGeom prst="rect">
            <a:avLst/>
          </a:prstGeom>
        </p:spPr>
        <p:txBody>
          <a:bodyPr anchor="ctr"/>
          <a:lstStyle>
            <a:lvl1pPr algn="l">
              <a:defRPr sz="3200"/>
            </a:lvl1pPr>
          </a:lstStyle>
          <a:p>
            <a:r>
              <a:rPr lang="en-US" dirty="0"/>
              <a:t>Click to edit Master title style</a:t>
            </a:r>
            <a:endParaRPr lang="en-IN"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Footer Placeholder 4"/>
          <p:cNvSpPr>
            <a:spLocks noGrp="1"/>
          </p:cNvSpPr>
          <p:nvPr>
            <p:ph type="ftr" sz="quarter" idx="11"/>
          </p:nvPr>
        </p:nvSpPr>
        <p:spPr>
          <a:xfrm>
            <a:off x="2195736" y="6237312"/>
            <a:ext cx="4392488" cy="365125"/>
          </a:xfrm>
          <a:prstGeom prst="rect">
            <a:avLst/>
          </a:prstGeom>
        </p:spPr>
        <p:txBody>
          <a:bodyPr/>
          <a:lstStyle>
            <a:lvl1pPr>
              <a:defRPr sz="1200" b="1"/>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Slide Number Placeholder 5"/>
          <p:cNvSpPr>
            <a:spLocks noGrp="1"/>
          </p:cNvSpPr>
          <p:nvPr>
            <p:ph type="sldNum" sz="quarter" idx="12"/>
          </p:nvPr>
        </p:nvSpPr>
        <p:spPr>
          <a:xfrm>
            <a:off x="8532440" y="6237312"/>
            <a:ext cx="611560" cy="293117"/>
          </a:xfrm>
          <a:prstGeom prst="rect">
            <a:avLst/>
          </a:prstGeom>
        </p:spPr>
        <p:txBody>
          <a:bodyPr/>
          <a:lstStyle>
            <a:lvl1pPr>
              <a:defRPr sz="1600" b="1"/>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60DB935C-A2BB-404C-A6C5-67E9068028EC}" type="slidenum">
              <a:rPr kumimoji="0" lang="en-US" sz="1600" b="1"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US" sz="1600" b="1"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1482722640"/>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A584C6A3-7CCD-4C85-B025-7257B7982604}" type="datetime1">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1/17/2026</a:t>
            </a:fld>
            <a:endParaRPr kumimoji="0" lang="en-US"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60DB935C-A2BB-404C-A6C5-67E9068028EC}" type="slidenum">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US"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2365632580"/>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a:xfrm>
            <a:off x="457200" y="6356350"/>
            <a:ext cx="2133600" cy="365125"/>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1F874284-52B8-4470-BDD8-4ADED48827A4}" type="datetime1">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1/17/2026</a:t>
            </a:fld>
            <a:endParaRPr kumimoji="0" lang="en-US"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60DB935C-A2BB-404C-A6C5-67E9068028EC}" type="slidenum">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US"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536564880"/>
      </p:ext>
    </p:extLst>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a:xfrm>
            <a:off x="457200" y="6356350"/>
            <a:ext cx="2133600" cy="365125"/>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45A6D408-3886-45AE-87AA-FE4F4DD13316}" type="datetime1">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1/17/2026</a:t>
            </a:fld>
            <a:endParaRPr kumimoji="0" lang="en-US"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60DB935C-A2BB-404C-A6C5-67E9068028EC}" type="slidenum">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US"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198249521"/>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Date Placeholder 2"/>
          <p:cNvSpPr>
            <a:spLocks noGrp="1"/>
          </p:cNvSpPr>
          <p:nvPr>
            <p:ph type="dt" sz="half" idx="10"/>
          </p:nvPr>
        </p:nvSpPr>
        <p:spPr>
          <a:xfrm>
            <a:off x="457200" y="6356350"/>
            <a:ext cx="2133600" cy="365125"/>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7593DD7E-D674-4C29-BA87-30671220063F}" type="datetime1">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1/17/2026</a:t>
            </a:fld>
            <a:endParaRPr kumimoji="0" lang="en-US"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60DB935C-A2BB-404C-A6C5-67E9068028EC}" type="slidenum">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US"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1812218967"/>
      </p:ext>
    </p:extLst>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7CF17F4D-4696-48FF-B372-B1606F96277B}" type="datetime1">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1/17/2026</a:t>
            </a:fld>
            <a:endParaRPr kumimoji="0" lang="en-US"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60DB935C-A2BB-404C-A6C5-67E9068028EC}" type="slidenum">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US"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4184205893"/>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16FB00BD-2A3E-405A-924C-959BC25F82CE}" type="datetime1">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1/17/2026</a:t>
            </a:fld>
            <a:endParaRPr kumimoji="0" lang="en-US"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60DB935C-A2BB-404C-A6C5-67E9068028EC}" type="slidenum">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US"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2811645487"/>
      </p:ext>
    </p:extLst>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861E31B3-1A8E-48F2-BF0B-FF8F2A0CCD74}" type="datetime1">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1/17/2026</a:t>
            </a:fld>
            <a:endParaRPr kumimoji="0" lang="en-US"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60DB935C-A2BB-404C-A6C5-67E9068028EC}" type="slidenum">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US"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4135583853"/>
      </p:ext>
    </p:extLst>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BB9B2037-4F83-45AB-A8AE-5B592BBCAE9F}" type="datetime1">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1/17/2026</a:t>
            </a:fld>
            <a:endParaRPr kumimoji="0" lang="en-US"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60DB935C-A2BB-404C-A6C5-67E9068028EC}" type="slidenum">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US"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1384266383"/>
      </p:ext>
    </p:extLst>
  </p:cSld>
  <p:clrMapOvr>
    <a:masterClrMapping/>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C509AD5F-0A31-424D-AB9D-62B102033000}" type="datetime1">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1/17/2026</a:t>
            </a:fld>
            <a:endParaRPr kumimoji="0" lang="en-US"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Tahoma" charset="0"/>
              <a:ea typeface="+mn-ea"/>
              <a:cs typeface="+mn-cs"/>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60DB935C-A2BB-404C-A6C5-67E9068028EC}" type="slidenum">
              <a:rPr kumimoji="0" lang="en-US" sz="1600" b="0" i="0" u="none" strike="noStrike" kern="1200" cap="none" spc="0" normalizeH="0" baseline="0" noProof="0" smtClean="0">
                <a:ln>
                  <a:noFill/>
                </a:ln>
                <a:solidFill>
                  <a:prstClr val="black"/>
                </a:solidFill>
                <a:effectLst/>
                <a:uLnTx/>
                <a:uFillTx/>
                <a:latin typeface="Tahoma"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US" sz="1600" b="0" i="0" u="none" strike="noStrike" kern="1200" cap="none" spc="0" normalizeH="0" baseline="0" noProof="0">
              <a:ln>
                <a:noFill/>
              </a:ln>
              <a:solidFill>
                <a:prstClr val="black"/>
              </a:solidFill>
              <a:effectLst/>
              <a:uLnTx/>
              <a:uFillTx/>
              <a:latin typeface="Tahoma" charset="0"/>
              <a:ea typeface="+mn-ea"/>
              <a:cs typeface="+mn-cs"/>
            </a:endParaRPr>
          </a:p>
        </p:txBody>
      </p:sp>
    </p:spTree>
    <p:extLst>
      <p:ext uri="{BB962C8B-B14F-4D97-AF65-F5344CB8AC3E}">
        <p14:creationId xmlns:p14="http://schemas.microsoft.com/office/powerpoint/2010/main" val="1898406444"/>
      </p:ext>
    </p:extLst>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a:prstGeom prst="rect">
            <a:avLst/>
          </a:prstGeo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00200"/>
            <a:ext cx="4038600" cy="2189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41763"/>
            <a:ext cx="4038600" cy="2189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p:cNvSpPr>
            <a:spLocks noGrp="1"/>
          </p:cNvSpPr>
          <p:nvPr>
            <p:ph type="dt" sz="half" idx="10"/>
          </p:nvPr>
        </p:nvSpPr>
        <p:spPr>
          <a:xfrm>
            <a:off x="457200" y="6243638"/>
            <a:ext cx="2133600" cy="457200"/>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600" b="0" i="0" u="none" strike="noStrike" kern="1200" cap="none" spc="0" normalizeH="0" baseline="0" noProof="0">
              <a:ln>
                <a:noFill/>
              </a:ln>
              <a:solidFill>
                <a:prstClr val="black"/>
              </a:solidFill>
              <a:effectLst/>
              <a:uLnTx/>
              <a:uFillTx/>
              <a:latin typeface="Tahoma" charset="0"/>
              <a:ea typeface="宋体" panose="02010600030101010101" pitchFamily="2" charset="-122"/>
              <a:cs typeface="+mn-cs"/>
            </a:endParaRPr>
          </a:p>
        </p:txBody>
      </p:sp>
      <p:sp>
        <p:nvSpPr>
          <p:cNvPr id="7" name="Footer Placeholder 6"/>
          <p:cNvSpPr>
            <a:spLocks noGrp="1"/>
          </p:cNvSpPr>
          <p:nvPr>
            <p:ph type="ftr" sz="quarter" idx="11"/>
          </p:nvPr>
        </p:nvSpPr>
        <p:spPr>
          <a:xfrm>
            <a:off x="3124200" y="6248400"/>
            <a:ext cx="2895600" cy="457200"/>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600" b="0" i="0" u="none" strike="noStrike" kern="1200" cap="none" spc="0" normalizeH="0" baseline="0" noProof="0">
              <a:ln>
                <a:noFill/>
              </a:ln>
              <a:solidFill>
                <a:prstClr val="black"/>
              </a:solidFill>
              <a:effectLst/>
              <a:uLnTx/>
              <a:uFillTx/>
              <a:latin typeface="Tahoma" charset="0"/>
              <a:ea typeface="宋体" panose="02010600030101010101" pitchFamily="2" charset="-122"/>
              <a:cs typeface="+mn-cs"/>
            </a:endParaRPr>
          </a:p>
        </p:txBody>
      </p:sp>
      <p:sp>
        <p:nvSpPr>
          <p:cNvPr id="8" name="Slide Number Placeholder 7"/>
          <p:cNvSpPr>
            <a:spLocks noGrp="1"/>
          </p:cNvSpPr>
          <p:nvPr>
            <p:ph type="sldNum" sz="quarter" idx="12"/>
          </p:nvPr>
        </p:nvSpPr>
        <p:spPr>
          <a:xfrm>
            <a:off x="6553200" y="6243638"/>
            <a:ext cx="2133600" cy="457200"/>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A17F44B5-105B-4EE8-BC8A-AF6D66C6DE3A}" type="slidenum">
              <a:rPr kumimoji="0" lang="en-US" altLang="zh-CN" sz="1600" b="0" i="0" u="none" strike="noStrike" kern="1200" cap="none" spc="0" normalizeH="0" baseline="0" noProof="0">
                <a:ln>
                  <a:noFill/>
                </a:ln>
                <a:solidFill>
                  <a:prstClr val="black"/>
                </a:solidFill>
                <a:effectLst/>
                <a:uLnTx/>
                <a:uFillTx/>
                <a:latin typeface="Tahoma" charset="0"/>
                <a:ea typeface="宋体" panose="02010600030101010101"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US" altLang="zh-CN" sz="1600" b="0" i="0" u="none" strike="noStrike" kern="1200" cap="none" spc="0" normalizeH="0" baseline="0" noProof="0">
              <a:ln>
                <a:noFill/>
              </a:ln>
              <a:solidFill>
                <a:prstClr val="black"/>
              </a:solidFill>
              <a:effectLst/>
              <a:uLnTx/>
              <a:uFillTx/>
              <a:latin typeface="Tahoma" charset="0"/>
              <a:ea typeface="宋体" panose="02010600030101010101" pitchFamily="2" charset="-122"/>
              <a:cs typeface="+mn-cs"/>
            </a:endParaRPr>
          </a:p>
        </p:txBody>
      </p:sp>
    </p:spTree>
    <p:extLst>
      <p:ext uri="{BB962C8B-B14F-4D97-AF65-F5344CB8AC3E}">
        <p14:creationId xmlns:p14="http://schemas.microsoft.com/office/powerpoint/2010/main" val="354015964"/>
      </p:ext>
    </p:extLst>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type="txAndObj">
  <p:cSld name="1_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a:prstGeom prst="rect">
            <a:avLst/>
          </a:prstGeo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6243638"/>
            <a:ext cx="2133600" cy="457200"/>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600" b="0" i="0" u="none" strike="noStrike" kern="1200" cap="none" spc="0" normalizeH="0" baseline="0" noProof="0">
              <a:ln>
                <a:noFill/>
              </a:ln>
              <a:solidFill>
                <a:prstClr val="black"/>
              </a:solidFill>
              <a:effectLst/>
              <a:uLnTx/>
              <a:uFillTx/>
              <a:latin typeface="Tahoma" charset="0"/>
              <a:ea typeface="宋体" panose="02010600030101010101" pitchFamily="2" charset="-122"/>
              <a:cs typeface="+mn-cs"/>
            </a:endParaRPr>
          </a:p>
        </p:txBody>
      </p:sp>
      <p:sp>
        <p:nvSpPr>
          <p:cNvPr id="6" name="Footer Placeholder 5"/>
          <p:cNvSpPr>
            <a:spLocks noGrp="1"/>
          </p:cNvSpPr>
          <p:nvPr>
            <p:ph type="ftr" sz="quarter" idx="11"/>
          </p:nvPr>
        </p:nvSpPr>
        <p:spPr>
          <a:xfrm>
            <a:off x="3124200" y="6248400"/>
            <a:ext cx="2895600" cy="457200"/>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600" b="0" i="0" u="none" strike="noStrike" kern="1200" cap="none" spc="0" normalizeH="0" baseline="0" noProof="0">
              <a:ln>
                <a:noFill/>
              </a:ln>
              <a:solidFill>
                <a:prstClr val="black"/>
              </a:solidFill>
              <a:effectLst/>
              <a:uLnTx/>
              <a:uFillTx/>
              <a:latin typeface="Tahoma" charset="0"/>
              <a:ea typeface="宋体" panose="02010600030101010101" pitchFamily="2" charset="-122"/>
              <a:cs typeface="+mn-cs"/>
            </a:endParaRPr>
          </a:p>
        </p:txBody>
      </p:sp>
      <p:sp>
        <p:nvSpPr>
          <p:cNvPr id="7" name="Slide Number Placeholder 6"/>
          <p:cNvSpPr>
            <a:spLocks noGrp="1"/>
          </p:cNvSpPr>
          <p:nvPr>
            <p:ph type="sldNum" sz="quarter" idx="12"/>
          </p:nvPr>
        </p:nvSpPr>
        <p:spPr>
          <a:xfrm>
            <a:off x="6553200" y="6243638"/>
            <a:ext cx="2133600" cy="457200"/>
          </a:xfrm>
          <a:prstGeom prst="rect">
            <a:avLst/>
          </a:prstGeo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4CC144D9-EA27-4930-A766-1E0286FE12C6}" type="slidenum">
              <a:rPr kumimoji="0" lang="en-US" altLang="zh-CN" sz="1600" b="0" i="0" u="none" strike="noStrike" kern="1200" cap="none" spc="0" normalizeH="0" baseline="0" noProof="0">
                <a:ln>
                  <a:noFill/>
                </a:ln>
                <a:solidFill>
                  <a:prstClr val="black"/>
                </a:solidFill>
                <a:effectLst/>
                <a:uLnTx/>
                <a:uFillTx/>
                <a:latin typeface="Tahoma" charset="0"/>
                <a:ea typeface="宋体" panose="02010600030101010101"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US" altLang="zh-CN" sz="1600" b="0" i="0" u="none" strike="noStrike" kern="1200" cap="none" spc="0" normalizeH="0" baseline="0" noProof="0">
              <a:ln>
                <a:noFill/>
              </a:ln>
              <a:solidFill>
                <a:prstClr val="black"/>
              </a:solidFill>
              <a:effectLst/>
              <a:uLnTx/>
              <a:uFillTx/>
              <a:latin typeface="Tahoma" charset="0"/>
              <a:ea typeface="宋体" panose="02010600030101010101" pitchFamily="2" charset="-122"/>
              <a:cs typeface="+mn-cs"/>
            </a:endParaRPr>
          </a:p>
        </p:txBody>
      </p:sp>
    </p:spTree>
    <p:extLst>
      <p:ext uri="{BB962C8B-B14F-4D97-AF65-F5344CB8AC3E}">
        <p14:creationId xmlns:p14="http://schemas.microsoft.com/office/powerpoint/2010/main" val="4095826987"/>
      </p:ext>
    </p:extLst>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4" name="TextBox 3"/>
          <p:cNvSpPr txBox="1"/>
          <p:nvPr userDrawn="1"/>
        </p:nvSpPr>
        <p:spPr>
          <a:xfrm>
            <a:off x="3276600" y="6596063"/>
            <a:ext cx="5867400" cy="261937"/>
          </a:xfrm>
          <a:prstGeom prst="rect">
            <a:avLst/>
          </a:prstGeom>
          <a:noFill/>
        </p:spPr>
        <p:txBody>
          <a:bodyP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grpSp>
        <p:nvGrpSpPr>
          <p:cNvPr id="2"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1" descr="Picture 7.png"/>
          <p:cNvPicPr>
            <a:picLocks noChangeAspect="1"/>
          </p:cNvPicPr>
          <p:nvPr userDrawn="1"/>
        </p:nvPicPr>
        <p:blipFill>
          <a:blip r:embed="rId2"/>
          <a:srcRect l="1923" b="5336"/>
          <a:stretch>
            <a:fillRect/>
          </a:stretch>
        </p:blipFill>
        <p:spPr bwMode="auto">
          <a:xfrm>
            <a:off x="6629400" y="0"/>
            <a:ext cx="2193925" cy="692150"/>
          </a:xfrm>
          <a:prstGeom prst="rect">
            <a:avLst/>
          </a:prstGeom>
          <a:noFill/>
          <a:ln w="9525">
            <a:noFill/>
            <a:miter lim="800000"/>
            <a:headEnd/>
            <a:tailEnd/>
          </a:ln>
        </p:spPr>
      </p:pic>
      <p:grpSp>
        <p:nvGrpSpPr>
          <p:cNvPr id="5" name="Group 18"/>
          <p:cNvGrpSpPr>
            <a:grpSpLocks/>
          </p:cNvGrpSpPr>
          <p:nvPr userDrawn="1"/>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0" name="Group 22"/>
          <p:cNvGrpSpPr>
            <a:grpSpLocks/>
          </p:cNvGrpSpPr>
          <p:nvPr userDrawn="1"/>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523405665"/>
      </p:ext>
    </p:extLst>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userDrawn="1">
  <p:cSld name="Blank_one">
    <p:spTree>
      <p:nvGrpSpPr>
        <p:cNvPr id="1" name=""/>
        <p:cNvGrpSpPr/>
        <p:nvPr/>
      </p:nvGrpSpPr>
      <p:grpSpPr>
        <a:xfrm>
          <a:off x="0" y="0"/>
          <a:ext cx="0" cy="0"/>
          <a:chOff x="0" y="0"/>
          <a:chExt cx="0" cy="0"/>
        </a:xfrm>
      </p:grpSpPr>
      <p:sp>
        <p:nvSpPr>
          <p:cNvPr id="4" name="TextBox 3"/>
          <p:cNvSpPr txBox="1"/>
          <p:nvPr/>
        </p:nvSpPr>
        <p:spPr>
          <a:xfrm>
            <a:off x="8153400" y="6550025"/>
            <a:ext cx="990600" cy="261610"/>
          </a:xfrm>
          <a:prstGeom prst="rect">
            <a:avLst/>
          </a:prstGeom>
          <a:noFill/>
        </p:spPr>
        <p:txBody>
          <a:bodyPr wrap="square">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err="1">
                <a:ln>
                  <a:noFill/>
                </a:ln>
                <a:solidFill>
                  <a:srgbClr val="101141"/>
                </a:solidFill>
                <a:effectLst/>
                <a:uLnTx/>
                <a:uFillTx/>
                <a:latin typeface="Arial"/>
                <a:ea typeface="+mn-ea"/>
                <a:cs typeface="Arial"/>
              </a:rPr>
              <a:t>Pilani</a:t>
            </a:r>
            <a:endParaRPr kumimoji="0" lang="en-US" sz="1100" b="0" i="0" u="none" strike="noStrike" kern="1200" cap="none" spc="0" normalizeH="0" baseline="0" noProof="0" dirty="0">
              <a:ln>
                <a:noFill/>
              </a:ln>
              <a:solidFill>
                <a:srgbClr val="101141"/>
              </a:solidFill>
              <a:effectLst/>
              <a:uLnTx/>
              <a:uFillTx/>
              <a:latin typeface="Arial"/>
              <a:ea typeface="+mn-ea"/>
              <a:cs typeface="Arial"/>
            </a:endParaRPr>
          </a:p>
        </p:txBody>
      </p:sp>
      <p:grpSp>
        <p:nvGrpSpPr>
          <p:cNvPr id="5" name="Group 11"/>
          <p:cNvGrpSpPr>
            <a:grpSpLocks/>
          </p:cNvGrpSpPr>
          <p:nvPr/>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1" descr="Picture 7.png"/>
          <p:cNvPicPr>
            <a:picLocks noChangeAspect="1"/>
          </p:cNvPicPr>
          <p:nvPr userDrawn="1"/>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10" name="Group 18"/>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4" name="Group 22"/>
          <p:cNvGrpSpPr>
            <a:grpSpLocks/>
          </p:cNvGrpSpPr>
          <p:nvPr/>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spTree>
    <p:extLst>
      <p:ext uri="{BB962C8B-B14F-4D97-AF65-F5344CB8AC3E}">
        <p14:creationId xmlns:p14="http://schemas.microsoft.com/office/powerpoint/2010/main" val="2205455199"/>
      </p:ext>
    </p:extLst>
  </p:cSld>
  <p:clrMapOvr>
    <a:masterClrMapping/>
  </p:clrMapOvr>
</p:sldLayout>
</file>

<file path=ppt/slideLayouts/slideLayout238.xml><?xml version="1.0" encoding="utf-8"?>
<p:sldLayout xmlns:a="http://schemas.openxmlformats.org/drawingml/2006/main" xmlns:r="http://schemas.openxmlformats.org/officeDocument/2006/relationships" xmlns:p="http://schemas.openxmlformats.org/presentationml/2006/main" matchingName="1_Title and Content">
  <p:cSld name="7_Title and Content">
    <p:spTree>
      <p:nvGrpSpPr>
        <p:cNvPr id="1" name="Shape 53"/>
        <p:cNvGrpSpPr/>
        <p:nvPr/>
      </p:nvGrpSpPr>
      <p:grpSpPr>
        <a:xfrm>
          <a:off x="0" y="0"/>
          <a:ext cx="0" cy="0"/>
          <a:chOff x="0" y="0"/>
          <a:chExt cx="0" cy="0"/>
        </a:xfrm>
      </p:grpSpPr>
      <p:sp>
        <p:nvSpPr>
          <p:cNvPr id="54" name="Google Shape;54;p63"/>
          <p:cNvSpPr txBox="1"/>
          <p:nvPr/>
        </p:nvSpPr>
        <p:spPr>
          <a:xfrm>
            <a:off x="3276600" y="6596063"/>
            <a:ext cx="5867400" cy="261937"/>
          </a:xfrm>
          <a:prstGeom prst="rect">
            <a:avLst/>
          </a:prstGeom>
          <a:noFill/>
          <a:ln>
            <a:noFill/>
          </a:ln>
        </p:spPr>
        <p:txBody>
          <a:bodyPr spcFirstLastPara="1" wrap="square" lIns="91425" tIns="45700" rIns="91425" bIns="45700" anchor="t" anchorCtr="0">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1" i="0" u="none" strike="noStrike" kern="0" cap="none" spc="0" normalizeH="0" baseline="0" noProof="0">
                <a:ln>
                  <a:noFill/>
                </a:ln>
                <a:solidFill>
                  <a:srgbClr val="101141"/>
                </a:solidFill>
                <a:effectLst/>
                <a:uLnTx/>
                <a:uFillTx/>
                <a:latin typeface="Arial"/>
                <a:ea typeface="Arial"/>
                <a:cs typeface="Arial"/>
                <a:sym typeface="Arial"/>
              </a:rPr>
              <a:t>BITS </a:t>
            </a:r>
            <a:r>
              <a:rPr kumimoji="0" lang="en-US" sz="1100" b="0" i="0" u="none" strike="noStrike" kern="0" cap="none" spc="0" normalizeH="0" baseline="0" noProof="0">
                <a:ln>
                  <a:noFill/>
                </a:ln>
                <a:solidFill>
                  <a:srgbClr val="101141"/>
                </a:solidFill>
                <a:effectLst/>
                <a:uLnTx/>
                <a:uFillTx/>
                <a:latin typeface="Arial"/>
                <a:ea typeface="Arial"/>
                <a:cs typeface="Arial"/>
                <a:sym typeface="Arial"/>
              </a:rPr>
              <a:t>Pilani, Pilani Campus</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grpSp>
        <p:nvGrpSpPr>
          <p:cNvPr id="55" name="Google Shape;55;p63"/>
          <p:cNvGrpSpPr/>
          <p:nvPr/>
        </p:nvGrpSpPr>
        <p:grpSpPr>
          <a:xfrm>
            <a:off x="2084388" y="6550025"/>
            <a:ext cx="7059612" cy="49213"/>
            <a:chOff x="2083888" y="6550671"/>
            <a:chExt cx="7060112" cy="48665"/>
          </a:xfrm>
        </p:grpSpPr>
        <p:sp>
          <p:nvSpPr>
            <p:cNvPr id="56" name="Google Shape;56;p63"/>
            <p:cNvSpPr/>
            <p:nvPr/>
          </p:nvSpPr>
          <p:spPr>
            <a:xfrm>
              <a:off x="4630418" y="6550671"/>
              <a:ext cx="2329027" cy="48665"/>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57" name="Google Shape;57;p63"/>
            <p:cNvSpPr/>
            <p:nvPr/>
          </p:nvSpPr>
          <p:spPr>
            <a:xfrm>
              <a:off x="6908642" y="6550671"/>
              <a:ext cx="2235358" cy="45525"/>
            </a:xfrm>
            <a:prstGeom prst="rect">
              <a:avLst/>
            </a:prstGeom>
            <a:solidFill>
              <a:srgbClr val="E31C24"/>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58" name="Google Shape;58;p63"/>
            <p:cNvSpPr/>
            <p:nvPr/>
          </p:nvSpPr>
          <p:spPr>
            <a:xfrm>
              <a:off x="2083888" y="6550671"/>
              <a:ext cx="2581458" cy="48665"/>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grpSp>
      <p:pic>
        <p:nvPicPr>
          <p:cNvPr id="59" name="Google Shape;59;p63" descr="Picture 7.png"/>
          <p:cNvPicPr preferRelativeResize="0"/>
          <p:nvPr/>
        </p:nvPicPr>
        <p:blipFill rotWithShape="1">
          <a:blip r:embed="rId2">
            <a:alphaModFix/>
          </a:blip>
          <a:srcRect l="1923" b="5335"/>
          <a:stretch/>
        </p:blipFill>
        <p:spPr>
          <a:xfrm>
            <a:off x="6629400" y="0"/>
            <a:ext cx="2193925" cy="692150"/>
          </a:xfrm>
          <a:prstGeom prst="rect">
            <a:avLst/>
          </a:prstGeom>
          <a:noFill/>
          <a:ln>
            <a:noFill/>
          </a:ln>
        </p:spPr>
      </p:pic>
      <p:grpSp>
        <p:nvGrpSpPr>
          <p:cNvPr id="60" name="Google Shape;60;p63"/>
          <p:cNvGrpSpPr/>
          <p:nvPr/>
        </p:nvGrpSpPr>
        <p:grpSpPr>
          <a:xfrm>
            <a:off x="2133600" y="6553200"/>
            <a:ext cx="7010400" cy="46038"/>
            <a:chOff x="1905000" y="6553200"/>
            <a:chExt cx="7010400" cy="45719"/>
          </a:xfrm>
        </p:grpSpPr>
        <p:sp>
          <p:nvSpPr>
            <p:cNvPr id="61" name="Google Shape;61;p63"/>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62" name="Google Shape;62;p63"/>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63" name="Google Shape;63;p63"/>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grpSp>
      <p:grpSp>
        <p:nvGrpSpPr>
          <p:cNvPr id="64" name="Google Shape;64;p63"/>
          <p:cNvGrpSpPr/>
          <p:nvPr/>
        </p:nvGrpSpPr>
        <p:grpSpPr>
          <a:xfrm>
            <a:off x="0" y="1295400"/>
            <a:ext cx="7010400" cy="46038"/>
            <a:chOff x="1905000" y="6553200"/>
            <a:chExt cx="7010400" cy="45719"/>
          </a:xfrm>
        </p:grpSpPr>
        <p:sp>
          <p:nvSpPr>
            <p:cNvPr id="65" name="Google Shape;65;p63"/>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66" name="Google Shape;66;p63"/>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67" name="Google Shape;67;p63"/>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grpSp>
      <p:sp>
        <p:nvSpPr>
          <p:cNvPr id="68" name="Google Shape;68;p63"/>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480"/>
              </a:spcBef>
              <a:spcAft>
                <a:spcPts val="0"/>
              </a:spcAft>
              <a:buClr>
                <a:srgbClr val="101141"/>
              </a:buClr>
              <a:buSzPts val="2400"/>
              <a:buFont typeface="Arial"/>
              <a:buNone/>
              <a:defRPr sz="2400">
                <a:latin typeface="Cambria" panose="02040503050406030204" pitchFamily="18" charset="0"/>
                <a:ea typeface="Cambria" panose="02040503050406030204" pitchFamily="18" charset="0"/>
                <a:cs typeface="Arial"/>
                <a:sym typeface="Arial"/>
              </a:defRPr>
            </a:lvl1pPr>
            <a:lvl2pPr marL="914400" marR="0" lvl="1" indent="-33020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dirty="0"/>
          </a:p>
        </p:txBody>
      </p:sp>
      <p:sp>
        <p:nvSpPr>
          <p:cNvPr id="69" name="Google Shape;69;p63"/>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Clr>
                <a:schemeClr val="dk1"/>
              </a:buClr>
              <a:buSzPts val="3600"/>
              <a:buNone/>
              <a:defRPr sz="3600" b="1">
                <a:latin typeface="Cambria" panose="02040503050406030204" pitchFamily="18" charset="0"/>
                <a:ea typeface="Cambria" panose="02040503050406030204" pitchFamily="18" charset="0"/>
                <a:cs typeface="Arial"/>
                <a:sym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dirty="0"/>
          </a:p>
        </p:txBody>
      </p:sp>
    </p:spTree>
    <p:extLst>
      <p:ext uri="{BB962C8B-B14F-4D97-AF65-F5344CB8AC3E}">
        <p14:creationId xmlns:p14="http://schemas.microsoft.com/office/powerpoint/2010/main" val="1914809487"/>
      </p:ext>
    </p:extLst>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48"/>
        <p:cNvGrpSpPr/>
        <p:nvPr/>
      </p:nvGrpSpPr>
      <p:grpSpPr>
        <a:xfrm>
          <a:off x="0" y="0"/>
          <a:ext cx="0" cy="0"/>
          <a:chOff x="0" y="0"/>
          <a:chExt cx="0" cy="0"/>
        </a:xfrm>
      </p:grpSpPr>
      <p:sp>
        <p:nvSpPr>
          <p:cNvPr id="49" name="Google Shape;49;p62"/>
          <p:cNvSpPr txBox="1">
            <a:spLocks noGrp="1"/>
          </p:cNvSpPr>
          <p:nvPr>
            <p:ph type="title"/>
          </p:nvPr>
        </p:nvSpPr>
        <p:spPr>
          <a:xfrm>
            <a:off x="395536" y="274638"/>
            <a:ext cx="6120680" cy="850106"/>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chemeClr val="dk1"/>
              </a:buClr>
              <a:buSzPts val="3200"/>
              <a:buFont typeface="Calibri"/>
              <a:buNone/>
              <a:defRPr sz="3600" b="0" i="0" u="none" strike="noStrike" cap="none">
                <a:solidFill>
                  <a:schemeClr val="dk1"/>
                </a:solidFill>
                <a:latin typeface="Cambria" panose="02040503050406030204" pitchFamily="18" charset="0"/>
                <a:ea typeface="Cambria" panose="02040503050406030204" pitchFamily="18" charset="0"/>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dirty="0"/>
          </a:p>
        </p:txBody>
      </p:sp>
      <p:sp>
        <p:nvSpPr>
          <p:cNvPr id="50" name="Google Shape;50;p6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sz="2400">
                <a:latin typeface="Cambria" panose="02040503050406030204" pitchFamily="18" charset="0"/>
                <a:ea typeface="Cambria" panose="02040503050406030204" pitchFamily="18" charset="0"/>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dirty="0"/>
          </a:p>
        </p:txBody>
      </p:sp>
      <p:sp>
        <p:nvSpPr>
          <p:cNvPr id="51" name="Google Shape;51;p62"/>
          <p:cNvSpPr txBox="1">
            <a:spLocks noGrp="1"/>
          </p:cNvSpPr>
          <p:nvPr>
            <p:ph type="ftr" idx="11"/>
          </p:nvPr>
        </p:nvSpPr>
        <p:spPr>
          <a:xfrm>
            <a:off x="2195736" y="6237312"/>
            <a:ext cx="4392488"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i="0" u="none" strike="noStrike" cap="none">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1"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52" name="Google Shape;52;p62"/>
          <p:cNvSpPr txBox="1">
            <a:spLocks noGrp="1"/>
          </p:cNvSpPr>
          <p:nvPr>
            <p:ph type="sldNum" idx="12"/>
          </p:nvPr>
        </p:nvSpPr>
        <p:spPr>
          <a:xfrm>
            <a:off x="8532440" y="6237312"/>
            <a:ext cx="611560" cy="293117"/>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600" b="1" i="0" u="none" strike="noStrike" cap="none">
                <a:solidFill>
                  <a:schemeClr val="dk1"/>
                </a:solidFill>
                <a:latin typeface="Tahoma"/>
                <a:ea typeface="Tahoma"/>
                <a:cs typeface="Tahoma"/>
                <a:sym typeface="Tahoma"/>
              </a:defRPr>
            </a:lvl1pPr>
            <a:lvl2pPr marL="0" marR="0" lvl="1" indent="0" algn="l" rtl="0">
              <a:spcBef>
                <a:spcPts val="0"/>
              </a:spcBef>
              <a:spcAft>
                <a:spcPts val="0"/>
              </a:spcAft>
              <a:buNone/>
              <a:defRPr sz="1600" b="1" i="0" u="none" strike="noStrike" cap="none">
                <a:solidFill>
                  <a:schemeClr val="dk1"/>
                </a:solidFill>
                <a:latin typeface="Tahoma"/>
                <a:ea typeface="Tahoma"/>
                <a:cs typeface="Tahoma"/>
                <a:sym typeface="Tahoma"/>
              </a:defRPr>
            </a:lvl2pPr>
            <a:lvl3pPr marL="0" marR="0" lvl="2" indent="0" algn="l" rtl="0">
              <a:spcBef>
                <a:spcPts val="0"/>
              </a:spcBef>
              <a:spcAft>
                <a:spcPts val="0"/>
              </a:spcAft>
              <a:buNone/>
              <a:defRPr sz="1600" b="1" i="0" u="none" strike="noStrike" cap="none">
                <a:solidFill>
                  <a:schemeClr val="dk1"/>
                </a:solidFill>
                <a:latin typeface="Tahoma"/>
                <a:ea typeface="Tahoma"/>
                <a:cs typeface="Tahoma"/>
                <a:sym typeface="Tahoma"/>
              </a:defRPr>
            </a:lvl3pPr>
            <a:lvl4pPr marL="0" marR="0" lvl="3" indent="0" algn="l" rtl="0">
              <a:spcBef>
                <a:spcPts val="0"/>
              </a:spcBef>
              <a:spcAft>
                <a:spcPts val="0"/>
              </a:spcAft>
              <a:buNone/>
              <a:defRPr sz="1600" b="1" i="0" u="none" strike="noStrike" cap="none">
                <a:solidFill>
                  <a:schemeClr val="dk1"/>
                </a:solidFill>
                <a:latin typeface="Tahoma"/>
                <a:ea typeface="Tahoma"/>
                <a:cs typeface="Tahoma"/>
                <a:sym typeface="Tahoma"/>
              </a:defRPr>
            </a:lvl4pPr>
            <a:lvl5pPr marL="0" marR="0" lvl="4" indent="0" algn="l" rtl="0">
              <a:spcBef>
                <a:spcPts val="0"/>
              </a:spcBef>
              <a:spcAft>
                <a:spcPts val="0"/>
              </a:spcAft>
              <a:buNone/>
              <a:defRPr sz="1600" b="1" i="0" u="none" strike="noStrike" cap="none">
                <a:solidFill>
                  <a:schemeClr val="dk1"/>
                </a:solidFill>
                <a:latin typeface="Tahoma"/>
                <a:ea typeface="Tahoma"/>
                <a:cs typeface="Tahoma"/>
                <a:sym typeface="Tahoma"/>
              </a:defRPr>
            </a:lvl5pPr>
            <a:lvl6pPr marL="0" marR="0" lvl="5" indent="0" algn="l" rtl="0">
              <a:spcBef>
                <a:spcPts val="0"/>
              </a:spcBef>
              <a:spcAft>
                <a:spcPts val="0"/>
              </a:spcAft>
              <a:buNone/>
              <a:defRPr sz="1600" b="1" i="0" u="none" strike="noStrike" cap="none">
                <a:solidFill>
                  <a:schemeClr val="dk1"/>
                </a:solidFill>
                <a:latin typeface="Tahoma"/>
                <a:ea typeface="Tahoma"/>
                <a:cs typeface="Tahoma"/>
                <a:sym typeface="Tahoma"/>
              </a:defRPr>
            </a:lvl6pPr>
            <a:lvl7pPr marL="0" marR="0" lvl="6" indent="0" algn="l" rtl="0">
              <a:spcBef>
                <a:spcPts val="0"/>
              </a:spcBef>
              <a:spcAft>
                <a:spcPts val="0"/>
              </a:spcAft>
              <a:buNone/>
              <a:defRPr sz="1600" b="1" i="0" u="none" strike="noStrike" cap="none">
                <a:solidFill>
                  <a:schemeClr val="dk1"/>
                </a:solidFill>
                <a:latin typeface="Tahoma"/>
                <a:ea typeface="Tahoma"/>
                <a:cs typeface="Tahoma"/>
                <a:sym typeface="Tahoma"/>
              </a:defRPr>
            </a:lvl7pPr>
            <a:lvl8pPr marL="0" marR="0" lvl="7" indent="0" algn="l" rtl="0">
              <a:spcBef>
                <a:spcPts val="0"/>
              </a:spcBef>
              <a:spcAft>
                <a:spcPts val="0"/>
              </a:spcAft>
              <a:buNone/>
              <a:defRPr sz="1600" b="1" i="0" u="none" strike="noStrike" cap="none">
                <a:solidFill>
                  <a:schemeClr val="dk1"/>
                </a:solidFill>
                <a:latin typeface="Tahoma"/>
                <a:ea typeface="Tahoma"/>
                <a:cs typeface="Tahoma"/>
                <a:sym typeface="Tahoma"/>
              </a:defRPr>
            </a:lvl8pPr>
            <a:lvl9pPr marL="0" marR="0" lvl="8" indent="0" algn="l" rtl="0">
              <a:spcBef>
                <a:spcPts val="0"/>
              </a:spcBef>
              <a:spcAft>
                <a:spcPts val="0"/>
              </a:spcAft>
              <a:buNone/>
              <a:defRPr sz="1600" b="1"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600" b="1"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a:t>
            </a:fld>
            <a:endParaRPr kumimoji="0" sz="1600" b="1" i="0" u="none" strike="noStrike" kern="0" cap="none" spc="0" normalizeH="0" baseline="0" noProof="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1617063500"/>
      </p:ext>
    </p:extLst>
  </p:cSld>
  <p:clrMapOvr>
    <a:masterClrMapping/>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matchingName="Blank_one">
  <p:cSld name="Blank_one">
    <p:spTree>
      <p:nvGrpSpPr>
        <p:cNvPr id="1" name="Shape 87"/>
        <p:cNvGrpSpPr/>
        <p:nvPr/>
      </p:nvGrpSpPr>
      <p:grpSpPr>
        <a:xfrm>
          <a:off x="0" y="0"/>
          <a:ext cx="0" cy="0"/>
          <a:chOff x="0" y="0"/>
          <a:chExt cx="0" cy="0"/>
        </a:xfrm>
      </p:grpSpPr>
      <p:sp>
        <p:nvSpPr>
          <p:cNvPr id="88" name="Google Shape;88;p65"/>
          <p:cNvSpPr txBox="1"/>
          <p:nvPr/>
        </p:nvSpPr>
        <p:spPr>
          <a:xfrm>
            <a:off x="8153400" y="6550025"/>
            <a:ext cx="990600" cy="261610"/>
          </a:xfrm>
          <a:prstGeom prst="rect">
            <a:avLst/>
          </a:prstGeom>
          <a:noFill/>
          <a:ln>
            <a:noFill/>
          </a:ln>
        </p:spPr>
        <p:txBody>
          <a:bodyPr spcFirstLastPara="1" wrap="square" lIns="91425" tIns="45700" rIns="91425" bIns="45700" anchor="t" anchorCtr="0">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1" i="0" u="none" strike="noStrike" kern="0" cap="none" spc="0" normalizeH="0" baseline="0" noProof="0">
                <a:ln>
                  <a:noFill/>
                </a:ln>
                <a:solidFill>
                  <a:srgbClr val="101141"/>
                </a:solidFill>
                <a:effectLst/>
                <a:uLnTx/>
                <a:uFillTx/>
                <a:latin typeface="Arial"/>
                <a:ea typeface="Arial"/>
                <a:cs typeface="Arial"/>
                <a:sym typeface="Arial"/>
              </a:rPr>
              <a:t>BITS </a:t>
            </a:r>
            <a:r>
              <a:rPr kumimoji="0" lang="en-US" sz="1100" b="0" i="0" u="none" strike="noStrike" kern="0" cap="none" spc="0" normalizeH="0" baseline="0" noProof="0">
                <a:ln>
                  <a:noFill/>
                </a:ln>
                <a:solidFill>
                  <a:srgbClr val="101141"/>
                </a:solidFill>
                <a:effectLst/>
                <a:uLnTx/>
                <a:uFillTx/>
                <a:latin typeface="Arial"/>
                <a:ea typeface="Arial"/>
                <a:cs typeface="Arial"/>
                <a:sym typeface="Arial"/>
              </a:rPr>
              <a:t>Pilani</a:t>
            </a:r>
            <a:endParaRPr kumimoji="0" sz="1100" b="0" i="0" u="none" strike="noStrike" kern="0" cap="none" spc="0" normalizeH="0" baseline="0" noProof="0">
              <a:ln>
                <a:noFill/>
              </a:ln>
              <a:solidFill>
                <a:srgbClr val="101141"/>
              </a:solidFill>
              <a:effectLst/>
              <a:uLnTx/>
              <a:uFillTx/>
              <a:latin typeface="Arial"/>
              <a:ea typeface="Arial"/>
              <a:cs typeface="Arial"/>
              <a:sym typeface="Arial"/>
            </a:endParaRPr>
          </a:p>
        </p:txBody>
      </p:sp>
      <p:grpSp>
        <p:nvGrpSpPr>
          <p:cNvPr id="89" name="Google Shape;89;p65"/>
          <p:cNvGrpSpPr/>
          <p:nvPr/>
        </p:nvGrpSpPr>
        <p:grpSpPr>
          <a:xfrm>
            <a:off x="2084388" y="6550025"/>
            <a:ext cx="7059612" cy="49213"/>
            <a:chOff x="2083888" y="6550671"/>
            <a:chExt cx="7060112" cy="48665"/>
          </a:xfrm>
        </p:grpSpPr>
        <p:sp>
          <p:nvSpPr>
            <p:cNvPr id="90" name="Google Shape;90;p65"/>
            <p:cNvSpPr/>
            <p:nvPr/>
          </p:nvSpPr>
          <p:spPr>
            <a:xfrm>
              <a:off x="4630418" y="6550671"/>
              <a:ext cx="2329027" cy="48665"/>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91" name="Google Shape;91;p65"/>
            <p:cNvSpPr/>
            <p:nvPr/>
          </p:nvSpPr>
          <p:spPr>
            <a:xfrm>
              <a:off x="6908642" y="6550671"/>
              <a:ext cx="2235358" cy="45525"/>
            </a:xfrm>
            <a:prstGeom prst="rect">
              <a:avLst/>
            </a:prstGeom>
            <a:solidFill>
              <a:srgbClr val="E31C24"/>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92" name="Google Shape;92;p65"/>
            <p:cNvSpPr/>
            <p:nvPr/>
          </p:nvSpPr>
          <p:spPr>
            <a:xfrm>
              <a:off x="2083888" y="6550671"/>
              <a:ext cx="2581458" cy="48665"/>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grpSp>
      <p:pic>
        <p:nvPicPr>
          <p:cNvPr id="93" name="Google Shape;93;p65" descr="Picture 7.png"/>
          <p:cNvPicPr preferRelativeResize="0"/>
          <p:nvPr/>
        </p:nvPicPr>
        <p:blipFill rotWithShape="1">
          <a:blip r:embed="rId2">
            <a:alphaModFix/>
          </a:blip>
          <a:srcRect l="1923" b="5335"/>
          <a:stretch/>
        </p:blipFill>
        <p:spPr>
          <a:xfrm>
            <a:off x="6629400" y="0"/>
            <a:ext cx="2193925" cy="692150"/>
          </a:xfrm>
          <a:prstGeom prst="rect">
            <a:avLst/>
          </a:prstGeom>
          <a:noFill/>
          <a:ln>
            <a:noFill/>
          </a:ln>
        </p:spPr>
      </p:pic>
      <p:grpSp>
        <p:nvGrpSpPr>
          <p:cNvPr id="94" name="Google Shape;94;p65"/>
          <p:cNvGrpSpPr/>
          <p:nvPr/>
        </p:nvGrpSpPr>
        <p:grpSpPr>
          <a:xfrm>
            <a:off x="2133600" y="6553200"/>
            <a:ext cx="7010400" cy="46038"/>
            <a:chOff x="1905000" y="6553200"/>
            <a:chExt cx="7010400" cy="45719"/>
          </a:xfrm>
        </p:grpSpPr>
        <p:sp>
          <p:nvSpPr>
            <p:cNvPr id="95" name="Google Shape;95;p65"/>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96" name="Google Shape;96;p65"/>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97" name="Google Shape;97;p65"/>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grpSp>
      <p:grpSp>
        <p:nvGrpSpPr>
          <p:cNvPr id="98" name="Google Shape;98;p65"/>
          <p:cNvGrpSpPr/>
          <p:nvPr/>
        </p:nvGrpSpPr>
        <p:grpSpPr>
          <a:xfrm>
            <a:off x="0" y="1295400"/>
            <a:ext cx="7010400" cy="46038"/>
            <a:chOff x="1905000" y="6553200"/>
            <a:chExt cx="7010400" cy="45719"/>
          </a:xfrm>
        </p:grpSpPr>
        <p:sp>
          <p:nvSpPr>
            <p:cNvPr id="99" name="Google Shape;99;p65"/>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100" name="Google Shape;100;p65"/>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101" name="Google Shape;101;p65"/>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grpSp>
    </p:spTree>
    <p:extLst>
      <p:ext uri="{BB962C8B-B14F-4D97-AF65-F5344CB8AC3E}">
        <p14:creationId xmlns:p14="http://schemas.microsoft.com/office/powerpoint/2010/main" val="2629764558"/>
      </p:ext>
    </p:extLst>
  </p:cSld>
  <p:clrMapOvr>
    <a:masterClrMapping/>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25"/>
        <p:cNvGrpSpPr/>
        <p:nvPr/>
      </p:nvGrpSpPr>
      <p:grpSpPr>
        <a:xfrm>
          <a:off x="0" y="0"/>
          <a:ext cx="0" cy="0"/>
          <a:chOff x="0" y="0"/>
          <a:chExt cx="0" cy="0"/>
        </a:xfrm>
      </p:grpSpPr>
      <p:sp>
        <p:nvSpPr>
          <p:cNvPr id="126" name="Google Shape;126;p68"/>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4000"/>
              <a:buFont typeface="Calibri"/>
              <a:buNone/>
              <a:defRPr sz="4000" b="1"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7" name="Google Shape;127;p68"/>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128" name="Google Shape;128;p6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600">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129" name="Google Shape;129;p6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600">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130" name="Google Shape;130;p6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600">
                <a:solidFill>
                  <a:schemeClr val="dk1"/>
                </a:solidFill>
                <a:latin typeface="Tahoma"/>
                <a:ea typeface="Tahoma"/>
                <a:cs typeface="Tahoma"/>
                <a:sym typeface="Tahoma"/>
              </a:defRPr>
            </a:lvl1pPr>
            <a:lvl2pPr marL="0" marR="0" lvl="1" indent="0" algn="l" rtl="0">
              <a:spcBef>
                <a:spcPts val="0"/>
              </a:spcBef>
              <a:spcAft>
                <a:spcPts val="0"/>
              </a:spcAft>
              <a:buNone/>
              <a:defRPr sz="1600">
                <a:solidFill>
                  <a:schemeClr val="dk1"/>
                </a:solidFill>
                <a:latin typeface="Tahoma"/>
                <a:ea typeface="Tahoma"/>
                <a:cs typeface="Tahoma"/>
                <a:sym typeface="Tahoma"/>
              </a:defRPr>
            </a:lvl2pPr>
            <a:lvl3pPr marL="0" marR="0" lvl="2" indent="0" algn="l" rtl="0">
              <a:spcBef>
                <a:spcPts val="0"/>
              </a:spcBef>
              <a:spcAft>
                <a:spcPts val="0"/>
              </a:spcAft>
              <a:buNone/>
              <a:defRPr sz="1600">
                <a:solidFill>
                  <a:schemeClr val="dk1"/>
                </a:solidFill>
                <a:latin typeface="Tahoma"/>
                <a:ea typeface="Tahoma"/>
                <a:cs typeface="Tahoma"/>
                <a:sym typeface="Tahoma"/>
              </a:defRPr>
            </a:lvl3pPr>
            <a:lvl4pPr marL="0" marR="0" lvl="3" indent="0" algn="l" rtl="0">
              <a:spcBef>
                <a:spcPts val="0"/>
              </a:spcBef>
              <a:spcAft>
                <a:spcPts val="0"/>
              </a:spcAft>
              <a:buNone/>
              <a:defRPr sz="1600">
                <a:solidFill>
                  <a:schemeClr val="dk1"/>
                </a:solidFill>
                <a:latin typeface="Tahoma"/>
                <a:ea typeface="Tahoma"/>
                <a:cs typeface="Tahoma"/>
                <a:sym typeface="Tahoma"/>
              </a:defRPr>
            </a:lvl4pPr>
            <a:lvl5pPr marL="0" marR="0" lvl="4" indent="0" algn="l" rtl="0">
              <a:spcBef>
                <a:spcPts val="0"/>
              </a:spcBef>
              <a:spcAft>
                <a:spcPts val="0"/>
              </a:spcAft>
              <a:buNone/>
              <a:defRPr sz="1600">
                <a:solidFill>
                  <a:schemeClr val="dk1"/>
                </a:solidFill>
                <a:latin typeface="Tahoma"/>
                <a:ea typeface="Tahoma"/>
                <a:cs typeface="Tahoma"/>
                <a:sym typeface="Tahoma"/>
              </a:defRPr>
            </a:lvl5pPr>
            <a:lvl6pPr marL="0" marR="0" lvl="5" indent="0" algn="l" rtl="0">
              <a:spcBef>
                <a:spcPts val="0"/>
              </a:spcBef>
              <a:spcAft>
                <a:spcPts val="0"/>
              </a:spcAft>
              <a:buNone/>
              <a:defRPr sz="1600">
                <a:solidFill>
                  <a:schemeClr val="dk1"/>
                </a:solidFill>
                <a:latin typeface="Tahoma"/>
                <a:ea typeface="Tahoma"/>
                <a:cs typeface="Tahoma"/>
                <a:sym typeface="Tahoma"/>
              </a:defRPr>
            </a:lvl6pPr>
            <a:lvl7pPr marL="0" marR="0" lvl="6" indent="0" algn="l" rtl="0">
              <a:spcBef>
                <a:spcPts val="0"/>
              </a:spcBef>
              <a:spcAft>
                <a:spcPts val="0"/>
              </a:spcAft>
              <a:buNone/>
              <a:defRPr sz="1600">
                <a:solidFill>
                  <a:schemeClr val="dk1"/>
                </a:solidFill>
                <a:latin typeface="Tahoma"/>
                <a:ea typeface="Tahoma"/>
                <a:cs typeface="Tahoma"/>
                <a:sym typeface="Tahoma"/>
              </a:defRPr>
            </a:lvl7pPr>
            <a:lvl8pPr marL="0" marR="0" lvl="7" indent="0" algn="l" rtl="0">
              <a:spcBef>
                <a:spcPts val="0"/>
              </a:spcBef>
              <a:spcAft>
                <a:spcPts val="0"/>
              </a:spcAft>
              <a:buNone/>
              <a:defRPr sz="1600">
                <a:solidFill>
                  <a:schemeClr val="dk1"/>
                </a:solidFill>
                <a:latin typeface="Tahoma"/>
                <a:ea typeface="Tahoma"/>
                <a:cs typeface="Tahoma"/>
                <a:sym typeface="Tahoma"/>
              </a:defRPr>
            </a:lvl8pPr>
            <a:lvl9pPr marL="0" marR="0" lvl="8" indent="0" algn="l" rtl="0">
              <a:spcBef>
                <a:spcPts val="0"/>
              </a:spcBef>
              <a:spcAft>
                <a:spcPts val="0"/>
              </a:spcAft>
              <a:buNone/>
              <a:defRPr sz="1600">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600" b="0"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a:t>
            </a:fld>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1702065667"/>
      </p:ext>
    </p:extLst>
  </p:cSld>
  <p:clrMapOvr>
    <a:masterClrMapping/>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131"/>
        <p:cNvGrpSpPr/>
        <p:nvPr/>
      </p:nvGrpSpPr>
      <p:grpSpPr>
        <a:xfrm>
          <a:off x="0" y="0"/>
          <a:ext cx="0" cy="0"/>
          <a:chOff x="0" y="0"/>
          <a:chExt cx="0" cy="0"/>
        </a:xfrm>
      </p:grpSpPr>
      <p:sp>
        <p:nvSpPr>
          <p:cNvPr id="132" name="Google Shape;132;p6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chemeClr val="dk1"/>
              </a:buClr>
              <a:buSzPts val="4400"/>
              <a:buFont typeface="Calibri"/>
              <a:buNone/>
              <a:defRPr sz="4400">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3" name="Google Shape;133;p69"/>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34" name="Google Shape;134;p69"/>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35" name="Google Shape;135;p6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600">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136" name="Google Shape;136;p6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600">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137" name="Google Shape;137;p6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600">
                <a:solidFill>
                  <a:schemeClr val="dk1"/>
                </a:solidFill>
                <a:latin typeface="Tahoma"/>
                <a:ea typeface="Tahoma"/>
                <a:cs typeface="Tahoma"/>
                <a:sym typeface="Tahoma"/>
              </a:defRPr>
            </a:lvl1pPr>
            <a:lvl2pPr marL="0" marR="0" lvl="1" indent="0" algn="l" rtl="0">
              <a:spcBef>
                <a:spcPts val="0"/>
              </a:spcBef>
              <a:spcAft>
                <a:spcPts val="0"/>
              </a:spcAft>
              <a:buNone/>
              <a:defRPr sz="1600">
                <a:solidFill>
                  <a:schemeClr val="dk1"/>
                </a:solidFill>
                <a:latin typeface="Tahoma"/>
                <a:ea typeface="Tahoma"/>
                <a:cs typeface="Tahoma"/>
                <a:sym typeface="Tahoma"/>
              </a:defRPr>
            </a:lvl2pPr>
            <a:lvl3pPr marL="0" marR="0" lvl="2" indent="0" algn="l" rtl="0">
              <a:spcBef>
                <a:spcPts val="0"/>
              </a:spcBef>
              <a:spcAft>
                <a:spcPts val="0"/>
              </a:spcAft>
              <a:buNone/>
              <a:defRPr sz="1600">
                <a:solidFill>
                  <a:schemeClr val="dk1"/>
                </a:solidFill>
                <a:latin typeface="Tahoma"/>
                <a:ea typeface="Tahoma"/>
                <a:cs typeface="Tahoma"/>
                <a:sym typeface="Tahoma"/>
              </a:defRPr>
            </a:lvl3pPr>
            <a:lvl4pPr marL="0" marR="0" lvl="3" indent="0" algn="l" rtl="0">
              <a:spcBef>
                <a:spcPts val="0"/>
              </a:spcBef>
              <a:spcAft>
                <a:spcPts val="0"/>
              </a:spcAft>
              <a:buNone/>
              <a:defRPr sz="1600">
                <a:solidFill>
                  <a:schemeClr val="dk1"/>
                </a:solidFill>
                <a:latin typeface="Tahoma"/>
                <a:ea typeface="Tahoma"/>
                <a:cs typeface="Tahoma"/>
                <a:sym typeface="Tahoma"/>
              </a:defRPr>
            </a:lvl4pPr>
            <a:lvl5pPr marL="0" marR="0" lvl="4" indent="0" algn="l" rtl="0">
              <a:spcBef>
                <a:spcPts val="0"/>
              </a:spcBef>
              <a:spcAft>
                <a:spcPts val="0"/>
              </a:spcAft>
              <a:buNone/>
              <a:defRPr sz="1600">
                <a:solidFill>
                  <a:schemeClr val="dk1"/>
                </a:solidFill>
                <a:latin typeface="Tahoma"/>
                <a:ea typeface="Tahoma"/>
                <a:cs typeface="Tahoma"/>
                <a:sym typeface="Tahoma"/>
              </a:defRPr>
            </a:lvl5pPr>
            <a:lvl6pPr marL="0" marR="0" lvl="5" indent="0" algn="l" rtl="0">
              <a:spcBef>
                <a:spcPts val="0"/>
              </a:spcBef>
              <a:spcAft>
                <a:spcPts val="0"/>
              </a:spcAft>
              <a:buNone/>
              <a:defRPr sz="1600">
                <a:solidFill>
                  <a:schemeClr val="dk1"/>
                </a:solidFill>
                <a:latin typeface="Tahoma"/>
                <a:ea typeface="Tahoma"/>
                <a:cs typeface="Tahoma"/>
                <a:sym typeface="Tahoma"/>
              </a:defRPr>
            </a:lvl6pPr>
            <a:lvl7pPr marL="0" marR="0" lvl="6" indent="0" algn="l" rtl="0">
              <a:spcBef>
                <a:spcPts val="0"/>
              </a:spcBef>
              <a:spcAft>
                <a:spcPts val="0"/>
              </a:spcAft>
              <a:buNone/>
              <a:defRPr sz="1600">
                <a:solidFill>
                  <a:schemeClr val="dk1"/>
                </a:solidFill>
                <a:latin typeface="Tahoma"/>
                <a:ea typeface="Tahoma"/>
                <a:cs typeface="Tahoma"/>
                <a:sym typeface="Tahoma"/>
              </a:defRPr>
            </a:lvl7pPr>
            <a:lvl8pPr marL="0" marR="0" lvl="7" indent="0" algn="l" rtl="0">
              <a:spcBef>
                <a:spcPts val="0"/>
              </a:spcBef>
              <a:spcAft>
                <a:spcPts val="0"/>
              </a:spcAft>
              <a:buNone/>
              <a:defRPr sz="1600">
                <a:solidFill>
                  <a:schemeClr val="dk1"/>
                </a:solidFill>
                <a:latin typeface="Tahoma"/>
                <a:ea typeface="Tahoma"/>
                <a:cs typeface="Tahoma"/>
                <a:sym typeface="Tahoma"/>
              </a:defRPr>
            </a:lvl8pPr>
            <a:lvl9pPr marL="0" marR="0" lvl="8" indent="0" algn="l" rtl="0">
              <a:spcBef>
                <a:spcPts val="0"/>
              </a:spcBef>
              <a:spcAft>
                <a:spcPts val="0"/>
              </a:spcAft>
              <a:buNone/>
              <a:defRPr sz="1600">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600" b="0"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a:t>
            </a:fld>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3361482486"/>
      </p:ext>
    </p:extLst>
  </p:cSld>
  <p:clrMapOvr>
    <a:masterClrMapping/>
  </p:clrMapOvr>
</p:sldLayout>
</file>

<file path=ppt/slideLayouts/slideLayout243.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138"/>
        <p:cNvGrpSpPr/>
        <p:nvPr/>
      </p:nvGrpSpPr>
      <p:grpSpPr>
        <a:xfrm>
          <a:off x="0" y="0"/>
          <a:ext cx="0" cy="0"/>
          <a:chOff x="0" y="0"/>
          <a:chExt cx="0" cy="0"/>
        </a:xfrm>
      </p:grpSpPr>
      <p:sp>
        <p:nvSpPr>
          <p:cNvPr id="139" name="Google Shape;139;p7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chemeClr val="dk1"/>
              </a:buClr>
              <a:buSzPts val="4400"/>
              <a:buFont typeface="Calibri"/>
              <a:buNone/>
              <a:defRPr sz="4400">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40" name="Google Shape;140;p70"/>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141" name="Google Shape;141;p70"/>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142" name="Google Shape;142;p70"/>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143" name="Google Shape;143;p70"/>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144" name="Google Shape;144;p7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600">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145" name="Google Shape;145;p7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600">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146" name="Google Shape;146;p7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600">
                <a:solidFill>
                  <a:schemeClr val="dk1"/>
                </a:solidFill>
                <a:latin typeface="Tahoma"/>
                <a:ea typeface="Tahoma"/>
                <a:cs typeface="Tahoma"/>
                <a:sym typeface="Tahoma"/>
              </a:defRPr>
            </a:lvl1pPr>
            <a:lvl2pPr marL="0" marR="0" lvl="1" indent="0" algn="l" rtl="0">
              <a:spcBef>
                <a:spcPts val="0"/>
              </a:spcBef>
              <a:spcAft>
                <a:spcPts val="0"/>
              </a:spcAft>
              <a:buNone/>
              <a:defRPr sz="1600">
                <a:solidFill>
                  <a:schemeClr val="dk1"/>
                </a:solidFill>
                <a:latin typeface="Tahoma"/>
                <a:ea typeface="Tahoma"/>
                <a:cs typeface="Tahoma"/>
                <a:sym typeface="Tahoma"/>
              </a:defRPr>
            </a:lvl2pPr>
            <a:lvl3pPr marL="0" marR="0" lvl="2" indent="0" algn="l" rtl="0">
              <a:spcBef>
                <a:spcPts val="0"/>
              </a:spcBef>
              <a:spcAft>
                <a:spcPts val="0"/>
              </a:spcAft>
              <a:buNone/>
              <a:defRPr sz="1600">
                <a:solidFill>
                  <a:schemeClr val="dk1"/>
                </a:solidFill>
                <a:latin typeface="Tahoma"/>
                <a:ea typeface="Tahoma"/>
                <a:cs typeface="Tahoma"/>
                <a:sym typeface="Tahoma"/>
              </a:defRPr>
            </a:lvl3pPr>
            <a:lvl4pPr marL="0" marR="0" lvl="3" indent="0" algn="l" rtl="0">
              <a:spcBef>
                <a:spcPts val="0"/>
              </a:spcBef>
              <a:spcAft>
                <a:spcPts val="0"/>
              </a:spcAft>
              <a:buNone/>
              <a:defRPr sz="1600">
                <a:solidFill>
                  <a:schemeClr val="dk1"/>
                </a:solidFill>
                <a:latin typeface="Tahoma"/>
                <a:ea typeface="Tahoma"/>
                <a:cs typeface="Tahoma"/>
                <a:sym typeface="Tahoma"/>
              </a:defRPr>
            </a:lvl4pPr>
            <a:lvl5pPr marL="0" marR="0" lvl="4" indent="0" algn="l" rtl="0">
              <a:spcBef>
                <a:spcPts val="0"/>
              </a:spcBef>
              <a:spcAft>
                <a:spcPts val="0"/>
              </a:spcAft>
              <a:buNone/>
              <a:defRPr sz="1600">
                <a:solidFill>
                  <a:schemeClr val="dk1"/>
                </a:solidFill>
                <a:latin typeface="Tahoma"/>
                <a:ea typeface="Tahoma"/>
                <a:cs typeface="Tahoma"/>
                <a:sym typeface="Tahoma"/>
              </a:defRPr>
            </a:lvl5pPr>
            <a:lvl6pPr marL="0" marR="0" lvl="5" indent="0" algn="l" rtl="0">
              <a:spcBef>
                <a:spcPts val="0"/>
              </a:spcBef>
              <a:spcAft>
                <a:spcPts val="0"/>
              </a:spcAft>
              <a:buNone/>
              <a:defRPr sz="1600">
                <a:solidFill>
                  <a:schemeClr val="dk1"/>
                </a:solidFill>
                <a:latin typeface="Tahoma"/>
                <a:ea typeface="Tahoma"/>
                <a:cs typeface="Tahoma"/>
                <a:sym typeface="Tahoma"/>
              </a:defRPr>
            </a:lvl6pPr>
            <a:lvl7pPr marL="0" marR="0" lvl="6" indent="0" algn="l" rtl="0">
              <a:spcBef>
                <a:spcPts val="0"/>
              </a:spcBef>
              <a:spcAft>
                <a:spcPts val="0"/>
              </a:spcAft>
              <a:buNone/>
              <a:defRPr sz="1600">
                <a:solidFill>
                  <a:schemeClr val="dk1"/>
                </a:solidFill>
                <a:latin typeface="Tahoma"/>
                <a:ea typeface="Tahoma"/>
                <a:cs typeface="Tahoma"/>
                <a:sym typeface="Tahoma"/>
              </a:defRPr>
            </a:lvl7pPr>
            <a:lvl8pPr marL="0" marR="0" lvl="7" indent="0" algn="l" rtl="0">
              <a:spcBef>
                <a:spcPts val="0"/>
              </a:spcBef>
              <a:spcAft>
                <a:spcPts val="0"/>
              </a:spcAft>
              <a:buNone/>
              <a:defRPr sz="1600">
                <a:solidFill>
                  <a:schemeClr val="dk1"/>
                </a:solidFill>
                <a:latin typeface="Tahoma"/>
                <a:ea typeface="Tahoma"/>
                <a:cs typeface="Tahoma"/>
                <a:sym typeface="Tahoma"/>
              </a:defRPr>
            </a:lvl8pPr>
            <a:lvl9pPr marL="0" marR="0" lvl="8" indent="0" algn="l" rtl="0">
              <a:spcBef>
                <a:spcPts val="0"/>
              </a:spcBef>
              <a:spcAft>
                <a:spcPts val="0"/>
              </a:spcAft>
              <a:buNone/>
              <a:defRPr sz="1600">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600" b="0"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a:t>
            </a:fld>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2102012986"/>
      </p:ext>
    </p:extLst>
  </p:cSld>
  <p:clrMapOvr>
    <a:masterClrMapping/>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156"/>
        <p:cNvGrpSpPr/>
        <p:nvPr/>
      </p:nvGrpSpPr>
      <p:grpSpPr>
        <a:xfrm>
          <a:off x="0" y="0"/>
          <a:ext cx="0" cy="0"/>
          <a:chOff x="0" y="0"/>
          <a:chExt cx="0" cy="0"/>
        </a:xfrm>
      </p:grpSpPr>
      <p:sp>
        <p:nvSpPr>
          <p:cNvPr id="157" name="Google Shape;157;p73"/>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Clr>
                <a:schemeClr val="dk1"/>
              </a:buClr>
              <a:buSzPts val="2000"/>
              <a:buFont typeface="Calibri"/>
              <a:buNone/>
              <a:defRPr sz="2000" b="1">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58" name="Google Shape;158;p73"/>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159" name="Google Shape;159;p73"/>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160" name="Google Shape;160;p7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600">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161" name="Google Shape;161;p7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600">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162" name="Google Shape;162;p7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600">
                <a:solidFill>
                  <a:schemeClr val="dk1"/>
                </a:solidFill>
                <a:latin typeface="Tahoma"/>
                <a:ea typeface="Tahoma"/>
                <a:cs typeface="Tahoma"/>
                <a:sym typeface="Tahoma"/>
              </a:defRPr>
            </a:lvl1pPr>
            <a:lvl2pPr marL="0" marR="0" lvl="1" indent="0" algn="l" rtl="0">
              <a:spcBef>
                <a:spcPts val="0"/>
              </a:spcBef>
              <a:spcAft>
                <a:spcPts val="0"/>
              </a:spcAft>
              <a:buNone/>
              <a:defRPr sz="1600">
                <a:solidFill>
                  <a:schemeClr val="dk1"/>
                </a:solidFill>
                <a:latin typeface="Tahoma"/>
                <a:ea typeface="Tahoma"/>
                <a:cs typeface="Tahoma"/>
                <a:sym typeface="Tahoma"/>
              </a:defRPr>
            </a:lvl2pPr>
            <a:lvl3pPr marL="0" marR="0" lvl="2" indent="0" algn="l" rtl="0">
              <a:spcBef>
                <a:spcPts val="0"/>
              </a:spcBef>
              <a:spcAft>
                <a:spcPts val="0"/>
              </a:spcAft>
              <a:buNone/>
              <a:defRPr sz="1600">
                <a:solidFill>
                  <a:schemeClr val="dk1"/>
                </a:solidFill>
                <a:latin typeface="Tahoma"/>
                <a:ea typeface="Tahoma"/>
                <a:cs typeface="Tahoma"/>
                <a:sym typeface="Tahoma"/>
              </a:defRPr>
            </a:lvl3pPr>
            <a:lvl4pPr marL="0" marR="0" lvl="3" indent="0" algn="l" rtl="0">
              <a:spcBef>
                <a:spcPts val="0"/>
              </a:spcBef>
              <a:spcAft>
                <a:spcPts val="0"/>
              </a:spcAft>
              <a:buNone/>
              <a:defRPr sz="1600">
                <a:solidFill>
                  <a:schemeClr val="dk1"/>
                </a:solidFill>
                <a:latin typeface="Tahoma"/>
                <a:ea typeface="Tahoma"/>
                <a:cs typeface="Tahoma"/>
                <a:sym typeface="Tahoma"/>
              </a:defRPr>
            </a:lvl4pPr>
            <a:lvl5pPr marL="0" marR="0" lvl="4" indent="0" algn="l" rtl="0">
              <a:spcBef>
                <a:spcPts val="0"/>
              </a:spcBef>
              <a:spcAft>
                <a:spcPts val="0"/>
              </a:spcAft>
              <a:buNone/>
              <a:defRPr sz="1600">
                <a:solidFill>
                  <a:schemeClr val="dk1"/>
                </a:solidFill>
                <a:latin typeface="Tahoma"/>
                <a:ea typeface="Tahoma"/>
                <a:cs typeface="Tahoma"/>
                <a:sym typeface="Tahoma"/>
              </a:defRPr>
            </a:lvl5pPr>
            <a:lvl6pPr marL="0" marR="0" lvl="5" indent="0" algn="l" rtl="0">
              <a:spcBef>
                <a:spcPts val="0"/>
              </a:spcBef>
              <a:spcAft>
                <a:spcPts val="0"/>
              </a:spcAft>
              <a:buNone/>
              <a:defRPr sz="1600">
                <a:solidFill>
                  <a:schemeClr val="dk1"/>
                </a:solidFill>
                <a:latin typeface="Tahoma"/>
                <a:ea typeface="Tahoma"/>
                <a:cs typeface="Tahoma"/>
                <a:sym typeface="Tahoma"/>
              </a:defRPr>
            </a:lvl6pPr>
            <a:lvl7pPr marL="0" marR="0" lvl="6" indent="0" algn="l" rtl="0">
              <a:spcBef>
                <a:spcPts val="0"/>
              </a:spcBef>
              <a:spcAft>
                <a:spcPts val="0"/>
              </a:spcAft>
              <a:buNone/>
              <a:defRPr sz="1600">
                <a:solidFill>
                  <a:schemeClr val="dk1"/>
                </a:solidFill>
                <a:latin typeface="Tahoma"/>
                <a:ea typeface="Tahoma"/>
                <a:cs typeface="Tahoma"/>
                <a:sym typeface="Tahoma"/>
              </a:defRPr>
            </a:lvl7pPr>
            <a:lvl8pPr marL="0" marR="0" lvl="7" indent="0" algn="l" rtl="0">
              <a:spcBef>
                <a:spcPts val="0"/>
              </a:spcBef>
              <a:spcAft>
                <a:spcPts val="0"/>
              </a:spcAft>
              <a:buNone/>
              <a:defRPr sz="1600">
                <a:solidFill>
                  <a:schemeClr val="dk1"/>
                </a:solidFill>
                <a:latin typeface="Tahoma"/>
                <a:ea typeface="Tahoma"/>
                <a:cs typeface="Tahoma"/>
                <a:sym typeface="Tahoma"/>
              </a:defRPr>
            </a:lvl8pPr>
            <a:lvl9pPr marL="0" marR="0" lvl="8" indent="0" algn="l" rtl="0">
              <a:spcBef>
                <a:spcPts val="0"/>
              </a:spcBef>
              <a:spcAft>
                <a:spcPts val="0"/>
              </a:spcAft>
              <a:buNone/>
              <a:defRPr sz="1600">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600" b="0"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a:t>
            </a:fld>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1738660547"/>
      </p:ext>
    </p:extLst>
  </p:cSld>
  <p:clrMapOvr>
    <a:masterClrMapping/>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163"/>
        <p:cNvGrpSpPr/>
        <p:nvPr/>
      </p:nvGrpSpPr>
      <p:grpSpPr>
        <a:xfrm>
          <a:off x="0" y="0"/>
          <a:ext cx="0" cy="0"/>
          <a:chOff x="0" y="0"/>
          <a:chExt cx="0" cy="0"/>
        </a:xfrm>
      </p:grpSpPr>
      <p:sp>
        <p:nvSpPr>
          <p:cNvPr id="164" name="Google Shape;164;p74"/>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Clr>
                <a:schemeClr val="dk1"/>
              </a:buClr>
              <a:buSzPts val="2000"/>
              <a:buFont typeface="Calibri"/>
              <a:buNone/>
              <a:defRPr sz="2000" b="1">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65" name="Google Shape;165;p74"/>
          <p:cNvSpPr>
            <a:spLocks noGrp="1"/>
          </p:cNvSpPr>
          <p:nvPr>
            <p:ph type="pic" idx="2"/>
          </p:nvPr>
        </p:nvSpPr>
        <p:spPr>
          <a:xfrm>
            <a:off x="1792288" y="612775"/>
            <a:ext cx="5486400" cy="4114800"/>
          </a:xfrm>
          <a:prstGeom prst="rect">
            <a:avLst/>
          </a:prstGeom>
          <a:noFill/>
          <a:ln>
            <a:noFill/>
          </a:ln>
        </p:spPr>
        <p:txBody>
          <a:bodyPr spcFirstLastPara="1" wrap="square" lIns="91425" tIns="45700" rIns="91425" bIns="45700" anchor="t" anchorCtr="0">
            <a:normAutofit/>
          </a:bodyPr>
          <a:lstStyle>
            <a:lvl1pPr marR="0" lvl="0" algn="l" rtl="0">
              <a:spcBef>
                <a:spcPts val="64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spcBef>
                <a:spcPts val="56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spcBef>
                <a:spcPts val="48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166" name="Google Shape;166;p74"/>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167" name="Google Shape;167;p7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600">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168" name="Google Shape;168;p7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600">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169" name="Google Shape;169;p7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600">
                <a:solidFill>
                  <a:schemeClr val="dk1"/>
                </a:solidFill>
                <a:latin typeface="Tahoma"/>
                <a:ea typeface="Tahoma"/>
                <a:cs typeface="Tahoma"/>
                <a:sym typeface="Tahoma"/>
              </a:defRPr>
            </a:lvl1pPr>
            <a:lvl2pPr marL="0" marR="0" lvl="1" indent="0" algn="l" rtl="0">
              <a:spcBef>
                <a:spcPts val="0"/>
              </a:spcBef>
              <a:spcAft>
                <a:spcPts val="0"/>
              </a:spcAft>
              <a:buNone/>
              <a:defRPr sz="1600">
                <a:solidFill>
                  <a:schemeClr val="dk1"/>
                </a:solidFill>
                <a:latin typeface="Tahoma"/>
                <a:ea typeface="Tahoma"/>
                <a:cs typeface="Tahoma"/>
                <a:sym typeface="Tahoma"/>
              </a:defRPr>
            </a:lvl2pPr>
            <a:lvl3pPr marL="0" marR="0" lvl="2" indent="0" algn="l" rtl="0">
              <a:spcBef>
                <a:spcPts val="0"/>
              </a:spcBef>
              <a:spcAft>
                <a:spcPts val="0"/>
              </a:spcAft>
              <a:buNone/>
              <a:defRPr sz="1600">
                <a:solidFill>
                  <a:schemeClr val="dk1"/>
                </a:solidFill>
                <a:latin typeface="Tahoma"/>
                <a:ea typeface="Tahoma"/>
                <a:cs typeface="Tahoma"/>
                <a:sym typeface="Tahoma"/>
              </a:defRPr>
            </a:lvl3pPr>
            <a:lvl4pPr marL="0" marR="0" lvl="3" indent="0" algn="l" rtl="0">
              <a:spcBef>
                <a:spcPts val="0"/>
              </a:spcBef>
              <a:spcAft>
                <a:spcPts val="0"/>
              </a:spcAft>
              <a:buNone/>
              <a:defRPr sz="1600">
                <a:solidFill>
                  <a:schemeClr val="dk1"/>
                </a:solidFill>
                <a:latin typeface="Tahoma"/>
                <a:ea typeface="Tahoma"/>
                <a:cs typeface="Tahoma"/>
                <a:sym typeface="Tahoma"/>
              </a:defRPr>
            </a:lvl4pPr>
            <a:lvl5pPr marL="0" marR="0" lvl="4" indent="0" algn="l" rtl="0">
              <a:spcBef>
                <a:spcPts val="0"/>
              </a:spcBef>
              <a:spcAft>
                <a:spcPts val="0"/>
              </a:spcAft>
              <a:buNone/>
              <a:defRPr sz="1600">
                <a:solidFill>
                  <a:schemeClr val="dk1"/>
                </a:solidFill>
                <a:latin typeface="Tahoma"/>
                <a:ea typeface="Tahoma"/>
                <a:cs typeface="Tahoma"/>
                <a:sym typeface="Tahoma"/>
              </a:defRPr>
            </a:lvl5pPr>
            <a:lvl6pPr marL="0" marR="0" lvl="5" indent="0" algn="l" rtl="0">
              <a:spcBef>
                <a:spcPts val="0"/>
              </a:spcBef>
              <a:spcAft>
                <a:spcPts val="0"/>
              </a:spcAft>
              <a:buNone/>
              <a:defRPr sz="1600">
                <a:solidFill>
                  <a:schemeClr val="dk1"/>
                </a:solidFill>
                <a:latin typeface="Tahoma"/>
                <a:ea typeface="Tahoma"/>
                <a:cs typeface="Tahoma"/>
                <a:sym typeface="Tahoma"/>
              </a:defRPr>
            </a:lvl6pPr>
            <a:lvl7pPr marL="0" marR="0" lvl="6" indent="0" algn="l" rtl="0">
              <a:spcBef>
                <a:spcPts val="0"/>
              </a:spcBef>
              <a:spcAft>
                <a:spcPts val="0"/>
              </a:spcAft>
              <a:buNone/>
              <a:defRPr sz="1600">
                <a:solidFill>
                  <a:schemeClr val="dk1"/>
                </a:solidFill>
                <a:latin typeface="Tahoma"/>
                <a:ea typeface="Tahoma"/>
                <a:cs typeface="Tahoma"/>
                <a:sym typeface="Tahoma"/>
              </a:defRPr>
            </a:lvl7pPr>
            <a:lvl8pPr marL="0" marR="0" lvl="7" indent="0" algn="l" rtl="0">
              <a:spcBef>
                <a:spcPts val="0"/>
              </a:spcBef>
              <a:spcAft>
                <a:spcPts val="0"/>
              </a:spcAft>
              <a:buNone/>
              <a:defRPr sz="1600">
                <a:solidFill>
                  <a:schemeClr val="dk1"/>
                </a:solidFill>
                <a:latin typeface="Tahoma"/>
                <a:ea typeface="Tahoma"/>
                <a:cs typeface="Tahoma"/>
                <a:sym typeface="Tahoma"/>
              </a:defRPr>
            </a:lvl8pPr>
            <a:lvl9pPr marL="0" marR="0" lvl="8" indent="0" algn="l" rtl="0">
              <a:spcBef>
                <a:spcPts val="0"/>
              </a:spcBef>
              <a:spcAft>
                <a:spcPts val="0"/>
              </a:spcAft>
              <a:buNone/>
              <a:defRPr sz="1600">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600" b="0"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a:t>
            </a:fld>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93700548"/>
      </p:ext>
    </p:extLst>
  </p:cSld>
  <p:clrMapOvr>
    <a:masterClrMapping/>
  </p:clrMapOvr>
</p:sldLayout>
</file>

<file path=ppt/slideLayouts/slideLayout246.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170"/>
        <p:cNvGrpSpPr/>
        <p:nvPr/>
      </p:nvGrpSpPr>
      <p:grpSpPr>
        <a:xfrm>
          <a:off x="0" y="0"/>
          <a:ext cx="0" cy="0"/>
          <a:chOff x="0" y="0"/>
          <a:chExt cx="0" cy="0"/>
        </a:xfrm>
      </p:grpSpPr>
      <p:sp>
        <p:nvSpPr>
          <p:cNvPr id="171" name="Google Shape;171;p7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chemeClr val="dk1"/>
              </a:buClr>
              <a:buSzPts val="4400"/>
              <a:buFont typeface="Calibri"/>
              <a:buNone/>
              <a:defRPr sz="4400">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72" name="Google Shape;172;p75"/>
          <p:cNvSpPr txBox="1">
            <a:spLocks noGrp="1"/>
          </p:cNvSpPr>
          <p:nvPr>
            <p:ph type="body" idx="1"/>
          </p:nvPr>
        </p:nvSpPr>
        <p:spPr>
          <a:xfrm rot="5400000">
            <a:off x="2309018" y="-251619"/>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73" name="Google Shape;173;p7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600">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174" name="Google Shape;174;p7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600">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175" name="Google Shape;175;p7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600">
                <a:solidFill>
                  <a:schemeClr val="dk1"/>
                </a:solidFill>
                <a:latin typeface="Tahoma"/>
                <a:ea typeface="Tahoma"/>
                <a:cs typeface="Tahoma"/>
                <a:sym typeface="Tahoma"/>
              </a:defRPr>
            </a:lvl1pPr>
            <a:lvl2pPr marL="0" marR="0" lvl="1" indent="0" algn="l" rtl="0">
              <a:spcBef>
                <a:spcPts val="0"/>
              </a:spcBef>
              <a:spcAft>
                <a:spcPts val="0"/>
              </a:spcAft>
              <a:buNone/>
              <a:defRPr sz="1600">
                <a:solidFill>
                  <a:schemeClr val="dk1"/>
                </a:solidFill>
                <a:latin typeface="Tahoma"/>
                <a:ea typeface="Tahoma"/>
                <a:cs typeface="Tahoma"/>
                <a:sym typeface="Tahoma"/>
              </a:defRPr>
            </a:lvl2pPr>
            <a:lvl3pPr marL="0" marR="0" lvl="2" indent="0" algn="l" rtl="0">
              <a:spcBef>
                <a:spcPts val="0"/>
              </a:spcBef>
              <a:spcAft>
                <a:spcPts val="0"/>
              </a:spcAft>
              <a:buNone/>
              <a:defRPr sz="1600">
                <a:solidFill>
                  <a:schemeClr val="dk1"/>
                </a:solidFill>
                <a:latin typeface="Tahoma"/>
                <a:ea typeface="Tahoma"/>
                <a:cs typeface="Tahoma"/>
                <a:sym typeface="Tahoma"/>
              </a:defRPr>
            </a:lvl3pPr>
            <a:lvl4pPr marL="0" marR="0" lvl="3" indent="0" algn="l" rtl="0">
              <a:spcBef>
                <a:spcPts val="0"/>
              </a:spcBef>
              <a:spcAft>
                <a:spcPts val="0"/>
              </a:spcAft>
              <a:buNone/>
              <a:defRPr sz="1600">
                <a:solidFill>
                  <a:schemeClr val="dk1"/>
                </a:solidFill>
                <a:latin typeface="Tahoma"/>
                <a:ea typeface="Tahoma"/>
                <a:cs typeface="Tahoma"/>
                <a:sym typeface="Tahoma"/>
              </a:defRPr>
            </a:lvl4pPr>
            <a:lvl5pPr marL="0" marR="0" lvl="4" indent="0" algn="l" rtl="0">
              <a:spcBef>
                <a:spcPts val="0"/>
              </a:spcBef>
              <a:spcAft>
                <a:spcPts val="0"/>
              </a:spcAft>
              <a:buNone/>
              <a:defRPr sz="1600">
                <a:solidFill>
                  <a:schemeClr val="dk1"/>
                </a:solidFill>
                <a:latin typeface="Tahoma"/>
                <a:ea typeface="Tahoma"/>
                <a:cs typeface="Tahoma"/>
                <a:sym typeface="Tahoma"/>
              </a:defRPr>
            </a:lvl5pPr>
            <a:lvl6pPr marL="0" marR="0" lvl="5" indent="0" algn="l" rtl="0">
              <a:spcBef>
                <a:spcPts val="0"/>
              </a:spcBef>
              <a:spcAft>
                <a:spcPts val="0"/>
              </a:spcAft>
              <a:buNone/>
              <a:defRPr sz="1600">
                <a:solidFill>
                  <a:schemeClr val="dk1"/>
                </a:solidFill>
                <a:latin typeface="Tahoma"/>
                <a:ea typeface="Tahoma"/>
                <a:cs typeface="Tahoma"/>
                <a:sym typeface="Tahoma"/>
              </a:defRPr>
            </a:lvl6pPr>
            <a:lvl7pPr marL="0" marR="0" lvl="6" indent="0" algn="l" rtl="0">
              <a:spcBef>
                <a:spcPts val="0"/>
              </a:spcBef>
              <a:spcAft>
                <a:spcPts val="0"/>
              </a:spcAft>
              <a:buNone/>
              <a:defRPr sz="1600">
                <a:solidFill>
                  <a:schemeClr val="dk1"/>
                </a:solidFill>
                <a:latin typeface="Tahoma"/>
                <a:ea typeface="Tahoma"/>
                <a:cs typeface="Tahoma"/>
                <a:sym typeface="Tahoma"/>
              </a:defRPr>
            </a:lvl7pPr>
            <a:lvl8pPr marL="0" marR="0" lvl="7" indent="0" algn="l" rtl="0">
              <a:spcBef>
                <a:spcPts val="0"/>
              </a:spcBef>
              <a:spcAft>
                <a:spcPts val="0"/>
              </a:spcAft>
              <a:buNone/>
              <a:defRPr sz="1600">
                <a:solidFill>
                  <a:schemeClr val="dk1"/>
                </a:solidFill>
                <a:latin typeface="Tahoma"/>
                <a:ea typeface="Tahoma"/>
                <a:cs typeface="Tahoma"/>
                <a:sym typeface="Tahoma"/>
              </a:defRPr>
            </a:lvl8pPr>
            <a:lvl9pPr marL="0" marR="0" lvl="8" indent="0" algn="l" rtl="0">
              <a:spcBef>
                <a:spcPts val="0"/>
              </a:spcBef>
              <a:spcAft>
                <a:spcPts val="0"/>
              </a:spcAft>
              <a:buNone/>
              <a:defRPr sz="1600">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600" b="0"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a:t>
            </a:fld>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4272651772"/>
      </p:ext>
    </p:extLst>
  </p:cSld>
  <p:clrMapOvr>
    <a:masterClrMapping/>
  </p:clrMapOvr>
</p:sldLayout>
</file>

<file path=ppt/slideLayouts/slideLayout247.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176"/>
        <p:cNvGrpSpPr/>
        <p:nvPr/>
      </p:nvGrpSpPr>
      <p:grpSpPr>
        <a:xfrm>
          <a:off x="0" y="0"/>
          <a:ext cx="0" cy="0"/>
          <a:chOff x="0" y="0"/>
          <a:chExt cx="0" cy="0"/>
        </a:xfrm>
      </p:grpSpPr>
      <p:sp>
        <p:nvSpPr>
          <p:cNvPr id="177" name="Google Shape;177;p76"/>
          <p:cNvSpPr txBox="1">
            <a:spLocks noGrp="1"/>
          </p:cNvSpPr>
          <p:nvPr>
            <p:ph type="title"/>
          </p:nvPr>
        </p:nvSpPr>
        <p:spPr>
          <a:xfrm rot="5400000">
            <a:off x="4732337" y="2171700"/>
            <a:ext cx="5851525" cy="20574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chemeClr val="dk1"/>
              </a:buClr>
              <a:buSzPts val="4400"/>
              <a:buFont typeface="Calibri"/>
              <a:buNone/>
              <a:defRPr sz="4400">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78" name="Google Shape;178;p76"/>
          <p:cNvSpPr txBox="1">
            <a:spLocks noGrp="1"/>
          </p:cNvSpPr>
          <p:nvPr>
            <p:ph type="body" idx="1"/>
          </p:nvPr>
        </p:nvSpPr>
        <p:spPr>
          <a:xfrm rot="5400000">
            <a:off x="541338" y="190501"/>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79" name="Google Shape;179;p7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600">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180" name="Google Shape;180;p7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600">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181" name="Google Shape;181;p7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600">
                <a:solidFill>
                  <a:schemeClr val="dk1"/>
                </a:solidFill>
                <a:latin typeface="Tahoma"/>
                <a:ea typeface="Tahoma"/>
                <a:cs typeface="Tahoma"/>
                <a:sym typeface="Tahoma"/>
              </a:defRPr>
            </a:lvl1pPr>
            <a:lvl2pPr marL="0" marR="0" lvl="1" indent="0" algn="l" rtl="0">
              <a:spcBef>
                <a:spcPts val="0"/>
              </a:spcBef>
              <a:spcAft>
                <a:spcPts val="0"/>
              </a:spcAft>
              <a:buNone/>
              <a:defRPr sz="1600">
                <a:solidFill>
                  <a:schemeClr val="dk1"/>
                </a:solidFill>
                <a:latin typeface="Tahoma"/>
                <a:ea typeface="Tahoma"/>
                <a:cs typeface="Tahoma"/>
                <a:sym typeface="Tahoma"/>
              </a:defRPr>
            </a:lvl2pPr>
            <a:lvl3pPr marL="0" marR="0" lvl="2" indent="0" algn="l" rtl="0">
              <a:spcBef>
                <a:spcPts val="0"/>
              </a:spcBef>
              <a:spcAft>
                <a:spcPts val="0"/>
              </a:spcAft>
              <a:buNone/>
              <a:defRPr sz="1600">
                <a:solidFill>
                  <a:schemeClr val="dk1"/>
                </a:solidFill>
                <a:latin typeface="Tahoma"/>
                <a:ea typeface="Tahoma"/>
                <a:cs typeface="Tahoma"/>
                <a:sym typeface="Tahoma"/>
              </a:defRPr>
            </a:lvl3pPr>
            <a:lvl4pPr marL="0" marR="0" lvl="3" indent="0" algn="l" rtl="0">
              <a:spcBef>
                <a:spcPts val="0"/>
              </a:spcBef>
              <a:spcAft>
                <a:spcPts val="0"/>
              </a:spcAft>
              <a:buNone/>
              <a:defRPr sz="1600">
                <a:solidFill>
                  <a:schemeClr val="dk1"/>
                </a:solidFill>
                <a:latin typeface="Tahoma"/>
                <a:ea typeface="Tahoma"/>
                <a:cs typeface="Tahoma"/>
                <a:sym typeface="Tahoma"/>
              </a:defRPr>
            </a:lvl4pPr>
            <a:lvl5pPr marL="0" marR="0" lvl="4" indent="0" algn="l" rtl="0">
              <a:spcBef>
                <a:spcPts val="0"/>
              </a:spcBef>
              <a:spcAft>
                <a:spcPts val="0"/>
              </a:spcAft>
              <a:buNone/>
              <a:defRPr sz="1600">
                <a:solidFill>
                  <a:schemeClr val="dk1"/>
                </a:solidFill>
                <a:latin typeface="Tahoma"/>
                <a:ea typeface="Tahoma"/>
                <a:cs typeface="Tahoma"/>
                <a:sym typeface="Tahoma"/>
              </a:defRPr>
            </a:lvl5pPr>
            <a:lvl6pPr marL="0" marR="0" lvl="5" indent="0" algn="l" rtl="0">
              <a:spcBef>
                <a:spcPts val="0"/>
              </a:spcBef>
              <a:spcAft>
                <a:spcPts val="0"/>
              </a:spcAft>
              <a:buNone/>
              <a:defRPr sz="1600">
                <a:solidFill>
                  <a:schemeClr val="dk1"/>
                </a:solidFill>
                <a:latin typeface="Tahoma"/>
                <a:ea typeface="Tahoma"/>
                <a:cs typeface="Tahoma"/>
                <a:sym typeface="Tahoma"/>
              </a:defRPr>
            </a:lvl6pPr>
            <a:lvl7pPr marL="0" marR="0" lvl="6" indent="0" algn="l" rtl="0">
              <a:spcBef>
                <a:spcPts val="0"/>
              </a:spcBef>
              <a:spcAft>
                <a:spcPts val="0"/>
              </a:spcAft>
              <a:buNone/>
              <a:defRPr sz="1600">
                <a:solidFill>
                  <a:schemeClr val="dk1"/>
                </a:solidFill>
                <a:latin typeface="Tahoma"/>
                <a:ea typeface="Tahoma"/>
                <a:cs typeface="Tahoma"/>
                <a:sym typeface="Tahoma"/>
              </a:defRPr>
            </a:lvl7pPr>
            <a:lvl8pPr marL="0" marR="0" lvl="7" indent="0" algn="l" rtl="0">
              <a:spcBef>
                <a:spcPts val="0"/>
              </a:spcBef>
              <a:spcAft>
                <a:spcPts val="0"/>
              </a:spcAft>
              <a:buNone/>
              <a:defRPr sz="1600">
                <a:solidFill>
                  <a:schemeClr val="dk1"/>
                </a:solidFill>
                <a:latin typeface="Tahoma"/>
                <a:ea typeface="Tahoma"/>
                <a:cs typeface="Tahoma"/>
                <a:sym typeface="Tahoma"/>
              </a:defRPr>
            </a:lvl8pPr>
            <a:lvl9pPr marL="0" marR="0" lvl="8" indent="0" algn="l" rtl="0">
              <a:spcBef>
                <a:spcPts val="0"/>
              </a:spcBef>
              <a:spcAft>
                <a:spcPts val="0"/>
              </a:spcAft>
              <a:buNone/>
              <a:defRPr sz="1600">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600" b="0"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a:t>
            </a:fld>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1009322692"/>
      </p:ext>
    </p:extLst>
  </p:cSld>
  <p:clrMapOvr>
    <a:masterClrMapping/>
  </p:clrMapOvr>
</p:sldLayout>
</file>

<file path=ppt/slideLayouts/slideLayout248.xml><?xml version="1.0" encoding="utf-8"?>
<p:sldLayout xmlns:a="http://schemas.openxmlformats.org/drawingml/2006/main" xmlns:r="http://schemas.openxmlformats.org/officeDocument/2006/relationships" xmlns:p="http://schemas.openxmlformats.org/presentationml/2006/main" type="obj">
  <p:cSld name="1_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tint val="75000"/>
                </a:srgbClr>
              </a:solidFill>
              <a:effectLst/>
              <a:uLnTx/>
              <a:uFillTx/>
              <a:latin typeface="Arial"/>
              <a:ea typeface="+mn-ea"/>
              <a:cs typeface="Arial"/>
              <a:sym typeface="Arial"/>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1D8BD707-D9CF-40AE-B4C6-C98DA3205C09}" type="datetimeFigureOut">
              <a:rPr kumimoji="0" lang="en-US" sz="1400" b="0" i="0" u="none" strike="noStrike" kern="0" cap="none" spc="0" normalizeH="0" baseline="0" noProof="0">
                <a:ln>
                  <a:noFill/>
                </a:ln>
                <a:solidFill>
                  <a:srgbClr val="000000">
                    <a:tint val="75000"/>
                  </a:srgbClr>
                </a:solidFill>
                <a:effectLst/>
                <a:uLnTx/>
                <a:uFillTx/>
                <a:latin typeface="Arial"/>
                <a:ea typeface="+mn-ea"/>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1/17/2026</a:t>
            </a:fld>
            <a:endParaRPr kumimoji="0" lang="en-US" sz="1400" b="0" i="0" u="none" strike="noStrike" kern="0" cap="none" spc="0" normalizeH="0" baseline="0" noProof="0">
              <a:ln>
                <a:noFill/>
              </a:ln>
              <a:solidFill>
                <a:srgbClr val="000000">
                  <a:tint val="75000"/>
                </a:srgbClr>
              </a:solidFill>
              <a:effectLst/>
              <a:uLnTx/>
              <a:uFillTx/>
              <a:latin typeface="Arial"/>
              <a:ea typeface="+mn-ea"/>
              <a:cs typeface="Arial"/>
              <a:sym typeface="Arial"/>
            </a:endParaRPr>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B6F15528-21DE-4FAA-801E-634DDDAF4B2B}" type="slidenum">
              <a:rPr kumimoji="0" sz="1400" b="0" i="0" u="none" strike="noStrike" kern="0" cap="none" spc="0" normalizeH="0" baseline="0" noProof="0">
                <a:ln>
                  <a:noFill/>
                </a:ln>
                <a:solidFill>
                  <a:srgbClr val="000000">
                    <a:tint val="75000"/>
                  </a:srgbClr>
                </a:solidFill>
                <a:effectLst/>
                <a:uLnTx/>
                <a:uFillTx/>
                <a:latin typeface="Arial"/>
                <a:ea typeface="+mn-ea"/>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a:t>
            </a:fld>
            <a:endParaRPr kumimoji="0" sz="1400" b="0" i="0" u="none" strike="noStrike" kern="0" cap="none" spc="0" normalizeH="0" baseline="0" noProof="0">
              <a:ln>
                <a:noFill/>
              </a:ln>
              <a:solidFill>
                <a:srgbClr val="000000">
                  <a:tint val="75000"/>
                </a:srgbClr>
              </a:solidFill>
              <a:effectLst/>
              <a:uLnTx/>
              <a:uFillTx/>
              <a:latin typeface="Arial"/>
              <a:ea typeface="+mn-ea"/>
              <a:cs typeface="Arial"/>
              <a:sym typeface="Arial"/>
            </a:endParaRPr>
          </a:p>
        </p:txBody>
      </p:sp>
    </p:spTree>
    <p:extLst>
      <p:ext uri="{BB962C8B-B14F-4D97-AF65-F5344CB8AC3E}">
        <p14:creationId xmlns:p14="http://schemas.microsoft.com/office/powerpoint/2010/main" val="1152953288"/>
      </p:ext>
    </p:extLst>
  </p:cSld>
  <p:clrMapOvr>
    <a:masterClrMapping/>
  </p:clrMapOvr>
</p:sldLayout>
</file>

<file path=ppt/slideLayouts/slideLayout249.xml><?xml version="1.0" encoding="utf-8"?>
<p:sldLayout xmlns:a="http://schemas.openxmlformats.org/drawingml/2006/main" xmlns:r="http://schemas.openxmlformats.org/officeDocument/2006/relationships" xmlns:p="http://schemas.openxmlformats.org/presentationml/2006/main">
  <p:cSld name="1_Custom Layout">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dirty="0">
              <a:ln>
                <a:noFill/>
              </a:ln>
              <a:solidFill>
                <a:prstClr val="white"/>
              </a:solidFill>
              <a:effectLst/>
              <a:uLnTx/>
              <a:uFillTx/>
              <a:latin typeface="Arial" pitchFamily="34" charset="0"/>
              <a:ea typeface="+mn-ea"/>
              <a:cs typeface="Arial" pitchFamily="34" charset="0"/>
              <a:sym typeface="Arial"/>
            </a:endParaRPr>
          </a:p>
        </p:txBody>
      </p:sp>
      <p:sp>
        <p:nvSpPr>
          <p:cNvPr id="5" name="Rectangle 4"/>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prstClr val="white"/>
              </a:solidFill>
              <a:effectLst/>
              <a:uLnTx/>
              <a:uFillTx/>
              <a:latin typeface="Arial"/>
              <a:ea typeface="+mn-ea"/>
              <a:cs typeface="+mn-cs"/>
              <a:sym typeface="Arial"/>
            </a:endParaRPr>
          </a:p>
        </p:txBody>
      </p:sp>
      <p:sp>
        <p:nvSpPr>
          <p:cNvPr id="6" name="Rectangle 5"/>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prstClr val="white"/>
              </a:solidFill>
              <a:effectLst/>
              <a:uLnTx/>
              <a:uFillTx/>
              <a:latin typeface="Arial"/>
              <a:ea typeface="+mn-ea"/>
              <a:cs typeface="+mn-cs"/>
              <a:sym typeface="Arial"/>
            </a:endParaRPr>
          </a:p>
        </p:txBody>
      </p:sp>
      <p:sp>
        <p:nvSpPr>
          <p:cNvPr id="8" name="Rectangle 7"/>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prstClr val="white"/>
              </a:solidFill>
              <a:effectLst/>
              <a:uLnTx/>
              <a:uFillTx/>
              <a:latin typeface="Arial"/>
              <a:ea typeface="+mn-ea"/>
              <a:cs typeface="+mn-cs"/>
              <a:sym typeface="Arial"/>
            </a:endParaRPr>
          </a:p>
        </p:txBody>
      </p:sp>
      <p:pic>
        <p:nvPicPr>
          <p:cNvPr id="9" name="Picture 10" descr="BITS_university_logo_whitevert.png"/>
          <p:cNvPicPr>
            <a:picLocks noChangeAspect="1"/>
          </p:cNvPicPr>
          <p:nvPr/>
        </p:nvPicPr>
        <p:blipFill>
          <a:blip r:embed="rId3" cstate="print"/>
          <a:srcRect t="2" b="28592"/>
          <a:stretch>
            <a:fillRect/>
          </a:stretch>
        </p:blipFill>
        <p:spPr bwMode="auto">
          <a:xfrm>
            <a:off x="76200" y="3352800"/>
            <a:ext cx="2057400" cy="1979613"/>
          </a:xfrm>
          <a:prstGeom prst="rect">
            <a:avLst/>
          </a:prstGeom>
          <a:noFill/>
          <a:ln w="9525">
            <a:noFill/>
            <a:miter lim="800000"/>
            <a:headEnd/>
            <a:tailEnd/>
          </a:ln>
        </p:spPr>
      </p:pic>
      <p:sp>
        <p:nvSpPr>
          <p:cNvPr id="10" name="TextBox 9"/>
          <p:cNvSpPr txBox="1"/>
          <p:nvPr/>
        </p:nvSpPr>
        <p:spPr>
          <a:xfrm>
            <a:off x="-76200" y="5257800"/>
            <a:ext cx="2209800" cy="554038"/>
          </a:xfrm>
          <a:prstGeom prst="rect">
            <a:avLst/>
          </a:prstGeom>
          <a:noFill/>
        </p:spPr>
        <p:txBody>
          <a:bodyPr>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900" b="1" i="0" u="none" strike="noStrike" kern="0" cap="none" spc="-150" normalizeH="0" baseline="0" noProof="0" dirty="0">
                <a:ln>
                  <a:noFill/>
                </a:ln>
                <a:solidFill>
                  <a:prstClr val="white"/>
                </a:solidFill>
                <a:effectLst/>
                <a:uLnTx/>
                <a:uFillTx/>
                <a:latin typeface="Arial"/>
                <a:ea typeface="+mn-ea"/>
                <a:cs typeface="Arial"/>
                <a:sym typeface="Arial"/>
              </a:rPr>
              <a:t>BITS</a:t>
            </a:r>
            <a:r>
              <a:rPr kumimoji="0" lang="en-US" sz="2900" b="0" i="0" u="none" strike="noStrike" kern="0" cap="none" spc="-150" normalizeH="0" baseline="0" noProof="0" dirty="0">
                <a:ln>
                  <a:noFill/>
                </a:ln>
                <a:solidFill>
                  <a:prstClr val="white"/>
                </a:solidFill>
                <a:effectLst/>
                <a:uLnTx/>
                <a:uFillTx/>
                <a:latin typeface="Arial"/>
                <a:ea typeface="+mn-ea"/>
                <a:cs typeface="Arial"/>
                <a:sym typeface="Arial"/>
              </a:rPr>
              <a:t> Pilani</a:t>
            </a:r>
          </a:p>
        </p:txBody>
      </p:sp>
      <p:sp>
        <p:nvSpPr>
          <p:cNvPr id="11" name="TextBox 10"/>
          <p:cNvSpPr txBox="1"/>
          <p:nvPr/>
        </p:nvSpPr>
        <p:spPr>
          <a:xfrm>
            <a:off x="152400" y="5667375"/>
            <a:ext cx="1905000" cy="276225"/>
          </a:xfrm>
          <a:prstGeom prst="rect">
            <a:avLst/>
          </a:prstGeom>
          <a:noFill/>
        </p:spPr>
        <p:txBody>
          <a:bodyPr>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FFFFFF"/>
                </a:solidFill>
                <a:effectLst/>
                <a:uLnTx/>
                <a:uFillTx/>
                <a:latin typeface="Arial"/>
                <a:ea typeface="+mn-ea"/>
                <a:cs typeface="Arial"/>
                <a:sym typeface="Arial"/>
              </a:rPr>
              <a:t>Pilani Campus</a:t>
            </a:r>
          </a:p>
        </p:txBody>
      </p:sp>
      <p:sp>
        <p:nvSpPr>
          <p:cNvPr id="12" name="Rectangle 11"/>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dirty="0">
              <a:ln>
                <a:noFill/>
              </a:ln>
              <a:solidFill>
                <a:prstClr val="white"/>
              </a:solidFill>
              <a:effectLst/>
              <a:uLnTx/>
              <a:uFillTx/>
              <a:latin typeface="Arial" pitchFamily="34" charset="0"/>
              <a:ea typeface="+mn-ea"/>
              <a:cs typeface="Arial" pitchFamily="34" charset="0"/>
              <a:sym typeface="Arial"/>
            </a:endParaRPr>
          </a:p>
        </p:txBody>
      </p:sp>
      <p:sp>
        <p:nvSpPr>
          <p:cNvPr id="13" name="Rectangle 12"/>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prstClr val="white"/>
              </a:solidFill>
              <a:effectLst/>
              <a:uLnTx/>
              <a:uFillTx/>
              <a:latin typeface="Arial"/>
              <a:ea typeface="+mn-ea"/>
              <a:cs typeface="+mn-cs"/>
              <a:sym typeface="Arial"/>
            </a:endParaRPr>
          </a:p>
        </p:txBody>
      </p:sp>
      <p:sp>
        <p:nvSpPr>
          <p:cNvPr id="14" name="Rectangle 13"/>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prstClr val="white"/>
              </a:solidFill>
              <a:effectLst/>
              <a:uLnTx/>
              <a:uFillTx/>
              <a:latin typeface="Arial"/>
              <a:ea typeface="+mn-ea"/>
              <a:cs typeface="+mn-cs"/>
              <a:sym typeface="Arial"/>
            </a:endParaRPr>
          </a:p>
        </p:txBody>
      </p:sp>
      <p:sp>
        <p:nvSpPr>
          <p:cNvPr id="15" name="Rectangle 14"/>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prstClr val="white"/>
              </a:solidFill>
              <a:effectLst/>
              <a:uLnTx/>
              <a:uFillTx/>
              <a:latin typeface="Arial"/>
              <a:ea typeface="+mn-ea"/>
              <a:cs typeface="+mn-cs"/>
              <a:sym typeface="Arial"/>
            </a:endParaRPr>
          </a:p>
        </p:txBody>
      </p:sp>
      <p:pic>
        <p:nvPicPr>
          <p:cNvPr id="16" name="Picture 17" descr="BITS_university_logo_whitevert.png"/>
          <p:cNvPicPr>
            <a:picLocks noChangeAspect="1"/>
          </p:cNvPicPr>
          <p:nvPr/>
        </p:nvPicPr>
        <p:blipFill>
          <a:blip r:embed="rId3" cstate="print"/>
          <a:srcRect t="2" b="28592"/>
          <a:stretch>
            <a:fillRect/>
          </a:stretch>
        </p:blipFill>
        <p:spPr bwMode="auto">
          <a:xfrm>
            <a:off x="76200" y="3352800"/>
            <a:ext cx="2057400" cy="1979613"/>
          </a:xfrm>
          <a:prstGeom prst="rect">
            <a:avLst/>
          </a:prstGeom>
          <a:noFill/>
          <a:ln w="9525">
            <a:noFill/>
            <a:miter lim="800000"/>
            <a:headEnd/>
            <a:tailEnd/>
          </a:ln>
        </p:spPr>
      </p:pic>
      <p:sp>
        <p:nvSpPr>
          <p:cNvPr id="17" name="TextBox 16"/>
          <p:cNvSpPr txBox="1"/>
          <p:nvPr/>
        </p:nvSpPr>
        <p:spPr>
          <a:xfrm>
            <a:off x="-76200" y="5257800"/>
            <a:ext cx="2209800" cy="554038"/>
          </a:xfrm>
          <a:prstGeom prst="rect">
            <a:avLst/>
          </a:prstGeom>
          <a:noFill/>
        </p:spPr>
        <p:txBody>
          <a:bodyPr>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900" b="1" i="0" u="none" strike="noStrike" kern="0" cap="none" spc="-150" normalizeH="0" baseline="0" noProof="0" dirty="0">
                <a:ln>
                  <a:noFill/>
                </a:ln>
                <a:solidFill>
                  <a:prstClr val="white"/>
                </a:solidFill>
                <a:effectLst/>
                <a:uLnTx/>
                <a:uFillTx/>
                <a:latin typeface="Arial"/>
                <a:ea typeface="+mn-ea"/>
                <a:cs typeface="Arial"/>
                <a:sym typeface="Arial"/>
              </a:rPr>
              <a:t>BITS</a:t>
            </a:r>
            <a:r>
              <a:rPr kumimoji="0" lang="en-US" sz="2900" b="0" i="0" u="none" strike="noStrike" kern="0" cap="none" spc="-150" normalizeH="0" baseline="0" noProof="0" dirty="0">
                <a:ln>
                  <a:noFill/>
                </a:ln>
                <a:solidFill>
                  <a:prstClr val="white"/>
                </a:solidFill>
                <a:effectLst/>
                <a:uLnTx/>
                <a:uFillTx/>
                <a:latin typeface="Arial"/>
                <a:ea typeface="+mn-ea"/>
                <a:cs typeface="Arial"/>
                <a:sym typeface="Arial"/>
              </a:rPr>
              <a:t> Pilani</a:t>
            </a:r>
          </a:p>
        </p:txBody>
      </p:sp>
      <p:sp>
        <p:nvSpPr>
          <p:cNvPr id="18" name="TextBox 17"/>
          <p:cNvSpPr txBox="1"/>
          <p:nvPr/>
        </p:nvSpPr>
        <p:spPr>
          <a:xfrm>
            <a:off x="152400" y="5667375"/>
            <a:ext cx="1905000" cy="276225"/>
          </a:xfrm>
          <a:prstGeom prst="rect">
            <a:avLst/>
          </a:prstGeom>
          <a:noFill/>
        </p:spPr>
        <p:txBody>
          <a:bodyPr>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FFFFFF"/>
                </a:solidFill>
                <a:effectLst/>
                <a:uLnTx/>
                <a:uFillTx/>
                <a:latin typeface="Arial"/>
                <a:ea typeface="+mn-ea"/>
                <a:cs typeface="Arial"/>
                <a:sym typeface="Arial"/>
              </a:rPr>
              <a:t>Pilani Campus</a:t>
            </a:r>
          </a:p>
        </p:txBody>
      </p:sp>
      <p:sp>
        <p:nvSpPr>
          <p:cNvPr id="7" name="Content Placeholder 6"/>
          <p:cNvSpPr>
            <a:spLocks noGrp="1"/>
          </p:cNvSpPr>
          <p:nvPr>
            <p:ph sz="quarter" idx="13"/>
          </p:nvPr>
        </p:nvSpPr>
        <p:spPr>
          <a:xfrm>
            <a:off x="2514600" y="5410200"/>
            <a:ext cx="60198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2514600" y="3810000"/>
            <a:ext cx="6019800" cy="1524000"/>
          </a:xfrm>
          <a:prstGeom prst="rect">
            <a:avLst/>
          </a:prstGeo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676281072"/>
      </p:ext>
    </p:extLst>
  </p:cSld>
  <p:clrMapOvr>
    <a:masterClrMapping/>
  </p:clrMapOvr>
</p:sldLayout>
</file>

<file path=ppt/slideLayouts/slideLayout250.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6553200" y="6265332"/>
            <a:ext cx="2133600" cy="365125"/>
          </a:xfrm>
          <a:prstGeom prst="rect">
            <a:avLst/>
          </a:prstGeom>
        </p:spPr>
        <p:txBody>
          <a:bodyPr/>
          <a:lstStyle>
            <a:lvl1pPr>
              <a:defRPr>
                <a:solidFill>
                  <a:schemeClr val="accent5"/>
                </a:solidFill>
              </a:defRPr>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8A758EFE-665F-4341-B5B8-2DAEADA52F6C}" type="slidenum">
              <a:rPr kumimoji="0" lang="en-US" sz="1400" b="0" i="0" u="none" strike="noStrike" kern="0" cap="none" spc="0" normalizeH="0" baseline="0" noProof="0" smtClean="0">
                <a:ln>
                  <a:noFill/>
                </a:ln>
                <a:solidFill>
                  <a:srgbClr val="4BACC6"/>
                </a:solidFill>
                <a:effectLst/>
                <a:uLnTx/>
                <a:uFillTx/>
                <a:latin typeface="Arial"/>
                <a:ea typeface="+mn-ea"/>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a:t>
            </a:fld>
            <a:endParaRPr kumimoji="0" lang="en-US" sz="1400" b="0" i="0" u="none" strike="noStrike" kern="0" cap="none" spc="0" normalizeH="0" baseline="0" noProof="0" dirty="0">
              <a:ln>
                <a:noFill/>
              </a:ln>
              <a:solidFill>
                <a:srgbClr val="4BACC6"/>
              </a:solidFill>
              <a:effectLst/>
              <a:uLnTx/>
              <a:uFillTx/>
              <a:latin typeface="Arial"/>
              <a:ea typeface="+mn-ea"/>
              <a:cs typeface="Arial"/>
              <a:sym typeface="Arial"/>
            </a:endParaRPr>
          </a:p>
        </p:txBody>
      </p:sp>
      <p:sp>
        <p:nvSpPr>
          <p:cNvPr id="19" name="Title 1"/>
          <p:cNvSpPr>
            <a:spLocks noGrp="1"/>
          </p:cNvSpPr>
          <p:nvPr>
            <p:ph type="title"/>
          </p:nvPr>
        </p:nvSpPr>
        <p:spPr>
          <a:xfrm>
            <a:off x="310152" y="20647"/>
            <a:ext cx="8229600" cy="924807"/>
          </a:xfrm>
          <a:prstGeom prst="rect">
            <a:avLst/>
          </a:prstGeom>
        </p:spPr>
        <p:txBody>
          <a:bodyPr>
            <a:normAutofit/>
          </a:bodyPr>
          <a:lstStyle>
            <a:lvl1pPr>
              <a:defRPr sz="3600"/>
            </a:lvl1pPr>
          </a:lstStyle>
          <a:p>
            <a:r>
              <a:rPr lang="en-US" dirty="0"/>
              <a:t>Click to edit Master title style</a:t>
            </a:r>
          </a:p>
        </p:txBody>
      </p:sp>
      <p:sp>
        <p:nvSpPr>
          <p:cNvPr id="20" name="Content Placeholder 2"/>
          <p:cNvSpPr>
            <a:spLocks noGrp="1"/>
          </p:cNvSpPr>
          <p:nvPr>
            <p:ph idx="1" hasCustomPrompt="1"/>
          </p:nvPr>
        </p:nvSpPr>
        <p:spPr>
          <a:xfrm>
            <a:off x="430464" y="1203159"/>
            <a:ext cx="8229600" cy="4921064"/>
          </a:xfrm>
        </p:spPr>
        <p:txBody>
          <a:bodyPr>
            <a:normAutofit/>
          </a:bodyPr>
          <a:lstStyle>
            <a:lvl1pPr>
              <a:defRPr sz="2400"/>
            </a:lvl1pPr>
            <a:lvl2pPr>
              <a:defRPr sz="2000">
                <a:solidFill>
                  <a:schemeClr val="accent3"/>
                </a:solidFill>
              </a:defRPr>
            </a:lvl2pPr>
            <a:lvl3pPr>
              <a:defRPr sz="1800"/>
            </a:lvl3pPr>
            <a:lvl4pPr>
              <a:defRPr sz="1600">
                <a:solidFill>
                  <a:schemeClr val="accent3"/>
                </a:solidFill>
              </a:defRPr>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21" name="Group 20"/>
          <p:cNvGrpSpPr/>
          <p:nvPr userDrawn="1"/>
        </p:nvGrpSpPr>
        <p:grpSpPr>
          <a:xfrm>
            <a:off x="-5079" y="945083"/>
            <a:ext cx="8691879" cy="63343"/>
            <a:chOff x="685800" y="1794746"/>
            <a:chExt cx="7772400" cy="179475"/>
          </a:xfrm>
        </p:grpSpPr>
        <p:sp>
          <p:nvSpPr>
            <p:cNvPr id="22" name="Rectangle 21"/>
            <p:cNvSpPr/>
            <p:nvPr userDrawn="1"/>
          </p:nvSpPr>
          <p:spPr>
            <a:xfrm>
              <a:off x="685800" y="1794746"/>
              <a:ext cx="1170819" cy="17947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dirty="0">
                <a:ln>
                  <a:noFill/>
                </a:ln>
                <a:solidFill>
                  <a:srgbClr val="FFFFFF"/>
                </a:solidFill>
                <a:effectLst/>
                <a:uLnTx/>
                <a:uFillTx/>
                <a:latin typeface="Arial"/>
                <a:ea typeface="+mn-ea"/>
                <a:cs typeface="+mn-cs"/>
                <a:sym typeface="Arial"/>
              </a:endParaRPr>
            </a:p>
          </p:txBody>
        </p:sp>
        <p:sp>
          <p:nvSpPr>
            <p:cNvPr id="23" name="Rectangle 22"/>
            <p:cNvSpPr/>
            <p:nvPr userDrawn="1"/>
          </p:nvSpPr>
          <p:spPr>
            <a:xfrm>
              <a:off x="1856619" y="1794746"/>
              <a:ext cx="2206599" cy="179475"/>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600" b="0" i="0" u="none" strike="noStrike" kern="0" cap="none" spc="0" normalizeH="0" baseline="0" noProof="0" dirty="0">
                <a:ln>
                  <a:noFill/>
                </a:ln>
                <a:solidFill>
                  <a:srgbClr val="FFFFFF"/>
                </a:solidFill>
                <a:effectLst/>
                <a:uLnTx/>
                <a:uFillTx/>
                <a:latin typeface="Arial"/>
                <a:ea typeface="+mn-ea"/>
                <a:cs typeface="+mn-cs"/>
                <a:sym typeface="Arial"/>
              </a:endParaRPr>
            </a:p>
          </p:txBody>
        </p:sp>
        <p:sp>
          <p:nvSpPr>
            <p:cNvPr id="24" name="Rectangle 23"/>
            <p:cNvSpPr/>
            <p:nvPr userDrawn="1"/>
          </p:nvSpPr>
          <p:spPr>
            <a:xfrm>
              <a:off x="4063218" y="1794746"/>
              <a:ext cx="4394982" cy="179475"/>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600" b="0" i="0" u="none" strike="noStrike" kern="0" cap="none" spc="0" normalizeH="0" baseline="0" noProof="0" dirty="0">
                <a:ln>
                  <a:noFill/>
                </a:ln>
                <a:solidFill>
                  <a:srgbClr val="FFFFFF"/>
                </a:solidFill>
                <a:effectLst/>
                <a:uLnTx/>
                <a:uFillTx/>
                <a:latin typeface="Arial"/>
                <a:ea typeface="+mn-ea"/>
                <a:cs typeface="+mn-cs"/>
                <a:sym typeface="Arial"/>
              </a:endParaRPr>
            </a:p>
          </p:txBody>
        </p:sp>
      </p:grpSp>
    </p:spTree>
    <p:extLst>
      <p:ext uri="{BB962C8B-B14F-4D97-AF65-F5344CB8AC3E}">
        <p14:creationId xmlns:p14="http://schemas.microsoft.com/office/powerpoint/2010/main" val="17542811"/>
      </p:ext>
    </p:extLst>
  </p:cSld>
  <p:clrMapOvr>
    <a:masterClrMapping/>
  </p:clrMapOvr>
</p:sldLayout>
</file>

<file path=ppt/slideLayouts/slideLayout251.xml><?xml version="1.0" encoding="utf-8"?>
<p:sldLayout xmlns:a="http://schemas.openxmlformats.org/drawingml/2006/main" xmlns:r="http://schemas.openxmlformats.org/officeDocument/2006/relationships" xmlns:p="http://schemas.openxmlformats.org/presentationml/2006/main" matchingName="Title Slide">
  <p:cSld name="Title Slide">
    <p:bg>
      <p:bgPr>
        <a:blipFill>
          <a:blip r:embed="rId2">
            <a:alphaModFix/>
          </a:blip>
          <a:stretch>
            <a:fillRect/>
          </a:stretch>
        </a:blipFill>
        <a:effectLst/>
      </p:bgPr>
    </p:bg>
    <p:spTree>
      <p:nvGrpSpPr>
        <p:cNvPr id="1" name="Shape 188"/>
        <p:cNvGrpSpPr/>
        <p:nvPr/>
      </p:nvGrpSpPr>
      <p:grpSpPr>
        <a:xfrm>
          <a:off x="0" y="0"/>
          <a:ext cx="0" cy="0"/>
          <a:chOff x="0" y="0"/>
          <a:chExt cx="0" cy="0"/>
        </a:xfrm>
      </p:grpSpPr>
      <p:sp>
        <p:nvSpPr>
          <p:cNvPr id="189" name="Google Shape;189;p78"/>
          <p:cNvSpPr/>
          <p:nvPr/>
        </p:nvSpPr>
        <p:spPr>
          <a:xfrm>
            <a:off x="0" y="3352800"/>
            <a:ext cx="8686800" cy="2743200"/>
          </a:xfrm>
          <a:prstGeom prst="rect">
            <a:avLst/>
          </a:prstGeom>
          <a:solidFill>
            <a:srgbClr val="10114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90" name="Google Shape;190;p78"/>
          <p:cNvSpPr/>
          <p:nvPr/>
        </p:nvSpPr>
        <p:spPr>
          <a:xfrm>
            <a:off x="2895600" y="6096000"/>
            <a:ext cx="2895600" cy="762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191" name="Google Shape;191;p78"/>
          <p:cNvSpPr/>
          <p:nvPr/>
        </p:nvSpPr>
        <p:spPr>
          <a:xfrm>
            <a:off x="0" y="6096000"/>
            <a:ext cx="2895600" cy="762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192" name="Google Shape;192;p78"/>
          <p:cNvSpPr/>
          <p:nvPr/>
        </p:nvSpPr>
        <p:spPr>
          <a:xfrm>
            <a:off x="5791200" y="6096000"/>
            <a:ext cx="2895600" cy="762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pic>
        <p:nvPicPr>
          <p:cNvPr id="193" name="Google Shape;193;p78" descr="BITS_university_logo_whitevert.png"/>
          <p:cNvPicPr preferRelativeResize="0"/>
          <p:nvPr/>
        </p:nvPicPr>
        <p:blipFill rotWithShape="1">
          <a:blip r:embed="rId3">
            <a:alphaModFix/>
          </a:blip>
          <a:srcRect t="2" b="28592"/>
          <a:stretch/>
        </p:blipFill>
        <p:spPr>
          <a:xfrm>
            <a:off x="76200" y="3352800"/>
            <a:ext cx="2057400" cy="1979613"/>
          </a:xfrm>
          <a:prstGeom prst="rect">
            <a:avLst/>
          </a:prstGeom>
          <a:noFill/>
          <a:ln>
            <a:noFill/>
          </a:ln>
        </p:spPr>
      </p:pic>
      <p:sp>
        <p:nvSpPr>
          <p:cNvPr id="194" name="Google Shape;194;p78"/>
          <p:cNvSpPr txBox="1"/>
          <p:nvPr/>
        </p:nvSpPr>
        <p:spPr>
          <a:xfrm>
            <a:off x="-76200" y="5257800"/>
            <a:ext cx="2209800" cy="554038"/>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900" b="1" i="0" u="none" strike="noStrike" kern="0" cap="none" spc="0" normalizeH="0" baseline="0" noProof="0">
                <a:ln>
                  <a:noFill/>
                </a:ln>
                <a:solidFill>
                  <a:srgbClr val="FFFFFF"/>
                </a:solidFill>
                <a:effectLst/>
                <a:uLnTx/>
                <a:uFillTx/>
                <a:latin typeface="Arial"/>
                <a:ea typeface="Arial"/>
                <a:cs typeface="Arial"/>
                <a:sym typeface="Arial"/>
              </a:rPr>
              <a:t>BITS</a:t>
            </a:r>
            <a:r>
              <a:rPr kumimoji="0" lang="en-US" sz="2900" b="0" i="0" u="none" strike="noStrike" kern="0" cap="none" spc="0" normalizeH="0" baseline="0" noProof="0">
                <a:ln>
                  <a:noFill/>
                </a:ln>
                <a:solidFill>
                  <a:srgbClr val="FFFFFF"/>
                </a:solidFill>
                <a:effectLst/>
                <a:uLnTx/>
                <a:uFillTx/>
                <a:latin typeface="Arial"/>
                <a:ea typeface="Arial"/>
                <a:cs typeface="Arial"/>
                <a:sym typeface="Arial"/>
              </a:rPr>
              <a:t> Pilani</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95" name="Google Shape;195;p78"/>
          <p:cNvSpPr txBox="1"/>
          <p:nvPr/>
        </p:nvSpPr>
        <p:spPr>
          <a:xfrm>
            <a:off x="152400" y="5667375"/>
            <a:ext cx="1905000" cy="276225"/>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rgbClr val="FFFFFF"/>
                </a:solidFill>
                <a:effectLst/>
                <a:uLnTx/>
                <a:uFillTx/>
                <a:latin typeface="Arial"/>
                <a:ea typeface="Arial"/>
                <a:cs typeface="Arial"/>
                <a:sym typeface="Arial"/>
              </a:rPr>
              <a:t>Pilani Campus</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96" name="Google Shape;196;p78"/>
          <p:cNvSpPr txBox="1">
            <a:spLocks noGrp="1"/>
          </p:cNvSpPr>
          <p:nvPr>
            <p:ph type="title"/>
          </p:nvPr>
        </p:nvSpPr>
        <p:spPr>
          <a:xfrm>
            <a:off x="2514600" y="3810000"/>
            <a:ext cx="6019800" cy="1524000"/>
          </a:xfrm>
          <a:prstGeom prst="rect">
            <a:avLst/>
          </a:prstGeom>
          <a:noFill/>
          <a:ln>
            <a:noFill/>
          </a:ln>
        </p:spPr>
        <p:txBody>
          <a:bodyPr spcFirstLastPara="1" wrap="square" lIns="91425" tIns="45700" rIns="91425" bIns="45700" anchor="ctr" anchorCtr="0">
            <a:noAutofit/>
          </a:bodyPr>
          <a:lstStyle>
            <a:lvl1pPr lvl="0" algn="l">
              <a:lnSpc>
                <a:spcPct val="90909"/>
              </a:lnSpc>
              <a:spcBef>
                <a:spcPts val="0"/>
              </a:spcBef>
              <a:spcAft>
                <a:spcPts val="0"/>
              </a:spcAft>
              <a:buSzPts val="1400"/>
              <a:buNone/>
              <a:defRPr sz="44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extLst>
      <p:ext uri="{BB962C8B-B14F-4D97-AF65-F5344CB8AC3E}">
        <p14:creationId xmlns:p14="http://schemas.microsoft.com/office/powerpoint/2010/main" val="99131930"/>
      </p:ext>
    </p:extLst>
  </p:cSld>
  <p:clrMapOvr>
    <a:masterClrMapping/>
  </p:clrMapOvr>
</p:sldLayout>
</file>

<file path=ppt/slideLayouts/slideLayout252.xml><?xml version="1.0" encoding="utf-8"?>
<p:sldLayout xmlns:a="http://schemas.openxmlformats.org/drawingml/2006/main" xmlns:r="http://schemas.openxmlformats.org/officeDocument/2006/relationships" xmlns:p="http://schemas.openxmlformats.org/presentationml/2006/main" matchingName="Custom Layout">
  <p:cSld name="Custom Layout">
    <p:bg>
      <p:bgPr>
        <a:blipFill>
          <a:blip r:embed="rId2">
            <a:alphaModFix/>
          </a:blip>
          <a:stretch>
            <a:fillRect/>
          </a:stretch>
        </a:blipFill>
        <a:effectLst/>
      </p:bgPr>
    </p:bg>
    <p:spTree>
      <p:nvGrpSpPr>
        <p:cNvPr id="1" name="Shape 197"/>
        <p:cNvGrpSpPr/>
        <p:nvPr/>
      </p:nvGrpSpPr>
      <p:grpSpPr>
        <a:xfrm>
          <a:off x="0" y="0"/>
          <a:ext cx="0" cy="0"/>
          <a:chOff x="0" y="0"/>
          <a:chExt cx="0" cy="0"/>
        </a:xfrm>
      </p:grpSpPr>
      <p:sp>
        <p:nvSpPr>
          <p:cNvPr id="198" name="Google Shape;198;p79"/>
          <p:cNvSpPr/>
          <p:nvPr/>
        </p:nvSpPr>
        <p:spPr>
          <a:xfrm>
            <a:off x="0" y="3352800"/>
            <a:ext cx="8686800" cy="2743200"/>
          </a:xfrm>
          <a:prstGeom prst="rect">
            <a:avLst/>
          </a:prstGeom>
          <a:solidFill>
            <a:srgbClr val="10114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99" name="Google Shape;199;p79"/>
          <p:cNvSpPr/>
          <p:nvPr/>
        </p:nvSpPr>
        <p:spPr>
          <a:xfrm>
            <a:off x="2895600" y="6096000"/>
            <a:ext cx="2895600" cy="762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200" name="Google Shape;200;p79"/>
          <p:cNvSpPr/>
          <p:nvPr/>
        </p:nvSpPr>
        <p:spPr>
          <a:xfrm>
            <a:off x="0" y="6096000"/>
            <a:ext cx="2895600" cy="762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201" name="Google Shape;201;p79"/>
          <p:cNvSpPr/>
          <p:nvPr/>
        </p:nvSpPr>
        <p:spPr>
          <a:xfrm>
            <a:off x="5791200" y="6096000"/>
            <a:ext cx="2895600" cy="762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pic>
        <p:nvPicPr>
          <p:cNvPr id="202" name="Google Shape;202;p79" descr="BITS_university_logo_whitevert.png"/>
          <p:cNvPicPr preferRelativeResize="0"/>
          <p:nvPr/>
        </p:nvPicPr>
        <p:blipFill rotWithShape="1">
          <a:blip r:embed="rId3">
            <a:alphaModFix/>
          </a:blip>
          <a:srcRect t="2" b="28592"/>
          <a:stretch/>
        </p:blipFill>
        <p:spPr>
          <a:xfrm>
            <a:off x="76200" y="3352800"/>
            <a:ext cx="2057400" cy="1979613"/>
          </a:xfrm>
          <a:prstGeom prst="rect">
            <a:avLst/>
          </a:prstGeom>
          <a:noFill/>
          <a:ln>
            <a:noFill/>
          </a:ln>
        </p:spPr>
      </p:pic>
      <p:sp>
        <p:nvSpPr>
          <p:cNvPr id="203" name="Google Shape;203;p79"/>
          <p:cNvSpPr txBox="1"/>
          <p:nvPr/>
        </p:nvSpPr>
        <p:spPr>
          <a:xfrm>
            <a:off x="-76200" y="5257800"/>
            <a:ext cx="2209800" cy="554038"/>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900" b="1" i="0" u="none" strike="noStrike" kern="0" cap="none" spc="0" normalizeH="0" baseline="0" noProof="0">
                <a:ln>
                  <a:noFill/>
                </a:ln>
                <a:solidFill>
                  <a:srgbClr val="FFFFFF"/>
                </a:solidFill>
                <a:effectLst/>
                <a:uLnTx/>
                <a:uFillTx/>
                <a:latin typeface="Arial"/>
                <a:ea typeface="Arial"/>
                <a:cs typeface="Arial"/>
                <a:sym typeface="Arial"/>
              </a:rPr>
              <a:t>BITS</a:t>
            </a:r>
            <a:r>
              <a:rPr kumimoji="0" lang="en-US" sz="2900" b="0" i="0" u="none" strike="noStrike" kern="0" cap="none" spc="0" normalizeH="0" baseline="0" noProof="0">
                <a:ln>
                  <a:noFill/>
                </a:ln>
                <a:solidFill>
                  <a:srgbClr val="FFFFFF"/>
                </a:solidFill>
                <a:effectLst/>
                <a:uLnTx/>
                <a:uFillTx/>
                <a:latin typeface="Arial"/>
                <a:ea typeface="Arial"/>
                <a:cs typeface="Arial"/>
                <a:sym typeface="Arial"/>
              </a:rPr>
              <a:t> Pilani</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04" name="Google Shape;204;p79"/>
          <p:cNvSpPr txBox="1"/>
          <p:nvPr/>
        </p:nvSpPr>
        <p:spPr>
          <a:xfrm>
            <a:off x="152400" y="5667375"/>
            <a:ext cx="1905000" cy="276225"/>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rgbClr val="FFFFFF"/>
                </a:solidFill>
                <a:effectLst/>
                <a:uLnTx/>
                <a:uFillTx/>
                <a:latin typeface="Arial"/>
                <a:ea typeface="Arial"/>
                <a:cs typeface="Arial"/>
                <a:sym typeface="Arial"/>
              </a:rPr>
              <a:t>Pilani Campus</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05" name="Google Shape;205;p79"/>
          <p:cNvSpPr/>
          <p:nvPr/>
        </p:nvSpPr>
        <p:spPr>
          <a:xfrm>
            <a:off x="0" y="3352800"/>
            <a:ext cx="8686800" cy="2743200"/>
          </a:xfrm>
          <a:prstGeom prst="rect">
            <a:avLst/>
          </a:prstGeom>
          <a:solidFill>
            <a:srgbClr val="10114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206" name="Google Shape;206;p79"/>
          <p:cNvSpPr/>
          <p:nvPr/>
        </p:nvSpPr>
        <p:spPr>
          <a:xfrm>
            <a:off x="2895600" y="6096000"/>
            <a:ext cx="2895600" cy="762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207" name="Google Shape;207;p79"/>
          <p:cNvSpPr/>
          <p:nvPr/>
        </p:nvSpPr>
        <p:spPr>
          <a:xfrm>
            <a:off x="0" y="6096000"/>
            <a:ext cx="2895600" cy="762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208" name="Google Shape;208;p79"/>
          <p:cNvSpPr/>
          <p:nvPr/>
        </p:nvSpPr>
        <p:spPr>
          <a:xfrm>
            <a:off x="5791200" y="6096000"/>
            <a:ext cx="2895600" cy="762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pic>
        <p:nvPicPr>
          <p:cNvPr id="209" name="Google Shape;209;p79" descr="BITS_university_logo_whitevert.png"/>
          <p:cNvPicPr preferRelativeResize="0"/>
          <p:nvPr/>
        </p:nvPicPr>
        <p:blipFill rotWithShape="1">
          <a:blip r:embed="rId3">
            <a:alphaModFix/>
          </a:blip>
          <a:srcRect t="2" b="28592"/>
          <a:stretch/>
        </p:blipFill>
        <p:spPr>
          <a:xfrm>
            <a:off x="76200" y="3352800"/>
            <a:ext cx="2057400" cy="1979613"/>
          </a:xfrm>
          <a:prstGeom prst="rect">
            <a:avLst/>
          </a:prstGeom>
          <a:noFill/>
          <a:ln>
            <a:noFill/>
          </a:ln>
        </p:spPr>
      </p:pic>
      <p:sp>
        <p:nvSpPr>
          <p:cNvPr id="210" name="Google Shape;210;p79"/>
          <p:cNvSpPr txBox="1"/>
          <p:nvPr/>
        </p:nvSpPr>
        <p:spPr>
          <a:xfrm>
            <a:off x="-76200" y="5257800"/>
            <a:ext cx="2209800" cy="554038"/>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900" b="1" i="0" u="none" strike="noStrike" kern="0" cap="none" spc="0" normalizeH="0" baseline="0" noProof="0">
                <a:ln>
                  <a:noFill/>
                </a:ln>
                <a:solidFill>
                  <a:srgbClr val="FFFFFF"/>
                </a:solidFill>
                <a:effectLst/>
                <a:uLnTx/>
                <a:uFillTx/>
                <a:latin typeface="Arial"/>
                <a:ea typeface="Arial"/>
                <a:cs typeface="Arial"/>
                <a:sym typeface="Arial"/>
              </a:rPr>
              <a:t>BITS</a:t>
            </a:r>
            <a:r>
              <a:rPr kumimoji="0" lang="en-US" sz="2900" b="0" i="0" u="none" strike="noStrike" kern="0" cap="none" spc="0" normalizeH="0" baseline="0" noProof="0">
                <a:ln>
                  <a:noFill/>
                </a:ln>
                <a:solidFill>
                  <a:srgbClr val="FFFFFF"/>
                </a:solidFill>
                <a:effectLst/>
                <a:uLnTx/>
                <a:uFillTx/>
                <a:latin typeface="Arial"/>
                <a:ea typeface="Arial"/>
                <a:cs typeface="Arial"/>
                <a:sym typeface="Arial"/>
              </a:rPr>
              <a:t> Pilani</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11" name="Google Shape;211;p79"/>
          <p:cNvSpPr txBox="1"/>
          <p:nvPr/>
        </p:nvSpPr>
        <p:spPr>
          <a:xfrm>
            <a:off x="152400" y="5667375"/>
            <a:ext cx="1905000" cy="276225"/>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rgbClr val="FFFFFF"/>
                </a:solidFill>
                <a:effectLst/>
                <a:uLnTx/>
                <a:uFillTx/>
                <a:latin typeface="Arial"/>
                <a:ea typeface="Arial"/>
                <a:cs typeface="Arial"/>
                <a:sym typeface="Arial"/>
              </a:rPr>
              <a:t>Pilani Campus</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12" name="Google Shape;212;p79"/>
          <p:cNvSpPr txBox="1">
            <a:spLocks noGrp="1"/>
          </p:cNvSpPr>
          <p:nvPr>
            <p:ph type="body" idx="1"/>
          </p:nvPr>
        </p:nvSpPr>
        <p:spPr>
          <a:xfrm>
            <a:off x="2514600" y="5410200"/>
            <a:ext cx="6019800" cy="533400"/>
          </a:xfrm>
          <a:prstGeom prst="rect">
            <a:avLst/>
          </a:prstGeom>
          <a:noFill/>
          <a:ln>
            <a:noFill/>
          </a:ln>
        </p:spPr>
        <p:txBody>
          <a:bodyPr spcFirstLastPara="1" wrap="square" lIns="91425" tIns="45700" rIns="91425" bIns="45700" anchor="b" anchorCtr="0">
            <a:noAutofit/>
          </a:bodyPr>
          <a:lstStyle>
            <a:lvl1pPr marL="457200" lvl="0" indent="-228600" algn="r">
              <a:lnSpc>
                <a:spcPct val="100000"/>
              </a:lnSpc>
              <a:spcBef>
                <a:spcPts val="0"/>
              </a:spcBef>
              <a:spcAft>
                <a:spcPts val="0"/>
              </a:spcAft>
              <a:buClr>
                <a:schemeClr val="lt1"/>
              </a:buClr>
              <a:buSzPts val="1800"/>
              <a:buNone/>
              <a:defRPr sz="1800">
                <a:solidFill>
                  <a:schemeClr val="lt1"/>
                </a:solidFil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3" name="Google Shape;213;p79"/>
          <p:cNvSpPr txBox="1">
            <a:spLocks noGrp="1"/>
          </p:cNvSpPr>
          <p:nvPr>
            <p:ph type="title"/>
          </p:nvPr>
        </p:nvSpPr>
        <p:spPr>
          <a:xfrm>
            <a:off x="2514600" y="3810000"/>
            <a:ext cx="6019800" cy="1524000"/>
          </a:xfrm>
          <a:prstGeom prst="rect">
            <a:avLst/>
          </a:prstGeom>
          <a:noFill/>
          <a:ln>
            <a:noFill/>
          </a:ln>
        </p:spPr>
        <p:txBody>
          <a:bodyPr spcFirstLastPara="1" wrap="square" lIns="91425" tIns="45700" rIns="91425" bIns="45700" anchor="ctr" anchorCtr="0">
            <a:noAutofit/>
          </a:bodyPr>
          <a:lstStyle>
            <a:lvl1pPr lvl="0" algn="l">
              <a:lnSpc>
                <a:spcPct val="90909"/>
              </a:lnSpc>
              <a:spcBef>
                <a:spcPts val="0"/>
              </a:spcBef>
              <a:spcAft>
                <a:spcPts val="0"/>
              </a:spcAft>
              <a:buSzPts val="1400"/>
              <a:buNone/>
              <a:defRPr sz="44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extLst>
      <p:ext uri="{BB962C8B-B14F-4D97-AF65-F5344CB8AC3E}">
        <p14:creationId xmlns:p14="http://schemas.microsoft.com/office/powerpoint/2010/main" val="2982598742"/>
      </p:ext>
    </p:extLst>
  </p:cSld>
  <p:clrMapOvr>
    <a:masterClrMapping/>
  </p:clrMapOvr>
</p:sldLayout>
</file>

<file path=ppt/slideLayouts/slideLayout253.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214"/>
        <p:cNvGrpSpPr/>
        <p:nvPr/>
      </p:nvGrpSpPr>
      <p:grpSpPr>
        <a:xfrm>
          <a:off x="0" y="0"/>
          <a:ext cx="0" cy="0"/>
          <a:chOff x="0" y="0"/>
          <a:chExt cx="0" cy="0"/>
        </a:xfrm>
      </p:grpSpPr>
      <p:pic>
        <p:nvPicPr>
          <p:cNvPr id="215" name="Google Shape;215;p80" descr="\\Server\D\jyoti\FI023_BITS_v1\styleguide img\IMG_5627_b.jpg"/>
          <p:cNvPicPr preferRelativeResize="0"/>
          <p:nvPr/>
        </p:nvPicPr>
        <p:blipFill rotWithShape="1">
          <a:blip r:embed="rId2">
            <a:alphaModFix/>
          </a:blip>
          <a:srcRect/>
          <a:stretch/>
        </p:blipFill>
        <p:spPr>
          <a:xfrm>
            <a:off x="0" y="0"/>
            <a:ext cx="9144000" cy="6858000"/>
          </a:xfrm>
          <a:prstGeom prst="rect">
            <a:avLst/>
          </a:prstGeom>
          <a:noFill/>
          <a:ln>
            <a:noFill/>
          </a:ln>
        </p:spPr>
      </p:pic>
      <p:sp>
        <p:nvSpPr>
          <p:cNvPr id="216" name="Google Shape;216;p80"/>
          <p:cNvSpPr/>
          <p:nvPr/>
        </p:nvSpPr>
        <p:spPr>
          <a:xfrm>
            <a:off x="0" y="4281488"/>
            <a:ext cx="9144000" cy="2576512"/>
          </a:xfrm>
          <a:prstGeom prst="rect">
            <a:avLst/>
          </a:prstGeom>
          <a:solidFill>
            <a:schemeClr val="lt1"/>
          </a:solidFill>
          <a:ln w="9525" cap="flat" cmpd="sng">
            <a:solidFill>
              <a:srgbClr val="4A7DBA"/>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pic>
        <p:nvPicPr>
          <p:cNvPr id="217" name="Google Shape;217;p80" descr="Picture 7.png"/>
          <p:cNvPicPr preferRelativeResize="0"/>
          <p:nvPr/>
        </p:nvPicPr>
        <p:blipFill rotWithShape="1">
          <a:blip r:embed="rId3">
            <a:alphaModFix/>
          </a:blip>
          <a:srcRect l="1923" b="5335"/>
          <a:stretch/>
        </p:blipFill>
        <p:spPr>
          <a:xfrm>
            <a:off x="6629400" y="0"/>
            <a:ext cx="2193925" cy="692150"/>
          </a:xfrm>
          <a:prstGeom prst="rect">
            <a:avLst/>
          </a:prstGeom>
          <a:noFill/>
          <a:ln>
            <a:noFill/>
          </a:ln>
        </p:spPr>
      </p:pic>
      <p:sp>
        <p:nvSpPr>
          <p:cNvPr id="218" name="Google Shape;218;p80"/>
          <p:cNvSpPr/>
          <p:nvPr/>
        </p:nvSpPr>
        <p:spPr>
          <a:xfrm>
            <a:off x="2882900" y="6775450"/>
            <a:ext cx="2895600" cy="762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219" name="Google Shape;219;p80"/>
          <p:cNvSpPr/>
          <p:nvPr/>
        </p:nvSpPr>
        <p:spPr>
          <a:xfrm>
            <a:off x="-12700" y="6775450"/>
            <a:ext cx="2895600" cy="762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220" name="Google Shape;220;p80"/>
          <p:cNvSpPr/>
          <p:nvPr/>
        </p:nvSpPr>
        <p:spPr>
          <a:xfrm>
            <a:off x="5778500" y="6775450"/>
            <a:ext cx="2895600" cy="762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221" name="Google Shape;221;p80"/>
          <p:cNvSpPr txBox="1"/>
          <p:nvPr/>
        </p:nvSpPr>
        <p:spPr>
          <a:xfrm>
            <a:off x="6858000" y="762000"/>
            <a:ext cx="2209800" cy="554038"/>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900" b="1" i="0" u="none" strike="noStrike" kern="0" cap="none" spc="0" normalizeH="0" baseline="0" noProof="0">
                <a:ln>
                  <a:noFill/>
                </a:ln>
                <a:solidFill>
                  <a:srgbClr val="FFFFFF"/>
                </a:solidFill>
                <a:effectLst/>
                <a:uLnTx/>
                <a:uFillTx/>
                <a:latin typeface="Arial"/>
                <a:ea typeface="Arial"/>
                <a:cs typeface="Arial"/>
                <a:sym typeface="Arial"/>
              </a:rPr>
              <a:t>BITS</a:t>
            </a:r>
            <a:r>
              <a:rPr kumimoji="0" lang="en-US" sz="2900" b="0" i="0" u="none" strike="noStrike" kern="0" cap="none" spc="0" normalizeH="0" baseline="0" noProof="0">
                <a:ln>
                  <a:noFill/>
                </a:ln>
                <a:solidFill>
                  <a:srgbClr val="FFFFFF"/>
                </a:solidFill>
                <a:effectLst/>
                <a:uLnTx/>
                <a:uFillTx/>
                <a:latin typeface="Arial"/>
                <a:ea typeface="Arial"/>
                <a:cs typeface="Arial"/>
                <a:sym typeface="Arial"/>
              </a:rPr>
              <a:t> Pilani</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22" name="Google Shape;222;p80"/>
          <p:cNvSpPr txBox="1"/>
          <p:nvPr/>
        </p:nvSpPr>
        <p:spPr>
          <a:xfrm>
            <a:off x="7086600" y="1171575"/>
            <a:ext cx="1905000" cy="276225"/>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rgbClr val="FFFFFF"/>
                </a:solidFill>
                <a:effectLst/>
                <a:uLnTx/>
                <a:uFillTx/>
                <a:latin typeface="Arial"/>
                <a:ea typeface="Arial"/>
                <a:cs typeface="Arial"/>
                <a:sym typeface="Arial"/>
              </a:rPr>
              <a:t>Pilani Campus</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23" name="Google Shape;223;p80"/>
          <p:cNvSpPr txBox="1">
            <a:spLocks noGrp="1"/>
          </p:cNvSpPr>
          <p:nvPr>
            <p:ph type="body" idx="1"/>
          </p:nvPr>
        </p:nvSpPr>
        <p:spPr>
          <a:xfrm>
            <a:off x="304800" y="4648200"/>
            <a:ext cx="8458200" cy="1600200"/>
          </a:xfrm>
          <a:prstGeom prst="rect">
            <a:avLst/>
          </a:prstGeom>
          <a:noFill/>
          <a:ln>
            <a:noFill/>
          </a:ln>
        </p:spPr>
        <p:txBody>
          <a:bodyPr spcFirstLastPara="1" wrap="square" lIns="91425" tIns="45700" rIns="91425" bIns="45700" anchor="t" anchorCtr="0">
            <a:noAutofit/>
          </a:bodyPr>
          <a:lstStyle>
            <a:lvl1pPr marL="457200" lvl="0" indent="-228600" algn="l">
              <a:lnSpc>
                <a:spcPct val="104999"/>
              </a:lnSpc>
              <a:spcBef>
                <a:spcPts val="0"/>
              </a:spcBef>
              <a:spcAft>
                <a:spcPts val="0"/>
              </a:spcAft>
              <a:buClr>
                <a:schemeClr val="dk1"/>
              </a:buClr>
              <a:buSzPts val="4000"/>
              <a:buNone/>
              <a:defRPr sz="4000" b="1">
                <a:latin typeface="Arial"/>
                <a:ea typeface="Arial"/>
                <a:cs typeface="Arial"/>
                <a:sym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3200523119"/>
      </p:ext>
    </p:extLst>
  </p:cSld>
  <p:clrMapOvr>
    <a:masterClrMapping/>
  </p:clrMapOvr>
</p:sldLayout>
</file>

<file path=ppt/slideLayouts/slideLayout254.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41"/>
        <p:cNvGrpSpPr/>
        <p:nvPr/>
      </p:nvGrpSpPr>
      <p:grpSpPr>
        <a:xfrm>
          <a:off x="0" y="0"/>
          <a:ext cx="0" cy="0"/>
          <a:chOff x="0" y="0"/>
          <a:chExt cx="0" cy="0"/>
        </a:xfrm>
      </p:grpSpPr>
      <p:pic>
        <p:nvPicPr>
          <p:cNvPr id="242" name="Google Shape;242;p82" descr="Picture 7.png"/>
          <p:cNvPicPr preferRelativeResize="0"/>
          <p:nvPr/>
        </p:nvPicPr>
        <p:blipFill rotWithShape="1">
          <a:blip r:embed="rId2">
            <a:alphaModFix/>
          </a:blip>
          <a:srcRect l="1923" b="5335"/>
          <a:stretch/>
        </p:blipFill>
        <p:spPr>
          <a:xfrm>
            <a:off x="6629400" y="0"/>
            <a:ext cx="2193925" cy="692150"/>
          </a:xfrm>
          <a:prstGeom prst="rect">
            <a:avLst/>
          </a:prstGeom>
          <a:noFill/>
          <a:ln>
            <a:noFill/>
          </a:ln>
        </p:spPr>
      </p:pic>
      <p:grpSp>
        <p:nvGrpSpPr>
          <p:cNvPr id="243" name="Google Shape;243;p82"/>
          <p:cNvGrpSpPr/>
          <p:nvPr/>
        </p:nvGrpSpPr>
        <p:grpSpPr>
          <a:xfrm>
            <a:off x="0" y="1295400"/>
            <a:ext cx="7010400" cy="46038"/>
            <a:chOff x="1905000" y="6553200"/>
            <a:chExt cx="7010400" cy="45719"/>
          </a:xfrm>
        </p:grpSpPr>
        <p:sp>
          <p:nvSpPr>
            <p:cNvPr id="244" name="Google Shape;244;p82"/>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245" name="Google Shape;245;p82"/>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246" name="Google Shape;246;p82"/>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grpSp>
      <p:grpSp>
        <p:nvGrpSpPr>
          <p:cNvPr id="247" name="Google Shape;247;p82"/>
          <p:cNvGrpSpPr/>
          <p:nvPr/>
        </p:nvGrpSpPr>
        <p:grpSpPr>
          <a:xfrm>
            <a:off x="2133600" y="6553200"/>
            <a:ext cx="7010400" cy="46038"/>
            <a:chOff x="1905000" y="6553200"/>
            <a:chExt cx="7010400" cy="45719"/>
          </a:xfrm>
        </p:grpSpPr>
        <p:sp>
          <p:nvSpPr>
            <p:cNvPr id="248" name="Google Shape;248;p82"/>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249" name="Google Shape;249;p82"/>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250" name="Google Shape;250;p82"/>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grpSp>
      <p:sp>
        <p:nvSpPr>
          <p:cNvPr id="251" name="Google Shape;251;p82"/>
          <p:cNvSpPr txBox="1"/>
          <p:nvPr/>
        </p:nvSpPr>
        <p:spPr>
          <a:xfrm>
            <a:off x="3276600" y="6596063"/>
            <a:ext cx="5867400" cy="261937"/>
          </a:xfrm>
          <a:prstGeom prst="rect">
            <a:avLst/>
          </a:prstGeom>
          <a:noFill/>
          <a:ln>
            <a:noFill/>
          </a:ln>
        </p:spPr>
        <p:txBody>
          <a:bodyPr spcFirstLastPara="1" wrap="square" lIns="91425" tIns="45700" rIns="91425" bIns="45700" anchor="t" anchorCtr="0">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1" i="0" u="none" strike="noStrike" kern="0" cap="none" spc="0" normalizeH="0" baseline="0" noProof="0">
                <a:ln>
                  <a:noFill/>
                </a:ln>
                <a:solidFill>
                  <a:srgbClr val="101141"/>
                </a:solidFill>
                <a:effectLst/>
                <a:uLnTx/>
                <a:uFillTx/>
                <a:latin typeface="Arial"/>
                <a:ea typeface="Arial"/>
                <a:cs typeface="Arial"/>
                <a:sym typeface="Arial"/>
              </a:rPr>
              <a:t>BITS </a:t>
            </a:r>
            <a:r>
              <a:rPr kumimoji="0" lang="en-US" sz="1100" b="0" i="0" u="none" strike="noStrike" kern="0" cap="none" spc="0" normalizeH="0" baseline="0" noProof="0">
                <a:ln>
                  <a:noFill/>
                </a:ln>
                <a:solidFill>
                  <a:srgbClr val="101141"/>
                </a:solidFill>
                <a:effectLst/>
                <a:uLnTx/>
                <a:uFillTx/>
                <a:latin typeface="Arial"/>
                <a:ea typeface="Arial"/>
                <a:cs typeface="Arial"/>
                <a:sym typeface="Arial"/>
              </a:rPr>
              <a:t>Pilani, Pilani Campus</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52" name="Google Shape;252;p82"/>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560"/>
              </a:spcBef>
              <a:spcAft>
                <a:spcPts val="0"/>
              </a:spcAft>
              <a:buClr>
                <a:srgbClr val="101141"/>
              </a:buClr>
              <a:buSzPts val="2800"/>
              <a:buFont typeface="Arial"/>
              <a:buNone/>
              <a:defRPr sz="2800"/>
            </a:lvl1pPr>
            <a:lvl2pPr marL="914400" marR="0" lvl="1" indent="-330200" algn="l">
              <a:lnSpc>
                <a:spcPct val="100000"/>
              </a:lnSpc>
              <a:spcBef>
                <a:spcPts val="320"/>
              </a:spcBef>
              <a:spcAft>
                <a:spcPts val="0"/>
              </a:spcAft>
              <a:buClr>
                <a:schemeClr val="dk1"/>
              </a:buClr>
              <a:buSzPts val="1600"/>
              <a:buFont typeface="Arial"/>
              <a:buChar char="–"/>
              <a:defRPr sz="16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253" name="Google Shape;253;p82"/>
          <p:cNvSpPr txBox="1">
            <a:spLocks noGrp="1"/>
          </p:cNvSpPr>
          <p:nvPr>
            <p:ph type="body" idx="2"/>
          </p:nvPr>
        </p:nvSpPr>
        <p:spPr>
          <a:xfrm>
            <a:off x="4953000" y="1600200"/>
            <a:ext cx="4038600" cy="4525963"/>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560"/>
              </a:spcBef>
              <a:spcAft>
                <a:spcPts val="0"/>
              </a:spcAft>
              <a:buClr>
                <a:srgbClr val="101141"/>
              </a:buClr>
              <a:buSzPts val="2800"/>
              <a:buFont typeface="Arial"/>
              <a:buNone/>
              <a:defRPr sz="2800"/>
            </a:lvl1pPr>
            <a:lvl2pPr marL="914400" marR="0" lvl="1" indent="-33020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254" name="Google Shape;254;p82"/>
          <p:cNvSpPr txBox="1">
            <a:spLocks noGrp="1"/>
          </p:cNvSpPr>
          <p:nvPr>
            <p:ph type="body" idx="3"/>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1675575622"/>
      </p:ext>
    </p:extLst>
  </p:cSld>
  <p:clrMapOvr>
    <a:masterClrMapping/>
  </p:clrMapOvr>
</p:sldLayout>
</file>

<file path=ppt/slideLayouts/slideLayout255.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255"/>
        <p:cNvGrpSpPr/>
        <p:nvPr/>
      </p:nvGrpSpPr>
      <p:grpSpPr>
        <a:xfrm>
          <a:off x="0" y="0"/>
          <a:ext cx="0" cy="0"/>
          <a:chOff x="0" y="0"/>
          <a:chExt cx="0" cy="0"/>
        </a:xfrm>
      </p:grpSpPr>
      <p:grpSp>
        <p:nvGrpSpPr>
          <p:cNvPr id="256" name="Google Shape;256;p83"/>
          <p:cNvGrpSpPr/>
          <p:nvPr/>
        </p:nvGrpSpPr>
        <p:grpSpPr>
          <a:xfrm>
            <a:off x="0" y="1295400"/>
            <a:ext cx="7010400" cy="46038"/>
            <a:chOff x="1905000" y="6553200"/>
            <a:chExt cx="7010400" cy="45719"/>
          </a:xfrm>
        </p:grpSpPr>
        <p:sp>
          <p:nvSpPr>
            <p:cNvPr id="257" name="Google Shape;257;p83"/>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258" name="Google Shape;258;p83"/>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259" name="Google Shape;259;p83"/>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grpSp>
      <p:grpSp>
        <p:nvGrpSpPr>
          <p:cNvPr id="260" name="Google Shape;260;p83"/>
          <p:cNvGrpSpPr/>
          <p:nvPr/>
        </p:nvGrpSpPr>
        <p:grpSpPr>
          <a:xfrm>
            <a:off x="2133600" y="6553200"/>
            <a:ext cx="7010400" cy="46038"/>
            <a:chOff x="1905000" y="6553200"/>
            <a:chExt cx="7010400" cy="45719"/>
          </a:xfrm>
        </p:grpSpPr>
        <p:sp>
          <p:nvSpPr>
            <p:cNvPr id="261" name="Google Shape;261;p83"/>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262" name="Google Shape;262;p83"/>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263" name="Google Shape;263;p83"/>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grpSp>
      <p:pic>
        <p:nvPicPr>
          <p:cNvPr id="264" name="Google Shape;264;p83" descr="Picture 7.png"/>
          <p:cNvPicPr preferRelativeResize="0"/>
          <p:nvPr/>
        </p:nvPicPr>
        <p:blipFill rotWithShape="1">
          <a:blip r:embed="rId2">
            <a:alphaModFix/>
          </a:blip>
          <a:srcRect l="1923" b="5335"/>
          <a:stretch/>
        </p:blipFill>
        <p:spPr>
          <a:xfrm>
            <a:off x="6629400" y="0"/>
            <a:ext cx="2193925" cy="692150"/>
          </a:xfrm>
          <a:prstGeom prst="rect">
            <a:avLst/>
          </a:prstGeom>
          <a:noFill/>
          <a:ln>
            <a:noFill/>
          </a:ln>
        </p:spPr>
      </p:pic>
      <p:sp>
        <p:nvSpPr>
          <p:cNvPr id="265" name="Google Shape;265;p83"/>
          <p:cNvSpPr txBox="1"/>
          <p:nvPr/>
        </p:nvSpPr>
        <p:spPr>
          <a:xfrm>
            <a:off x="3276600" y="6596063"/>
            <a:ext cx="5867400" cy="261937"/>
          </a:xfrm>
          <a:prstGeom prst="rect">
            <a:avLst/>
          </a:prstGeom>
          <a:noFill/>
          <a:ln>
            <a:noFill/>
          </a:ln>
        </p:spPr>
        <p:txBody>
          <a:bodyPr spcFirstLastPara="1" wrap="square" lIns="91425" tIns="45700" rIns="91425" bIns="45700" anchor="t" anchorCtr="0">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1" i="0" u="none" strike="noStrike" kern="0" cap="none" spc="0" normalizeH="0" baseline="0" noProof="0">
                <a:ln>
                  <a:noFill/>
                </a:ln>
                <a:solidFill>
                  <a:srgbClr val="101141"/>
                </a:solidFill>
                <a:effectLst/>
                <a:uLnTx/>
                <a:uFillTx/>
                <a:latin typeface="Arial"/>
                <a:ea typeface="Arial"/>
                <a:cs typeface="Arial"/>
                <a:sym typeface="Arial"/>
              </a:rPr>
              <a:t>BITS </a:t>
            </a:r>
            <a:r>
              <a:rPr kumimoji="0" lang="en-US" sz="1100" b="0" i="0" u="none" strike="noStrike" kern="0" cap="none" spc="0" normalizeH="0" baseline="0" noProof="0">
                <a:ln>
                  <a:noFill/>
                </a:ln>
                <a:solidFill>
                  <a:srgbClr val="101141"/>
                </a:solidFill>
                <a:effectLst/>
                <a:uLnTx/>
                <a:uFillTx/>
                <a:latin typeface="Arial"/>
                <a:ea typeface="Arial"/>
                <a:cs typeface="Arial"/>
                <a:sym typeface="Arial"/>
              </a:rPr>
              <a:t>Pilani, Deemed to be University under Section 3 of UGC Act, 1956</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66" name="Google Shape;266;p83"/>
          <p:cNvSpPr txBox="1">
            <a:spLocks noGrp="1"/>
          </p:cNvSpPr>
          <p:nvPr>
            <p:ph type="body" idx="1"/>
          </p:nvPr>
        </p:nvSpPr>
        <p:spPr>
          <a:xfrm>
            <a:off x="457200" y="1535112"/>
            <a:ext cx="4040188" cy="827087"/>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267" name="Google Shape;267;p83"/>
          <p:cNvSpPr txBox="1">
            <a:spLocks noGrp="1"/>
          </p:cNvSpPr>
          <p:nvPr>
            <p:ph type="body" idx="2"/>
          </p:nvPr>
        </p:nvSpPr>
        <p:spPr>
          <a:xfrm>
            <a:off x="457200" y="2362199"/>
            <a:ext cx="4040188" cy="3763963"/>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268" name="Google Shape;268;p83"/>
          <p:cNvSpPr txBox="1">
            <a:spLocks noGrp="1"/>
          </p:cNvSpPr>
          <p:nvPr>
            <p:ph type="body" idx="3"/>
          </p:nvPr>
        </p:nvSpPr>
        <p:spPr>
          <a:xfrm>
            <a:off x="4645025" y="1535112"/>
            <a:ext cx="4041775" cy="827087"/>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269" name="Google Shape;269;p83"/>
          <p:cNvSpPr txBox="1">
            <a:spLocks noGrp="1"/>
          </p:cNvSpPr>
          <p:nvPr>
            <p:ph type="body" idx="4"/>
          </p:nvPr>
        </p:nvSpPr>
        <p:spPr>
          <a:xfrm>
            <a:off x="4645025" y="2362199"/>
            <a:ext cx="4041775" cy="3763963"/>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270" name="Google Shape;270;p83"/>
          <p:cNvSpPr txBox="1">
            <a:spLocks noGrp="1"/>
          </p:cNvSpPr>
          <p:nvPr>
            <p:ph type="body" idx="5"/>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3868273706"/>
      </p:ext>
    </p:extLst>
  </p:cSld>
  <p:clrMapOvr>
    <a:masterClrMapping/>
  </p:clrMapOvr>
</p:sldLayout>
</file>

<file path=ppt/slideLayouts/slideLayout256.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271"/>
        <p:cNvGrpSpPr/>
        <p:nvPr/>
      </p:nvGrpSpPr>
      <p:grpSpPr>
        <a:xfrm>
          <a:off x="0" y="0"/>
          <a:ext cx="0" cy="0"/>
          <a:chOff x="0" y="0"/>
          <a:chExt cx="0" cy="0"/>
        </a:xfrm>
      </p:grpSpPr>
      <p:grpSp>
        <p:nvGrpSpPr>
          <p:cNvPr id="272" name="Google Shape;272;p84"/>
          <p:cNvGrpSpPr/>
          <p:nvPr/>
        </p:nvGrpSpPr>
        <p:grpSpPr>
          <a:xfrm>
            <a:off x="0" y="1295400"/>
            <a:ext cx="7010400" cy="46038"/>
            <a:chOff x="1905000" y="6553200"/>
            <a:chExt cx="7010400" cy="45719"/>
          </a:xfrm>
        </p:grpSpPr>
        <p:sp>
          <p:nvSpPr>
            <p:cNvPr id="273" name="Google Shape;273;p84"/>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274" name="Google Shape;274;p84"/>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275" name="Google Shape;275;p84"/>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grpSp>
      <p:grpSp>
        <p:nvGrpSpPr>
          <p:cNvPr id="276" name="Google Shape;276;p84"/>
          <p:cNvGrpSpPr/>
          <p:nvPr/>
        </p:nvGrpSpPr>
        <p:grpSpPr>
          <a:xfrm>
            <a:off x="2133600" y="6553200"/>
            <a:ext cx="7010400" cy="46038"/>
            <a:chOff x="1905000" y="6553200"/>
            <a:chExt cx="7010400" cy="45719"/>
          </a:xfrm>
        </p:grpSpPr>
        <p:sp>
          <p:nvSpPr>
            <p:cNvPr id="277" name="Google Shape;277;p84"/>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278" name="Google Shape;278;p84"/>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279" name="Google Shape;279;p84"/>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grpSp>
      <p:pic>
        <p:nvPicPr>
          <p:cNvPr id="280" name="Google Shape;280;p84" descr="Picture 7.png"/>
          <p:cNvPicPr preferRelativeResize="0"/>
          <p:nvPr/>
        </p:nvPicPr>
        <p:blipFill rotWithShape="1">
          <a:blip r:embed="rId2">
            <a:alphaModFix/>
          </a:blip>
          <a:srcRect l="1923" b="5335"/>
          <a:stretch/>
        </p:blipFill>
        <p:spPr>
          <a:xfrm>
            <a:off x="6629400" y="0"/>
            <a:ext cx="2193925" cy="692150"/>
          </a:xfrm>
          <a:prstGeom prst="rect">
            <a:avLst/>
          </a:prstGeom>
          <a:noFill/>
          <a:ln>
            <a:noFill/>
          </a:ln>
        </p:spPr>
      </p:pic>
      <p:sp>
        <p:nvSpPr>
          <p:cNvPr id="281" name="Google Shape;281;p84"/>
          <p:cNvSpPr txBox="1"/>
          <p:nvPr/>
        </p:nvSpPr>
        <p:spPr>
          <a:xfrm>
            <a:off x="3276600" y="6596063"/>
            <a:ext cx="5867400" cy="261937"/>
          </a:xfrm>
          <a:prstGeom prst="rect">
            <a:avLst/>
          </a:prstGeom>
          <a:noFill/>
          <a:ln>
            <a:noFill/>
          </a:ln>
        </p:spPr>
        <p:txBody>
          <a:bodyPr spcFirstLastPara="1" wrap="square" lIns="91425" tIns="45700" rIns="91425" bIns="45700" anchor="t" anchorCtr="0">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1" i="0" u="none" strike="noStrike" kern="0" cap="none" spc="0" normalizeH="0" baseline="0" noProof="0">
                <a:ln>
                  <a:noFill/>
                </a:ln>
                <a:solidFill>
                  <a:srgbClr val="101141"/>
                </a:solidFill>
                <a:effectLst/>
                <a:uLnTx/>
                <a:uFillTx/>
                <a:latin typeface="Arial"/>
                <a:ea typeface="Arial"/>
                <a:cs typeface="Arial"/>
                <a:sym typeface="Arial"/>
              </a:rPr>
              <a:t>BITS </a:t>
            </a:r>
            <a:r>
              <a:rPr kumimoji="0" lang="en-US" sz="1100" b="0" i="0" u="none" strike="noStrike" kern="0" cap="none" spc="0" normalizeH="0" baseline="0" noProof="0">
                <a:ln>
                  <a:noFill/>
                </a:ln>
                <a:solidFill>
                  <a:srgbClr val="101141"/>
                </a:solidFill>
                <a:effectLst/>
                <a:uLnTx/>
                <a:uFillTx/>
                <a:latin typeface="Arial"/>
                <a:ea typeface="Arial"/>
                <a:cs typeface="Arial"/>
                <a:sym typeface="Arial"/>
              </a:rPr>
              <a:t>Pilani, Deemed to be University under Section 3 of UGC Act, 1956</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82" name="Google Shape;282;p84"/>
          <p:cNvSpPr txBox="1">
            <a:spLocks noGrp="1"/>
          </p:cNvSpPr>
          <p:nvPr>
            <p:ph type="body" idx="1"/>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3861340538"/>
      </p:ext>
    </p:extLst>
  </p:cSld>
  <p:clrMapOvr>
    <a:masterClrMapping/>
  </p:clrMapOvr>
</p:sldLayout>
</file>

<file path=ppt/slideLayouts/slideLayout257.xml><?xml version="1.0" encoding="utf-8"?>
<p:sldLayout xmlns:a="http://schemas.openxmlformats.org/drawingml/2006/main" xmlns:r="http://schemas.openxmlformats.org/officeDocument/2006/relationships" xmlns:p="http://schemas.openxmlformats.org/presentationml/2006/main" matchingName="Content with Caption">
  <p:cSld name="Content with Caption">
    <p:spTree>
      <p:nvGrpSpPr>
        <p:cNvPr id="1" name="Shape 283"/>
        <p:cNvGrpSpPr/>
        <p:nvPr/>
      </p:nvGrpSpPr>
      <p:grpSpPr>
        <a:xfrm>
          <a:off x="0" y="0"/>
          <a:ext cx="0" cy="0"/>
          <a:chOff x="0" y="0"/>
          <a:chExt cx="0" cy="0"/>
        </a:xfrm>
      </p:grpSpPr>
      <p:grpSp>
        <p:nvGrpSpPr>
          <p:cNvPr id="284" name="Google Shape;284;p85"/>
          <p:cNvGrpSpPr/>
          <p:nvPr/>
        </p:nvGrpSpPr>
        <p:grpSpPr>
          <a:xfrm>
            <a:off x="0" y="1295400"/>
            <a:ext cx="7010400" cy="46038"/>
            <a:chOff x="1905000" y="6553200"/>
            <a:chExt cx="7010400" cy="45719"/>
          </a:xfrm>
        </p:grpSpPr>
        <p:sp>
          <p:nvSpPr>
            <p:cNvPr id="285" name="Google Shape;285;p85"/>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286" name="Google Shape;286;p85"/>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287" name="Google Shape;287;p85"/>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grpSp>
      <p:grpSp>
        <p:nvGrpSpPr>
          <p:cNvPr id="288" name="Google Shape;288;p85"/>
          <p:cNvGrpSpPr/>
          <p:nvPr/>
        </p:nvGrpSpPr>
        <p:grpSpPr>
          <a:xfrm>
            <a:off x="2133600" y="6553200"/>
            <a:ext cx="7010400" cy="46038"/>
            <a:chOff x="1905000" y="6553200"/>
            <a:chExt cx="7010400" cy="45719"/>
          </a:xfrm>
        </p:grpSpPr>
        <p:sp>
          <p:nvSpPr>
            <p:cNvPr id="289" name="Google Shape;289;p85"/>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290" name="Google Shape;290;p85"/>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291" name="Google Shape;291;p85"/>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grpSp>
      <p:pic>
        <p:nvPicPr>
          <p:cNvPr id="292" name="Google Shape;292;p85" descr="Picture 7.png"/>
          <p:cNvPicPr preferRelativeResize="0"/>
          <p:nvPr/>
        </p:nvPicPr>
        <p:blipFill rotWithShape="1">
          <a:blip r:embed="rId2">
            <a:alphaModFix/>
          </a:blip>
          <a:srcRect l="1923" b="5335"/>
          <a:stretch/>
        </p:blipFill>
        <p:spPr>
          <a:xfrm>
            <a:off x="6629400" y="0"/>
            <a:ext cx="2193925" cy="692150"/>
          </a:xfrm>
          <a:prstGeom prst="rect">
            <a:avLst/>
          </a:prstGeom>
          <a:noFill/>
          <a:ln>
            <a:noFill/>
          </a:ln>
        </p:spPr>
      </p:pic>
      <p:sp>
        <p:nvSpPr>
          <p:cNvPr id="293" name="Google Shape;293;p85"/>
          <p:cNvSpPr txBox="1"/>
          <p:nvPr/>
        </p:nvSpPr>
        <p:spPr>
          <a:xfrm>
            <a:off x="3276600" y="6596063"/>
            <a:ext cx="5867400" cy="261937"/>
          </a:xfrm>
          <a:prstGeom prst="rect">
            <a:avLst/>
          </a:prstGeom>
          <a:noFill/>
          <a:ln>
            <a:noFill/>
          </a:ln>
        </p:spPr>
        <p:txBody>
          <a:bodyPr spcFirstLastPara="1" wrap="square" lIns="91425" tIns="45700" rIns="91425" bIns="45700" anchor="t" anchorCtr="0">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1" i="0" u="none" strike="noStrike" kern="0" cap="none" spc="0" normalizeH="0" baseline="0" noProof="0">
                <a:ln>
                  <a:noFill/>
                </a:ln>
                <a:solidFill>
                  <a:srgbClr val="101141"/>
                </a:solidFill>
                <a:effectLst/>
                <a:uLnTx/>
                <a:uFillTx/>
                <a:latin typeface="Arial"/>
                <a:ea typeface="Arial"/>
                <a:cs typeface="Arial"/>
                <a:sym typeface="Arial"/>
              </a:rPr>
              <a:t>BITS </a:t>
            </a:r>
            <a:r>
              <a:rPr kumimoji="0" lang="en-US" sz="1100" b="0" i="0" u="none" strike="noStrike" kern="0" cap="none" spc="0" normalizeH="0" baseline="0" noProof="0">
                <a:ln>
                  <a:noFill/>
                </a:ln>
                <a:solidFill>
                  <a:srgbClr val="101141"/>
                </a:solidFill>
                <a:effectLst/>
                <a:uLnTx/>
                <a:uFillTx/>
                <a:latin typeface="Arial"/>
                <a:ea typeface="Arial"/>
                <a:cs typeface="Arial"/>
                <a:sym typeface="Arial"/>
              </a:rPr>
              <a:t>Pilani, Pilani Campus</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94" name="Google Shape;294;p85"/>
          <p:cNvSpPr txBox="1">
            <a:spLocks noGrp="1"/>
          </p:cNvSpPr>
          <p:nvPr>
            <p:ph type="body" idx="1"/>
          </p:nvPr>
        </p:nvSpPr>
        <p:spPr>
          <a:xfrm>
            <a:off x="3575050" y="1600200"/>
            <a:ext cx="5111750" cy="452596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295" name="Google Shape;295;p85"/>
          <p:cNvSpPr txBox="1">
            <a:spLocks noGrp="1"/>
          </p:cNvSpPr>
          <p:nvPr>
            <p:ph type="body" idx="2"/>
          </p:nvPr>
        </p:nvSpPr>
        <p:spPr>
          <a:xfrm>
            <a:off x="457200" y="1600200"/>
            <a:ext cx="3008313" cy="45259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296" name="Google Shape;296;p85"/>
          <p:cNvSpPr txBox="1">
            <a:spLocks noGrp="1"/>
          </p:cNvSpPr>
          <p:nvPr>
            <p:ph type="body" idx="3"/>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4222818622"/>
      </p:ext>
    </p:extLst>
  </p:cSld>
  <p:clrMapOvr>
    <a:masterClrMapping/>
  </p:clrMapOvr>
</p:sldLayout>
</file>

<file path=ppt/slideLayouts/slideLayout258.xml><?xml version="1.0" encoding="utf-8"?>
<p:sldLayout xmlns:a="http://schemas.openxmlformats.org/drawingml/2006/main" xmlns:r="http://schemas.openxmlformats.org/officeDocument/2006/relationships" xmlns:p="http://schemas.openxmlformats.org/presentationml/2006/main" matchingName="Picture with Caption">
  <p:cSld name="Picture with Caption">
    <p:spTree>
      <p:nvGrpSpPr>
        <p:cNvPr id="1" name="Shape 297"/>
        <p:cNvGrpSpPr/>
        <p:nvPr/>
      </p:nvGrpSpPr>
      <p:grpSpPr>
        <a:xfrm>
          <a:off x="0" y="0"/>
          <a:ext cx="0" cy="0"/>
          <a:chOff x="0" y="0"/>
          <a:chExt cx="0" cy="0"/>
        </a:xfrm>
      </p:grpSpPr>
      <p:grpSp>
        <p:nvGrpSpPr>
          <p:cNvPr id="298" name="Google Shape;298;p86"/>
          <p:cNvGrpSpPr/>
          <p:nvPr/>
        </p:nvGrpSpPr>
        <p:grpSpPr>
          <a:xfrm>
            <a:off x="0" y="1295400"/>
            <a:ext cx="7010400" cy="46038"/>
            <a:chOff x="1905000" y="6553200"/>
            <a:chExt cx="7010400" cy="45719"/>
          </a:xfrm>
        </p:grpSpPr>
        <p:sp>
          <p:nvSpPr>
            <p:cNvPr id="299" name="Google Shape;299;p86"/>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300" name="Google Shape;300;p86"/>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301" name="Google Shape;301;p86"/>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grpSp>
      <p:grpSp>
        <p:nvGrpSpPr>
          <p:cNvPr id="302" name="Google Shape;302;p86"/>
          <p:cNvGrpSpPr/>
          <p:nvPr/>
        </p:nvGrpSpPr>
        <p:grpSpPr>
          <a:xfrm>
            <a:off x="2133600" y="6553200"/>
            <a:ext cx="7010400" cy="46038"/>
            <a:chOff x="1905000" y="6553200"/>
            <a:chExt cx="7010400" cy="45719"/>
          </a:xfrm>
        </p:grpSpPr>
        <p:sp>
          <p:nvSpPr>
            <p:cNvPr id="303" name="Google Shape;303;p86"/>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304" name="Google Shape;304;p86"/>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305" name="Google Shape;305;p86"/>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grpSp>
      <p:pic>
        <p:nvPicPr>
          <p:cNvPr id="306" name="Google Shape;306;p86" descr="Picture 7.png"/>
          <p:cNvPicPr preferRelativeResize="0"/>
          <p:nvPr/>
        </p:nvPicPr>
        <p:blipFill rotWithShape="1">
          <a:blip r:embed="rId2">
            <a:alphaModFix/>
          </a:blip>
          <a:srcRect l="1923" b="5335"/>
          <a:stretch/>
        </p:blipFill>
        <p:spPr>
          <a:xfrm>
            <a:off x="6629400" y="0"/>
            <a:ext cx="2193925" cy="692150"/>
          </a:xfrm>
          <a:prstGeom prst="rect">
            <a:avLst/>
          </a:prstGeom>
          <a:noFill/>
          <a:ln>
            <a:noFill/>
          </a:ln>
        </p:spPr>
      </p:pic>
      <p:sp>
        <p:nvSpPr>
          <p:cNvPr id="307" name="Google Shape;307;p86"/>
          <p:cNvSpPr txBox="1"/>
          <p:nvPr/>
        </p:nvSpPr>
        <p:spPr>
          <a:xfrm>
            <a:off x="3276600" y="6596063"/>
            <a:ext cx="5867400" cy="261937"/>
          </a:xfrm>
          <a:prstGeom prst="rect">
            <a:avLst/>
          </a:prstGeom>
          <a:noFill/>
          <a:ln>
            <a:noFill/>
          </a:ln>
        </p:spPr>
        <p:txBody>
          <a:bodyPr spcFirstLastPara="1" wrap="square" lIns="91425" tIns="45700" rIns="91425" bIns="45700" anchor="t" anchorCtr="0">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1" i="0" u="none" strike="noStrike" kern="0" cap="none" spc="0" normalizeH="0" baseline="0" noProof="0">
                <a:ln>
                  <a:noFill/>
                </a:ln>
                <a:solidFill>
                  <a:srgbClr val="101141"/>
                </a:solidFill>
                <a:effectLst/>
                <a:uLnTx/>
                <a:uFillTx/>
                <a:latin typeface="Arial"/>
                <a:ea typeface="Arial"/>
                <a:cs typeface="Arial"/>
                <a:sym typeface="Arial"/>
              </a:rPr>
              <a:t>BITS </a:t>
            </a:r>
            <a:r>
              <a:rPr kumimoji="0" lang="en-US" sz="1100" b="0" i="0" u="none" strike="noStrike" kern="0" cap="none" spc="0" normalizeH="0" baseline="0" noProof="0">
                <a:ln>
                  <a:noFill/>
                </a:ln>
                <a:solidFill>
                  <a:srgbClr val="101141"/>
                </a:solidFill>
                <a:effectLst/>
                <a:uLnTx/>
                <a:uFillTx/>
                <a:latin typeface="Arial"/>
                <a:ea typeface="Arial"/>
                <a:cs typeface="Arial"/>
                <a:sym typeface="Arial"/>
              </a:rPr>
              <a:t>Pilani, Pilani Campus</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08" name="Google Shape;308;p86"/>
          <p:cNvSpPr txBox="1">
            <a:spLocks noGrp="1"/>
          </p:cNvSpPr>
          <p:nvPr>
            <p:ph type="title"/>
          </p:nvPr>
        </p:nvSpPr>
        <p:spPr>
          <a:xfrm>
            <a:off x="1792288" y="5407025"/>
            <a:ext cx="5486400" cy="3048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SzPts val="1400"/>
              <a:buNone/>
              <a:defRPr sz="1800"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9" name="Google Shape;309;p86"/>
          <p:cNvSpPr>
            <a:spLocks noGrp="1"/>
          </p:cNvSpPr>
          <p:nvPr>
            <p:ph type="pic" idx="2"/>
          </p:nvPr>
        </p:nvSpPr>
        <p:spPr>
          <a:xfrm>
            <a:off x="1792288" y="1828800"/>
            <a:ext cx="5486400" cy="3429000"/>
          </a:xfrm>
          <a:prstGeom prst="rect">
            <a:avLst/>
          </a:prstGeom>
          <a:solidFill>
            <a:schemeClr val="lt1"/>
          </a:solidFill>
          <a:ln w="57150" cap="flat" cmpd="sng">
            <a:solidFill>
              <a:srgbClr val="DAE5F1"/>
            </a:solidFill>
            <a:prstDash val="solid"/>
            <a:round/>
            <a:headEnd type="none" w="sm" len="sm"/>
            <a:tailEnd type="none" w="sm" len="sm"/>
          </a:ln>
        </p:spPr>
        <p:txBody>
          <a:bodyPr spcFirstLastPara="1" wrap="square" lIns="91425" tIns="45700" rIns="91425" bIns="45700" anchor="t" anchorCtr="0">
            <a:normAutofit/>
          </a:bodyPr>
          <a:lstStyle>
            <a:lvl1pPr marR="0" lvl="0" algn="l" rtl="0">
              <a:spcBef>
                <a:spcPts val="640"/>
              </a:spcBef>
              <a:spcAft>
                <a:spcPts val="0"/>
              </a:spcAft>
              <a:buClr>
                <a:schemeClr val="dk1"/>
              </a:buClr>
              <a:buSzPts val="3200"/>
              <a:buFont typeface="Arial"/>
              <a:buNone/>
              <a:defRPr sz="3200" b="0" i="0" u="none" strike="noStrike" cap="none">
                <a:solidFill>
                  <a:schemeClr val="dk1"/>
                </a:solidFill>
                <a:latin typeface="Arial"/>
                <a:ea typeface="Arial"/>
                <a:cs typeface="Arial"/>
                <a:sym typeface="Arial"/>
              </a:defRPr>
            </a:lvl1pPr>
            <a:lvl2pPr marR="0" lvl="1" algn="l" rtl="0">
              <a:spcBef>
                <a:spcPts val="56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spcBef>
                <a:spcPts val="48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R="0" lvl="3"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R="0" lvl="4"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5pPr>
            <a:lvl6pPr marR="0" lvl="5"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310" name="Google Shape;310;p86"/>
          <p:cNvSpPr txBox="1">
            <a:spLocks noGrp="1"/>
          </p:cNvSpPr>
          <p:nvPr>
            <p:ph type="body" idx="1"/>
          </p:nvPr>
        </p:nvSpPr>
        <p:spPr>
          <a:xfrm>
            <a:off x="1792288" y="5711825"/>
            <a:ext cx="5486400" cy="304800"/>
          </a:xfrm>
          <a:prstGeom prst="rect">
            <a:avLst/>
          </a:prstGeom>
          <a:noFill/>
          <a:ln>
            <a:noFill/>
          </a:ln>
        </p:spPr>
        <p:txBody>
          <a:bodyPr spcFirstLastPara="1" wrap="square" lIns="91425" tIns="45700" rIns="91425" bIns="45700" anchor="t" anchorCtr="0">
            <a:normAutofit/>
          </a:bodyPr>
          <a:lstStyle>
            <a:lvl1pPr marL="457200" lvl="0" indent="-228600" algn="l">
              <a:spcBef>
                <a:spcPts val="320"/>
              </a:spcBef>
              <a:spcAft>
                <a:spcPts val="0"/>
              </a:spcAft>
              <a:buClr>
                <a:schemeClr val="dk1"/>
              </a:buClr>
              <a:buSzPts val="1600"/>
              <a:buNone/>
              <a:defRPr sz="16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311" name="Google Shape;311;p86"/>
          <p:cNvSpPr txBox="1">
            <a:spLocks noGrp="1"/>
          </p:cNvSpPr>
          <p:nvPr>
            <p:ph type="body" idx="3"/>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3682506147"/>
      </p:ext>
    </p:extLst>
  </p:cSld>
  <p:clrMapOvr>
    <a:masterClrMapping/>
  </p:clrMapOvr>
</p:sldLayout>
</file>

<file path=ppt/slideLayouts/slideLayout259.xml><?xml version="1.0" encoding="utf-8"?>
<p:sldLayout xmlns:a="http://schemas.openxmlformats.org/drawingml/2006/main" xmlns:r="http://schemas.openxmlformats.org/officeDocument/2006/relationships" xmlns:p="http://schemas.openxmlformats.org/presentationml/2006/main" matchingName="Title and Vertical Text">
  <p:cSld name="Title and Vertical Text">
    <p:spTree>
      <p:nvGrpSpPr>
        <p:cNvPr id="1" name="Shape 312"/>
        <p:cNvGrpSpPr/>
        <p:nvPr/>
      </p:nvGrpSpPr>
      <p:grpSpPr>
        <a:xfrm>
          <a:off x="0" y="0"/>
          <a:ext cx="0" cy="0"/>
          <a:chOff x="0" y="0"/>
          <a:chExt cx="0" cy="0"/>
        </a:xfrm>
      </p:grpSpPr>
      <p:grpSp>
        <p:nvGrpSpPr>
          <p:cNvPr id="313" name="Google Shape;313;p87"/>
          <p:cNvGrpSpPr/>
          <p:nvPr/>
        </p:nvGrpSpPr>
        <p:grpSpPr>
          <a:xfrm>
            <a:off x="0" y="1295400"/>
            <a:ext cx="7010400" cy="46038"/>
            <a:chOff x="1905000" y="6553200"/>
            <a:chExt cx="7010400" cy="45719"/>
          </a:xfrm>
        </p:grpSpPr>
        <p:sp>
          <p:nvSpPr>
            <p:cNvPr id="314" name="Google Shape;314;p87"/>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315" name="Google Shape;315;p87"/>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316" name="Google Shape;316;p87"/>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grpSp>
      <p:grpSp>
        <p:nvGrpSpPr>
          <p:cNvPr id="317" name="Google Shape;317;p87"/>
          <p:cNvGrpSpPr/>
          <p:nvPr/>
        </p:nvGrpSpPr>
        <p:grpSpPr>
          <a:xfrm>
            <a:off x="2133600" y="6553200"/>
            <a:ext cx="7010400" cy="46038"/>
            <a:chOff x="1905000" y="6553200"/>
            <a:chExt cx="7010400" cy="45719"/>
          </a:xfrm>
        </p:grpSpPr>
        <p:sp>
          <p:nvSpPr>
            <p:cNvPr id="318" name="Google Shape;318;p87"/>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319" name="Google Shape;319;p87"/>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320" name="Google Shape;320;p87"/>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grpSp>
      <p:pic>
        <p:nvPicPr>
          <p:cNvPr id="321" name="Google Shape;321;p87" descr="Picture 7.png"/>
          <p:cNvPicPr preferRelativeResize="0"/>
          <p:nvPr/>
        </p:nvPicPr>
        <p:blipFill rotWithShape="1">
          <a:blip r:embed="rId2">
            <a:alphaModFix/>
          </a:blip>
          <a:srcRect l="1923" b="5335"/>
          <a:stretch/>
        </p:blipFill>
        <p:spPr>
          <a:xfrm>
            <a:off x="6629400" y="0"/>
            <a:ext cx="2193925" cy="692150"/>
          </a:xfrm>
          <a:prstGeom prst="rect">
            <a:avLst/>
          </a:prstGeom>
          <a:noFill/>
          <a:ln>
            <a:noFill/>
          </a:ln>
        </p:spPr>
      </p:pic>
      <p:sp>
        <p:nvSpPr>
          <p:cNvPr id="322" name="Google Shape;322;p87"/>
          <p:cNvSpPr txBox="1"/>
          <p:nvPr/>
        </p:nvSpPr>
        <p:spPr>
          <a:xfrm>
            <a:off x="3276600" y="6596063"/>
            <a:ext cx="5867400" cy="261937"/>
          </a:xfrm>
          <a:prstGeom prst="rect">
            <a:avLst/>
          </a:prstGeom>
          <a:noFill/>
          <a:ln>
            <a:noFill/>
          </a:ln>
        </p:spPr>
        <p:txBody>
          <a:bodyPr spcFirstLastPara="1" wrap="square" lIns="91425" tIns="45700" rIns="91425" bIns="45700" anchor="t" anchorCtr="0">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1" i="0" u="none" strike="noStrike" kern="0" cap="none" spc="0" normalizeH="0" baseline="0" noProof="0">
                <a:ln>
                  <a:noFill/>
                </a:ln>
                <a:solidFill>
                  <a:srgbClr val="101141"/>
                </a:solidFill>
                <a:effectLst/>
                <a:uLnTx/>
                <a:uFillTx/>
                <a:latin typeface="Arial"/>
                <a:ea typeface="Arial"/>
                <a:cs typeface="Arial"/>
                <a:sym typeface="Arial"/>
              </a:rPr>
              <a:t>BITS </a:t>
            </a:r>
            <a:r>
              <a:rPr kumimoji="0" lang="en-US" sz="1100" b="0" i="0" u="none" strike="noStrike" kern="0" cap="none" spc="0" normalizeH="0" baseline="0" noProof="0">
                <a:ln>
                  <a:noFill/>
                </a:ln>
                <a:solidFill>
                  <a:srgbClr val="101141"/>
                </a:solidFill>
                <a:effectLst/>
                <a:uLnTx/>
                <a:uFillTx/>
                <a:latin typeface="Arial"/>
                <a:ea typeface="Arial"/>
                <a:cs typeface="Arial"/>
                <a:sym typeface="Arial"/>
              </a:rPr>
              <a:t>Pilani, Pilani Campus</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23" name="Google Shape;323;p87"/>
          <p:cNvSpPr txBox="1">
            <a:spLocks noGrp="1"/>
          </p:cNvSpPr>
          <p:nvPr>
            <p:ph type="body" idx="1"/>
          </p:nvPr>
        </p:nvSpPr>
        <p:spPr>
          <a:xfrm rot="5400000">
            <a:off x="2309018" y="-251619"/>
            <a:ext cx="4525963"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24" name="Google Shape;324;p87"/>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2224722445"/>
      </p:ext>
    </p:extLst>
  </p:cSld>
  <p:clrMapOvr>
    <a:masterClrMapping/>
  </p:clrMapOvr>
</p:sldLayout>
</file>

<file path=ppt/slideLayouts/slideLayout260.xml><?xml version="1.0" encoding="utf-8"?>
<p:sldLayout xmlns:a="http://schemas.openxmlformats.org/drawingml/2006/main" xmlns:r="http://schemas.openxmlformats.org/officeDocument/2006/relationships" xmlns:p="http://schemas.openxmlformats.org/presentationml/2006/main" matchingName="Vertical Title and Text">
  <p:cSld name="Vertical Title and Text">
    <p:spTree>
      <p:nvGrpSpPr>
        <p:cNvPr id="1" name="Shape 325"/>
        <p:cNvGrpSpPr/>
        <p:nvPr/>
      </p:nvGrpSpPr>
      <p:grpSpPr>
        <a:xfrm>
          <a:off x="0" y="0"/>
          <a:ext cx="0" cy="0"/>
          <a:chOff x="0" y="0"/>
          <a:chExt cx="0" cy="0"/>
        </a:xfrm>
      </p:grpSpPr>
      <p:grpSp>
        <p:nvGrpSpPr>
          <p:cNvPr id="326" name="Google Shape;326;p88"/>
          <p:cNvGrpSpPr/>
          <p:nvPr/>
        </p:nvGrpSpPr>
        <p:grpSpPr>
          <a:xfrm rot="5400000">
            <a:off x="5006182" y="2567781"/>
            <a:ext cx="5181600" cy="46037"/>
            <a:chOff x="1905000" y="6553200"/>
            <a:chExt cx="7010400" cy="45719"/>
          </a:xfrm>
        </p:grpSpPr>
        <p:sp>
          <p:nvSpPr>
            <p:cNvPr id="327" name="Google Shape;327;p88"/>
            <p:cNvSpPr/>
            <p:nvPr/>
          </p:nvSpPr>
          <p:spPr>
            <a:xfrm>
              <a:off x="4267574" y="6553200"/>
              <a:ext cx="2328209"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328" name="Google Shape;328;p88"/>
            <p:cNvSpPr/>
            <p:nvPr/>
          </p:nvSpPr>
          <p:spPr>
            <a:xfrm>
              <a:off x="1905000" y="6553200"/>
              <a:ext cx="2362574"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329" name="Google Shape;329;p88"/>
            <p:cNvSpPr/>
            <p:nvPr/>
          </p:nvSpPr>
          <p:spPr>
            <a:xfrm>
              <a:off x="6587191" y="6553200"/>
              <a:ext cx="2328209"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grpSp>
      <p:pic>
        <p:nvPicPr>
          <p:cNvPr id="330" name="Google Shape;330;p88" descr="Picture 7.png"/>
          <p:cNvPicPr preferRelativeResize="0"/>
          <p:nvPr/>
        </p:nvPicPr>
        <p:blipFill rotWithShape="1">
          <a:blip r:embed="rId2">
            <a:alphaModFix/>
          </a:blip>
          <a:srcRect l="5336" t="1923"/>
          <a:stretch/>
        </p:blipFill>
        <p:spPr>
          <a:xfrm>
            <a:off x="-7938" y="381000"/>
            <a:ext cx="692151" cy="2193925"/>
          </a:xfrm>
          <a:prstGeom prst="rect">
            <a:avLst/>
          </a:prstGeom>
          <a:noFill/>
          <a:ln>
            <a:noFill/>
          </a:ln>
        </p:spPr>
      </p:pic>
      <p:sp>
        <p:nvSpPr>
          <p:cNvPr id="331" name="Google Shape;331;p88"/>
          <p:cNvSpPr txBox="1"/>
          <p:nvPr/>
        </p:nvSpPr>
        <p:spPr>
          <a:xfrm rot="5400000">
            <a:off x="-2794793" y="3809206"/>
            <a:ext cx="5867400" cy="230187"/>
          </a:xfrm>
          <a:prstGeom prst="rect">
            <a:avLst/>
          </a:prstGeom>
          <a:noFill/>
          <a:ln>
            <a:noFill/>
          </a:ln>
        </p:spPr>
        <p:txBody>
          <a:bodyPr spcFirstLastPara="1" wrap="square" lIns="91425" tIns="45700" rIns="91425" bIns="45700" anchor="t" anchorCtr="0">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00" b="1" i="0" u="none" strike="noStrike" kern="0" cap="none" spc="0" normalizeH="0" baseline="0" noProof="0">
                <a:ln>
                  <a:noFill/>
                </a:ln>
                <a:solidFill>
                  <a:srgbClr val="101141"/>
                </a:solidFill>
                <a:effectLst/>
                <a:uLnTx/>
                <a:uFillTx/>
                <a:latin typeface="Arial"/>
                <a:ea typeface="Arial"/>
                <a:cs typeface="Arial"/>
                <a:sym typeface="Arial"/>
              </a:rPr>
              <a:t>BITS </a:t>
            </a:r>
            <a:r>
              <a:rPr kumimoji="0" lang="en-US" sz="900" b="0" i="0" u="none" strike="noStrike" kern="0" cap="none" spc="0" normalizeH="0" baseline="0" noProof="0">
                <a:ln>
                  <a:noFill/>
                </a:ln>
                <a:solidFill>
                  <a:srgbClr val="101141"/>
                </a:solidFill>
                <a:effectLst/>
                <a:uLnTx/>
                <a:uFillTx/>
                <a:latin typeface="Arial"/>
                <a:ea typeface="Arial"/>
                <a:cs typeface="Arial"/>
                <a:sym typeface="Arial"/>
              </a:rPr>
              <a:t>Pilani, Pilani Campus</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32" name="Google Shape;332;p88"/>
          <p:cNvSpPr txBox="1">
            <a:spLocks noGrp="1"/>
          </p:cNvSpPr>
          <p:nvPr>
            <p:ph type="body" idx="1"/>
          </p:nvPr>
        </p:nvSpPr>
        <p:spPr>
          <a:xfrm rot="5400000">
            <a:off x="1303338" y="296863"/>
            <a:ext cx="5851525" cy="6019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33" name="Google Shape;333;p88"/>
          <p:cNvSpPr txBox="1">
            <a:spLocks noGrp="1"/>
          </p:cNvSpPr>
          <p:nvPr>
            <p:ph type="body" idx="2"/>
          </p:nvPr>
        </p:nvSpPr>
        <p:spPr>
          <a:xfrm rot="5400000">
            <a:off x="5410200" y="2743200"/>
            <a:ext cx="58674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3347178850"/>
      </p:ext>
    </p:extLst>
  </p:cSld>
  <p:clrMapOvr>
    <a:masterClrMapping/>
  </p:clrMapOvr>
</p:sldLayout>
</file>

<file path=ppt/slideLayouts/slideLayout261.xml><?xml version="1.0" encoding="utf-8"?>
<p:sldLayout xmlns:a="http://schemas.openxmlformats.org/drawingml/2006/main" xmlns:r="http://schemas.openxmlformats.org/officeDocument/2006/relationships" xmlns:p="http://schemas.openxmlformats.org/presentationml/2006/main" matchingName="1_Custom Layout">
  <p:cSld name="1_Custom Layout">
    <p:bg>
      <p:bgPr>
        <a:blipFill>
          <a:blip r:embed="rId2">
            <a:alphaModFix/>
          </a:blip>
          <a:stretch>
            <a:fillRect/>
          </a:stretch>
        </a:blipFill>
        <a:effectLst/>
      </p:bgPr>
    </p:bg>
    <p:spTree>
      <p:nvGrpSpPr>
        <p:cNvPr id="1" name="Shape 334"/>
        <p:cNvGrpSpPr/>
        <p:nvPr/>
      </p:nvGrpSpPr>
      <p:grpSpPr>
        <a:xfrm>
          <a:off x="0" y="0"/>
          <a:ext cx="0" cy="0"/>
          <a:chOff x="0" y="0"/>
          <a:chExt cx="0" cy="0"/>
        </a:xfrm>
      </p:grpSpPr>
      <p:sp>
        <p:nvSpPr>
          <p:cNvPr id="335" name="Google Shape;335;p89"/>
          <p:cNvSpPr/>
          <p:nvPr/>
        </p:nvSpPr>
        <p:spPr>
          <a:xfrm>
            <a:off x="0" y="3352800"/>
            <a:ext cx="8686800" cy="2743200"/>
          </a:xfrm>
          <a:prstGeom prst="rect">
            <a:avLst/>
          </a:prstGeom>
          <a:solidFill>
            <a:srgbClr val="10114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336" name="Google Shape;336;p89"/>
          <p:cNvSpPr/>
          <p:nvPr/>
        </p:nvSpPr>
        <p:spPr>
          <a:xfrm>
            <a:off x="2895600" y="6096000"/>
            <a:ext cx="2895600" cy="762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337" name="Google Shape;337;p89"/>
          <p:cNvSpPr/>
          <p:nvPr/>
        </p:nvSpPr>
        <p:spPr>
          <a:xfrm>
            <a:off x="0" y="6096000"/>
            <a:ext cx="2895600" cy="762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338" name="Google Shape;338;p89"/>
          <p:cNvSpPr/>
          <p:nvPr/>
        </p:nvSpPr>
        <p:spPr>
          <a:xfrm>
            <a:off x="5791200" y="6096000"/>
            <a:ext cx="2895600" cy="762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pic>
        <p:nvPicPr>
          <p:cNvPr id="339" name="Google Shape;339;p89" descr="BITS_university_logo_whitevert.png"/>
          <p:cNvPicPr preferRelativeResize="0"/>
          <p:nvPr/>
        </p:nvPicPr>
        <p:blipFill rotWithShape="1">
          <a:blip r:embed="rId3">
            <a:alphaModFix/>
          </a:blip>
          <a:srcRect t="2" b="28592"/>
          <a:stretch/>
        </p:blipFill>
        <p:spPr>
          <a:xfrm>
            <a:off x="76200" y="3352800"/>
            <a:ext cx="2057400" cy="1979613"/>
          </a:xfrm>
          <a:prstGeom prst="rect">
            <a:avLst/>
          </a:prstGeom>
          <a:noFill/>
          <a:ln>
            <a:noFill/>
          </a:ln>
        </p:spPr>
      </p:pic>
      <p:sp>
        <p:nvSpPr>
          <p:cNvPr id="340" name="Google Shape;340;p89"/>
          <p:cNvSpPr txBox="1"/>
          <p:nvPr/>
        </p:nvSpPr>
        <p:spPr>
          <a:xfrm>
            <a:off x="-76200" y="5257800"/>
            <a:ext cx="2209800" cy="554038"/>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900" b="1" i="0" u="none" strike="noStrike" kern="0" cap="none" spc="0" normalizeH="0" baseline="0" noProof="0">
                <a:ln>
                  <a:noFill/>
                </a:ln>
                <a:solidFill>
                  <a:srgbClr val="FFFFFF"/>
                </a:solidFill>
                <a:effectLst/>
                <a:uLnTx/>
                <a:uFillTx/>
                <a:latin typeface="Arial"/>
                <a:ea typeface="Arial"/>
                <a:cs typeface="Arial"/>
                <a:sym typeface="Arial"/>
              </a:rPr>
              <a:t>BITS</a:t>
            </a:r>
            <a:r>
              <a:rPr kumimoji="0" lang="en-US" sz="2900" b="0" i="0" u="none" strike="noStrike" kern="0" cap="none" spc="0" normalizeH="0" baseline="0" noProof="0">
                <a:ln>
                  <a:noFill/>
                </a:ln>
                <a:solidFill>
                  <a:srgbClr val="FFFFFF"/>
                </a:solidFill>
                <a:effectLst/>
                <a:uLnTx/>
                <a:uFillTx/>
                <a:latin typeface="Arial"/>
                <a:ea typeface="Arial"/>
                <a:cs typeface="Arial"/>
                <a:sym typeface="Arial"/>
              </a:rPr>
              <a:t> Pilani</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41" name="Google Shape;341;p89"/>
          <p:cNvSpPr txBox="1"/>
          <p:nvPr/>
        </p:nvSpPr>
        <p:spPr>
          <a:xfrm>
            <a:off x="152400" y="5667375"/>
            <a:ext cx="1905000" cy="276225"/>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rgbClr val="FFFFFF"/>
                </a:solidFill>
                <a:effectLst/>
                <a:uLnTx/>
                <a:uFillTx/>
                <a:latin typeface="Arial"/>
                <a:ea typeface="Arial"/>
                <a:cs typeface="Arial"/>
                <a:sym typeface="Arial"/>
              </a:rPr>
              <a:t>Pilani Campus</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42" name="Google Shape;342;p89"/>
          <p:cNvSpPr txBox="1">
            <a:spLocks noGrp="1"/>
          </p:cNvSpPr>
          <p:nvPr>
            <p:ph type="body" idx="1"/>
          </p:nvPr>
        </p:nvSpPr>
        <p:spPr>
          <a:xfrm>
            <a:off x="2514600" y="5410200"/>
            <a:ext cx="6019800" cy="533400"/>
          </a:xfrm>
          <a:prstGeom prst="rect">
            <a:avLst/>
          </a:prstGeom>
          <a:noFill/>
          <a:ln>
            <a:noFill/>
          </a:ln>
        </p:spPr>
        <p:txBody>
          <a:bodyPr spcFirstLastPara="1" wrap="square" lIns="91425" tIns="45700" rIns="91425" bIns="45700" anchor="b" anchorCtr="0">
            <a:noAutofit/>
          </a:bodyPr>
          <a:lstStyle>
            <a:lvl1pPr marL="457200" lvl="0" indent="-228600" algn="r">
              <a:lnSpc>
                <a:spcPct val="100000"/>
              </a:lnSpc>
              <a:spcBef>
                <a:spcPts val="0"/>
              </a:spcBef>
              <a:spcAft>
                <a:spcPts val="0"/>
              </a:spcAft>
              <a:buClr>
                <a:schemeClr val="lt1"/>
              </a:buClr>
              <a:buSzPts val="1800"/>
              <a:buNone/>
              <a:defRPr sz="1800">
                <a:solidFill>
                  <a:schemeClr val="lt1"/>
                </a:solidFil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43" name="Google Shape;343;p89"/>
          <p:cNvSpPr txBox="1">
            <a:spLocks noGrp="1"/>
          </p:cNvSpPr>
          <p:nvPr>
            <p:ph type="title"/>
          </p:nvPr>
        </p:nvSpPr>
        <p:spPr>
          <a:xfrm>
            <a:off x="2514600" y="3810000"/>
            <a:ext cx="6019800" cy="1524000"/>
          </a:xfrm>
          <a:prstGeom prst="rect">
            <a:avLst/>
          </a:prstGeom>
          <a:noFill/>
          <a:ln>
            <a:noFill/>
          </a:ln>
        </p:spPr>
        <p:txBody>
          <a:bodyPr spcFirstLastPara="1" wrap="square" lIns="91425" tIns="45700" rIns="91425" bIns="45700" anchor="ctr" anchorCtr="0">
            <a:noAutofit/>
          </a:bodyPr>
          <a:lstStyle>
            <a:lvl1pPr lvl="0" algn="l">
              <a:lnSpc>
                <a:spcPct val="90909"/>
              </a:lnSpc>
              <a:spcBef>
                <a:spcPts val="0"/>
              </a:spcBef>
              <a:spcAft>
                <a:spcPts val="0"/>
              </a:spcAft>
              <a:buSzPts val="1400"/>
              <a:buNone/>
              <a:defRPr sz="44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extLst>
      <p:ext uri="{BB962C8B-B14F-4D97-AF65-F5344CB8AC3E}">
        <p14:creationId xmlns:p14="http://schemas.microsoft.com/office/powerpoint/2010/main" val="1753571762"/>
      </p:ext>
    </p:extLst>
  </p:cSld>
  <p:clrMapOvr>
    <a:masterClrMapping/>
  </p:clrMapOvr>
</p:sldLayout>
</file>

<file path=ppt/slideLayouts/slideLayout262.xml><?xml version="1.0" encoding="utf-8"?>
<p:sldLayout xmlns:a="http://schemas.openxmlformats.org/drawingml/2006/main" xmlns:r="http://schemas.openxmlformats.org/officeDocument/2006/relationships" xmlns:p="http://schemas.openxmlformats.org/presentationml/2006/main" type="obj">
  <p:cSld name="1_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000000">
                  <a:tint val="75000"/>
                </a:srgbClr>
              </a:solidFill>
              <a:effectLst/>
              <a:uLnTx/>
              <a:uFillTx/>
              <a:latin typeface="Arial"/>
              <a:cs typeface="Arial"/>
              <a:sym typeface="Arial"/>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1D8BD707-D9CF-40AE-B4C6-C98DA3205C09}" type="datetimeFigureOut">
              <a:rPr kumimoji="0" lang="en-US" sz="1200" b="0" i="0" u="none" strike="noStrike" kern="0" cap="none" spc="0" normalizeH="0" baseline="0" noProof="0">
                <a:ln>
                  <a:noFill/>
                </a:ln>
                <a:solidFill>
                  <a:srgbClr val="000000">
                    <a:tint val="75000"/>
                  </a:srgbClr>
                </a:solidFill>
                <a:effectLst/>
                <a:uLnTx/>
                <a:uFillTx/>
                <a:latin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1/17/2026</a:t>
            </a:fld>
            <a:endParaRPr kumimoji="0" lang="en-US" sz="1200" b="0" i="0" u="none" strike="noStrike" kern="0" cap="none" spc="0" normalizeH="0" baseline="0" noProof="0">
              <a:ln>
                <a:noFill/>
              </a:ln>
              <a:solidFill>
                <a:srgbClr val="000000">
                  <a:tint val="75000"/>
                </a:srgbClr>
              </a:solidFill>
              <a:effectLst/>
              <a:uLnTx/>
              <a:uFillTx/>
              <a:latin typeface="Arial"/>
              <a:cs typeface="Arial"/>
              <a:sym typeface="Arial"/>
            </a:endParaRPr>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B6F15528-21DE-4FAA-801E-634DDDAF4B2B}" type="slidenum">
              <a:rPr kumimoji="0" sz="1200" b="0" i="0" u="none" strike="noStrike" kern="0" cap="none" spc="0" normalizeH="0" baseline="0" noProof="0">
                <a:ln>
                  <a:noFill/>
                </a:ln>
                <a:solidFill>
                  <a:srgbClr val="000000">
                    <a:tint val="75000"/>
                  </a:srgbClr>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a:t>
            </a:fld>
            <a:endParaRPr kumimoji="0" sz="1200" b="0" i="0" u="none" strike="noStrike" kern="0" cap="none" spc="0" normalizeH="0" baseline="0" noProof="0">
              <a:ln>
                <a:noFill/>
              </a:ln>
              <a:solidFill>
                <a:srgbClr val="000000">
                  <a:tint val="75000"/>
                </a:srgbClr>
              </a:solidFill>
              <a:effectLst/>
              <a:uLnTx/>
              <a:uFillTx/>
              <a:latin typeface="Arial"/>
              <a:cs typeface="Arial"/>
              <a:sym typeface="Arial"/>
            </a:endParaRPr>
          </a:p>
        </p:txBody>
      </p:sp>
    </p:spTree>
    <p:extLst>
      <p:ext uri="{BB962C8B-B14F-4D97-AF65-F5344CB8AC3E}">
        <p14:creationId xmlns:p14="http://schemas.microsoft.com/office/powerpoint/2010/main" val="3937051013"/>
      </p:ext>
    </p:extLst>
  </p:cSld>
  <p:clrMapOvr>
    <a:masterClrMapping/>
  </p:clrMapOvr>
</p:sldLayout>
</file>

<file path=ppt/slideLayouts/slideLayout263.xml><?xml version="1.0" encoding="utf-8"?>
<p:sldLayout xmlns:a="http://schemas.openxmlformats.org/drawingml/2006/main" xmlns:r="http://schemas.openxmlformats.org/officeDocument/2006/relationships" xmlns:p="http://schemas.openxmlformats.org/presentationml/2006/main" matchingName="Blank_one">
  <p:cSld name="Blank_one">
    <p:spTree>
      <p:nvGrpSpPr>
        <p:cNvPr id="1" name="Shape 87"/>
        <p:cNvGrpSpPr/>
        <p:nvPr/>
      </p:nvGrpSpPr>
      <p:grpSpPr>
        <a:xfrm>
          <a:off x="0" y="0"/>
          <a:ext cx="0" cy="0"/>
          <a:chOff x="0" y="0"/>
          <a:chExt cx="0" cy="0"/>
        </a:xfrm>
      </p:grpSpPr>
      <p:sp>
        <p:nvSpPr>
          <p:cNvPr id="88" name="Google Shape;88;p65"/>
          <p:cNvSpPr txBox="1"/>
          <p:nvPr/>
        </p:nvSpPr>
        <p:spPr>
          <a:xfrm>
            <a:off x="8153400" y="6550025"/>
            <a:ext cx="990600" cy="261610"/>
          </a:xfrm>
          <a:prstGeom prst="rect">
            <a:avLst/>
          </a:prstGeom>
          <a:noFill/>
          <a:ln>
            <a:noFill/>
          </a:ln>
        </p:spPr>
        <p:txBody>
          <a:bodyPr spcFirstLastPara="1" wrap="square" lIns="91425" tIns="45700" rIns="91425" bIns="45700" anchor="t" anchorCtr="0">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1" i="0" u="none" strike="noStrike" kern="0" cap="none" spc="0" normalizeH="0" baseline="0" noProof="0">
                <a:ln>
                  <a:noFill/>
                </a:ln>
                <a:solidFill>
                  <a:srgbClr val="101141"/>
                </a:solidFill>
                <a:effectLst/>
                <a:uLnTx/>
                <a:uFillTx/>
                <a:latin typeface="Arial"/>
                <a:ea typeface="Arial"/>
                <a:cs typeface="Arial"/>
                <a:sym typeface="Arial"/>
              </a:rPr>
              <a:t>BITS </a:t>
            </a:r>
            <a:r>
              <a:rPr kumimoji="0" lang="en-US" sz="1100" b="0" i="0" u="none" strike="noStrike" kern="0" cap="none" spc="0" normalizeH="0" baseline="0" noProof="0">
                <a:ln>
                  <a:noFill/>
                </a:ln>
                <a:solidFill>
                  <a:srgbClr val="101141"/>
                </a:solidFill>
                <a:effectLst/>
                <a:uLnTx/>
                <a:uFillTx/>
                <a:latin typeface="Arial"/>
                <a:ea typeface="Arial"/>
                <a:cs typeface="Arial"/>
                <a:sym typeface="Arial"/>
              </a:rPr>
              <a:t>Pilani</a:t>
            </a:r>
            <a:endParaRPr kumimoji="0" sz="1100" b="0" i="0" u="none" strike="noStrike" kern="0" cap="none" spc="0" normalizeH="0" baseline="0" noProof="0">
              <a:ln>
                <a:noFill/>
              </a:ln>
              <a:solidFill>
                <a:srgbClr val="101141"/>
              </a:solidFill>
              <a:effectLst/>
              <a:uLnTx/>
              <a:uFillTx/>
              <a:latin typeface="Arial"/>
              <a:ea typeface="Arial"/>
              <a:cs typeface="Arial"/>
              <a:sym typeface="Arial"/>
            </a:endParaRPr>
          </a:p>
        </p:txBody>
      </p:sp>
      <p:grpSp>
        <p:nvGrpSpPr>
          <p:cNvPr id="89" name="Google Shape;89;p65"/>
          <p:cNvGrpSpPr/>
          <p:nvPr/>
        </p:nvGrpSpPr>
        <p:grpSpPr>
          <a:xfrm>
            <a:off x="2084388" y="6550025"/>
            <a:ext cx="7059612" cy="49213"/>
            <a:chOff x="2083888" y="6550671"/>
            <a:chExt cx="7060112" cy="48665"/>
          </a:xfrm>
        </p:grpSpPr>
        <p:sp>
          <p:nvSpPr>
            <p:cNvPr id="90" name="Google Shape;90;p65"/>
            <p:cNvSpPr/>
            <p:nvPr/>
          </p:nvSpPr>
          <p:spPr>
            <a:xfrm>
              <a:off x="4630418" y="6550671"/>
              <a:ext cx="2329027" cy="48665"/>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91" name="Google Shape;91;p65"/>
            <p:cNvSpPr/>
            <p:nvPr/>
          </p:nvSpPr>
          <p:spPr>
            <a:xfrm>
              <a:off x="6908642" y="6550671"/>
              <a:ext cx="2235358" cy="45525"/>
            </a:xfrm>
            <a:prstGeom prst="rect">
              <a:avLst/>
            </a:prstGeom>
            <a:solidFill>
              <a:srgbClr val="E31C24"/>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92" name="Google Shape;92;p65"/>
            <p:cNvSpPr/>
            <p:nvPr/>
          </p:nvSpPr>
          <p:spPr>
            <a:xfrm>
              <a:off x="2083888" y="6550671"/>
              <a:ext cx="2581458" cy="48665"/>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grpSp>
      <p:pic>
        <p:nvPicPr>
          <p:cNvPr id="93" name="Google Shape;93;p65" descr="Picture 7.png"/>
          <p:cNvPicPr preferRelativeResize="0"/>
          <p:nvPr/>
        </p:nvPicPr>
        <p:blipFill rotWithShape="1">
          <a:blip r:embed="rId2">
            <a:alphaModFix/>
          </a:blip>
          <a:srcRect l="1923" b="5335"/>
          <a:stretch/>
        </p:blipFill>
        <p:spPr>
          <a:xfrm>
            <a:off x="6629400" y="0"/>
            <a:ext cx="2193925" cy="692150"/>
          </a:xfrm>
          <a:prstGeom prst="rect">
            <a:avLst/>
          </a:prstGeom>
          <a:noFill/>
          <a:ln>
            <a:noFill/>
          </a:ln>
        </p:spPr>
      </p:pic>
      <p:grpSp>
        <p:nvGrpSpPr>
          <p:cNvPr id="94" name="Google Shape;94;p65"/>
          <p:cNvGrpSpPr/>
          <p:nvPr/>
        </p:nvGrpSpPr>
        <p:grpSpPr>
          <a:xfrm>
            <a:off x="2133600" y="6553200"/>
            <a:ext cx="7010400" cy="46038"/>
            <a:chOff x="1905000" y="6553200"/>
            <a:chExt cx="7010400" cy="45719"/>
          </a:xfrm>
        </p:grpSpPr>
        <p:sp>
          <p:nvSpPr>
            <p:cNvPr id="95" name="Google Shape;95;p65"/>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96" name="Google Shape;96;p65"/>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97" name="Google Shape;97;p65"/>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grpSp>
      <p:grpSp>
        <p:nvGrpSpPr>
          <p:cNvPr id="98" name="Google Shape;98;p65"/>
          <p:cNvGrpSpPr/>
          <p:nvPr/>
        </p:nvGrpSpPr>
        <p:grpSpPr>
          <a:xfrm>
            <a:off x="0" y="1295400"/>
            <a:ext cx="7010400" cy="46038"/>
            <a:chOff x="1905000" y="6553200"/>
            <a:chExt cx="7010400" cy="45719"/>
          </a:xfrm>
        </p:grpSpPr>
        <p:sp>
          <p:nvSpPr>
            <p:cNvPr id="99" name="Google Shape;99;p65"/>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100" name="Google Shape;100;p65"/>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101" name="Google Shape;101;p65"/>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grpSp>
    </p:spTree>
    <p:extLst>
      <p:ext uri="{BB962C8B-B14F-4D97-AF65-F5344CB8AC3E}">
        <p14:creationId xmlns:p14="http://schemas.microsoft.com/office/powerpoint/2010/main" val="2717476859"/>
      </p:ext>
    </p:extLst>
  </p:cSld>
  <p:clrMapOvr>
    <a:masterClrMapping/>
  </p:clrMapOvr>
</p:sldLayout>
</file>

<file path=ppt/slideLayouts/slideLayout264.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48"/>
        <p:cNvGrpSpPr/>
        <p:nvPr/>
      </p:nvGrpSpPr>
      <p:grpSpPr>
        <a:xfrm>
          <a:off x="0" y="0"/>
          <a:ext cx="0" cy="0"/>
          <a:chOff x="0" y="0"/>
          <a:chExt cx="0" cy="0"/>
        </a:xfrm>
      </p:grpSpPr>
      <p:sp>
        <p:nvSpPr>
          <p:cNvPr id="49" name="Google Shape;49;p62"/>
          <p:cNvSpPr txBox="1">
            <a:spLocks noGrp="1"/>
          </p:cNvSpPr>
          <p:nvPr>
            <p:ph type="title"/>
          </p:nvPr>
        </p:nvSpPr>
        <p:spPr>
          <a:xfrm>
            <a:off x="395536" y="274638"/>
            <a:ext cx="6120680" cy="850106"/>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chemeClr val="dk1"/>
              </a:buClr>
              <a:buSzPts val="3200"/>
              <a:buFont typeface="Calibri"/>
              <a:buNone/>
              <a:defRPr sz="3600" b="0" i="0" u="none" strike="noStrike" cap="none">
                <a:solidFill>
                  <a:schemeClr val="dk1"/>
                </a:solidFill>
                <a:latin typeface="Cambria" panose="02040503050406030204" pitchFamily="18" charset="0"/>
                <a:ea typeface="Cambria" panose="02040503050406030204" pitchFamily="18" charset="0"/>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dirty="0"/>
          </a:p>
        </p:txBody>
      </p:sp>
      <p:sp>
        <p:nvSpPr>
          <p:cNvPr id="50" name="Google Shape;50;p6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sz="2400">
                <a:latin typeface="Cambria" panose="02040503050406030204" pitchFamily="18" charset="0"/>
                <a:ea typeface="Cambria" panose="02040503050406030204" pitchFamily="18" charset="0"/>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dirty="0"/>
          </a:p>
        </p:txBody>
      </p:sp>
    </p:spTree>
    <p:extLst>
      <p:ext uri="{BB962C8B-B14F-4D97-AF65-F5344CB8AC3E}">
        <p14:creationId xmlns:p14="http://schemas.microsoft.com/office/powerpoint/2010/main" val="1515551805"/>
      </p:ext>
    </p:extLst>
  </p:cSld>
  <p:clrMapOvr>
    <a:masterClrMapping/>
  </p:clrMapOvr>
</p:sldLayout>
</file>

<file path=ppt/slideLayouts/slideLayout265.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19"/>
        <p:cNvGrpSpPr/>
        <p:nvPr/>
      </p:nvGrpSpPr>
      <p:grpSpPr>
        <a:xfrm>
          <a:off x="0" y="0"/>
          <a:ext cx="0" cy="0"/>
          <a:chOff x="0" y="0"/>
          <a:chExt cx="0" cy="0"/>
        </a:xfrm>
      </p:grpSpPr>
      <p:sp>
        <p:nvSpPr>
          <p:cNvPr id="120" name="Google Shape;120;p67"/>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chemeClr val="dk1"/>
              </a:buClr>
              <a:buSzPts val="4400"/>
              <a:buFont typeface="Calibri"/>
              <a:buNone/>
              <a:defRPr sz="4400">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1" name="Google Shape;121;p67"/>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22" name="Google Shape;122;p6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600">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123" name="Google Shape;123;p6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600">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124" name="Google Shape;124;p6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600">
                <a:solidFill>
                  <a:schemeClr val="dk1"/>
                </a:solidFill>
                <a:latin typeface="Tahoma"/>
                <a:ea typeface="Tahoma"/>
                <a:cs typeface="Tahoma"/>
                <a:sym typeface="Tahoma"/>
              </a:defRPr>
            </a:lvl1pPr>
            <a:lvl2pPr marL="0" marR="0" lvl="1" indent="0" algn="l" rtl="0">
              <a:spcBef>
                <a:spcPts val="0"/>
              </a:spcBef>
              <a:spcAft>
                <a:spcPts val="0"/>
              </a:spcAft>
              <a:buNone/>
              <a:defRPr sz="1600">
                <a:solidFill>
                  <a:schemeClr val="dk1"/>
                </a:solidFill>
                <a:latin typeface="Tahoma"/>
                <a:ea typeface="Tahoma"/>
                <a:cs typeface="Tahoma"/>
                <a:sym typeface="Tahoma"/>
              </a:defRPr>
            </a:lvl2pPr>
            <a:lvl3pPr marL="0" marR="0" lvl="2" indent="0" algn="l" rtl="0">
              <a:spcBef>
                <a:spcPts val="0"/>
              </a:spcBef>
              <a:spcAft>
                <a:spcPts val="0"/>
              </a:spcAft>
              <a:buNone/>
              <a:defRPr sz="1600">
                <a:solidFill>
                  <a:schemeClr val="dk1"/>
                </a:solidFill>
                <a:latin typeface="Tahoma"/>
                <a:ea typeface="Tahoma"/>
                <a:cs typeface="Tahoma"/>
                <a:sym typeface="Tahoma"/>
              </a:defRPr>
            </a:lvl3pPr>
            <a:lvl4pPr marL="0" marR="0" lvl="3" indent="0" algn="l" rtl="0">
              <a:spcBef>
                <a:spcPts val="0"/>
              </a:spcBef>
              <a:spcAft>
                <a:spcPts val="0"/>
              </a:spcAft>
              <a:buNone/>
              <a:defRPr sz="1600">
                <a:solidFill>
                  <a:schemeClr val="dk1"/>
                </a:solidFill>
                <a:latin typeface="Tahoma"/>
                <a:ea typeface="Tahoma"/>
                <a:cs typeface="Tahoma"/>
                <a:sym typeface="Tahoma"/>
              </a:defRPr>
            </a:lvl4pPr>
            <a:lvl5pPr marL="0" marR="0" lvl="4" indent="0" algn="l" rtl="0">
              <a:spcBef>
                <a:spcPts val="0"/>
              </a:spcBef>
              <a:spcAft>
                <a:spcPts val="0"/>
              </a:spcAft>
              <a:buNone/>
              <a:defRPr sz="1600">
                <a:solidFill>
                  <a:schemeClr val="dk1"/>
                </a:solidFill>
                <a:latin typeface="Tahoma"/>
                <a:ea typeface="Tahoma"/>
                <a:cs typeface="Tahoma"/>
                <a:sym typeface="Tahoma"/>
              </a:defRPr>
            </a:lvl5pPr>
            <a:lvl6pPr marL="0" marR="0" lvl="5" indent="0" algn="l" rtl="0">
              <a:spcBef>
                <a:spcPts val="0"/>
              </a:spcBef>
              <a:spcAft>
                <a:spcPts val="0"/>
              </a:spcAft>
              <a:buNone/>
              <a:defRPr sz="1600">
                <a:solidFill>
                  <a:schemeClr val="dk1"/>
                </a:solidFill>
                <a:latin typeface="Tahoma"/>
                <a:ea typeface="Tahoma"/>
                <a:cs typeface="Tahoma"/>
                <a:sym typeface="Tahoma"/>
              </a:defRPr>
            </a:lvl6pPr>
            <a:lvl7pPr marL="0" marR="0" lvl="6" indent="0" algn="l" rtl="0">
              <a:spcBef>
                <a:spcPts val="0"/>
              </a:spcBef>
              <a:spcAft>
                <a:spcPts val="0"/>
              </a:spcAft>
              <a:buNone/>
              <a:defRPr sz="1600">
                <a:solidFill>
                  <a:schemeClr val="dk1"/>
                </a:solidFill>
                <a:latin typeface="Tahoma"/>
                <a:ea typeface="Tahoma"/>
                <a:cs typeface="Tahoma"/>
                <a:sym typeface="Tahoma"/>
              </a:defRPr>
            </a:lvl7pPr>
            <a:lvl8pPr marL="0" marR="0" lvl="7" indent="0" algn="l" rtl="0">
              <a:spcBef>
                <a:spcPts val="0"/>
              </a:spcBef>
              <a:spcAft>
                <a:spcPts val="0"/>
              </a:spcAft>
              <a:buNone/>
              <a:defRPr sz="1600">
                <a:solidFill>
                  <a:schemeClr val="dk1"/>
                </a:solidFill>
                <a:latin typeface="Tahoma"/>
                <a:ea typeface="Tahoma"/>
                <a:cs typeface="Tahoma"/>
                <a:sym typeface="Tahoma"/>
              </a:defRPr>
            </a:lvl8pPr>
            <a:lvl9pPr marL="0" marR="0" lvl="8" indent="0" algn="l" rtl="0">
              <a:spcBef>
                <a:spcPts val="0"/>
              </a:spcBef>
              <a:spcAft>
                <a:spcPts val="0"/>
              </a:spcAft>
              <a:buNone/>
              <a:defRPr sz="1600">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600" b="0"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a:t>
            </a:fld>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2929912267"/>
      </p:ext>
    </p:extLst>
  </p:cSld>
  <p:clrMapOvr>
    <a:masterClrMapping/>
  </p:clrMapOvr>
</p:sldLayout>
</file>

<file path=ppt/slideLayouts/slideLayout266.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25"/>
        <p:cNvGrpSpPr/>
        <p:nvPr/>
      </p:nvGrpSpPr>
      <p:grpSpPr>
        <a:xfrm>
          <a:off x="0" y="0"/>
          <a:ext cx="0" cy="0"/>
          <a:chOff x="0" y="0"/>
          <a:chExt cx="0" cy="0"/>
        </a:xfrm>
      </p:grpSpPr>
      <p:sp>
        <p:nvSpPr>
          <p:cNvPr id="126" name="Google Shape;126;p68"/>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4000"/>
              <a:buFont typeface="Calibri"/>
              <a:buNone/>
              <a:defRPr sz="4000" b="1"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7" name="Google Shape;127;p68"/>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128" name="Google Shape;128;p6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600">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129" name="Google Shape;129;p6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600">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130" name="Google Shape;130;p6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600">
                <a:solidFill>
                  <a:schemeClr val="dk1"/>
                </a:solidFill>
                <a:latin typeface="Tahoma"/>
                <a:ea typeface="Tahoma"/>
                <a:cs typeface="Tahoma"/>
                <a:sym typeface="Tahoma"/>
              </a:defRPr>
            </a:lvl1pPr>
            <a:lvl2pPr marL="0" marR="0" lvl="1" indent="0" algn="l" rtl="0">
              <a:spcBef>
                <a:spcPts val="0"/>
              </a:spcBef>
              <a:spcAft>
                <a:spcPts val="0"/>
              </a:spcAft>
              <a:buNone/>
              <a:defRPr sz="1600">
                <a:solidFill>
                  <a:schemeClr val="dk1"/>
                </a:solidFill>
                <a:latin typeface="Tahoma"/>
                <a:ea typeface="Tahoma"/>
                <a:cs typeface="Tahoma"/>
                <a:sym typeface="Tahoma"/>
              </a:defRPr>
            </a:lvl2pPr>
            <a:lvl3pPr marL="0" marR="0" lvl="2" indent="0" algn="l" rtl="0">
              <a:spcBef>
                <a:spcPts val="0"/>
              </a:spcBef>
              <a:spcAft>
                <a:spcPts val="0"/>
              </a:spcAft>
              <a:buNone/>
              <a:defRPr sz="1600">
                <a:solidFill>
                  <a:schemeClr val="dk1"/>
                </a:solidFill>
                <a:latin typeface="Tahoma"/>
                <a:ea typeface="Tahoma"/>
                <a:cs typeface="Tahoma"/>
                <a:sym typeface="Tahoma"/>
              </a:defRPr>
            </a:lvl3pPr>
            <a:lvl4pPr marL="0" marR="0" lvl="3" indent="0" algn="l" rtl="0">
              <a:spcBef>
                <a:spcPts val="0"/>
              </a:spcBef>
              <a:spcAft>
                <a:spcPts val="0"/>
              </a:spcAft>
              <a:buNone/>
              <a:defRPr sz="1600">
                <a:solidFill>
                  <a:schemeClr val="dk1"/>
                </a:solidFill>
                <a:latin typeface="Tahoma"/>
                <a:ea typeface="Tahoma"/>
                <a:cs typeface="Tahoma"/>
                <a:sym typeface="Tahoma"/>
              </a:defRPr>
            </a:lvl4pPr>
            <a:lvl5pPr marL="0" marR="0" lvl="4" indent="0" algn="l" rtl="0">
              <a:spcBef>
                <a:spcPts val="0"/>
              </a:spcBef>
              <a:spcAft>
                <a:spcPts val="0"/>
              </a:spcAft>
              <a:buNone/>
              <a:defRPr sz="1600">
                <a:solidFill>
                  <a:schemeClr val="dk1"/>
                </a:solidFill>
                <a:latin typeface="Tahoma"/>
                <a:ea typeface="Tahoma"/>
                <a:cs typeface="Tahoma"/>
                <a:sym typeface="Tahoma"/>
              </a:defRPr>
            </a:lvl5pPr>
            <a:lvl6pPr marL="0" marR="0" lvl="5" indent="0" algn="l" rtl="0">
              <a:spcBef>
                <a:spcPts val="0"/>
              </a:spcBef>
              <a:spcAft>
                <a:spcPts val="0"/>
              </a:spcAft>
              <a:buNone/>
              <a:defRPr sz="1600">
                <a:solidFill>
                  <a:schemeClr val="dk1"/>
                </a:solidFill>
                <a:latin typeface="Tahoma"/>
                <a:ea typeface="Tahoma"/>
                <a:cs typeface="Tahoma"/>
                <a:sym typeface="Tahoma"/>
              </a:defRPr>
            </a:lvl6pPr>
            <a:lvl7pPr marL="0" marR="0" lvl="6" indent="0" algn="l" rtl="0">
              <a:spcBef>
                <a:spcPts val="0"/>
              </a:spcBef>
              <a:spcAft>
                <a:spcPts val="0"/>
              </a:spcAft>
              <a:buNone/>
              <a:defRPr sz="1600">
                <a:solidFill>
                  <a:schemeClr val="dk1"/>
                </a:solidFill>
                <a:latin typeface="Tahoma"/>
                <a:ea typeface="Tahoma"/>
                <a:cs typeface="Tahoma"/>
                <a:sym typeface="Tahoma"/>
              </a:defRPr>
            </a:lvl7pPr>
            <a:lvl8pPr marL="0" marR="0" lvl="7" indent="0" algn="l" rtl="0">
              <a:spcBef>
                <a:spcPts val="0"/>
              </a:spcBef>
              <a:spcAft>
                <a:spcPts val="0"/>
              </a:spcAft>
              <a:buNone/>
              <a:defRPr sz="1600">
                <a:solidFill>
                  <a:schemeClr val="dk1"/>
                </a:solidFill>
                <a:latin typeface="Tahoma"/>
                <a:ea typeface="Tahoma"/>
                <a:cs typeface="Tahoma"/>
                <a:sym typeface="Tahoma"/>
              </a:defRPr>
            </a:lvl8pPr>
            <a:lvl9pPr marL="0" marR="0" lvl="8" indent="0" algn="l" rtl="0">
              <a:spcBef>
                <a:spcPts val="0"/>
              </a:spcBef>
              <a:spcAft>
                <a:spcPts val="0"/>
              </a:spcAft>
              <a:buNone/>
              <a:defRPr sz="1600">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600" b="0"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a:t>
            </a:fld>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3247750708"/>
      </p:ext>
    </p:extLst>
  </p:cSld>
  <p:clrMapOvr>
    <a:masterClrMapping/>
  </p:clrMapOvr>
</p:sldLayout>
</file>

<file path=ppt/slideLayouts/slideLayout267.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131"/>
        <p:cNvGrpSpPr/>
        <p:nvPr/>
      </p:nvGrpSpPr>
      <p:grpSpPr>
        <a:xfrm>
          <a:off x="0" y="0"/>
          <a:ext cx="0" cy="0"/>
          <a:chOff x="0" y="0"/>
          <a:chExt cx="0" cy="0"/>
        </a:xfrm>
      </p:grpSpPr>
      <p:sp>
        <p:nvSpPr>
          <p:cNvPr id="132" name="Google Shape;132;p6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chemeClr val="dk1"/>
              </a:buClr>
              <a:buSzPts val="4400"/>
              <a:buFont typeface="Calibri"/>
              <a:buNone/>
              <a:defRPr sz="4400">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3" name="Google Shape;133;p69"/>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34" name="Google Shape;134;p69"/>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35" name="Google Shape;135;p6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600">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136" name="Google Shape;136;p6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600">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137" name="Google Shape;137;p6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600">
                <a:solidFill>
                  <a:schemeClr val="dk1"/>
                </a:solidFill>
                <a:latin typeface="Tahoma"/>
                <a:ea typeface="Tahoma"/>
                <a:cs typeface="Tahoma"/>
                <a:sym typeface="Tahoma"/>
              </a:defRPr>
            </a:lvl1pPr>
            <a:lvl2pPr marL="0" marR="0" lvl="1" indent="0" algn="l" rtl="0">
              <a:spcBef>
                <a:spcPts val="0"/>
              </a:spcBef>
              <a:spcAft>
                <a:spcPts val="0"/>
              </a:spcAft>
              <a:buNone/>
              <a:defRPr sz="1600">
                <a:solidFill>
                  <a:schemeClr val="dk1"/>
                </a:solidFill>
                <a:latin typeface="Tahoma"/>
                <a:ea typeface="Tahoma"/>
                <a:cs typeface="Tahoma"/>
                <a:sym typeface="Tahoma"/>
              </a:defRPr>
            </a:lvl2pPr>
            <a:lvl3pPr marL="0" marR="0" lvl="2" indent="0" algn="l" rtl="0">
              <a:spcBef>
                <a:spcPts val="0"/>
              </a:spcBef>
              <a:spcAft>
                <a:spcPts val="0"/>
              </a:spcAft>
              <a:buNone/>
              <a:defRPr sz="1600">
                <a:solidFill>
                  <a:schemeClr val="dk1"/>
                </a:solidFill>
                <a:latin typeface="Tahoma"/>
                <a:ea typeface="Tahoma"/>
                <a:cs typeface="Tahoma"/>
                <a:sym typeface="Tahoma"/>
              </a:defRPr>
            </a:lvl3pPr>
            <a:lvl4pPr marL="0" marR="0" lvl="3" indent="0" algn="l" rtl="0">
              <a:spcBef>
                <a:spcPts val="0"/>
              </a:spcBef>
              <a:spcAft>
                <a:spcPts val="0"/>
              </a:spcAft>
              <a:buNone/>
              <a:defRPr sz="1600">
                <a:solidFill>
                  <a:schemeClr val="dk1"/>
                </a:solidFill>
                <a:latin typeface="Tahoma"/>
                <a:ea typeface="Tahoma"/>
                <a:cs typeface="Tahoma"/>
                <a:sym typeface="Tahoma"/>
              </a:defRPr>
            </a:lvl4pPr>
            <a:lvl5pPr marL="0" marR="0" lvl="4" indent="0" algn="l" rtl="0">
              <a:spcBef>
                <a:spcPts val="0"/>
              </a:spcBef>
              <a:spcAft>
                <a:spcPts val="0"/>
              </a:spcAft>
              <a:buNone/>
              <a:defRPr sz="1600">
                <a:solidFill>
                  <a:schemeClr val="dk1"/>
                </a:solidFill>
                <a:latin typeface="Tahoma"/>
                <a:ea typeface="Tahoma"/>
                <a:cs typeface="Tahoma"/>
                <a:sym typeface="Tahoma"/>
              </a:defRPr>
            </a:lvl5pPr>
            <a:lvl6pPr marL="0" marR="0" lvl="5" indent="0" algn="l" rtl="0">
              <a:spcBef>
                <a:spcPts val="0"/>
              </a:spcBef>
              <a:spcAft>
                <a:spcPts val="0"/>
              </a:spcAft>
              <a:buNone/>
              <a:defRPr sz="1600">
                <a:solidFill>
                  <a:schemeClr val="dk1"/>
                </a:solidFill>
                <a:latin typeface="Tahoma"/>
                <a:ea typeface="Tahoma"/>
                <a:cs typeface="Tahoma"/>
                <a:sym typeface="Tahoma"/>
              </a:defRPr>
            </a:lvl6pPr>
            <a:lvl7pPr marL="0" marR="0" lvl="6" indent="0" algn="l" rtl="0">
              <a:spcBef>
                <a:spcPts val="0"/>
              </a:spcBef>
              <a:spcAft>
                <a:spcPts val="0"/>
              </a:spcAft>
              <a:buNone/>
              <a:defRPr sz="1600">
                <a:solidFill>
                  <a:schemeClr val="dk1"/>
                </a:solidFill>
                <a:latin typeface="Tahoma"/>
                <a:ea typeface="Tahoma"/>
                <a:cs typeface="Tahoma"/>
                <a:sym typeface="Tahoma"/>
              </a:defRPr>
            </a:lvl7pPr>
            <a:lvl8pPr marL="0" marR="0" lvl="7" indent="0" algn="l" rtl="0">
              <a:spcBef>
                <a:spcPts val="0"/>
              </a:spcBef>
              <a:spcAft>
                <a:spcPts val="0"/>
              </a:spcAft>
              <a:buNone/>
              <a:defRPr sz="1600">
                <a:solidFill>
                  <a:schemeClr val="dk1"/>
                </a:solidFill>
                <a:latin typeface="Tahoma"/>
                <a:ea typeface="Tahoma"/>
                <a:cs typeface="Tahoma"/>
                <a:sym typeface="Tahoma"/>
              </a:defRPr>
            </a:lvl8pPr>
            <a:lvl9pPr marL="0" marR="0" lvl="8" indent="0" algn="l" rtl="0">
              <a:spcBef>
                <a:spcPts val="0"/>
              </a:spcBef>
              <a:spcAft>
                <a:spcPts val="0"/>
              </a:spcAft>
              <a:buNone/>
              <a:defRPr sz="1600">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600" b="0"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a:t>
            </a:fld>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2037095433"/>
      </p:ext>
    </p:extLst>
  </p:cSld>
  <p:clrMapOvr>
    <a:masterClrMapping/>
  </p:clrMapOvr>
</p:sldLayout>
</file>

<file path=ppt/slideLayouts/slideLayout268.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138"/>
        <p:cNvGrpSpPr/>
        <p:nvPr/>
      </p:nvGrpSpPr>
      <p:grpSpPr>
        <a:xfrm>
          <a:off x="0" y="0"/>
          <a:ext cx="0" cy="0"/>
          <a:chOff x="0" y="0"/>
          <a:chExt cx="0" cy="0"/>
        </a:xfrm>
      </p:grpSpPr>
      <p:sp>
        <p:nvSpPr>
          <p:cNvPr id="139" name="Google Shape;139;p7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chemeClr val="dk1"/>
              </a:buClr>
              <a:buSzPts val="4400"/>
              <a:buFont typeface="Calibri"/>
              <a:buNone/>
              <a:defRPr sz="4400">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40" name="Google Shape;140;p70"/>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141" name="Google Shape;141;p70"/>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142" name="Google Shape;142;p70"/>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143" name="Google Shape;143;p70"/>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144" name="Google Shape;144;p7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600">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145" name="Google Shape;145;p7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600">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146" name="Google Shape;146;p7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600">
                <a:solidFill>
                  <a:schemeClr val="dk1"/>
                </a:solidFill>
                <a:latin typeface="Tahoma"/>
                <a:ea typeface="Tahoma"/>
                <a:cs typeface="Tahoma"/>
                <a:sym typeface="Tahoma"/>
              </a:defRPr>
            </a:lvl1pPr>
            <a:lvl2pPr marL="0" marR="0" lvl="1" indent="0" algn="l" rtl="0">
              <a:spcBef>
                <a:spcPts val="0"/>
              </a:spcBef>
              <a:spcAft>
                <a:spcPts val="0"/>
              </a:spcAft>
              <a:buNone/>
              <a:defRPr sz="1600">
                <a:solidFill>
                  <a:schemeClr val="dk1"/>
                </a:solidFill>
                <a:latin typeface="Tahoma"/>
                <a:ea typeface="Tahoma"/>
                <a:cs typeface="Tahoma"/>
                <a:sym typeface="Tahoma"/>
              </a:defRPr>
            </a:lvl2pPr>
            <a:lvl3pPr marL="0" marR="0" lvl="2" indent="0" algn="l" rtl="0">
              <a:spcBef>
                <a:spcPts val="0"/>
              </a:spcBef>
              <a:spcAft>
                <a:spcPts val="0"/>
              </a:spcAft>
              <a:buNone/>
              <a:defRPr sz="1600">
                <a:solidFill>
                  <a:schemeClr val="dk1"/>
                </a:solidFill>
                <a:latin typeface="Tahoma"/>
                <a:ea typeface="Tahoma"/>
                <a:cs typeface="Tahoma"/>
                <a:sym typeface="Tahoma"/>
              </a:defRPr>
            </a:lvl3pPr>
            <a:lvl4pPr marL="0" marR="0" lvl="3" indent="0" algn="l" rtl="0">
              <a:spcBef>
                <a:spcPts val="0"/>
              </a:spcBef>
              <a:spcAft>
                <a:spcPts val="0"/>
              </a:spcAft>
              <a:buNone/>
              <a:defRPr sz="1600">
                <a:solidFill>
                  <a:schemeClr val="dk1"/>
                </a:solidFill>
                <a:latin typeface="Tahoma"/>
                <a:ea typeface="Tahoma"/>
                <a:cs typeface="Tahoma"/>
                <a:sym typeface="Tahoma"/>
              </a:defRPr>
            </a:lvl4pPr>
            <a:lvl5pPr marL="0" marR="0" lvl="4" indent="0" algn="l" rtl="0">
              <a:spcBef>
                <a:spcPts val="0"/>
              </a:spcBef>
              <a:spcAft>
                <a:spcPts val="0"/>
              </a:spcAft>
              <a:buNone/>
              <a:defRPr sz="1600">
                <a:solidFill>
                  <a:schemeClr val="dk1"/>
                </a:solidFill>
                <a:latin typeface="Tahoma"/>
                <a:ea typeface="Tahoma"/>
                <a:cs typeface="Tahoma"/>
                <a:sym typeface="Tahoma"/>
              </a:defRPr>
            </a:lvl5pPr>
            <a:lvl6pPr marL="0" marR="0" lvl="5" indent="0" algn="l" rtl="0">
              <a:spcBef>
                <a:spcPts val="0"/>
              </a:spcBef>
              <a:spcAft>
                <a:spcPts val="0"/>
              </a:spcAft>
              <a:buNone/>
              <a:defRPr sz="1600">
                <a:solidFill>
                  <a:schemeClr val="dk1"/>
                </a:solidFill>
                <a:latin typeface="Tahoma"/>
                <a:ea typeface="Tahoma"/>
                <a:cs typeface="Tahoma"/>
                <a:sym typeface="Tahoma"/>
              </a:defRPr>
            </a:lvl6pPr>
            <a:lvl7pPr marL="0" marR="0" lvl="6" indent="0" algn="l" rtl="0">
              <a:spcBef>
                <a:spcPts val="0"/>
              </a:spcBef>
              <a:spcAft>
                <a:spcPts val="0"/>
              </a:spcAft>
              <a:buNone/>
              <a:defRPr sz="1600">
                <a:solidFill>
                  <a:schemeClr val="dk1"/>
                </a:solidFill>
                <a:latin typeface="Tahoma"/>
                <a:ea typeface="Tahoma"/>
                <a:cs typeface="Tahoma"/>
                <a:sym typeface="Tahoma"/>
              </a:defRPr>
            </a:lvl7pPr>
            <a:lvl8pPr marL="0" marR="0" lvl="7" indent="0" algn="l" rtl="0">
              <a:spcBef>
                <a:spcPts val="0"/>
              </a:spcBef>
              <a:spcAft>
                <a:spcPts val="0"/>
              </a:spcAft>
              <a:buNone/>
              <a:defRPr sz="1600">
                <a:solidFill>
                  <a:schemeClr val="dk1"/>
                </a:solidFill>
                <a:latin typeface="Tahoma"/>
                <a:ea typeface="Tahoma"/>
                <a:cs typeface="Tahoma"/>
                <a:sym typeface="Tahoma"/>
              </a:defRPr>
            </a:lvl8pPr>
            <a:lvl9pPr marL="0" marR="0" lvl="8" indent="0" algn="l" rtl="0">
              <a:spcBef>
                <a:spcPts val="0"/>
              </a:spcBef>
              <a:spcAft>
                <a:spcPts val="0"/>
              </a:spcAft>
              <a:buNone/>
              <a:defRPr sz="1600">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600" b="0"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a:t>
            </a:fld>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4167097754"/>
      </p:ext>
    </p:extLst>
  </p:cSld>
  <p:clrMapOvr>
    <a:masterClrMapping/>
  </p:clrMapOvr>
</p:sldLayout>
</file>

<file path=ppt/slideLayouts/slideLayout26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2"/>
        <p:cNvGrpSpPr/>
        <p:nvPr/>
      </p:nvGrpSpPr>
      <p:grpSpPr>
        <a:xfrm>
          <a:off x="0" y="0"/>
          <a:ext cx="0" cy="0"/>
          <a:chOff x="0" y="0"/>
          <a:chExt cx="0" cy="0"/>
        </a:xfrm>
      </p:grpSpPr>
      <p:sp>
        <p:nvSpPr>
          <p:cNvPr id="153" name="Google Shape;153;p7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600">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154" name="Google Shape;154;p7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600">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155" name="Google Shape;155;p7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600">
                <a:solidFill>
                  <a:schemeClr val="dk1"/>
                </a:solidFill>
                <a:latin typeface="Tahoma"/>
                <a:ea typeface="Tahoma"/>
                <a:cs typeface="Tahoma"/>
                <a:sym typeface="Tahoma"/>
              </a:defRPr>
            </a:lvl1pPr>
            <a:lvl2pPr marL="0" marR="0" lvl="1" indent="0" algn="l" rtl="0">
              <a:spcBef>
                <a:spcPts val="0"/>
              </a:spcBef>
              <a:spcAft>
                <a:spcPts val="0"/>
              </a:spcAft>
              <a:buNone/>
              <a:defRPr sz="1600">
                <a:solidFill>
                  <a:schemeClr val="dk1"/>
                </a:solidFill>
                <a:latin typeface="Tahoma"/>
                <a:ea typeface="Tahoma"/>
                <a:cs typeface="Tahoma"/>
                <a:sym typeface="Tahoma"/>
              </a:defRPr>
            </a:lvl2pPr>
            <a:lvl3pPr marL="0" marR="0" lvl="2" indent="0" algn="l" rtl="0">
              <a:spcBef>
                <a:spcPts val="0"/>
              </a:spcBef>
              <a:spcAft>
                <a:spcPts val="0"/>
              </a:spcAft>
              <a:buNone/>
              <a:defRPr sz="1600">
                <a:solidFill>
                  <a:schemeClr val="dk1"/>
                </a:solidFill>
                <a:latin typeface="Tahoma"/>
                <a:ea typeface="Tahoma"/>
                <a:cs typeface="Tahoma"/>
                <a:sym typeface="Tahoma"/>
              </a:defRPr>
            </a:lvl3pPr>
            <a:lvl4pPr marL="0" marR="0" lvl="3" indent="0" algn="l" rtl="0">
              <a:spcBef>
                <a:spcPts val="0"/>
              </a:spcBef>
              <a:spcAft>
                <a:spcPts val="0"/>
              </a:spcAft>
              <a:buNone/>
              <a:defRPr sz="1600">
                <a:solidFill>
                  <a:schemeClr val="dk1"/>
                </a:solidFill>
                <a:latin typeface="Tahoma"/>
                <a:ea typeface="Tahoma"/>
                <a:cs typeface="Tahoma"/>
                <a:sym typeface="Tahoma"/>
              </a:defRPr>
            </a:lvl4pPr>
            <a:lvl5pPr marL="0" marR="0" lvl="4" indent="0" algn="l" rtl="0">
              <a:spcBef>
                <a:spcPts val="0"/>
              </a:spcBef>
              <a:spcAft>
                <a:spcPts val="0"/>
              </a:spcAft>
              <a:buNone/>
              <a:defRPr sz="1600">
                <a:solidFill>
                  <a:schemeClr val="dk1"/>
                </a:solidFill>
                <a:latin typeface="Tahoma"/>
                <a:ea typeface="Tahoma"/>
                <a:cs typeface="Tahoma"/>
                <a:sym typeface="Tahoma"/>
              </a:defRPr>
            </a:lvl5pPr>
            <a:lvl6pPr marL="0" marR="0" lvl="5" indent="0" algn="l" rtl="0">
              <a:spcBef>
                <a:spcPts val="0"/>
              </a:spcBef>
              <a:spcAft>
                <a:spcPts val="0"/>
              </a:spcAft>
              <a:buNone/>
              <a:defRPr sz="1600">
                <a:solidFill>
                  <a:schemeClr val="dk1"/>
                </a:solidFill>
                <a:latin typeface="Tahoma"/>
                <a:ea typeface="Tahoma"/>
                <a:cs typeface="Tahoma"/>
                <a:sym typeface="Tahoma"/>
              </a:defRPr>
            </a:lvl6pPr>
            <a:lvl7pPr marL="0" marR="0" lvl="6" indent="0" algn="l" rtl="0">
              <a:spcBef>
                <a:spcPts val="0"/>
              </a:spcBef>
              <a:spcAft>
                <a:spcPts val="0"/>
              </a:spcAft>
              <a:buNone/>
              <a:defRPr sz="1600">
                <a:solidFill>
                  <a:schemeClr val="dk1"/>
                </a:solidFill>
                <a:latin typeface="Tahoma"/>
                <a:ea typeface="Tahoma"/>
                <a:cs typeface="Tahoma"/>
                <a:sym typeface="Tahoma"/>
              </a:defRPr>
            </a:lvl7pPr>
            <a:lvl8pPr marL="0" marR="0" lvl="7" indent="0" algn="l" rtl="0">
              <a:spcBef>
                <a:spcPts val="0"/>
              </a:spcBef>
              <a:spcAft>
                <a:spcPts val="0"/>
              </a:spcAft>
              <a:buNone/>
              <a:defRPr sz="1600">
                <a:solidFill>
                  <a:schemeClr val="dk1"/>
                </a:solidFill>
                <a:latin typeface="Tahoma"/>
                <a:ea typeface="Tahoma"/>
                <a:cs typeface="Tahoma"/>
                <a:sym typeface="Tahoma"/>
              </a:defRPr>
            </a:lvl8pPr>
            <a:lvl9pPr marL="0" marR="0" lvl="8" indent="0" algn="l" rtl="0">
              <a:spcBef>
                <a:spcPts val="0"/>
              </a:spcBef>
              <a:spcAft>
                <a:spcPts val="0"/>
              </a:spcAft>
              <a:buNone/>
              <a:defRPr sz="1600">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600" b="0"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a:t>
            </a:fld>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196731648"/>
      </p:ext>
    </p:extLst>
  </p:cSld>
  <p:clrMapOvr>
    <a:masterClrMapping/>
  </p:clrMapOvr>
</p:sldLayout>
</file>

<file path=ppt/slideLayouts/slideLayout270.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156"/>
        <p:cNvGrpSpPr/>
        <p:nvPr/>
      </p:nvGrpSpPr>
      <p:grpSpPr>
        <a:xfrm>
          <a:off x="0" y="0"/>
          <a:ext cx="0" cy="0"/>
          <a:chOff x="0" y="0"/>
          <a:chExt cx="0" cy="0"/>
        </a:xfrm>
      </p:grpSpPr>
      <p:sp>
        <p:nvSpPr>
          <p:cNvPr id="157" name="Google Shape;157;p73"/>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Clr>
                <a:schemeClr val="dk1"/>
              </a:buClr>
              <a:buSzPts val="2000"/>
              <a:buFont typeface="Calibri"/>
              <a:buNone/>
              <a:defRPr sz="2000" b="1">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58" name="Google Shape;158;p73"/>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159" name="Google Shape;159;p73"/>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160" name="Google Shape;160;p7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600">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161" name="Google Shape;161;p7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600">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162" name="Google Shape;162;p7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600">
                <a:solidFill>
                  <a:schemeClr val="dk1"/>
                </a:solidFill>
                <a:latin typeface="Tahoma"/>
                <a:ea typeface="Tahoma"/>
                <a:cs typeface="Tahoma"/>
                <a:sym typeface="Tahoma"/>
              </a:defRPr>
            </a:lvl1pPr>
            <a:lvl2pPr marL="0" marR="0" lvl="1" indent="0" algn="l" rtl="0">
              <a:spcBef>
                <a:spcPts val="0"/>
              </a:spcBef>
              <a:spcAft>
                <a:spcPts val="0"/>
              </a:spcAft>
              <a:buNone/>
              <a:defRPr sz="1600">
                <a:solidFill>
                  <a:schemeClr val="dk1"/>
                </a:solidFill>
                <a:latin typeface="Tahoma"/>
                <a:ea typeface="Tahoma"/>
                <a:cs typeface="Tahoma"/>
                <a:sym typeface="Tahoma"/>
              </a:defRPr>
            </a:lvl2pPr>
            <a:lvl3pPr marL="0" marR="0" lvl="2" indent="0" algn="l" rtl="0">
              <a:spcBef>
                <a:spcPts val="0"/>
              </a:spcBef>
              <a:spcAft>
                <a:spcPts val="0"/>
              </a:spcAft>
              <a:buNone/>
              <a:defRPr sz="1600">
                <a:solidFill>
                  <a:schemeClr val="dk1"/>
                </a:solidFill>
                <a:latin typeface="Tahoma"/>
                <a:ea typeface="Tahoma"/>
                <a:cs typeface="Tahoma"/>
                <a:sym typeface="Tahoma"/>
              </a:defRPr>
            </a:lvl3pPr>
            <a:lvl4pPr marL="0" marR="0" lvl="3" indent="0" algn="l" rtl="0">
              <a:spcBef>
                <a:spcPts val="0"/>
              </a:spcBef>
              <a:spcAft>
                <a:spcPts val="0"/>
              </a:spcAft>
              <a:buNone/>
              <a:defRPr sz="1600">
                <a:solidFill>
                  <a:schemeClr val="dk1"/>
                </a:solidFill>
                <a:latin typeface="Tahoma"/>
                <a:ea typeface="Tahoma"/>
                <a:cs typeface="Tahoma"/>
                <a:sym typeface="Tahoma"/>
              </a:defRPr>
            </a:lvl4pPr>
            <a:lvl5pPr marL="0" marR="0" lvl="4" indent="0" algn="l" rtl="0">
              <a:spcBef>
                <a:spcPts val="0"/>
              </a:spcBef>
              <a:spcAft>
                <a:spcPts val="0"/>
              </a:spcAft>
              <a:buNone/>
              <a:defRPr sz="1600">
                <a:solidFill>
                  <a:schemeClr val="dk1"/>
                </a:solidFill>
                <a:latin typeface="Tahoma"/>
                <a:ea typeface="Tahoma"/>
                <a:cs typeface="Tahoma"/>
                <a:sym typeface="Tahoma"/>
              </a:defRPr>
            </a:lvl5pPr>
            <a:lvl6pPr marL="0" marR="0" lvl="5" indent="0" algn="l" rtl="0">
              <a:spcBef>
                <a:spcPts val="0"/>
              </a:spcBef>
              <a:spcAft>
                <a:spcPts val="0"/>
              </a:spcAft>
              <a:buNone/>
              <a:defRPr sz="1600">
                <a:solidFill>
                  <a:schemeClr val="dk1"/>
                </a:solidFill>
                <a:latin typeface="Tahoma"/>
                <a:ea typeface="Tahoma"/>
                <a:cs typeface="Tahoma"/>
                <a:sym typeface="Tahoma"/>
              </a:defRPr>
            </a:lvl6pPr>
            <a:lvl7pPr marL="0" marR="0" lvl="6" indent="0" algn="l" rtl="0">
              <a:spcBef>
                <a:spcPts val="0"/>
              </a:spcBef>
              <a:spcAft>
                <a:spcPts val="0"/>
              </a:spcAft>
              <a:buNone/>
              <a:defRPr sz="1600">
                <a:solidFill>
                  <a:schemeClr val="dk1"/>
                </a:solidFill>
                <a:latin typeface="Tahoma"/>
                <a:ea typeface="Tahoma"/>
                <a:cs typeface="Tahoma"/>
                <a:sym typeface="Tahoma"/>
              </a:defRPr>
            </a:lvl7pPr>
            <a:lvl8pPr marL="0" marR="0" lvl="7" indent="0" algn="l" rtl="0">
              <a:spcBef>
                <a:spcPts val="0"/>
              </a:spcBef>
              <a:spcAft>
                <a:spcPts val="0"/>
              </a:spcAft>
              <a:buNone/>
              <a:defRPr sz="1600">
                <a:solidFill>
                  <a:schemeClr val="dk1"/>
                </a:solidFill>
                <a:latin typeface="Tahoma"/>
                <a:ea typeface="Tahoma"/>
                <a:cs typeface="Tahoma"/>
                <a:sym typeface="Tahoma"/>
              </a:defRPr>
            </a:lvl8pPr>
            <a:lvl9pPr marL="0" marR="0" lvl="8" indent="0" algn="l" rtl="0">
              <a:spcBef>
                <a:spcPts val="0"/>
              </a:spcBef>
              <a:spcAft>
                <a:spcPts val="0"/>
              </a:spcAft>
              <a:buNone/>
              <a:defRPr sz="1600">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600" b="0"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a:t>
            </a:fld>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3593284767"/>
      </p:ext>
    </p:extLst>
  </p:cSld>
  <p:clrMapOvr>
    <a:masterClrMapping/>
  </p:clrMapOvr>
</p:sldLayout>
</file>

<file path=ppt/slideLayouts/slideLayout271.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163"/>
        <p:cNvGrpSpPr/>
        <p:nvPr/>
      </p:nvGrpSpPr>
      <p:grpSpPr>
        <a:xfrm>
          <a:off x="0" y="0"/>
          <a:ext cx="0" cy="0"/>
          <a:chOff x="0" y="0"/>
          <a:chExt cx="0" cy="0"/>
        </a:xfrm>
      </p:grpSpPr>
      <p:sp>
        <p:nvSpPr>
          <p:cNvPr id="164" name="Google Shape;164;p74"/>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Clr>
                <a:schemeClr val="dk1"/>
              </a:buClr>
              <a:buSzPts val="2000"/>
              <a:buFont typeface="Calibri"/>
              <a:buNone/>
              <a:defRPr sz="2000" b="1">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65" name="Google Shape;165;p74"/>
          <p:cNvSpPr>
            <a:spLocks noGrp="1"/>
          </p:cNvSpPr>
          <p:nvPr>
            <p:ph type="pic" idx="2"/>
          </p:nvPr>
        </p:nvSpPr>
        <p:spPr>
          <a:xfrm>
            <a:off x="1792288" y="612775"/>
            <a:ext cx="5486400" cy="4114800"/>
          </a:xfrm>
          <a:prstGeom prst="rect">
            <a:avLst/>
          </a:prstGeom>
          <a:noFill/>
          <a:ln>
            <a:noFill/>
          </a:ln>
        </p:spPr>
        <p:txBody>
          <a:bodyPr spcFirstLastPara="1" wrap="square" lIns="91425" tIns="45700" rIns="91425" bIns="45700" anchor="t" anchorCtr="0">
            <a:normAutofit/>
          </a:bodyPr>
          <a:lstStyle>
            <a:lvl1pPr marR="0" lvl="0" algn="l" rtl="0">
              <a:spcBef>
                <a:spcPts val="64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spcBef>
                <a:spcPts val="56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spcBef>
                <a:spcPts val="48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166" name="Google Shape;166;p74"/>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167" name="Google Shape;167;p7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600">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168" name="Google Shape;168;p7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600">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169" name="Google Shape;169;p7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600">
                <a:solidFill>
                  <a:schemeClr val="dk1"/>
                </a:solidFill>
                <a:latin typeface="Tahoma"/>
                <a:ea typeface="Tahoma"/>
                <a:cs typeface="Tahoma"/>
                <a:sym typeface="Tahoma"/>
              </a:defRPr>
            </a:lvl1pPr>
            <a:lvl2pPr marL="0" marR="0" lvl="1" indent="0" algn="l" rtl="0">
              <a:spcBef>
                <a:spcPts val="0"/>
              </a:spcBef>
              <a:spcAft>
                <a:spcPts val="0"/>
              </a:spcAft>
              <a:buNone/>
              <a:defRPr sz="1600">
                <a:solidFill>
                  <a:schemeClr val="dk1"/>
                </a:solidFill>
                <a:latin typeface="Tahoma"/>
                <a:ea typeface="Tahoma"/>
                <a:cs typeface="Tahoma"/>
                <a:sym typeface="Tahoma"/>
              </a:defRPr>
            </a:lvl2pPr>
            <a:lvl3pPr marL="0" marR="0" lvl="2" indent="0" algn="l" rtl="0">
              <a:spcBef>
                <a:spcPts val="0"/>
              </a:spcBef>
              <a:spcAft>
                <a:spcPts val="0"/>
              </a:spcAft>
              <a:buNone/>
              <a:defRPr sz="1600">
                <a:solidFill>
                  <a:schemeClr val="dk1"/>
                </a:solidFill>
                <a:latin typeface="Tahoma"/>
                <a:ea typeface="Tahoma"/>
                <a:cs typeface="Tahoma"/>
                <a:sym typeface="Tahoma"/>
              </a:defRPr>
            </a:lvl3pPr>
            <a:lvl4pPr marL="0" marR="0" lvl="3" indent="0" algn="l" rtl="0">
              <a:spcBef>
                <a:spcPts val="0"/>
              </a:spcBef>
              <a:spcAft>
                <a:spcPts val="0"/>
              </a:spcAft>
              <a:buNone/>
              <a:defRPr sz="1600">
                <a:solidFill>
                  <a:schemeClr val="dk1"/>
                </a:solidFill>
                <a:latin typeface="Tahoma"/>
                <a:ea typeface="Tahoma"/>
                <a:cs typeface="Tahoma"/>
                <a:sym typeface="Tahoma"/>
              </a:defRPr>
            </a:lvl4pPr>
            <a:lvl5pPr marL="0" marR="0" lvl="4" indent="0" algn="l" rtl="0">
              <a:spcBef>
                <a:spcPts val="0"/>
              </a:spcBef>
              <a:spcAft>
                <a:spcPts val="0"/>
              </a:spcAft>
              <a:buNone/>
              <a:defRPr sz="1600">
                <a:solidFill>
                  <a:schemeClr val="dk1"/>
                </a:solidFill>
                <a:latin typeface="Tahoma"/>
                <a:ea typeface="Tahoma"/>
                <a:cs typeface="Tahoma"/>
                <a:sym typeface="Tahoma"/>
              </a:defRPr>
            </a:lvl5pPr>
            <a:lvl6pPr marL="0" marR="0" lvl="5" indent="0" algn="l" rtl="0">
              <a:spcBef>
                <a:spcPts val="0"/>
              </a:spcBef>
              <a:spcAft>
                <a:spcPts val="0"/>
              </a:spcAft>
              <a:buNone/>
              <a:defRPr sz="1600">
                <a:solidFill>
                  <a:schemeClr val="dk1"/>
                </a:solidFill>
                <a:latin typeface="Tahoma"/>
                <a:ea typeface="Tahoma"/>
                <a:cs typeface="Tahoma"/>
                <a:sym typeface="Tahoma"/>
              </a:defRPr>
            </a:lvl6pPr>
            <a:lvl7pPr marL="0" marR="0" lvl="6" indent="0" algn="l" rtl="0">
              <a:spcBef>
                <a:spcPts val="0"/>
              </a:spcBef>
              <a:spcAft>
                <a:spcPts val="0"/>
              </a:spcAft>
              <a:buNone/>
              <a:defRPr sz="1600">
                <a:solidFill>
                  <a:schemeClr val="dk1"/>
                </a:solidFill>
                <a:latin typeface="Tahoma"/>
                <a:ea typeface="Tahoma"/>
                <a:cs typeface="Tahoma"/>
                <a:sym typeface="Tahoma"/>
              </a:defRPr>
            </a:lvl7pPr>
            <a:lvl8pPr marL="0" marR="0" lvl="7" indent="0" algn="l" rtl="0">
              <a:spcBef>
                <a:spcPts val="0"/>
              </a:spcBef>
              <a:spcAft>
                <a:spcPts val="0"/>
              </a:spcAft>
              <a:buNone/>
              <a:defRPr sz="1600">
                <a:solidFill>
                  <a:schemeClr val="dk1"/>
                </a:solidFill>
                <a:latin typeface="Tahoma"/>
                <a:ea typeface="Tahoma"/>
                <a:cs typeface="Tahoma"/>
                <a:sym typeface="Tahoma"/>
              </a:defRPr>
            </a:lvl8pPr>
            <a:lvl9pPr marL="0" marR="0" lvl="8" indent="0" algn="l" rtl="0">
              <a:spcBef>
                <a:spcPts val="0"/>
              </a:spcBef>
              <a:spcAft>
                <a:spcPts val="0"/>
              </a:spcAft>
              <a:buNone/>
              <a:defRPr sz="1600">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600" b="0"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a:t>
            </a:fld>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2289042398"/>
      </p:ext>
    </p:extLst>
  </p:cSld>
  <p:clrMapOvr>
    <a:masterClrMapping/>
  </p:clrMapOvr>
</p:sldLayout>
</file>

<file path=ppt/slideLayouts/slideLayout272.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170"/>
        <p:cNvGrpSpPr/>
        <p:nvPr/>
      </p:nvGrpSpPr>
      <p:grpSpPr>
        <a:xfrm>
          <a:off x="0" y="0"/>
          <a:ext cx="0" cy="0"/>
          <a:chOff x="0" y="0"/>
          <a:chExt cx="0" cy="0"/>
        </a:xfrm>
      </p:grpSpPr>
      <p:sp>
        <p:nvSpPr>
          <p:cNvPr id="171" name="Google Shape;171;p7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chemeClr val="dk1"/>
              </a:buClr>
              <a:buSzPts val="4400"/>
              <a:buFont typeface="Calibri"/>
              <a:buNone/>
              <a:defRPr sz="4400">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72" name="Google Shape;172;p75"/>
          <p:cNvSpPr txBox="1">
            <a:spLocks noGrp="1"/>
          </p:cNvSpPr>
          <p:nvPr>
            <p:ph type="body" idx="1"/>
          </p:nvPr>
        </p:nvSpPr>
        <p:spPr>
          <a:xfrm rot="5400000">
            <a:off x="2309018" y="-251619"/>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73" name="Google Shape;173;p7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600">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174" name="Google Shape;174;p7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600">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175" name="Google Shape;175;p7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600">
                <a:solidFill>
                  <a:schemeClr val="dk1"/>
                </a:solidFill>
                <a:latin typeface="Tahoma"/>
                <a:ea typeface="Tahoma"/>
                <a:cs typeface="Tahoma"/>
                <a:sym typeface="Tahoma"/>
              </a:defRPr>
            </a:lvl1pPr>
            <a:lvl2pPr marL="0" marR="0" lvl="1" indent="0" algn="l" rtl="0">
              <a:spcBef>
                <a:spcPts val="0"/>
              </a:spcBef>
              <a:spcAft>
                <a:spcPts val="0"/>
              </a:spcAft>
              <a:buNone/>
              <a:defRPr sz="1600">
                <a:solidFill>
                  <a:schemeClr val="dk1"/>
                </a:solidFill>
                <a:latin typeface="Tahoma"/>
                <a:ea typeface="Tahoma"/>
                <a:cs typeface="Tahoma"/>
                <a:sym typeface="Tahoma"/>
              </a:defRPr>
            </a:lvl2pPr>
            <a:lvl3pPr marL="0" marR="0" lvl="2" indent="0" algn="l" rtl="0">
              <a:spcBef>
                <a:spcPts val="0"/>
              </a:spcBef>
              <a:spcAft>
                <a:spcPts val="0"/>
              </a:spcAft>
              <a:buNone/>
              <a:defRPr sz="1600">
                <a:solidFill>
                  <a:schemeClr val="dk1"/>
                </a:solidFill>
                <a:latin typeface="Tahoma"/>
                <a:ea typeface="Tahoma"/>
                <a:cs typeface="Tahoma"/>
                <a:sym typeface="Tahoma"/>
              </a:defRPr>
            </a:lvl3pPr>
            <a:lvl4pPr marL="0" marR="0" lvl="3" indent="0" algn="l" rtl="0">
              <a:spcBef>
                <a:spcPts val="0"/>
              </a:spcBef>
              <a:spcAft>
                <a:spcPts val="0"/>
              </a:spcAft>
              <a:buNone/>
              <a:defRPr sz="1600">
                <a:solidFill>
                  <a:schemeClr val="dk1"/>
                </a:solidFill>
                <a:latin typeface="Tahoma"/>
                <a:ea typeface="Tahoma"/>
                <a:cs typeface="Tahoma"/>
                <a:sym typeface="Tahoma"/>
              </a:defRPr>
            </a:lvl4pPr>
            <a:lvl5pPr marL="0" marR="0" lvl="4" indent="0" algn="l" rtl="0">
              <a:spcBef>
                <a:spcPts val="0"/>
              </a:spcBef>
              <a:spcAft>
                <a:spcPts val="0"/>
              </a:spcAft>
              <a:buNone/>
              <a:defRPr sz="1600">
                <a:solidFill>
                  <a:schemeClr val="dk1"/>
                </a:solidFill>
                <a:latin typeface="Tahoma"/>
                <a:ea typeface="Tahoma"/>
                <a:cs typeface="Tahoma"/>
                <a:sym typeface="Tahoma"/>
              </a:defRPr>
            </a:lvl5pPr>
            <a:lvl6pPr marL="0" marR="0" lvl="5" indent="0" algn="l" rtl="0">
              <a:spcBef>
                <a:spcPts val="0"/>
              </a:spcBef>
              <a:spcAft>
                <a:spcPts val="0"/>
              </a:spcAft>
              <a:buNone/>
              <a:defRPr sz="1600">
                <a:solidFill>
                  <a:schemeClr val="dk1"/>
                </a:solidFill>
                <a:latin typeface="Tahoma"/>
                <a:ea typeface="Tahoma"/>
                <a:cs typeface="Tahoma"/>
                <a:sym typeface="Tahoma"/>
              </a:defRPr>
            </a:lvl6pPr>
            <a:lvl7pPr marL="0" marR="0" lvl="6" indent="0" algn="l" rtl="0">
              <a:spcBef>
                <a:spcPts val="0"/>
              </a:spcBef>
              <a:spcAft>
                <a:spcPts val="0"/>
              </a:spcAft>
              <a:buNone/>
              <a:defRPr sz="1600">
                <a:solidFill>
                  <a:schemeClr val="dk1"/>
                </a:solidFill>
                <a:latin typeface="Tahoma"/>
                <a:ea typeface="Tahoma"/>
                <a:cs typeface="Tahoma"/>
                <a:sym typeface="Tahoma"/>
              </a:defRPr>
            </a:lvl7pPr>
            <a:lvl8pPr marL="0" marR="0" lvl="7" indent="0" algn="l" rtl="0">
              <a:spcBef>
                <a:spcPts val="0"/>
              </a:spcBef>
              <a:spcAft>
                <a:spcPts val="0"/>
              </a:spcAft>
              <a:buNone/>
              <a:defRPr sz="1600">
                <a:solidFill>
                  <a:schemeClr val="dk1"/>
                </a:solidFill>
                <a:latin typeface="Tahoma"/>
                <a:ea typeface="Tahoma"/>
                <a:cs typeface="Tahoma"/>
                <a:sym typeface="Tahoma"/>
              </a:defRPr>
            </a:lvl8pPr>
            <a:lvl9pPr marL="0" marR="0" lvl="8" indent="0" algn="l" rtl="0">
              <a:spcBef>
                <a:spcPts val="0"/>
              </a:spcBef>
              <a:spcAft>
                <a:spcPts val="0"/>
              </a:spcAft>
              <a:buNone/>
              <a:defRPr sz="1600">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600" b="0"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a:t>
            </a:fld>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4167171178"/>
      </p:ext>
    </p:extLst>
  </p:cSld>
  <p:clrMapOvr>
    <a:masterClrMapping/>
  </p:clrMapOvr>
</p:sldLayout>
</file>

<file path=ppt/slideLayouts/slideLayout27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176"/>
        <p:cNvGrpSpPr/>
        <p:nvPr/>
      </p:nvGrpSpPr>
      <p:grpSpPr>
        <a:xfrm>
          <a:off x="0" y="0"/>
          <a:ext cx="0" cy="0"/>
          <a:chOff x="0" y="0"/>
          <a:chExt cx="0" cy="0"/>
        </a:xfrm>
      </p:grpSpPr>
      <p:sp>
        <p:nvSpPr>
          <p:cNvPr id="177" name="Google Shape;177;p76"/>
          <p:cNvSpPr txBox="1">
            <a:spLocks noGrp="1"/>
          </p:cNvSpPr>
          <p:nvPr>
            <p:ph type="title"/>
          </p:nvPr>
        </p:nvSpPr>
        <p:spPr>
          <a:xfrm rot="5400000">
            <a:off x="4732337" y="2171700"/>
            <a:ext cx="5851525" cy="20574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chemeClr val="dk1"/>
              </a:buClr>
              <a:buSzPts val="4400"/>
              <a:buFont typeface="Calibri"/>
              <a:buNone/>
              <a:defRPr sz="4400">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78" name="Google Shape;178;p76"/>
          <p:cNvSpPr txBox="1">
            <a:spLocks noGrp="1"/>
          </p:cNvSpPr>
          <p:nvPr>
            <p:ph type="body" idx="1"/>
          </p:nvPr>
        </p:nvSpPr>
        <p:spPr>
          <a:xfrm rot="5400000">
            <a:off x="541338" y="190501"/>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79" name="Google Shape;179;p7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600">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180" name="Google Shape;180;p7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600">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181" name="Google Shape;181;p7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600">
                <a:solidFill>
                  <a:schemeClr val="dk1"/>
                </a:solidFill>
                <a:latin typeface="Tahoma"/>
                <a:ea typeface="Tahoma"/>
                <a:cs typeface="Tahoma"/>
                <a:sym typeface="Tahoma"/>
              </a:defRPr>
            </a:lvl1pPr>
            <a:lvl2pPr marL="0" marR="0" lvl="1" indent="0" algn="l" rtl="0">
              <a:spcBef>
                <a:spcPts val="0"/>
              </a:spcBef>
              <a:spcAft>
                <a:spcPts val="0"/>
              </a:spcAft>
              <a:buNone/>
              <a:defRPr sz="1600">
                <a:solidFill>
                  <a:schemeClr val="dk1"/>
                </a:solidFill>
                <a:latin typeface="Tahoma"/>
                <a:ea typeface="Tahoma"/>
                <a:cs typeface="Tahoma"/>
                <a:sym typeface="Tahoma"/>
              </a:defRPr>
            </a:lvl2pPr>
            <a:lvl3pPr marL="0" marR="0" lvl="2" indent="0" algn="l" rtl="0">
              <a:spcBef>
                <a:spcPts val="0"/>
              </a:spcBef>
              <a:spcAft>
                <a:spcPts val="0"/>
              </a:spcAft>
              <a:buNone/>
              <a:defRPr sz="1600">
                <a:solidFill>
                  <a:schemeClr val="dk1"/>
                </a:solidFill>
                <a:latin typeface="Tahoma"/>
                <a:ea typeface="Tahoma"/>
                <a:cs typeface="Tahoma"/>
                <a:sym typeface="Tahoma"/>
              </a:defRPr>
            </a:lvl3pPr>
            <a:lvl4pPr marL="0" marR="0" lvl="3" indent="0" algn="l" rtl="0">
              <a:spcBef>
                <a:spcPts val="0"/>
              </a:spcBef>
              <a:spcAft>
                <a:spcPts val="0"/>
              </a:spcAft>
              <a:buNone/>
              <a:defRPr sz="1600">
                <a:solidFill>
                  <a:schemeClr val="dk1"/>
                </a:solidFill>
                <a:latin typeface="Tahoma"/>
                <a:ea typeface="Tahoma"/>
                <a:cs typeface="Tahoma"/>
                <a:sym typeface="Tahoma"/>
              </a:defRPr>
            </a:lvl4pPr>
            <a:lvl5pPr marL="0" marR="0" lvl="4" indent="0" algn="l" rtl="0">
              <a:spcBef>
                <a:spcPts val="0"/>
              </a:spcBef>
              <a:spcAft>
                <a:spcPts val="0"/>
              </a:spcAft>
              <a:buNone/>
              <a:defRPr sz="1600">
                <a:solidFill>
                  <a:schemeClr val="dk1"/>
                </a:solidFill>
                <a:latin typeface="Tahoma"/>
                <a:ea typeface="Tahoma"/>
                <a:cs typeface="Tahoma"/>
                <a:sym typeface="Tahoma"/>
              </a:defRPr>
            </a:lvl5pPr>
            <a:lvl6pPr marL="0" marR="0" lvl="5" indent="0" algn="l" rtl="0">
              <a:spcBef>
                <a:spcPts val="0"/>
              </a:spcBef>
              <a:spcAft>
                <a:spcPts val="0"/>
              </a:spcAft>
              <a:buNone/>
              <a:defRPr sz="1600">
                <a:solidFill>
                  <a:schemeClr val="dk1"/>
                </a:solidFill>
                <a:latin typeface="Tahoma"/>
                <a:ea typeface="Tahoma"/>
                <a:cs typeface="Tahoma"/>
                <a:sym typeface="Tahoma"/>
              </a:defRPr>
            </a:lvl6pPr>
            <a:lvl7pPr marL="0" marR="0" lvl="6" indent="0" algn="l" rtl="0">
              <a:spcBef>
                <a:spcPts val="0"/>
              </a:spcBef>
              <a:spcAft>
                <a:spcPts val="0"/>
              </a:spcAft>
              <a:buNone/>
              <a:defRPr sz="1600">
                <a:solidFill>
                  <a:schemeClr val="dk1"/>
                </a:solidFill>
                <a:latin typeface="Tahoma"/>
                <a:ea typeface="Tahoma"/>
                <a:cs typeface="Tahoma"/>
                <a:sym typeface="Tahoma"/>
              </a:defRPr>
            </a:lvl7pPr>
            <a:lvl8pPr marL="0" marR="0" lvl="7" indent="0" algn="l" rtl="0">
              <a:spcBef>
                <a:spcPts val="0"/>
              </a:spcBef>
              <a:spcAft>
                <a:spcPts val="0"/>
              </a:spcAft>
              <a:buNone/>
              <a:defRPr sz="1600">
                <a:solidFill>
                  <a:schemeClr val="dk1"/>
                </a:solidFill>
                <a:latin typeface="Tahoma"/>
                <a:ea typeface="Tahoma"/>
                <a:cs typeface="Tahoma"/>
                <a:sym typeface="Tahoma"/>
              </a:defRPr>
            </a:lvl8pPr>
            <a:lvl9pPr marL="0" marR="0" lvl="8" indent="0" algn="l" rtl="0">
              <a:spcBef>
                <a:spcPts val="0"/>
              </a:spcBef>
              <a:spcAft>
                <a:spcPts val="0"/>
              </a:spcAft>
              <a:buNone/>
              <a:defRPr sz="1600">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600" b="0"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a:t>
            </a:fld>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4149947726"/>
      </p:ext>
    </p:extLst>
  </p:cSld>
  <p:clrMapOvr>
    <a:masterClrMapping/>
  </p:clrMapOvr>
</p:sldLayout>
</file>

<file path=ppt/slideLayouts/slideLayout274.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147"/>
        <p:cNvGrpSpPr/>
        <p:nvPr/>
      </p:nvGrpSpPr>
      <p:grpSpPr>
        <a:xfrm>
          <a:off x="0" y="0"/>
          <a:ext cx="0" cy="0"/>
          <a:chOff x="0" y="0"/>
          <a:chExt cx="0" cy="0"/>
        </a:xfrm>
      </p:grpSpPr>
      <p:sp>
        <p:nvSpPr>
          <p:cNvPr id="148" name="Google Shape;148;p7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chemeClr val="dk1"/>
              </a:buClr>
              <a:buSzPts val="4400"/>
              <a:buFont typeface="Calibri"/>
              <a:buNone/>
              <a:defRPr sz="4400">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49" name="Google Shape;149;p7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600">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150" name="Google Shape;150;p7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600">
                <a:solidFill>
                  <a:schemeClr val="dk1"/>
                </a:solidFill>
                <a:latin typeface="Tahoma"/>
                <a:ea typeface="Tahoma"/>
                <a:cs typeface="Tahoma"/>
                <a:sym typeface="Tahoma"/>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151" name="Google Shape;151;p7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600">
                <a:solidFill>
                  <a:schemeClr val="dk1"/>
                </a:solidFill>
                <a:latin typeface="Tahoma"/>
                <a:ea typeface="Tahoma"/>
                <a:cs typeface="Tahoma"/>
                <a:sym typeface="Tahoma"/>
              </a:defRPr>
            </a:lvl1pPr>
            <a:lvl2pPr marL="0" marR="0" lvl="1" indent="0" algn="l" rtl="0">
              <a:spcBef>
                <a:spcPts val="0"/>
              </a:spcBef>
              <a:spcAft>
                <a:spcPts val="0"/>
              </a:spcAft>
              <a:buNone/>
              <a:defRPr sz="1600">
                <a:solidFill>
                  <a:schemeClr val="dk1"/>
                </a:solidFill>
                <a:latin typeface="Tahoma"/>
                <a:ea typeface="Tahoma"/>
                <a:cs typeface="Tahoma"/>
                <a:sym typeface="Tahoma"/>
              </a:defRPr>
            </a:lvl2pPr>
            <a:lvl3pPr marL="0" marR="0" lvl="2" indent="0" algn="l" rtl="0">
              <a:spcBef>
                <a:spcPts val="0"/>
              </a:spcBef>
              <a:spcAft>
                <a:spcPts val="0"/>
              </a:spcAft>
              <a:buNone/>
              <a:defRPr sz="1600">
                <a:solidFill>
                  <a:schemeClr val="dk1"/>
                </a:solidFill>
                <a:latin typeface="Tahoma"/>
                <a:ea typeface="Tahoma"/>
                <a:cs typeface="Tahoma"/>
                <a:sym typeface="Tahoma"/>
              </a:defRPr>
            </a:lvl3pPr>
            <a:lvl4pPr marL="0" marR="0" lvl="3" indent="0" algn="l" rtl="0">
              <a:spcBef>
                <a:spcPts val="0"/>
              </a:spcBef>
              <a:spcAft>
                <a:spcPts val="0"/>
              </a:spcAft>
              <a:buNone/>
              <a:defRPr sz="1600">
                <a:solidFill>
                  <a:schemeClr val="dk1"/>
                </a:solidFill>
                <a:latin typeface="Tahoma"/>
                <a:ea typeface="Tahoma"/>
                <a:cs typeface="Tahoma"/>
                <a:sym typeface="Tahoma"/>
              </a:defRPr>
            </a:lvl4pPr>
            <a:lvl5pPr marL="0" marR="0" lvl="4" indent="0" algn="l" rtl="0">
              <a:spcBef>
                <a:spcPts val="0"/>
              </a:spcBef>
              <a:spcAft>
                <a:spcPts val="0"/>
              </a:spcAft>
              <a:buNone/>
              <a:defRPr sz="1600">
                <a:solidFill>
                  <a:schemeClr val="dk1"/>
                </a:solidFill>
                <a:latin typeface="Tahoma"/>
                <a:ea typeface="Tahoma"/>
                <a:cs typeface="Tahoma"/>
                <a:sym typeface="Tahoma"/>
              </a:defRPr>
            </a:lvl5pPr>
            <a:lvl6pPr marL="0" marR="0" lvl="5" indent="0" algn="l" rtl="0">
              <a:spcBef>
                <a:spcPts val="0"/>
              </a:spcBef>
              <a:spcAft>
                <a:spcPts val="0"/>
              </a:spcAft>
              <a:buNone/>
              <a:defRPr sz="1600">
                <a:solidFill>
                  <a:schemeClr val="dk1"/>
                </a:solidFill>
                <a:latin typeface="Tahoma"/>
                <a:ea typeface="Tahoma"/>
                <a:cs typeface="Tahoma"/>
                <a:sym typeface="Tahoma"/>
              </a:defRPr>
            </a:lvl6pPr>
            <a:lvl7pPr marL="0" marR="0" lvl="6" indent="0" algn="l" rtl="0">
              <a:spcBef>
                <a:spcPts val="0"/>
              </a:spcBef>
              <a:spcAft>
                <a:spcPts val="0"/>
              </a:spcAft>
              <a:buNone/>
              <a:defRPr sz="1600">
                <a:solidFill>
                  <a:schemeClr val="dk1"/>
                </a:solidFill>
                <a:latin typeface="Tahoma"/>
                <a:ea typeface="Tahoma"/>
                <a:cs typeface="Tahoma"/>
                <a:sym typeface="Tahoma"/>
              </a:defRPr>
            </a:lvl7pPr>
            <a:lvl8pPr marL="0" marR="0" lvl="7" indent="0" algn="l" rtl="0">
              <a:spcBef>
                <a:spcPts val="0"/>
              </a:spcBef>
              <a:spcAft>
                <a:spcPts val="0"/>
              </a:spcAft>
              <a:buNone/>
              <a:defRPr sz="1600">
                <a:solidFill>
                  <a:schemeClr val="dk1"/>
                </a:solidFill>
                <a:latin typeface="Tahoma"/>
                <a:ea typeface="Tahoma"/>
                <a:cs typeface="Tahoma"/>
                <a:sym typeface="Tahoma"/>
              </a:defRPr>
            </a:lvl8pPr>
            <a:lvl9pPr marL="0" marR="0" lvl="8" indent="0" algn="l" rtl="0">
              <a:spcBef>
                <a:spcPts val="0"/>
              </a:spcBef>
              <a:spcAft>
                <a:spcPts val="0"/>
              </a:spcAft>
              <a:buNone/>
              <a:defRPr sz="1600">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600" b="0"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a:t>
            </a:fld>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1445174643"/>
      </p:ext>
    </p:extLst>
  </p:cSld>
  <p:clrMapOvr>
    <a:masterClrMapping/>
  </p:clrMapOvr>
</p:sldLayout>
</file>

<file path=ppt/slideLayouts/slideLayout275.xml><?xml version="1.0" encoding="utf-8"?>
<p:sldLayout xmlns:a="http://schemas.openxmlformats.org/drawingml/2006/main" xmlns:r="http://schemas.openxmlformats.org/officeDocument/2006/relationships" xmlns:p="http://schemas.openxmlformats.org/presentationml/2006/main">
  <p:cSld name="21_Title and Content">
    <p:spTree>
      <p:nvGrpSpPr>
        <p:cNvPr id="1" name=""/>
        <p:cNvGrpSpPr/>
        <p:nvPr/>
      </p:nvGrpSpPr>
      <p:grpSpPr>
        <a:xfrm>
          <a:off x="0" y="0"/>
          <a:ext cx="0" cy="0"/>
          <a:chOff x="0" y="0"/>
          <a:chExt cx="0" cy="0"/>
        </a:xfrm>
      </p:grpSpPr>
      <p:sp>
        <p:nvSpPr>
          <p:cNvPr id="4" name="TextBox 3"/>
          <p:cNvSpPr txBox="1">
            <a:spLocks noChangeArrowheads="1"/>
          </p:cNvSpPr>
          <p:nvPr/>
        </p:nvSpPr>
        <p:spPr bwMode="auto">
          <a:xfrm>
            <a:off x="3276600" y="6596073"/>
            <a:ext cx="5867400" cy="219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SimSun" pitchFamily="2" charset="-122"/>
              </a:defRPr>
            </a:lvl1pPr>
            <a:lvl2pPr marL="742950" indent="-285750">
              <a:defRPr>
                <a:solidFill>
                  <a:schemeClr val="tx1"/>
                </a:solidFill>
                <a:latin typeface="Arial" charset="0"/>
                <a:ea typeface="SimSun" pitchFamily="2" charset="-122"/>
              </a:defRPr>
            </a:lvl2pPr>
            <a:lvl3pPr marL="1143000" indent="-228600">
              <a:defRPr>
                <a:solidFill>
                  <a:schemeClr val="tx1"/>
                </a:solidFill>
                <a:latin typeface="Arial" charset="0"/>
                <a:ea typeface="SimSun" pitchFamily="2" charset="-122"/>
              </a:defRPr>
            </a:lvl3pPr>
            <a:lvl4pPr marL="1600200" indent="-228600">
              <a:defRPr>
                <a:solidFill>
                  <a:schemeClr val="tx1"/>
                </a:solidFill>
                <a:latin typeface="Arial" charset="0"/>
                <a:ea typeface="SimSun" pitchFamily="2" charset="-122"/>
              </a:defRPr>
            </a:lvl4pPr>
            <a:lvl5pPr marL="2057400" indent="-228600">
              <a:defRPr>
                <a:solidFill>
                  <a:schemeClr val="tx1"/>
                </a:solidFill>
                <a:latin typeface="Arial" charset="0"/>
                <a:ea typeface="SimSun" pitchFamily="2" charset="-122"/>
              </a:defRPr>
            </a:lvl5pPr>
            <a:lvl6pPr marL="2514600" indent="-228600" eaLnBrk="0" fontAlgn="base" hangingPunct="0">
              <a:spcBef>
                <a:spcPct val="0"/>
              </a:spcBef>
              <a:spcAft>
                <a:spcPct val="0"/>
              </a:spcAft>
              <a:defRPr>
                <a:solidFill>
                  <a:schemeClr val="tx1"/>
                </a:solidFill>
                <a:latin typeface="Arial" charset="0"/>
                <a:ea typeface="SimSun" pitchFamily="2" charset="-122"/>
              </a:defRPr>
            </a:lvl6pPr>
            <a:lvl7pPr marL="2971800" indent="-228600" eaLnBrk="0" fontAlgn="base" hangingPunct="0">
              <a:spcBef>
                <a:spcPct val="0"/>
              </a:spcBef>
              <a:spcAft>
                <a:spcPct val="0"/>
              </a:spcAft>
              <a:defRPr>
                <a:solidFill>
                  <a:schemeClr val="tx1"/>
                </a:solidFill>
                <a:latin typeface="Arial" charset="0"/>
                <a:ea typeface="SimSun" pitchFamily="2" charset="-122"/>
              </a:defRPr>
            </a:lvl7pPr>
            <a:lvl8pPr marL="3429000" indent="-228600" eaLnBrk="0" fontAlgn="base" hangingPunct="0">
              <a:spcBef>
                <a:spcPct val="0"/>
              </a:spcBef>
              <a:spcAft>
                <a:spcPct val="0"/>
              </a:spcAft>
              <a:defRPr>
                <a:solidFill>
                  <a:schemeClr val="tx1"/>
                </a:solidFill>
                <a:latin typeface="Arial" charset="0"/>
                <a:ea typeface="SimSun" pitchFamily="2" charset="-122"/>
              </a:defRPr>
            </a:lvl8pPr>
            <a:lvl9pPr marL="3886200" indent="-228600" eaLnBrk="0" fontAlgn="base" hangingPunct="0">
              <a:spcBef>
                <a:spcPct val="0"/>
              </a:spcBef>
              <a:spcAft>
                <a:spcPct val="0"/>
              </a:spcAft>
              <a:defRPr>
                <a:solidFill>
                  <a:schemeClr val="tx1"/>
                </a:solidFill>
                <a:latin typeface="Arial" charset="0"/>
                <a:ea typeface="SimSun" pitchFamily="2" charset="-122"/>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825" b="1" i="0" u="none" strike="noStrike" kern="0" cap="none" spc="0" normalizeH="0" baseline="0" noProof="0">
                <a:ln>
                  <a:noFill/>
                </a:ln>
                <a:solidFill>
                  <a:srgbClr val="101141"/>
                </a:solidFill>
                <a:effectLst/>
                <a:uLnTx/>
                <a:uFillTx/>
                <a:latin typeface="Arial" charset="0"/>
                <a:ea typeface="SimSun" pitchFamily="2" charset="-122"/>
                <a:cs typeface="Arial" charset="0"/>
                <a:sym typeface="Arial"/>
              </a:rPr>
              <a:t>BITS </a:t>
            </a:r>
            <a:r>
              <a:rPr kumimoji="0" lang="en-US" sz="825" b="0" i="0" u="none" strike="noStrike" kern="0" cap="none" spc="0" normalizeH="0" baseline="0" noProof="0">
                <a:ln>
                  <a:noFill/>
                </a:ln>
                <a:solidFill>
                  <a:srgbClr val="101141"/>
                </a:solidFill>
                <a:effectLst/>
                <a:uLnTx/>
                <a:uFillTx/>
                <a:latin typeface="Arial" charset="0"/>
                <a:ea typeface="SimSun" pitchFamily="2" charset="-122"/>
                <a:cs typeface="Arial" charset="0"/>
                <a:sym typeface="Arial"/>
              </a:rPr>
              <a:t>Pilani, Pilani Campus</a:t>
            </a:r>
          </a:p>
        </p:txBody>
      </p:sp>
      <p:grpSp>
        <p:nvGrpSpPr>
          <p:cNvPr id="5" name="Group 11"/>
          <p:cNvGrpSpPr>
            <a:grpSpLocks/>
          </p:cNvGrpSpPr>
          <p:nvPr/>
        </p:nvGrpSpPr>
        <p:grpSpPr bwMode="auto">
          <a:xfrm>
            <a:off x="2084388" y="655003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350" b="0" i="0" u="none" strike="noStrike" kern="0" cap="none" spc="0" normalizeH="0" baseline="0" noProof="0">
                <a:ln>
                  <a:noFill/>
                </a:ln>
                <a:solidFill>
                  <a:prstClr val="white"/>
                </a:solidFill>
                <a:effectLst/>
                <a:uLnTx/>
                <a:uFillTx/>
                <a:latin typeface="Arial"/>
                <a:ea typeface="+mn-ea"/>
                <a:cs typeface="+mn-cs"/>
                <a:sym typeface="Aria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350" b="0" i="0" u="none" strike="noStrike" kern="0" cap="none" spc="0" normalizeH="0" baseline="0" noProof="0">
                <a:ln>
                  <a:noFill/>
                </a:ln>
                <a:solidFill>
                  <a:prstClr val="white"/>
                </a:solidFill>
                <a:effectLst/>
                <a:uLnTx/>
                <a:uFillTx/>
                <a:latin typeface="Arial"/>
                <a:ea typeface="+mn-ea"/>
                <a:cs typeface="+mn-cs"/>
                <a:sym typeface="Aria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350" b="0" i="0" u="none" strike="noStrike" kern="0" cap="none" spc="0" normalizeH="0" baseline="0" noProof="0">
                <a:ln>
                  <a:noFill/>
                </a:ln>
                <a:solidFill>
                  <a:prstClr val="white"/>
                </a:solidFill>
                <a:effectLst/>
                <a:uLnTx/>
                <a:uFillTx/>
                <a:latin typeface="Arial"/>
                <a:ea typeface="+mn-ea"/>
                <a:cs typeface="+mn-cs"/>
                <a:sym typeface="Arial"/>
              </a:endParaRPr>
            </a:p>
          </p:txBody>
        </p:sp>
      </p:grpSp>
      <p:pic>
        <p:nvPicPr>
          <p:cNvPr id="9" name="Picture 11" descr="Picture 7.png"/>
          <p:cNvPicPr>
            <a:picLocks noChangeAspect="1"/>
          </p:cNvPicPr>
          <p:nvPr/>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5"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350" b="0" i="0" u="none" strike="noStrike" kern="0" cap="none" spc="0" normalizeH="0" baseline="0" noProof="0">
                <a:ln>
                  <a:noFill/>
                </a:ln>
                <a:solidFill>
                  <a:prstClr val="white"/>
                </a:solidFill>
                <a:effectLst/>
                <a:uLnTx/>
                <a:uFillTx/>
                <a:latin typeface="Arial"/>
                <a:ea typeface="+mn-ea"/>
                <a:cs typeface="+mn-cs"/>
                <a:sym typeface="Aria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350" b="0" i="0" u="none" strike="noStrike" kern="0" cap="none" spc="0" normalizeH="0" baseline="0" noProof="0">
                <a:ln>
                  <a:noFill/>
                </a:ln>
                <a:solidFill>
                  <a:prstClr val="white"/>
                </a:solidFill>
                <a:effectLst/>
                <a:uLnTx/>
                <a:uFillTx/>
                <a:latin typeface="Arial"/>
                <a:ea typeface="+mn-ea"/>
                <a:cs typeface="+mn-cs"/>
                <a:sym typeface="Aria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350" b="0" i="0" u="none" strike="noStrike" kern="0" cap="none" spc="0" normalizeH="0" baseline="0" noProof="0">
                <a:ln>
                  <a:noFill/>
                </a:ln>
                <a:solidFill>
                  <a:prstClr val="white"/>
                </a:solidFill>
                <a:effectLst/>
                <a:uLnTx/>
                <a:uFillTx/>
                <a:latin typeface="Arial"/>
                <a:ea typeface="+mn-ea"/>
                <a:cs typeface="+mn-cs"/>
                <a:sym typeface="Arial"/>
              </a:endParaRPr>
            </a:p>
          </p:txBody>
        </p:sp>
      </p:grpSp>
      <p:grpSp>
        <p:nvGrpSpPr>
          <p:cNvPr id="14" name="Group 22"/>
          <p:cNvGrpSpPr>
            <a:grpSpLocks/>
          </p:cNvGrpSpPr>
          <p:nvPr/>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350" b="0" i="0" u="none" strike="noStrike" kern="0" cap="none" spc="0" normalizeH="0" baseline="0" noProof="0">
                <a:ln>
                  <a:noFill/>
                </a:ln>
                <a:solidFill>
                  <a:prstClr val="white"/>
                </a:solidFill>
                <a:effectLst/>
                <a:uLnTx/>
                <a:uFillTx/>
                <a:latin typeface="Arial"/>
                <a:ea typeface="+mn-ea"/>
                <a:cs typeface="+mn-cs"/>
                <a:sym typeface="Aria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350" b="0" i="0" u="none" strike="noStrike" kern="0" cap="none" spc="0" normalizeH="0" baseline="0" noProof="0">
                <a:ln>
                  <a:noFill/>
                </a:ln>
                <a:solidFill>
                  <a:prstClr val="white"/>
                </a:solidFill>
                <a:effectLst/>
                <a:uLnTx/>
                <a:uFillTx/>
                <a:latin typeface="Arial"/>
                <a:ea typeface="+mn-ea"/>
                <a:cs typeface="+mn-cs"/>
                <a:sym typeface="Arial"/>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350" b="0" i="0" u="none" strike="noStrike" kern="0" cap="none" spc="0" normalizeH="0" baseline="0" noProof="0">
                <a:ln>
                  <a:noFill/>
                </a:ln>
                <a:solidFill>
                  <a:prstClr val="white"/>
                </a:solidFill>
                <a:effectLst/>
                <a:uLnTx/>
                <a:uFillTx/>
                <a:latin typeface="Arial"/>
                <a:ea typeface="+mn-ea"/>
                <a:cs typeface="+mn-cs"/>
                <a:sym typeface="Arial"/>
              </a:endParaRPr>
            </a:p>
          </p:txBody>
        </p:sp>
      </p:grpSp>
      <p:sp>
        <p:nvSpPr>
          <p:cNvPr id="3" name="Content Placeholder 2"/>
          <p:cNvSpPr>
            <a:spLocks noGrp="1"/>
          </p:cNvSpPr>
          <p:nvPr>
            <p:ph idx="1"/>
          </p:nvPr>
        </p:nvSpPr>
        <p:spPr>
          <a:xfrm>
            <a:off x="304800" y="1493842"/>
            <a:ext cx="8229600" cy="4525963"/>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Char char="•"/>
              <a:tabLst/>
              <a:defRPr sz="1650" baseline="0">
                <a:latin typeface="Times New Roman" pitchFamily="18" charset="0"/>
                <a:cs typeface="Times New Roman" pitchFamily="18" charset="0"/>
              </a:defRPr>
            </a:lvl1pPr>
            <a:lvl2pPr marL="557213" marR="0" indent="-214313" algn="l" defTabSz="685800" rtl="0" eaLnBrk="1" fontAlgn="auto" latinLnBrk="0" hangingPunct="1">
              <a:lnSpc>
                <a:spcPct val="100000"/>
              </a:lnSpc>
              <a:spcBef>
                <a:spcPct val="20000"/>
              </a:spcBef>
              <a:spcAft>
                <a:spcPts val="0"/>
              </a:spcAft>
              <a:buClrTx/>
              <a:buSzTx/>
              <a:buFont typeface="Wingdings" pitchFamily="2" charset="2"/>
              <a:buChar char="ü"/>
              <a:tabLst/>
              <a:defRPr sz="1500">
                <a:latin typeface="Times New Roman" pitchFamily="18" charset="0"/>
                <a:cs typeface="Times New Roman" pitchFamily="18" charset="0"/>
              </a:defRPr>
            </a:lvl2pPr>
            <a:lvl3pPr>
              <a:buFont typeface="Wingdings" pitchFamily="2" charset="2"/>
              <a:buChar char="§"/>
              <a:defRPr sz="1350">
                <a:latin typeface="Times New Roman" pitchFamily="18" charset="0"/>
                <a:cs typeface="Times New Roman" pitchFamily="18" charset="0"/>
              </a:defRPr>
            </a:lvl3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100" b="1" spc="-113" baseline="0">
                <a:latin typeface="Times New Roman" pitchFamily="18" charset="0"/>
                <a:cs typeface="Times New Roman" pitchFamily="18" charset="0"/>
              </a:defRPr>
            </a:lvl1pPr>
          </a:lstStyle>
          <a:p>
            <a:pPr lvl="0"/>
            <a:r>
              <a:rPr lang="en-US"/>
              <a:t>Click to edit Master text styles</a:t>
            </a:r>
          </a:p>
        </p:txBody>
      </p:sp>
      <p:sp>
        <p:nvSpPr>
          <p:cNvPr id="18" name="TextBox 17"/>
          <p:cNvSpPr txBox="1">
            <a:spLocks noChangeArrowheads="1"/>
          </p:cNvSpPr>
          <p:nvPr userDrawn="1"/>
        </p:nvSpPr>
        <p:spPr bwMode="auto">
          <a:xfrm>
            <a:off x="3276600" y="6596073"/>
            <a:ext cx="5867400" cy="219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SimSun" pitchFamily="2" charset="-122"/>
              </a:defRPr>
            </a:lvl1pPr>
            <a:lvl2pPr marL="742950" indent="-285750">
              <a:defRPr>
                <a:solidFill>
                  <a:schemeClr val="tx1"/>
                </a:solidFill>
                <a:latin typeface="Arial" charset="0"/>
                <a:ea typeface="SimSun" pitchFamily="2" charset="-122"/>
              </a:defRPr>
            </a:lvl2pPr>
            <a:lvl3pPr marL="1143000" indent="-228600">
              <a:defRPr>
                <a:solidFill>
                  <a:schemeClr val="tx1"/>
                </a:solidFill>
                <a:latin typeface="Arial" charset="0"/>
                <a:ea typeface="SimSun" pitchFamily="2" charset="-122"/>
              </a:defRPr>
            </a:lvl3pPr>
            <a:lvl4pPr marL="1600200" indent="-228600">
              <a:defRPr>
                <a:solidFill>
                  <a:schemeClr val="tx1"/>
                </a:solidFill>
                <a:latin typeface="Arial" charset="0"/>
                <a:ea typeface="SimSun" pitchFamily="2" charset="-122"/>
              </a:defRPr>
            </a:lvl4pPr>
            <a:lvl5pPr marL="2057400" indent="-228600">
              <a:defRPr>
                <a:solidFill>
                  <a:schemeClr val="tx1"/>
                </a:solidFill>
                <a:latin typeface="Arial" charset="0"/>
                <a:ea typeface="SimSun" pitchFamily="2" charset="-122"/>
              </a:defRPr>
            </a:lvl5pPr>
            <a:lvl6pPr marL="2514600" indent="-228600" eaLnBrk="0" fontAlgn="base" hangingPunct="0">
              <a:spcBef>
                <a:spcPct val="0"/>
              </a:spcBef>
              <a:spcAft>
                <a:spcPct val="0"/>
              </a:spcAft>
              <a:defRPr>
                <a:solidFill>
                  <a:schemeClr val="tx1"/>
                </a:solidFill>
                <a:latin typeface="Arial" charset="0"/>
                <a:ea typeface="SimSun" pitchFamily="2" charset="-122"/>
              </a:defRPr>
            </a:lvl6pPr>
            <a:lvl7pPr marL="2971800" indent="-228600" eaLnBrk="0" fontAlgn="base" hangingPunct="0">
              <a:spcBef>
                <a:spcPct val="0"/>
              </a:spcBef>
              <a:spcAft>
                <a:spcPct val="0"/>
              </a:spcAft>
              <a:defRPr>
                <a:solidFill>
                  <a:schemeClr val="tx1"/>
                </a:solidFill>
                <a:latin typeface="Arial" charset="0"/>
                <a:ea typeface="SimSun" pitchFamily="2" charset="-122"/>
              </a:defRPr>
            </a:lvl7pPr>
            <a:lvl8pPr marL="3429000" indent="-228600" eaLnBrk="0" fontAlgn="base" hangingPunct="0">
              <a:spcBef>
                <a:spcPct val="0"/>
              </a:spcBef>
              <a:spcAft>
                <a:spcPct val="0"/>
              </a:spcAft>
              <a:defRPr>
                <a:solidFill>
                  <a:schemeClr val="tx1"/>
                </a:solidFill>
                <a:latin typeface="Arial" charset="0"/>
                <a:ea typeface="SimSun" pitchFamily="2" charset="-122"/>
              </a:defRPr>
            </a:lvl8pPr>
            <a:lvl9pPr marL="3886200" indent="-228600" eaLnBrk="0" fontAlgn="base" hangingPunct="0">
              <a:spcBef>
                <a:spcPct val="0"/>
              </a:spcBef>
              <a:spcAft>
                <a:spcPct val="0"/>
              </a:spcAft>
              <a:defRPr>
                <a:solidFill>
                  <a:schemeClr val="tx1"/>
                </a:solidFill>
                <a:latin typeface="Arial" charset="0"/>
                <a:ea typeface="SimSun" pitchFamily="2" charset="-122"/>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825" b="1" i="0" u="none" strike="noStrike" kern="0" cap="none" spc="0" normalizeH="0" baseline="0" noProof="0">
                <a:ln>
                  <a:noFill/>
                </a:ln>
                <a:solidFill>
                  <a:srgbClr val="101141"/>
                </a:solidFill>
                <a:effectLst/>
                <a:uLnTx/>
                <a:uFillTx/>
                <a:latin typeface="Arial" charset="0"/>
                <a:ea typeface="SimSun" pitchFamily="2" charset="-122"/>
                <a:cs typeface="Arial" charset="0"/>
                <a:sym typeface="Arial"/>
              </a:rPr>
              <a:t>BITS </a:t>
            </a:r>
            <a:r>
              <a:rPr kumimoji="0" lang="en-US" sz="825" b="0" i="0" u="none" strike="noStrike" kern="0" cap="none" spc="0" normalizeH="0" baseline="0" noProof="0">
                <a:ln>
                  <a:noFill/>
                </a:ln>
                <a:solidFill>
                  <a:srgbClr val="101141"/>
                </a:solidFill>
                <a:effectLst/>
                <a:uLnTx/>
                <a:uFillTx/>
                <a:latin typeface="Arial" charset="0"/>
                <a:ea typeface="SimSun" pitchFamily="2" charset="-122"/>
                <a:cs typeface="Arial" charset="0"/>
                <a:sym typeface="Arial"/>
              </a:rPr>
              <a:t>Pilani, Pilani Campus</a:t>
            </a:r>
          </a:p>
        </p:txBody>
      </p:sp>
      <p:grpSp>
        <p:nvGrpSpPr>
          <p:cNvPr id="19" name="Group 11"/>
          <p:cNvGrpSpPr>
            <a:grpSpLocks/>
          </p:cNvGrpSpPr>
          <p:nvPr userDrawn="1"/>
        </p:nvGrpSpPr>
        <p:grpSpPr bwMode="auto">
          <a:xfrm>
            <a:off x="2084388" y="6550035"/>
            <a:ext cx="7059612" cy="49213"/>
            <a:chOff x="2083888" y="6550671"/>
            <a:chExt cx="7060112" cy="48665"/>
          </a:xfrm>
        </p:grpSpPr>
        <p:sp>
          <p:nvSpPr>
            <p:cNvPr id="20" name="Rectangle 19"/>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350" b="0" i="0" u="none" strike="noStrike" kern="0" cap="none" spc="0" normalizeH="0" baseline="0" noProof="0">
                <a:ln>
                  <a:noFill/>
                </a:ln>
                <a:solidFill>
                  <a:prstClr val="white"/>
                </a:solidFill>
                <a:effectLst/>
                <a:uLnTx/>
                <a:uFillTx/>
                <a:latin typeface="Arial"/>
                <a:ea typeface="+mn-ea"/>
                <a:cs typeface="+mn-cs"/>
                <a:sym typeface="Arial"/>
              </a:endParaRPr>
            </a:p>
          </p:txBody>
        </p:sp>
        <p:sp>
          <p:nvSpPr>
            <p:cNvPr id="21" name="Rectangle 20"/>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350" b="0" i="0" u="none" strike="noStrike" kern="0" cap="none" spc="0" normalizeH="0" baseline="0" noProof="0">
                <a:ln>
                  <a:noFill/>
                </a:ln>
                <a:solidFill>
                  <a:prstClr val="white"/>
                </a:solidFill>
                <a:effectLst/>
                <a:uLnTx/>
                <a:uFillTx/>
                <a:latin typeface="Arial"/>
                <a:ea typeface="+mn-ea"/>
                <a:cs typeface="+mn-cs"/>
                <a:sym typeface="Arial"/>
              </a:endParaRPr>
            </a:p>
          </p:txBody>
        </p:sp>
        <p:sp>
          <p:nvSpPr>
            <p:cNvPr id="22" name="Rectangle 21"/>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350" b="0" i="0" u="none" strike="noStrike" kern="0" cap="none" spc="0" normalizeH="0" baseline="0" noProof="0">
                <a:ln>
                  <a:noFill/>
                </a:ln>
                <a:solidFill>
                  <a:prstClr val="white"/>
                </a:solidFill>
                <a:effectLst/>
                <a:uLnTx/>
                <a:uFillTx/>
                <a:latin typeface="Arial"/>
                <a:ea typeface="+mn-ea"/>
                <a:cs typeface="+mn-cs"/>
                <a:sym typeface="Arial"/>
              </a:endParaRPr>
            </a:p>
          </p:txBody>
        </p:sp>
      </p:grpSp>
      <p:pic>
        <p:nvPicPr>
          <p:cNvPr id="23" name="Picture 11" descr="Picture 7.png"/>
          <p:cNvPicPr>
            <a:picLocks noChangeAspect="1"/>
          </p:cNvPicPr>
          <p:nvPr userDrawn="1"/>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5"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4" name="Group 18"/>
          <p:cNvGrpSpPr>
            <a:grpSpLocks/>
          </p:cNvGrpSpPr>
          <p:nvPr userDrawn="1"/>
        </p:nvGrpSpPr>
        <p:grpSpPr bwMode="auto">
          <a:xfrm>
            <a:off x="2133600" y="6553200"/>
            <a:ext cx="7010400" cy="46038"/>
            <a:chOff x="1905000" y="6553200"/>
            <a:chExt cx="7010400" cy="45719"/>
          </a:xfrm>
        </p:grpSpPr>
        <p:sp>
          <p:nvSpPr>
            <p:cNvPr id="25" name="Rectangle 2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350" b="0" i="0" u="none" strike="noStrike" kern="0" cap="none" spc="0" normalizeH="0" baseline="0" noProof="0">
                <a:ln>
                  <a:noFill/>
                </a:ln>
                <a:solidFill>
                  <a:prstClr val="white"/>
                </a:solidFill>
                <a:effectLst/>
                <a:uLnTx/>
                <a:uFillTx/>
                <a:latin typeface="Arial"/>
                <a:ea typeface="+mn-ea"/>
                <a:cs typeface="+mn-cs"/>
                <a:sym typeface="Arial"/>
              </a:endParaRPr>
            </a:p>
          </p:txBody>
        </p:sp>
        <p:sp>
          <p:nvSpPr>
            <p:cNvPr id="26" name="Rectangle 2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350" b="0" i="0" u="none" strike="noStrike" kern="0" cap="none" spc="0" normalizeH="0" baseline="0" noProof="0">
                <a:ln>
                  <a:noFill/>
                </a:ln>
                <a:solidFill>
                  <a:prstClr val="white"/>
                </a:solidFill>
                <a:effectLst/>
                <a:uLnTx/>
                <a:uFillTx/>
                <a:latin typeface="Arial"/>
                <a:ea typeface="+mn-ea"/>
                <a:cs typeface="+mn-cs"/>
                <a:sym typeface="Arial"/>
              </a:endParaRPr>
            </a:p>
          </p:txBody>
        </p:sp>
        <p:sp>
          <p:nvSpPr>
            <p:cNvPr id="28" name="Rectangle 27"/>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350" b="0" i="0" u="none" strike="noStrike" kern="0" cap="none" spc="0" normalizeH="0" baseline="0" noProof="0">
                <a:ln>
                  <a:noFill/>
                </a:ln>
                <a:solidFill>
                  <a:prstClr val="white"/>
                </a:solidFill>
                <a:effectLst/>
                <a:uLnTx/>
                <a:uFillTx/>
                <a:latin typeface="Arial"/>
                <a:ea typeface="+mn-ea"/>
                <a:cs typeface="+mn-cs"/>
                <a:sym typeface="Arial"/>
              </a:endParaRPr>
            </a:p>
          </p:txBody>
        </p:sp>
      </p:grpSp>
      <p:grpSp>
        <p:nvGrpSpPr>
          <p:cNvPr id="29" name="Group 22"/>
          <p:cNvGrpSpPr>
            <a:grpSpLocks/>
          </p:cNvGrpSpPr>
          <p:nvPr userDrawn="1"/>
        </p:nvGrpSpPr>
        <p:grpSpPr bwMode="auto">
          <a:xfrm>
            <a:off x="0" y="1295400"/>
            <a:ext cx="7010400" cy="46038"/>
            <a:chOff x="1905000" y="6553200"/>
            <a:chExt cx="7010400" cy="45719"/>
          </a:xfrm>
        </p:grpSpPr>
        <p:sp>
          <p:nvSpPr>
            <p:cNvPr id="30" name="Rectangle 2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350" b="0" i="0" u="none" strike="noStrike" kern="0" cap="none" spc="0" normalizeH="0" baseline="0" noProof="0">
                <a:ln>
                  <a:noFill/>
                </a:ln>
                <a:solidFill>
                  <a:prstClr val="white"/>
                </a:solidFill>
                <a:effectLst/>
                <a:uLnTx/>
                <a:uFillTx/>
                <a:latin typeface="Arial"/>
                <a:ea typeface="+mn-ea"/>
                <a:cs typeface="+mn-cs"/>
                <a:sym typeface="Arial"/>
              </a:endParaRPr>
            </a:p>
          </p:txBody>
        </p:sp>
        <p:sp>
          <p:nvSpPr>
            <p:cNvPr id="31" name="Rectangle 3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350" b="0" i="0" u="none" strike="noStrike" kern="0" cap="none" spc="0" normalizeH="0" baseline="0" noProof="0">
                <a:ln>
                  <a:noFill/>
                </a:ln>
                <a:solidFill>
                  <a:prstClr val="white"/>
                </a:solidFill>
                <a:effectLst/>
                <a:uLnTx/>
                <a:uFillTx/>
                <a:latin typeface="Arial"/>
                <a:ea typeface="+mn-ea"/>
                <a:cs typeface="+mn-cs"/>
                <a:sym typeface="Arial"/>
              </a:endParaRPr>
            </a:p>
          </p:txBody>
        </p:sp>
        <p:sp>
          <p:nvSpPr>
            <p:cNvPr id="32" name="Rectangle 3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350" b="0" i="0" u="none" strike="noStrike" kern="0" cap="none" spc="0" normalizeH="0" baseline="0" noProof="0">
                <a:ln>
                  <a:noFill/>
                </a:ln>
                <a:solidFill>
                  <a:prstClr val="white"/>
                </a:solidFill>
                <a:effectLst/>
                <a:uLnTx/>
                <a:uFillTx/>
                <a:latin typeface="Arial"/>
                <a:ea typeface="+mn-ea"/>
                <a:cs typeface="+mn-cs"/>
                <a:sym typeface="Arial"/>
              </a:endParaRPr>
            </a:p>
          </p:txBody>
        </p:sp>
      </p:grpSp>
    </p:spTree>
    <p:extLst>
      <p:ext uri="{BB962C8B-B14F-4D97-AF65-F5344CB8AC3E}">
        <p14:creationId xmlns:p14="http://schemas.microsoft.com/office/powerpoint/2010/main" val="807876563"/>
      </p:ext>
    </p:extLst>
  </p:cSld>
  <p:clrMapOvr>
    <a:masterClrMapping/>
  </p:clrMapOvr>
  <p:transition spd="slow">
    <p:strips dir="r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theme" Target="../theme/theme1.xml" /></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 /><Relationship Id="rId13" Type="http://schemas.openxmlformats.org/officeDocument/2006/relationships/image" Target="../media/image4.png" /><Relationship Id="rId3" Type="http://schemas.openxmlformats.org/officeDocument/2006/relationships/slideLayout" Target="../slideLayouts/slideLayout16.xml" /><Relationship Id="rId7" Type="http://schemas.openxmlformats.org/officeDocument/2006/relationships/slideLayout" Target="../slideLayouts/slideLayout20.xml" /><Relationship Id="rId12" Type="http://schemas.openxmlformats.org/officeDocument/2006/relationships/theme" Target="../theme/theme2.xml" /><Relationship Id="rId2" Type="http://schemas.openxmlformats.org/officeDocument/2006/relationships/slideLayout" Target="../slideLayouts/slideLayout15.xml" /><Relationship Id="rId1" Type="http://schemas.openxmlformats.org/officeDocument/2006/relationships/slideLayout" Target="../slideLayouts/slideLayout14.xml" /><Relationship Id="rId6" Type="http://schemas.openxmlformats.org/officeDocument/2006/relationships/slideLayout" Target="../slideLayouts/slideLayout19.xml" /><Relationship Id="rId11" Type="http://schemas.openxmlformats.org/officeDocument/2006/relationships/slideLayout" Target="../slideLayouts/slideLayout24.xml" /><Relationship Id="rId5" Type="http://schemas.openxmlformats.org/officeDocument/2006/relationships/slideLayout" Target="../slideLayouts/slideLayout18.xml" /><Relationship Id="rId10" Type="http://schemas.openxmlformats.org/officeDocument/2006/relationships/slideLayout" Target="../slideLayouts/slideLayout23.xml" /><Relationship Id="rId4" Type="http://schemas.openxmlformats.org/officeDocument/2006/relationships/slideLayout" Target="../slideLayouts/slideLayout17.xml" /><Relationship Id="rId9" Type="http://schemas.openxmlformats.org/officeDocument/2006/relationships/slideLayout" Target="../slideLayouts/slideLayout22.xml" /></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 /><Relationship Id="rId13" Type="http://schemas.openxmlformats.org/officeDocument/2006/relationships/image" Target="../media/image4.png" /><Relationship Id="rId3" Type="http://schemas.openxmlformats.org/officeDocument/2006/relationships/slideLayout" Target="../slideLayouts/slideLayout27.xml" /><Relationship Id="rId7" Type="http://schemas.openxmlformats.org/officeDocument/2006/relationships/slideLayout" Target="../slideLayouts/slideLayout31.xml" /><Relationship Id="rId12" Type="http://schemas.openxmlformats.org/officeDocument/2006/relationships/theme" Target="../theme/theme3.xml" /><Relationship Id="rId2" Type="http://schemas.openxmlformats.org/officeDocument/2006/relationships/slideLayout" Target="../slideLayouts/slideLayout26.xml" /><Relationship Id="rId1" Type="http://schemas.openxmlformats.org/officeDocument/2006/relationships/slideLayout" Target="../slideLayouts/slideLayout25.xml" /><Relationship Id="rId6" Type="http://schemas.openxmlformats.org/officeDocument/2006/relationships/slideLayout" Target="../slideLayouts/slideLayout30.xml" /><Relationship Id="rId11" Type="http://schemas.openxmlformats.org/officeDocument/2006/relationships/slideLayout" Target="../slideLayouts/slideLayout35.xml" /><Relationship Id="rId5" Type="http://schemas.openxmlformats.org/officeDocument/2006/relationships/slideLayout" Target="../slideLayouts/slideLayout29.xml" /><Relationship Id="rId10" Type="http://schemas.openxmlformats.org/officeDocument/2006/relationships/slideLayout" Target="../slideLayouts/slideLayout34.xml" /><Relationship Id="rId4" Type="http://schemas.openxmlformats.org/officeDocument/2006/relationships/slideLayout" Target="../slideLayouts/slideLayout28.xml" /><Relationship Id="rId9" Type="http://schemas.openxmlformats.org/officeDocument/2006/relationships/slideLayout" Target="../slideLayouts/slideLayout33.xml" /></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 /><Relationship Id="rId13" Type="http://schemas.openxmlformats.org/officeDocument/2006/relationships/slideLayout" Target="../slideLayouts/slideLayout48.xml" /><Relationship Id="rId18" Type="http://schemas.openxmlformats.org/officeDocument/2006/relationships/slideLayout" Target="../slideLayouts/slideLayout53.xml" /><Relationship Id="rId3" Type="http://schemas.openxmlformats.org/officeDocument/2006/relationships/slideLayout" Target="../slideLayouts/slideLayout38.xml" /><Relationship Id="rId21" Type="http://schemas.openxmlformats.org/officeDocument/2006/relationships/slideLayout" Target="../slideLayouts/slideLayout56.xml" /><Relationship Id="rId7" Type="http://schemas.openxmlformats.org/officeDocument/2006/relationships/slideLayout" Target="../slideLayouts/slideLayout42.xml" /><Relationship Id="rId12" Type="http://schemas.openxmlformats.org/officeDocument/2006/relationships/slideLayout" Target="../slideLayouts/slideLayout47.xml" /><Relationship Id="rId17" Type="http://schemas.openxmlformats.org/officeDocument/2006/relationships/slideLayout" Target="../slideLayouts/slideLayout52.xml" /><Relationship Id="rId2" Type="http://schemas.openxmlformats.org/officeDocument/2006/relationships/slideLayout" Target="../slideLayouts/slideLayout37.xml" /><Relationship Id="rId16" Type="http://schemas.openxmlformats.org/officeDocument/2006/relationships/slideLayout" Target="../slideLayouts/slideLayout51.xml" /><Relationship Id="rId20" Type="http://schemas.openxmlformats.org/officeDocument/2006/relationships/slideLayout" Target="../slideLayouts/slideLayout55.xml" /><Relationship Id="rId1" Type="http://schemas.openxmlformats.org/officeDocument/2006/relationships/slideLayout" Target="../slideLayouts/slideLayout36.xml" /><Relationship Id="rId6" Type="http://schemas.openxmlformats.org/officeDocument/2006/relationships/slideLayout" Target="../slideLayouts/slideLayout41.xml" /><Relationship Id="rId11" Type="http://schemas.openxmlformats.org/officeDocument/2006/relationships/slideLayout" Target="../slideLayouts/slideLayout46.xml" /><Relationship Id="rId5" Type="http://schemas.openxmlformats.org/officeDocument/2006/relationships/slideLayout" Target="../slideLayouts/slideLayout40.xml" /><Relationship Id="rId15" Type="http://schemas.openxmlformats.org/officeDocument/2006/relationships/slideLayout" Target="../slideLayouts/slideLayout50.xml" /><Relationship Id="rId10" Type="http://schemas.openxmlformats.org/officeDocument/2006/relationships/slideLayout" Target="../slideLayouts/slideLayout45.xml" /><Relationship Id="rId19" Type="http://schemas.openxmlformats.org/officeDocument/2006/relationships/slideLayout" Target="../slideLayouts/slideLayout54.xml" /><Relationship Id="rId4" Type="http://schemas.openxmlformats.org/officeDocument/2006/relationships/slideLayout" Target="../slideLayouts/slideLayout39.xml" /><Relationship Id="rId9" Type="http://schemas.openxmlformats.org/officeDocument/2006/relationships/slideLayout" Target="../slideLayouts/slideLayout44.xml" /><Relationship Id="rId14" Type="http://schemas.openxmlformats.org/officeDocument/2006/relationships/slideLayout" Target="../slideLayouts/slideLayout49.xml" /><Relationship Id="rId22" Type="http://schemas.openxmlformats.org/officeDocument/2006/relationships/theme" Target="../theme/theme4.xml" /></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4.xml" /><Relationship Id="rId13" Type="http://schemas.openxmlformats.org/officeDocument/2006/relationships/slideLayout" Target="../slideLayouts/slideLayout69.xml" /><Relationship Id="rId18" Type="http://schemas.openxmlformats.org/officeDocument/2006/relationships/slideLayout" Target="../slideLayouts/slideLayout74.xml" /><Relationship Id="rId3" Type="http://schemas.openxmlformats.org/officeDocument/2006/relationships/slideLayout" Target="../slideLayouts/slideLayout59.xml" /><Relationship Id="rId21" Type="http://schemas.openxmlformats.org/officeDocument/2006/relationships/slideLayout" Target="../slideLayouts/slideLayout77.xml" /><Relationship Id="rId7" Type="http://schemas.openxmlformats.org/officeDocument/2006/relationships/slideLayout" Target="../slideLayouts/slideLayout63.xml" /><Relationship Id="rId12" Type="http://schemas.openxmlformats.org/officeDocument/2006/relationships/slideLayout" Target="../slideLayouts/slideLayout68.xml" /><Relationship Id="rId17" Type="http://schemas.openxmlformats.org/officeDocument/2006/relationships/slideLayout" Target="../slideLayouts/slideLayout73.xml" /><Relationship Id="rId2" Type="http://schemas.openxmlformats.org/officeDocument/2006/relationships/slideLayout" Target="../slideLayouts/slideLayout58.xml" /><Relationship Id="rId16" Type="http://schemas.openxmlformats.org/officeDocument/2006/relationships/slideLayout" Target="../slideLayouts/slideLayout72.xml" /><Relationship Id="rId20" Type="http://schemas.openxmlformats.org/officeDocument/2006/relationships/slideLayout" Target="../slideLayouts/slideLayout76.xml" /><Relationship Id="rId1" Type="http://schemas.openxmlformats.org/officeDocument/2006/relationships/slideLayout" Target="../slideLayouts/slideLayout57.xml" /><Relationship Id="rId6" Type="http://schemas.openxmlformats.org/officeDocument/2006/relationships/slideLayout" Target="../slideLayouts/slideLayout62.xml" /><Relationship Id="rId11" Type="http://schemas.openxmlformats.org/officeDocument/2006/relationships/slideLayout" Target="../slideLayouts/slideLayout67.xml" /><Relationship Id="rId5" Type="http://schemas.openxmlformats.org/officeDocument/2006/relationships/slideLayout" Target="../slideLayouts/slideLayout61.xml" /><Relationship Id="rId15" Type="http://schemas.openxmlformats.org/officeDocument/2006/relationships/slideLayout" Target="../slideLayouts/slideLayout71.xml" /><Relationship Id="rId23" Type="http://schemas.openxmlformats.org/officeDocument/2006/relationships/theme" Target="../theme/theme5.xml" /><Relationship Id="rId10" Type="http://schemas.openxmlformats.org/officeDocument/2006/relationships/slideLayout" Target="../slideLayouts/slideLayout66.xml" /><Relationship Id="rId19" Type="http://schemas.openxmlformats.org/officeDocument/2006/relationships/slideLayout" Target="../slideLayouts/slideLayout75.xml" /><Relationship Id="rId4" Type="http://schemas.openxmlformats.org/officeDocument/2006/relationships/slideLayout" Target="../slideLayouts/slideLayout60.xml" /><Relationship Id="rId9" Type="http://schemas.openxmlformats.org/officeDocument/2006/relationships/slideLayout" Target="../slideLayouts/slideLayout65.xml" /><Relationship Id="rId14" Type="http://schemas.openxmlformats.org/officeDocument/2006/relationships/slideLayout" Target="../slideLayouts/slideLayout70.xml" /><Relationship Id="rId22" Type="http://schemas.openxmlformats.org/officeDocument/2006/relationships/slideLayout" Target="../slideLayouts/slideLayout78.xml" /></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86.xml" /><Relationship Id="rId13" Type="http://schemas.openxmlformats.org/officeDocument/2006/relationships/slideLayout" Target="../slideLayouts/slideLayout91.xml" /><Relationship Id="rId3" Type="http://schemas.openxmlformats.org/officeDocument/2006/relationships/slideLayout" Target="../slideLayouts/slideLayout81.xml" /><Relationship Id="rId7" Type="http://schemas.openxmlformats.org/officeDocument/2006/relationships/slideLayout" Target="../slideLayouts/slideLayout85.xml" /><Relationship Id="rId12" Type="http://schemas.openxmlformats.org/officeDocument/2006/relationships/slideLayout" Target="../slideLayouts/slideLayout90.xml" /><Relationship Id="rId2" Type="http://schemas.openxmlformats.org/officeDocument/2006/relationships/slideLayout" Target="../slideLayouts/slideLayout80.xml" /><Relationship Id="rId1" Type="http://schemas.openxmlformats.org/officeDocument/2006/relationships/slideLayout" Target="../slideLayouts/slideLayout79.xml" /><Relationship Id="rId6" Type="http://schemas.openxmlformats.org/officeDocument/2006/relationships/slideLayout" Target="../slideLayouts/slideLayout84.xml" /><Relationship Id="rId11" Type="http://schemas.openxmlformats.org/officeDocument/2006/relationships/slideLayout" Target="../slideLayouts/slideLayout89.xml" /><Relationship Id="rId5" Type="http://schemas.openxmlformats.org/officeDocument/2006/relationships/slideLayout" Target="../slideLayouts/slideLayout83.xml" /><Relationship Id="rId15" Type="http://schemas.openxmlformats.org/officeDocument/2006/relationships/image" Target="../media/image4.png" /><Relationship Id="rId10" Type="http://schemas.openxmlformats.org/officeDocument/2006/relationships/slideLayout" Target="../slideLayouts/slideLayout88.xml" /><Relationship Id="rId4" Type="http://schemas.openxmlformats.org/officeDocument/2006/relationships/slideLayout" Target="../slideLayouts/slideLayout82.xml" /><Relationship Id="rId9" Type="http://schemas.openxmlformats.org/officeDocument/2006/relationships/slideLayout" Target="../slideLayouts/slideLayout87.xml" /><Relationship Id="rId14" Type="http://schemas.openxmlformats.org/officeDocument/2006/relationships/theme" Target="../theme/theme6.xml" /></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99.xml" /><Relationship Id="rId13" Type="http://schemas.openxmlformats.org/officeDocument/2006/relationships/slideLayout" Target="../slideLayouts/slideLayout104.xml" /><Relationship Id="rId3" Type="http://schemas.openxmlformats.org/officeDocument/2006/relationships/slideLayout" Target="../slideLayouts/slideLayout94.xml" /><Relationship Id="rId7" Type="http://schemas.openxmlformats.org/officeDocument/2006/relationships/slideLayout" Target="../slideLayouts/slideLayout98.xml" /><Relationship Id="rId12" Type="http://schemas.openxmlformats.org/officeDocument/2006/relationships/slideLayout" Target="../slideLayouts/slideLayout103.xml" /><Relationship Id="rId2" Type="http://schemas.openxmlformats.org/officeDocument/2006/relationships/slideLayout" Target="../slideLayouts/slideLayout93.xml" /><Relationship Id="rId1" Type="http://schemas.openxmlformats.org/officeDocument/2006/relationships/slideLayout" Target="../slideLayouts/slideLayout92.xml" /><Relationship Id="rId6" Type="http://schemas.openxmlformats.org/officeDocument/2006/relationships/slideLayout" Target="../slideLayouts/slideLayout97.xml" /><Relationship Id="rId11" Type="http://schemas.openxmlformats.org/officeDocument/2006/relationships/slideLayout" Target="../slideLayouts/slideLayout102.xml" /><Relationship Id="rId5" Type="http://schemas.openxmlformats.org/officeDocument/2006/relationships/slideLayout" Target="../slideLayouts/slideLayout96.xml" /><Relationship Id="rId15" Type="http://schemas.openxmlformats.org/officeDocument/2006/relationships/image" Target="../media/image4.png" /><Relationship Id="rId10" Type="http://schemas.openxmlformats.org/officeDocument/2006/relationships/slideLayout" Target="../slideLayouts/slideLayout101.xml" /><Relationship Id="rId4" Type="http://schemas.openxmlformats.org/officeDocument/2006/relationships/slideLayout" Target="../slideLayouts/slideLayout95.xml" /><Relationship Id="rId9" Type="http://schemas.openxmlformats.org/officeDocument/2006/relationships/slideLayout" Target="../slideLayouts/slideLayout100.xml" /><Relationship Id="rId14" Type="http://schemas.openxmlformats.org/officeDocument/2006/relationships/theme" Target="../theme/theme7.xml" /></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12.xml" /><Relationship Id="rId13" Type="http://schemas.openxmlformats.org/officeDocument/2006/relationships/image" Target="../media/image4.png" /><Relationship Id="rId3" Type="http://schemas.openxmlformats.org/officeDocument/2006/relationships/slideLayout" Target="../slideLayouts/slideLayout107.xml" /><Relationship Id="rId7" Type="http://schemas.openxmlformats.org/officeDocument/2006/relationships/slideLayout" Target="../slideLayouts/slideLayout111.xml" /><Relationship Id="rId12" Type="http://schemas.openxmlformats.org/officeDocument/2006/relationships/theme" Target="../theme/theme8.xml" /><Relationship Id="rId2" Type="http://schemas.openxmlformats.org/officeDocument/2006/relationships/slideLayout" Target="../slideLayouts/slideLayout106.xml" /><Relationship Id="rId1" Type="http://schemas.openxmlformats.org/officeDocument/2006/relationships/slideLayout" Target="../slideLayouts/slideLayout105.xml" /><Relationship Id="rId6" Type="http://schemas.openxmlformats.org/officeDocument/2006/relationships/slideLayout" Target="../slideLayouts/slideLayout110.xml" /><Relationship Id="rId11" Type="http://schemas.openxmlformats.org/officeDocument/2006/relationships/slideLayout" Target="../slideLayouts/slideLayout115.xml" /><Relationship Id="rId5" Type="http://schemas.openxmlformats.org/officeDocument/2006/relationships/slideLayout" Target="../slideLayouts/slideLayout109.xml" /><Relationship Id="rId10" Type="http://schemas.openxmlformats.org/officeDocument/2006/relationships/slideLayout" Target="../slideLayouts/slideLayout114.xml" /><Relationship Id="rId4" Type="http://schemas.openxmlformats.org/officeDocument/2006/relationships/slideLayout" Target="../slideLayouts/slideLayout108.xml" /><Relationship Id="rId9" Type="http://schemas.openxmlformats.org/officeDocument/2006/relationships/slideLayout" Target="../slideLayouts/slideLayout113.xml" /></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23.xml" /><Relationship Id="rId13" Type="http://schemas.openxmlformats.org/officeDocument/2006/relationships/slideLayout" Target="../slideLayouts/slideLayout128.xml" /><Relationship Id="rId3" Type="http://schemas.openxmlformats.org/officeDocument/2006/relationships/slideLayout" Target="../slideLayouts/slideLayout118.xml" /><Relationship Id="rId7" Type="http://schemas.openxmlformats.org/officeDocument/2006/relationships/slideLayout" Target="../slideLayouts/slideLayout122.xml" /><Relationship Id="rId12" Type="http://schemas.openxmlformats.org/officeDocument/2006/relationships/slideLayout" Target="../slideLayouts/slideLayout127.xml" /><Relationship Id="rId2" Type="http://schemas.openxmlformats.org/officeDocument/2006/relationships/slideLayout" Target="../slideLayouts/slideLayout117.xml" /><Relationship Id="rId1" Type="http://schemas.openxmlformats.org/officeDocument/2006/relationships/slideLayout" Target="../slideLayouts/slideLayout116.xml" /><Relationship Id="rId6" Type="http://schemas.openxmlformats.org/officeDocument/2006/relationships/slideLayout" Target="../slideLayouts/slideLayout121.xml" /><Relationship Id="rId11" Type="http://schemas.openxmlformats.org/officeDocument/2006/relationships/slideLayout" Target="../slideLayouts/slideLayout126.xml" /><Relationship Id="rId5" Type="http://schemas.openxmlformats.org/officeDocument/2006/relationships/slideLayout" Target="../slideLayouts/slideLayout120.xml" /><Relationship Id="rId15" Type="http://schemas.openxmlformats.org/officeDocument/2006/relationships/image" Target="../media/image4.png" /><Relationship Id="rId10" Type="http://schemas.openxmlformats.org/officeDocument/2006/relationships/slideLayout" Target="../slideLayouts/slideLayout125.xml" /><Relationship Id="rId4" Type="http://schemas.openxmlformats.org/officeDocument/2006/relationships/slideLayout" Target="../slideLayouts/slideLayout119.xml" /><Relationship Id="rId9" Type="http://schemas.openxmlformats.org/officeDocument/2006/relationships/slideLayout" Target="../slideLayouts/slideLayout124.xml" /><Relationship Id="rId14" Type="http://schemas.openxmlformats.org/officeDocument/2006/relationships/theme" Target="../theme/theme9.xml" /></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36.xml" /><Relationship Id="rId13" Type="http://schemas.openxmlformats.org/officeDocument/2006/relationships/slideLayout" Target="../slideLayouts/slideLayout141.xml" /><Relationship Id="rId3" Type="http://schemas.openxmlformats.org/officeDocument/2006/relationships/slideLayout" Target="../slideLayouts/slideLayout131.xml" /><Relationship Id="rId7" Type="http://schemas.openxmlformats.org/officeDocument/2006/relationships/slideLayout" Target="../slideLayouts/slideLayout135.xml" /><Relationship Id="rId12" Type="http://schemas.openxmlformats.org/officeDocument/2006/relationships/slideLayout" Target="../slideLayouts/slideLayout140.xml" /><Relationship Id="rId2" Type="http://schemas.openxmlformats.org/officeDocument/2006/relationships/slideLayout" Target="../slideLayouts/slideLayout130.xml" /><Relationship Id="rId1" Type="http://schemas.openxmlformats.org/officeDocument/2006/relationships/slideLayout" Target="../slideLayouts/slideLayout129.xml" /><Relationship Id="rId6" Type="http://schemas.openxmlformats.org/officeDocument/2006/relationships/slideLayout" Target="../slideLayouts/slideLayout134.xml" /><Relationship Id="rId11" Type="http://schemas.openxmlformats.org/officeDocument/2006/relationships/slideLayout" Target="../slideLayouts/slideLayout139.xml" /><Relationship Id="rId5" Type="http://schemas.openxmlformats.org/officeDocument/2006/relationships/slideLayout" Target="../slideLayouts/slideLayout133.xml" /><Relationship Id="rId15" Type="http://schemas.openxmlformats.org/officeDocument/2006/relationships/image" Target="../media/image4.png" /><Relationship Id="rId10" Type="http://schemas.openxmlformats.org/officeDocument/2006/relationships/slideLayout" Target="../slideLayouts/slideLayout138.xml" /><Relationship Id="rId4" Type="http://schemas.openxmlformats.org/officeDocument/2006/relationships/slideLayout" Target="../slideLayouts/slideLayout132.xml" /><Relationship Id="rId9" Type="http://schemas.openxmlformats.org/officeDocument/2006/relationships/slideLayout" Target="../slideLayouts/slideLayout137.xml" /><Relationship Id="rId14" Type="http://schemas.openxmlformats.org/officeDocument/2006/relationships/theme" Target="../theme/theme10.xml" /></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49.xml" /><Relationship Id="rId13" Type="http://schemas.openxmlformats.org/officeDocument/2006/relationships/slideLayout" Target="../slideLayouts/slideLayout154.xml" /><Relationship Id="rId3" Type="http://schemas.openxmlformats.org/officeDocument/2006/relationships/slideLayout" Target="../slideLayouts/slideLayout144.xml" /><Relationship Id="rId7" Type="http://schemas.openxmlformats.org/officeDocument/2006/relationships/slideLayout" Target="../slideLayouts/slideLayout148.xml" /><Relationship Id="rId12" Type="http://schemas.openxmlformats.org/officeDocument/2006/relationships/slideLayout" Target="../slideLayouts/slideLayout153.xml" /><Relationship Id="rId2" Type="http://schemas.openxmlformats.org/officeDocument/2006/relationships/slideLayout" Target="../slideLayouts/slideLayout143.xml" /><Relationship Id="rId1" Type="http://schemas.openxmlformats.org/officeDocument/2006/relationships/slideLayout" Target="../slideLayouts/slideLayout142.xml" /><Relationship Id="rId6" Type="http://schemas.openxmlformats.org/officeDocument/2006/relationships/slideLayout" Target="../slideLayouts/slideLayout147.xml" /><Relationship Id="rId11" Type="http://schemas.openxmlformats.org/officeDocument/2006/relationships/slideLayout" Target="../slideLayouts/slideLayout152.xml" /><Relationship Id="rId5" Type="http://schemas.openxmlformats.org/officeDocument/2006/relationships/slideLayout" Target="../slideLayouts/slideLayout146.xml" /><Relationship Id="rId10" Type="http://schemas.openxmlformats.org/officeDocument/2006/relationships/slideLayout" Target="../slideLayouts/slideLayout151.xml" /><Relationship Id="rId4" Type="http://schemas.openxmlformats.org/officeDocument/2006/relationships/slideLayout" Target="../slideLayouts/slideLayout145.xml" /><Relationship Id="rId9" Type="http://schemas.openxmlformats.org/officeDocument/2006/relationships/slideLayout" Target="../slideLayouts/slideLayout150.xml" /><Relationship Id="rId14" Type="http://schemas.openxmlformats.org/officeDocument/2006/relationships/theme" Target="../theme/theme11.xml" /></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162.xml" /><Relationship Id="rId13" Type="http://schemas.openxmlformats.org/officeDocument/2006/relationships/slideLayout" Target="../slideLayouts/slideLayout167.xml" /><Relationship Id="rId3" Type="http://schemas.openxmlformats.org/officeDocument/2006/relationships/slideLayout" Target="../slideLayouts/slideLayout157.xml" /><Relationship Id="rId7" Type="http://schemas.openxmlformats.org/officeDocument/2006/relationships/slideLayout" Target="../slideLayouts/slideLayout161.xml" /><Relationship Id="rId12" Type="http://schemas.openxmlformats.org/officeDocument/2006/relationships/slideLayout" Target="../slideLayouts/slideLayout166.xml" /><Relationship Id="rId2" Type="http://schemas.openxmlformats.org/officeDocument/2006/relationships/slideLayout" Target="../slideLayouts/slideLayout156.xml" /><Relationship Id="rId16" Type="http://schemas.openxmlformats.org/officeDocument/2006/relationships/image" Target="../media/image4.png" /><Relationship Id="rId1" Type="http://schemas.openxmlformats.org/officeDocument/2006/relationships/slideLayout" Target="../slideLayouts/slideLayout155.xml" /><Relationship Id="rId6" Type="http://schemas.openxmlformats.org/officeDocument/2006/relationships/slideLayout" Target="../slideLayouts/slideLayout160.xml" /><Relationship Id="rId11" Type="http://schemas.openxmlformats.org/officeDocument/2006/relationships/slideLayout" Target="../slideLayouts/slideLayout165.xml" /><Relationship Id="rId5" Type="http://schemas.openxmlformats.org/officeDocument/2006/relationships/slideLayout" Target="../slideLayouts/slideLayout159.xml" /><Relationship Id="rId15" Type="http://schemas.openxmlformats.org/officeDocument/2006/relationships/theme" Target="../theme/theme12.xml" /><Relationship Id="rId10" Type="http://schemas.openxmlformats.org/officeDocument/2006/relationships/slideLayout" Target="../slideLayouts/slideLayout164.xml" /><Relationship Id="rId4" Type="http://schemas.openxmlformats.org/officeDocument/2006/relationships/slideLayout" Target="../slideLayouts/slideLayout158.xml" /><Relationship Id="rId9" Type="http://schemas.openxmlformats.org/officeDocument/2006/relationships/slideLayout" Target="../slideLayouts/slideLayout163.xml" /><Relationship Id="rId14" Type="http://schemas.openxmlformats.org/officeDocument/2006/relationships/slideLayout" Target="../slideLayouts/slideLayout168.xml" /></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176.xml" /><Relationship Id="rId13" Type="http://schemas.openxmlformats.org/officeDocument/2006/relationships/slideLayout" Target="../slideLayouts/slideLayout181.xml" /><Relationship Id="rId3" Type="http://schemas.openxmlformats.org/officeDocument/2006/relationships/slideLayout" Target="../slideLayouts/slideLayout171.xml" /><Relationship Id="rId7" Type="http://schemas.openxmlformats.org/officeDocument/2006/relationships/slideLayout" Target="../slideLayouts/slideLayout175.xml" /><Relationship Id="rId12" Type="http://schemas.openxmlformats.org/officeDocument/2006/relationships/slideLayout" Target="../slideLayouts/slideLayout180.xml" /><Relationship Id="rId2" Type="http://schemas.openxmlformats.org/officeDocument/2006/relationships/slideLayout" Target="../slideLayouts/slideLayout170.xml" /><Relationship Id="rId1" Type="http://schemas.openxmlformats.org/officeDocument/2006/relationships/slideLayout" Target="../slideLayouts/slideLayout169.xml" /><Relationship Id="rId6" Type="http://schemas.openxmlformats.org/officeDocument/2006/relationships/slideLayout" Target="../slideLayouts/slideLayout174.xml" /><Relationship Id="rId11" Type="http://schemas.openxmlformats.org/officeDocument/2006/relationships/slideLayout" Target="../slideLayouts/slideLayout179.xml" /><Relationship Id="rId5" Type="http://schemas.openxmlformats.org/officeDocument/2006/relationships/slideLayout" Target="../slideLayouts/slideLayout173.xml" /><Relationship Id="rId10" Type="http://schemas.openxmlformats.org/officeDocument/2006/relationships/slideLayout" Target="../slideLayouts/slideLayout178.xml" /><Relationship Id="rId4" Type="http://schemas.openxmlformats.org/officeDocument/2006/relationships/slideLayout" Target="../slideLayouts/slideLayout172.xml" /><Relationship Id="rId9" Type="http://schemas.openxmlformats.org/officeDocument/2006/relationships/slideLayout" Target="../slideLayouts/slideLayout177.xml" /><Relationship Id="rId14" Type="http://schemas.openxmlformats.org/officeDocument/2006/relationships/theme" Target="../theme/theme13.xml" /></Relationships>
</file>

<file path=ppt/slideMasters/_rels/slideMaster14.xml.rels><?xml version="1.0" encoding="UTF-8" standalone="yes"?>
<Relationships xmlns="http://schemas.openxmlformats.org/package/2006/relationships"><Relationship Id="rId8" Type="http://schemas.openxmlformats.org/officeDocument/2006/relationships/slideLayout" Target="../slideLayouts/slideLayout189.xml" /><Relationship Id="rId13" Type="http://schemas.openxmlformats.org/officeDocument/2006/relationships/slideLayout" Target="../slideLayouts/slideLayout194.xml" /><Relationship Id="rId3" Type="http://schemas.openxmlformats.org/officeDocument/2006/relationships/slideLayout" Target="../slideLayouts/slideLayout184.xml" /><Relationship Id="rId7" Type="http://schemas.openxmlformats.org/officeDocument/2006/relationships/slideLayout" Target="../slideLayouts/slideLayout188.xml" /><Relationship Id="rId12" Type="http://schemas.openxmlformats.org/officeDocument/2006/relationships/slideLayout" Target="../slideLayouts/slideLayout193.xml" /><Relationship Id="rId2" Type="http://schemas.openxmlformats.org/officeDocument/2006/relationships/slideLayout" Target="../slideLayouts/slideLayout183.xml" /><Relationship Id="rId1" Type="http://schemas.openxmlformats.org/officeDocument/2006/relationships/slideLayout" Target="../slideLayouts/slideLayout182.xml" /><Relationship Id="rId6" Type="http://schemas.openxmlformats.org/officeDocument/2006/relationships/slideLayout" Target="../slideLayouts/slideLayout187.xml" /><Relationship Id="rId11" Type="http://schemas.openxmlformats.org/officeDocument/2006/relationships/slideLayout" Target="../slideLayouts/slideLayout192.xml" /><Relationship Id="rId5" Type="http://schemas.openxmlformats.org/officeDocument/2006/relationships/slideLayout" Target="../slideLayouts/slideLayout186.xml" /><Relationship Id="rId15" Type="http://schemas.openxmlformats.org/officeDocument/2006/relationships/theme" Target="../theme/theme14.xml" /><Relationship Id="rId10" Type="http://schemas.openxmlformats.org/officeDocument/2006/relationships/slideLayout" Target="../slideLayouts/slideLayout191.xml" /><Relationship Id="rId4" Type="http://schemas.openxmlformats.org/officeDocument/2006/relationships/slideLayout" Target="../slideLayouts/slideLayout185.xml" /><Relationship Id="rId9" Type="http://schemas.openxmlformats.org/officeDocument/2006/relationships/slideLayout" Target="../slideLayouts/slideLayout190.xml" /><Relationship Id="rId14" Type="http://schemas.openxmlformats.org/officeDocument/2006/relationships/slideLayout" Target="../slideLayouts/slideLayout195.xml" /></Relationships>
</file>

<file path=ppt/slideMasters/_rels/slideMaster15.xml.rels><?xml version="1.0" encoding="UTF-8" standalone="yes"?>
<Relationships xmlns="http://schemas.openxmlformats.org/package/2006/relationships"><Relationship Id="rId8" Type="http://schemas.openxmlformats.org/officeDocument/2006/relationships/slideLayout" Target="../slideLayouts/slideLayout203.xml" /><Relationship Id="rId13" Type="http://schemas.openxmlformats.org/officeDocument/2006/relationships/slideLayout" Target="../slideLayouts/slideLayout208.xml" /><Relationship Id="rId3" Type="http://schemas.openxmlformats.org/officeDocument/2006/relationships/slideLayout" Target="../slideLayouts/slideLayout198.xml" /><Relationship Id="rId7" Type="http://schemas.openxmlformats.org/officeDocument/2006/relationships/slideLayout" Target="../slideLayouts/slideLayout202.xml" /><Relationship Id="rId12" Type="http://schemas.openxmlformats.org/officeDocument/2006/relationships/slideLayout" Target="../slideLayouts/slideLayout207.xml" /><Relationship Id="rId17" Type="http://schemas.openxmlformats.org/officeDocument/2006/relationships/theme" Target="../theme/theme15.xml" /><Relationship Id="rId2" Type="http://schemas.openxmlformats.org/officeDocument/2006/relationships/slideLayout" Target="../slideLayouts/slideLayout197.xml" /><Relationship Id="rId16" Type="http://schemas.openxmlformats.org/officeDocument/2006/relationships/slideLayout" Target="../slideLayouts/slideLayout211.xml" /><Relationship Id="rId1" Type="http://schemas.openxmlformats.org/officeDocument/2006/relationships/slideLayout" Target="../slideLayouts/slideLayout196.xml" /><Relationship Id="rId6" Type="http://schemas.openxmlformats.org/officeDocument/2006/relationships/slideLayout" Target="../slideLayouts/slideLayout201.xml" /><Relationship Id="rId11" Type="http://schemas.openxmlformats.org/officeDocument/2006/relationships/slideLayout" Target="../slideLayouts/slideLayout206.xml" /><Relationship Id="rId5" Type="http://schemas.openxmlformats.org/officeDocument/2006/relationships/slideLayout" Target="../slideLayouts/slideLayout200.xml" /><Relationship Id="rId15" Type="http://schemas.openxmlformats.org/officeDocument/2006/relationships/slideLayout" Target="../slideLayouts/slideLayout210.xml" /><Relationship Id="rId10" Type="http://schemas.openxmlformats.org/officeDocument/2006/relationships/slideLayout" Target="../slideLayouts/slideLayout205.xml" /><Relationship Id="rId4" Type="http://schemas.openxmlformats.org/officeDocument/2006/relationships/slideLayout" Target="../slideLayouts/slideLayout199.xml" /><Relationship Id="rId9" Type="http://schemas.openxmlformats.org/officeDocument/2006/relationships/slideLayout" Target="../slideLayouts/slideLayout204.xml" /><Relationship Id="rId14" Type="http://schemas.openxmlformats.org/officeDocument/2006/relationships/slideLayout" Target="../slideLayouts/slideLayout209.xml" /></Relationships>
</file>

<file path=ppt/slideMasters/_rels/slideMaster16.xml.rels><?xml version="1.0" encoding="UTF-8" standalone="yes"?>
<Relationships xmlns="http://schemas.openxmlformats.org/package/2006/relationships"><Relationship Id="rId8" Type="http://schemas.openxmlformats.org/officeDocument/2006/relationships/slideLayout" Target="../slideLayouts/slideLayout219.xml" /><Relationship Id="rId13" Type="http://schemas.openxmlformats.org/officeDocument/2006/relationships/image" Target="../media/image4.png" /><Relationship Id="rId3" Type="http://schemas.openxmlformats.org/officeDocument/2006/relationships/slideLayout" Target="../slideLayouts/slideLayout214.xml" /><Relationship Id="rId7" Type="http://schemas.openxmlformats.org/officeDocument/2006/relationships/slideLayout" Target="../slideLayouts/slideLayout218.xml" /><Relationship Id="rId12" Type="http://schemas.openxmlformats.org/officeDocument/2006/relationships/theme" Target="../theme/theme16.xml" /><Relationship Id="rId2" Type="http://schemas.openxmlformats.org/officeDocument/2006/relationships/slideLayout" Target="../slideLayouts/slideLayout213.xml" /><Relationship Id="rId1" Type="http://schemas.openxmlformats.org/officeDocument/2006/relationships/slideLayout" Target="../slideLayouts/slideLayout212.xml" /><Relationship Id="rId6" Type="http://schemas.openxmlformats.org/officeDocument/2006/relationships/slideLayout" Target="../slideLayouts/slideLayout217.xml" /><Relationship Id="rId11" Type="http://schemas.openxmlformats.org/officeDocument/2006/relationships/slideLayout" Target="../slideLayouts/slideLayout222.xml" /><Relationship Id="rId5" Type="http://schemas.openxmlformats.org/officeDocument/2006/relationships/slideLayout" Target="../slideLayouts/slideLayout216.xml" /><Relationship Id="rId10" Type="http://schemas.openxmlformats.org/officeDocument/2006/relationships/slideLayout" Target="../slideLayouts/slideLayout221.xml" /><Relationship Id="rId4" Type="http://schemas.openxmlformats.org/officeDocument/2006/relationships/slideLayout" Target="../slideLayouts/slideLayout215.xml" /><Relationship Id="rId9" Type="http://schemas.openxmlformats.org/officeDocument/2006/relationships/slideLayout" Target="../slideLayouts/slideLayout220.xml" /></Relationships>
</file>

<file path=ppt/slideMasters/_rels/slideMaster17.xml.rels><?xml version="1.0" encoding="UTF-8" standalone="yes"?>
<Relationships xmlns="http://schemas.openxmlformats.org/package/2006/relationships"><Relationship Id="rId8" Type="http://schemas.openxmlformats.org/officeDocument/2006/relationships/slideLayout" Target="../slideLayouts/slideLayout230.xml" /><Relationship Id="rId13" Type="http://schemas.openxmlformats.org/officeDocument/2006/relationships/slideLayout" Target="../slideLayouts/slideLayout235.xml" /><Relationship Id="rId18" Type="http://schemas.openxmlformats.org/officeDocument/2006/relationships/image" Target="../media/image4.png" /><Relationship Id="rId3" Type="http://schemas.openxmlformats.org/officeDocument/2006/relationships/slideLayout" Target="../slideLayouts/slideLayout225.xml" /><Relationship Id="rId7" Type="http://schemas.openxmlformats.org/officeDocument/2006/relationships/slideLayout" Target="../slideLayouts/slideLayout229.xml" /><Relationship Id="rId12" Type="http://schemas.openxmlformats.org/officeDocument/2006/relationships/slideLayout" Target="../slideLayouts/slideLayout234.xml" /><Relationship Id="rId17" Type="http://schemas.openxmlformats.org/officeDocument/2006/relationships/theme" Target="../theme/theme17.xml" /><Relationship Id="rId2" Type="http://schemas.openxmlformats.org/officeDocument/2006/relationships/slideLayout" Target="../slideLayouts/slideLayout224.xml" /><Relationship Id="rId16" Type="http://schemas.openxmlformats.org/officeDocument/2006/relationships/slideLayout" Target="../slideLayouts/slideLayout238.xml" /><Relationship Id="rId1" Type="http://schemas.openxmlformats.org/officeDocument/2006/relationships/slideLayout" Target="../slideLayouts/slideLayout223.xml" /><Relationship Id="rId6" Type="http://schemas.openxmlformats.org/officeDocument/2006/relationships/slideLayout" Target="../slideLayouts/slideLayout228.xml" /><Relationship Id="rId11" Type="http://schemas.openxmlformats.org/officeDocument/2006/relationships/slideLayout" Target="../slideLayouts/slideLayout233.xml" /><Relationship Id="rId5" Type="http://schemas.openxmlformats.org/officeDocument/2006/relationships/slideLayout" Target="../slideLayouts/slideLayout227.xml" /><Relationship Id="rId15" Type="http://schemas.openxmlformats.org/officeDocument/2006/relationships/slideLayout" Target="../slideLayouts/slideLayout237.xml" /><Relationship Id="rId10" Type="http://schemas.openxmlformats.org/officeDocument/2006/relationships/slideLayout" Target="../slideLayouts/slideLayout232.xml" /><Relationship Id="rId4" Type="http://schemas.openxmlformats.org/officeDocument/2006/relationships/slideLayout" Target="../slideLayouts/slideLayout226.xml" /><Relationship Id="rId9" Type="http://schemas.openxmlformats.org/officeDocument/2006/relationships/slideLayout" Target="../slideLayouts/slideLayout231.xml" /><Relationship Id="rId14" Type="http://schemas.openxmlformats.org/officeDocument/2006/relationships/slideLayout" Target="../slideLayouts/slideLayout236.xml" /></Relationships>
</file>

<file path=ppt/slideMasters/_rels/slideMaster18.xml.rels><?xml version="1.0" encoding="UTF-8" standalone="yes"?>
<Relationships xmlns="http://schemas.openxmlformats.org/package/2006/relationships"><Relationship Id="rId8" Type="http://schemas.openxmlformats.org/officeDocument/2006/relationships/slideLayout" Target="../slideLayouts/slideLayout246.xml" /><Relationship Id="rId13" Type="http://schemas.openxmlformats.org/officeDocument/2006/relationships/theme" Target="../theme/theme18.xml" /><Relationship Id="rId3" Type="http://schemas.openxmlformats.org/officeDocument/2006/relationships/slideLayout" Target="../slideLayouts/slideLayout241.xml" /><Relationship Id="rId7" Type="http://schemas.openxmlformats.org/officeDocument/2006/relationships/slideLayout" Target="../slideLayouts/slideLayout245.xml" /><Relationship Id="rId12" Type="http://schemas.openxmlformats.org/officeDocument/2006/relationships/slideLayout" Target="../slideLayouts/slideLayout250.xml" /><Relationship Id="rId2" Type="http://schemas.openxmlformats.org/officeDocument/2006/relationships/slideLayout" Target="../slideLayouts/slideLayout240.xml" /><Relationship Id="rId1" Type="http://schemas.openxmlformats.org/officeDocument/2006/relationships/slideLayout" Target="../slideLayouts/slideLayout239.xml" /><Relationship Id="rId6" Type="http://schemas.openxmlformats.org/officeDocument/2006/relationships/slideLayout" Target="../slideLayouts/slideLayout244.xml" /><Relationship Id="rId11" Type="http://schemas.openxmlformats.org/officeDocument/2006/relationships/slideLayout" Target="../slideLayouts/slideLayout249.xml" /><Relationship Id="rId5" Type="http://schemas.openxmlformats.org/officeDocument/2006/relationships/slideLayout" Target="../slideLayouts/slideLayout243.xml" /><Relationship Id="rId10" Type="http://schemas.openxmlformats.org/officeDocument/2006/relationships/slideLayout" Target="../slideLayouts/slideLayout248.xml" /><Relationship Id="rId4" Type="http://schemas.openxmlformats.org/officeDocument/2006/relationships/slideLayout" Target="../slideLayouts/slideLayout242.xml" /><Relationship Id="rId9" Type="http://schemas.openxmlformats.org/officeDocument/2006/relationships/slideLayout" Target="../slideLayouts/slideLayout247.xml" /><Relationship Id="rId14" Type="http://schemas.openxmlformats.org/officeDocument/2006/relationships/image" Target="../media/image4.png" /></Relationships>
</file>

<file path=ppt/slideMasters/_rels/slideMaster19.xml.rels><?xml version="1.0" encoding="UTF-8" standalone="yes"?>
<Relationships xmlns="http://schemas.openxmlformats.org/package/2006/relationships"><Relationship Id="rId8" Type="http://schemas.openxmlformats.org/officeDocument/2006/relationships/slideLayout" Target="../slideLayouts/slideLayout258.xml" /><Relationship Id="rId13" Type="http://schemas.openxmlformats.org/officeDocument/2006/relationships/slideLayout" Target="../slideLayouts/slideLayout263.xml" /><Relationship Id="rId3" Type="http://schemas.openxmlformats.org/officeDocument/2006/relationships/slideLayout" Target="../slideLayouts/slideLayout253.xml" /><Relationship Id="rId7" Type="http://schemas.openxmlformats.org/officeDocument/2006/relationships/slideLayout" Target="../slideLayouts/slideLayout257.xml" /><Relationship Id="rId12" Type="http://schemas.openxmlformats.org/officeDocument/2006/relationships/slideLayout" Target="../slideLayouts/slideLayout262.xml" /><Relationship Id="rId2" Type="http://schemas.openxmlformats.org/officeDocument/2006/relationships/slideLayout" Target="../slideLayouts/slideLayout252.xml" /><Relationship Id="rId1" Type="http://schemas.openxmlformats.org/officeDocument/2006/relationships/slideLayout" Target="../slideLayouts/slideLayout251.xml" /><Relationship Id="rId6" Type="http://schemas.openxmlformats.org/officeDocument/2006/relationships/slideLayout" Target="../slideLayouts/slideLayout256.xml" /><Relationship Id="rId11" Type="http://schemas.openxmlformats.org/officeDocument/2006/relationships/slideLayout" Target="../slideLayouts/slideLayout261.xml" /><Relationship Id="rId5" Type="http://schemas.openxmlformats.org/officeDocument/2006/relationships/slideLayout" Target="../slideLayouts/slideLayout255.xml" /><Relationship Id="rId10" Type="http://schemas.openxmlformats.org/officeDocument/2006/relationships/slideLayout" Target="../slideLayouts/slideLayout260.xml" /><Relationship Id="rId4" Type="http://schemas.openxmlformats.org/officeDocument/2006/relationships/slideLayout" Target="../slideLayouts/slideLayout254.xml" /><Relationship Id="rId9" Type="http://schemas.openxmlformats.org/officeDocument/2006/relationships/slideLayout" Target="../slideLayouts/slideLayout259.xml" /><Relationship Id="rId14" Type="http://schemas.openxmlformats.org/officeDocument/2006/relationships/theme" Target="../theme/theme19.xml" /></Relationships>
</file>

<file path=ppt/slideMasters/_rels/slideMaster20.xml.rels><?xml version="1.0" encoding="UTF-8" standalone="yes"?>
<Relationships xmlns="http://schemas.openxmlformats.org/package/2006/relationships"><Relationship Id="rId8" Type="http://schemas.openxmlformats.org/officeDocument/2006/relationships/slideLayout" Target="../slideLayouts/slideLayout271.xml" /><Relationship Id="rId13" Type="http://schemas.openxmlformats.org/officeDocument/2006/relationships/theme" Target="../theme/theme20.xml" /><Relationship Id="rId3" Type="http://schemas.openxmlformats.org/officeDocument/2006/relationships/slideLayout" Target="../slideLayouts/slideLayout266.xml" /><Relationship Id="rId7" Type="http://schemas.openxmlformats.org/officeDocument/2006/relationships/slideLayout" Target="../slideLayouts/slideLayout270.xml" /><Relationship Id="rId12" Type="http://schemas.openxmlformats.org/officeDocument/2006/relationships/slideLayout" Target="../slideLayouts/slideLayout275.xml" /><Relationship Id="rId2" Type="http://schemas.openxmlformats.org/officeDocument/2006/relationships/slideLayout" Target="../slideLayouts/slideLayout265.xml" /><Relationship Id="rId1" Type="http://schemas.openxmlformats.org/officeDocument/2006/relationships/slideLayout" Target="../slideLayouts/slideLayout264.xml" /><Relationship Id="rId6" Type="http://schemas.openxmlformats.org/officeDocument/2006/relationships/slideLayout" Target="../slideLayouts/slideLayout269.xml" /><Relationship Id="rId11" Type="http://schemas.openxmlformats.org/officeDocument/2006/relationships/slideLayout" Target="../slideLayouts/slideLayout274.xml" /><Relationship Id="rId5" Type="http://schemas.openxmlformats.org/officeDocument/2006/relationships/slideLayout" Target="../slideLayouts/slideLayout268.xml" /><Relationship Id="rId10" Type="http://schemas.openxmlformats.org/officeDocument/2006/relationships/slideLayout" Target="../slideLayouts/slideLayout273.xml" /><Relationship Id="rId4" Type="http://schemas.openxmlformats.org/officeDocument/2006/relationships/slideLayout" Target="../slideLayouts/slideLayout267.xml" /><Relationship Id="rId9" Type="http://schemas.openxmlformats.org/officeDocument/2006/relationships/slideLayout" Target="../slideLayouts/slideLayout272.xml" /><Relationship Id="rId14" Type="http://schemas.openxmlformats.org/officeDocument/2006/relationships/image" Target="../media/image4.png" /></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2051"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smtClean="0">
                <a:solidFill>
                  <a:schemeClr val="tx1">
                    <a:tint val="75000"/>
                  </a:schemeClr>
                </a:solidFill>
                <a:latin typeface="Arial" pitchFamily="34" charset="0"/>
                <a:cs typeface="Arial" pitchFamily="34" charset="0"/>
              </a:defRPr>
            </a:lvl1pPr>
          </a:lstStyle>
          <a:p>
            <a:pPr>
              <a:defRPr/>
            </a:pPr>
            <a:fld id="{DAE0A98B-91D6-4D0A-A390-AF26B360F87A}" type="datetime1">
              <a:rPr lang="en-US" smtClean="0"/>
              <a:t>1/17/2026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smtClean="0">
                <a:solidFill>
                  <a:schemeClr val="tx1">
                    <a:tint val="75000"/>
                  </a:schemeClr>
                </a:solidFill>
                <a:latin typeface="Arial" pitchFamily="34" charset="0"/>
                <a:cs typeface="Arial" pitchFamily="34" charset="0"/>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smtClean="0">
                <a:solidFill>
                  <a:schemeClr val="tx1">
                    <a:tint val="75000"/>
                  </a:schemeClr>
                </a:solidFill>
                <a:latin typeface="Arial" pitchFamily="34" charset="0"/>
                <a:cs typeface="Arial" pitchFamily="34" charset="0"/>
              </a:defRPr>
            </a:lvl1pPr>
          </a:lstStyle>
          <a:p>
            <a:pPr>
              <a:defRPr/>
            </a:pPr>
            <a:fld id="{60DB935C-A2BB-404C-A6C5-67E9068028EC}"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869" r:id="rId1"/>
    <p:sldLayoutId id="2147483870" r:id="rId2"/>
    <p:sldLayoutId id="2147483871" r:id="rId3"/>
    <p:sldLayoutId id="2147483872" r:id="rId4"/>
    <p:sldLayoutId id="2147483873" r:id="rId5"/>
    <p:sldLayoutId id="2147483874" r:id="rId6"/>
    <p:sldLayoutId id="2147483875" r:id="rId7"/>
    <p:sldLayoutId id="2147483876" r:id="rId8"/>
    <p:sldLayoutId id="2147483877" r:id="rId9"/>
    <p:sldLayoutId id="2147483878" r:id="rId10"/>
    <p:sldLayoutId id="2147483879" r:id="rId11"/>
    <p:sldLayoutId id="2147483881" r:id="rId12"/>
    <p:sldLayoutId id="2147483923" r:id="rId13"/>
  </p:sldLayoutIdLst>
  <p:hf sldNum="0" hdr="0" ftr="0" dt="0"/>
  <p:txStyles>
    <p:titleStyle>
      <a:lvl1pPr algn="l" rtl="0" fontAlgn="base">
        <a:spcBef>
          <a:spcPct val="0"/>
        </a:spcBef>
        <a:spcAft>
          <a:spcPct val="0"/>
        </a:spcAft>
        <a:defRPr sz="4000" b="1" kern="1200" spc="-150">
          <a:solidFill>
            <a:schemeClr val="tx1"/>
          </a:solidFill>
          <a:latin typeface="Arial" pitchFamily="34" charset="0"/>
          <a:ea typeface="+mj-ea"/>
          <a:cs typeface="Arial" pitchFamily="34" charset="0"/>
        </a:defRPr>
      </a:lvl1pPr>
      <a:lvl2pPr algn="l" rtl="0" fontAlgn="base">
        <a:spcBef>
          <a:spcPct val="0"/>
        </a:spcBef>
        <a:spcAft>
          <a:spcPct val="0"/>
        </a:spcAft>
        <a:defRPr sz="4000" b="1">
          <a:solidFill>
            <a:schemeClr val="tx1"/>
          </a:solidFill>
          <a:latin typeface="Arial" charset="0"/>
          <a:cs typeface="Arial" charset="0"/>
        </a:defRPr>
      </a:lvl2pPr>
      <a:lvl3pPr algn="l" rtl="0" fontAlgn="base">
        <a:spcBef>
          <a:spcPct val="0"/>
        </a:spcBef>
        <a:spcAft>
          <a:spcPct val="0"/>
        </a:spcAft>
        <a:defRPr sz="4000" b="1">
          <a:solidFill>
            <a:schemeClr val="tx1"/>
          </a:solidFill>
          <a:latin typeface="Arial" charset="0"/>
          <a:cs typeface="Arial" charset="0"/>
        </a:defRPr>
      </a:lvl3pPr>
      <a:lvl4pPr algn="l" rtl="0" fontAlgn="base">
        <a:spcBef>
          <a:spcPct val="0"/>
        </a:spcBef>
        <a:spcAft>
          <a:spcPct val="0"/>
        </a:spcAft>
        <a:defRPr sz="4000" b="1">
          <a:solidFill>
            <a:schemeClr val="tx1"/>
          </a:solidFill>
          <a:latin typeface="Arial" charset="0"/>
          <a:cs typeface="Arial" charset="0"/>
        </a:defRPr>
      </a:lvl4pPr>
      <a:lvl5pPr algn="l" rtl="0" fontAlgn="base">
        <a:spcBef>
          <a:spcPct val="0"/>
        </a:spcBef>
        <a:spcAft>
          <a:spcPct val="0"/>
        </a:spcAft>
        <a:defRPr sz="4000" b="1">
          <a:solidFill>
            <a:schemeClr val="tx1"/>
          </a:solidFill>
          <a:latin typeface="Arial" charset="0"/>
          <a:cs typeface="Arial" charset="0"/>
        </a:defRPr>
      </a:lvl5pPr>
      <a:lvl6pPr marL="457200" algn="l" rtl="0" fontAlgn="base">
        <a:spcBef>
          <a:spcPct val="0"/>
        </a:spcBef>
        <a:spcAft>
          <a:spcPct val="0"/>
        </a:spcAft>
        <a:defRPr sz="4000" b="1">
          <a:solidFill>
            <a:schemeClr val="tx1"/>
          </a:solidFill>
          <a:latin typeface="Arial" charset="0"/>
          <a:cs typeface="Arial" charset="0"/>
        </a:defRPr>
      </a:lvl6pPr>
      <a:lvl7pPr marL="914400" algn="l" rtl="0" fontAlgn="base">
        <a:spcBef>
          <a:spcPct val="0"/>
        </a:spcBef>
        <a:spcAft>
          <a:spcPct val="0"/>
        </a:spcAft>
        <a:defRPr sz="4000" b="1">
          <a:solidFill>
            <a:schemeClr val="tx1"/>
          </a:solidFill>
          <a:latin typeface="Arial" charset="0"/>
          <a:cs typeface="Arial" charset="0"/>
        </a:defRPr>
      </a:lvl7pPr>
      <a:lvl8pPr marL="1371600" algn="l" rtl="0" fontAlgn="base">
        <a:spcBef>
          <a:spcPct val="0"/>
        </a:spcBef>
        <a:spcAft>
          <a:spcPct val="0"/>
        </a:spcAft>
        <a:defRPr sz="4000" b="1">
          <a:solidFill>
            <a:schemeClr val="tx1"/>
          </a:solidFill>
          <a:latin typeface="Arial" charset="0"/>
          <a:cs typeface="Arial" charset="0"/>
        </a:defRPr>
      </a:lvl8pPr>
      <a:lvl9pPr marL="1828800" algn="l" rtl="0" fontAlgn="base">
        <a:spcBef>
          <a:spcPct val="0"/>
        </a:spcBef>
        <a:spcAft>
          <a:spcPct val="0"/>
        </a:spcAft>
        <a:defRPr sz="4000" b="1">
          <a:solidFill>
            <a:schemeClr val="tx1"/>
          </a:solidFill>
          <a:latin typeface="Arial" charset="0"/>
          <a:cs typeface="Arial" charset="0"/>
        </a:defRPr>
      </a:lvl9pPr>
    </p:titleStyle>
    <p:bodyStyle>
      <a:lvl1pPr marL="342900" indent="-342900" algn="l" rtl="0" fontAlgn="base">
        <a:spcBef>
          <a:spcPct val="20000"/>
        </a:spcBef>
        <a:spcAft>
          <a:spcPct val="0"/>
        </a:spcAft>
        <a:buFont typeface="Arial" charset="0"/>
        <a:buChar char="•"/>
        <a:defRPr sz="3200" kern="1200">
          <a:solidFill>
            <a:schemeClr val="tx1"/>
          </a:solidFill>
          <a:latin typeface="Arial" pitchFamily="34" charset="0"/>
          <a:ea typeface="+mn-ea"/>
          <a:cs typeface="Arial" pitchFamily="34" charset="0"/>
        </a:defRPr>
      </a:lvl1pPr>
      <a:lvl2pPr marL="742950" indent="-285750" algn="l" rtl="0" fontAlgn="base">
        <a:spcBef>
          <a:spcPct val="20000"/>
        </a:spcBef>
        <a:spcAft>
          <a:spcPct val="0"/>
        </a:spcAft>
        <a:buFont typeface="Arial" charset="0"/>
        <a:buChar char="–"/>
        <a:defRPr sz="2800" kern="1200">
          <a:solidFill>
            <a:schemeClr val="tx1"/>
          </a:solidFill>
          <a:latin typeface="Arial" pitchFamily="34" charset="0"/>
          <a:ea typeface="+mn-ea"/>
          <a:cs typeface="Arial" pitchFamily="34" charset="0"/>
        </a:defRPr>
      </a:lvl2pPr>
      <a:lvl3pPr marL="1143000" indent="-228600" algn="l" rtl="0" fontAlgn="base">
        <a:spcBef>
          <a:spcPct val="20000"/>
        </a:spcBef>
        <a:spcAft>
          <a:spcPct val="0"/>
        </a:spcAft>
        <a:buFont typeface="Arial" charset="0"/>
        <a:buChar char="•"/>
        <a:defRPr sz="2400" kern="1200">
          <a:solidFill>
            <a:schemeClr val="tx1"/>
          </a:solidFill>
          <a:latin typeface="Arial" pitchFamily="34" charset="0"/>
          <a:ea typeface="+mn-ea"/>
          <a:cs typeface="Arial" pitchFamily="34" charset="0"/>
        </a:defRPr>
      </a:lvl3pPr>
      <a:lvl4pPr marL="1600200" indent="-228600" algn="l" rtl="0" fontAlgn="base">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400" indent="-228600" algn="l" rtl="0" fontAlgn="base">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074"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TextBox 6"/>
          <p:cNvSpPr txBox="1"/>
          <p:nvPr/>
        </p:nvSpPr>
        <p:spPr>
          <a:xfrm>
            <a:off x="3276600" y="6596063"/>
            <a:ext cx="5867400" cy="261937"/>
          </a:xfrm>
          <a:prstGeom prst="rect">
            <a:avLst/>
          </a:prstGeom>
          <a:noFill/>
        </p:spPr>
        <p:txBody>
          <a:bodyPr>
            <a:spAutoFit/>
          </a:bodyPr>
          <a:lstStyle/>
          <a:p>
            <a:pPr algn="r">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pic>
        <p:nvPicPr>
          <p:cNvPr id="3076" name="Picture 7" descr="Picture 7.png"/>
          <p:cNvPicPr>
            <a:picLocks noChangeAspect="1"/>
          </p:cNvPicPr>
          <p:nvPr/>
        </p:nvPicPr>
        <p:blipFill>
          <a:blip r:embed="rId13"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3077" name="Group 8"/>
          <p:cNvGrpSpPr>
            <a:grpSpLocks/>
          </p:cNvGrpSpPr>
          <p:nvPr/>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grpSp>
      <p:grpSp>
        <p:nvGrpSpPr>
          <p:cNvPr id="3078" name="Group 12"/>
          <p:cNvGrpSpPr>
            <a:grpSpLocks/>
          </p:cNvGrpSpPr>
          <p:nvPr/>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grpSp>
    </p:spTree>
  </p:cSld>
  <p:clrMap bg1="lt1" tx1="dk1" bg2="lt2" tx2="dk2" accent1="accent1" accent2="accent2" accent3="accent3" accent4="accent4" accent5="accent5" accent6="accent6" hlink="hlink" folHlink="folHlink"/>
  <p:sldLayoutIdLst>
    <p:sldLayoutId id="2147483884" r:id="rId1"/>
    <p:sldLayoutId id="2147483885" r:id="rId2"/>
    <p:sldLayoutId id="2147483886" r:id="rId3"/>
    <p:sldLayoutId id="2147483887" r:id="rId4"/>
    <p:sldLayoutId id="2147483888" r:id="rId5"/>
    <p:sldLayoutId id="2147483889" r:id="rId6"/>
    <p:sldLayoutId id="2147483890" r:id="rId7"/>
    <p:sldLayoutId id="2147483891" r:id="rId8"/>
    <p:sldLayoutId id="2147483892" r:id="rId9"/>
    <p:sldLayoutId id="2147483893" r:id="rId10"/>
    <p:sldLayoutId id="2147483894" r:id="rId11"/>
  </p:sldLayoutIdLst>
  <p:hf sldNum="0" hdr="0" ftr="0" dt="0"/>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itchFamily="34" charset="0"/>
        </a:defRPr>
      </a:lvl2pPr>
      <a:lvl3pPr algn="ctr" rtl="0" fontAlgn="base">
        <a:spcBef>
          <a:spcPct val="0"/>
        </a:spcBef>
        <a:spcAft>
          <a:spcPct val="0"/>
        </a:spcAft>
        <a:defRPr sz="4400">
          <a:solidFill>
            <a:schemeClr val="tx1"/>
          </a:solidFill>
          <a:latin typeface="Calibri" pitchFamily="34" charset="0"/>
        </a:defRPr>
      </a:lvl3pPr>
      <a:lvl4pPr algn="ctr" rtl="0" fontAlgn="base">
        <a:spcBef>
          <a:spcPct val="0"/>
        </a:spcBef>
        <a:spcAft>
          <a:spcPct val="0"/>
        </a:spcAft>
        <a:defRPr sz="4400">
          <a:solidFill>
            <a:schemeClr val="tx1"/>
          </a:solidFill>
          <a:latin typeface="Calibri" pitchFamily="34" charset="0"/>
        </a:defRPr>
      </a:lvl4pPr>
      <a:lvl5pPr algn="ctr" rtl="0" fontAlgn="base">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fontAlgn="base">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098"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TextBox 6"/>
          <p:cNvSpPr txBox="1"/>
          <p:nvPr/>
        </p:nvSpPr>
        <p:spPr>
          <a:xfrm>
            <a:off x="3276600" y="6596063"/>
            <a:ext cx="5867400" cy="261937"/>
          </a:xfrm>
          <a:prstGeom prst="rect">
            <a:avLst/>
          </a:prstGeom>
          <a:noFill/>
        </p:spPr>
        <p:txBody>
          <a:bodyPr>
            <a:spAutoFit/>
          </a:bodyPr>
          <a:lstStyle/>
          <a:p>
            <a:pPr algn="r">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pic>
        <p:nvPicPr>
          <p:cNvPr id="4100" name="Picture 7" descr="Picture 7.png"/>
          <p:cNvPicPr>
            <a:picLocks noChangeAspect="1"/>
          </p:cNvPicPr>
          <p:nvPr/>
        </p:nvPicPr>
        <p:blipFill>
          <a:blip r:embed="rId13"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4101" name="Group 8"/>
          <p:cNvGrpSpPr>
            <a:grpSpLocks/>
          </p:cNvGrpSpPr>
          <p:nvPr/>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grpSp>
      <p:grpSp>
        <p:nvGrpSpPr>
          <p:cNvPr id="4102" name="Group 12"/>
          <p:cNvGrpSpPr>
            <a:grpSpLocks/>
          </p:cNvGrpSpPr>
          <p:nvPr/>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grpSp>
    </p:spTree>
  </p:cSld>
  <p:clrMap bg1="lt1" tx1="dk1" bg2="lt2" tx2="dk2" accent1="accent1" accent2="accent2" accent3="accent3" accent4="accent4" accent5="accent5" accent6="accent6" hlink="hlink" folHlink="folHlink"/>
  <p:sldLayoutIdLst>
    <p:sldLayoutId id="2147483895" r:id="rId1"/>
    <p:sldLayoutId id="2147483896" r:id="rId2"/>
    <p:sldLayoutId id="2147483897" r:id="rId3"/>
    <p:sldLayoutId id="2147483898" r:id="rId4"/>
    <p:sldLayoutId id="2147483899" r:id="rId5"/>
    <p:sldLayoutId id="2147483900" r:id="rId6"/>
    <p:sldLayoutId id="2147483901" r:id="rId7"/>
    <p:sldLayoutId id="2147483902" r:id="rId8"/>
    <p:sldLayoutId id="2147483903" r:id="rId9"/>
    <p:sldLayoutId id="2147483904" r:id="rId10"/>
    <p:sldLayoutId id="2147483905" r:id="rId11"/>
  </p:sldLayoutIdLst>
  <p:hf sldNum="0" hdr="0" ftr="0" dt="0"/>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itchFamily="34" charset="0"/>
        </a:defRPr>
      </a:lvl2pPr>
      <a:lvl3pPr algn="ctr" rtl="0" fontAlgn="base">
        <a:spcBef>
          <a:spcPct val="0"/>
        </a:spcBef>
        <a:spcAft>
          <a:spcPct val="0"/>
        </a:spcAft>
        <a:defRPr sz="4400">
          <a:solidFill>
            <a:schemeClr val="tx1"/>
          </a:solidFill>
          <a:latin typeface="Calibri" pitchFamily="34" charset="0"/>
        </a:defRPr>
      </a:lvl3pPr>
      <a:lvl4pPr algn="ctr" rtl="0" fontAlgn="base">
        <a:spcBef>
          <a:spcPct val="0"/>
        </a:spcBef>
        <a:spcAft>
          <a:spcPct val="0"/>
        </a:spcAft>
        <a:defRPr sz="4400">
          <a:solidFill>
            <a:schemeClr val="tx1"/>
          </a:solidFill>
          <a:latin typeface="Calibri" pitchFamily="34" charset="0"/>
        </a:defRPr>
      </a:lvl4pPr>
      <a:lvl5pPr algn="ctr" rtl="0" fontAlgn="base">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fontAlgn="base">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2051"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58592450"/>
      </p:ext>
    </p:extLst>
  </p:cSld>
  <p:clrMap bg1="lt1" tx1="dk1" bg2="lt2" tx2="dk2" accent1="accent1" accent2="accent2" accent3="accent3" accent4="accent4" accent5="accent5" accent6="accent6" hlink="hlink" folHlink="folHlink"/>
  <p:sldLayoutIdLst>
    <p:sldLayoutId id="2147484000" r:id="rId1"/>
    <p:sldLayoutId id="2147484001" r:id="rId2"/>
    <p:sldLayoutId id="2147484002" r:id="rId3"/>
    <p:sldLayoutId id="2147484003" r:id="rId4"/>
    <p:sldLayoutId id="2147484007" r:id="rId5"/>
    <p:sldLayoutId id="2147484008" r:id="rId6"/>
    <p:sldLayoutId id="2147484009" r:id="rId7"/>
    <p:sldLayoutId id="2147484010" r:id="rId8"/>
    <p:sldLayoutId id="2147484011" r:id="rId9"/>
    <p:sldLayoutId id="2147484012" r:id="rId10"/>
    <p:sldLayoutId id="2147484013" r:id="rId11"/>
    <p:sldLayoutId id="2147484014" r:id="rId12"/>
    <p:sldLayoutId id="2147484015" r:id="rId13"/>
    <p:sldLayoutId id="2147484026" r:id="rId14"/>
    <p:sldLayoutId id="2147484027" r:id="rId15"/>
    <p:sldLayoutId id="2147484032" r:id="rId16"/>
    <p:sldLayoutId id="2147484033" r:id="rId17"/>
    <p:sldLayoutId id="2147484034" r:id="rId18"/>
    <p:sldLayoutId id="2147484038" r:id="rId19"/>
    <p:sldLayoutId id="2147484039" r:id="rId20"/>
    <p:sldLayoutId id="2147484041" r:id="rId21"/>
  </p:sldLayoutIdLst>
  <p:hf sldNum="0" hdr="0" ftr="0" dt="0"/>
  <p:txStyles>
    <p:titleStyle>
      <a:lvl1pPr algn="l" rtl="0" fontAlgn="base">
        <a:spcBef>
          <a:spcPct val="0"/>
        </a:spcBef>
        <a:spcAft>
          <a:spcPct val="0"/>
        </a:spcAft>
        <a:defRPr sz="4000" b="1" kern="1200" spc="-150">
          <a:solidFill>
            <a:schemeClr val="tx1"/>
          </a:solidFill>
          <a:latin typeface="Arial" pitchFamily="34" charset="0"/>
          <a:ea typeface="+mj-ea"/>
          <a:cs typeface="Arial" pitchFamily="34" charset="0"/>
        </a:defRPr>
      </a:lvl1pPr>
      <a:lvl2pPr algn="l" rtl="0" fontAlgn="base">
        <a:spcBef>
          <a:spcPct val="0"/>
        </a:spcBef>
        <a:spcAft>
          <a:spcPct val="0"/>
        </a:spcAft>
        <a:defRPr sz="4000" b="1">
          <a:solidFill>
            <a:schemeClr val="tx1"/>
          </a:solidFill>
          <a:latin typeface="Arial" charset="0"/>
          <a:cs typeface="Arial" charset="0"/>
        </a:defRPr>
      </a:lvl2pPr>
      <a:lvl3pPr algn="l" rtl="0" fontAlgn="base">
        <a:spcBef>
          <a:spcPct val="0"/>
        </a:spcBef>
        <a:spcAft>
          <a:spcPct val="0"/>
        </a:spcAft>
        <a:defRPr sz="4000" b="1">
          <a:solidFill>
            <a:schemeClr val="tx1"/>
          </a:solidFill>
          <a:latin typeface="Arial" charset="0"/>
          <a:cs typeface="Arial" charset="0"/>
        </a:defRPr>
      </a:lvl3pPr>
      <a:lvl4pPr algn="l" rtl="0" fontAlgn="base">
        <a:spcBef>
          <a:spcPct val="0"/>
        </a:spcBef>
        <a:spcAft>
          <a:spcPct val="0"/>
        </a:spcAft>
        <a:defRPr sz="4000" b="1">
          <a:solidFill>
            <a:schemeClr val="tx1"/>
          </a:solidFill>
          <a:latin typeface="Arial" charset="0"/>
          <a:cs typeface="Arial" charset="0"/>
        </a:defRPr>
      </a:lvl4pPr>
      <a:lvl5pPr algn="l" rtl="0" fontAlgn="base">
        <a:spcBef>
          <a:spcPct val="0"/>
        </a:spcBef>
        <a:spcAft>
          <a:spcPct val="0"/>
        </a:spcAft>
        <a:defRPr sz="4000" b="1">
          <a:solidFill>
            <a:schemeClr val="tx1"/>
          </a:solidFill>
          <a:latin typeface="Arial" charset="0"/>
          <a:cs typeface="Arial" charset="0"/>
        </a:defRPr>
      </a:lvl5pPr>
      <a:lvl6pPr marL="457200" algn="l" rtl="0" fontAlgn="base">
        <a:spcBef>
          <a:spcPct val="0"/>
        </a:spcBef>
        <a:spcAft>
          <a:spcPct val="0"/>
        </a:spcAft>
        <a:defRPr sz="4000" b="1">
          <a:solidFill>
            <a:schemeClr val="tx1"/>
          </a:solidFill>
          <a:latin typeface="Arial" charset="0"/>
          <a:cs typeface="Arial" charset="0"/>
        </a:defRPr>
      </a:lvl6pPr>
      <a:lvl7pPr marL="914400" algn="l" rtl="0" fontAlgn="base">
        <a:spcBef>
          <a:spcPct val="0"/>
        </a:spcBef>
        <a:spcAft>
          <a:spcPct val="0"/>
        </a:spcAft>
        <a:defRPr sz="4000" b="1">
          <a:solidFill>
            <a:schemeClr val="tx1"/>
          </a:solidFill>
          <a:latin typeface="Arial" charset="0"/>
          <a:cs typeface="Arial" charset="0"/>
        </a:defRPr>
      </a:lvl7pPr>
      <a:lvl8pPr marL="1371600" algn="l" rtl="0" fontAlgn="base">
        <a:spcBef>
          <a:spcPct val="0"/>
        </a:spcBef>
        <a:spcAft>
          <a:spcPct val="0"/>
        </a:spcAft>
        <a:defRPr sz="4000" b="1">
          <a:solidFill>
            <a:schemeClr val="tx1"/>
          </a:solidFill>
          <a:latin typeface="Arial" charset="0"/>
          <a:cs typeface="Arial" charset="0"/>
        </a:defRPr>
      </a:lvl8pPr>
      <a:lvl9pPr marL="1828800" algn="l" rtl="0" fontAlgn="base">
        <a:spcBef>
          <a:spcPct val="0"/>
        </a:spcBef>
        <a:spcAft>
          <a:spcPct val="0"/>
        </a:spcAft>
        <a:defRPr sz="4000" b="1">
          <a:solidFill>
            <a:schemeClr val="tx1"/>
          </a:solidFill>
          <a:latin typeface="Arial" charset="0"/>
          <a:cs typeface="Arial" charset="0"/>
        </a:defRPr>
      </a:lvl9pPr>
    </p:titleStyle>
    <p:bodyStyle>
      <a:lvl1pPr marL="342900" indent="-342900" algn="l" rtl="0" fontAlgn="base">
        <a:spcBef>
          <a:spcPct val="20000"/>
        </a:spcBef>
        <a:spcAft>
          <a:spcPct val="0"/>
        </a:spcAft>
        <a:buFont typeface="Arial" charset="0"/>
        <a:buChar char="•"/>
        <a:defRPr sz="3200" kern="1200">
          <a:solidFill>
            <a:schemeClr val="tx1"/>
          </a:solidFill>
          <a:latin typeface="Arial" pitchFamily="34" charset="0"/>
          <a:ea typeface="+mn-ea"/>
          <a:cs typeface="Arial" pitchFamily="34" charset="0"/>
        </a:defRPr>
      </a:lvl1pPr>
      <a:lvl2pPr marL="742950" indent="-285750" algn="l" rtl="0" fontAlgn="base">
        <a:spcBef>
          <a:spcPct val="20000"/>
        </a:spcBef>
        <a:spcAft>
          <a:spcPct val="0"/>
        </a:spcAft>
        <a:buFont typeface="Arial" charset="0"/>
        <a:buChar char="–"/>
        <a:defRPr sz="2800" kern="1200">
          <a:solidFill>
            <a:schemeClr val="tx1"/>
          </a:solidFill>
          <a:latin typeface="Arial" pitchFamily="34" charset="0"/>
          <a:ea typeface="+mn-ea"/>
          <a:cs typeface="Arial" pitchFamily="34" charset="0"/>
        </a:defRPr>
      </a:lvl2pPr>
      <a:lvl3pPr marL="1143000" indent="-228600" algn="l" rtl="0" fontAlgn="base">
        <a:spcBef>
          <a:spcPct val="20000"/>
        </a:spcBef>
        <a:spcAft>
          <a:spcPct val="0"/>
        </a:spcAft>
        <a:buFont typeface="Arial" charset="0"/>
        <a:buChar char="•"/>
        <a:defRPr sz="2400" kern="1200">
          <a:solidFill>
            <a:schemeClr val="tx1"/>
          </a:solidFill>
          <a:latin typeface="Arial" pitchFamily="34" charset="0"/>
          <a:ea typeface="+mn-ea"/>
          <a:cs typeface="Arial" pitchFamily="34" charset="0"/>
        </a:defRPr>
      </a:lvl3pPr>
      <a:lvl4pPr marL="1600200" indent="-228600" algn="l" rtl="0" fontAlgn="base">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400" indent="-228600" algn="l" rtl="0" fontAlgn="base">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2051"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smtClean="0">
                <a:solidFill>
                  <a:schemeClr val="tx1">
                    <a:tint val="75000"/>
                  </a:schemeClr>
                </a:solidFill>
                <a:latin typeface="Arial" pitchFamily="34" charset="0"/>
                <a:cs typeface="Arial"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AD9E909E-7C98-4E08-B6CF-5AC97662F8A6}" type="datetime3">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l" defTabSz="914400" rtl="0" eaLnBrk="1" fontAlgn="base" latinLnBrk="0" hangingPunct="1">
                <a:lnSpc>
                  <a:spcPct val="100000"/>
                </a:lnSpc>
                <a:spcBef>
                  <a:spcPct val="0"/>
                </a:spcBef>
                <a:spcAft>
                  <a:spcPct val="0"/>
                </a:spcAft>
                <a:buClrTx/>
                <a:buSzTx/>
                <a:buFontTx/>
                <a:buNone/>
                <a:tabLst/>
                <a:defRPr/>
              </a:pPr>
              <a:t>17 January 2026</a:t>
            </a:fld>
            <a:endPar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smtClean="0">
                <a:solidFill>
                  <a:schemeClr val="tx1">
                    <a:tint val="75000"/>
                  </a:schemeClr>
                </a:solidFill>
                <a:latin typeface="Arial" pitchFamily="34" charset="0"/>
                <a:cs typeface="Arial"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t>IS ZC464, Machine Learning</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smtClean="0">
                <a:solidFill>
                  <a:schemeClr val="tx1">
                    <a:tint val="75000"/>
                  </a:schemeClr>
                </a:solidFill>
                <a:latin typeface="Arial" pitchFamily="34" charset="0"/>
                <a:cs typeface="Arial"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60DB935C-A2BB-404C-A6C5-67E9068028EC}" type="slidenum">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2555910428"/>
      </p:ext>
    </p:extLst>
  </p:cSld>
  <p:clrMap bg1="lt1" tx1="dk1" bg2="lt2" tx2="dk2" accent1="accent1" accent2="accent2" accent3="accent3" accent4="accent4" accent5="accent5" accent6="accent6" hlink="hlink" folHlink="folHlink"/>
  <p:sldLayoutIdLst>
    <p:sldLayoutId id="2147484176" r:id="rId1"/>
    <p:sldLayoutId id="2147484177" r:id="rId2"/>
    <p:sldLayoutId id="2147484178" r:id="rId3"/>
    <p:sldLayoutId id="2147484179" r:id="rId4"/>
    <p:sldLayoutId id="2147484180" r:id="rId5"/>
    <p:sldLayoutId id="2147484181" r:id="rId6"/>
    <p:sldLayoutId id="2147484182" r:id="rId7"/>
    <p:sldLayoutId id="2147484183" r:id="rId8"/>
    <p:sldLayoutId id="2147484184" r:id="rId9"/>
    <p:sldLayoutId id="2147484185" r:id="rId10"/>
    <p:sldLayoutId id="2147484186" r:id="rId11"/>
    <p:sldLayoutId id="2147484187" r:id="rId12"/>
    <p:sldLayoutId id="2147484188" r:id="rId13"/>
    <p:sldLayoutId id="2147484189" r:id="rId14"/>
    <p:sldLayoutId id="2147484190" r:id="rId15"/>
    <p:sldLayoutId id="2147484191" r:id="rId16"/>
    <p:sldLayoutId id="2147484192" r:id="rId17"/>
    <p:sldLayoutId id="2147484193" r:id="rId18"/>
    <p:sldLayoutId id="2147484194" r:id="rId19"/>
    <p:sldLayoutId id="2147484198" r:id="rId20"/>
    <p:sldLayoutId id="2147484199" r:id="rId21"/>
    <p:sldLayoutId id="2147484202" r:id="rId22"/>
  </p:sldLayoutIdLst>
  <p:hf hdr="0"/>
  <p:txStyles>
    <p:titleStyle>
      <a:lvl1pPr algn="l" rtl="0" fontAlgn="base">
        <a:spcBef>
          <a:spcPct val="0"/>
        </a:spcBef>
        <a:spcAft>
          <a:spcPct val="0"/>
        </a:spcAft>
        <a:defRPr sz="4000" b="1" kern="1200" spc="-150">
          <a:solidFill>
            <a:schemeClr val="tx1"/>
          </a:solidFill>
          <a:latin typeface="Arial" pitchFamily="34" charset="0"/>
          <a:ea typeface="+mj-ea"/>
          <a:cs typeface="Arial" pitchFamily="34" charset="0"/>
        </a:defRPr>
      </a:lvl1pPr>
      <a:lvl2pPr algn="l" rtl="0" fontAlgn="base">
        <a:spcBef>
          <a:spcPct val="0"/>
        </a:spcBef>
        <a:spcAft>
          <a:spcPct val="0"/>
        </a:spcAft>
        <a:defRPr sz="4000" b="1">
          <a:solidFill>
            <a:schemeClr val="tx1"/>
          </a:solidFill>
          <a:latin typeface="Arial" charset="0"/>
          <a:cs typeface="Arial" charset="0"/>
        </a:defRPr>
      </a:lvl2pPr>
      <a:lvl3pPr algn="l" rtl="0" fontAlgn="base">
        <a:spcBef>
          <a:spcPct val="0"/>
        </a:spcBef>
        <a:spcAft>
          <a:spcPct val="0"/>
        </a:spcAft>
        <a:defRPr sz="4000" b="1">
          <a:solidFill>
            <a:schemeClr val="tx1"/>
          </a:solidFill>
          <a:latin typeface="Arial" charset="0"/>
          <a:cs typeface="Arial" charset="0"/>
        </a:defRPr>
      </a:lvl3pPr>
      <a:lvl4pPr algn="l" rtl="0" fontAlgn="base">
        <a:spcBef>
          <a:spcPct val="0"/>
        </a:spcBef>
        <a:spcAft>
          <a:spcPct val="0"/>
        </a:spcAft>
        <a:defRPr sz="4000" b="1">
          <a:solidFill>
            <a:schemeClr val="tx1"/>
          </a:solidFill>
          <a:latin typeface="Arial" charset="0"/>
          <a:cs typeface="Arial" charset="0"/>
        </a:defRPr>
      </a:lvl4pPr>
      <a:lvl5pPr algn="l" rtl="0" fontAlgn="base">
        <a:spcBef>
          <a:spcPct val="0"/>
        </a:spcBef>
        <a:spcAft>
          <a:spcPct val="0"/>
        </a:spcAft>
        <a:defRPr sz="4000" b="1">
          <a:solidFill>
            <a:schemeClr val="tx1"/>
          </a:solidFill>
          <a:latin typeface="Arial" charset="0"/>
          <a:cs typeface="Arial" charset="0"/>
        </a:defRPr>
      </a:lvl5pPr>
      <a:lvl6pPr marL="457200" algn="l" rtl="0" fontAlgn="base">
        <a:spcBef>
          <a:spcPct val="0"/>
        </a:spcBef>
        <a:spcAft>
          <a:spcPct val="0"/>
        </a:spcAft>
        <a:defRPr sz="4000" b="1">
          <a:solidFill>
            <a:schemeClr val="tx1"/>
          </a:solidFill>
          <a:latin typeface="Arial" charset="0"/>
          <a:cs typeface="Arial" charset="0"/>
        </a:defRPr>
      </a:lvl6pPr>
      <a:lvl7pPr marL="914400" algn="l" rtl="0" fontAlgn="base">
        <a:spcBef>
          <a:spcPct val="0"/>
        </a:spcBef>
        <a:spcAft>
          <a:spcPct val="0"/>
        </a:spcAft>
        <a:defRPr sz="4000" b="1">
          <a:solidFill>
            <a:schemeClr val="tx1"/>
          </a:solidFill>
          <a:latin typeface="Arial" charset="0"/>
          <a:cs typeface="Arial" charset="0"/>
        </a:defRPr>
      </a:lvl7pPr>
      <a:lvl8pPr marL="1371600" algn="l" rtl="0" fontAlgn="base">
        <a:spcBef>
          <a:spcPct val="0"/>
        </a:spcBef>
        <a:spcAft>
          <a:spcPct val="0"/>
        </a:spcAft>
        <a:defRPr sz="4000" b="1">
          <a:solidFill>
            <a:schemeClr val="tx1"/>
          </a:solidFill>
          <a:latin typeface="Arial" charset="0"/>
          <a:cs typeface="Arial" charset="0"/>
        </a:defRPr>
      </a:lvl8pPr>
      <a:lvl9pPr marL="1828800" algn="l" rtl="0" fontAlgn="base">
        <a:spcBef>
          <a:spcPct val="0"/>
        </a:spcBef>
        <a:spcAft>
          <a:spcPct val="0"/>
        </a:spcAft>
        <a:defRPr sz="4000" b="1">
          <a:solidFill>
            <a:schemeClr val="tx1"/>
          </a:solidFill>
          <a:latin typeface="Arial" charset="0"/>
          <a:cs typeface="Arial" charset="0"/>
        </a:defRPr>
      </a:lvl9pPr>
    </p:titleStyle>
    <p:bodyStyle>
      <a:lvl1pPr marL="342900" indent="-342900" algn="l" rtl="0" fontAlgn="base">
        <a:spcBef>
          <a:spcPct val="20000"/>
        </a:spcBef>
        <a:spcAft>
          <a:spcPct val="0"/>
        </a:spcAft>
        <a:buFont typeface="Arial" charset="0"/>
        <a:buChar char="•"/>
        <a:defRPr sz="3200" kern="1200">
          <a:solidFill>
            <a:schemeClr val="tx1"/>
          </a:solidFill>
          <a:latin typeface="Arial" pitchFamily="34" charset="0"/>
          <a:ea typeface="+mn-ea"/>
          <a:cs typeface="Arial" pitchFamily="34" charset="0"/>
        </a:defRPr>
      </a:lvl1pPr>
      <a:lvl2pPr marL="742950" indent="-285750" algn="l" rtl="0" fontAlgn="base">
        <a:spcBef>
          <a:spcPct val="20000"/>
        </a:spcBef>
        <a:spcAft>
          <a:spcPct val="0"/>
        </a:spcAft>
        <a:buFont typeface="Arial" charset="0"/>
        <a:buChar char="–"/>
        <a:defRPr sz="2800" kern="1200">
          <a:solidFill>
            <a:schemeClr val="tx1"/>
          </a:solidFill>
          <a:latin typeface="Arial" pitchFamily="34" charset="0"/>
          <a:ea typeface="+mn-ea"/>
          <a:cs typeface="Arial" pitchFamily="34" charset="0"/>
        </a:defRPr>
      </a:lvl2pPr>
      <a:lvl3pPr marL="1143000" indent="-228600" algn="l" rtl="0" fontAlgn="base">
        <a:spcBef>
          <a:spcPct val="20000"/>
        </a:spcBef>
        <a:spcAft>
          <a:spcPct val="0"/>
        </a:spcAft>
        <a:buFont typeface="Arial" charset="0"/>
        <a:buChar char="•"/>
        <a:defRPr sz="2400" kern="1200">
          <a:solidFill>
            <a:schemeClr val="tx1"/>
          </a:solidFill>
          <a:latin typeface="Arial" pitchFamily="34" charset="0"/>
          <a:ea typeface="+mn-ea"/>
          <a:cs typeface="Arial" pitchFamily="34" charset="0"/>
        </a:defRPr>
      </a:lvl3pPr>
      <a:lvl4pPr marL="1600200" indent="-228600" algn="l" rtl="0" fontAlgn="base">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400" indent="-228600" algn="l" rtl="0" fontAlgn="base">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074"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TextBox 6"/>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pic>
        <p:nvPicPr>
          <p:cNvPr id="3076" name="Picture 7" descr="Picture 7.png"/>
          <p:cNvPicPr>
            <a:picLocks noChangeAspect="1"/>
          </p:cNvPicPr>
          <p:nvPr/>
        </p:nvPicPr>
        <p:blipFill>
          <a:blip r:embed="rId15"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3077" name="Group 8"/>
          <p:cNvGrpSpPr>
            <a:grpSpLocks/>
          </p:cNvGrpSpPr>
          <p:nvPr/>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3078" name="Group 12"/>
          <p:cNvGrpSpPr>
            <a:grpSpLocks/>
          </p:cNvGrpSpPr>
          <p:nvPr/>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spTree>
    <p:extLst>
      <p:ext uri="{BB962C8B-B14F-4D97-AF65-F5344CB8AC3E}">
        <p14:creationId xmlns:p14="http://schemas.microsoft.com/office/powerpoint/2010/main" val="2904070154"/>
      </p:ext>
    </p:extLst>
  </p:cSld>
  <p:clrMap bg1="lt1" tx1="dk1" bg2="lt2" tx2="dk2" accent1="accent1" accent2="accent2" accent3="accent3" accent4="accent4" accent5="accent5" accent6="accent6" hlink="hlink" folHlink="folHlink"/>
  <p:sldLayoutIdLst>
    <p:sldLayoutId id="2147484383" r:id="rId1"/>
    <p:sldLayoutId id="2147484384" r:id="rId2"/>
    <p:sldLayoutId id="2147484385" r:id="rId3"/>
    <p:sldLayoutId id="2147484386" r:id="rId4"/>
    <p:sldLayoutId id="2147484387" r:id="rId5"/>
    <p:sldLayoutId id="2147484388" r:id="rId6"/>
    <p:sldLayoutId id="2147484389" r:id="rId7"/>
    <p:sldLayoutId id="2147484390" r:id="rId8"/>
    <p:sldLayoutId id="2147484391" r:id="rId9"/>
    <p:sldLayoutId id="2147484392" r:id="rId10"/>
    <p:sldLayoutId id="2147484393" r:id="rId11"/>
    <p:sldLayoutId id="2147484395" r:id="rId12"/>
    <p:sldLayoutId id="2147484396" r:id="rId13"/>
  </p:sldLayoutIdLst>
  <p:hf hdr="0"/>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itchFamily="34" charset="0"/>
        </a:defRPr>
      </a:lvl2pPr>
      <a:lvl3pPr algn="ctr" rtl="0" fontAlgn="base">
        <a:spcBef>
          <a:spcPct val="0"/>
        </a:spcBef>
        <a:spcAft>
          <a:spcPct val="0"/>
        </a:spcAft>
        <a:defRPr sz="4400">
          <a:solidFill>
            <a:schemeClr val="tx1"/>
          </a:solidFill>
          <a:latin typeface="Calibri" pitchFamily="34" charset="0"/>
        </a:defRPr>
      </a:lvl3pPr>
      <a:lvl4pPr algn="ctr" rtl="0" fontAlgn="base">
        <a:spcBef>
          <a:spcPct val="0"/>
        </a:spcBef>
        <a:spcAft>
          <a:spcPct val="0"/>
        </a:spcAft>
        <a:defRPr sz="4400">
          <a:solidFill>
            <a:schemeClr val="tx1"/>
          </a:solidFill>
          <a:latin typeface="Calibri" pitchFamily="34" charset="0"/>
        </a:defRPr>
      </a:lvl4pPr>
      <a:lvl5pPr algn="ctr" rtl="0" fontAlgn="base">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fontAlgn="base">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074"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TextBox 6"/>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pic>
        <p:nvPicPr>
          <p:cNvPr id="3076" name="Picture 7" descr="Picture 7.png"/>
          <p:cNvPicPr>
            <a:picLocks noChangeAspect="1"/>
          </p:cNvPicPr>
          <p:nvPr/>
        </p:nvPicPr>
        <p:blipFill>
          <a:blip r:embed="rId15"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3077" name="Group 8"/>
          <p:cNvGrpSpPr>
            <a:grpSpLocks/>
          </p:cNvGrpSpPr>
          <p:nvPr/>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3078" name="Group 12"/>
          <p:cNvGrpSpPr>
            <a:grpSpLocks/>
          </p:cNvGrpSpPr>
          <p:nvPr/>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spTree>
    <p:extLst>
      <p:ext uri="{BB962C8B-B14F-4D97-AF65-F5344CB8AC3E}">
        <p14:creationId xmlns:p14="http://schemas.microsoft.com/office/powerpoint/2010/main" val="2649939090"/>
      </p:ext>
    </p:extLst>
  </p:cSld>
  <p:clrMap bg1="lt1" tx1="dk1" bg2="lt2" tx2="dk2" accent1="accent1" accent2="accent2" accent3="accent3" accent4="accent4" accent5="accent5" accent6="accent6" hlink="hlink" folHlink="folHlink"/>
  <p:sldLayoutIdLst>
    <p:sldLayoutId id="2147484417" r:id="rId1"/>
    <p:sldLayoutId id="2147484418" r:id="rId2"/>
    <p:sldLayoutId id="2147484419" r:id="rId3"/>
    <p:sldLayoutId id="2147484420" r:id="rId4"/>
    <p:sldLayoutId id="2147484421" r:id="rId5"/>
    <p:sldLayoutId id="2147484422" r:id="rId6"/>
    <p:sldLayoutId id="2147484423" r:id="rId7"/>
    <p:sldLayoutId id="2147484424" r:id="rId8"/>
    <p:sldLayoutId id="2147484425" r:id="rId9"/>
    <p:sldLayoutId id="2147484426" r:id="rId10"/>
    <p:sldLayoutId id="2147484427" r:id="rId11"/>
    <p:sldLayoutId id="2147484428" r:id="rId12"/>
    <p:sldLayoutId id="2147484430" r:id="rId13"/>
  </p:sldLayoutIdLst>
  <p:hf hdr="0"/>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itchFamily="34" charset="0"/>
        </a:defRPr>
      </a:lvl2pPr>
      <a:lvl3pPr algn="ctr" rtl="0" fontAlgn="base">
        <a:spcBef>
          <a:spcPct val="0"/>
        </a:spcBef>
        <a:spcAft>
          <a:spcPct val="0"/>
        </a:spcAft>
        <a:defRPr sz="4400">
          <a:solidFill>
            <a:schemeClr val="tx1"/>
          </a:solidFill>
          <a:latin typeface="Calibri" pitchFamily="34" charset="0"/>
        </a:defRPr>
      </a:lvl3pPr>
      <a:lvl4pPr algn="ctr" rtl="0" fontAlgn="base">
        <a:spcBef>
          <a:spcPct val="0"/>
        </a:spcBef>
        <a:spcAft>
          <a:spcPct val="0"/>
        </a:spcAft>
        <a:defRPr sz="4400">
          <a:solidFill>
            <a:schemeClr val="tx1"/>
          </a:solidFill>
          <a:latin typeface="Calibri" pitchFamily="34" charset="0"/>
        </a:defRPr>
      </a:lvl4pPr>
      <a:lvl5pPr algn="ctr" rtl="0" fontAlgn="base">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fontAlgn="base">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074"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TextBox 6"/>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pic>
        <p:nvPicPr>
          <p:cNvPr id="3076" name="Picture 7" descr="Picture 7.png"/>
          <p:cNvPicPr>
            <a:picLocks noChangeAspect="1"/>
          </p:cNvPicPr>
          <p:nvPr/>
        </p:nvPicPr>
        <p:blipFill>
          <a:blip r:embed="rId13"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3077" name="Group 8"/>
          <p:cNvGrpSpPr>
            <a:grpSpLocks/>
          </p:cNvGrpSpPr>
          <p:nvPr/>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3078" name="Group 12"/>
          <p:cNvGrpSpPr>
            <a:grpSpLocks/>
          </p:cNvGrpSpPr>
          <p:nvPr/>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spTree>
    <p:extLst>
      <p:ext uri="{BB962C8B-B14F-4D97-AF65-F5344CB8AC3E}">
        <p14:creationId xmlns:p14="http://schemas.microsoft.com/office/powerpoint/2010/main" val="1962276111"/>
      </p:ext>
    </p:extLst>
  </p:cSld>
  <p:clrMap bg1="lt1" tx1="dk1" bg2="lt2" tx2="dk2" accent1="accent1" accent2="accent2" accent3="accent3" accent4="accent4" accent5="accent5" accent6="accent6" hlink="hlink" folHlink="folHlink"/>
  <p:sldLayoutIdLst>
    <p:sldLayoutId id="2147484434" r:id="rId1"/>
    <p:sldLayoutId id="2147484435" r:id="rId2"/>
    <p:sldLayoutId id="2147484436" r:id="rId3"/>
    <p:sldLayoutId id="2147484437" r:id="rId4"/>
    <p:sldLayoutId id="2147484438" r:id="rId5"/>
    <p:sldLayoutId id="2147484439" r:id="rId6"/>
    <p:sldLayoutId id="2147484440" r:id="rId7"/>
    <p:sldLayoutId id="2147484441" r:id="rId8"/>
    <p:sldLayoutId id="2147484442" r:id="rId9"/>
    <p:sldLayoutId id="2147484443" r:id="rId10"/>
    <p:sldLayoutId id="2147484444" r:id="rId11"/>
  </p:sldLayoutIdLst>
  <p:hf hdr="0"/>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itchFamily="34" charset="0"/>
        </a:defRPr>
      </a:lvl2pPr>
      <a:lvl3pPr algn="ctr" rtl="0" fontAlgn="base">
        <a:spcBef>
          <a:spcPct val="0"/>
        </a:spcBef>
        <a:spcAft>
          <a:spcPct val="0"/>
        </a:spcAft>
        <a:defRPr sz="4400">
          <a:solidFill>
            <a:schemeClr val="tx1"/>
          </a:solidFill>
          <a:latin typeface="Calibri" pitchFamily="34" charset="0"/>
        </a:defRPr>
      </a:lvl3pPr>
      <a:lvl4pPr algn="ctr" rtl="0" fontAlgn="base">
        <a:spcBef>
          <a:spcPct val="0"/>
        </a:spcBef>
        <a:spcAft>
          <a:spcPct val="0"/>
        </a:spcAft>
        <a:defRPr sz="4400">
          <a:solidFill>
            <a:schemeClr val="tx1"/>
          </a:solidFill>
          <a:latin typeface="Calibri" pitchFamily="34" charset="0"/>
        </a:defRPr>
      </a:lvl4pPr>
      <a:lvl5pPr algn="ctr" rtl="0" fontAlgn="base">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fontAlgn="base">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074"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TextBox 6"/>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pic>
        <p:nvPicPr>
          <p:cNvPr id="3076" name="Picture 7" descr="Picture 7.png"/>
          <p:cNvPicPr>
            <a:picLocks noChangeAspect="1"/>
          </p:cNvPicPr>
          <p:nvPr/>
        </p:nvPicPr>
        <p:blipFill>
          <a:blip r:embed="rId15"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3077" name="Group 8"/>
          <p:cNvGrpSpPr>
            <a:grpSpLocks/>
          </p:cNvGrpSpPr>
          <p:nvPr/>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3078" name="Group 12"/>
          <p:cNvGrpSpPr>
            <a:grpSpLocks/>
          </p:cNvGrpSpPr>
          <p:nvPr/>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spTree>
    <p:extLst>
      <p:ext uri="{BB962C8B-B14F-4D97-AF65-F5344CB8AC3E}">
        <p14:creationId xmlns:p14="http://schemas.microsoft.com/office/powerpoint/2010/main" val="4198838084"/>
      </p:ext>
    </p:extLst>
  </p:cSld>
  <p:clrMap bg1="lt1" tx1="dk1" bg2="lt2" tx2="dk2" accent1="accent1" accent2="accent2" accent3="accent3" accent4="accent4" accent5="accent5" accent6="accent6" hlink="hlink" folHlink="folHlink"/>
  <p:sldLayoutIdLst>
    <p:sldLayoutId id="2147484522" r:id="rId1"/>
    <p:sldLayoutId id="2147484523" r:id="rId2"/>
    <p:sldLayoutId id="2147484524" r:id="rId3"/>
    <p:sldLayoutId id="2147484525" r:id="rId4"/>
    <p:sldLayoutId id="2147484526" r:id="rId5"/>
    <p:sldLayoutId id="2147484527" r:id="rId6"/>
    <p:sldLayoutId id="2147484528" r:id="rId7"/>
    <p:sldLayoutId id="2147484529" r:id="rId8"/>
    <p:sldLayoutId id="2147484530" r:id="rId9"/>
    <p:sldLayoutId id="2147484531" r:id="rId10"/>
    <p:sldLayoutId id="2147484532" r:id="rId11"/>
    <p:sldLayoutId id="2147484533" r:id="rId12"/>
    <p:sldLayoutId id="2147484535" r:id="rId13"/>
  </p:sldLayoutIdLst>
  <p:hf hdr="0"/>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itchFamily="34" charset="0"/>
        </a:defRPr>
      </a:lvl2pPr>
      <a:lvl3pPr algn="ctr" rtl="0" fontAlgn="base">
        <a:spcBef>
          <a:spcPct val="0"/>
        </a:spcBef>
        <a:spcAft>
          <a:spcPct val="0"/>
        </a:spcAft>
        <a:defRPr sz="4400">
          <a:solidFill>
            <a:schemeClr val="tx1"/>
          </a:solidFill>
          <a:latin typeface="Calibri" pitchFamily="34" charset="0"/>
        </a:defRPr>
      </a:lvl3pPr>
      <a:lvl4pPr algn="ctr" rtl="0" fontAlgn="base">
        <a:spcBef>
          <a:spcPct val="0"/>
        </a:spcBef>
        <a:spcAft>
          <a:spcPct val="0"/>
        </a:spcAft>
        <a:defRPr sz="4400">
          <a:solidFill>
            <a:schemeClr val="tx1"/>
          </a:solidFill>
          <a:latin typeface="Calibri" pitchFamily="34" charset="0"/>
        </a:defRPr>
      </a:lvl4pPr>
      <a:lvl5pPr algn="ctr" rtl="0" fontAlgn="base">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fontAlgn="base">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074"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TextBox 6"/>
          <p:cNvSpPr txBox="1"/>
          <p:nvPr/>
        </p:nvSpPr>
        <p:spPr>
          <a:xfrm>
            <a:off x="3276600" y="6596063"/>
            <a:ext cx="5867400" cy="261937"/>
          </a:xfrm>
          <a:prstGeom prst="rect">
            <a:avLst/>
          </a:prstGeom>
          <a:noFill/>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pic>
        <p:nvPicPr>
          <p:cNvPr id="3076" name="Picture 7" descr="Picture 7.png"/>
          <p:cNvPicPr>
            <a:picLocks noChangeAspect="1"/>
          </p:cNvPicPr>
          <p:nvPr/>
        </p:nvPicPr>
        <p:blipFill>
          <a:blip r:embed="rId15"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3077" name="Group 8"/>
          <p:cNvGrpSpPr>
            <a:grpSpLocks/>
          </p:cNvGrpSpPr>
          <p:nvPr/>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3078" name="Group 12"/>
          <p:cNvGrpSpPr>
            <a:grpSpLocks/>
          </p:cNvGrpSpPr>
          <p:nvPr/>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spTree>
    <p:extLst>
      <p:ext uri="{BB962C8B-B14F-4D97-AF65-F5344CB8AC3E}">
        <p14:creationId xmlns:p14="http://schemas.microsoft.com/office/powerpoint/2010/main" val="361339486"/>
      </p:ext>
    </p:extLst>
  </p:cSld>
  <p:clrMap bg1="lt1" tx1="dk1" bg2="lt2" tx2="dk2" accent1="accent1" accent2="accent2" accent3="accent3" accent4="accent4" accent5="accent5" accent6="accent6" hlink="hlink" folHlink="folHlink"/>
  <p:sldLayoutIdLst>
    <p:sldLayoutId id="2147484556" r:id="rId1"/>
    <p:sldLayoutId id="2147484557" r:id="rId2"/>
    <p:sldLayoutId id="2147484558" r:id="rId3"/>
    <p:sldLayoutId id="2147484559" r:id="rId4"/>
    <p:sldLayoutId id="2147484560" r:id="rId5"/>
    <p:sldLayoutId id="2147484561" r:id="rId6"/>
    <p:sldLayoutId id="2147484562" r:id="rId7"/>
    <p:sldLayoutId id="2147484563" r:id="rId8"/>
    <p:sldLayoutId id="2147484564" r:id="rId9"/>
    <p:sldLayoutId id="2147484565" r:id="rId10"/>
    <p:sldLayoutId id="2147484566" r:id="rId11"/>
    <p:sldLayoutId id="2147484567" r:id="rId12"/>
    <p:sldLayoutId id="2147484569" r:id="rId13"/>
  </p:sldLayoutIdLst>
  <p:hf hdr="0"/>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itchFamily="34" charset="0"/>
        </a:defRPr>
      </a:lvl2pPr>
      <a:lvl3pPr algn="ctr" rtl="0" fontAlgn="base">
        <a:spcBef>
          <a:spcPct val="0"/>
        </a:spcBef>
        <a:spcAft>
          <a:spcPct val="0"/>
        </a:spcAft>
        <a:defRPr sz="4400">
          <a:solidFill>
            <a:schemeClr val="tx1"/>
          </a:solidFill>
          <a:latin typeface="Calibri" pitchFamily="34" charset="0"/>
        </a:defRPr>
      </a:lvl3pPr>
      <a:lvl4pPr algn="ctr" rtl="0" fontAlgn="base">
        <a:spcBef>
          <a:spcPct val="0"/>
        </a:spcBef>
        <a:spcAft>
          <a:spcPct val="0"/>
        </a:spcAft>
        <a:defRPr sz="4400">
          <a:solidFill>
            <a:schemeClr val="tx1"/>
          </a:solidFill>
          <a:latin typeface="Calibri" pitchFamily="34" charset="0"/>
        </a:defRPr>
      </a:lvl4pPr>
      <a:lvl5pPr algn="ctr" rtl="0" fontAlgn="base">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fontAlgn="base">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2051"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smtClean="0">
                <a:solidFill>
                  <a:schemeClr val="tx1">
                    <a:tint val="75000"/>
                  </a:schemeClr>
                </a:solidFill>
                <a:latin typeface="Arial" pitchFamily="34" charset="0"/>
                <a:cs typeface="Arial"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DAE0A98B-91D6-4D0A-A390-AF26B360F87A}" type="datetime1">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l" defTabSz="914400" rtl="0" eaLnBrk="1" fontAlgn="base" latinLnBrk="0" hangingPunct="1">
                <a:lnSpc>
                  <a:spcPct val="100000"/>
                </a:lnSpc>
                <a:spcBef>
                  <a:spcPct val="0"/>
                </a:spcBef>
                <a:spcAft>
                  <a:spcPct val="0"/>
                </a:spcAft>
                <a:buClrTx/>
                <a:buSzTx/>
                <a:buFontTx/>
                <a:buNone/>
                <a:tabLst/>
                <a:defRPr/>
              </a:pPr>
              <a:t>1/17/2026</a:t>
            </a:fld>
            <a:endPar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smtClean="0">
                <a:solidFill>
                  <a:schemeClr val="tx1">
                    <a:tint val="75000"/>
                  </a:schemeClr>
                </a:solidFill>
                <a:latin typeface="Arial" pitchFamily="34" charset="0"/>
                <a:cs typeface="Arial"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smtClean="0">
                <a:solidFill>
                  <a:schemeClr val="tx1">
                    <a:tint val="75000"/>
                  </a:schemeClr>
                </a:solidFill>
                <a:latin typeface="Arial" pitchFamily="34" charset="0"/>
                <a:cs typeface="Arial"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60DB935C-A2BB-404C-A6C5-67E9068028EC}" type="slidenum">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1508061637"/>
      </p:ext>
    </p:extLst>
  </p:cSld>
  <p:clrMap bg1="lt1" tx1="dk1" bg2="lt2" tx2="dk2" accent1="accent1" accent2="accent2" accent3="accent3" accent4="accent4" accent5="accent5" accent6="accent6" hlink="hlink" folHlink="folHlink"/>
  <p:sldLayoutIdLst>
    <p:sldLayoutId id="2147484573" r:id="rId1"/>
    <p:sldLayoutId id="2147484574" r:id="rId2"/>
    <p:sldLayoutId id="2147484575" r:id="rId3"/>
    <p:sldLayoutId id="2147484576" r:id="rId4"/>
    <p:sldLayoutId id="2147484577" r:id="rId5"/>
    <p:sldLayoutId id="2147484578" r:id="rId6"/>
    <p:sldLayoutId id="2147484579" r:id="rId7"/>
    <p:sldLayoutId id="2147484580" r:id="rId8"/>
    <p:sldLayoutId id="2147484581" r:id="rId9"/>
    <p:sldLayoutId id="2147484582" r:id="rId10"/>
    <p:sldLayoutId id="2147484583" r:id="rId11"/>
    <p:sldLayoutId id="2147484584" r:id="rId12"/>
    <p:sldLayoutId id="2147484585" r:id="rId13"/>
  </p:sldLayoutIdLst>
  <p:hf sldNum="0" hdr="0" ftr="0" dt="0"/>
  <p:txStyles>
    <p:titleStyle>
      <a:lvl1pPr algn="l" rtl="0" fontAlgn="base">
        <a:spcBef>
          <a:spcPct val="0"/>
        </a:spcBef>
        <a:spcAft>
          <a:spcPct val="0"/>
        </a:spcAft>
        <a:defRPr sz="4000" b="1" kern="1200" spc="-150">
          <a:solidFill>
            <a:schemeClr val="tx1"/>
          </a:solidFill>
          <a:latin typeface="Arial" pitchFamily="34" charset="0"/>
          <a:ea typeface="+mj-ea"/>
          <a:cs typeface="Arial" pitchFamily="34" charset="0"/>
        </a:defRPr>
      </a:lvl1pPr>
      <a:lvl2pPr algn="l" rtl="0" fontAlgn="base">
        <a:spcBef>
          <a:spcPct val="0"/>
        </a:spcBef>
        <a:spcAft>
          <a:spcPct val="0"/>
        </a:spcAft>
        <a:defRPr sz="4000" b="1">
          <a:solidFill>
            <a:schemeClr val="tx1"/>
          </a:solidFill>
          <a:latin typeface="Arial" charset="0"/>
          <a:cs typeface="Arial" charset="0"/>
        </a:defRPr>
      </a:lvl2pPr>
      <a:lvl3pPr algn="l" rtl="0" fontAlgn="base">
        <a:spcBef>
          <a:spcPct val="0"/>
        </a:spcBef>
        <a:spcAft>
          <a:spcPct val="0"/>
        </a:spcAft>
        <a:defRPr sz="4000" b="1">
          <a:solidFill>
            <a:schemeClr val="tx1"/>
          </a:solidFill>
          <a:latin typeface="Arial" charset="0"/>
          <a:cs typeface="Arial" charset="0"/>
        </a:defRPr>
      </a:lvl3pPr>
      <a:lvl4pPr algn="l" rtl="0" fontAlgn="base">
        <a:spcBef>
          <a:spcPct val="0"/>
        </a:spcBef>
        <a:spcAft>
          <a:spcPct val="0"/>
        </a:spcAft>
        <a:defRPr sz="4000" b="1">
          <a:solidFill>
            <a:schemeClr val="tx1"/>
          </a:solidFill>
          <a:latin typeface="Arial" charset="0"/>
          <a:cs typeface="Arial" charset="0"/>
        </a:defRPr>
      </a:lvl4pPr>
      <a:lvl5pPr algn="l" rtl="0" fontAlgn="base">
        <a:spcBef>
          <a:spcPct val="0"/>
        </a:spcBef>
        <a:spcAft>
          <a:spcPct val="0"/>
        </a:spcAft>
        <a:defRPr sz="4000" b="1">
          <a:solidFill>
            <a:schemeClr val="tx1"/>
          </a:solidFill>
          <a:latin typeface="Arial" charset="0"/>
          <a:cs typeface="Arial" charset="0"/>
        </a:defRPr>
      </a:lvl5pPr>
      <a:lvl6pPr marL="457200" algn="l" rtl="0" fontAlgn="base">
        <a:spcBef>
          <a:spcPct val="0"/>
        </a:spcBef>
        <a:spcAft>
          <a:spcPct val="0"/>
        </a:spcAft>
        <a:defRPr sz="4000" b="1">
          <a:solidFill>
            <a:schemeClr val="tx1"/>
          </a:solidFill>
          <a:latin typeface="Arial" charset="0"/>
          <a:cs typeface="Arial" charset="0"/>
        </a:defRPr>
      </a:lvl6pPr>
      <a:lvl7pPr marL="914400" algn="l" rtl="0" fontAlgn="base">
        <a:spcBef>
          <a:spcPct val="0"/>
        </a:spcBef>
        <a:spcAft>
          <a:spcPct val="0"/>
        </a:spcAft>
        <a:defRPr sz="4000" b="1">
          <a:solidFill>
            <a:schemeClr val="tx1"/>
          </a:solidFill>
          <a:latin typeface="Arial" charset="0"/>
          <a:cs typeface="Arial" charset="0"/>
        </a:defRPr>
      </a:lvl7pPr>
      <a:lvl8pPr marL="1371600" algn="l" rtl="0" fontAlgn="base">
        <a:spcBef>
          <a:spcPct val="0"/>
        </a:spcBef>
        <a:spcAft>
          <a:spcPct val="0"/>
        </a:spcAft>
        <a:defRPr sz="4000" b="1">
          <a:solidFill>
            <a:schemeClr val="tx1"/>
          </a:solidFill>
          <a:latin typeface="Arial" charset="0"/>
          <a:cs typeface="Arial" charset="0"/>
        </a:defRPr>
      </a:lvl8pPr>
      <a:lvl9pPr marL="1828800" algn="l" rtl="0" fontAlgn="base">
        <a:spcBef>
          <a:spcPct val="0"/>
        </a:spcBef>
        <a:spcAft>
          <a:spcPct val="0"/>
        </a:spcAft>
        <a:defRPr sz="4000" b="1">
          <a:solidFill>
            <a:schemeClr val="tx1"/>
          </a:solidFill>
          <a:latin typeface="Arial" charset="0"/>
          <a:cs typeface="Arial" charset="0"/>
        </a:defRPr>
      </a:lvl9pPr>
    </p:titleStyle>
    <p:bodyStyle>
      <a:lvl1pPr marL="342900" indent="-342900" algn="l" rtl="0" fontAlgn="base">
        <a:spcBef>
          <a:spcPct val="20000"/>
        </a:spcBef>
        <a:spcAft>
          <a:spcPct val="0"/>
        </a:spcAft>
        <a:buFont typeface="Arial" charset="0"/>
        <a:buChar char="•"/>
        <a:defRPr sz="3200" kern="1200">
          <a:solidFill>
            <a:schemeClr val="tx1"/>
          </a:solidFill>
          <a:latin typeface="Arial" pitchFamily="34" charset="0"/>
          <a:ea typeface="+mn-ea"/>
          <a:cs typeface="Arial" pitchFamily="34" charset="0"/>
        </a:defRPr>
      </a:lvl1pPr>
      <a:lvl2pPr marL="742950" indent="-285750" algn="l" rtl="0" fontAlgn="base">
        <a:spcBef>
          <a:spcPct val="20000"/>
        </a:spcBef>
        <a:spcAft>
          <a:spcPct val="0"/>
        </a:spcAft>
        <a:buFont typeface="Arial" charset="0"/>
        <a:buChar char="–"/>
        <a:defRPr sz="2800" kern="1200">
          <a:solidFill>
            <a:schemeClr val="tx1"/>
          </a:solidFill>
          <a:latin typeface="Arial" pitchFamily="34" charset="0"/>
          <a:ea typeface="+mn-ea"/>
          <a:cs typeface="Arial" pitchFamily="34" charset="0"/>
        </a:defRPr>
      </a:lvl2pPr>
      <a:lvl3pPr marL="1143000" indent="-228600" algn="l" rtl="0" fontAlgn="base">
        <a:spcBef>
          <a:spcPct val="20000"/>
        </a:spcBef>
        <a:spcAft>
          <a:spcPct val="0"/>
        </a:spcAft>
        <a:buFont typeface="Arial" charset="0"/>
        <a:buChar char="•"/>
        <a:defRPr sz="2400" kern="1200">
          <a:solidFill>
            <a:schemeClr val="tx1"/>
          </a:solidFill>
          <a:latin typeface="Arial" pitchFamily="34" charset="0"/>
          <a:ea typeface="+mn-ea"/>
          <a:cs typeface="Arial" pitchFamily="34" charset="0"/>
        </a:defRPr>
      </a:lvl3pPr>
      <a:lvl4pPr marL="1600200" indent="-228600" algn="l" rtl="0" fontAlgn="base">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400" indent="-228600" algn="l" rtl="0" fontAlgn="base">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074" name="Text Placeholder 2"/>
          <p:cNvSpPr>
            <a:spLocks noGrp="1"/>
          </p:cNvSpPr>
          <p:nvPr>
            <p:ph type="body" idx="1"/>
          </p:nvPr>
        </p:nvSpPr>
        <p:spPr bwMode="auto">
          <a:xfrm>
            <a:off x="457200" y="1600202"/>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TextBox 6"/>
          <p:cNvSpPr txBox="1"/>
          <p:nvPr/>
        </p:nvSpPr>
        <p:spPr>
          <a:xfrm>
            <a:off x="3276600" y="6596065"/>
            <a:ext cx="5867400" cy="219291"/>
          </a:xfrm>
          <a:prstGeom prst="rect">
            <a:avLst/>
          </a:prstGeom>
          <a:noFill/>
        </p:spPr>
        <p:txBody>
          <a:bodyPr>
            <a:spAutoFit/>
          </a:bodyPr>
          <a:lstStyle/>
          <a:p>
            <a:pPr marL="0" marR="0" lvl="0" indent="0" algn="r" defTabSz="685800" rtl="0" eaLnBrk="1" fontAlgn="base" latinLnBrk="0" hangingPunct="1">
              <a:lnSpc>
                <a:spcPct val="100000"/>
              </a:lnSpc>
              <a:spcBef>
                <a:spcPct val="0"/>
              </a:spcBef>
              <a:spcAft>
                <a:spcPct val="0"/>
              </a:spcAft>
              <a:buClrTx/>
              <a:buSzTx/>
              <a:buFontTx/>
              <a:buNone/>
              <a:tabLst/>
              <a:defRPr/>
            </a:pPr>
            <a:r>
              <a:rPr kumimoji="0" lang="en-US" sz="825" b="1" i="0" u="none" strike="noStrike" kern="1200" cap="none" spc="0" normalizeH="0" baseline="0" noProof="0" dirty="0">
                <a:ln>
                  <a:noFill/>
                </a:ln>
                <a:solidFill>
                  <a:srgbClr val="101141"/>
                </a:solidFill>
                <a:effectLst/>
                <a:uLnTx/>
                <a:uFillTx/>
                <a:latin typeface="Arial"/>
                <a:ea typeface="+mn-ea"/>
                <a:cs typeface="Arial"/>
              </a:rPr>
              <a:t>BITS </a:t>
            </a:r>
            <a:r>
              <a:rPr kumimoji="0" lang="en-US" sz="825" b="0" i="0" u="none" strike="noStrike" kern="1200" cap="none" spc="0" normalizeH="0" baseline="0" noProof="0" dirty="0">
                <a:ln>
                  <a:noFill/>
                </a:ln>
                <a:solidFill>
                  <a:srgbClr val="101141"/>
                </a:solidFill>
                <a:effectLst/>
                <a:uLnTx/>
                <a:uFillTx/>
                <a:latin typeface="Arial"/>
                <a:ea typeface="+mn-ea"/>
                <a:cs typeface="Arial"/>
              </a:rPr>
              <a:t>Pilani, Pilani Campus</a:t>
            </a:r>
          </a:p>
        </p:txBody>
      </p:sp>
      <p:pic>
        <p:nvPicPr>
          <p:cNvPr id="3076" name="Picture 7" descr="Picture 7.png"/>
          <p:cNvPicPr>
            <a:picLocks noChangeAspect="1"/>
          </p:cNvPicPr>
          <p:nvPr/>
        </p:nvPicPr>
        <p:blipFill>
          <a:blip r:embed="rId16" cstate="print"/>
          <a:srcRect l="1923" b="5336"/>
          <a:stretch>
            <a:fillRect/>
          </a:stretch>
        </p:blipFill>
        <p:spPr bwMode="auto">
          <a:xfrm>
            <a:off x="6629401" y="0"/>
            <a:ext cx="2193925" cy="692150"/>
          </a:xfrm>
          <a:prstGeom prst="rect">
            <a:avLst/>
          </a:prstGeom>
          <a:noFill/>
          <a:ln w="9525">
            <a:noFill/>
            <a:miter lim="800000"/>
            <a:headEnd/>
            <a:tailEnd/>
          </a:ln>
        </p:spPr>
      </p:pic>
      <p:grpSp>
        <p:nvGrpSpPr>
          <p:cNvPr id="3077" name="Group 8"/>
          <p:cNvGrpSpPr>
            <a:grpSpLocks/>
          </p:cNvGrpSpPr>
          <p:nvPr/>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3078" name="Group 12"/>
          <p:cNvGrpSpPr>
            <a:grpSpLocks/>
          </p:cNvGrpSpPr>
          <p:nvPr/>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grpSp>
    </p:spTree>
    <p:extLst>
      <p:ext uri="{BB962C8B-B14F-4D97-AF65-F5344CB8AC3E}">
        <p14:creationId xmlns:p14="http://schemas.microsoft.com/office/powerpoint/2010/main" val="1673267039"/>
      </p:ext>
    </p:extLst>
  </p:cSld>
  <p:clrMap bg1="lt1" tx1="dk1" bg2="lt2" tx2="dk2" accent1="accent1" accent2="accent2" accent3="accent3" accent4="accent4" accent5="accent5" accent6="accent6" hlink="hlink" folHlink="folHlink"/>
  <p:sldLayoutIdLst>
    <p:sldLayoutId id="2147484660" r:id="rId1"/>
    <p:sldLayoutId id="2147484661" r:id="rId2"/>
    <p:sldLayoutId id="2147484662" r:id="rId3"/>
    <p:sldLayoutId id="2147484663" r:id="rId4"/>
    <p:sldLayoutId id="2147484664" r:id="rId5"/>
    <p:sldLayoutId id="2147484665" r:id="rId6"/>
    <p:sldLayoutId id="2147484666" r:id="rId7"/>
    <p:sldLayoutId id="2147484667" r:id="rId8"/>
    <p:sldLayoutId id="2147484668" r:id="rId9"/>
    <p:sldLayoutId id="2147484669" r:id="rId10"/>
    <p:sldLayoutId id="2147484670" r:id="rId11"/>
    <p:sldLayoutId id="2147484671" r:id="rId12"/>
    <p:sldLayoutId id="2147484672" r:id="rId13"/>
    <p:sldLayoutId id="2147484680" r:id="rId14"/>
  </p:sldLayoutIdLst>
  <p:hf hdr="0"/>
  <p:txStyles>
    <p:titleStyle>
      <a:lvl1pPr algn="ctr" rtl="0" fontAlgn="base">
        <a:spcBef>
          <a:spcPct val="0"/>
        </a:spcBef>
        <a:spcAft>
          <a:spcPct val="0"/>
        </a:spcAft>
        <a:defRPr sz="3300" kern="1200">
          <a:solidFill>
            <a:schemeClr val="tx1"/>
          </a:solidFill>
          <a:latin typeface="+mj-lt"/>
          <a:ea typeface="+mj-ea"/>
          <a:cs typeface="+mj-cs"/>
        </a:defRPr>
      </a:lvl1pPr>
      <a:lvl2pPr algn="ctr" rtl="0" fontAlgn="base">
        <a:spcBef>
          <a:spcPct val="0"/>
        </a:spcBef>
        <a:spcAft>
          <a:spcPct val="0"/>
        </a:spcAft>
        <a:defRPr sz="3300">
          <a:solidFill>
            <a:schemeClr val="tx1"/>
          </a:solidFill>
          <a:latin typeface="Calibri" pitchFamily="34" charset="0"/>
        </a:defRPr>
      </a:lvl2pPr>
      <a:lvl3pPr algn="ctr" rtl="0" fontAlgn="base">
        <a:spcBef>
          <a:spcPct val="0"/>
        </a:spcBef>
        <a:spcAft>
          <a:spcPct val="0"/>
        </a:spcAft>
        <a:defRPr sz="3300">
          <a:solidFill>
            <a:schemeClr val="tx1"/>
          </a:solidFill>
          <a:latin typeface="Calibri" pitchFamily="34" charset="0"/>
        </a:defRPr>
      </a:lvl3pPr>
      <a:lvl4pPr algn="ctr" rtl="0" fontAlgn="base">
        <a:spcBef>
          <a:spcPct val="0"/>
        </a:spcBef>
        <a:spcAft>
          <a:spcPct val="0"/>
        </a:spcAft>
        <a:defRPr sz="3300">
          <a:solidFill>
            <a:schemeClr val="tx1"/>
          </a:solidFill>
          <a:latin typeface="Calibri" pitchFamily="34" charset="0"/>
        </a:defRPr>
      </a:lvl4pPr>
      <a:lvl5pPr algn="ctr" rtl="0" fontAlgn="base">
        <a:spcBef>
          <a:spcPct val="0"/>
        </a:spcBef>
        <a:spcAft>
          <a:spcPct val="0"/>
        </a:spcAft>
        <a:defRPr sz="3300">
          <a:solidFill>
            <a:schemeClr val="tx1"/>
          </a:solidFill>
          <a:latin typeface="Calibri" pitchFamily="34" charset="0"/>
        </a:defRPr>
      </a:lvl5pPr>
      <a:lvl6pPr marL="342900" algn="ctr" rtl="0" eaLnBrk="1" fontAlgn="base" hangingPunct="1">
        <a:spcBef>
          <a:spcPct val="0"/>
        </a:spcBef>
        <a:spcAft>
          <a:spcPct val="0"/>
        </a:spcAft>
        <a:defRPr sz="3300">
          <a:solidFill>
            <a:schemeClr val="tx1"/>
          </a:solidFill>
          <a:latin typeface="Calibri" pitchFamily="34" charset="0"/>
        </a:defRPr>
      </a:lvl6pPr>
      <a:lvl7pPr marL="685800" algn="ctr" rtl="0" eaLnBrk="1" fontAlgn="base" hangingPunct="1">
        <a:spcBef>
          <a:spcPct val="0"/>
        </a:spcBef>
        <a:spcAft>
          <a:spcPct val="0"/>
        </a:spcAft>
        <a:defRPr sz="3300">
          <a:solidFill>
            <a:schemeClr val="tx1"/>
          </a:solidFill>
          <a:latin typeface="Calibri" pitchFamily="34" charset="0"/>
        </a:defRPr>
      </a:lvl7pPr>
      <a:lvl8pPr marL="1028700" algn="ctr" rtl="0" eaLnBrk="1" fontAlgn="base" hangingPunct="1">
        <a:spcBef>
          <a:spcPct val="0"/>
        </a:spcBef>
        <a:spcAft>
          <a:spcPct val="0"/>
        </a:spcAft>
        <a:defRPr sz="3300">
          <a:solidFill>
            <a:schemeClr val="tx1"/>
          </a:solidFill>
          <a:latin typeface="Calibri" pitchFamily="34" charset="0"/>
        </a:defRPr>
      </a:lvl8pPr>
      <a:lvl9pPr marL="1371600" algn="ctr" rtl="0" eaLnBrk="1" fontAlgn="base" hangingPunct="1">
        <a:spcBef>
          <a:spcPct val="0"/>
        </a:spcBef>
        <a:spcAft>
          <a:spcPct val="0"/>
        </a:spcAft>
        <a:defRPr sz="3300">
          <a:solidFill>
            <a:schemeClr val="tx1"/>
          </a:solidFill>
          <a:latin typeface="Calibri" pitchFamily="34" charset="0"/>
        </a:defRPr>
      </a:lvl9pPr>
    </p:titleStyle>
    <p:bodyStyle>
      <a:lvl1pPr marL="257175" indent="-257175" algn="l" rtl="0" fontAlgn="base">
        <a:spcBef>
          <a:spcPct val="20000"/>
        </a:spcBef>
        <a:spcAft>
          <a:spcPct val="0"/>
        </a:spcAft>
        <a:buFont typeface="Arial" charset="0"/>
        <a:buChar char="•"/>
        <a:defRPr sz="2400" kern="1200">
          <a:solidFill>
            <a:schemeClr val="tx1"/>
          </a:solidFill>
          <a:latin typeface="+mn-lt"/>
          <a:ea typeface="+mn-ea"/>
          <a:cs typeface="+mn-cs"/>
        </a:defRPr>
      </a:lvl1pPr>
      <a:lvl2pPr marL="557213" indent="-214313" algn="l" rtl="0" fontAlgn="base">
        <a:spcBef>
          <a:spcPct val="20000"/>
        </a:spcBef>
        <a:spcAft>
          <a:spcPct val="0"/>
        </a:spcAft>
        <a:buFont typeface="Arial" charset="0"/>
        <a:buChar char="–"/>
        <a:defRPr sz="2100" kern="1200">
          <a:solidFill>
            <a:schemeClr val="tx1"/>
          </a:solidFill>
          <a:latin typeface="+mn-lt"/>
          <a:ea typeface="+mn-ea"/>
          <a:cs typeface="+mn-cs"/>
        </a:defRPr>
      </a:lvl2pPr>
      <a:lvl3pPr marL="857250" indent="-171450" algn="l" rtl="0" fontAlgn="base">
        <a:spcBef>
          <a:spcPct val="20000"/>
        </a:spcBef>
        <a:spcAft>
          <a:spcPct val="0"/>
        </a:spcAft>
        <a:buFont typeface="Arial" charset="0"/>
        <a:buChar char="•"/>
        <a:defRPr sz="1800" kern="1200">
          <a:solidFill>
            <a:schemeClr val="tx1"/>
          </a:solidFill>
          <a:latin typeface="+mn-lt"/>
          <a:ea typeface="+mn-ea"/>
          <a:cs typeface="+mn-cs"/>
        </a:defRPr>
      </a:lvl3pPr>
      <a:lvl4pPr marL="1200150" indent="-171450" algn="l" rtl="0" fontAlgn="base">
        <a:spcBef>
          <a:spcPct val="20000"/>
        </a:spcBef>
        <a:spcAft>
          <a:spcPct val="0"/>
        </a:spcAft>
        <a:buFont typeface="Arial" charset="0"/>
        <a:buChar char="–"/>
        <a:defRPr sz="1500" kern="1200">
          <a:solidFill>
            <a:schemeClr val="tx1"/>
          </a:solidFill>
          <a:latin typeface="+mn-lt"/>
          <a:ea typeface="+mn-ea"/>
          <a:cs typeface="+mn-cs"/>
        </a:defRPr>
      </a:lvl4pPr>
      <a:lvl5pPr marL="1543050" indent="-171450" algn="l" rtl="0" fontAlgn="base">
        <a:spcBef>
          <a:spcPct val="20000"/>
        </a:spcBef>
        <a:spcAft>
          <a:spcPct val="0"/>
        </a:spcAft>
        <a:buFont typeface="Arial"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l" rtl="0">
              <a:spcBef>
                <a:spcPts val="0"/>
              </a:spcBef>
              <a:spcAft>
                <a:spcPts val="0"/>
              </a:spcAft>
              <a:buSzPts val="1400"/>
              <a:buNone/>
              <a:defRPr sz="4000" b="1"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4000" b="1"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4000" b="1"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4000" b="1"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4000" b="1"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4000" b="1"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4000" b="1"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4000" b="1"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4000" b="1" i="0" u="none" strike="noStrike" cap="none">
                <a:solidFill>
                  <a:schemeClr val="dk1"/>
                </a:solidFill>
                <a:latin typeface="Arial"/>
                <a:ea typeface="Arial"/>
                <a:cs typeface="Arial"/>
                <a:sym typeface="Arial"/>
              </a:defRPr>
            </a:lvl9pPr>
          </a:lstStyle>
          <a:p>
            <a:endParaRPr/>
          </a:p>
        </p:txBody>
      </p:sp>
      <p:sp>
        <p:nvSpPr>
          <p:cNvPr id="11" name="Google Shape;11;p4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4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3" name="Google Shape;13;p4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4" name="Google Shape;14;p4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b="0" i="0" u="none" strike="noStrike" cap="none">
                <a:solidFill>
                  <a:srgbClr val="888888"/>
                </a:solidFill>
                <a:latin typeface="Arial"/>
                <a:ea typeface="Arial"/>
                <a:cs typeface="Arial"/>
                <a:sym typeface="Arial"/>
              </a:defRPr>
            </a:lvl1pPr>
            <a:lvl2pPr marL="0" marR="0" lvl="1" indent="0" algn="r" rtl="0">
              <a:spcBef>
                <a:spcPts val="0"/>
              </a:spcBef>
              <a:spcAft>
                <a:spcPts val="0"/>
              </a:spcAft>
              <a:buNone/>
              <a:defRPr sz="1200" b="0" i="0" u="none" strike="noStrike" cap="none">
                <a:solidFill>
                  <a:srgbClr val="888888"/>
                </a:solidFill>
                <a:latin typeface="Arial"/>
                <a:ea typeface="Arial"/>
                <a:cs typeface="Arial"/>
                <a:sym typeface="Arial"/>
              </a:defRPr>
            </a:lvl2pPr>
            <a:lvl3pPr marL="0" marR="0" lvl="2" indent="0" algn="r" rtl="0">
              <a:spcBef>
                <a:spcPts val="0"/>
              </a:spcBef>
              <a:spcAft>
                <a:spcPts val="0"/>
              </a:spcAft>
              <a:buNone/>
              <a:defRPr sz="1200" b="0" i="0" u="none" strike="noStrike" cap="none">
                <a:solidFill>
                  <a:srgbClr val="888888"/>
                </a:solidFill>
                <a:latin typeface="Arial"/>
                <a:ea typeface="Arial"/>
                <a:cs typeface="Arial"/>
                <a:sym typeface="Arial"/>
              </a:defRPr>
            </a:lvl3pPr>
            <a:lvl4pPr marL="0" marR="0" lvl="3" indent="0" algn="r" rtl="0">
              <a:spcBef>
                <a:spcPts val="0"/>
              </a:spcBef>
              <a:spcAft>
                <a:spcPts val="0"/>
              </a:spcAft>
              <a:buNone/>
              <a:defRPr sz="1200" b="0" i="0" u="none" strike="noStrike" cap="none">
                <a:solidFill>
                  <a:srgbClr val="888888"/>
                </a:solidFill>
                <a:latin typeface="Arial"/>
                <a:ea typeface="Arial"/>
                <a:cs typeface="Arial"/>
                <a:sym typeface="Arial"/>
              </a:defRPr>
            </a:lvl4pPr>
            <a:lvl5pPr marL="0" marR="0" lvl="4" indent="0" algn="r" rtl="0">
              <a:spcBef>
                <a:spcPts val="0"/>
              </a:spcBef>
              <a:spcAft>
                <a:spcPts val="0"/>
              </a:spcAft>
              <a:buNone/>
              <a:defRPr sz="1200" b="0" i="0" u="none" strike="noStrike" cap="none">
                <a:solidFill>
                  <a:srgbClr val="888888"/>
                </a:solidFill>
                <a:latin typeface="Arial"/>
                <a:ea typeface="Arial"/>
                <a:cs typeface="Arial"/>
                <a:sym typeface="Arial"/>
              </a:defRPr>
            </a:lvl5pPr>
            <a:lvl6pPr marL="0" marR="0" lvl="5" indent="0" algn="r" rtl="0">
              <a:spcBef>
                <a:spcPts val="0"/>
              </a:spcBef>
              <a:spcAft>
                <a:spcPts val="0"/>
              </a:spcAft>
              <a:buNone/>
              <a:defRPr sz="1200" b="0" i="0" u="none" strike="noStrike" cap="none">
                <a:solidFill>
                  <a:srgbClr val="888888"/>
                </a:solidFill>
                <a:latin typeface="Arial"/>
                <a:ea typeface="Arial"/>
                <a:cs typeface="Arial"/>
                <a:sym typeface="Arial"/>
              </a:defRPr>
            </a:lvl6pPr>
            <a:lvl7pPr marL="0" marR="0" lvl="6" indent="0" algn="r" rtl="0">
              <a:spcBef>
                <a:spcPts val="0"/>
              </a:spcBef>
              <a:spcAft>
                <a:spcPts val="0"/>
              </a:spcAft>
              <a:buNone/>
              <a:defRPr sz="1200" b="0" i="0" u="none" strike="noStrike" cap="none">
                <a:solidFill>
                  <a:srgbClr val="888888"/>
                </a:solidFill>
                <a:latin typeface="Arial"/>
                <a:ea typeface="Arial"/>
                <a:cs typeface="Arial"/>
                <a:sym typeface="Arial"/>
              </a:defRPr>
            </a:lvl7pPr>
            <a:lvl8pPr marL="0" marR="0" lvl="7" indent="0" algn="r" rtl="0">
              <a:spcBef>
                <a:spcPts val="0"/>
              </a:spcBef>
              <a:spcAft>
                <a:spcPts val="0"/>
              </a:spcAft>
              <a:buNone/>
              <a:defRPr sz="1200" b="0" i="0" u="none" strike="noStrike" cap="none">
                <a:solidFill>
                  <a:srgbClr val="888888"/>
                </a:solidFill>
                <a:latin typeface="Arial"/>
                <a:ea typeface="Arial"/>
                <a:cs typeface="Arial"/>
                <a:sym typeface="Arial"/>
              </a:defRPr>
            </a:lvl8pPr>
            <a:lvl9pPr marL="0" marR="0" lvl="8" indent="0" algn="r" rtl="0">
              <a:spcBef>
                <a:spcPts val="0"/>
              </a:spcBef>
              <a:spcAft>
                <a:spcPts val="0"/>
              </a:spcAft>
              <a:buNone/>
              <a:defRPr sz="1200" b="0" i="0" u="none" strike="noStrike" cap="none">
                <a:solidFill>
                  <a:srgbClr val="888888"/>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1317495275"/>
      </p:ext>
    </p:extLst>
  </p:cSld>
  <p:clrMap bg1="lt1" tx1="dk1" bg2="dk2" tx2="lt2" accent1="accent1" accent2="accent2" accent3="accent3" accent4="accent4" accent5="accent5" accent6="accent6" hlink="hlink" folHlink="folHlink"/>
  <p:sldLayoutIdLst>
    <p:sldLayoutId id="2147484907" r:id="rId1"/>
    <p:sldLayoutId id="2147484908" r:id="rId2"/>
    <p:sldLayoutId id="2147484909" r:id="rId3"/>
    <p:sldLayoutId id="2147484910" r:id="rId4"/>
    <p:sldLayoutId id="2147484911" r:id="rId5"/>
    <p:sldLayoutId id="2147484912" r:id="rId6"/>
    <p:sldLayoutId id="2147484913" r:id="rId7"/>
    <p:sldLayoutId id="2147484914" r:id="rId8"/>
    <p:sldLayoutId id="2147484915" r:id="rId9"/>
    <p:sldLayoutId id="2147484916" r:id="rId10"/>
    <p:sldLayoutId id="2147484917" r:id="rId11"/>
    <p:sldLayoutId id="2147484918" r:id="rId12"/>
    <p:sldLayoutId id="2147484919"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2051"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smtClean="0">
                <a:solidFill>
                  <a:schemeClr val="tx1">
                    <a:tint val="75000"/>
                  </a:schemeClr>
                </a:solidFill>
                <a:latin typeface="Arial" pitchFamily="34" charset="0"/>
                <a:cs typeface="Arial"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DAE0A98B-91D6-4D0A-A390-AF26B360F87A}" type="datetime1">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l" defTabSz="914400" rtl="0" eaLnBrk="1" fontAlgn="base" latinLnBrk="0" hangingPunct="1">
                <a:lnSpc>
                  <a:spcPct val="100000"/>
                </a:lnSpc>
                <a:spcBef>
                  <a:spcPct val="0"/>
                </a:spcBef>
                <a:spcAft>
                  <a:spcPct val="0"/>
                </a:spcAft>
                <a:buClrTx/>
                <a:buSzTx/>
                <a:buFontTx/>
                <a:buNone/>
                <a:tabLst/>
                <a:defRPr/>
              </a:pPr>
              <a:t>1/17/2026</a:t>
            </a:fld>
            <a:endPar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smtClean="0">
                <a:solidFill>
                  <a:schemeClr val="tx1">
                    <a:tint val="75000"/>
                  </a:schemeClr>
                </a:solidFill>
                <a:latin typeface="Arial" pitchFamily="34" charset="0"/>
                <a:cs typeface="Arial"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smtClean="0">
                <a:solidFill>
                  <a:schemeClr val="tx1">
                    <a:tint val="75000"/>
                  </a:schemeClr>
                </a:solidFill>
                <a:latin typeface="Arial" pitchFamily="34" charset="0"/>
                <a:cs typeface="Arial"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60DB935C-A2BB-404C-A6C5-67E9068028EC}" type="slidenum">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4029673149"/>
      </p:ext>
    </p:extLst>
  </p:cSld>
  <p:clrMap bg1="lt1" tx1="dk1" bg2="lt2" tx2="dk2" accent1="accent1" accent2="accent2" accent3="accent3" accent4="accent4" accent5="accent5" accent6="accent6" hlink="hlink" folHlink="folHlink"/>
  <p:sldLayoutIdLst>
    <p:sldLayoutId id="2147484936" r:id="rId1"/>
    <p:sldLayoutId id="2147484937" r:id="rId2"/>
    <p:sldLayoutId id="2147484938" r:id="rId3"/>
    <p:sldLayoutId id="2147484939" r:id="rId4"/>
    <p:sldLayoutId id="2147484940" r:id="rId5"/>
    <p:sldLayoutId id="2147484941" r:id="rId6"/>
    <p:sldLayoutId id="2147484942" r:id="rId7"/>
    <p:sldLayoutId id="2147484943" r:id="rId8"/>
    <p:sldLayoutId id="2147484944" r:id="rId9"/>
    <p:sldLayoutId id="2147484945" r:id="rId10"/>
    <p:sldLayoutId id="2147484946" r:id="rId11"/>
    <p:sldLayoutId id="2147484947" r:id="rId12"/>
    <p:sldLayoutId id="2147484948" r:id="rId13"/>
    <p:sldLayoutId id="2147484950" r:id="rId14"/>
  </p:sldLayoutIdLst>
  <p:hf sldNum="0" hdr="0" ftr="0" dt="0"/>
  <p:txStyles>
    <p:titleStyle>
      <a:lvl1pPr algn="l" rtl="0" fontAlgn="base">
        <a:spcBef>
          <a:spcPct val="0"/>
        </a:spcBef>
        <a:spcAft>
          <a:spcPct val="0"/>
        </a:spcAft>
        <a:defRPr sz="4000" b="1" kern="1200" spc="-150">
          <a:solidFill>
            <a:schemeClr val="tx1"/>
          </a:solidFill>
          <a:latin typeface="Arial" pitchFamily="34" charset="0"/>
          <a:ea typeface="+mj-ea"/>
          <a:cs typeface="Arial" pitchFamily="34" charset="0"/>
        </a:defRPr>
      </a:lvl1pPr>
      <a:lvl2pPr algn="l" rtl="0" fontAlgn="base">
        <a:spcBef>
          <a:spcPct val="0"/>
        </a:spcBef>
        <a:spcAft>
          <a:spcPct val="0"/>
        </a:spcAft>
        <a:defRPr sz="4000" b="1">
          <a:solidFill>
            <a:schemeClr val="tx1"/>
          </a:solidFill>
          <a:latin typeface="Arial" charset="0"/>
          <a:cs typeface="Arial" charset="0"/>
        </a:defRPr>
      </a:lvl2pPr>
      <a:lvl3pPr algn="l" rtl="0" fontAlgn="base">
        <a:spcBef>
          <a:spcPct val="0"/>
        </a:spcBef>
        <a:spcAft>
          <a:spcPct val="0"/>
        </a:spcAft>
        <a:defRPr sz="4000" b="1">
          <a:solidFill>
            <a:schemeClr val="tx1"/>
          </a:solidFill>
          <a:latin typeface="Arial" charset="0"/>
          <a:cs typeface="Arial" charset="0"/>
        </a:defRPr>
      </a:lvl3pPr>
      <a:lvl4pPr algn="l" rtl="0" fontAlgn="base">
        <a:spcBef>
          <a:spcPct val="0"/>
        </a:spcBef>
        <a:spcAft>
          <a:spcPct val="0"/>
        </a:spcAft>
        <a:defRPr sz="4000" b="1">
          <a:solidFill>
            <a:schemeClr val="tx1"/>
          </a:solidFill>
          <a:latin typeface="Arial" charset="0"/>
          <a:cs typeface="Arial" charset="0"/>
        </a:defRPr>
      </a:lvl4pPr>
      <a:lvl5pPr algn="l" rtl="0" fontAlgn="base">
        <a:spcBef>
          <a:spcPct val="0"/>
        </a:spcBef>
        <a:spcAft>
          <a:spcPct val="0"/>
        </a:spcAft>
        <a:defRPr sz="4000" b="1">
          <a:solidFill>
            <a:schemeClr val="tx1"/>
          </a:solidFill>
          <a:latin typeface="Arial" charset="0"/>
          <a:cs typeface="Arial" charset="0"/>
        </a:defRPr>
      </a:lvl5pPr>
      <a:lvl6pPr marL="457200" algn="l" rtl="0" fontAlgn="base">
        <a:spcBef>
          <a:spcPct val="0"/>
        </a:spcBef>
        <a:spcAft>
          <a:spcPct val="0"/>
        </a:spcAft>
        <a:defRPr sz="4000" b="1">
          <a:solidFill>
            <a:schemeClr val="tx1"/>
          </a:solidFill>
          <a:latin typeface="Arial" charset="0"/>
          <a:cs typeface="Arial" charset="0"/>
        </a:defRPr>
      </a:lvl6pPr>
      <a:lvl7pPr marL="914400" algn="l" rtl="0" fontAlgn="base">
        <a:spcBef>
          <a:spcPct val="0"/>
        </a:spcBef>
        <a:spcAft>
          <a:spcPct val="0"/>
        </a:spcAft>
        <a:defRPr sz="4000" b="1">
          <a:solidFill>
            <a:schemeClr val="tx1"/>
          </a:solidFill>
          <a:latin typeface="Arial" charset="0"/>
          <a:cs typeface="Arial" charset="0"/>
        </a:defRPr>
      </a:lvl7pPr>
      <a:lvl8pPr marL="1371600" algn="l" rtl="0" fontAlgn="base">
        <a:spcBef>
          <a:spcPct val="0"/>
        </a:spcBef>
        <a:spcAft>
          <a:spcPct val="0"/>
        </a:spcAft>
        <a:defRPr sz="4000" b="1">
          <a:solidFill>
            <a:schemeClr val="tx1"/>
          </a:solidFill>
          <a:latin typeface="Arial" charset="0"/>
          <a:cs typeface="Arial" charset="0"/>
        </a:defRPr>
      </a:lvl8pPr>
      <a:lvl9pPr marL="1828800" algn="l" rtl="0" fontAlgn="base">
        <a:spcBef>
          <a:spcPct val="0"/>
        </a:spcBef>
        <a:spcAft>
          <a:spcPct val="0"/>
        </a:spcAft>
        <a:defRPr sz="4000" b="1">
          <a:solidFill>
            <a:schemeClr val="tx1"/>
          </a:solidFill>
          <a:latin typeface="Arial" charset="0"/>
          <a:cs typeface="Arial" charset="0"/>
        </a:defRPr>
      </a:lvl9pPr>
    </p:titleStyle>
    <p:bodyStyle>
      <a:lvl1pPr marL="342900" indent="-342900" algn="l" rtl="0" fontAlgn="base">
        <a:spcBef>
          <a:spcPct val="20000"/>
        </a:spcBef>
        <a:spcAft>
          <a:spcPct val="0"/>
        </a:spcAft>
        <a:buFont typeface="Arial" charset="0"/>
        <a:buChar char="•"/>
        <a:defRPr sz="3200" kern="1200">
          <a:solidFill>
            <a:schemeClr val="tx1"/>
          </a:solidFill>
          <a:latin typeface="Arial" pitchFamily="34" charset="0"/>
          <a:ea typeface="+mn-ea"/>
          <a:cs typeface="Arial" pitchFamily="34" charset="0"/>
        </a:defRPr>
      </a:lvl1pPr>
      <a:lvl2pPr marL="742950" indent="-285750" algn="l" rtl="0" fontAlgn="base">
        <a:spcBef>
          <a:spcPct val="20000"/>
        </a:spcBef>
        <a:spcAft>
          <a:spcPct val="0"/>
        </a:spcAft>
        <a:buFont typeface="Arial" charset="0"/>
        <a:buChar char="–"/>
        <a:defRPr sz="2800" kern="1200">
          <a:solidFill>
            <a:schemeClr val="tx1"/>
          </a:solidFill>
          <a:latin typeface="Arial" pitchFamily="34" charset="0"/>
          <a:ea typeface="+mn-ea"/>
          <a:cs typeface="Arial" pitchFamily="34" charset="0"/>
        </a:defRPr>
      </a:lvl2pPr>
      <a:lvl3pPr marL="1143000" indent="-228600" algn="l" rtl="0" fontAlgn="base">
        <a:spcBef>
          <a:spcPct val="20000"/>
        </a:spcBef>
        <a:spcAft>
          <a:spcPct val="0"/>
        </a:spcAft>
        <a:buFont typeface="Arial" charset="0"/>
        <a:buChar char="•"/>
        <a:defRPr sz="2400" kern="1200">
          <a:solidFill>
            <a:schemeClr val="tx1"/>
          </a:solidFill>
          <a:latin typeface="Arial" pitchFamily="34" charset="0"/>
          <a:ea typeface="+mn-ea"/>
          <a:cs typeface="Arial" pitchFamily="34" charset="0"/>
        </a:defRPr>
      </a:lvl3pPr>
      <a:lvl4pPr marL="1600200" indent="-228600" algn="l" rtl="0" fontAlgn="base">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400" indent="-228600" algn="l" rtl="0" fontAlgn="base">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2051"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smtClean="0">
                <a:solidFill>
                  <a:schemeClr val="tx1">
                    <a:tint val="75000"/>
                  </a:schemeClr>
                </a:solidFill>
                <a:latin typeface="Arial" pitchFamily="34" charset="0"/>
                <a:cs typeface="Arial"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74A149CE-A26C-4113-98AE-9143637F4EE9}" type="datetime1">
              <a:rPr kumimoji="0" lang="en-US" sz="1200" b="0" i="0" u="none" strike="noStrike" kern="1200" cap="none" spc="0" normalizeH="0" baseline="0" noProof="0" smtClean="0">
                <a:ln>
                  <a:noFill/>
                </a:ln>
                <a:solidFill>
                  <a:prstClr val="black">
                    <a:tint val="75000"/>
                  </a:prstClr>
                </a:solidFill>
                <a:effectLst/>
                <a:uLnTx/>
                <a:uFillTx/>
                <a:latin typeface="Arial" pitchFamily="34" charset="0"/>
                <a:ea typeface="+mn-ea"/>
                <a:cs typeface="Arial" pitchFamily="34" charset="0"/>
              </a:rPr>
              <a:pPr marL="0" marR="0" lvl="0" indent="0" algn="l" defTabSz="914400" rtl="0" eaLnBrk="1" fontAlgn="base" latinLnBrk="0" hangingPunct="1">
                <a:lnSpc>
                  <a:spcPct val="100000"/>
                </a:lnSpc>
                <a:spcBef>
                  <a:spcPct val="0"/>
                </a:spcBef>
                <a:spcAft>
                  <a:spcPct val="0"/>
                </a:spcAft>
                <a:buClrTx/>
                <a:buSzTx/>
                <a:buFontTx/>
                <a:buNone/>
                <a:tabLst/>
                <a:defRPr/>
              </a:pPr>
              <a:t>1/17/2026</a:t>
            </a:fld>
            <a:endPar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smtClean="0">
                <a:solidFill>
                  <a:schemeClr val="tx1">
                    <a:tint val="75000"/>
                  </a:schemeClr>
                </a:solidFill>
                <a:latin typeface="Arial" pitchFamily="34" charset="0"/>
                <a:cs typeface="Arial"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smtClean="0">
                <a:solidFill>
                  <a:schemeClr val="tx1">
                    <a:tint val="75000"/>
                  </a:schemeClr>
                </a:solidFill>
                <a:latin typeface="Arial" pitchFamily="34" charset="0"/>
                <a:cs typeface="Arial"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60DB935C-A2BB-404C-A6C5-67E9068028EC}" type="slidenum">
              <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3914273744"/>
      </p:ext>
    </p:extLst>
  </p:cSld>
  <p:clrMap bg1="lt1" tx1="dk1" bg2="lt2" tx2="dk2" accent1="accent1" accent2="accent2" accent3="accent3" accent4="accent4" accent5="accent5" accent6="accent6" hlink="hlink" folHlink="folHlink"/>
  <p:sldLayoutIdLst>
    <p:sldLayoutId id="2147484966" r:id="rId1"/>
    <p:sldLayoutId id="2147484967" r:id="rId2"/>
    <p:sldLayoutId id="2147484968" r:id="rId3"/>
    <p:sldLayoutId id="2147484969" r:id="rId4"/>
    <p:sldLayoutId id="2147484971" r:id="rId5"/>
    <p:sldLayoutId id="2147484972" r:id="rId6"/>
    <p:sldLayoutId id="2147484973" r:id="rId7"/>
    <p:sldLayoutId id="2147484974" r:id="rId8"/>
    <p:sldLayoutId id="2147484976" r:id="rId9"/>
    <p:sldLayoutId id="2147484977" r:id="rId10"/>
    <p:sldLayoutId id="2147484978" r:id="rId11"/>
    <p:sldLayoutId id="2147484979" r:id="rId12"/>
    <p:sldLayoutId id="2147484980" r:id="rId13"/>
    <p:sldLayoutId id="2147484981" r:id="rId14"/>
    <p:sldLayoutId id="2147484982" r:id="rId15"/>
    <p:sldLayoutId id="2147484983" r:id="rId16"/>
  </p:sldLayoutIdLst>
  <p:hf sldNum="0" hdr="0" ftr="0" dt="0"/>
  <p:txStyles>
    <p:titleStyle>
      <a:lvl1pPr algn="l" rtl="0" fontAlgn="base">
        <a:spcBef>
          <a:spcPct val="0"/>
        </a:spcBef>
        <a:spcAft>
          <a:spcPct val="0"/>
        </a:spcAft>
        <a:defRPr sz="4000" b="1" kern="1200" spc="-150">
          <a:solidFill>
            <a:schemeClr val="tx1"/>
          </a:solidFill>
          <a:latin typeface="Arial" pitchFamily="34" charset="0"/>
          <a:ea typeface="+mj-ea"/>
          <a:cs typeface="Arial" pitchFamily="34" charset="0"/>
        </a:defRPr>
      </a:lvl1pPr>
      <a:lvl2pPr algn="l" rtl="0" fontAlgn="base">
        <a:spcBef>
          <a:spcPct val="0"/>
        </a:spcBef>
        <a:spcAft>
          <a:spcPct val="0"/>
        </a:spcAft>
        <a:defRPr sz="4000" b="1">
          <a:solidFill>
            <a:schemeClr val="tx1"/>
          </a:solidFill>
          <a:latin typeface="Arial" charset="0"/>
          <a:cs typeface="Arial" charset="0"/>
        </a:defRPr>
      </a:lvl2pPr>
      <a:lvl3pPr algn="l" rtl="0" fontAlgn="base">
        <a:spcBef>
          <a:spcPct val="0"/>
        </a:spcBef>
        <a:spcAft>
          <a:spcPct val="0"/>
        </a:spcAft>
        <a:defRPr sz="4000" b="1">
          <a:solidFill>
            <a:schemeClr val="tx1"/>
          </a:solidFill>
          <a:latin typeface="Arial" charset="0"/>
          <a:cs typeface="Arial" charset="0"/>
        </a:defRPr>
      </a:lvl3pPr>
      <a:lvl4pPr algn="l" rtl="0" fontAlgn="base">
        <a:spcBef>
          <a:spcPct val="0"/>
        </a:spcBef>
        <a:spcAft>
          <a:spcPct val="0"/>
        </a:spcAft>
        <a:defRPr sz="4000" b="1">
          <a:solidFill>
            <a:schemeClr val="tx1"/>
          </a:solidFill>
          <a:latin typeface="Arial" charset="0"/>
          <a:cs typeface="Arial" charset="0"/>
        </a:defRPr>
      </a:lvl4pPr>
      <a:lvl5pPr algn="l" rtl="0" fontAlgn="base">
        <a:spcBef>
          <a:spcPct val="0"/>
        </a:spcBef>
        <a:spcAft>
          <a:spcPct val="0"/>
        </a:spcAft>
        <a:defRPr sz="4000" b="1">
          <a:solidFill>
            <a:schemeClr val="tx1"/>
          </a:solidFill>
          <a:latin typeface="Arial" charset="0"/>
          <a:cs typeface="Arial" charset="0"/>
        </a:defRPr>
      </a:lvl5pPr>
      <a:lvl6pPr marL="457200" algn="l" rtl="0" fontAlgn="base">
        <a:spcBef>
          <a:spcPct val="0"/>
        </a:spcBef>
        <a:spcAft>
          <a:spcPct val="0"/>
        </a:spcAft>
        <a:defRPr sz="4000" b="1">
          <a:solidFill>
            <a:schemeClr val="tx1"/>
          </a:solidFill>
          <a:latin typeface="Arial" charset="0"/>
          <a:cs typeface="Arial" charset="0"/>
        </a:defRPr>
      </a:lvl6pPr>
      <a:lvl7pPr marL="914400" algn="l" rtl="0" fontAlgn="base">
        <a:spcBef>
          <a:spcPct val="0"/>
        </a:spcBef>
        <a:spcAft>
          <a:spcPct val="0"/>
        </a:spcAft>
        <a:defRPr sz="4000" b="1">
          <a:solidFill>
            <a:schemeClr val="tx1"/>
          </a:solidFill>
          <a:latin typeface="Arial" charset="0"/>
          <a:cs typeface="Arial" charset="0"/>
        </a:defRPr>
      </a:lvl7pPr>
      <a:lvl8pPr marL="1371600" algn="l" rtl="0" fontAlgn="base">
        <a:spcBef>
          <a:spcPct val="0"/>
        </a:spcBef>
        <a:spcAft>
          <a:spcPct val="0"/>
        </a:spcAft>
        <a:defRPr sz="4000" b="1">
          <a:solidFill>
            <a:schemeClr val="tx1"/>
          </a:solidFill>
          <a:latin typeface="Arial" charset="0"/>
          <a:cs typeface="Arial" charset="0"/>
        </a:defRPr>
      </a:lvl8pPr>
      <a:lvl9pPr marL="1828800" algn="l" rtl="0" fontAlgn="base">
        <a:spcBef>
          <a:spcPct val="0"/>
        </a:spcBef>
        <a:spcAft>
          <a:spcPct val="0"/>
        </a:spcAft>
        <a:defRPr sz="4000" b="1">
          <a:solidFill>
            <a:schemeClr val="tx1"/>
          </a:solidFill>
          <a:latin typeface="Arial" charset="0"/>
          <a:cs typeface="Arial" charset="0"/>
        </a:defRPr>
      </a:lvl9pPr>
    </p:titleStyle>
    <p:bodyStyle>
      <a:lvl1pPr marL="342900" indent="-342900" algn="l" rtl="0" fontAlgn="base">
        <a:spcBef>
          <a:spcPct val="20000"/>
        </a:spcBef>
        <a:spcAft>
          <a:spcPct val="0"/>
        </a:spcAft>
        <a:buFont typeface="Arial" charset="0"/>
        <a:buChar char="•"/>
        <a:defRPr sz="3200" kern="1200">
          <a:solidFill>
            <a:schemeClr val="tx1"/>
          </a:solidFill>
          <a:latin typeface="Arial" pitchFamily="34" charset="0"/>
          <a:ea typeface="+mn-ea"/>
          <a:cs typeface="Arial" pitchFamily="34" charset="0"/>
        </a:defRPr>
      </a:lvl1pPr>
      <a:lvl2pPr marL="742950" indent="-285750" algn="l" rtl="0" fontAlgn="base">
        <a:spcBef>
          <a:spcPct val="20000"/>
        </a:spcBef>
        <a:spcAft>
          <a:spcPct val="0"/>
        </a:spcAft>
        <a:buFont typeface="Arial" charset="0"/>
        <a:buChar char="–"/>
        <a:defRPr sz="2800" kern="1200">
          <a:solidFill>
            <a:schemeClr val="tx1"/>
          </a:solidFill>
          <a:latin typeface="Arial" pitchFamily="34" charset="0"/>
          <a:ea typeface="+mn-ea"/>
          <a:cs typeface="Arial" pitchFamily="34" charset="0"/>
        </a:defRPr>
      </a:lvl2pPr>
      <a:lvl3pPr marL="1143000" indent="-228600" algn="l" rtl="0" fontAlgn="base">
        <a:spcBef>
          <a:spcPct val="20000"/>
        </a:spcBef>
        <a:spcAft>
          <a:spcPct val="0"/>
        </a:spcAft>
        <a:buFont typeface="Arial" charset="0"/>
        <a:buChar char="•"/>
        <a:defRPr sz="2400" kern="1200">
          <a:solidFill>
            <a:schemeClr val="tx1"/>
          </a:solidFill>
          <a:latin typeface="Arial" pitchFamily="34" charset="0"/>
          <a:ea typeface="+mn-ea"/>
          <a:cs typeface="Arial" pitchFamily="34" charset="0"/>
        </a:defRPr>
      </a:lvl3pPr>
      <a:lvl4pPr marL="1600200" indent="-228600" algn="l" rtl="0" fontAlgn="base">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400" indent="-228600" algn="l" rtl="0" fontAlgn="base">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TextBox 6"/>
          <p:cNvSpPr txBox="1"/>
          <p:nvPr/>
        </p:nvSpPr>
        <p:spPr>
          <a:xfrm>
            <a:off x="3276600" y="6596390"/>
            <a:ext cx="5867400" cy="261610"/>
          </a:xfrm>
          <a:prstGeom prst="rect">
            <a:avLst/>
          </a:prstGeom>
          <a:noFill/>
        </p:spPr>
        <p:txBody>
          <a:bodyPr wrap="square" rtlCol="0">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pic>
        <p:nvPicPr>
          <p:cNvPr id="8" name="Picture 7" descr="Picture 7.png"/>
          <p:cNvPicPr>
            <a:picLocks noChangeAspect="1"/>
          </p:cNvPicPr>
          <p:nvPr/>
        </p:nvPicPr>
        <p:blipFill>
          <a:blip r:embed="rId13" cstate="print"/>
          <a:srcRect l="1923" b="5336"/>
          <a:stretch>
            <a:fillRect/>
          </a:stretch>
        </p:blipFill>
        <p:spPr>
          <a:xfrm>
            <a:off x="6629400" y="-1"/>
            <a:ext cx="2193193" cy="692697"/>
          </a:xfrm>
          <a:prstGeom prst="rect">
            <a:avLst/>
          </a:prstGeom>
        </p:spPr>
      </p:pic>
      <p:grpSp>
        <p:nvGrpSpPr>
          <p:cNvPr id="2" name="Group 8"/>
          <p:cNvGrpSpPr/>
          <p:nvPr/>
        </p:nvGrpSpPr>
        <p:grpSpPr>
          <a:xfrm>
            <a:off x="2133600" y="6553200"/>
            <a:ext cx="7010400" cy="45719"/>
            <a:chOff x="1905000" y="6553200"/>
            <a:chExt cx="7010400" cy="45719"/>
          </a:xfrm>
        </p:grpSpPr>
        <p:sp>
          <p:nvSpPr>
            <p:cNvPr id="10" name="Rectangle 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4" name="Group 12"/>
          <p:cNvGrpSpPr/>
          <p:nvPr/>
        </p:nvGrpSpPr>
        <p:grpSpPr>
          <a:xfrm>
            <a:off x="0" y="1295400"/>
            <a:ext cx="7010400" cy="45719"/>
            <a:chOff x="1905000" y="6553200"/>
            <a:chExt cx="7010400" cy="45719"/>
          </a:xfrm>
        </p:grpSpPr>
        <p:sp>
          <p:nvSpPr>
            <p:cNvPr id="14" name="Rectangle 1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spTree>
    <p:extLst>
      <p:ext uri="{BB962C8B-B14F-4D97-AF65-F5344CB8AC3E}">
        <p14:creationId xmlns:p14="http://schemas.microsoft.com/office/powerpoint/2010/main" val="4258316641"/>
      </p:ext>
    </p:extLst>
  </p:cSld>
  <p:clrMap bg1="lt1" tx1="dk1" bg2="lt2" tx2="dk2" accent1="accent1" accent2="accent2" accent3="accent3" accent4="accent4" accent5="accent5" accent6="accent6" hlink="hlink" folHlink="folHlink"/>
  <p:sldLayoutIdLst>
    <p:sldLayoutId id="2147485053" r:id="rId1"/>
    <p:sldLayoutId id="2147485054" r:id="rId2"/>
    <p:sldLayoutId id="2147485057" r:id="rId3"/>
    <p:sldLayoutId id="2147485058" r:id="rId4"/>
    <p:sldLayoutId id="2147485059" r:id="rId5"/>
    <p:sldLayoutId id="2147485060" r:id="rId6"/>
    <p:sldLayoutId id="2147485061" r:id="rId7"/>
    <p:sldLayoutId id="2147485062" r:id="rId8"/>
    <p:sldLayoutId id="2147485063" r:id="rId9"/>
    <p:sldLayoutId id="2147485064" r:id="rId10"/>
    <p:sldLayoutId id="2147485065"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TextBox 6"/>
          <p:cNvSpPr txBox="1"/>
          <p:nvPr/>
        </p:nvSpPr>
        <p:spPr>
          <a:xfrm>
            <a:off x="3276600" y="6596390"/>
            <a:ext cx="5867400" cy="261610"/>
          </a:xfrm>
          <a:prstGeom prst="rect">
            <a:avLst/>
          </a:prstGeom>
          <a:noFill/>
        </p:spPr>
        <p:txBody>
          <a:bodyPr wrap="square" rtlCol="0">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pic>
        <p:nvPicPr>
          <p:cNvPr id="8" name="Picture 7" descr="Picture 7.png"/>
          <p:cNvPicPr>
            <a:picLocks noChangeAspect="1"/>
          </p:cNvPicPr>
          <p:nvPr/>
        </p:nvPicPr>
        <p:blipFill>
          <a:blip r:embed="rId18" cstate="print"/>
          <a:srcRect l="1923" b="5336"/>
          <a:stretch>
            <a:fillRect/>
          </a:stretch>
        </p:blipFill>
        <p:spPr>
          <a:xfrm>
            <a:off x="6629400" y="-1"/>
            <a:ext cx="2193193" cy="692697"/>
          </a:xfrm>
          <a:prstGeom prst="rect">
            <a:avLst/>
          </a:prstGeom>
        </p:spPr>
      </p:pic>
      <p:grpSp>
        <p:nvGrpSpPr>
          <p:cNvPr id="2" name="Group 8"/>
          <p:cNvGrpSpPr/>
          <p:nvPr/>
        </p:nvGrpSpPr>
        <p:grpSpPr>
          <a:xfrm>
            <a:off x="2133600" y="6553200"/>
            <a:ext cx="7010400" cy="45719"/>
            <a:chOff x="1905000" y="6553200"/>
            <a:chExt cx="7010400" cy="45719"/>
          </a:xfrm>
        </p:grpSpPr>
        <p:sp>
          <p:nvSpPr>
            <p:cNvPr id="10" name="Rectangle 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4" name="Group 12"/>
          <p:cNvGrpSpPr/>
          <p:nvPr/>
        </p:nvGrpSpPr>
        <p:grpSpPr>
          <a:xfrm>
            <a:off x="0" y="1295400"/>
            <a:ext cx="7010400" cy="45719"/>
            <a:chOff x="1905000" y="6553200"/>
            <a:chExt cx="7010400" cy="45719"/>
          </a:xfrm>
        </p:grpSpPr>
        <p:sp>
          <p:nvSpPr>
            <p:cNvPr id="14" name="Rectangle 1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grpSp>
    </p:spTree>
    <p:extLst>
      <p:ext uri="{BB962C8B-B14F-4D97-AF65-F5344CB8AC3E}">
        <p14:creationId xmlns:p14="http://schemas.microsoft.com/office/powerpoint/2010/main" val="790975769"/>
      </p:ext>
    </p:extLst>
  </p:cSld>
  <p:clrMap bg1="lt1" tx1="dk1" bg2="lt2" tx2="dk2" accent1="accent1" accent2="accent2" accent3="accent3" accent4="accent4" accent5="accent5" accent6="accent6" hlink="hlink" folHlink="folHlink"/>
  <p:sldLayoutIdLst>
    <p:sldLayoutId id="2147485067" r:id="rId1"/>
    <p:sldLayoutId id="2147485068" r:id="rId2"/>
    <p:sldLayoutId id="2147485071" r:id="rId3"/>
    <p:sldLayoutId id="2147485072" r:id="rId4"/>
    <p:sldLayoutId id="2147485073" r:id="rId5"/>
    <p:sldLayoutId id="2147485074" r:id="rId6"/>
    <p:sldLayoutId id="2147485077" r:id="rId7"/>
    <p:sldLayoutId id="2147485085" r:id="rId8"/>
    <p:sldLayoutId id="2147485086" r:id="rId9"/>
    <p:sldLayoutId id="2147485087" r:id="rId10"/>
    <p:sldLayoutId id="2147485088" r:id="rId11"/>
    <p:sldLayoutId id="2147485089" r:id="rId12"/>
    <p:sldLayoutId id="2147485090" r:id="rId13"/>
    <p:sldLayoutId id="2147485091" r:id="rId14"/>
    <p:sldLayoutId id="2147485095" r:id="rId15"/>
    <p:sldLayoutId id="2147485096" r:id="rId1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dirty="0"/>
          </a:p>
        </p:txBody>
      </p:sp>
      <p:sp>
        <p:nvSpPr>
          <p:cNvPr id="11" name="Google Shape;11;p59"/>
          <p:cNvSpPr txBox="1"/>
          <p:nvPr/>
        </p:nvSpPr>
        <p:spPr>
          <a:xfrm>
            <a:off x="3276600" y="6596390"/>
            <a:ext cx="5867400" cy="261610"/>
          </a:xfrm>
          <a:prstGeom prst="rect">
            <a:avLst/>
          </a:prstGeom>
          <a:noFill/>
          <a:ln>
            <a:noFill/>
          </a:ln>
        </p:spPr>
        <p:txBody>
          <a:bodyPr spcFirstLastPara="1" wrap="square" lIns="91425" tIns="45700" rIns="91425" bIns="45700" anchor="t" anchorCtr="0">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1" i="0" u="none" strike="noStrike" kern="0" cap="none" spc="0" normalizeH="0" baseline="0" noProof="0">
                <a:ln>
                  <a:noFill/>
                </a:ln>
                <a:solidFill>
                  <a:srgbClr val="101141"/>
                </a:solidFill>
                <a:effectLst/>
                <a:uLnTx/>
                <a:uFillTx/>
                <a:latin typeface="Arial"/>
                <a:ea typeface="Arial"/>
                <a:cs typeface="Arial"/>
                <a:sym typeface="Arial"/>
              </a:rPr>
              <a:t>BITS </a:t>
            </a:r>
            <a:r>
              <a:rPr kumimoji="0" lang="en-US" sz="1100" b="0" i="0" u="none" strike="noStrike" kern="0" cap="none" spc="0" normalizeH="0" baseline="0" noProof="0">
                <a:ln>
                  <a:noFill/>
                </a:ln>
                <a:solidFill>
                  <a:srgbClr val="101141"/>
                </a:solidFill>
                <a:effectLst/>
                <a:uLnTx/>
                <a:uFillTx/>
                <a:latin typeface="Arial"/>
                <a:ea typeface="Arial"/>
                <a:cs typeface="Arial"/>
                <a:sym typeface="Arial"/>
              </a:rPr>
              <a:t>Pilani, Pilani Campus</a:t>
            </a:r>
            <a:endParaRPr kumimoji="0" sz="1100" b="0" i="0" u="none" strike="noStrike" kern="0" cap="none" spc="0" normalizeH="0" baseline="0" noProof="0">
              <a:ln>
                <a:noFill/>
              </a:ln>
              <a:solidFill>
                <a:srgbClr val="101141"/>
              </a:solidFill>
              <a:effectLst/>
              <a:uLnTx/>
              <a:uFillTx/>
              <a:latin typeface="Arial"/>
              <a:ea typeface="Arial"/>
              <a:cs typeface="Arial"/>
              <a:sym typeface="Arial"/>
            </a:endParaRPr>
          </a:p>
        </p:txBody>
      </p:sp>
      <p:pic>
        <p:nvPicPr>
          <p:cNvPr id="12" name="Google Shape;12;p59" descr="Picture 7.png"/>
          <p:cNvPicPr preferRelativeResize="0"/>
          <p:nvPr/>
        </p:nvPicPr>
        <p:blipFill rotWithShape="1">
          <a:blip r:embed="rId14">
            <a:alphaModFix/>
          </a:blip>
          <a:srcRect l="1923" b="5335"/>
          <a:stretch/>
        </p:blipFill>
        <p:spPr>
          <a:xfrm>
            <a:off x="6629400" y="-1"/>
            <a:ext cx="2193193" cy="692697"/>
          </a:xfrm>
          <a:prstGeom prst="rect">
            <a:avLst/>
          </a:prstGeom>
          <a:noFill/>
          <a:ln>
            <a:noFill/>
          </a:ln>
        </p:spPr>
      </p:pic>
      <p:grpSp>
        <p:nvGrpSpPr>
          <p:cNvPr id="13" name="Google Shape;13;p59"/>
          <p:cNvGrpSpPr/>
          <p:nvPr/>
        </p:nvGrpSpPr>
        <p:grpSpPr>
          <a:xfrm>
            <a:off x="2133600" y="6553200"/>
            <a:ext cx="7010400" cy="45719"/>
            <a:chOff x="1905000" y="6553200"/>
            <a:chExt cx="7010400" cy="45719"/>
          </a:xfrm>
        </p:grpSpPr>
        <p:sp>
          <p:nvSpPr>
            <p:cNvPr id="14" name="Google Shape;14;p59"/>
            <p:cNvSpPr/>
            <p:nvPr/>
          </p:nvSpPr>
          <p:spPr>
            <a:xfrm>
              <a:off x="4267200" y="6553200"/>
              <a:ext cx="2328591"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15" name="Google Shape;15;p59"/>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16" name="Google Shape;16;p59"/>
            <p:cNvSpPr/>
            <p:nvPr/>
          </p:nvSpPr>
          <p:spPr>
            <a:xfrm>
              <a:off x="6586809" y="6553200"/>
              <a:ext cx="2328591"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grpSp>
      <p:grpSp>
        <p:nvGrpSpPr>
          <p:cNvPr id="17" name="Google Shape;17;p59"/>
          <p:cNvGrpSpPr/>
          <p:nvPr/>
        </p:nvGrpSpPr>
        <p:grpSpPr>
          <a:xfrm>
            <a:off x="0" y="1295400"/>
            <a:ext cx="7010400" cy="45719"/>
            <a:chOff x="1905000" y="6553200"/>
            <a:chExt cx="7010400" cy="45719"/>
          </a:xfrm>
        </p:grpSpPr>
        <p:sp>
          <p:nvSpPr>
            <p:cNvPr id="18" name="Google Shape;18;p59"/>
            <p:cNvSpPr/>
            <p:nvPr/>
          </p:nvSpPr>
          <p:spPr>
            <a:xfrm>
              <a:off x="4267200" y="6553200"/>
              <a:ext cx="2328591"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19" name="Google Shape;19;p59"/>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20" name="Google Shape;20;p59"/>
            <p:cNvSpPr/>
            <p:nvPr/>
          </p:nvSpPr>
          <p:spPr>
            <a:xfrm>
              <a:off x="6586809" y="6553200"/>
              <a:ext cx="2328591"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grpSp>
    </p:spTree>
    <p:extLst>
      <p:ext uri="{BB962C8B-B14F-4D97-AF65-F5344CB8AC3E}">
        <p14:creationId xmlns:p14="http://schemas.microsoft.com/office/powerpoint/2010/main" val="4275524887"/>
      </p:ext>
    </p:extLst>
  </p:cSld>
  <p:clrMap bg1="lt1" tx1="dk1" bg2="dk2" tx2="lt2" accent1="accent1" accent2="accent2" accent3="accent3" accent4="accent4" accent5="accent5" accent6="accent6" hlink="hlink" folHlink="folHlink"/>
  <p:sldLayoutIdLst>
    <p:sldLayoutId id="2147485113" r:id="rId1"/>
    <p:sldLayoutId id="2147485114" r:id="rId2"/>
    <p:sldLayoutId id="2147485115" r:id="rId3"/>
    <p:sldLayoutId id="2147485116" r:id="rId4"/>
    <p:sldLayoutId id="2147485117" r:id="rId5"/>
    <p:sldLayoutId id="2147485119" r:id="rId6"/>
    <p:sldLayoutId id="2147485120" r:id="rId7"/>
    <p:sldLayoutId id="2147485121" r:id="rId8"/>
    <p:sldLayoutId id="2147485122" r:id="rId9"/>
    <p:sldLayoutId id="2147485123" r:id="rId10"/>
    <p:sldLayoutId id="2147485124" r:id="rId11"/>
    <p:sldLayoutId id="2147485126"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82"/>
        <p:cNvGrpSpPr/>
        <p:nvPr/>
      </p:nvGrpSpPr>
      <p:grpSpPr>
        <a:xfrm>
          <a:off x="0" y="0"/>
          <a:ext cx="0" cy="0"/>
          <a:chOff x="0" y="0"/>
          <a:chExt cx="0" cy="0"/>
        </a:xfrm>
      </p:grpSpPr>
      <p:sp>
        <p:nvSpPr>
          <p:cNvPr id="183" name="Google Shape;183;p7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l" rtl="0">
              <a:spcBef>
                <a:spcPts val="0"/>
              </a:spcBef>
              <a:spcAft>
                <a:spcPts val="0"/>
              </a:spcAft>
              <a:buSzPts val="1400"/>
              <a:buNone/>
              <a:defRPr sz="4000" b="1"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4000" b="1"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4000" b="1"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4000" b="1"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4000" b="1"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4000" b="1"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4000" b="1"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4000" b="1"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4000" b="1" i="0" u="none" strike="noStrike" cap="none">
                <a:solidFill>
                  <a:schemeClr val="dk1"/>
                </a:solidFill>
                <a:latin typeface="Arial"/>
                <a:ea typeface="Arial"/>
                <a:cs typeface="Arial"/>
                <a:sym typeface="Arial"/>
              </a:defRPr>
            </a:lvl9pPr>
          </a:lstStyle>
          <a:p>
            <a:endParaRPr/>
          </a:p>
        </p:txBody>
      </p:sp>
      <p:sp>
        <p:nvSpPr>
          <p:cNvPr id="184" name="Google Shape;184;p7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85" name="Google Shape;185;p7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a:solidFill>
                  <a:srgbClr val="888888"/>
                </a:solidFill>
                <a:latin typeface="Arial"/>
                <a:ea typeface="Arial"/>
                <a:cs typeface="Arial"/>
                <a:sym typeface="Arial"/>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86" name="Google Shape;186;p7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a:solidFill>
                  <a:srgbClr val="888888"/>
                </a:solidFill>
                <a:latin typeface="Arial"/>
                <a:ea typeface="Arial"/>
                <a:cs typeface="Arial"/>
                <a:sym typeface="Arial"/>
              </a:defRPr>
            </a:lvl1pPr>
            <a:lvl2pPr marR="0" lvl="1" algn="l" rtl="0">
              <a:spcBef>
                <a:spcPts val="0"/>
              </a:spcBef>
              <a:spcAft>
                <a:spcPts val="0"/>
              </a:spcAft>
              <a:buSzPts val="1400"/>
              <a:buNone/>
              <a:defRPr sz="16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6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6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6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6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6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6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600" b="0" i="0" u="none" strike="noStrike" cap="none">
                <a:solidFill>
                  <a:schemeClr val="dk1"/>
                </a:solidFill>
                <a:latin typeface="Tahoma"/>
                <a:ea typeface="Tahoma"/>
                <a:cs typeface="Tahoma"/>
                <a:sym typeface="Tahoma"/>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87" name="Google Shape;187;p7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a:solidFill>
                  <a:srgbClr val="888888"/>
                </a:solidFill>
                <a:latin typeface="Arial"/>
                <a:ea typeface="Arial"/>
                <a:cs typeface="Arial"/>
                <a:sym typeface="Arial"/>
              </a:defRPr>
            </a:lvl1pPr>
            <a:lvl2pPr marL="0" marR="0" lvl="1" indent="0" algn="r" rtl="0">
              <a:spcBef>
                <a:spcPts val="0"/>
              </a:spcBef>
              <a:spcAft>
                <a:spcPts val="0"/>
              </a:spcAft>
              <a:buNone/>
              <a:defRPr sz="1200">
                <a:solidFill>
                  <a:srgbClr val="888888"/>
                </a:solidFill>
                <a:latin typeface="Arial"/>
                <a:ea typeface="Arial"/>
                <a:cs typeface="Arial"/>
                <a:sym typeface="Arial"/>
              </a:defRPr>
            </a:lvl2pPr>
            <a:lvl3pPr marL="0" marR="0" lvl="2" indent="0" algn="r" rtl="0">
              <a:spcBef>
                <a:spcPts val="0"/>
              </a:spcBef>
              <a:spcAft>
                <a:spcPts val="0"/>
              </a:spcAft>
              <a:buNone/>
              <a:defRPr sz="1200">
                <a:solidFill>
                  <a:srgbClr val="888888"/>
                </a:solidFill>
                <a:latin typeface="Arial"/>
                <a:ea typeface="Arial"/>
                <a:cs typeface="Arial"/>
                <a:sym typeface="Arial"/>
              </a:defRPr>
            </a:lvl3pPr>
            <a:lvl4pPr marL="0" marR="0" lvl="3" indent="0" algn="r" rtl="0">
              <a:spcBef>
                <a:spcPts val="0"/>
              </a:spcBef>
              <a:spcAft>
                <a:spcPts val="0"/>
              </a:spcAft>
              <a:buNone/>
              <a:defRPr sz="1200">
                <a:solidFill>
                  <a:srgbClr val="888888"/>
                </a:solidFill>
                <a:latin typeface="Arial"/>
                <a:ea typeface="Arial"/>
                <a:cs typeface="Arial"/>
                <a:sym typeface="Arial"/>
              </a:defRPr>
            </a:lvl4pPr>
            <a:lvl5pPr marL="0" marR="0" lvl="4" indent="0" algn="r" rtl="0">
              <a:spcBef>
                <a:spcPts val="0"/>
              </a:spcBef>
              <a:spcAft>
                <a:spcPts val="0"/>
              </a:spcAft>
              <a:buNone/>
              <a:defRPr sz="1200">
                <a:solidFill>
                  <a:srgbClr val="888888"/>
                </a:solidFill>
                <a:latin typeface="Arial"/>
                <a:ea typeface="Arial"/>
                <a:cs typeface="Arial"/>
                <a:sym typeface="Arial"/>
              </a:defRPr>
            </a:lvl5pPr>
            <a:lvl6pPr marL="0" marR="0" lvl="5" indent="0" algn="r" rtl="0">
              <a:spcBef>
                <a:spcPts val="0"/>
              </a:spcBef>
              <a:spcAft>
                <a:spcPts val="0"/>
              </a:spcAft>
              <a:buNone/>
              <a:defRPr sz="1200">
                <a:solidFill>
                  <a:srgbClr val="888888"/>
                </a:solidFill>
                <a:latin typeface="Arial"/>
                <a:ea typeface="Arial"/>
                <a:cs typeface="Arial"/>
                <a:sym typeface="Arial"/>
              </a:defRPr>
            </a:lvl6pPr>
            <a:lvl7pPr marL="0" marR="0" lvl="6" indent="0" algn="r" rtl="0">
              <a:spcBef>
                <a:spcPts val="0"/>
              </a:spcBef>
              <a:spcAft>
                <a:spcPts val="0"/>
              </a:spcAft>
              <a:buNone/>
              <a:defRPr sz="1200">
                <a:solidFill>
                  <a:srgbClr val="888888"/>
                </a:solidFill>
                <a:latin typeface="Arial"/>
                <a:ea typeface="Arial"/>
                <a:cs typeface="Arial"/>
                <a:sym typeface="Arial"/>
              </a:defRPr>
            </a:lvl7pPr>
            <a:lvl8pPr marL="0" marR="0" lvl="7" indent="0" algn="r" rtl="0">
              <a:spcBef>
                <a:spcPts val="0"/>
              </a:spcBef>
              <a:spcAft>
                <a:spcPts val="0"/>
              </a:spcAft>
              <a:buNone/>
              <a:defRPr sz="1200">
                <a:solidFill>
                  <a:srgbClr val="888888"/>
                </a:solidFill>
                <a:latin typeface="Arial"/>
                <a:ea typeface="Arial"/>
                <a:cs typeface="Arial"/>
                <a:sym typeface="Arial"/>
              </a:defRPr>
            </a:lvl8pPr>
            <a:lvl9pPr marL="0" marR="0" lvl="8" indent="0" algn="r" rtl="0">
              <a:spcBef>
                <a:spcPts val="0"/>
              </a:spcBef>
              <a:spcAft>
                <a:spcPts val="0"/>
              </a:spcAft>
              <a:buNone/>
              <a:defRPr sz="1200">
                <a:solidFill>
                  <a:srgbClr val="888888"/>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2974455675"/>
      </p:ext>
    </p:extLst>
  </p:cSld>
  <p:clrMap bg1="lt1" tx1="dk1" bg2="dk2" tx2="lt2" accent1="accent1" accent2="accent2" accent3="accent3" accent4="accent4" accent5="accent5" accent6="accent6" hlink="hlink" folHlink="folHlink"/>
  <p:sldLayoutIdLst>
    <p:sldLayoutId id="2147485129" r:id="rId1"/>
    <p:sldLayoutId id="2147485130" r:id="rId2"/>
    <p:sldLayoutId id="2147485131" r:id="rId3"/>
    <p:sldLayoutId id="2147485132" r:id="rId4"/>
    <p:sldLayoutId id="2147485133" r:id="rId5"/>
    <p:sldLayoutId id="2147485134" r:id="rId6"/>
    <p:sldLayoutId id="2147485135" r:id="rId7"/>
    <p:sldLayoutId id="2147485136" r:id="rId8"/>
    <p:sldLayoutId id="2147485137" r:id="rId9"/>
    <p:sldLayoutId id="2147485138" r:id="rId10"/>
    <p:sldLayoutId id="2147485139" r:id="rId11"/>
    <p:sldLayoutId id="2147485140" r:id="rId12"/>
    <p:sldLayoutId id="2147485141"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9"/>
          <p:cNvSpPr txBox="1">
            <a:spLocks noGrp="1"/>
          </p:cNvSpPr>
          <p:nvPr>
            <p:ph type="body" idx="1"/>
          </p:nvPr>
        </p:nvSpPr>
        <p:spPr>
          <a:xfrm>
            <a:off x="273050" y="1615756"/>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dirty="0"/>
          </a:p>
        </p:txBody>
      </p:sp>
      <p:sp>
        <p:nvSpPr>
          <p:cNvPr id="11" name="Google Shape;11;p59"/>
          <p:cNvSpPr txBox="1"/>
          <p:nvPr/>
        </p:nvSpPr>
        <p:spPr>
          <a:xfrm>
            <a:off x="3276600" y="6596390"/>
            <a:ext cx="5867400" cy="261610"/>
          </a:xfrm>
          <a:prstGeom prst="rect">
            <a:avLst/>
          </a:prstGeom>
          <a:noFill/>
          <a:ln>
            <a:noFill/>
          </a:ln>
        </p:spPr>
        <p:txBody>
          <a:bodyPr spcFirstLastPara="1" wrap="square" lIns="91425" tIns="45700" rIns="91425" bIns="45700" anchor="t" anchorCtr="0">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1" i="0" u="none" strike="noStrike" kern="0" cap="none" spc="0" normalizeH="0" baseline="0" noProof="0">
                <a:ln>
                  <a:noFill/>
                </a:ln>
                <a:solidFill>
                  <a:srgbClr val="101141"/>
                </a:solidFill>
                <a:effectLst/>
                <a:uLnTx/>
                <a:uFillTx/>
                <a:latin typeface="Arial"/>
                <a:ea typeface="Arial"/>
                <a:cs typeface="Arial"/>
                <a:sym typeface="Arial"/>
              </a:rPr>
              <a:t>BITS </a:t>
            </a:r>
            <a:r>
              <a:rPr kumimoji="0" lang="en-US" sz="1100" b="0" i="0" u="none" strike="noStrike" kern="0" cap="none" spc="0" normalizeH="0" baseline="0" noProof="0">
                <a:ln>
                  <a:noFill/>
                </a:ln>
                <a:solidFill>
                  <a:srgbClr val="101141"/>
                </a:solidFill>
                <a:effectLst/>
                <a:uLnTx/>
                <a:uFillTx/>
                <a:latin typeface="Arial"/>
                <a:ea typeface="Arial"/>
                <a:cs typeface="Arial"/>
                <a:sym typeface="Arial"/>
              </a:rPr>
              <a:t>Pilani, Pilani Campus</a:t>
            </a:r>
            <a:endParaRPr kumimoji="0" sz="1100" b="0" i="0" u="none" strike="noStrike" kern="0" cap="none" spc="0" normalizeH="0" baseline="0" noProof="0">
              <a:ln>
                <a:noFill/>
              </a:ln>
              <a:solidFill>
                <a:srgbClr val="101141"/>
              </a:solidFill>
              <a:effectLst/>
              <a:uLnTx/>
              <a:uFillTx/>
              <a:latin typeface="Arial"/>
              <a:ea typeface="Arial"/>
              <a:cs typeface="Arial"/>
              <a:sym typeface="Arial"/>
            </a:endParaRPr>
          </a:p>
        </p:txBody>
      </p:sp>
      <p:pic>
        <p:nvPicPr>
          <p:cNvPr id="12" name="Google Shape;12;p59" descr="Picture 7.png"/>
          <p:cNvPicPr preferRelativeResize="0"/>
          <p:nvPr/>
        </p:nvPicPr>
        <p:blipFill rotWithShape="1">
          <a:blip r:embed="rId14">
            <a:alphaModFix/>
          </a:blip>
          <a:srcRect l="1923" b="5335"/>
          <a:stretch/>
        </p:blipFill>
        <p:spPr>
          <a:xfrm>
            <a:off x="6629400" y="-1"/>
            <a:ext cx="2193193" cy="692697"/>
          </a:xfrm>
          <a:prstGeom prst="rect">
            <a:avLst/>
          </a:prstGeom>
          <a:noFill/>
          <a:ln>
            <a:noFill/>
          </a:ln>
        </p:spPr>
      </p:pic>
      <p:grpSp>
        <p:nvGrpSpPr>
          <p:cNvPr id="13" name="Google Shape;13;p59"/>
          <p:cNvGrpSpPr/>
          <p:nvPr/>
        </p:nvGrpSpPr>
        <p:grpSpPr>
          <a:xfrm>
            <a:off x="2133600" y="6553200"/>
            <a:ext cx="7010400" cy="45719"/>
            <a:chOff x="1905000" y="6553200"/>
            <a:chExt cx="7010400" cy="45719"/>
          </a:xfrm>
        </p:grpSpPr>
        <p:sp>
          <p:nvSpPr>
            <p:cNvPr id="14" name="Google Shape;14;p59"/>
            <p:cNvSpPr/>
            <p:nvPr/>
          </p:nvSpPr>
          <p:spPr>
            <a:xfrm>
              <a:off x="4267200" y="6553200"/>
              <a:ext cx="2328591"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15" name="Google Shape;15;p59"/>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16" name="Google Shape;16;p59"/>
            <p:cNvSpPr/>
            <p:nvPr/>
          </p:nvSpPr>
          <p:spPr>
            <a:xfrm>
              <a:off x="6586809" y="6553200"/>
              <a:ext cx="2328591"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grpSp>
      <p:grpSp>
        <p:nvGrpSpPr>
          <p:cNvPr id="17" name="Google Shape;17;p59"/>
          <p:cNvGrpSpPr/>
          <p:nvPr/>
        </p:nvGrpSpPr>
        <p:grpSpPr>
          <a:xfrm>
            <a:off x="0" y="1295400"/>
            <a:ext cx="7010400" cy="45719"/>
            <a:chOff x="1905000" y="6553200"/>
            <a:chExt cx="7010400" cy="45719"/>
          </a:xfrm>
        </p:grpSpPr>
        <p:sp>
          <p:nvSpPr>
            <p:cNvPr id="18" name="Google Shape;18;p59"/>
            <p:cNvSpPr/>
            <p:nvPr/>
          </p:nvSpPr>
          <p:spPr>
            <a:xfrm>
              <a:off x="4267200" y="6553200"/>
              <a:ext cx="2328591"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19" name="Google Shape;19;p59"/>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sp>
          <p:nvSpPr>
            <p:cNvPr id="20" name="Google Shape;20;p59"/>
            <p:cNvSpPr/>
            <p:nvPr/>
          </p:nvSpPr>
          <p:spPr>
            <a:xfrm>
              <a:off x="6586809" y="6553200"/>
              <a:ext cx="2328591"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Tahoma"/>
                <a:ea typeface="Tahoma"/>
                <a:cs typeface="Tahoma"/>
                <a:sym typeface="Tahoma"/>
              </a:endParaRPr>
            </a:p>
          </p:txBody>
        </p:sp>
      </p:grpSp>
      <p:sp>
        <p:nvSpPr>
          <p:cNvPr id="2" name="Title Placeholder 1"/>
          <p:cNvSpPr>
            <a:spLocks noGrp="1"/>
          </p:cNvSpPr>
          <p:nvPr>
            <p:ph type="title"/>
          </p:nvPr>
        </p:nvSpPr>
        <p:spPr>
          <a:xfrm>
            <a:off x="273050" y="145096"/>
            <a:ext cx="7886700" cy="1325563"/>
          </a:xfrm>
          <a:prstGeom prst="rect">
            <a:avLst/>
          </a:prstGeom>
        </p:spPr>
        <p:txBody>
          <a:bodyPr vert="horz" lIns="91440" tIns="45720" rIns="91440" bIns="45720" rtlCol="0" anchor="ctr">
            <a:normAutofit/>
          </a:bodyPr>
          <a:lstStyle/>
          <a:p>
            <a:r>
              <a:rPr lang="en-US" dirty="0"/>
              <a:t>Click to edit Master title style</a:t>
            </a:r>
            <a:endParaRPr lang="en-IN" dirty="0"/>
          </a:p>
        </p:txBody>
      </p:sp>
    </p:spTree>
    <p:extLst>
      <p:ext uri="{BB962C8B-B14F-4D97-AF65-F5344CB8AC3E}">
        <p14:creationId xmlns:p14="http://schemas.microsoft.com/office/powerpoint/2010/main" val="78977740"/>
      </p:ext>
    </p:extLst>
  </p:cSld>
  <p:clrMap bg1="lt1" tx1="dk1" bg2="dk2" tx2="lt2" accent1="accent1" accent2="accent2" accent3="accent3" accent4="accent4" accent5="accent5" accent6="accent6" hlink="hlink" folHlink="folHlink"/>
  <p:sldLayoutIdLst>
    <p:sldLayoutId id="2147485143" r:id="rId1"/>
    <p:sldLayoutId id="2147485145" r:id="rId2"/>
    <p:sldLayoutId id="2147485146" r:id="rId3"/>
    <p:sldLayoutId id="2147485147" r:id="rId4"/>
    <p:sldLayoutId id="2147485148" r:id="rId5"/>
    <p:sldLayoutId id="2147485149" r:id="rId6"/>
    <p:sldLayoutId id="2147485150" r:id="rId7"/>
    <p:sldLayoutId id="2147485151" r:id="rId8"/>
    <p:sldLayoutId id="2147485152" r:id="rId9"/>
    <p:sldLayoutId id="2147485153" r:id="rId10"/>
    <p:sldLayoutId id="2147485154" r:id="rId11"/>
    <p:sldLayoutId id="2147485156"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600" b="0" i="0" u="none" strike="noStrike" cap="none">
          <a:solidFill>
            <a:srgbClr val="000000"/>
          </a:solidFill>
          <a:latin typeface="Cambria" panose="02040503050406030204" pitchFamily="18" charset="0"/>
          <a:ea typeface="Cambria" panose="02040503050406030204" pitchFamily="18" charset="0"/>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400" b="0" i="0" u="none" strike="noStrike" cap="none">
          <a:solidFill>
            <a:srgbClr val="000000"/>
          </a:solidFill>
          <a:latin typeface="Cambria" panose="02040503050406030204" pitchFamily="18" charset="0"/>
          <a:ea typeface="Cambria" panose="02040503050406030204" pitchFamily="18" charset="0"/>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169.xml" /></Relationships>
</file>

<file path=ppt/slides/_rels/slide2.xml.rels><?xml version="1.0" encoding="UTF-8" standalone="yes"?>
<Relationships xmlns="http://schemas.openxmlformats.org/package/2006/relationships"><Relationship Id="rId3" Type="http://schemas.openxmlformats.org/officeDocument/2006/relationships/image" Target="../media/image16.jpg" /><Relationship Id="rId2" Type="http://schemas.openxmlformats.org/officeDocument/2006/relationships/notesSlide" Target="../notesSlides/notesSlide2.xml" /><Relationship Id="rId1" Type="http://schemas.openxmlformats.org/officeDocument/2006/relationships/slideLayout" Target="../slideLayouts/slideLayout170.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5.xml" /></Relationships>
</file>

<file path=ppt/slides/_rels/slide4.xml.rels><?xml version="1.0" encoding="UTF-8" standalone="yes"?>
<Relationships xmlns="http://schemas.openxmlformats.org/package/2006/relationships"><Relationship Id="rId3" Type="http://schemas.openxmlformats.org/officeDocument/2006/relationships/customXml" Target="../ink/ink1.xml" /><Relationship Id="rId2" Type="http://schemas.openxmlformats.org/officeDocument/2006/relationships/image" Target="../media/image17.tmp" /><Relationship Id="rId1" Type="http://schemas.openxmlformats.org/officeDocument/2006/relationships/slideLayout" Target="../slideLayouts/slideLayout238.xml" /><Relationship Id="rId4" Type="http://schemas.openxmlformats.org/officeDocument/2006/relationships/image" Target="../media/image18.png" /></Relationships>
</file>

<file path=ppt/slides/_rels/slide5.xml.rels><?xml version="1.0" encoding="UTF-8" standalone="yes"?>
<Relationships xmlns="http://schemas.openxmlformats.org/package/2006/relationships"><Relationship Id="rId3" Type="http://schemas.openxmlformats.org/officeDocument/2006/relationships/image" Target="../media/image19.png" /><Relationship Id="rId2" Type="http://schemas.openxmlformats.org/officeDocument/2006/relationships/customXml" Target="../ink/ink2.xml" /><Relationship Id="rId1" Type="http://schemas.openxmlformats.org/officeDocument/2006/relationships/slideLayout" Target="../slideLayouts/slideLayout238.xml" /></Relationships>
</file>

<file path=ppt/slides/_rels/slide6.xml.rels><?xml version="1.0" encoding="UTF-8" standalone="yes"?>
<Relationships xmlns="http://schemas.openxmlformats.org/package/2006/relationships"><Relationship Id="rId8" Type="http://schemas.openxmlformats.org/officeDocument/2006/relationships/customXml" Target="../ink/ink3.xml" /><Relationship Id="rId3" Type="http://schemas.openxmlformats.org/officeDocument/2006/relationships/image" Target="../media/image76.png" /><Relationship Id="rId7" Type="http://schemas.openxmlformats.org/officeDocument/2006/relationships/image" Target="../media/image80.png" /><Relationship Id="rId2" Type="http://schemas.openxmlformats.org/officeDocument/2006/relationships/image" Target="../media/image20.png" /><Relationship Id="rId1" Type="http://schemas.openxmlformats.org/officeDocument/2006/relationships/slideLayout" Target="../slideLayouts/slideLayout224.xml" /><Relationship Id="rId6" Type="http://schemas.openxmlformats.org/officeDocument/2006/relationships/image" Target="../media/image56.png" /><Relationship Id="rId5" Type="http://schemas.openxmlformats.org/officeDocument/2006/relationships/image" Target="../media/image55.png" /><Relationship Id="rId4" Type="http://schemas.openxmlformats.org/officeDocument/2006/relationships/image" Target="../media/image770.png" /><Relationship Id="rId9" Type="http://schemas.openxmlformats.org/officeDocument/2006/relationships/image" Target="../media/image21.png" /></Relationships>
</file>

<file path=ppt/slides/_rels/slide7.xml.rels><?xml version="1.0" encoding="UTF-8" standalone="yes"?>
<Relationships xmlns="http://schemas.openxmlformats.org/package/2006/relationships"><Relationship Id="rId3" Type="http://schemas.openxmlformats.org/officeDocument/2006/relationships/image" Target="../media/image81.png" /><Relationship Id="rId2" Type="http://schemas.openxmlformats.org/officeDocument/2006/relationships/image" Target="../media/image20.png" /><Relationship Id="rId1" Type="http://schemas.openxmlformats.org/officeDocument/2006/relationships/slideLayout" Target="../slideLayouts/slideLayout224.xml" /><Relationship Id="rId5" Type="http://schemas.openxmlformats.org/officeDocument/2006/relationships/image" Target="../media/image22.png" /><Relationship Id="rId4" Type="http://schemas.openxmlformats.org/officeDocument/2006/relationships/customXml" Target="../ink/ink4.xml" /></Relationships>
</file>

<file path=ppt/slides/_rels/slide8.xml.rels><?xml version="1.0" encoding="UTF-8" standalone="yes"?>
<Relationships xmlns="http://schemas.openxmlformats.org/package/2006/relationships"><Relationship Id="rId3" Type="http://schemas.openxmlformats.org/officeDocument/2006/relationships/image" Target="../media/image23.emf" /><Relationship Id="rId2" Type="http://schemas.openxmlformats.org/officeDocument/2006/relationships/notesSlide" Target="../notesSlides/notesSlide3.xml" /><Relationship Id="rId1" Type="http://schemas.openxmlformats.org/officeDocument/2006/relationships/slideLayout" Target="../slideLayouts/slideLayout224.xml" /><Relationship Id="rId6" Type="http://schemas.openxmlformats.org/officeDocument/2006/relationships/image" Target="../media/image25.png" /><Relationship Id="rId5" Type="http://schemas.openxmlformats.org/officeDocument/2006/relationships/customXml" Target="../ink/ink5.xml" /><Relationship Id="rId4" Type="http://schemas.openxmlformats.org/officeDocument/2006/relationships/image" Target="../media/image24.emf" /></Relationships>
</file>

<file path=ppt/slides/_rels/slide9.xml.rels><?xml version="1.0" encoding="UTF-8" standalone="yes"?>
<Relationships xmlns="http://schemas.openxmlformats.org/package/2006/relationships"><Relationship Id="rId3" Type="http://schemas.openxmlformats.org/officeDocument/2006/relationships/image" Target="../media/image26.png" /><Relationship Id="rId2" Type="http://schemas.openxmlformats.org/officeDocument/2006/relationships/customXml" Target="../ink/ink6.xml" /><Relationship Id="rId1" Type="http://schemas.openxmlformats.org/officeDocument/2006/relationships/slideLayout" Target="../slideLayouts/slideLayout224.xml" /></Relationships>
</file>

<file path=ppt/slides/_rels/slide10.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notesSlide" Target="../notesSlides/notesSlide4.xml" /><Relationship Id="rId1" Type="http://schemas.openxmlformats.org/officeDocument/2006/relationships/slideLayout" Target="../slideLayouts/slideLayout223.xml" /><Relationship Id="rId6" Type="http://schemas.openxmlformats.org/officeDocument/2006/relationships/image" Target="../media/image28.png" /><Relationship Id="rId5" Type="http://schemas.openxmlformats.org/officeDocument/2006/relationships/customXml" Target="../ink/ink7.xml" /><Relationship Id="rId4" Type="http://schemas.openxmlformats.org/officeDocument/2006/relationships/image" Target="../media/image27.emf" /></Relationships>
</file>

<file path=ppt/slides/_rels/slide11.xml.rels><?xml version="1.0" encoding="UTF-8" standalone="yes"?>
<Relationships xmlns="http://schemas.openxmlformats.org/package/2006/relationships"><Relationship Id="rId3" Type="http://schemas.openxmlformats.org/officeDocument/2006/relationships/image" Target="../media/image30.png" /><Relationship Id="rId2" Type="http://schemas.openxmlformats.org/officeDocument/2006/relationships/image" Target="../media/image29.png" /><Relationship Id="rId1" Type="http://schemas.openxmlformats.org/officeDocument/2006/relationships/slideLayout" Target="../slideLayouts/slideLayout264.xml" /><Relationship Id="rId6" Type="http://schemas.openxmlformats.org/officeDocument/2006/relationships/image" Target="../media/image32.png" /><Relationship Id="rId5" Type="http://schemas.openxmlformats.org/officeDocument/2006/relationships/customXml" Target="../ink/ink8.xml" /><Relationship Id="rId4" Type="http://schemas.openxmlformats.org/officeDocument/2006/relationships/image" Target="../media/image31.png" /></Relationships>
</file>

<file path=ppt/slides/_rels/slide12.xml.rels><?xml version="1.0" encoding="UTF-8" standalone="yes"?>
<Relationships xmlns="http://schemas.openxmlformats.org/package/2006/relationships"><Relationship Id="rId3" Type="http://schemas.openxmlformats.org/officeDocument/2006/relationships/image" Target="../media/image33.png" /><Relationship Id="rId2" Type="http://schemas.openxmlformats.org/officeDocument/2006/relationships/customXml" Target="../ink/ink9.xml" /><Relationship Id="rId1" Type="http://schemas.openxmlformats.org/officeDocument/2006/relationships/slideLayout" Target="../slideLayouts/slideLayout224.xml" /></Relationships>
</file>

<file path=ppt/slides/_rels/slide13.xml.rels><?xml version="1.0" encoding="UTF-8" standalone="yes"?>
<Relationships xmlns="http://schemas.openxmlformats.org/package/2006/relationships"><Relationship Id="rId8" Type="http://schemas.openxmlformats.org/officeDocument/2006/relationships/image" Target="../media/image34.png" /><Relationship Id="rId3" Type="http://schemas.openxmlformats.org/officeDocument/2006/relationships/image" Target="NULL" /><Relationship Id="rId7" Type="http://schemas.openxmlformats.org/officeDocument/2006/relationships/customXml" Target="../ink/ink10.xml" /><Relationship Id="rId2" Type="http://schemas.openxmlformats.org/officeDocument/2006/relationships/notesSlide" Target="../notesSlides/notesSlide5.xml" /><Relationship Id="rId1" Type="http://schemas.openxmlformats.org/officeDocument/2006/relationships/slideLayout" Target="../slideLayouts/slideLayout264.xml" /><Relationship Id="rId6" Type="http://schemas.openxmlformats.org/officeDocument/2006/relationships/image" Target="NULL" /><Relationship Id="rId5" Type="http://schemas.openxmlformats.org/officeDocument/2006/relationships/image" Target="NULL" /><Relationship Id="rId4" Type="http://schemas.openxmlformats.org/officeDocument/2006/relationships/image" Target="NULL" /></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 /><Relationship Id="rId1" Type="http://schemas.openxmlformats.org/officeDocument/2006/relationships/slideLayout" Target="../slideLayouts/slideLayout237.xml" /></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bin" /><Relationship Id="rId2" Type="http://schemas.openxmlformats.org/officeDocument/2006/relationships/image" Target="../media/image35.png" /><Relationship Id="rId1" Type="http://schemas.openxmlformats.org/officeDocument/2006/relationships/slideLayout" Target="../slideLayouts/slideLayout90.xml" /><Relationship Id="rId6" Type="http://schemas.openxmlformats.org/officeDocument/2006/relationships/image" Target="../media/image37.png" /><Relationship Id="rId5" Type="http://schemas.openxmlformats.org/officeDocument/2006/relationships/customXml" Target="../ink/ink11.xml" /><Relationship Id="rId4" Type="http://schemas.openxmlformats.org/officeDocument/2006/relationships/image" Target="../media/image36.wmf" /></Relationships>
</file>

<file path=ppt/slides/_rels/slide16.xml.rels><?xml version="1.0" encoding="UTF-8" standalone="yes"?>
<Relationships xmlns="http://schemas.openxmlformats.org/package/2006/relationships"><Relationship Id="rId3" Type="http://schemas.openxmlformats.org/officeDocument/2006/relationships/image" Target="../media/image38.png" /><Relationship Id="rId2" Type="http://schemas.openxmlformats.org/officeDocument/2006/relationships/notesSlide" Target="../notesSlides/notesSlide7.xml" /><Relationship Id="rId1" Type="http://schemas.openxmlformats.org/officeDocument/2006/relationships/slideLayout" Target="../slideLayouts/slideLayout248.xml" /></Relationships>
</file>

<file path=ppt/slides/_rels/slide17.xml.rels><?xml version="1.0" encoding="UTF-8" standalone="yes"?>
<Relationships xmlns="http://schemas.openxmlformats.org/package/2006/relationships"><Relationship Id="rId3" Type="http://schemas.openxmlformats.org/officeDocument/2006/relationships/image" Target="../media/image39.png" /><Relationship Id="rId2" Type="http://schemas.openxmlformats.org/officeDocument/2006/relationships/notesSlide" Target="../notesSlides/notesSlide8.xml" /><Relationship Id="rId1" Type="http://schemas.openxmlformats.org/officeDocument/2006/relationships/slideLayout" Target="../slideLayouts/slideLayout239.xml" /></Relationships>
</file>

<file path=ppt/slides/_rels/slide18.xml.rels><?xml version="1.0" encoding="UTF-8" standalone="yes"?>
<Relationships xmlns="http://schemas.openxmlformats.org/package/2006/relationships"><Relationship Id="rId3" Type="http://schemas.openxmlformats.org/officeDocument/2006/relationships/image" Target="../media/image41.emf" /><Relationship Id="rId2" Type="http://schemas.openxmlformats.org/officeDocument/2006/relationships/image" Target="../media/image40.emf" /><Relationship Id="rId1" Type="http://schemas.openxmlformats.org/officeDocument/2006/relationships/slideLayout" Target="../slideLayouts/slideLayout239.xml" /><Relationship Id="rId5" Type="http://schemas.openxmlformats.org/officeDocument/2006/relationships/image" Target="../media/image42.png" /><Relationship Id="rId4" Type="http://schemas.openxmlformats.org/officeDocument/2006/relationships/customXml" Target="../ink/ink12.xml" /></Relationships>
</file>

<file path=ppt/slides/_rels/slide19.xml.rels><?xml version="1.0" encoding="UTF-8" standalone="yes"?>
<Relationships xmlns="http://schemas.openxmlformats.org/package/2006/relationships"><Relationship Id="rId3" Type="http://schemas.openxmlformats.org/officeDocument/2006/relationships/image" Target="../media/image43.png" /><Relationship Id="rId2" Type="http://schemas.openxmlformats.org/officeDocument/2006/relationships/notesSlide" Target="../notesSlides/notesSlide9.xml" /><Relationship Id="rId1" Type="http://schemas.openxmlformats.org/officeDocument/2006/relationships/slideLayout" Target="../slideLayouts/slideLayout239.xml" /><Relationship Id="rId5" Type="http://schemas.openxmlformats.org/officeDocument/2006/relationships/image" Target="../media/image44.png" /><Relationship Id="rId4" Type="http://schemas.openxmlformats.org/officeDocument/2006/relationships/customXml" Target="../ink/ink13.xml" /></Relationships>
</file>

<file path=ppt/slides/_rels/slide20.xml.rels><?xml version="1.0" encoding="UTF-8" standalone="yes"?>
<Relationships xmlns="http://schemas.openxmlformats.org/package/2006/relationships"><Relationship Id="rId2" Type="http://schemas.openxmlformats.org/officeDocument/2006/relationships/image" Target="../media/image320.png" /><Relationship Id="rId1" Type="http://schemas.openxmlformats.org/officeDocument/2006/relationships/slideLayout" Target="../slideLayouts/slideLayout239.xml" /></Relationships>
</file>

<file path=ppt/slides/_rels/slide21.xml.rels><?xml version="1.0" encoding="UTF-8" standalone="yes"?>
<Relationships xmlns="http://schemas.openxmlformats.org/package/2006/relationships"><Relationship Id="rId2" Type="http://schemas.openxmlformats.org/officeDocument/2006/relationships/image" Target="../media/image330.png" /><Relationship Id="rId1" Type="http://schemas.openxmlformats.org/officeDocument/2006/relationships/slideLayout" Target="../slideLayouts/slideLayout239.xml" /></Relationships>
</file>

<file path=ppt/slides/_rels/slide22.xml.rels><?xml version="1.0" encoding="UTF-8" standalone="yes"?>
<Relationships xmlns="http://schemas.openxmlformats.org/package/2006/relationships"><Relationship Id="rId3" Type="http://schemas.openxmlformats.org/officeDocument/2006/relationships/image" Target="NULL" /><Relationship Id="rId7" Type="http://schemas.openxmlformats.org/officeDocument/2006/relationships/image" Target="../media/image45.png" /><Relationship Id="rId2" Type="http://schemas.openxmlformats.org/officeDocument/2006/relationships/image" Target="../media/image35.png" /><Relationship Id="rId1" Type="http://schemas.openxmlformats.org/officeDocument/2006/relationships/slideLayout" Target="../slideLayouts/slideLayout90.xml" /><Relationship Id="rId6" Type="http://schemas.openxmlformats.org/officeDocument/2006/relationships/customXml" Target="../ink/ink14.xml" /><Relationship Id="rId5" Type="http://schemas.openxmlformats.org/officeDocument/2006/relationships/image" Target="NULL" /><Relationship Id="rId4" Type="http://schemas.openxmlformats.org/officeDocument/2006/relationships/image" Target="NULL" /></Relationships>
</file>

<file path=ppt/slides/_rels/slide23.xml.rels><?xml version="1.0" encoding="UTF-8" standalone="yes"?>
<Relationships xmlns="http://schemas.openxmlformats.org/package/2006/relationships"><Relationship Id="rId3" Type="http://schemas.openxmlformats.org/officeDocument/2006/relationships/image" Target="../media/image47.png" /><Relationship Id="rId2" Type="http://schemas.openxmlformats.org/officeDocument/2006/relationships/image" Target="../media/image46.png" /><Relationship Id="rId1" Type="http://schemas.openxmlformats.org/officeDocument/2006/relationships/slideLayout" Target="../slideLayouts/slideLayout90.xml" /><Relationship Id="rId5" Type="http://schemas.openxmlformats.org/officeDocument/2006/relationships/image" Target="../media/image48.png" /><Relationship Id="rId4" Type="http://schemas.openxmlformats.org/officeDocument/2006/relationships/customXml" Target="../ink/ink15.xml" /></Relationships>
</file>

<file path=ppt/slides/_rels/slide24.xml.rels><?xml version="1.0" encoding="UTF-8" standalone="yes"?>
<Relationships xmlns="http://schemas.openxmlformats.org/package/2006/relationships"><Relationship Id="rId3" Type="http://schemas.openxmlformats.org/officeDocument/2006/relationships/image" Target="../media/image49.png" /><Relationship Id="rId2" Type="http://schemas.openxmlformats.org/officeDocument/2006/relationships/customXml" Target="../ink/ink16.xml" /><Relationship Id="rId1" Type="http://schemas.openxmlformats.org/officeDocument/2006/relationships/slideLayout" Target="../slideLayouts/slideLayout90.xml" /></Relationships>
</file>

<file path=ppt/slides/_rels/slide25.xml.rels><?xml version="1.0" encoding="UTF-8" standalone="yes"?>
<Relationships xmlns="http://schemas.openxmlformats.org/package/2006/relationships"><Relationship Id="rId3" Type="http://schemas.openxmlformats.org/officeDocument/2006/relationships/image" Target="../media/image50.png" /><Relationship Id="rId2" Type="http://schemas.openxmlformats.org/officeDocument/2006/relationships/customXml" Target="../ink/ink17.xml" /><Relationship Id="rId1" Type="http://schemas.openxmlformats.org/officeDocument/2006/relationships/slideLayout" Target="../slideLayouts/slideLayout90.xml" /></Relationships>
</file>

<file path=ppt/slides/_rels/slide26.xml.rels><?xml version="1.0" encoding="UTF-8" standalone="yes"?>
<Relationships xmlns="http://schemas.openxmlformats.org/package/2006/relationships"><Relationship Id="rId3" Type="http://schemas.openxmlformats.org/officeDocument/2006/relationships/image" Target="../media/image51.png" /><Relationship Id="rId2" Type="http://schemas.openxmlformats.org/officeDocument/2006/relationships/image" Target="../media/image47.png" /><Relationship Id="rId1" Type="http://schemas.openxmlformats.org/officeDocument/2006/relationships/slideLayout" Target="../slideLayouts/slideLayout90.xml" /><Relationship Id="rId6" Type="http://schemas.openxmlformats.org/officeDocument/2006/relationships/image" Target="../media/image53.png" /><Relationship Id="rId5" Type="http://schemas.openxmlformats.org/officeDocument/2006/relationships/customXml" Target="../ink/ink18.xml" /><Relationship Id="rId4" Type="http://schemas.openxmlformats.org/officeDocument/2006/relationships/image" Target="../media/image52.png" /></Relationships>
</file>

<file path=ppt/slides/_rels/slide27.xml.rels><?xml version="1.0" encoding="UTF-8" standalone="yes"?>
<Relationships xmlns="http://schemas.openxmlformats.org/package/2006/relationships"><Relationship Id="rId3" Type="http://schemas.openxmlformats.org/officeDocument/2006/relationships/image" Target="../media/image57.png" /><Relationship Id="rId7" Type="http://schemas.openxmlformats.org/officeDocument/2006/relationships/image" Target="../media/image58.png" /><Relationship Id="rId2" Type="http://schemas.openxmlformats.org/officeDocument/2006/relationships/image" Target="../media/image54.png" /><Relationship Id="rId1" Type="http://schemas.openxmlformats.org/officeDocument/2006/relationships/slideLayout" Target="../slideLayouts/slideLayout239.xml" /><Relationship Id="rId6" Type="http://schemas.openxmlformats.org/officeDocument/2006/relationships/customXml" Target="../ink/ink19.xml" /><Relationship Id="rId5" Type="http://schemas.openxmlformats.org/officeDocument/2006/relationships/image" Target="../media/image52.png" /><Relationship Id="rId4" Type="http://schemas.openxmlformats.org/officeDocument/2006/relationships/image" Target="../media/image51.png" /></Relationships>
</file>

<file path=ppt/slides/_rels/slide28.xml.rels><?xml version="1.0" encoding="UTF-8" standalone="yes"?>
<Relationships xmlns="http://schemas.openxmlformats.org/package/2006/relationships"><Relationship Id="rId3" Type="http://schemas.openxmlformats.org/officeDocument/2006/relationships/image" Target="../media/image59.png" /><Relationship Id="rId2" Type="http://schemas.openxmlformats.org/officeDocument/2006/relationships/customXml" Target="../ink/ink20.xml" /><Relationship Id="rId1" Type="http://schemas.openxmlformats.org/officeDocument/2006/relationships/slideLayout" Target="../slideLayouts/slideLayout90.xml" /></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63.xml" /></Relationships>
</file>

<file path=ppt/slides/_rels/slide30.xml.rels><?xml version="1.0" encoding="UTF-8" standalone="yes"?>
<Relationships xmlns="http://schemas.openxmlformats.org/package/2006/relationships"><Relationship Id="rId3" Type="http://schemas.openxmlformats.org/officeDocument/2006/relationships/customXml" Target="../ink/ink21.xml" /><Relationship Id="rId2" Type="http://schemas.openxmlformats.org/officeDocument/2006/relationships/image" Target="../media/image60.png" /><Relationship Id="rId1" Type="http://schemas.openxmlformats.org/officeDocument/2006/relationships/slideLayout" Target="../slideLayouts/slideLayout239.xml" /><Relationship Id="rId4" Type="http://schemas.openxmlformats.org/officeDocument/2006/relationships/image" Target="../media/image61.png" /></Relationships>
</file>

<file path=ppt/slides/_rels/slide31.xml.rels><?xml version="1.0" encoding="UTF-8" standalone="yes"?>
<Relationships xmlns="http://schemas.openxmlformats.org/package/2006/relationships"><Relationship Id="rId3" Type="http://schemas.openxmlformats.org/officeDocument/2006/relationships/image" Target="../media/image62.png" /><Relationship Id="rId2" Type="http://schemas.openxmlformats.org/officeDocument/2006/relationships/notesSlide" Target="../notesSlides/notesSlide10.xml" /><Relationship Id="rId1" Type="http://schemas.openxmlformats.org/officeDocument/2006/relationships/slideLayout" Target="../slideLayouts/slideLayout239.xml" /><Relationship Id="rId5" Type="http://schemas.openxmlformats.org/officeDocument/2006/relationships/image" Target="../media/image63.png" /><Relationship Id="rId4" Type="http://schemas.openxmlformats.org/officeDocument/2006/relationships/customXml" Target="../ink/ink22.xml" /></Relationships>
</file>

<file path=ppt/slides/_rels/slide32.xml.rels><?xml version="1.0" encoding="UTF-8" standalone="yes"?>
<Relationships xmlns="http://schemas.openxmlformats.org/package/2006/relationships"><Relationship Id="rId3" Type="http://schemas.openxmlformats.org/officeDocument/2006/relationships/customXml" Target="../ink/ink23.xml" /><Relationship Id="rId2" Type="http://schemas.openxmlformats.org/officeDocument/2006/relationships/image" Target="../media/image64.png" /><Relationship Id="rId1" Type="http://schemas.openxmlformats.org/officeDocument/2006/relationships/slideLayout" Target="../slideLayouts/slideLayout90.xml" /><Relationship Id="rId4" Type="http://schemas.openxmlformats.org/officeDocument/2006/relationships/image" Target="../media/image65.png" /></Relationships>
</file>

<file path=ppt/slides/_rels/slide33.xml.rels><?xml version="1.0" encoding="UTF-8" standalone="yes"?>
<Relationships xmlns="http://schemas.openxmlformats.org/package/2006/relationships"><Relationship Id="rId3" Type="http://schemas.openxmlformats.org/officeDocument/2006/relationships/image" Target="../media/image66.png" /><Relationship Id="rId2" Type="http://schemas.openxmlformats.org/officeDocument/2006/relationships/customXml" Target="../ink/ink24.xml" /><Relationship Id="rId1" Type="http://schemas.openxmlformats.org/officeDocument/2006/relationships/slideLayout" Target="../slideLayouts/slideLayout90.xml" /></Relationships>
</file>

<file path=ppt/slides/_rels/slide34.xml.rels><?xml version="1.0" encoding="UTF-8" standalone="yes"?>
<Relationships xmlns="http://schemas.openxmlformats.org/package/2006/relationships"><Relationship Id="rId3" Type="http://schemas.openxmlformats.org/officeDocument/2006/relationships/image" Target="NULL" /><Relationship Id="rId2" Type="http://schemas.openxmlformats.org/officeDocument/2006/relationships/notesSlide" Target="../notesSlides/notesSlide11.xml" /><Relationship Id="rId1" Type="http://schemas.openxmlformats.org/officeDocument/2006/relationships/slideLayout" Target="../slideLayouts/slideLayout239.xml" /><Relationship Id="rId5" Type="http://schemas.openxmlformats.org/officeDocument/2006/relationships/image" Target="../media/image67.png" /><Relationship Id="rId4" Type="http://schemas.openxmlformats.org/officeDocument/2006/relationships/customXml" Target="../ink/ink25.xml" /></Relationships>
</file>

<file path=ppt/slides/_rels/slide35.xml.rels><?xml version="1.0" encoding="UTF-8" standalone="yes"?>
<Relationships xmlns="http://schemas.openxmlformats.org/package/2006/relationships"><Relationship Id="rId3" Type="http://schemas.openxmlformats.org/officeDocument/2006/relationships/image" Target="../media/image83.png" /><Relationship Id="rId2" Type="http://schemas.openxmlformats.org/officeDocument/2006/relationships/notesSlide" Target="../notesSlides/notesSlide12.xml" /><Relationship Id="rId1" Type="http://schemas.openxmlformats.org/officeDocument/2006/relationships/slideLayout" Target="../slideLayouts/slideLayout239.xml" /><Relationship Id="rId6" Type="http://schemas.openxmlformats.org/officeDocument/2006/relationships/image" Target="../media/image69.png" /><Relationship Id="rId5" Type="http://schemas.openxmlformats.org/officeDocument/2006/relationships/customXml" Target="../ink/ink26.xml" /><Relationship Id="rId4" Type="http://schemas.openxmlformats.org/officeDocument/2006/relationships/image" Target="../media/image68.wmf" /></Relationships>
</file>

<file path=ppt/slides/_rels/slide36.xml.rels><?xml version="1.0" encoding="UTF-8" standalone="yes"?>
<Relationships xmlns="http://schemas.openxmlformats.org/package/2006/relationships"><Relationship Id="rId3" Type="http://schemas.openxmlformats.org/officeDocument/2006/relationships/customXml" Target="../ink/ink27.xml" /><Relationship Id="rId2" Type="http://schemas.openxmlformats.org/officeDocument/2006/relationships/image" Target="NULL" /><Relationship Id="rId1" Type="http://schemas.openxmlformats.org/officeDocument/2006/relationships/slideLayout" Target="../slideLayouts/slideLayout239.xml" /><Relationship Id="rId4" Type="http://schemas.openxmlformats.org/officeDocument/2006/relationships/image" Target="../media/image70.png" /></Relationships>
</file>

<file path=ppt/slides/_rels/slide37.xml.rels><?xml version="1.0" encoding="UTF-8" standalone="yes"?>
<Relationships xmlns="http://schemas.openxmlformats.org/package/2006/relationships"><Relationship Id="rId3" Type="http://schemas.openxmlformats.org/officeDocument/2006/relationships/image" Target="NULL" /><Relationship Id="rId2" Type="http://schemas.openxmlformats.org/officeDocument/2006/relationships/notesSlide" Target="../notesSlides/notesSlide13.xml" /><Relationship Id="rId1" Type="http://schemas.openxmlformats.org/officeDocument/2006/relationships/slideLayout" Target="../slideLayouts/slideLayout239.xml" /><Relationship Id="rId6" Type="http://schemas.openxmlformats.org/officeDocument/2006/relationships/image" Target="../media/image71.png" /><Relationship Id="rId5" Type="http://schemas.openxmlformats.org/officeDocument/2006/relationships/customXml" Target="../ink/ink28.xml" /><Relationship Id="rId4" Type="http://schemas.openxmlformats.org/officeDocument/2006/relationships/image" Target="NULL" /></Relationships>
</file>

<file path=ppt/slides/_rels/slide38.xml.rels><?xml version="1.0" encoding="UTF-8" standalone="yes"?>
<Relationships xmlns="http://schemas.openxmlformats.org/package/2006/relationships"><Relationship Id="rId3" Type="http://schemas.openxmlformats.org/officeDocument/2006/relationships/image" Target="NULL" /><Relationship Id="rId2" Type="http://schemas.openxmlformats.org/officeDocument/2006/relationships/notesSlide" Target="../notesSlides/notesSlide14.xml" /><Relationship Id="rId1" Type="http://schemas.openxmlformats.org/officeDocument/2006/relationships/slideLayout" Target="../slideLayouts/slideLayout239.xml" /><Relationship Id="rId6" Type="http://schemas.openxmlformats.org/officeDocument/2006/relationships/image" Target="../media/image72.png" /><Relationship Id="rId5" Type="http://schemas.openxmlformats.org/officeDocument/2006/relationships/customXml" Target="../ink/ink29.xml" /><Relationship Id="rId4" Type="http://schemas.openxmlformats.org/officeDocument/2006/relationships/image" Target="NULL" /></Relationships>
</file>

<file path=ppt/slides/_rels/slide39.xml.rels><?xml version="1.0" encoding="UTF-8" standalone="yes"?>
<Relationships xmlns="http://schemas.openxmlformats.org/package/2006/relationships"><Relationship Id="rId3" Type="http://schemas.openxmlformats.org/officeDocument/2006/relationships/image" Target="NULL" /><Relationship Id="rId2" Type="http://schemas.openxmlformats.org/officeDocument/2006/relationships/image" Target="NULL" /><Relationship Id="rId1" Type="http://schemas.openxmlformats.org/officeDocument/2006/relationships/slideLayout" Target="../slideLayouts/slideLayout90.xml" /><Relationship Id="rId6" Type="http://schemas.openxmlformats.org/officeDocument/2006/relationships/image" Target="../media/image73.png" /><Relationship Id="rId5" Type="http://schemas.openxmlformats.org/officeDocument/2006/relationships/customXml" Target="../ink/ink30.xml" /><Relationship Id="rId4" Type="http://schemas.openxmlformats.org/officeDocument/2006/relationships/image" Target="NULL" /></Relationships>
</file>

<file path=ppt/slides/_rels/slide40.xml.rels><?xml version="1.0" encoding="UTF-8" standalone="yes"?>
<Relationships xmlns="http://schemas.openxmlformats.org/package/2006/relationships"><Relationship Id="rId3" Type="http://schemas.openxmlformats.org/officeDocument/2006/relationships/customXml" Target="../ink/ink31.xml" /><Relationship Id="rId2" Type="http://schemas.openxmlformats.org/officeDocument/2006/relationships/image" Target="../media/image771.png" /><Relationship Id="rId1" Type="http://schemas.openxmlformats.org/officeDocument/2006/relationships/slideLayout" Target="../slideLayouts/slideLayout90.xml" /><Relationship Id="rId4" Type="http://schemas.openxmlformats.org/officeDocument/2006/relationships/image" Target="../media/image74.png" /></Relationships>
</file>

<file path=ppt/slides/_rels/slide41.xml.rels><?xml version="1.0" encoding="UTF-8" standalone="yes"?>
<Relationships xmlns="http://schemas.openxmlformats.org/package/2006/relationships"><Relationship Id="rId2" Type="http://schemas.openxmlformats.org/officeDocument/2006/relationships/image" Target="../media/image75.emf" /><Relationship Id="rId1" Type="http://schemas.openxmlformats.org/officeDocument/2006/relationships/slideLayout" Target="../slideLayouts/slideLayout90.xml" /></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17.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819"/>
        <p:cNvGrpSpPr/>
        <p:nvPr/>
      </p:nvGrpSpPr>
      <p:grpSpPr>
        <a:xfrm>
          <a:off x="0" y="0"/>
          <a:ext cx="0" cy="0"/>
          <a:chOff x="0" y="0"/>
          <a:chExt cx="0" cy="0"/>
        </a:xfrm>
      </p:grpSpPr>
      <p:sp>
        <p:nvSpPr>
          <p:cNvPr id="1820" name="Google Shape;1820;p1"/>
          <p:cNvSpPr txBox="1"/>
          <p:nvPr/>
        </p:nvSpPr>
        <p:spPr>
          <a:xfrm>
            <a:off x="800100" y="3456720"/>
            <a:ext cx="7875900" cy="206028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200" b="1" i="0" u="none" strike="noStrike" kern="0" cap="none" spc="0" normalizeH="0" baseline="0" noProof="0" dirty="0">
                <a:ln>
                  <a:noFill/>
                </a:ln>
                <a:solidFill>
                  <a:srgbClr val="FFFFFF"/>
                </a:solidFill>
                <a:effectLst/>
                <a:uLnTx/>
                <a:uFillTx/>
                <a:latin typeface="Calibri"/>
                <a:ea typeface="Calibri"/>
                <a:cs typeface="Calibri"/>
                <a:sym typeface="Calibri"/>
              </a:rPr>
              <a:t>Machine Learning</a:t>
            </a:r>
            <a:br>
              <a:rPr kumimoji="0" lang="en-US" sz="3200" b="0" i="0" u="none" strike="noStrike" kern="0" cap="none" spc="0" normalizeH="0" baseline="0" noProof="0" dirty="0">
                <a:ln>
                  <a:noFill/>
                </a:ln>
                <a:solidFill>
                  <a:srgbClr val="000000"/>
                </a:solidFill>
                <a:effectLst/>
                <a:uLnTx/>
                <a:uFillTx/>
                <a:latin typeface="Calibri"/>
                <a:ea typeface="Calibri"/>
                <a:cs typeface="Calibri"/>
                <a:sym typeface="Calibri"/>
              </a:rPr>
            </a:br>
            <a:r>
              <a:rPr kumimoji="0" lang="en-US" sz="2400" b="1" i="0" u="none" strike="noStrike" kern="0" cap="none" spc="0" normalizeH="0" baseline="0" noProof="0" dirty="0">
                <a:ln>
                  <a:noFill/>
                </a:ln>
                <a:solidFill>
                  <a:srgbClr val="FFC000"/>
                </a:solidFill>
                <a:effectLst/>
                <a:uLnTx/>
                <a:uFillTx/>
                <a:latin typeface="Calibri"/>
                <a:ea typeface="Calibri"/>
                <a:cs typeface="Calibri"/>
                <a:sym typeface="Calibri"/>
              </a:rPr>
              <a:t>AIML CZG565</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1" i="0" u="none" strike="noStrike" kern="0" cap="none" spc="0" normalizeH="0" baseline="0" noProof="0" dirty="0">
                <a:ln>
                  <a:noFill/>
                </a:ln>
                <a:solidFill>
                  <a:srgbClr val="FFC000"/>
                </a:solidFill>
                <a:effectLst/>
                <a:uLnTx/>
                <a:uFillTx/>
                <a:latin typeface="Calibri"/>
                <a:ea typeface="Calibri"/>
                <a:cs typeface="Calibri"/>
                <a:sym typeface="Calibri"/>
              </a:rPr>
              <a:t>M8 : Bayesian Learning  </a:t>
            </a:r>
            <a:endParaRPr kumimoji="0" sz="2400" b="1" i="0" u="none" strike="noStrike" kern="0" cap="none" spc="0" normalizeH="0" baseline="0" noProof="0" dirty="0">
              <a:ln>
                <a:noFill/>
              </a:ln>
              <a:solidFill>
                <a:srgbClr val="FFC000"/>
              </a:solidFill>
              <a:effectLst/>
              <a:uLnTx/>
              <a:uFillTx/>
              <a:latin typeface="Calibri"/>
              <a:ea typeface="Calibri"/>
              <a:cs typeface="Calibri"/>
              <a:sym typeface="Calibri"/>
            </a:endParaRPr>
          </a:p>
          <a:p>
            <a:pPr marL="0" marR="0" lvl="0" indent="0" algn="r" defTabSz="914400" rtl="0" eaLnBrk="1" fontAlgn="auto" latinLnBrk="0" hangingPunct="1">
              <a:lnSpc>
                <a:spcPct val="100000"/>
              </a:lnSpc>
              <a:spcBef>
                <a:spcPts val="0"/>
              </a:spcBef>
              <a:spcAft>
                <a:spcPts val="0"/>
              </a:spcAft>
              <a:buClr>
                <a:srgbClr val="000000"/>
              </a:buClr>
              <a:buSzPts val="2200"/>
              <a:buFont typeface="Arial"/>
              <a:buNone/>
              <a:tabLst/>
              <a:defRPr/>
            </a:pPr>
            <a:endParaRPr kumimoji="0" sz="32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
        <p:nvSpPr>
          <p:cNvPr id="1821" name="Google Shape;1821;p1"/>
          <p:cNvSpPr/>
          <p:nvPr/>
        </p:nvSpPr>
        <p:spPr>
          <a:xfrm>
            <a:off x="3962400" y="5257800"/>
            <a:ext cx="4572000" cy="1138773"/>
          </a:xfrm>
          <a:prstGeom prst="rect">
            <a:avLst/>
          </a:prstGeom>
          <a:noFill/>
          <a:ln>
            <a:noFill/>
          </a:ln>
        </p:spPr>
        <p:txBody>
          <a:bodyPr spcFirstLastPara="1" wrap="square" lIns="91425" tIns="45700" rIns="91425" bIns="45700" anchor="t" anchorCtr="0">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a:ln>
                  <a:noFill/>
                </a:ln>
                <a:solidFill>
                  <a:srgbClr val="FF9900"/>
                </a:solidFill>
                <a:effectLst/>
                <a:uLnTx/>
                <a:uFillTx/>
                <a:latin typeface="Calibri"/>
                <a:ea typeface="Calibri"/>
                <a:cs typeface="Calibri"/>
                <a:sym typeface="Calibri"/>
              </a:rPr>
              <a:t>Course Faculty of M.Tech Cluster</a:t>
            </a: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a:ln>
                  <a:noFill/>
                </a:ln>
                <a:solidFill>
                  <a:srgbClr val="FF9900"/>
                </a:solidFill>
                <a:effectLst/>
                <a:uLnTx/>
                <a:uFillTx/>
                <a:latin typeface="Calibri"/>
                <a:ea typeface="Calibri"/>
                <a:cs typeface="Calibri"/>
                <a:sym typeface="Calibri"/>
              </a:rPr>
              <a:t>BITS – CSIS - WILP</a:t>
            </a: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n-US" sz="1600" b="0" i="0" u="none" strike="noStrike" kern="0" cap="none" spc="0" normalizeH="0" baseline="0" noProof="0">
                <a:ln>
                  <a:noFill/>
                </a:ln>
                <a:solidFill>
                  <a:srgbClr val="000000"/>
                </a:solidFill>
                <a:effectLst/>
                <a:uLnTx/>
                <a:uFillTx/>
                <a:latin typeface="Tahoma"/>
                <a:ea typeface="Tahoma"/>
                <a:cs typeface="Tahoma"/>
                <a:sym typeface="Tahoma"/>
              </a:rPr>
            </a:br>
            <a:endParaRPr kumimoji="0" sz="1600" b="0" i="0" u="none" strike="noStrike" kern="0" cap="none" spc="0" normalizeH="0" baseline="0" noProof="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11915534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25"/>
        <p:cNvGrpSpPr/>
        <p:nvPr/>
      </p:nvGrpSpPr>
      <p:grpSpPr>
        <a:xfrm>
          <a:off x="0" y="0"/>
          <a:ext cx="0" cy="0"/>
          <a:chOff x="0" y="0"/>
          <a:chExt cx="0" cy="0"/>
        </a:xfrm>
      </p:grpSpPr>
      <p:sp>
        <p:nvSpPr>
          <p:cNvPr id="1826" name="Google Shape;1826;p2"/>
          <p:cNvSpPr txBox="1">
            <a:spLocks noGrp="1"/>
          </p:cNvSpPr>
          <p:nvPr>
            <p:ph type="title" idx="4294967295"/>
          </p:nvPr>
        </p:nvSpPr>
        <p:spPr>
          <a:xfrm>
            <a:off x="173059" y="429320"/>
            <a:ext cx="7926388" cy="461665"/>
          </a:xfrm>
          <a:prstGeom prst="rect">
            <a:avLst/>
          </a:prstGeom>
          <a:noFill/>
          <a:ln>
            <a:noFill/>
          </a:ln>
        </p:spPr>
        <p:txBody>
          <a:bodyPr spcFirstLastPara="1" wrap="square" lIns="91425" tIns="45700" rIns="91425" bIns="45700" anchor="ctr" anchorCtr="0">
            <a:spAutoFit/>
          </a:bodyPr>
          <a:lstStyle/>
          <a:p>
            <a:pPr marL="0" lvl="0" indent="0" algn="l" rtl="0">
              <a:spcBef>
                <a:spcPts val="0"/>
              </a:spcBef>
              <a:spcAft>
                <a:spcPts val="0"/>
              </a:spcAft>
              <a:buNone/>
            </a:pPr>
            <a:r>
              <a:rPr lang="en-US" sz="2400"/>
              <a:t>Machine Learning</a:t>
            </a:r>
            <a:endParaRPr sz="2400"/>
          </a:p>
        </p:txBody>
      </p:sp>
      <p:sp>
        <p:nvSpPr>
          <p:cNvPr id="1827" name="Google Shape;1827;p2"/>
          <p:cNvSpPr txBox="1"/>
          <p:nvPr/>
        </p:nvSpPr>
        <p:spPr>
          <a:xfrm>
            <a:off x="2438619" y="890985"/>
            <a:ext cx="5698928" cy="287187"/>
          </a:xfrm>
          <a:prstGeom prst="rect">
            <a:avLst/>
          </a:prstGeom>
          <a:noFill/>
          <a:ln>
            <a:noFill/>
          </a:ln>
        </p:spPr>
        <p:txBody>
          <a:bodyPr spcFirstLastPara="1" wrap="square" lIns="0" tIns="10075" rIns="0" bIns="0" anchor="t" anchorCtr="0">
            <a:spAutoFit/>
          </a:bodyPr>
          <a:lstStyle/>
          <a:p>
            <a:pPr marL="8408"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a:ln>
                  <a:noFill/>
                </a:ln>
                <a:solidFill>
                  <a:srgbClr val="1C1572"/>
                </a:solidFill>
                <a:effectLst/>
                <a:uLnTx/>
                <a:uFillTx/>
                <a:latin typeface="Arial"/>
                <a:ea typeface="Arial"/>
                <a:cs typeface="Arial"/>
                <a:sym typeface="Arial"/>
              </a:rPr>
              <a:t>Disclaimer and Acknowledgement</a:t>
            </a:r>
            <a:endParaRPr kumimoji="0" sz="1800" b="0" i="0" u="none" strike="noStrike" kern="0" cap="none" spc="0" normalizeH="0" baseline="0" noProof="0">
              <a:ln>
                <a:noFill/>
              </a:ln>
              <a:solidFill>
                <a:srgbClr val="000000"/>
              </a:solidFill>
              <a:effectLst/>
              <a:uLnTx/>
              <a:uFillTx/>
              <a:latin typeface="Arial"/>
              <a:ea typeface="Arial"/>
              <a:cs typeface="Arial"/>
              <a:sym typeface="Arial"/>
            </a:endParaRPr>
          </a:p>
        </p:txBody>
      </p:sp>
      <p:pic>
        <p:nvPicPr>
          <p:cNvPr id="1828" name="Google Shape;1828;p2"/>
          <p:cNvPicPr preferRelativeResize="0"/>
          <p:nvPr/>
        </p:nvPicPr>
        <p:blipFill rotWithShape="1">
          <a:blip r:embed="rId3">
            <a:alphaModFix/>
          </a:blip>
          <a:srcRect/>
          <a:stretch/>
        </p:blipFill>
        <p:spPr>
          <a:xfrm>
            <a:off x="3583267" y="1324075"/>
            <a:ext cx="760133" cy="733325"/>
          </a:xfrm>
          <a:prstGeom prst="rect">
            <a:avLst/>
          </a:prstGeom>
          <a:noFill/>
          <a:ln>
            <a:noFill/>
          </a:ln>
        </p:spPr>
      </p:pic>
      <p:sp>
        <p:nvSpPr>
          <p:cNvPr id="1829" name="Google Shape;1829;p2"/>
          <p:cNvSpPr/>
          <p:nvPr/>
        </p:nvSpPr>
        <p:spPr>
          <a:xfrm>
            <a:off x="173059" y="2362200"/>
            <a:ext cx="8818541" cy="4316566"/>
          </a:xfrm>
          <a:prstGeom prst="rect">
            <a:avLst/>
          </a:prstGeom>
          <a:noFill/>
          <a:ln>
            <a:noFill/>
          </a:ln>
        </p:spPr>
        <p:txBody>
          <a:bodyPr spcFirstLastPara="1" wrap="square" lIns="91425" tIns="45700" rIns="91425" bIns="45700" anchor="t" anchorCtr="0">
            <a:spAutoFit/>
          </a:bodyPr>
          <a:lstStyle/>
          <a:p>
            <a:pPr marL="0" marR="39091" lvl="0" indent="-101600"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600" b="0" i="0" u="none" strike="noStrike" kern="0" cap="none" spc="0" normalizeH="0" baseline="0" noProof="0" dirty="0">
                <a:ln>
                  <a:noFill/>
                </a:ln>
                <a:solidFill>
                  <a:srgbClr val="000000"/>
                </a:solidFill>
                <a:effectLst/>
                <a:uLnTx/>
                <a:uFillTx/>
                <a:latin typeface="Arial"/>
                <a:ea typeface="Arial"/>
                <a:cs typeface="Arial"/>
                <a:sym typeface="Arial"/>
              </a:rPr>
              <a:t>These content of modules &amp; context under topics are planned by the course owner Dr. </a:t>
            </a:r>
            <a:r>
              <a:rPr kumimoji="0" lang="en-US" sz="1600" b="0" i="0" u="none" strike="noStrike" kern="0" cap="none" spc="0" normalizeH="0" baseline="0" noProof="0" dirty="0" err="1">
                <a:ln>
                  <a:noFill/>
                </a:ln>
                <a:solidFill>
                  <a:srgbClr val="000000"/>
                </a:solidFill>
                <a:effectLst/>
                <a:uLnTx/>
                <a:uFillTx/>
                <a:latin typeface="Arial"/>
                <a:ea typeface="Arial"/>
                <a:cs typeface="Arial"/>
                <a:sym typeface="Arial"/>
              </a:rPr>
              <a:t>Sugata</a:t>
            </a:r>
            <a:r>
              <a:rPr kumimoji="0" lang="en-US" sz="1600" b="0" i="0" u="none" strike="noStrike" kern="0" cap="none" spc="0" normalizeH="0" baseline="0" noProof="0" dirty="0">
                <a:ln>
                  <a:noFill/>
                </a:ln>
                <a:solidFill>
                  <a:srgbClr val="000000"/>
                </a:solidFill>
                <a:effectLst/>
                <a:uLnTx/>
                <a:uFillTx/>
                <a:latin typeface="Arial"/>
                <a:ea typeface="Arial"/>
                <a:cs typeface="Arial"/>
                <a:sym typeface="Arial"/>
              </a:rPr>
              <a:t>, with grateful acknowledgement to many others who made their course materials freely available online</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101600" algn="l" defTabSz="914400" rtl="0" eaLnBrk="1" fontAlgn="auto" latinLnBrk="0" hangingPunct="1">
              <a:lnSpc>
                <a:spcPct val="100000"/>
              </a:lnSpc>
              <a:spcBef>
                <a:spcPts val="344"/>
              </a:spcBef>
              <a:spcAft>
                <a:spcPts val="0"/>
              </a:spcAft>
              <a:buClr>
                <a:srgbClr val="000000"/>
              </a:buClr>
              <a:buSzPts val="1600"/>
              <a:buFont typeface="Arial"/>
              <a:buChar char="•"/>
              <a:tabLst/>
              <a:defRPr/>
            </a:pPr>
            <a:r>
              <a:rPr kumimoji="0" lang="en-US" sz="1600" b="0" i="0" u="none" strike="noStrike" kern="0" cap="none" spc="0" normalizeH="0" baseline="0" noProof="0" dirty="0">
                <a:ln>
                  <a:noFill/>
                </a:ln>
                <a:solidFill>
                  <a:srgbClr val="000000"/>
                </a:solidFill>
                <a:effectLst/>
                <a:uLnTx/>
                <a:uFillTx/>
                <a:latin typeface="Arial"/>
                <a:ea typeface="Arial"/>
                <a:cs typeface="Arial"/>
                <a:sym typeface="Arial"/>
              </a:rPr>
              <a:t>We here by acknowledge all the contributors for their material and inputs.</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101600" algn="l" defTabSz="914400" rtl="0" eaLnBrk="1" fontAlgn="auto" latinLnBrk="0" hangingPunct="1">
              <a:lnSpc>
                <a:spcPct val="100000"/>
              </a:lnSpc>
              <a:spcBef>
                <a:spcPts val="374"/>
              </a:spcBef>
              <a:spcAft>
                <a:spcPts val="0"/>
              </a:spcAft>
              <a:buClr>
                <a:srgbClr val="000000"/>
              </a:buClr>
              <a:buSzPts val="1600"/>
              <a:buFont typeface="Arial"/>
              <a:buChar char="•"/>
              <a:tabLst/>
              <a:defRPr/>
            </a:pPr>
            <a:r>
              <a:rPr kumimoji="0" lang="en-US" sz="1600" b="0" i="0" u="none" strike="noStrike" kern="0" cap="none" spc="0" normalizeH="0" baseline="0" noProof="0" dirty="0">
                <a:ln>
                  <a:noFill/>
                </a:ln>
                <a:solidFill>
                  <a:srgbClr val="000000"/>
                </a:solidFill>
                <a:effectLst/>
                <a:uLnTx/>
                <a:uFillTx/>
                <a:latin typeface="Arial"/>
                <a:ea typeface="Arial"/>
                <a:cs typeface="Arial"/>
                <a:sym typeface="Arial"/>
              </a:rPr>
              <a:t>We have provided source information wherever necessary</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101600" algn="l" defTabSz="914400" rtl="0" eaLnBrk="1" fontAlgn="auto" latinLnBrk="0" hangingPunct="1">
              <a:lnSpc>
                <a:spcPct val="100000"/>
              </a:lnSpc>
              <a:spcBef>
                <a:spcPts val="374"/>
              </a:spcBef>
              <a:spcAft>
                <a:spcPts val="0"/>
              </a:spcAft>
              <a:buClr>
                <a:srgbClr val="FF0000"/>
              </a:buClr>
              <a:buSzPts val="1600"/>
              <a:buFont typeface="Arial"/>
              <a:buChar char="•"/>
              <a:tabLst/>
              <a:defRPr/>
            </a:pPr>
            <a:r>
              <a:rPr kumimoji="0" lang="en-US" sz="1600" b="0" i="0" u="none" strike="noStrike" kern="0" cap="none" spc="0" normalizeH="0" baseline="0" noProof="0" dirty="0">
                <a:ln>
                  <a:noFill/>
                </a:ln>
                <a:solidFill>
                  <a:srgbClr val="FF0000"/>
                </a:solidFill>
                <a:effectLst/>
                <a:uLnTx/>
                <a:uFillTx/>
                <a:latin typeface="Tahoma"/>
                <a:ea typeface="Tahoma"/>
                <a:cs typeface="Tahoma"/>
                <a:sym typeface="Tahoma"/>
              </a:rPr>
              <a:t>Students are requested to refer to the textbook w.r.t detailed content of the presentation deck shared over canvas</a:t>
            </a:r>
            <a:endParaRPr kumimoji="0" sz="1600" b="0" i="0" u="none" strike="noStrike" kern="0" cap="none" spc="0" normalizeH="0" baseline="0" noProof="0" dirty="0">
              <a:ln>
                <a:noFill/>
              </a:ln>
              <a:solidFill>
                <a:srgbClr val="000000"/>
              </a:solidFill>
              <a:effectLst/>
              <a:uLnTx/>
              <a:uFillTx/>
              <a:latin typeface="Arial"/>
              <a:ea typeface="Arial"/>
              <a:cs typeface="Arial"/>
              <a:sym typeface="Arial"/>
            </a:endParaRPr>
          </a:p>
          <a:p>
            <a:pPr marL="0" marR="0" lvl="0" indent="-101600" algn="l" defTabSz="914400" rtl="0" eaLnBrk="1" fontAlgn="auto" latinLnBrk="0" hangingPunct="1">
              <a:lnSpc>
                <a:spcPct val="100000"/>
              </a:lnSpc>
              <a:spcBef>
                <a:spcPts val="374"/>
              </a:spcBef>
              <a:spcAft>
                <a:spcPts val="0"/>
              </a:spcAft>
              <a:buClr>
                <a:srgbClr val="FF0000"/>
              </a:buClr>
              <a:buSzPts val="1600"/>
              <a:buFont typeface="Arial"/>
              <a:buChar char="•"/>
              <a:tabLst/>
              <a:defRPr/>
            </a:pPr>
            <a:r>
              <a:rPr kumimoji="0" lang="en-US" sz="1600" b="0" i="0" u="none" strike="noStrike" kern="0" cap="none" spc="0" normalizeH="0" baseline="0" noProof="0" dirty="0">
                <a:ln>
                  <a:noFill/>
                </a:ln>
                <a:solidFill>
                  <a:srgbClr val="FF0000"/>
                </a:solidFill>
                <a:effectLst/>
                <a:uLnTx/>
                <a:uFillTx/>
                <a:latin typeface="Tahoma"/>
                <a:ea typeface="Tahoma"/>
                <a:cs typeface="Tahoma"/>
                <a:sym typeface="Tahoma"/>
              </a:rPr>
              <a:t>We have reduced the slides from canvas and modified the content flow to suit the requirements of the course and for ease of class presentation</a:t>
            </a:r>
            <a:endParaRPr kumimoji="0" sz="1600" b="0" i="0" u="none" strike="noStrike" kern="0" cap="none" spc="0" normalizeH="0" baseline="0" noProof="0" dirty="0">
              <a:ln>
                <a:noFill/>
              </a:ln>
              <a:solidFill>
                <a:srgbClr val="000000"/>
              </a:solidFill>
              <a:effectLst/>
              <a:uLnTx/>
              <a:uFillTx/>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n-US" sz="1600" b="0" i="0" u="none" strike="noStrike" kern="0" cap="none" spc="0" normalizeH="0" baseline="0" noProof="0" dirty="0">
                <a:ln>
                  <a:noFill/>
                </a:ln>
                <a:solidFill>
                  <a:srgbClr val="000000"/>
                </a:solidFill>
                <a:effectLst/>
                <a:uLnTx/>
                <a:uFillTx/>
                <a:latin typeface="Tahoma"/>
                <a:ea typeface="Tahoma"/>
                <a:cs typeface="Tahoma"/>
                <a:sym typeface="Tahoma"/>
              </a:rPr>
            </a:br>
            <a:r>
              <a:rPr kumimoji="0" lang="en-US" sz="1400" b="1" i="0" u="none" strike="noStrike" kern="0" cap="none" spc="0" normalizeH="0" baseline="0" noProof="0" dirty="0">
                <a:ln>
                  <a:noFill/>
                </a:ln>
                <a:solidFill>
                  <a:srgbClr val="0000FF"/>
                </a:solidFill>
                <a:effectLst/>
                <a:uLnTx/>
                <a:uFillTx/>
                <a:latin typeface="Arial"/>
                <a:ea typeface="Arial"/>
                <a:cs typeface="Arial"/>
                <a:sym typeface="Arial"/>
              </a:rPr>
              <a:t>Slide Source / Preparation / Review:</a:t>
            </a:r>
            <a:endParaRPr kumimoji="0" sz="1600" b="0" i="0" u="none" strike="noStrike" kern="0" cap="none" spc="0" normalizeH="0" baseline="0" noProof="0" dirty="0">
              <a:ln>
                <a:noFill/>
              </a:ln>
              <a:solidFill>
                <a:srgbClr val="000000"/>
              </a:solidFill>
              <a:effectLst/>
              <a:uLnTx/>
              <a:uFillTx/>
              <a:latin typeface="Tahoma"/>
              <a:ea typeface="Tahoma"/>
              <a:cs typeface="Tahoma"/>
              <a:sym typeface="Tahoma"/>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sng" strike="noStrike" kern="0" cap="none" spc="0" normalizeH="0" baseline="0" noProof="0" dirty="0">
                <a:ln>
                  <a:noFill/>
                </a:ln>
                <a:solidFill>
                  <a:srgbClr val="0000FF"/>
                </a:solidFill>
                <a:effectLst/>
                <a:uLnTx/>
                <a:uFillTx/>
                <a:latin typeface="Arial"/>
                <a:ea typeface="Arial"/>
                <a:cs typeface="Arial"/>
                <a:sym typeface="Arial"/>
              </a:rPr>
              <a:t>From BITS </a:t>
            </a:r>
            <a:r>
              <a:rPr kumimoji="0" lang="en-US" sz="1400" b="0" i="0" u="sng" strike="noStrike" kern="0" cap="none" spc="0" normalizeH="0" baseline="0" noProof="0" dirty="0" err="1">
                <a:ln>
                  <a:noFill/>
                </a:ln>
                <a:solidFill>
                  <a:srgbClr val="0000FF"/>
                </a:solidFill>
                <a:effectLst/>
                <a:uLnTx/>
                <a:uFillTx/>
                <a:latin typeface="Arial"/>
                <a:ea typeface="Arial"/>
                <a:cs typeface="Arial"/>
                <a:sym typeface="Arial"/>
              </a:rPr>
              <a:t>Pilani</a:t>
            </a:r>
            <a:r>
              <a:rPr kumimoji="0" lang="en-US" sz="1400" b="0" i="0" u="sng" strike="noStrike" kern="0" cap="none" spc="0" normalizeH="0" baseline="0" noProof="0" dirty="0">
                <a:ln>
                  <a:noFill/>
                </a:ln>
                <a:solidFill>
                  <a:srgbClr val="0000FF"/>
                </a:solidFill>
                <a:effectLst/>
                <a:uLnTx/>
                <a:uFillTx/>
                <a:latin typeface="Arial"/>
                <a:ea typeface="Arial"/>
                <a:cs typeface="Arial"/>
                <a:sym typeface="Arial"/>
              </a:rPr>
              <a:t> WILP</a:t>
            </a:r>
            <a:r>
              <a:rPr kumimoji="0" lang="en-US" sz="1400" b="1" i="0" u="none" strike="noStrike" kern="0" cap="none" spc="0" normalizeH="0" baseline="0" noProof="0" dirty="0">
                <a:ln>
                  <a:noFill/>
                </a:ln>
                <a:solidFill>
                  <a:srgbClr val="0000FF"/>
                </a:solidFill>
                <a:effectLst/>
                <a:uLnTx/>
                <a:uFillTx/>
                <a:latin typeface="Arial"/>
                <a:ea typeface="Arial"/>
                <a:cs typeface="Arial"/>
                <a:sym typeface="Arial"/>
              </a:rPr>
              <a:t>: </a:t>
            </a:r>
            <a:r>
              <a:rPr kumimoji="0" lang="en-US" sz="1400" b="0" i="0" u="none" strike="noStrike" kern="0" cap="none" spc="0" normalizeH="0" baseline="0" noProof="0" dirty="0" err="1">
                <a:ln>
                  <a:noFill/>
                </a:ln>
                <a:solidFill>
                  <a:srgbClr val="0000FF"/>
                </a:solidFill>
                <a:effectLst/>
                <a:uLnTx/>
                <a:uFillTx/>
                <a:latin typeface="Arial"/>
                <a:ea typeface="Arial"/>
                <a:cs typeface="Arial"/>
                <a:sym typeface="Arial"/>
              </a:rPr>
              <a:t>Prof.Sugata</a:t>
            </a:r>
            <a:r>
              <a:rPr kumimoji="0" lang="en-US" sz="1400" b="0" i="0" u="none" strike="noStrike" kern="0" cap="none" spc="0" normalizeH="0" baseline="0" noProof="0" dirty="0">
                <a:ln>
                  <a:noFill/>
                </a:ln>
                <a:solidFill>
                  <a:srgbClr val="0000FF"/>
                </a:solidFill>
                <a:effectLst/>
                <a:uLnTx/>
                <a:uFillTx/>
                <a:latin typeface="Arial"/>
                <a:ea typeface="Arial"/>
                <a:cs typeface="Arial"/>
                <a:sym typeface="Arial"/>
              </a:rPr>
              <a:t>, </a:t>
            </a:r>
            <a:r>
              <a:rPr kumimoji="0" lang="en-US" sz="1400" b="0" i="0" u="none" strike="noStrike" kern="0" cap="none" spc="0" normalizeH="0" baseline="0" noProof="0" dirty="0" err="1">
                <a:ln>
                  <a:noFill/>
                </a:ln>
                <a:solidFill>
                  <a:srgbClr val="0000FF"/>
                </a:solidFill>
                <a:effectLst/>
                <a:uLnTx/>
                <a:uFillTx/>
                <a:latin typeface="Arial"/>
                <a:ea typeface="Arial"/>
                <a:cs typeface="Arial"/>
                <a:sym typeface="Arial"/>
              </a:rPr>
              <a:t>Prof.Chetana</a:t>
            </a:r>
            <a:r>
              <a:rPr kumimoji="0" lang="en-US" sz="1400" b="0" i="0" u="none" strike="noStrike" kern="0" cap="none" spc="0" normalizeH="0" baseline="0" noProof="0" dirty="0">
                <a:ln>
                  <a:noFill/>
                </a:ln>
                <a:solidFill>
                  <a:srgbClr val="0000FF"/>
                </a:solidFill>
                <a:effectLst/>
                <a:uLnTx/>
                <a:uFillTx/>
                <a:latin typeface="Arial"/>
                <a:ea typeface="Arial"/>
                <a:cs typeface="Arial"/>
                <a:sym typeface="Arial"/>
              </a:rPr>
              <a:t>, , </a:t>
            </a:r>
            <a:r>
              <a:rPr kumimoji="0" lang="en-US" sz="1400" b="0" i="0" u="none" strike="noStrike" kern="0" cap="none" spc="0" normalizeH="0" baseline="0" noProof="0" dirty="0" err="1">
                <a:ln>
                  <a:noFill/>
                </a:ln>
                <a:solidFill>
                  <a:srgbClr val="0000FF"/>
                </a:solidFill>
                <a:effectLst/>
                <a:uLnTx/>
                <a:uFillTx/>
                <a:latin typeface="Arial"/>
                <a:ea typeface="Arial"/>
                <a:cs typeface="Arial"/>
                <a:sym typeface="Arial"/>
              </a:rPr>
              <a:t>Prof.Monali</a:t>
            </a:r>
            <a:r>
              <a:rPr kumimoji="0" lang="en-US" sz="1400" b="0" i="0" u="none" strike="noStrike" kern="0" cap="none" spc="0" normalizeH="0" baseline="0" noProof="0" dirty="0">
                <a:ln>
                  <a:noFill/>
                </a:ln>
                <a:solidFill>
                  <a:srgbClr val="0000FF"/>
                </a:solidFill>
                <a:effectLst/>
                <a:uLnTx/>
                <a:uFillTx/>
                <a:latin typeface="Arial"/>
                <a:ea typeface="Arial"/>
                <a:cs typeface="Arial"/>
                <a:sym typeface="Arial"/>
              </a:rPr>
              <a:t>, </a:t>
            </a:r>
            <a:r>
              <a:rPr kumimoji="0" lang="en-US" sz="1400" b="0" i="0" u="none" strike="noStrike" kern="0" cap="none" spc="0" normalizeH="0" baseline="0" noProof="0" dirty="0" err="1">
                <a:ln>
                  <a:noFill/>
                </a:ln>
                <a:solidFill>
                  <a:srgbClr val="0000FF"/>
                </a:solidFill>
                <a:effectLst/>
                <a:uLnTx/>
                <a:uFillTx/>
                <a:latin typeface="Arial"/>
                <a:ea typeface="Arial"/>
                <a:cs typeface="Arial"/>
                <a:sym typeface="Arial"/>
              </a:rPr>
              <a:t>Prof.Rajavadhana</a:t>
            </a:r>
            <a:endParaRPr kumimoji="0" sz="1400" b="0" i="0" u="none" strike="noStrike" kern="0" cap="none" spc="0" normalizeH="0" baseline="0" noProof="0" dirty="0">
              <a:ln>
                <a:noFill/>
              </a:ln>
              <a:solidFill>
                <a:srgbClr val="0000FF"/>
              </a:solidFill>
              <a:effectLst/>
              <a:uLnTx/>
              <a:uFillTx/>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FF"/>
              </a:solidFill>
              <a:effectLst/>
              <a:uLnTx/>
              <a:uFillTx/>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FF"/>
                </a:solidFill>
                <a:effectLst/>
                <a:uLnTx/>
                <a:uFillTx/>
                <a:latin typeface="Arial"/>
                <a:ea typeface="Arial"/>
                <a:cs typeface="Arial"/>
                <a:sym typeface="Arial"/>
              </a:rPr>
              <a:t> </a:t>
            </a:r>
            <a:r>
              <a:rPr kumimoji="0" lang="en-US" sz="1400" b="0" i="0" u="sng" strike="noStrike" kern="0" cap="none" spc="0" normalizeH="0" baseline="0" noProof="0" dirty="0">
                <a:ln>
                  <a:noFill/>
                </a:ln>
                <a:solidFill>
                  <a:srgbClr val="0000FF"/>
                </a:solidFill>
                <a:effectLst/>
                <a:uLnTx/>
                <a:uFillTx/>
                <a:latin typeface="Arial"/>
                <a:ea typeface="Arial"/>
                <a:cs typeface="Arial"/>
                <a:sym typeface="Arial"/>
              </a:rPr>
              <a:t>External: </a:t>
            </a:r>
            <a:r>
              <a:rPr kumimoji="0" lang="en-US" sz="1400" b="0" i="0" u="none" strike="noStrike" kern="0" cap="none" spc="0" normalizeH="0" baseline="0" noProof="0" dirty="0">
                <a:ln>
                  <a:noFill/>
                </a:ln>
                <a:solidFill>
                  <a:srgbClr val="0000FF"/>
                </a:solidFill>
                <a:effectLst/>
                <a:uLnTx/>
                <a:uFillTx/>
                <a:latin typeface="Arial"/>
                <a:ea typeface="Arial"/>
                <a:cs typeface="Arial"/>
                <a:sym typeface="Arial"/>
              </a:rPr>
              <a:t>CS109 and CS229 Stanford lecture notes, </a:t>
            </a:r>
            <a:r>
              <a:rPr kumimoji="0" lang="en-US" sz="1400" b="0" i="0" u="none" strike="noStrike" kern="0" cap="none" spc="0" normalizeH="0" baseline="0" noProof="0" dirty="0" err="1">
                <a:ln>
                  <a:noFill/>
                </a:ln>
                <a:solidFill>
                  <a:srgbClr val="0000FF"/>
                </a:solidFill>
                <a:effectLst/>
                <a:uLnTx/>
                <a:uFillTx/>
                <a:latin typeface="Arial"/>
                <a:ea typeface="Arial"/>
                <a:cs typeface="Arial"/>
                <a:sym typeface="Arial"/>
              </a:rPr>
              <a:t>Dr.Andrew</a:t>
            </a:r>
            <a:r>
              <a:rPr kumimoji="0" lang="en-US" sz="1400" b="0" i="0" u="none" strike="noStrike" kern="0" cap="none" spc="0" normalizeH="0" baseline="0" noProof="0" dirty="0">
                <a:ln>
                  <a:noFill/>
                </a:ln>
                <a:solidFill>
                  <a:srgbClr val="0000FF"/>
                </a:solidFill>
                <a:effectLst/>
                <a:uLnTx/>
                <a:uFillTx/>
                <a:latin typeface="Arial"/>
                <a:ea typeface="Arial"/>
                <a:cs typeface="Arial"/>
                <a:sym typeface="Arial"/>
              </a:rPr>
              <a:t> NG and many others who made their course materials freely available online</a:t>
            </a:r>
            <a:endParaRPr kumimoji="0" sz="1600" b="0" i="0" u="none" strike="noStrike" kern="0" cap="none" spc="0" normalizeH="0" baseline="0" noProof="0" dirty="0">
              <a:ln>
                <a:noFill/>
              </a:ln>
              <a:solidFill>
                <a:srgbClr val="000000"/>
              </a:solidFill>
              <a:effectLst/>
              <a:uLnTx/>
              <a:uFillTx/>
              <a:latin typeface="Tahoma"/>
              <a:ea typeface="Tahoma"/>
              <a:cs typeface="Tahoma"/>
              <a:sym typeface="Tahoma"/>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n-US" sz="1600" b="0" i="0" u="none" strike="noStrike" kern="0" cap="none" spc="0" normalizeH="0" baseline="0" noProof="0" dirty="0">
                <a:ln>
                  <a:noFill/>
                </a:ln>
                <a:solidFill>
                  <a:srgbClr val="000000"/>
                </a:solidFill>
                <a:effectLst/>
                <a:uLnTx/>
                <a:uFillTx/>
                <a:latin typeface="Tahoma"/>
                <a:ea typeface="Tahoma"/>
                <a:cs typeface="Tahoma"/>
                <a:sym typeface="Tahoma"/>
              </a:rPr>
            </a:br>
            <a:endParaRPr kumimoji="0" sz="1600" b="0" i="0" u="none" strike="noStrike" kern="0" cap="none" spc="0" normalizeH="0" baseline="0" noProof="0" dirty="0">
              <a:ln>
                <a:noFill/>
              </a:ln>
              <a:solidFill>
                <a:srgbClr val="000000"/>
              </a:solidFill>
              <a:effectLst/>
              <a:uLnTx/>
              <a:uFillTx/>
              <a:latin typeface="Tahoma"/>
              <a:ea typeface="Tahoma"/>
              <a:cs typeface="Tahoma"/>
              <a:sym typeface="Tahoma"/>
            </a:endParaRPr>
          </a:p>
        </p:txBody>
      </p:sp>
    </p:spTree>
    <p:extLst>
      <p:ext uri="{BB962C8B-B14F-4D97-AF65-F5344CB8AC3E}">
        <p14:creationId xmlns:p14="http://schemas.microsoft.com/office/powerpoint/2010/main" val="34778472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997316841"/>
              </p:ext>
            </p:extLst>
          </p:nvPr>
        </p:nvGraphicFramePr>
        <p:xfrm>
          <a:off x="457200" y="1299072"/>
          <a:ext cx="8382000" cy="5351125"/>
        </p:xfrm>
        <a:graphic>
          <a:graphicData uri="http://schemas.openxmlformats.org/drawingml/2006/table">
            <a:tbl>
              <a:tblPr>
                <a:tableStyleId>{2D5ABB26-0587-4C30-8999-92F81FD0307C}</a:tableStyleId>
              </a:tblPr>
              <a:tblGrid>
                <a:gridCol w="1414411">
                  <a:extLst>
                    <a:ext uri="{9D8B030D-6E8A-4147-A177-3AD203B41FA5}">
                      <a16:colId xmlns:a16="http://schemas.microsoft.com/office/drawing/2014/main" val="20000"/>
                    </a:ext>
                  </a:extLst>
                </a:gridCol>
                <a:gridCol w="6967589">
                  <a:extLst>
                    <a:ext uri="{9D8B030D-6E8A-4147-A177-3AD203B41FA5}">
                      <a16:colId xmlns:a16="http://schemas.microsoft.com/office/drawing/2014/main" val="20001"/>
                    </a:ext>
                  </a:extLst>
                </a:gridCol>
              </a:tblGrid>
              <a:tr h="466213">
                <a:tc>
                  <a:txBody>
                    <a:bodyPr/>
                    <a:lstStyle/>
                    <a:p>
                      <a:pPr>
                        <a:spcAft>
                          <a:spcPts val="0"/>
                        </a:spcAft>
                      </a:pPr>
                      <a:r>
                        <a:rPr lang="en-IN" sz="1600" kern="50" dirty="0">
                          <a:effectLst/>
                          <a:latin typeface="Arial" panose="020B0604020202020204" pitchFamily="34" charset="0"/>
                          <a:cs typeface="Arial" panose="020B0604020202020204" pitchFamily="34" charset="0"/>
                        </a:rPr>
                        <a:t>M1</a:t>
                      </a:r>
                      <a:endParaRPr lang="en-IN" sz="1600" kern="50" dirty="0">
                        <a:effectLst/>
                        <a:latin typeface="Arial" panose="020B0604020202020204" pitchFamily="34" charset="0"/>
                        <a:ea typeface="WenQuanYi Micro Hei"/>
                        <a:cs typeface="Arial" panose="020B0604020202020204" pitchFamily="34" charset="0"/>
                      </a:endParaRPr>
                    </a:p>
                  </a:txBody>
                  <a:tcPr marL="34925" marR="34925" marT="34925" marB="349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spcAft>
                          <a:spcPts val="0"/>
                        </a:spcAft>
                      </a:pPr>
                      <a:r>
                        <a:rPr lang="en-IN" sz="1600" kern="1200" dirty="0">
                          <a:solidFill>
                            <a:schemeClr val="tx1"/>
                          </a:solidFill>
                          <a:effectLst/>
                          <a:latin typeface="Arial" panose="020B0604020202020204" pitchFamily="34" charset="0"/>
                          <a:ea typeface="+mn-ea"/>
                          <a:cs typeface="Arial" panose="020B0604020202020204" pitchFamily="34" charset="0"/>
                        </a:rPr>
                        <a:t>Introduction &amp; Mathematical</a:t>
                      </a:r>
                      <a:r>
                        <a:rPr lang="en-IN" sz="1600" kern="1200" baseline="0" dirty="0">
                          <a:solidFill>
                            <a:schemeClr val="tx1"/>
                          </a:solidFill>
                          <a:effectLst/>
                          <a:latin typeface="Arial" panose="020B0604020202020204" pitchFamily="34" charset="0"/>
                          <a:ea typeface="+mn-ea"/>
                          <a:cs typeface="Arial" panose="020B0604020202020204" pitchFamily="34" charset="0"/>
                        </a:rPr>
                        <a:t> Preliminaries</a:t>
                      </a:r>
                      <a:endParaRPr lang="en-IN" sz="1600" kern="50" dirty="0">
                        <a:effectLst/>
                        <a:latin typeface="Arial" panose="020B0604020202020204" pitchFamily="34" charset="0"/>
                        <a:ea typeface="WenQuanYi Micro Hei"/>
                        <a:cs typeface="Arial" panose="020B0604020202020204" pitchFamily="34" charset="0"/>
                      </a:endParaRPr>
                    </a:p>
                  </a:txBody>
                  <a:tcPr marL="34925" marR="34925" marT="34925" marB="349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466213">
                <a:tc>
                  <a:txBody>
                    <a:bodyPr/>
                    <a:lstStyle/>
                    <a:p>
                      <a:pPr>
                        <a:spcAft>
                          <a:spcPts val="0"/>
                        </a:spcAft>
                      </a:pPr>
                      <a:r>
                        <a:rPr lang="en-IN" sz="1600" kern="50" dirty="0">
                          <a:effectLst/>
                          <a:latin typeface="Arial" panose="020B0604020202020204" pitchFamily="34" charset="0"/>
                          <a:cs typeface="Arial" panose="020B0604020202020204" pitchFamily="34" charset="0"/>
                        </a:rPr>
                        <a:t>M2</a:t>
                      </a:r>
                      <a:endParaRPr lang="en-IN" sz="1600" kern="50" dirty="0">
                        <a:effectLst/>
                        <a:latin typeface="Arial" panose="020B0604020202020204" pitchFamily="34" charset="0"/>
                        <a:ea typeface="WenQuanYi Micro Hei"/>
                        <a:cs typeface="Arial" panose="020B0604020202020204" pitchFamily="34" charset="0"/>
                      </a:endParaRPr>
                    </a:p>
                  </a:txBody>
                  <a:tcPr marL="34925" marR="34925" marT="34925" marB="349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spcAft>
                          <a:spcPts val="0"/>
                        </a:spcAft>
                      </a:pPr>
                      <a:r>
                        <a:rPr lang="en-IN" sz="1600" kern="50" dirty="0">
                          <a:effectLst/>
                          <a:latin typeface="Arial" panose="020B0604020202020204" pitchFamily="34" charset="0"/>
                          <a:ea typeface="WenQuanYi Micro Hei"/>
                          <a:cs typeface="Arial" panose="020B0604020202020204" pitchFamily="34" charset="0"/>
                        </a:rPr>
                        <a:t>Machine</a:t>
                      </a:r>
                      <a:r>
                        <a:rPr lang="en-IN" sz="1600" kern="50" baseline="0" dirty="0">
                          <a:effectLst/>
                          <a:latin typeface="Arial" panose="020B0604020202020204" pitchFamily="34" charset="0"/>
                          <a:ea typeface="WenQuanYi Micro Hei"/>
                          <a:cs typeface="Arial" panose="020B0604020202020204" pitchFamily="34" charset="0"/>
                        </a:rPr>
                        <a:t> Learning Workflow</a:t>
                      </a:r>
                      <a:endParaRPr lang="en-IN" sz="1600" kern="50" dirty="0">
                        <a:effectLst/>
                        <a:latin typeface="Arial" panose="020B0604020202020204" pitchFamily="34" charset="0"/>
                        <a:ea typeface="WenQuanYi Micro Hei"/>
                        <a:cs typeface="Arial" panose="020B0604020202020204" pitchFamily="34" charset="0"/>
                      </a:endParaRPr>
                    </a:p>
                  </a:txBody>
                  <a:tcPr marL="34925" marR="34925" marT="34925" marB="349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515374">
                <a:tc>
                  <a:txBody>
                    <a:bodyPr/>
                    <a:lstStyle/>
                    <a:p>
                      <a:pPr>
                        <a:spcAft>
                          <a:spcPts val="0"/>
                        </a:spcAft>
                      </a:pPr>
                      <a:r>
                        <a:rPr lang="en-IN" sz="1600" kern="50" dirty="0">
                          <a:effectLst/>
                          <a:latin typeface="Arial" panose="020B0604020202020204" pitchFamily="34" charset="0"/>
                          <a:cs typeface="Arial" panose="020B0604020202020204" pitchFamily="34" charset="0"/>
                        </a:rPr>
                        <a:t>M3</a:t>
                      </a:r>
                      <a:endParaRPr lang="en-IN" sz="1600" kern="50" dirty="0">
                        <a:effectLst/>
                        <a:latin typeface="Arial" panose="020B0604020202020204" pitchFamily="34" charset="0"/>
                        <a:ea typeface="WenQuanYi Micro Hei"/>
                        <a:cs typeface="Arial" panose="020B0604020202020204" pitchFamily="34" charset="0"/>
                      </a:endParaRPr>
                    </a:p>
                  </a:txBody>
                  <a:tcPr marL="34925" marR="34925" marT="34925" marB="349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600" kern="50" dirty="0">
                          <a:effectLst/>
                          <a:latin typeface="Arial" panose="020B0604020202020204" pitchFamily="34" charset="0"/>
                          <a:ea typeface="WenQuanYi Micro Hei"/>
                          <a:cs typeface="Arial" panose="020B0604020202020204" pitchFamily="34" charset="0"/>
                        </a:rPr>
                        <a:t>Linear Models for Regression</a:t>
                      </a:r>
                    </a:p>
                  </a:txBody>
                  <a:tcPr marL="34925" marR="34925" marT="34925" marB="349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457200">
                <a:tc>
                  <a:txBody>
                    <a:bodyPr/>
                    <a:lstStyle/>
                    <a:p>
                      <a:pPr>
                        <a:spcAft>
                          <a:spcPts val="0"/>
                        </a:spcAft>
                      </a:pPr>
                      <a:r>
                        <a:rPr lang="en-IN" sz="1600" kern="50" dirty="0">
                          <a:effectLst/>
                          <a:latin typeface="Arial" panose="020B0604020202020204" pitchFamily="34" charset="0"/>
                          <a:cs typeface="Arial" panose="020B0604020202020204" pitchFamily="34" charset="0"/>
                        </a:rPr>
                        <a:t>M4</a:t>
                      </a:r>
                      <a:endParaRPr lang="en-IN" sz="1600" kern="50" dirty="0">
                        <a:effectLst/>
                        <a:latin typeface="Arial" panose="020B0604020202020204" pitchFamily="34" charset="0"/>
                        <a:ea typeface="WenQuanYi Micro Hei"/>
                        <a:cs typeface="Arial" panose="020B0604020202020204" pitchFamily="34" charset="0"/>
                      </a:endParaRPr>
                    </a:p>
                  </a:txBody>
                  <a:tcPr marL="34925" marR="34925" marT="34925" marB="349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IN" sz="1600" kern="50" dirty="0">
                          <a:effectLst/>
                          <a:latin typeface="Arial" panose="020B0604020202020204" pitchFamily="34" charset="0"/>
                          <a:ea typeface="+mn-ea"/>
                          <a:cs typeface="Arial" panose="020B0604020202020204" pitchFamily="34" charset="0"/>
                        </a:rPr>
                        <a:t>Linear</a:t>
                      </a:r>
                      <a:r>
                        <a:rPr lang="en-IN" sz="1600" kern="50" baseline="0" dirty="0">
                          <a:effectLst/>
                          <a:latin typeface="Arial" panose="020B0604020202020204" pitchFamily="34" charset="0"/>
                          <a:ea typeface="+mn-ea"/>
                          <a:cs typeface="Arial" panose="020B0604020202020204" pitchFamily="34" charset="0"/>
                        </a:rPr>
                        <a:t> Models for Classification</a:t>
                      </a:r>
                      <a:endParaRPr lang="en-IN" sz="1600" dirty="0">
                        <a:latin typeface="Arial" panose="020B0604020202020204" pitchFamily="34" charset="0"/>
                        <a:cs typeface="Arial" panose="020B0604020202020204" pitchFamily="34" charset="0"/>
                      </a:endParaRPr>
                    </a:p>
                  </a:txBody>
                  <a:tcPr marL="34925" marR="34925" marT="34925" marB="349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466213">
                <a:tc>
                  <a:txBody>
                    <a:bodyPr/>
                    <a:lstStyle/>
                    <a:p>
                      <a:pPr>
                        <a:spcAft>
                          <a:spcPts val="0"/>
                        </a:spcAft>
                      </a:pPr>
                      <a:r>
                        <a:rPr lang="en-IN" sz="1600" kern="50" dirty="0">
                          <a:effectLst/>
                          <a:latin typeface="Arial" panose="020B0604020202020204" pitchFamily="34" charset="0"/>
                          <a:ea typeface="WenQuanYi Micro Hei"/>
                          <a:cs typeface="Arial" panose="020B0604020202020204" pitchFamily="34" charset="0"/>
                        </a:rPr>
                        <a:t>M5</a:t>
                      </a:r>
                    </a:p>
                  </a:txBody>
                  <a:tcPr marL="34925" marR="34925" marT="34925" marB="349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600" dirty="0">
                          <a:latin typeface="Arial" panose="020B0604020202020204" pitchFamily="34" charset="0"/>
                          <a:cs typeface="Arial" panose="020B0604020202020204" pitchFamily="34" charset="0"/>
                        </a:rPr>
                        <a:t>Decision</a:t>
                      </a:r>
                      <a:r>
                        <a:rPr lang="en-IN" sz="1600" baseline="0" dirty="0">
                          <a:latin typeface="Arial" panose="020B0604020202020204" pitchFamily="34" charset="0"/>
                          <a:cs typeface="Arial" panose="020B0604020202020204" pitchFamily="34" charset="0"/>
                        </a:rPr>
                        <a:t> Tree</a:t>
                      </a:r>
                      <a:endParaRPr lang="en-IN" sz="1600" dirty="0">
                        <a:latin typeface="Arial" panose="020B0604020202020204" pitchFamily="34" charset="0"/>
                        <a:cs typeface="Arial" panose="020B0604020202020204" pitchFamily="34" charset="0"/>
                      </a:endParaRPr>
                    </a:p>
                    <a:p>
                      <a:pPr>
                        <a:spcAft>
                          <a:spcPts val="0"/>
                        </a:spcAft>
                      </a:pPr>
                      <a:endParaRPr lang="en-IN" sz="1600" kern="50" dirty="0">
                        <a:effectLst/>
                        <a:latin typeface="Arial" panose="020B0604020202020204" pitchFamily="34" charset="0"/>
                        <a:ea typeface="WenQuanYi Micro Hei"/>
                        <a:cs typeface="Arial" panose="020B0604020202020204" pitchFamily="34" charset="0"/>
                      </a:endParaRPr>
                    </a:p>
                  </a:txBody>
                  <a:tcPr marL="34925" marR="34925" marT="34925" marB="349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466213">
                <a:tc>
                  <a:txBody>
                    <a:bodyPr/>
                    <a:lstStyle/>
                    <a:p>
                      <a:pPr>
                        <a:spcAft>
                          <a:spcPts val="0"/>
                        </a:spcAft>
                      </a:pPr>
                      <a:r>
                        <a:rPr lang="en-IN" sz="1600" kern="50" dirty="0">
                          <a:effectLst/>
                          <a:latin typeface="Arial" panose="020B0604020202020204" pitchFamily="34" charset="0"/>
                          <a:cs typeface="Arial" panose="020B0604020202020204" pitchFamily="34" charset="0"/>
                        </a:rPr>
                        <a:t>M6</a:t>
                      </a:r>
                      <a:endParaRPr lang="en-IN" sz="1600" kern="50" dirty="0">
                        <a:effectLst/>
                        <a:latin typeface="Arial" panose="020B0604020202020204" pitchFamily="34" charset="0"/>
                        <a:ea typeface="WenQuanYi Micro Hei"/>
                        <a:cs typeface="Arial" panose="020B0604020202020204" pitchFamily="34" charset="0"/>
                      </a:endParaRPr>
                    </a:p>
                  </a:txBody>
                  <a:tcPr marL="34925" marR="34925" marT="34925" marB="349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spcAft>
                          <a:spcPts val="0"/>
                        </a:spcAft>
                      </a:pPr>
                      <a:r>
                        <a:rPr lang="en-IN" sz="1600" kern="50" dirty="0">
                          <a:effectLst/>
                          <a:latin typeface="Arial" panose="020B0604020202020204" pitchFamily="34" charset="0"/>
                          <a:cs typeface="Arial" panose="020B0604020202020204" pitchFamily="34" charset="0"/>
                        </a:rPr>
                        <a:t>Instance Based Learning</a:t>
                      </a:r>
                    </a:p>
                  </a:txBody>
                  <a:tcPr marL="34925" marR="34925" marT="34925" marB="349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466213">
                <a:tc>
                  <a:txBody>
                    <a:bodyPr/>
                    <a:lstStyle/>
                    <a:p>
                      <a:pPr>
                        <a:spcAft>
                          <a:spcPts val="0"/>
                        </a:spcAft>
                      </a:pPr>
                      <a:r>
                        <a:rPr lang="en-IN" sz="1600" kern="50" dirty="0">
                          <a:effectLst/>
                          <a:latin typeface="Arial" panose="020B0604020202020204" pitchFamily="34" charset="0"/>
                          <a:cs typeface="Arial" panose="020B0604020202020204" pitchFamily="34" charset="0"/>
                        </a:rPr>
                        <a:t>M7</a:t>
                      </a:r>
                      <a:endParaRPr lang="en-IN" sz="1600" kern="50" dirty="0">
                        <a:effectLst/>
                        <a:latin typeface="Arial" panose="020B0604020202020204" pitchFamily="34" charset="0"/>
                        <a:ea typeface="WenQuanYi Micro Hei"/>
                        <a:cs typeface="Arial" panose="020B0604020202020204" pitchFamily="34" charset="0"/>
                      </a:endParaRPr>
                    </a:p>
                  </a:txBody>
                  <a:tcPr marL="34925" marR="34925" marT="34925" marB="349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spcAft>
                          <a:spcPts val="0"/>
                        </a:spcAft>
                      </a:pPr>
                      <a:r>
                        <a:rPr lang="en-IN" sz="1600" kern="50" dirty="0">
                          <a:effectLst/>
                          <a:latin typeface="Arial" panose="020B0604020202020204" pitchFamily="34" charset="0"/>
                          <a:cs typeface="Arial" panose="020B0604020202020204" pitchFamily="34" charset="0"/>
                        </a:rPr>
                        <a:t>Support Vector Machine </a:t>
                      </a:r>
                      <a:r>
                        <a:rPr lang="en-IN" sz="1600" kern="50" dirty="0">
                          <a:solidFill>
                            <a:srgbClr val="FF0000"/>
                          </a:solidFill>
                          <a:effectLst/>
                          <a:latin typeface="Arial" panose="020B0604020202020204" pitchFamily="34" charset="0"/>
                          <a:cs typeface="Arial" panose="020B0604020202020204" pitchFamily="34" charset="0"/>
                        </a:rPr>
                        <a:t>– Planned to be discussed</a:t>
                      </a:r>
                      <a:r>
                        <a:rPr lang="en-IN" sz="1600" kern="50" baseline="0" dirty="0">
                          <a:solidFill>
                            <a:srgbClr val="FF0000"/>
                          </a:solidFill>
                          <a:effectLst/>
                          <a:latin typeface="Arial" panose="020B0604020202020204" pitchFamily="34" charset="0"/>
                          <a:cs typeface="Arial" panose="020B0604020202020204" pitchFamily="34" charset="0"/>
                        </a:rPr>
                        <a:t> in CS 15 or CS 16</a:t>
                      </a:r>
                      <a:endParaRPr lang="en-IN" sz="1600" kern="50" dirty="0">
                        <a:solidFill>
                          <a:srgbClr val="FF0000"/>
                        </a:solidFill>
                        <a:effectLst/>
                        <a:latin typeface="Arial" panose="020B0604020202020204" pitchFamily="34" charset="0"/>
                        <a:cs typeface="Arial" panose="020B0604020202020204" pitchFamily="34" charset="0"/>
                      </a:endParaRPr>
                    </a:p>
                  </a:txBody>
                  <a:tcPr marL="34925" marR="34925" marT="34925" marB="349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466213">
                <a:tc>
                  <a:txBody>
                    <a:bodyPr/>
                    <a:lstStyle/>
                    <a:p>
                      <a:pPr>
                        <a:spcAft>
                          <a:spcPts val="0"/>
                        </a:spcAft>
                      </a:pPr>
                      <a:r>
                        <a:rPr lang="en-IN" sz="1600" kern="50" dirty="0">
                          <a:effectLst/>
                          <a:latin typeface="Arial" panose="020B0604020202020204" pitchFamily="34" charset="0"/>
                          <a:cs typeface="Arial" panose="020B0604020202020204" pitchFamily="34" charset="0"/>
                        </a:rPr>
                        <a:t>M8</a:t>
                      </a:r>
                      <a:endParaRPr lang="en-IN" sz="1600" kern="50" dirty="0">
                        <a:effectLst/>
                        <a:latin typeface="Arial" panose="020B0604020202020204" pitchFamily="34" charset="0"/>
                        <a:ea typeface="WenQuanYi Micro Hei"/>
                        <a:cs typeface="Arial" panose="020B0604020202020204" pitchFamily="34" charset="0"/>
                      </a:endParaRPr>
                    </a:p>
                  </a:txBody>
                  <a:tcPr marL="34925" marR="34925" marT="34925" marB="349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spcAft>
                          <a:spcPts val="0"/>
                        </a:spcAft>
                      </a:pPr>
                      <a:r>
                        <a:rPr lang="en-IN" sz="1600" kern="1200" dirty="0">
                          <a:solidFill>
                            <a:schemeClr val="tx1"/>
                          </a:solidFill>
                          <a:effectLst/>
                          <a:latin typeface="Arial" panose="020B0604020202020204" pitchFamily="34" charset="0"/>
                          <a:ea typeface="+mn-ea"/>
                          <a:cs typeface="Arial" panose="020B0604020202020204" pitchFamily="34" charset="0"/>
                        </a:rPr>
                        <a:t>Bayesian</a:t>
                      </a:r>
                      <a:r>
                        <a:rPr lang="en-IN" sz="1600" kern="1200" baseline="0" dirty="0">
                          <a:solidFill>
                            <a:schemeClr val="tx1"/>
                          </a:solidFill>
                          <a:effectLst/>
                          <a:latin typeface="Arial" panose="020B0604020202020204" pitchFamily="34" charset="0"/>
                          <a:ea typeface="+mn-ea"/>
                          <a:cs typeface="Arial" panose="020B0604020202020204" pitchFamily="34" charset="0"/>
                        </a:rPr>
                        <a:t> Learning</a:t>
                      </a:r>
                      <a:endParaRPr lang="en-IN" sz="1600" kern="50" dirty="0">
                        <a:effectLst/>
                        <a:latin typeface="Arial" panose="020B0604020202020204" pitchFamily="34" charset="0"/>
                        <a:cs typeface="Arial" panose="020B0604020202020204" pitchFamily="34" charset="0"/>
                      </a:endParaRPr>
                    </a:p>
                  </a:txBody>
                  <a:tcPr marL="34925" marR="34925" marT="34925" marB="349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466213">
                <a:tc>
                  <a:txBody>
                    <a:bodyPr/>
                    <a:lstStyle/>
                    <a:p>
                      <a:pPr>
                        <a:spcAft>
                          <a:spcPts val="0"/>
                        </a:spcAft>
                      </a:pPr>
                      <a:r>
                        <a:rPr lang="en-IN" sz="1600" kern="50" dirty="0">
                          <a:effectLst/>
                          <a:latin typeface="Arial" panose="020B0604020202020204" pitchFamily="34" charset="0"/>
                          <a:ea typeface="WenQuanYi Micro Hei"/>
                          <a:cs typeface="Arial" panose="020B0604020202020204" pitchFamily="34" charset="0"/>
                        </a:rPr>
                        <a:t>M9</a:t>
                      </a:r>
                    </a:p>
                  </a:txBody>
                  <a:tcPr marL="34925" marR="34925" marT="34925" marB="349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600" kern="50" dirty="0">
                          <a:effectLst/>
                          <a:latin typeface="Arial" panose="020B0604020202020204" pitchFamily="34" charset="0"/>
                          <a:cs typeface="Arial" panose="020B0604020202020204" pitchFamily="34" charset="0"/>
                        </a:rPr>
                        <a:t>Ensemble Learning</a:t>
                      </a:r>
                      <a:endParaRPr lang="en-IN" sz="1600" dirty="0">
                        <a:latin typeface="Arial" panose="020B0604020202020204" pitchFamily="34" charset="0"/>
                        <a:cs typeface="Arial" panose="020B0604020202020204" pitchFamily="34" charset="0"/>
                      </a:endParaRPr>
                    </a:p>
                    <a:p>
                      <a:pPr>
                        <a:spcAft>
                          <a:spcPts val="0"/>
                        </a:spcAft>
                      </a:pPr>
                      <a:endParaRPr lang="en-IN" sz="1600" kern="50" dirty="0">
                        <a:effectLst/>
                        <a:latin typeface="Arial" panose="020B0604020202020204" pitchFamily="34" charset="0"/>
                        <a:cs typeface="Arial" panose="020B0604020202020204" pitchFamily="34" charset="0"/>
                      </a:endParaRPr>
                    </a:p>
                  </a:txBody>
                  <a:tcPr marL="34925" marR="34925" marT="34925" marB="349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37069150"/>
                  </a:ext>
                </a:extLst>
              </a:tr>
              <a:tr h="466213">
                <a:tc>
                  <a:txBody>
                    <a:bodyPr/>
                    <a:lstStyle/>
                    <a:p>
                      <a:pPr>
                        <a:spcAft>
                          <a:spcPts val="0"/>
                        </a:spcAft>
                      </a:pPr>
                      <a:r>
                        <a:rPr lang="en-IN" sz="1600" kern="50" dirty="0">
                          <a:effectLst/>
                          <a:latin typeface="Arial" panose="020B0604020202020204" pitchFamily="34" charset="0"/>
                          <a:ea typeface="WenQuanYi Micro Hei"/>
                          <a:cs typeface="Arial" panose="020B0604020202020204" pitchFamily="34" charset="0"/>
                        </a:rPr>
                        <a:t>M10</a:t>
                      </a:r>
                    </a:p>
                  </a:txBody>
                  <a:tcPr marL="34925" marR="34925" marT="34925" marB="349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spcAft>
                          <a:spcPts val="0"/>
                        </a:spcAft>
                      </a:pPr>
                      <a:r>
                        <a:rPr lang="en-IN" sz="1600" kern="50" dirty="0">
                          <a:effectLst/>
                          <a:latin typeface="Arial" panose="020B0604020202020204" pitchFamily="34" charset="0"/>
                          <a:cs typeface="Arial" panose="020B0604020202020204" pitchFamily="34" charset="0"/>
                        </a:rPr>
                        <a:t>Unsupervised Learning</a:t>
                      </a:r>
                    </a:p>
                  </a:txBody>
                  <a:tcPr marL="34925" marR="34925" marT="34925" marB="349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82031430"/>
                  </a:ext>
                </a:extLst>
              </a:tr>
              <a:tr h="466213">
                <a:tc>
                  <a:txBody>
                    <a:bodyPr/>
                    <a:lstStyle/>
                    <a:p>
                      <a:pPr>
                        <a:spcAft>
                          <a:spcPts val="0"/>
                        </a:spcAft>
                      </a:pPr>
                      <a:r>
                        <a:rPr lang="en-US" sz="1600" kern="50" dirty="0">
                          <a:effectLst/>
                          <a:latin typeface="Arial" panose="020B0604020202020204" pitchFamily="34" charset="0"/>
                          <a:ea typeface="WenQuanYi Micro Hei"/>
                          <a:cs typeface="Arial" panose="020B0604020202020204" pitchFamily="34" charset="0"/>
                        </a:rPr>
                        <a:t>M11</a:t>
                      </a:r>
                      <a:endParaRPr lang="en-IN" sz="1600" kern="50" dirty="0">
                        <a:effectLst/>
                        <a:latin typeface="Arial" panose="020B0604020202020204" pitchFamily="34" charset="0"/>
                        <a:ea typeface="WenQuanYi Micro Hei"/>
                        <a:cs typeface="Arial" panose="020B0604020202020204" pitchFamily="34" charset="0"/>
                      </a:endParaRPr>
                    </a:p>
                  </a:txBody>
                  <a:tcPr marL="34925" marR="34925" marT="34925" marB="349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spcAft>
                          <a:spcPts val="0"/>
                        </a:spcAft>
                      </a:pPr>
                      <a:r>
                        <a:rPr lang="en-US" sz="1600" kern="50" dirty="0">
                          <a:effectLst/>
                          <a:latin typeface="Arial" panose="020B0604020202020204" pitchFamily="34" charset="0"/>
                          <a:cs typeface="Arial" panose="020B0604020202020204" pitchFamily="34" charset="0"/>
                        </a:rPr>
                        <a:t>Machine</a:t>
                      </a:r>
                      <a:r>
                        <a:rPr lang="en-US" sz="1600" kern="50" baseline="0" dirty="0">
                          <a:effectLst/>
                          <a:latin typeface="Arial" panose="020B0604020202020204" pitchFamily="34" charset="0"/>
                          <a:cs typeface="Arial" panose="020B0604020202020204" pitchFamily="34" charset="0"/>
                        </a:rPr>
                        <a:t> Learning Model Evaluation/Comparison</a:t>
                      </a:r>
                      <a:endParaRPr lang="en-IN" sz="1600" kern="50" dirty="0">
                        <a:effectLst/>
                        <a:latin typeface="Arial" panose="020B0604020202020204" pitchFamily="34" charset="0"/>
                        <a:cs typeface="Arial" panose="020B0604020202020204" pitchFamily="34" charset="0"/>
                      </a:endParaRPr>
                    </a:p>
                  </a:txBody>
                  <a:tcPr marL="34925" marR="34925" marT="34925" marB="349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26805493"/>
                  </a:ext>
                </a:extLst>
              </a:tr>
            </a:tbl>
          </a:graphicData>
        </a:graphic>
      </p:graphicFrame>
      <p:sp>
        <p:nvSpPr>
          <p:cNvPr id="3" name="Content Placeholder 2"/>
          <p:cNvSpPr>
            <a:spLocks noGrp="1"/>
          </p:cNvSpPr>
          <p:nvPr>
            <p:ph sz="quarter" idx="10"/>
          </p:nvPr>
        </p:nvSpPr>
        <p:spPr/>
        <p:txBody>
          <a:bodyPr>
            <a:normAutofit/>
          </a:bodyPr>
          <a:lstStyle/>
          <a:p>
            <a:r>
              <a:rPr lang="en-IN" sz="2400" dirty="0"/>
              <a:t>Course Plan</a:t>
            </a:r>
          </a:p>
        </p:txBody>
      </p:sp>
      <p:sp>
        <p:nvSpPr>
          <p:cNvPr id="2" name="Rectangle 1"/>
          <p:cNvSpPr/>
          <p:nvPr/>
        </p:nvSpPr>
        <p:spPr>
          <a:xfrm>
            <a:off x="114300" y="4648200"/>
            <a:ext cx="6705600" cy="381000"/>
          </a:xfrm>
          <a:prstGeom prst="rect">
            <a:avLst/>
          </a:prstGeom>
          <a:noFill/>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IN" sz="16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1786099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304800" y="1493837"/>
            <a:ext cx="4038600" cy="3382963"/>
          </a:xfrm>
        </p:spPr>
        <p:txBody>
          <a:bodyPr>
            <a:normAutofit/>
          </a:bodyPr>
          <a:lstStyle/>
          <a:p>
            <a:pPr marL="571500" indent="-342900">
              <a:buSzPct val="100000"/>
              <a:buFont typeface="+mj-lt"/>
              <a:buAutoNum type="arabicPeriod"/>
            </a:pPr>
            <a:r>
              <a:rPr lang="en-IN" sz="1800" dirty="0">
                <a:solidFill>
                  <a:srgbClr val="7030A0"/>
                </a:solidFill>
                <a:latin typeface="Arial" panose="020B0604020202020204" pitchFamily="34" charset="0"/>
                <a:cs typeface="Arial" panose="020B0604020202020204" pitchFamily="34" charset="0"/>
              </a:rPr>
              <a:t>Determine prior probability</a:t>
            </a:r>
          </a:p>
          <a:p>
            <a:pPr marL="571500" indent="-342900">
              <a:buSzPct val="100000"/>
              <a:buFont typeface="+mj-lt"/>
              <a:buAutoNum type="arabicPeriod"/>
            </a:pPr>
            <a:endParaRPr lang="en-IN" sz="1800" dirty="0">
              <a:solidFill>
                <a:srgbClr val="7030A0"/>
              </a:solidFill>
              <a:latin typeface="Arial" panose="020B0604020202020204" pitchFamily="34" charset="0"/>
              <a:cs typeface="Arial" panose="020B0604020202020204" pitchFamily="34" charset="0"/>
            </a:endParaRPr>
          </a:p>
          <a:p>
            <a:pPr marL="571500" indent="-342900">
              <a:buSzPct val="100000"/>
              <a:buFont typeface="+mj-lt"/>
              <a:buAutoNum type="arabicPeriod"/>
            </a:pPr>
            <a:endParaRPr lang="en-IN" sz="1800" dirty="0">
              <a:solidFill>
                <a:srgbClr val="7030A0"/>
              </a:solidFill>
              <a:latin typeface="Arial" panose="020B0604020202020204" pitchFamily="34" charset="0"/>
              <a:cs typeface="Arial" panose="020B0604020202020204" pitchFamily="34" charset="0"/>
            </a:endParaRPr>
          </a:p>
          <a:p>
            <a:pPr marL="571500" indent="-342900">
              <a:buSzPct val="100000"/>
              <a:buFont typeface="+mj-lt"/>
              <a:buAutoNum type="arabicPeriod"/>
            </a:pPr>
            <a:r>
              <a:rPr lang="en-IN" sz="1800" dirty="0">
                <a:solidFill>
                  <a:srgbClr val="7030A0"/>
                </a:solidFill>
                <a:latin typeface="Arial" panose="020B0604020202020204" pitchFamily="34" charset="0"/>
                <a:cs typeface="Arial" panose="020B0604020202020204" pitchFamily="34" charset="0"/>
              </a:rPr>
              <a:t>Find the posterior probability for every distinct prior</a:t>
            </a:r>
          </a:p>
          <a:p>
            <a:pPr marL="571500" indent="-342900">
              <a:buSzPct val="100000"/>
              <a:buFont typeface="+mj-lt"/>
              <a:buAutoNum type="arabicPeriod"/>
            </a:pPr>
            <a:endParaRPr lang="en-IN" sz="1800" dirty="0">
              <a:solidFill>
                <a:srgbClr val="7030A0"/>
              </a:solidFill>
              <a:latin typeface="Arial" panose="020B0604020202020204" pitchFamily="34" charset="0"/>
              <a:cs typeface="Arial" panose="020B0604020202020204" pitchFamily="34" charset="0"/>
            </a:endParaRPr>
          </a:p>
          <a:p>
            <a:pPr marL="571500" indent="-342900">
              <a:buSzPct val="100000"/>
              <a:buFont typeface="+mj-lt"/>
              <a:buAutoNum type="arabicPeriod"/>
            </a:pPr>
            <a:endParaRPr lang="en-IN" sz="1800" dirty="0">
              <a:solidFill>
                <a:srgbClr val="7030A0"/>
              </a:solidFill>
              <a:latin typeface="Arial" panose="020B0604020202020204" pitchFamily="34" charset="0"/>
              <a:cs typeface="Arial" panose="020B0604020202020204" pitchFamily="34" charset="0"/>
            </a:endParaRPr>
          </a:p>
          <a:p>
            <a:pPr marL="571500" indent="-342900">
              <a:buSzPct val="100000"/>
              <a:buFont typeface="+mj-lt"/>
              <a:buAutoNum type="arabicPeriod"/>
            </a:pPr>
            <a:r>
              <a:rPr lang="en-IN" sz="1800" dirty="0">
                <a:solidFill>
                  <a:srgbClr val="7030A0"/>
                </a:solidFill>
                <a:latin typeface="Arial" panose="020B0604020202020204" pitchFamily="34" charset="0"/>
                <a:cs typeface="Arial" panose="020B0604020202020204" pitchFamily="34" charset="0"/>
              </a:rPr>
              <a:t>Choose the posterior with highest </a:t>
            </a:r>
            <a:r>
              <a:rPr lang="en-IN" sz="1800" dirty="0" err="1">
                <a:solidFill>
                  <a:srgbClr val="7030A0"/>
                </a:solidFill>
                <a:latin typeface="Arial" panose="020B0604020202020204" pitchFamily="34" charset="0"/>
                <a:cs typeface="Arial" panose="020B0604020202020204" pitchFamily="34" charset="0"/>
              </a:rPr>
              <a:t>h</a:t>
            </a:r>
            <a:r>
              <a:rPr lang="en-IN" sz="1800" baseline="-25000" dirty="0" err="1">
                <a:solidFill>
                  <a:srgbClr val="7030A0"/>
                </a:solidFill>
                <a:latin typeface="Arial" panose="020B0604020202020204" pitchFamily="34" charset="0"/>
                <a:cs typeface="Arial" panose="020B0604020202020204" pitchFamily="34" charset="0"/>
              </a:rPr>
              <a:t>MAP</a:t>
            </a:r>
            <a:r>
              <a:rPr lang="en-IN" sz="1800" dirty="0">
                <a:solidFill>
                  <a:srgbClr val="7030A0"/>
                </a:solidFill>
                <a:latin typeface="Arial" panose="020B0604020202020204" pitchFamily="34" charset="0"/>
                <a:cs typeface="Arial" panose="020B0604020202020204" pitchFamily="34" charset="0"/>
              </a:rPr>
              <a:t> value</a:t>
            </a:r>
          </a:p>
        </p:txBody>
      </p:sp>
      <p:sp>
        <p:nvSpPr>
          <p:cNvPr id="3" name="Text Placeholder 2"/>
          <p:cNvSpPr>
            <a:spLocks noGrp="1"/>
          </p:cNvSpPr>
          <p:nvPr>
            <p:ph type="body" idx="2"/>
          </p:nvPr>
        </p:nvSpPr>
        <p:spPr>
          <a:xfrm>
            <a:off x="152400" y="152400"/>
            <a:ext cx="6324600" cy="1143000"/>
          </a:xfrm>
        </p:spPr>
        <p:txBody>
          <a:bodyPr>
            <a:normAutofit/>
          </a:bodyPr>
          <a:lstStyle/>
          <a:p>
            <a:pPr marL="271463" indent="-42863"/>
            <a:r>
              <a:rPr lang="en-IN" sz="2400" dirty="0">
                <a:latin typeface="+mj-lt"/>
              </a:rPr>
              <a:t>Maximum A Posteriori (MAP) Analysis</a:t>
            </a:r>
          </a:p>
        </p:txBody>
      </p:sp>
      <p:sp>
        <p:nvSpPr>
          <p:cNvPr id="4" name="Rectangle 3"/>
          <p:cNvSpPr/>
          <p:nvPr/>
        </p:nvSpPr>
        <p:spPr>
          <a:xfrm>
            <a:off x="304800" y="5486400"/>
            <a:ext cx="8534400" cy="1382430"/>
          </a:xfrm>
          <a:prstGeom prst="rect">
            <a:avLst/>
          </a:prstGeom>
        </p:spPr>
        <p:txBody>
          <a:bodyPr wrap="square">
            <a:spAutoFit/>
          </a:bodyPr>
          <a:lstStyle/>
          <a:p>
            <a:pPr marL="33619" marR="26896" lvl="0" indent="0" algn="l" defTabSz="914400" rtl="0" eaLnBrk="1" fontAlgn="base" latinLnBrk="0" hangingPunct="1">
              <a:lnSpc>
                <a:spcPts val="2224"/>
              </a:lnSpc>
              <a:spcBef>
                <a:spcPts val="737"/>
              </a:spcBef>
              <a:spcAft>
                <a:spcPct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alibri"/>
                <a:ea typeface="Cambria" panose="02040503050406030204" pitchFamily="18" charset="0"/>
                <a:cs typeface="Franklin Gothic Medium"/>
              </a:rPr>
              <a:t>Maximum a </a:t>
            </a:r>
            <a:r>
              <a:rPr kumimoji="0" lang="en-US" sz="1800" b="0" i="0" u="none" strike="noStrike" kern="1200" cap="none" spc="13" normalizeH="0" baseline="0" noProof="0" dirty="0">
                <a:ln>
                  <a:noFill/>
                </a:ln>
                <a:solidFill>
                  <a:srgbClr val="0070C0"/>
                </a:solidFill>
                <a:effectLst/>
                <a:uLnTx/>
                <a:uFillTx/>
                <a:latin typeface="Calibri"/>
                <a:ea typeface="Cambria" panose="02040503050406030204" pitchFamily="18" charset="0"/>
                <a:cs typeface="Franklin Gothic Medium"/>
              </a:rPr>
              <a:t>Posteriori </a:t>
            </a:r>
            <a:r>
              <a:rPr kumimoji="0" lang="en-US" sz="1800" b="0" i="0" u="none" strike="noStrike" kern="1200" cap="none" spc="0" normalizeH="0" baseline="0" noProof="0" dirty="0">
                <a:ln>
                  <a:noFill/>
                </a:ln>
                <a:solidFill>
                  <a:srgbClr val="0070C0"/>
                </a:solidFill>
                <a:effectLst/>
                <a:uLnTx/>
                <a:uFillTx/>
                <a:latin typeface="Calibri"/>
                <a:ea typeface="Cambria" panose="02040503050406030204" pitchFamily="18" charset="0"/>
                <a:cs typeface="Franklin Gothic Medium"/>
              </a:rPr>
              <a:t>(MAP) </a:t>
            </a:r>
            <a:r>
              <a:rPr kumimoji="0" lang="en-US" sz="1800" b="0" i="0" u="none" strike="noStrike" kern="1200" cap="none" spc="13" normalizeH="0" baseline="0" noProof="0" dirty="0">
                <a:ln>
                  <a:noFill/>
                </a:ln>
                <a:solidFill>
                  <a:srgbClr val="0070C0"/>
                </a:solidFill>
                <a:effectLst/>
                <a:uLnTx/>
                <a:uFillTx/>
                <a:latin typeface="Calibri"/>
                <a:ea typeface="Cambria" panose="02040503050406030204" pitchFamily="18" charset="0"/>
                <a:cs typeface="Franklin Gothic Medium"/>
              </a:rPr>
              <a:t>Estimator</a:t>
            </a:r>
            <a:r>
              <a:rPr kumimoji="0" lang="en-US" sz="1800" b="0" i="0" u="none" strike="noStrike" kern="1200" cap="none" spc="13" normalizeH="0" baseline="1291" noProof="0" dirty="0">
                <a:ln>
                  <a:noFill/>
                </a:ln>
                <a:solidFill>
                  <a:srgbClr val="0070C0"/>
                </a:solidFill>
                <a:effectLst/>
                <a:uLnTx/>
                <a:uFillTx/>
                <a:latin typeface="Calibri"/>
                <a:ea typeface="Cambria" panose="02040503050406030204" pitchFamily="18" charset="0"/>
                <a:cs typeface="Franklin Gothic Medium"/>
              </a:rPr>
              <a:t> </a:t>
            </a:r>
            <a:r>
              <a:rPr kumimoji="0" lang="en-US" sz="1800" b="0" i="0" u="none" strike="noStrike" kern="1200" cap="none" spc="-22" normalizeH="0" baseline="0" noProof="0" dirty="0">
                <a:ln>
                  <a:noFill/>
                </a:ln>
                <a:solidFill>
                  <a:prstClr val="black"/>
                </a:solidFill>
                <a:effectLst/>
                <a:uLnTx/>
                <a:uFillTx/>
                <a:latin typeface="Calibri"/>
                <a:ea typeface="Cambria" panose="02040503050406030204" pitchFamily="18" charset="0"/>
                <a:cs typeface="Franklin Gothic Medium"/>
              </a:rPr>
              <a:t>of </a:t>
            </a:r>
            <a:r>
              <a:rPr kumimoji="0" lang="en-US" sz="1800" b="0" i="0" u="none" strike="noStrike" kern="1200" cap="none" spc="0" normalizeH="0" baseline="0" noProof="0" dirty="0">
                <a:ln>
                  <a:noFill/>
                </a:ln>
                <a:solidFill>
                  <a:prstClr val="black"/>
                </a:solidFill>
                <a:effectLst/>
                <a:uLnTx/>
                <a:uFillTx/>
                <a:latin typeface="Calibri"/>
                <a:ea typeface="Cambria" panose="02040503050406030204" pitchFamily="18" charset="0"/>
                <a:cs typeface="Cambria Math"/>
              </a:rPr>
              <a:t>𝜃</a:t>
            </a:r>
            <a:r>
              <a:rPr kumimoji="0" lang="en-US" sz="1800" b="0" i="0" u="none" strike="noStrike" kern="1200" cap="none" spc="4" normalizeH="0" baseline="0" noProof="0" dirty="0">
                <a:ln>
                  <a:noFill/>
                </a:ln>
                <a:solidFill>
                  <a:prstClr val="black"/>
                </a:solidFill>
                <a:effectLst/>
                <a:uLnTx/>
                <a:uFillTx/>
                <a:latin typeface="Calibri"/>
                <a:ea typeface="Cambria" panose="02040503050406030204" pitchFamily="18" charset="0"/>
                <a:cs typeface="Cambria Math"/>
              </a:rPr>
              <a:t> </a:t>
            </a:r>
            <a:r>
              <a:rPr kumimoji="0" lang="en-US" sz="1800" b="0" i="0" u="none" strike="noStrike" kern="1200" cap="none" spc="-4" normalizeH="0" baseline="0" noProof="0" dirty="0">
                <a:ln>
                  <a:noFill/>
                </a:ln>
                <a:solidFill>
                  <a:prstClr val="black"/>
                </a:solidFill>
                <a:effectLst/>
                <a:uLnTx/>
                <a:uFillTx/>
                <a:latin typeface="Calibri"/>
                <a:ea typeface="Cambria" panose="02040503050406030204" pitchFamily="18" charset="0"/>
                <a:cs typeface="Franklin Gothic Medium"/>
              </a:rPr>
              <a:t>is the </a:t>
            </a:r>
            <a:r>
              <a:rPr kumimoji="0" lang="en-US" sz="1800" b="0" i="0" u="none" strike="noStrike" kern="1200" cap="none" spc="0" normalizeH="0" baseline="0" noProof="0" dirty="0">
                <a:ln>
                  <a:noFill/>
                </a:ln>
                <a:solidFill>
                  <a:prstClr val="black"/>
                </a:solidFill>
                <a:effectLst/>
                <a:uLnTx/>
                <a:uFillTx/>
                <a:latin typeface="Calibri"/>
                <a:ea typeface="Cambria" panose="02040503050406030204" pitchFamily="18" charset="0"/>
                <a:cs typeface="Franklin Gothic Medium"/>
              </a:rPr>
              <a:t>value </a:t>
            </a:r>
            <a:r>
              <a:rPr kumimoji="0" lang="en-US" sz="1800" b="0" i="0" u="none" strike="noStrike" kern="1200" cap="none" spc="-22" normalizeH="0" baseline="0" noProof="0" dirty="0">
                <a:ln>
                  <a:noFill/>
                </a:ln>
                <a:solidFill>
                  <a:prstClr val="black"/>
                </a:solidFill>
                <a:effectLst/>
                <a:uLnTx/>
                <a:uFillTx/>
                <a:latin typeface="Calibri"/>
                <a:ea typeface="Cambria" panose="02040503050406030204" pitchFamily="18" charset="0"/>
                <a:cs typeface="Franklin Gothic Medium"/>
              </a:rPr>
              <a:t>of </a:t>
            </a:r>
            <a:r>
              <a:rPr kumimoji="0" lang="en-US" sz="1800" b="0" i="0" u="none" strike="noStrike" kern="1200" cap="none" spc="0" normalizeH="0" baseline="0" noProof="0" dirty="0">
                <a:ln>
                  <a:noFill/>
                </a:ln>
                <a:solidFill>
                  <a:prstClr val="black"/>
                </a:solidFill>
                <a:effectLst/>
                <a:uLnTx/>
                <a:uFillTx/>
                <a:latin typeface="Calibri"/>
                <a:ea typeface="Cambria" panose="02040503050406030204" pitchFamily="18" charset="0"/>
                <a:cs typeface="Cambria Math"/>
              </a:rPr>
              <a:t>𝜃</a:t>
            </a:r>
            <a:r>
              <a:rPr kumimoji="0" lang="en-US" sz="1800" b="0" i="0" u="none" strike="noStrike" kern="1200" cap="none" spc="4" normalizeH="0" baseline="0" noProof="0" dirty="0">
                <a:ln>
                  <a:noFill/>
                </a:ln>
                <a:solidFill>
                  <a:prstClr val="black"/>
                </a:solidFill>
                <a:effectLst/>
                <a:uLnTx/>
                <a:uFillTx/>
                <a:latin typeface="Calibri"/>
                <a:ea typeface="Cambria" panose="02040503050406030204" pitchFamily="18" charset="0"/>
                <a:cs typeface="Cambria Math"/>
              </a:rPr>
              <a:t> </a:t>
            </a:r>
            <a:r>
              <a:rPr kumimoji="0" lang="en-US" sz="1800" b="0" i="0" u="none" strike="noStrike" kern="1200" cap="none" spc="-13" normalizeH="0" baseline="0" noProof="0" dirty="0">
                <a:ln>
                  <a:noFill/>
                </a:ln>
                <a:solidFill>
                  <a:prstClr val="black"/>
                </a:solidFill>
                <a:effectLst/>
                <a:uLnTx/>
                <a:uFillTx/>
                <a:latin typeface="Calibri"/>
                <a:ea typeface="Cambria" panose="02040503050406030204" pitchFamily="18" charset="0"/>
                <a:cs typeface="Franklin Gothic Medium"/>
              </a:rPr>
              <a:t>that </a:t>
            </a:r>
            <a:r>
              <a:rPr kumimoji="0" lang="en-US" sz="1800" b="0" i="0" u="none" strike="noStrike" kern="1200" cap="none" spc="-472" normalizeH="0" baseline="0" noProof="0" dirty="0">
                <a:ln>
                  <a:noFill/>
                </a:ln>
                <a:solidFill>
                  <a:prstClr val="black"/>
                </a:solidFill>
                <a:effectLst/>
                <a:uLnTx/>
                <a:uFillTx/>
                <a:latin typeface="Calibri"/>
                <a:ea typeface="Cambria" panose="02040503050406030204" pitchFamily="18" charset="0"/>
                <a:cs typeface="Franklin Gothic Medium"/>
              </a:rPr>
              <a:t> </a:t>
            </a:r>
            <a:r>
              <a:rPr kumimoji="0" lang="en-US" sz="1800" b="0" i="0" u="none" strike="noStrike" kern="1200" cap="none" spc="-26" normalizeH="0" baseline="0" noProof="0" dirty="0">
                <a:ln>
                  <a:noFill/>
                </a:ln>
                <a:solidFill>
                  <a:prstClr val="black"/>
                </a:solidFill>
                <a:effectLst/>
                <a:uLnTx/>
                <a:uFillTx/>
                <a:latin typeface="Calibri"/>
                <a:ea typeface="Cambria" panose="02040503050406030204" pitchFamily="18" charset="0"/>
                <a:cs typeface="Franklin Gothic Medium"/>
              </a:rPr>
              <a:t>maximizes</a:t>
            </a:r>
            <a:r>
              <a:rPr kumimoji="0" lang="en-US" sz="1800" b="0" i="0" u="none" strike="noStrike" kern="1200" cap="none" spc="22" normalizeH="0" baseline="0" noProof="0" dirty="0">
                <a:ln>
                  <a:noFill/>
                </a:ln>
                <a:solidFill>
                  <a:prstClr val="black"/>
                </a:solidFill>
                <a:effectLst/>
                <a:uLnTx/>
                <a:uFillTx/>
                <a:latin typeface="Calibri"/>
                <a:ea typeface="Cambria" panose="02040503050406030204" pitchFamily="18" charset="0"/>
                <a:cs typeface="Franklin Gothic Medium"/>
              </a:rPr>
              <a:t> </a:t>
            </a:r>
            <a:r>
              <a:rPr kumimoji="0" lang="en-US" sz="1800" b="0" i="0" u="none" strike="noStrike" kern="1200" cap="none" spc="-4" normalizeH="0" baseline="0" noProof="0" dirty="0">
                <a:ln>
                  <a:noFill/>
                </a:ln>
                <a:solidFill>
                  <a:prstClr val="black"/>
                </a:solidFill>
                <a:effectLst/>
                <a:uLnTx/>
                <a:uFillTx/>
                <a:latin typeface="Calibri"/>
                <a:ea typeface="Cambria" panose="02040503050406030204" pitchFamily="18" charset="0"/>
                <a:cs typeface="Franklin Gothic Medium"/>
              </a:rPr>
              <a:t>the</a:t>
            </a:r>
            <a:r>
              <a:rPr kumimoji="0" lang="en-US" sz="1800" b="0" i="0" u="none" strike="noStrike" kern="1200" cap="none" spc="22" normalizeH="0" baseline="0" noProof="0" dirty="0">
                <a:ln>
                  <a:noFill/>
                </a:ln>
                <a:solidFill>
                  <a:prstClr val="black"/>
                </a:solidFill>
                <a:effectLst/>
                <a:uLnTx/>
                <a:uFillTx/>
                <a:latin typeface="Calibri"/>
                <a:ea typeface="Cambria" panose="02040503050406030204" pitchFamily="18" charset="0"/>
                <a:cs typeface="Franklin Gothic Medium"/>
              </a:rPr>
              <a:t> </a:t>
            </a:r>
            <a:r>
              <a:rPr kumimoji="0" lang="en-US" sz="1800" b="0" i="0" u="none" strike="noStrike" kern="1200" cap="none" spc="-4" normalizeH="0" baseline="0" noProof="0" dirty="0">
                <a:ln>
                  <a:noFill/>
                </a:ln>
                <a:solidFill>
                  <a:prstClr val="black"/>
                </a:solidFill>
                <a:effectLst/>
                <a:uLnTx/>
                <a:uFillTx/>
                <a:latin typeface="Calibri"/>
                <a:ea typeface="Cambria" panose="02040503050406030204" pitchFamily="18" charset="0"/>
                <a:cs typeface="Franklin Gothic Medium"/>
              </a:rPr>
              <a:t>posterior</a:t>
            </a:r>
            <a:r>
              <a:rPr kumimoji="0" lang="en-US" sz="1800" b="0" i="0" u="none" strike="noStrike" kern="1200" cap="none" spc="18" normalizeH="0" baseline="0" noProof="0" dirty="0">
                <a:ln>
                  <a:noFill/>
                </a:ln>
                <a:solidFill>
                  <a:prstClr val="black"/>
                </a:solidFill>
                <a:effectLst/>
                <a:uLnTx/>
                <a:uFillTx/>
                <a:latin typeface="Calibri"/>
                <a:ea typeface="Cambria" panose="02040503050406030204" pitchFamily="18" charset="0"/>
                <a:cs typeface="Franklin Gothic Medium"/>
              </a:rPr>
              <a:t> </a:t>
            </a:r>
            <a:r>
              <a:rPr kumimoji="0" lang="en-US" sz="1800" b="0" i="0" u="none" strike="noStrike" kern="1200" cap="none" spc="-4" normalizeH="0" baseline="0" noProof="0" dirty="0">
                <a:ln>
                  <a:noFill/>
                </a:ln>
                <a:solidFill>
                  <a:prstClr val="black"/>
                </a:solidFill>
                <a:effectLst/>
                <a:uLnTx/>
                <a:uFillTx/>
                <a:latin typeface="Calibri"/>
                <a:ea typeface="Cambria" panose="02040503050406030204" pitchFamily="18" charset="0"/>
                <a:cs typeface="Franklin Gothic Medium"/>
              </a:rPr>
              <a:t>distribution</a:t>
            </a:r>
            <a:r>
              <a:rPr kumimoji="0" lang="en-US" sz="1800" b="0" i="0" u="none" strike="noStrike" kern="1200" cap="none" spc="22" normalizeH="0" baseline="0" noProof="0" dirty="0">
                <a:ln>
                  <a:noFill/>
                </a:ln>
                <a:solidFill>
                  <a:prstClr val="black"/>
                </a:solidFill>
                <a:effectLst/>
                <a:uLnTx/>
                <a:uFillTx/>
                <a:latin typeface="Calibri"/>
                <a:ea typeface="Cambria" panose="02040503050406030204" pitchFamily="18" charset="0"/>
                <a:cs typeface="Franklin Gothic Medium"/>
              </a:rPr>
              <a:t> </a:t>
            </a:r>
            <a:r>
              <a:rPr kumimoji="0" lang="en-US" sz="1800" b="0" i="0" u="none" strike="noStrike" kern="1200" cap="none" spc="-22" normalizeH="0" baseline="0" noProof="0" dirty="0">
                <a:ln>
                  <a:noFill/>
                </a:ln>
                <a:solidFill>
                  <a:prstClr val="black"/>
                </a:solidFill>
                <a:effectLst/>
                <a:uLnTx/>
                <a:uFillTx/>
                <a:latin typeface="Calibri"/>
                <a:ea typeface="Cambria" panose="02040503050406030204" pitchFamily="18" charset="0"/>
                <a:cs typeface="Franklin Gothic Medium"/>
              </a:rPr>
              <a:t>of</a:t>
            </a:r>
            <a:r>
              <a:rPr kumimoji="0" lang="en-US" sz="1800" b="0" i="0" u="none" strike="noStrike" kern="1200" cap="none" spc="31" normalizeH="0" baseline="0" noProof="0" dirty="0">
                <a:ln>
                  <a:noFill/>
                </a:ln>
                <a:solidFill>
                  <a:prstClr val="black"/>
                </a:solidFill>
                <a:effectLst/>
                <a:uLnTx/>
                <a:uFillTx/>
                <a:latin typeface="Calibri"/>
                <a:ea typeface="Cambria" panose="02040503050406030204" pitchFamily="18" charset="0"/>
                <a:cs typeface="Franklin Gothic Medium"/>
              </a:rPr>
              <a:t> </a:t>
            </a:r>
            <a:r>
              <a:rPr kumimoji="0" lang="en-US" sz="1800" b="0" i="0" u="none" strike="noStrike" kern="1200" cap="none" spc="44" normalizeH="0" baseline="0" noProof="0" dirty="0">
                <a:ln>
                  <a:noFill/>
                </a:ln>
                <a:solidFill>
                  <a:prstClr val="black"/>
                </a:solidFill>
                <a:effectLst/>
                <a:uLnTx/>
                <a:uFillTx/>
                <a:latin typeface="Calibri"/>
                <a:ea typeface="Cambria" panose="02040503050406030204" pitchFamily="18" charset="0"/>
                <a:cs typeface="Cambria Math"/>
              </a:rPr>
              <a:t>𝜃</a:t>
            </a:r>
            <a:r>
              <a:rPr kumimoji="0" lang="en-US" sz="1800" b="0" i="0" u="none" strike="noStrike" kern="1200" cap="none" spc="44" normalizeH="0" baseline="0" noProof="0" dirty="0">
                <a:ln>
                  <a:noFill/>
                </a:ln>
                <a:solidFill>
                  <a:prstClr val="black"/>
                </a:solidFill>
                <a:effectLst/>
                <a:uLnTx/>
                <a:uFillTx/>
                <a:latin typeface="Calibri"/>
                <a:ea typeface="Cambria" panose="02040503050406030204" pitchFamily="18" charset="0"/>
                <a:cs typeface="Franklin Gothic Medium"/>
              </a:rPr>
              <a:t>. </a:t>
            </a:r>
          </a:p>
          <a:p>
            <a:pPr marL="33619" marR="26896" lvl="0" indent="0" algn="l" defTabSz="914400" rtl="0" eaLnBrk="1" fontAlgn="base" latinLnBrk="0" hangingPunct="1">
              <a:lnSpc>
                <a:spcPts val="2224"/>
              </a:lnSpc>
              <a:spcBef>
                <a:spcPts val="737"/>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Best hypothesis ≈ most probable hypothesis</a:t>
            </a:r>
          </a:p>
          <a:p>
            <a:pPr marL="33619" marR="26896" lvl="0" indent="0" algn="l" defTabSz="914400" rtl="0" eaLnBrk="1" fontAlgn="base" latinLnBrk="0" hangingPunct="1">
              <a:lnSpc>
                <a:spcPts val="2224"/>
              </a:lnSpc>
              <a:spcBef>
                <a:spcPts val="737"/>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Cambria" panose="02040503050406030204" pitchFamily="18" charset="0"/>
              <a:cs typeface="Franklin Gothic Medium"/>
            </a:endParaRPr>
          </a:p>
        </p:txBody>
      </p:sp>
      <p:sp>
        <p:nvSpPr>
          <p:cNvPr id="5" name="object 7"/>
          <p:cNvSpPr txBox="1"/>
          <p:nvPr/>
        </p:nvSpPr>
        <p:spPr>
          <a:xfrm>
            <a:off x="4419600" y="1905000"/>
            <a:ext cx="4267836" cy="333047"/>
          </a:xfrm>
          <a:prstGeom prst="rect">
            <a:avLst/>
          </a:prstGeom>
        </p:spPr>
        <p:txBody>
          <a:bodyPr vert="horz" wrap="square" lIns="0" tIns="50426" rIns="0" bIns="0" rtlCol="0">
            <a:spAutoFit/>
          </a:bodyPr>
          <a:lstStyle/>
          <a:p>
            <a:pPr marL="114305" marR="0" lvl="0" indent="0" algn="l" defTabSz="914400" rtl="0" eaLnBrk="1" fontAlgn="base" latinLnBrk="0" hangingPunct="1">
              <a:lnSpc>
                <a:spcPts val="2246"/>
              </a:lnSpc>
              <a:spcBef>
                <a:spcPts val="397"/>
              </a:spcBef>
              <a:spcAft>
                <a:spcPct val="0"/>
              </a:spcAft>
              <a:buClrTx/>
              <a:buSzTx/>
              <a:buFontTx/>
              <a:buNone/>
              <a:tabLst>
                <a:tab pos="2135395" algn="l"/>
              </a:tabLst>
              <a:defRPr/>
            </a:pPr>
            <a:r>
              <a:rPr kumimoji="0" sz="2000" b="0" i="0" u="none" strike="noStrike" kern="1200" cap="none" spc="18" normalizeH="0" baseline="0" noProof="0" dirty="0">
                <a:ln>
                  <a:noFill/>
                </a:ln>
                <a:solidFill>
                  <a:prstClr val="black"/>
                </a:solidFill>
                <a:effectLst/>
                <a:uLnTx/>
                <a:uFillTx/>
                <a:latin typeface="Cambria Math"/>
                <a:ea typeface="+mn-ea"/>
                <a:cs typeface="Cambria Math"/>
              </a:rPr>
              <a:t>𝜃</a:t>
            </a:r>
            <a:r>
              <a:rPr kumimoji="0" sz="2000" b="0" i="0" u="none" strike="noStrike" kern="1200" cap="none" spc="26" normalizeH="0" baseline="-15625" noProof="0" dirty="0">
                <a:ln>
                  <a:noFill/>
                </a:ln>
                <a:solidFill>
                  <a:prstClr val="black"/>
                </a:solidFill>
                <a:effectLst/>
                <a:uLnTx/>
                <a:uFillTx/>
                <a:latin typeface="Cambria Math"/>
                <a:ea typeface="+mn-ea"/>
                <a:cs typeface="Cambria Math"/>
              </a:rPr>
              <a:t>𝑀𝐴𝑃 </a:t>
            </a:r>
            <a:r>
              <a:rPr kumimoji="0" sz="2000" b="0" i="0" u="none" strike="noStrike" kern="1200" cap="none" spc="72" normalizeH="0" baseline="-15625" noProof="0" dirty="0">
                <a:ln>
                  <a:noFill/>
                </a:ln>
                <a:solidFill>
                  <a:prstClr val="black"/>
                </a:solidFill>
                <a:effectLst/>
                <a:uLnTx/>
                <a:uFillTx/>
                <a:latin typeface="Cambria Math"/>
                <a:ea typeface="+mn-ea"/>
                <a:cs typeface="Cambria Math"/>
              </a:rPr>
              <a:t> </a:t>
            </a:r>
            <a:r>
              <a:rPr kumimoji="0" sz="2000" b="0" i="0" u="none" strike="noStrike" kern="1200" cap="none" spc="0" normalizeH="0" baseline="0" noProof="0" dirty="0">
                <a:ln>
                  <a:noFill/>
                </a:ln>
                <a:solidFill>
                  <a:prstClr val="black"/>
                </a:solidFill>
                <a:effectLst/>
                <a:uLnTx/>
                <a:uFillTx/>
                <a:latin typeface="Cambria Math"/>
                <a:ea typeface="+mn-ea"/>
                <a:cs typeface="Cambria Math"/>
              </a:rPr>
              <a:t>=</a:t>
            </a:r>
            <a:r>
              <a:rPr kumimoji="0" sz="2000" b="0" i="0" u="none" strike="noStrike" kern="1200" cap="none" spc="146" normalizeH="0" baseline="0" noProof="0" dirty="0">
                <a:ln>
                  <a:noFill/>
                </a:ln>
                <a:solidFill>
                  <a:prstClr val="black"/>
                </a:solidFill>
                <a:effectLst/>
                <a:uLnTx/>
                <a:uFillTx/>
                <a:latin typeface="Cambria Math"/>
                <a:ea typeface="+mn-ea"/>
                <a:cs typeface="Cambria Math"/>
              </a:rPr>
              <a:t> </a:t>
            </a:r>
            <a:r>
              <a:rPr kumimoji="0" sz="2000" b="0" i="0" u="none" strike="noStrike" kern="1200" cap="none" spc="0" normalizeH="0" baseline="0" noProof="0" dirty="0">
                <a:ln>
                  <a:noFill/>
                </a:ln>
                <a:solidFill>
                  <a:prstClr val="black"/>
                </a:solidFill>
                <a:effectLst/>
                <a:uLnTx/>
                <a:uFillTx/>
                <a:latin typeface="Cambria Math"/>
                <a:ea typeface="+mn-ea"/>
                <a:cs typeface="Cambria Math"/>
              </a:rPr>
              <a:t>arg</a:t>
            </a:r>
            <a:r>
              <a:rPr kumimoji="0" sz="2000" b="0" i="0" u="none" strike="noStrike" kern="1200" cap="none" spc="31" normalizeH="0" baseline="0" noProof="0" dirty="0">
                <a:ln>
                  <a:noFill/>
                </a:ln>
                <a:solidFill>
                  <a:prstClr val="black"/>
                </a:solidFill>
                <a:effectLst/>
                <a:uLnTx/>
                <a:uFillTx/>
                <a:latin typeface="Cambria Math"/>
                <a:ea typeface="+mn-ea"/>
                <a:cs typeface="Cambria Math"/>
              </a:rPr>
              <a:t> </a:t>
            </a:r>
            <a:r>
              <a:rPr kumimoji="0" sz="2000" b="0" i="0" u="none" strike="noStrike" kern="1200" cap="none" spc="9" normalizeH="0" baseline="0" noProof="0" dirty="0">
                <a:ln>
                  <a:noFill/>
                </a:ln>
                <a:solidFill>
                  <a:prstClr val="black"/>
                </a:solidFill>
                <a:effectLst/>
                <a:uLnTx/>
                <a:uFillTx/>
                <a:latin typeface="Cambria Math"/>
                <a:ea typeface="+mn-ea"/>
                <a:cs typeface="Cambria Math"/>
              </a:rPr>
              <a:t>max</a:t>
            </a:r>
            <a:r>
              <a:rPr kumimoji="0" sz="2000" b="0" i="0" u="none" strike="noStrike" kern="1200" cap="none" spc="-84" normalizeH="0" baseline="0" noProof="0" dirty="0">
                <a:ln>
                  <a:noFill/>
                </a:ln>
                <a:solidFill>
                  <a:prstClr val="black"/>
                </a:solidFill>
                <a:effectLst/>
                <a:uLnTx/>
                <a:uFillTx/>
                <a:latin typeface="Cambria Math"/>
                <a:ea typeface="+mn-ea"/>
                <a:cs typeface="Cambria Math"/>
              </a:rPr>
              <a:t> </a:t>
            </a:r>
            <a:r>
              <a:rPr kumimoji="0" sz="2000" b="0" i="0" u="none" strike="noStrike" kern="1200" cap="none" spc="0" normalizeH="0" baseline="0" noProof="0" dirty="0">
                <a:ln>
                  <a:noFill/>
                </a:ln>
                <a:solidFill>
                  <a:prstClr val="black"/>
                </a:solidFill>
                <a:effectLst/>
                <a:uLnTx/>
                <a:uFillTx/>
                <a:latin typeface="Cambria Math"/>
                <a:ea typeface="+mn-ea"/>
                <a:cs typeface="Cambria Math"/>
              </a:rPr>
              <a:t>𝑓</a:t>
            </a:r>
            <a:r>
              <a:rPr kumimoji="0" lang="en-US" sz="2000" b="0" i="0" u="none" strike="noStrike" kern="1200" cap="none" spc="0" normalizeH="0" baseline="0" noProof="0" dirty="0">
                <a:ln>
                  <a:noFill/>
                </a:ln>
                <a:solidFill>
                  <a:prstClr val="black"/>
                </a:solidFill>
                <a:effectLst/>
                <a:uLnTx/>
                <a:uFillTx/>
                <a:latin typeface="Cambria Math"/>
                <a:ea typeface="+mn-ea"/>
                <a:cs typeface="Cambria Math"/>
              </a:rPr>
              <a:t>(</a:t>
            </a:r>
            <a:r>
              <a:rPr kumimoji="0" sz="2000" b="0" i="0" u="none" strike="noStrike" kern="1200" cap="none" spc="18" normalizeH="0" baseline="0" noProof="0" dirty="0">
                <a:ln>
                  <a:noFill/>
                </a:ln>
                <a:solidFill>
                  <a:prstClr val="black"/>
                </a:solidFill>
                <a:effectLst/>
                <a:uLnTx/>
                <a:uFillTx/>
                <a:latin typeface="Cambria Math"/>
                <a:ea typeface="+mn-ea"/>
                <a:cs typeface="Cambria Math"/>
              </a:rPr>
              <a:t>𝜃|𝑋</a:t>
            </a:r>
            <a:r>
              <a:rPr kumimoji="0" sz="2000" b="0" i="0" u="none" strike="noStrike" kern="1200" cap="none" spc="26" normalizeH="0" baseline="-15625" noProof="0" dirty="0">
                <a:ln>
                  <a:noFill/>
                </a:ln>
                <a:solidFill>
                  <a:prstClr val="black"/>
                </a:solidFill>
                <a:effectLst/>
                <a:uLnTx/>
                <a:uFillTx/>
                <a:latin typeface="Cambria Math"/>
                <a:ea typeface="+mn-ea"/>
                <a:cs typeface="Cambria Math"/>
              </a:rPr>
              <a:t>1</a:t>
            </a:r>
            <a:r>
              <a:rPr kumimoji="0" sz="2000" b="0" i="0" u="none" strike="noStrike" kern="1200" cap="none" spc="18" normalizeH="0" baseline="0" noProof="0" dirty="0">
                <a:ln>
                  <a:noFill/>
                </a:ln>
                <a:solidFill>
                  <a:prstClr val="black"/>
                </a:solidFill>
                <a:effectLst/>
                <a:uLnTx/>
                <a:uFillTx/>
                <a:latin typeface="Cambria Math"/>
                <a:ea typeface="+mn-ea"/>
                <a:cs typeface="Cambria Math"/>
              </a:rPr>
              <a:t>,</a:t>
            </a:r>
            <a:r>
              <a:rPr kumimoji="0" sz="2000" b="0" i="0" u="none" strike="noStrike" kern="1200" cap="none" spc="-106" normalizeH="0" baseline="0" noProof="0" dirty="0">
                <a:ln>
                  <a:noFill/>
                </a:ln>
                <a:solidFill>
                  <a:prstClr val="black"/>
                </a:solidFill>
                <a:effectLst/>
                <a:uLnTx/>
                <a:uFillTx/>
                <a:latin typeface="Cambria Math"/>
                <a:ea typeface="+mn-ea"/>
                <a:cs typeface="Cambria Math"/>
              </a:rPr>
              <a:t> </a:t>
            </a:r>
            <a:r>
              <a:rPr kumimoji="0" sz="2000" b="0" i="0" u="none" strike="noStrike" kern="1200" cap="none" spc="84" normalizeH="0" baseline="0" noProof="0" dirty="0">
                <a:ln>
                  <a:noFill/>
                </a:ln>
                <a:solidFill>
                  <a:prstClr val="black"/>
                </a:solidFill>
                <a:effectLst/>
                <a:uLnTx/>
                <a:uFillTx/>
                <a:latin typeface="Cambria Math"/>
                <a:ea typeface="+mn-ea"/>
                <a:cs typeface="Cambria Math"/>
              </a:rPr>
              <a:t>𝑋</a:t>
            </a:r>
            <a:r>
              <a:rPr kumimoji="0" lang="en-US" sz="2000" b="0" i="0" u="none" strike="noStrike" kern="1200" cap="none" spc="125" normalizeH="0" baseline="-15625" noProof="0" dirty="0">
                <a:ln>
                  <a:noFill/>
                </a:ln>
                <a:solidFill>
                  <a:prstClr val="black"/>
                </a:solidFill>
                <a:effectLst/>
                <a:uLnTx/>
                <a:uFillTx/>
                <a:latin typeface="Cambria Math"/>
                <a:ea typeface="+mn-ea"/>
                <a:cs typeface="Cambria Math"/>
              </a:rPr>
              <a:t>2</a:t>
            </a:r>
            <a:r>
              <a:rPr kumimoji="0" sz="2000" b="0" i="0" u="none" strike="noStrike" kern="1200" cap="none" spc="84" normalizeH="0" baseline="0" noProof="0" dirty="0">
                <a:ln>
                  <a:noFill/>
                </a:ln>
                <a:solidFill>
                  <a:prstClr val="black"/>
                </a:solidFill>
                <a:effectLst/>
                <a:uLnTx/>
                <a:uFillTx/>
                <a:latin typeface="Cambria Math"/>
                <a:ea typeface="+mn-ea"/>
                <a:cs typeface="Cambria Math"/>
              </a:rPr>
              <a:t>,</a:t>
            </a:r>
            <a:r>
              <a:rPr kumimoji="0" sz="2000" b="0" i="0" u="none" strike="noStrike" kern="1200" cap="none" spc="-101" normalizeH="0" baseline="0" noProof="0" dirty="0">
                <a:ln>
                  <a:noFill/>
                </a:ln>
                <a:solidFill>
                  <a:prstClr val="black"/>
                </a:solidFill>
                <a:effectLst/>
                <a:uLnTx/>
                <a:uFillTx/>
                <a:latin typeface="Cambria Math"/>
                <a:ea typeface="+mn-ea"/>
                <a:cs typeface="Cambria Math"/>
              </a:rPr>
              <a:t> </a:t>
            </a:r>
            <a:r>
              <a:rPr kumimoji="0" sz="2000" b="0" i="0" u="none" strike="noStrike" kern="1200" cap="none" spc="0" normalizeH="0" baseline="0" noProof="0" dirty="0">
                <a:ln>
                  <a:noFill/>
                </a:ln>
                <a:solidFill>
                  <a:prstClr val="black"/>
                </a:solidFill>
                <a:effectLst/>
                <a:uLnTx/>
                <a:uFillTx/>
                <a:latin typeface="Cambria Math"/>
                <a:ea typeface="+mn-ea"/>
                <a:cs typeface="Cambria Math"/>
              </a:rPr>
              <a:t>…</a:t>
            </a:r>
            <a:r>
              <a:rPr kumimoji="0" sz="2000" b="0" i="0" u="none" strike="noStrike" kern="1200" cap="none" spc="-88" normalizeH="0" baseline="0" noProof="0" dirty="0">
                <a:ln>
                  <a:noFill/>
                </a:ln>
                <a:solidFill>
                  <a:prstClr val="black"/>
                </a:solidFill>
                <a:effectLst/>
                <a:uLnTx/>
                <a:uFillTx/>
                <a:latin typeface="Cambria Math"/>
                <a:ea typeface="+mn-ea"/>
                <a:cs typeface="Cambria Math"/>
              </a:rPr>
              <a:t> </a:t>
            </a:r>
            <a:r>
              <a:rPr kumimoji="0" sz="2000" b="0" i="0" u="none" strike="noStrike" kern="1200" cap="none" spc="0" normalizeH="0" baseline="0" noProof="0" dirty="0">
                <a:ln>
                  <a:noFill/>
                </a:ln>
                <a:solidFill>
                  <a:prstClr val="black"/>
                </a:solidFill>
                <a:effectLst/>
                <a:uLnTx/>
                <a:uFillTx/>
                <a:latin typeface="Cambria Math"/>
                <a:ea typeface="+mn-ea"/>
                <a:cs typeface="Cambria Math"/>
              </a:rPr>
              <a:t>,</a:t>
            </a:r>
            <a:r>
              <a:rPr kumimoji="0" sz="2000" b="0" i="0" u="none" strike="noStrike" kern="1200" cap="none" spc="-106" normalizeH="0" baseline="0" noProof="0" dirty="0">
                <a:ln>
                  <a:noFill/>
                </a:ln>
                <a:solidFill>
                  <a:prstClr val="black"/>
                </a:solidFill>
                <a:effectLst/>
                <a:uLnTx/>
                <a:uFillTx/>
                <a:latin typeface="Cambria Math"/>
                <a:ea typeface="+mn-ea"/>
                <a:cs typeface="Cambria Math"/>
              </a:rPr>
              <a:t> </a:t>
            </a:r>
            <a:r>
              <a:rPr kumimoji="0" sz="2000" b="0" i="0" u="none" strike="noStrike" kern="1200" cap="none" spc="18" normalizeH="0" baseline="0" noProof="0" dirty="0">
                <a:ln>
                  <a:noFill/>
                </a:ln>
                <a:solidFill>
                  <a:prstClr val="black"/>
                </a:solidFill>
                <a:effectLst/>
                <a:uLnTx/>
                <a:uFillTx/>
                <a:latin typeface="Cambria Math"/>
                <a:ea typeface="+mn-ea"/>
                <a:cs typeface="Cambria Math"/>
              </a:rPr>
              <a:t>𝑋</a:t>
            </a:r>
            <a:r>
              <a:rPr kumimoji="0" sz="2000" b="0" i="0" u="none" strike="noStrike" kern="1200" cap="none" spc="26" normalizeH="0" baseline="-15625" noProof="0" dirty="0">
                <a:ln>
                  <a:noFill/>
                </a:ln>
                <a:solidFill>
                  <a:prstClr val="black"/>
                </a:solidFill>
                <a:effectLst/>
                <a:uLnTx/>
                <a:uFillTx/>
                <a:latin typeface="Cambria Math"/>
                <a:ea typeface="+mn-ea"/>
                <a:cs typeface="Cambria Math"/>
              </a:rPr>
              <a:t>𝑛</a:t>
            </a:r>
            <a:r>
              <a:rPr kumimoji="0" lang="en-US" sz="2000" b="0" i="0" u="none" strike="noStrike" kern="1200" cap="none" spc="26" normalizeH="0" baseline="0" noProof="0" dirty="0">
                <a:ln>
                  <a:noFill/>
                </a:ln>
                <a:solidFill>
                  <a:prstClr val="black"/>
                </a:solidFill>
                <a:effectLst/>
                <a:uLnTx/>
                <a:uFillTx/>
                <a:latin typeface="Cambria Math"/>
                <a:ea typeface="+mn-ea"/>
                <a:cs typeface="Cambria Math"/>
              </a:rPr>
              <a:t>)</a:t>
            </a:r>
            <a:endParaRPr kumimoji="0" sz="2000" b="0" i="0" u="none" strike="noStrike" kern="1200" cap="none" spc="0" normalizeH="0" baseline="0" noProof="0" dirty="0">
              <a:ln>
                <a:noFill/>
              </a:ln>
              <a:solidFill>
                <a:prstClr val="black"/>
              </a:solidFill>
              <a:effectLst/>
              <a:uLnTx/>
              <a:uFillTx/>
              <a:latin typeface="Cambria Math"/>
              <a:ea typeface="+mn-ea"/>
              <a:cs typeface="Cambria Math"/>
            </a:endParaRPr>
          </a:p>
        </p:txBody>
      </p:sp>
      <p:pic>
        <p:nvPicPr>
          <p:cNvPr id="6" name="Picture 5"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19599" y="2438400"/>
            <a:ext cx="3299239" cy="1905000"/>
          </a:xfrm>
          <a:prstGeom prst="rect">
            <a:avLst/>
          </a:prstGeom>
        </p:spPr>
      </p:pic>
      <p:sp>
        <p:nvSpPr>
          <p:cNvPr id="8" name="Rectangle 7"/>
          <p:cNvSpPr/>
          <p:nvPr/>
        </p:nvSpPr>
        <p:spPr>
          <a:xfrm>
            <a:off x="957315" y="3221623"/>
            <a:ext cx="2733569" cy="338554"/>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Tahoma" charset="0"/>
                <a:ea typeface="+mn-ea"/>
                <a:cs typeface="+mn-cs"/>
              </a:rPr>
              <a:t>Brute Force MAP Hypothesis</a:t>
            </a:r>
          </a:p>
        </p:txBody>
      </p:sp>
      <mc:AlternateContent xmlns:mc="http://schemas.openxmlformats.org/markup-compatibility/2006">
        <mc:Choice xmlns:p14="http://schemas.microsoft.com/office/powerpoint/2010/main" Requires="p14">
          <p:contentPart p14:bwMode="auto" r:id="rId3">
            <p14:nvContentPartPr>
              <p14:cNvPr id="7" name="Ink 6">
                <a:extLst>
                  <a:ext uri="{FF2B5EF4-FFF2-40B4-BE49-F238E27FC236}">
                    <a16:creationId xmlns:a16="http://schemas.microsoft.com/office/drawing/2014/main" id="{E22D46BC-2C27-2F1F-7446-52D21C81C4D5}"/>
                  </a:ext>
                </a:extLst>
              </p14:cNvPr>
              <p14:cNvContentPartPr/>
              <p14:nvPr/>
            </p14:nvContentPartPr>
            <p14:xfrm>
              <a:off x="2023560" y="951120"/>
              <a:ext cx="6721920" cy="4449960"/>
            </p14:xfrm>
          </p:contentPart>
        </mc:Choice>
        <mc:Fallback>
          <p:pic>
            <p:nvPicPr>
              <p:cNvPr id="7" name="Ink 6">
                <a:extLst>
                  <a:ext uri="{FF2B5EF4-FFF2-40B4-BE49-F238E27FC236}">
                    <a16:creationId xmlns:a16="http://schemas.microsoft.com/office/drawing/2014/main" id="{E22D46BC-2C27-2F1F-7446-52D21C81C4D5}"/>
                  </a:ext>
                </a:extLst>
              </p:cNvPr>
              <p:cNvPicPr/>
              <p:nvPr/>
            </p:nvPicPr>
            <p:blipFill>
              <a:blip r:embed="rId4"/>
              <a:stretch>
                <a:fillRect/>
              </a:stretch>
            </p:blipFill>
            <p:spPr>
              <a:xfrm>
                <a:off x="2014200" y="941760"/>
                <a:ext cx="6740640" cy="4468680"/>
              </a:xfrm>
              <a:prstGeom prst="rect">
                <a:avLst/>
              </a:prstGeom>
            </p:spPr>
          </p:pic>
        </mc:Fallback>
      </mc:AlternateContent>
    </p:spTree>
    <p:extLst>
      <p:ext uri="{BB962C8B-B14F-4D97-AF65-F5344CB8AC3E}">
        <p14:creationId xmlns:p14="http://schemas.microsoft.com/office/powerpoint/2010/main" val="36798150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304800" y="1524000"/>
            <a:ext cx="4572000" cy="3382963"/>
          </a:xfrm>
        </p:spPr>
        <p:txBody>
          <a:bodyPr>
            <a:normAutofit lnSpcReduction="10000"/>
          </a:bodyPr>
          <a:lstStyle/>
          <a:p>
            <a:pPr marL="571500" indent="-342900">
              <a:buSzPct val="100000"/>
              <a:buFont typeface="+mj-lt"/>
              <a:buAutoNum type="arabicPeriod"/>
            </a:pPr>
            <a:r>
              <a:rPr lang="en-IN" sz="1800" dirty="0">
                <a:solidFill>
                  <a:srgbClr val="7030A0"/>
                </a:solidFill>
                <a:latin typeface="Arial" panose="020B0604020202020204" pitchFamily="34" charset="0"/>
                <a:cs typeface="Arial" panose="020B0604020202020204" pitchFamily="34" charset="0"/>
              </a:rPr>
              <a:t>Find the prior probability</a:t>
            </a:r>
          </a:p>
          <a:p>
            <a:pPr marL="571500" indent="-342900">
              <a:buSzPct val="100000"/>
              <a:buFont typeface="+mj-lt"/>
              <a:buAutoNum type="arabicPeriod"/>
            </a:pPr>
            <a:endParaRPr lang="en-IN" sz="1800" dirty="0">
              <a:solidFill>
                <a:srgbClr val="7030A0"/>
              </a:solidFill>
              <a:latin typeface="Arial" panose="020B0604020202020204" pitchFamily="34" charset="0"/>
              <a:cs typeface="Arial" panose="020B0604020202020204" pitchFamily="34" charset="0"/>
            </a:endParaRPr>
          </a:p>
          <a:p>
            <a:pPr marL="571500" indent="-342900">
              <a:buSzPct val="100000"/>
              <a:buFont typeface="+mj-lt"/>
              <a:buAutoNum type="arabicPeriod"/>
            </a:pPr>
            <a:endParaRPr lang="en-IN" sz="1800" dirty="0">
              <a:solidFill>
                <a:srgbClr val="7030A0"/>
              </a:solidFill>
              <a:latin typeface="Arial" panose="020B0604020202020204" pitchFamily="34" charset="0"/>
              <a:cs typeface="Arial" panose="020B0604020202020204" pitchFamily="34" charset="0"/>
            </a:endParaRPr>
          </a:p>
          <a:p>
            <a:pPr marL="571500" indent="-342900">
              <a:buSzPct val="100000"/>
              <a:buFont typeface="+mj-lt"/>
              <a:buAutoNum type="arabicPeriod"/>
            </a:pPr>
            <a:r>
              <a:rPr lang="en-IN" sz="1800" dirty="0">
                <a:solidFill>
                  <a:srgbClr val="7030A0"/>
                </a:solidFill>
                <a:latin typeface="Arial" panose="020B0604020202020204" pitchFamily="34" charset="0"/>
                <a:cs typeface="Arial" panose="020B0604020202020204" pitchFamily="34" charset="0"/>
              </a:rPr>
              <a:t>Derive the posterior probability</a:t>
            </a:r>
          </a:p>
          <a:p>
            <a:pPr marL="571500" indent="-342900">
              <a:buSzPct val="100000"/>
              <a:buFont typeface="+mj-lt"/>
              <a:buAutoNum type="arabicPeriod"/>
            </a:pPr>
            <a:endParaRPr lang="en-IN" sz="1800" dirty="0">
              <a:solidFill>
                <a:srgbClr val="7030A0"/>
              </a:solidFill>
              <a:latin typeface="Arial" panose="020B0604020202020204" pitchFamily="34" charset="0"/>
              <a:cs typeface="Arial" panose="020B0604020202020204" pitchFamily="34" charset="0"/>
            </a:endParaRPr>
          </a:p>
          <a:p>
            <a:pPr marL="571500" indent="-342900">
              <a:lnSpc>
                <a:spcPct val="300000"/>
              </a:lnSpc>
              <a:buSzPct val="100000"/>
              <a:buFont typeface="+mj-lt"/>
              <a:buAutoNum type="arabicPeriod"/>
            </a:pPr>
            <a:r>
              <a:rPr lang="en-IN" sz="1800" dirty="0">
                <a:solidFill>
                  <a:srgbClr val="7030A0"/>
                </a:solidFill>
                <a:latin typeface="Arial" panose="020B0604020202020204" pitchFamily="34" charset="0"/>
                <a:cs typeface="Arial" panose="020B0604020202020204" pitchFamily="34" charset="0"/>
              </a:rPr>
              <a:t>Differentiate posterior w.r.t. (each) 𝜃</a:t>
            </a:r>
          </a:p>
          <a:p>
            <a:pPr marL="571500" indent="-342900">
              <a:lnSpc>
                <a:spcPct val="300000"/>
              </a:lnSpc>
              <a:buSzPct val="100000"/>
              <a:buFont typeface="+mj-lt"/>
              <a:buAutoNum type="arabicPeriod"/>
            </a:pPr>
            <a:r>
              <a:rPr lang="en-IN" sz="1800" dirty="0">
                <a:solidFill>
                  <a:srgbClr val="7030A0"/>
                </a:solidFill>
                <a:latin typeface="Arial" panose="020B0604020202020204" pitchFamily="34" charset="0"/>
                <a:cs typeface="Arial" panose="020B0604020202020204" pitchFamily="34" charset="0"/>
              </a:rPr>
              <a:t>Solve</a:t>
            </a:r>
          </a:p>
        </p:txBody>
      </p:sp>
      <p:sp>
        <p:nvSpPr>
          <p:cNvPr id="3" name="Text Placeholder 2"/>
          <p:cNvSpPr>
            <a:spLocks noGrp="1"/>
          </p:cNvSpPr>
          <p:nvPr>
            <p:ph type="body" idx="2"/>
          </p:nvPr>
        </p:nvSpPr>
        <p:spPr>
          <a:xfrm>
            <a:off x="152400" y="152400"/>
            <a:ext cx="6324600" cy="1143000"/>
          </a:xfrm>
        </p:spPr>
        <p:txBody>
          <a:bodyPr>
            <a:normAutofit/>
          </a:bodyPr>
          <a:lstStyle/>
          <a:p>
            <a:pPr marL="271463" indent="-42863"/>
            <a:r>
              <a:rPr lang="en-IN" sz="2400" dirty="0">
                <a:latin typeface="+mj-lt"/>
              </a:rPr>
              <a:t>Maximum A Posteriori Estimation (MAP)</a:t>
            </a:r>
          </a:p>
        </p:txBody>
      </p:sp>
      <p:sp>
        <p:nvSpPr>
          <p:cNvPr id="4" name="Rectangle 3"/>
          <p:cNvSpPr/>
          <p:nvPr/>
        </p:nvSpPr>
        <p:spPr>
          <a:xfrm>
            <a:off x="304800" y="5486400"/>
            <a:ext cx="8534400" cy="1382430"/>
          </a:xfrm>
          <a:prstGeom prst="rect">
            <a:avLst/>
          </a:prstGeom>
        </p:spPr>
        <p:txBody>
          <a:bodyPr wrap="square">
            <a:spAutoFit/>
          </a:bodyPr>
          <a:lstStyle/>
          <a:p>
            <a:pPr marL="33619" marR="26896" lvl="0" indent="0" algn="l" defTabSz="914400" rtl="0" eaLnBrk="1" fontAlgn="base" latinLnBrk="0" hangingPunct="1">
              <a:lnSpc>
                <a:spcPts val="2224"/>
              </a:lnSpc>
              <a:spcBef>
                <a:spcPts val="737"/>
              </a:spcBef>
              <a:spcAft>
                <a:spcPct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alibri"/>
                <a:ea typeface="Cambria" panose="02040503050406030204" pitchFamily="18" charset="0"/>
                <a:cs typeface="Franklin Gothic Medium"/>
              </a:rPr>
              <a:t>Maximum a </a:t>
            </a:r>
            <a:r>
              <a:rPr kumimoji="0" lang="en-US" sz="1800" b="0" i="0" u="none" strike="noStrike" kern="1200" cap="none" spc="13" normalizeH="0" baseline="0" noProof="0" dirty="0">
                <a:ln>
                  <a:noFill/>
                </a:ln>
                <a:solidFill>
                  <a:srgbClr val="0070C0"/>
                </a:solidFill>
                <a:effectLst/>
                <a:uLnTx/>
                <a:uFillTx/>
                <a:latin typeface="Calibri"/>
                <a:ea typeface="Cambria" panose="02040503050406030204" pitchFamily="18" charset="0"/>
                <a:cs typeface="Franklin Gothic Medium"/>
              </a:rPr>
              <a:t>Posteriori </a:t>
            </a:r>
            <a:r>
              <a:rPr kumimoji="0" lang="en-US" sz="1800" b="0" i="0" u="none" strike="noStrike" kern="1200" cap="none" spc="0" normalizeH="0" baseline="0" noProof="0" dirty="0">
                <a:ln>
                  <a:noFill/>
                </a:ln>
                <a:solidFill>
                  <a:srgbClr val="0070C0"/>
                </a:solidFill>
                <a:effectLst/>
                <a:uLnTx/>
                <a:uFillTx/>
                <a:latin typeface="Calibri"/>
                <a:ea typeface="Cambria" panose="02040503050406030204" pitchFamily="18" charset="0"/>
                <a:cs typeface="Franklin Gothic Medium"/>
              </a:rPr>
              <a:t>(MAP) </a:t>
            </a:r>
            <a:r>
              <a:rPr kumimoji="0" lang="en-US" sz="1800" b="0" i="0" u="none" strike="noStrike" kern="1200" cap="none" spc="13" normalizeH="0" baseline="0" noProof="0" dirty="0">
                <a:ln>
                  <a:noFill/>
                </a:ln>
                <a:solidFill>
                  <a:srgbClr val="0070C0"/>
                </a:solidFill>
                <a:effectLst/>
                <a:uLnTx/>
                <a:uFillTx/>
                <a:latin typeface="Calibri"/>
                <a:ea typeface="Cambria" panose="02040503050406030204" pitchFamily="18" charset="0"/>
                <a:cs typeface="Franklin Gothic Medium"/>
              </a:rPr>
              <a:t>Estimator</a:t>
            </a:r>
            <a:r>
              <a:rPr kumimoji="0" lang="en-US" sz="1800" b="0" i="0" u="none" strike="noStrike" kern="1200" cap="none" spc="13" normalizeH="0" baseline="1291" noProof="0" dirty="0">
                <a:ln>
                  <a:noFill/>
                </a:ln>
                <a:solidFill>
                  <a:srgbClr val="0070C0"/>
                </a:solidFill>
                <a:effectLst/>
                <a:uLnTx/>
                <a:uFillTx/>
                <a:latin typeface="Calibri"/>
                <a:ea typeface="Cambria" panose="02040503050406030204" pitchFamily="18" charset="0"/>
                <a:cs typeface="Franklin Gothic Medium"/>
              </a:rPr>
              <a:t> </a:t>
            </a:r>
            <a:r>
              <a:rPr kumimoji="0" lang="en-US" sz="1800" b="0" i="0" u="none" strike="noStrike" kern="1200" cap="none" spc="-22" normalizeH="0" baseline="0" noProof="0" dirty="0">
                <a:ln>
                  <a:noFill/>
                </a:ln>
                <a:solidFill>
                  <a:prstClr val="black"/>
                </a:solidFill>
                <a:effectLst/>
                <a:uLnTx/>
                <a:uFillTx/>
                <a:latin typeface="Calibri"/>
                <a:ea typeface="Cambria" panose="02040503050406030204" pitchFamily="18" charset="0"/>
                <a:cs typeface="Franklin Gothic Medium"/>
              </a:rPr>
              <a:t>of </a:t>
            </a:r>
            <a:r>
              <a:rPr kumimoji="0" lang="en-US" sz="1800" b="0" i="0" u="none" strike="noStrike" kern="1200" cap="none" spc="0" normalizeH="0" baseline="0" noProof="0" dirty="0">
                <a:ln>
                  <a:noFill/>
                </a:ln>
                <a:solidFill>
                  <a:prstClr val="black"/>
                </a:solidFill>
                <a:effectLst/>
                <a:uLnTx/>
                <a:uFillTx/>
                <a:latin typeface="Calibri"/>
                <a:ea typeface="Cambria" panose="02040503050406030204" pitchFamily="18" charset="0"/>
                <a:cs typeface="Cambria Math"/>
              </a:rPr>
              <a:t>𝜃</a:t>
            </a:r>
            <a:r>
              <a:rPr kumimoji="0" lang="en-US" sz="1800" b="0" i="0" u="none" strike="noStrike" kern="1200" cap="none" spc="4" normalizeH="0" baseline="0" noProof="0" dirty="0">
                <a:ln>
                  <a:noFill/>
                </a:ln>
                <a:solidFill>
                  <a:prstClr val="black"/>
                </a:solidFill>
                <a:effectLst/>
                <a:uLnTx/>
                <a:uFillTx/>
                <a:latin typeface="Calibri"/>
                <a:ea typeface="Cambria" panose="02040503050406030204" pitchFamily="18" charset="0"/>
                <a:cs typeface="Cambria Math"/>
              </a:rPr>
              <a:t> </a:t>
            </a:r>
            <a:r>
              <a:rPr kumimoji="0" lang="en-US" sz="1800" b="0" i="0" u="none" strike="noStrike" kern="1200" cap="none" spc="-4" normalizeH="0" baseline="0" noProof="0" dirty="0">
                <a:ln>
                  <a:noFill/>
                </a:ln>
                <a:solidFill>
                  <a:prstClr val="black"/>
                </a:solidFill>
                <a:effectLst/>
                <a:uLnTx/>
                <a:uFillTx/>
                <a:latin typeface="Calibri"/>
                <a:ea typeface="Cambria" panose="02040503050406030204" pitchFamily="18" charset="0"/>
                <a:cs typeface="Franklin Gothic Medium"/>
              </a:rPr>
              <a:t>is the </a:t>
            </a:r>
            <a:r>
              <a:rPr kumimoji="0" lang="en-US" sz="1800" b="0" i="0" u="none" strike="noStrike" kern="1200" cap="none" spc="0" normalizeH="0" baseline="0" noProof="0" dirty="0">
                <a:ln>
                  <a:noFill/>
                </a:ln>
                <a:solidFill>
                  <a:prstClr val="black"/>
                </a:solidFill>
                <a:effectLst/>
                <a:uLnTx/>
                <a:uFillTx/>
                <a:latin typeface="Calibri"/>
                <a:ea typeface="Cambria" panose="02040503050406030204" pitchFamily="18" charset="0"/>
                <a:cs typeface="Franklin Gothic Medium"/>
              </a:rPr>
              <a:t>value </a:t>
            </a:r>
            <a:r>
              <a:rPr kumimoji="0" lang="en-US" sz="1800" b="0" i="0" u="none" strike="noStrike" kern="1200" cap="none" spc="-22" normalizeH="0" baseline="0" noProof="0" dirty="0">
                <a:ln>
                  <a:noFill/>
                </a:ln>
                <a:solidFill>
                  <a:prstClr val="black"/>
                </a:solidFill>
                <a:effectLst/>
                <a:uLnTx/>
                <a:uFillTx/>
                <a:latin typeface="Calibri"/>
                <a:ea typeface="Cambria" panose="02040503050406030204" pitchFamily="18" charset="0"/>
                <a:cs typeface="Franklin Gothic Medium"/>
              </a:rPr>
              <a:t>of </a:t>
            </a:r>
            <a:r>
              <a:rPr kumimoji="0" lang="en-US" sz="1800" b="0" i="0" u="none" strike="noStrike" kern="1200" cap="none" spc="0" normalizeH="0" baseline="0" noProof="0" dirty="0">
                <a:ln>
                  <a:noFill/>
                </a:ln>
                <a:solidFill>
                  <a:prstClr val="black"/>
                </a:solidFill>
                <a:effectLst/>
                <a:uLnTx/>
                <a:uFillTx/>
                <a:latin typeface="Calibri"/>
                <a:ea typeface="Cambria" panose="02040503050406030204" pitchFamily="18" charset="0"/>
                <a:cs typeface="Cambria Math"/>
              </a:rPr>
              <a:t>𝜃</a:t>
            </a:r>
            <a:r>
              <a:rPr kumimoji="0" lang="en-US" sz="1800" b="0" i="0" u="none" strike="noStrike" kern="1200" cap="none" spc="4" normalizeH="0" baseline="0" noProof="0" dirty="0">
                <a:ln>
                  <a:noFill/>
                </a:ln>
                <a:solidFill>
                  <a:prstClr val="black"/>
                </a:solidFill>
                <a:effectLst/>
                <a:uLnTx/>
                <a:uFillTx/>
                <a:latin typeface="Calibri"/>
                <a:ea typeface="Cambria" panose="02040503050406030204" pitchFamily="18" charset="0"/>
                <a:cs typeface="Cambria Math"/>
              </a:rPr>
              <a:t> </a:t>
            </a:r>
            <a:r>
              <a:rPr kumimoji="0" lang="en-US" sz="1800" b="0" i="0" u="none" strike="noStrike" kern="1200" cap="none" spc="-13" normalizeH="0" baseline="0" noProof="0" dirty="0">
                <a:ln>
                  <a:noFill/>
                </a:ln>
                <a:solidFill>
                  <a:prstClr val="black"/>
                </a:solidFill>
                <a:effectLst/>
                <a:uLnTx/>
                <a:uFillTx/>
                <a:latin typeface="Calibri"/>
                <a:ea typeface="Cambria" panose="02040503050406030204" pitchFamily="18" charset="0"/>
                <a:cs typeface="Franklin Gothic Medium"/>
              </a:rPr>
              <a:t>that </a:t>
            </a:r>
            <a:r>
              <a:rPr kumimoji="0" lang="en-US" sz="1800" b="0" i="0" u="none" strike="noStrike" kern="1200" cap="none" spc="-472" normalizeH="0" baseline="0" noProof="0" dirty="0">
                <a:ln>
                  <a:noFill/>
                </a:ln>
                <a:solidFill>
                  <a:prstClr val="black"/>
                </a:solidFill>
                <a:effectLst/>
                <a:uLnTx/>
                <a:uFillTx/>
                <a:latin typeface="Calibri"/>
                <a:ea typeface="Cambria" panose="02040503050406030204" pitchFamily="18" charset="0"/>
                <a:cs typeface="Franklin Gothic Medium"/>
              </a:rPr>
              <a:t> </a:t>
            </a:r>
            <a:r>
              <a:rPr kumimoji="0" lang="en-US" sz="1800" b="0" i="0" u="none" strike="noStrike" kern="1200" cap="none" spc="-26" normalizeH="0" baseline="0" noProof="0" dirty="0">
                <a:ln>
                  <a:noFill/>
                </a:ln>
                <a:solidFill>
                  <a:prstClr val="black"/>
                </a:solidFill>
                <a:effectLst/>
                <a:uLnTx/>
                <a:uFillTx/>
                <a:latin typeface="Calibri"/>
                <a:ea typeface="Cambria" panose="02040503050406030204" pitchFamily="18" charset="0"/>
                <a:cs typeface="Franklin Gothic Medium"/>
              </a:rPr>
              <a:t>maximizes</a:t>
            </a:r>
            <a:r>
              <a:rPr kumimoji="0" lang="en-US" sz="1800" b="0" i="0" u="none" strike="noStrike" kern="1200" cap="none" spc="22" normalizeH="0" baseline="0" noProof="0" dirty="0">
                <a:ln>
                  <a:noFill/>
                </a:ln>
                <a:solidFill>
                  <a:prstClr val="black"/>
                </a:solidFill>
                <a:effectLst/>
                <a:uLnTx/>
                <a:uFillTx/>
                <a:latin typeface="Calibri"/>
                <a:ea typeface="Cambria" panose="02040503050406030204" pitchFamily="18" charset="0"/>
                <a:cs typeface="Franklin Gothic Medium"/>
              </a:rPr>
              <a:t> </a:t>
            </a:r>
            <a:r>
              <a:rPr kumimoji="0" lang="en-US" sz="1800" b="0" i="0" u="none" strike="noStrike" kern="1200" cap="none" spc="-4" normalizeH="0" baseline="0" noProof="0" dirty="0">
                <a:ln>
                  <a:noFill/>
                </a:ln>
                <a:solidFill>
                  <a:prstClr val="black"/>
                </a:solidFill>
                <a:effectLst/>
                <a:uLnTx/>
                <a:uFillTx/>
                <a:latin typeface="Calibri"/>
                <a:ea typeface="Cambria" panose="02040503050406030204" pitchFamily="18" charset="0"/>
                <a:cs typeface="Franklin Gothic Medium"/>
              </a:rPr>
              <a:t>the</a:t>
            </a:r>
            <a:r>
              <a:rPr kumimoji="0" lang="en-US" sz="1800" b="0" i="0" u="none" strike="noStrike" kern="1200" cap="none" spc="22" normalizeH="0" baseline="0" noProof="0" dirty="0">
                <a:ln>
                  <a:noFill/>
                </a:ln>
                <a:solidFill>
                  <a:prstClr val="black"/>
                </a:solidFill>
                <a:effectLst/>
                <a:uLnTx/>
                <a:uFillTx/>
                <a:latin typeface="Calibri"/>
                <a:ea typeface="Cambria" panose="02040503050406030204" pitchFamily="18" charset="0"/>
                <a:cs typeface="Franklin Gothic Medium"/>
              </a:rPr>
              <a:t> </a:t>
            </a:r>
            <a:r>
              <a:rPr kumimoji="0" lang="en-US" sz="1800" b="0" i="0" u="none" strike="noStrike" kern="1200" cap="none" spc="-4" normalizeH="0" baseline="0" noProof="0" dirty="0">
                <a:ln>
                  <a:noFill/>
                </a:ln>
                <a:solidFill>
                  <a:prstClr val="black"/>
                </a:solidFill>
                <a:effectLst/>
                <a:uLnTx/>
                <a:uFillTx/>
                <a:latin typeface="Calibri"/>
                <a:ea typeface="Cambria" panose="02040503050406030204" pitchFamily="18" charset="0"/>
                <a:cs typeface="Franklin Gothic Medium"/>
              </a:rPr>
              <a:t>posterior</a:t>
            </a:r>
            <a:r>
              <a:rPr kumimoji="0" lang="en-US" sz="1800" b="0" i="0" u="none" strike="noStrike" kern="1200" cap="none" spc="18" normalizeH="0" baseline="0" noProof="0" dirty="0">
                <a:ln>
                  <a:noFill/>
                </a:ln>
                <a:solidFill>
                  <a:prstClr val="black"/>
                </a:solidFill>
                <a:effectLst/>
                <a:uLnTx/>
                <a:uFillTx/>
                <a:latin typeface="Calibri"/>
                <a:ea typeface="Cambria" panose="02040503050406030204" pitchFamily="18" charset="0"/>
                <a:cs typeface="Franklin Gothic Medium"/>
              </a:rPr>
              <a:t> </a:t>
            </a:r>
            <a:r>
              <a:rPr kumimoji="0" lang="en-US" sz="1800" b="0" i="0" u="none" strike="noStrike" kern="1200" cap="none" spc="-4" normalizeH="0" baseline="0" noProof="0" dirty="0">
                <a:ln>
                  <a:noFill/>
                </a:ln>
                <a:solidFill>
                  <a:prstClr val="black"/>
                </a:solidFill>
                <a:effectLst/>
                <a:uLnTx/>
                <a:uFillTx/>
                <a:latin typeface="Calibri"/>
                <a:ea typeface="Cambria" panose="02040503050406030204" pitchFamily="18" charset="0"/>
                <a:cs typeface="Franklin Gothic Medium"/>
              </a:rPr>
              <a:t>distribution</a:t>
            </a:r>
            <a:r>
              <a:rPr kumimoji="0" lang="en-US" sz="1800" b="0" i="0" u="none" strike="noStrike" kern="1200" cap="none" spc="22" normalizeH="0" baseline="0" noProof="0" dirty="0">
                <a:ln>
                  <a:noFill/>
                </a:ln>
                <a:solidFill>
                  <a:prstClr val="black"/>
                </a:solidFill>
                <a:effectLst/>
                <a:uLnTx/>
                <a:uFillTx/>
                <a:latin typeface="Calibri"/>
                <a:ea typeface="Cambria" panose="02040503050406030204" pitchFamily="18" charset="0"/>
                <a:cs typeface="Franklin Gothic Medium"/>
              </a:rPr>
              <a:t> </a:t>
            </a:r>
            <a:r>
              <a:rPr kumimoji="0" lang="en-US" sz="1800" b="0" i="0" u="none" strike="noStrike" kern="1200" cap="none" spc="-22" normalizeH="0" baseline="0" noProof="0" dirty="0">
                <a:ln>
                  <a:noFill/>
                </a:ln>
                <a:solidFill>
                  <a:prstClr val="black"/>
                </a:solidFill>
                <a:effectLst/>
                <a:uLnTx/>
                <a:uFillTx/>
                <a:latin typeface="Calibri"/>
                <a:ea typeface="Cambria" panose="02040503050406030204" pitchFamily="18" charset="0"/>
                <a:cs typeface="Franklin Gothic Medium"/>
              </a:rPr>
              <a:t>of</a:t>
            </a:r>
            <a:r>
              <a:rPr kumimoji="0" lang="en-US" sz="1800" b="0" i="0" u="none" strike="noStrike" kern="1200" cap="none" spc="31" normalizeH="0" baseline="0" noProof="0" dirty="0">
                <a:ln>
                  <a:noFill/>
                </a:ln>
                <a:solidFill>
                  <a:prstClr val="black"/>
                </a:solidFill>
                <a:effectLst/>
                <a:uLnTx/>
                <a:uFillTx/>
                <a:latin typeface="Calibri"/>
                <a:ea typeface="Cambria" panose="02040503050406030204" pitchFamily="18" charset="0"/>
                <a:cs typeface="Franklin Gothic Medium"/>
              </a:rPr>
              <a:t> </a:t>
            </a:r>
            <a:r>
              <a:rPr kumimoji="0" lang="en-US" sz="1800" b="0" i="0" u="none" strike="noStrike" kern="1200" cap="none" spc="44" normalizeH="0" baseline="0" noProof="0" dirty="0">
                <a:ln>
                  <a:noFill/>
                </a:ln>
                <a:solidFill>
                  <a:prstClr val="black"/>
                </a:solidFill>
                <a:effectLst/>
                <a:uLnTx/>
                <a:uFillTx/>
                <a:latin typeface="Calibri"/>
                <a:ea typeface="Cambria" panose="02040503050406030204" pitchFamily="18" charset="0"/>
                <a:cs typeface="Cambria Math"/>
              </a:rPr>
              <a:t>𝜃</a:t>
            </a:r>
            <a:r>
              <a:rPr kumimoji="0" lang="en-US" sz="1800" b="0" i="0" u="none" strike="noStrike" kern="1200" cap="none" spc="44" normalizeH="0" baseline="0" noProof="0" dirty="0">
                <a:ln>
                  <a:noFill/>
                </a:ln>
                <a:solidFill>
                  <a:prstClr val="black"/>
                </a:solidFill>
                <a:effectLst/>
                <a:uLnTx/>
                <a:uFillTx/>
                <a:latin typeface="Calibri"/>
                <a:ea typeface="Cambria" panose="02040503050406030204" pitchFamily="18" charset="0"/>
                <a:cs typeface="Franklin Gothic Medium"/>
              </a:rPr>
              <a:t>. </a:t>
            </a:r>
          </a:p>
          <a:p>
            <a:pPr marL="33619" marR="26896" lvl="0" indent="0" algn="l" defTabSz="914400" rtl="0" eaLnBrk="1" fontAlgn="base" latinLnBrk="0" hangingPunct="1">
              <a:lnSpc>
                <a:spcPts val="2224"/>
              </a:lnSpc>
              <a:spcBef>
                <a:spcPts val="737"/>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Best hypothesis ≈ most probable hypothesis</a:t>
            </a:r>
          </a:p>
          <a:p>
            <a:pPr marL="33619" marR="26896" lvl="0" indent="0" algn="l" defTabSz="914400" rtl="0" eaLnBrk="1" fontAlgn="base" latinLnBrk="0" hangingPunct="1">
              <a:lnSpc>
                <a:spcPts val="2224"/>
              </a:lnSpc>
              <a:spcBef>
                <a:spcPts val="737"/>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Cambria" panose="02040503050406030204" pitchFamily="18" charset="0"/>
              <a:cs typeface="Franklin Gothic Medium"/>
            </a:endParaRPr>
          </a:p>
        </p:txBody>
      </p:sp>
      <mc:AlternateContent xmlns:mc="http://schemas.openxmlformats.org/markup-compatibility/2006">
        <mc:Choice xmlns:p14="http://schemas.microsoft.com/office/powerpoint/2010/main" Requires="p14">
          <p:contentPart p14:bwMode="auto" r:id="rId2">
            <p14:nvContentPartPr>
              <p14:cNvPr id="5" name="Ink 4">
                <a:extLst>
                  <a:ext uri="{FF2B5EF4-FFF2-40B4-BE49-F238E27FC236}">
                    <a16:creationId xmlns:a16="http://schemas.microsoft.com/office/drawing/2014/main" id="{B3C66984-8D07-85D5-FBBB-5444C62EFA4F}"/>
                  </a:ext>
                </a:extLst>
              </p14:cNvPr>
              <p14:cNvContentPartPr/>
              <p14:nvPr/>
            </p14:nvContentPartPr>
            <p14:xfrm>
              <a:off x="1046160" y="1899000"/>
              <a:ext cx="3952800" cy="3094920"/>
            </p14:xfrm>
          </p:contentPart>
        </mc:Choice>
        <mc:Fallback>
          <p:pic>
            <p:nvPicPr>
              <p:cNvPr id="5" name="Ink 4">
                <a:extLst>
                  <a:ext uri="{FF2B5EF4-FFF2-40B4-BE49-F238E27FC236}">
                    <a16:creationId xmlns:a16="http://schemas.microsoft.com/office/drawing/2014/main" id="{B3C66984-8D07-85D5-FBBB-5444C62EFA4F}"/>
                  </a:ext>
                </a:extLst>
              </p:cNvPr>
              <p:cNvPicPr/>
              <p:nvPr/>
            </p:nvPicPr>
            <p:blipFill>
              <a:blip r:embed="rId3"/>
              <a:stretch>
                <a:fillRect/>
              </a:stretch>
            </p:blipFill>
            <p:spPr>
              <a:xfrm>
                <a:off x="1036800" y="1889640"/>
                <a:ext cx="3971520" cy="3113640"/>
              </a:xfrm>
              <a:prstGeom prst="rect">
                <a:avLst/>
              </a:prstGeom>
            </p:spPr>
          </p:pic>
        </mc:Fallback>
      </mc:AlternateContent>
    </p:spTree>
    <p:extLst>
      <p:ext uri="{BB962C8B-B14F-4D97-AF65-F5344CB8AC3E}">
        <p14:creationId xmlns:p14="http://schemas.microsoft.com/office/powerpoint/2010/main" val="27543376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5"/>
          <p:cNvSpPr>
            <a:spLocks noGrp="1"/>
          </p:cNvSpPr>
          <p:nvPr>
            <p:ph type="sldNum" sz="quarter" idx="4294967295"/>
          </p:nvPr>
        </p:nvSpPr>
        <p:spPr>
          <a:xfrm>
            <a:off x="8532440" y="6237312"/>
            <a:ext cx="611560" cy="293117"/>
          </a:xfrm>
          <a:prstGeom prst="rect">
            <a:avLst/>
          </a:prstGeom>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074B417C-9094-4CBF-B0C6-5B42F722E7B2}" type="slidenum">
              <a:rPr kumimoji="0" lang="en-US" altLang="ko-KR" sz="1400" b="0" i="0" u="none" strike="noStrike" kern="0" cap="none" spc="0" normalizeH="0" baseline="0" noProof="0">
                <a:ln>
                  <a:noFill/>
                </a:ln>
                <a:solidFill>
                  <a:srgbClr val="000000"/>
                </a:solidFill>
                <a:effectLst/>
                <a:uLnTx/>
                <a:uFillTx/>
                <a:latin typeface="Arial"/>
                <a:ea typeface="맑은 고딕" panose="020B0503020000020004" pitchFamily="34" charset="-127"/>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6</a:t>
            </a:fld>
            <a:endParaRPr kumimoji="0" lang="en-US" altLang="ko-KR" sz="1400" b="0" i="0" u="none" strike="noStrike" kern="0" cap="none" spc="0" normalizeH="0" baseline="0" noProof="0">
              <a:ln>
                <a:noFill/>
              </a:ln>
              <a:solidFill>
                <a:srgbClr val="000000"/>
              </a:solidFill>
              <a:effectLst/>
              <a:uLnTx/>
              <a:uFillTx/>
              <a:latin typeface="Arial"/>
              <a:ea typeface="맑은 고딕" panose="020B0503020000020004" pitchFamily="34" charset="-127"/>
              <a:cs typeface="Arial"/>
              <a:sym typeface="Arial"/>
            </a:endParaRPr>
          </a:p>
        </p:txBody>
      </p:sp>
      <p:sp>
        <p:nvSpPr>
          <p:cNvPr id="201730" name="Rectangle 2"/>
          <p:cNvSpPr>
            <a:spLocks noGrp="1" noChangeArrowheads="1"/>
          </p:cNvSpPr>
          <p:nvPr>
            <p:ph type="title"/>
          </p:nvPr>
        </p:nvSpPr>
        <p:spPr>
          <a:noFill/>
          <a:ln>
            <a:noFill/>
          </a:ln>
        </p:spPr>
        <p:txBody>
          <a:bodyPr spcFirstLastPara="1" wrap="square" lIns="91425" tIns="45700" rIns="91425" bIns="45700" anchor="ctr" anchorCtr="0">
            <a:noAutofit/>
          </a:bodyPr>
          <a:lstStyle/>
          <a:p>
            <a:r>
              <a:rPr lang="en-US" altLang="ko-KR" sz="2400" b="1" dirty="0">
                <a:latin typeface="+mj-lt"/>
                <a:sym typeface="Tahoma"/>
              </a:rPr>
              <a:t>Example :</a:t>
            </a:r>
          </a:p>
        </p:txBody>
      </p:sp>
      <p:sp>
        <p:nvSpPr>
          <p:cNvPr id="2" name="Text Placeholder 1"/>
          <p:cNvSpPr>
            <a:spLocks noGrp="1"/>
          </p:cNvSpPr>
          <p:nvPr>
            <p:ph type="body" idx="1"/>
          </p:nvPr>
        </p:nvSpPr>
        <p:spPr>
          <a:xfrm>
            <a:off x="424111" y="3509806"/>
            <a:ext cx="8229600" cy="2514600"/>
          </a:xfrm>
        </p:spPr>
        <p:txBody>
          <a:bodyPr>
            <a:normAutofit/>
          </a:bodyPr>
          <a:lstStyle/>
          <a:p>
            <a:pPr marL="114300" indent="0">
              <a:buNone/>
            </a:pPr>
            <a:r>
              <a:rPr lang="en-IN" sz="1800" dirty="0">
                <a:latin typeface="Arial" panose="020B0604020202020204" pitchFamily="34" charset="0"/>
                <a:cs typeface="Arial" panose="020B0604020202020204" pitchFamily="34" charset="0"/>
              </a:rPr>
              <a:t>h</a:t>
            </a:r>
            <a:r>
              <a:rPr lang="en-IN" sz="1800" baseline="-25000" dirty="0">
                <a:latin typeface="Arial" panose="020B0604020202020204" pitchFamily="34" charset="0"/>
                <a:cs typeface="Arial" panose="020B0604020202020204" pitchFamily="34" charset="0"/>
              </a:rPr>
              <a:t> MAP</a:t>
            </a:r>
            <a:r>
              <a:rPr lang="en-IN" sz="1800" dirty="0">
                <a:latin typeface="Arial" panose="020B0604020202020204" pitchFamily="34" charset="0"/>
                <a:cs typeface="Arial" panose="020B0604020202020204" pitchFamily="34" charset="0"/>
              </a:rPr>
              <a:t> 	= P( X | Y=3)</a:t>
            </a:r>
          </a:p>
          <a:p>
            <a:pPr marL="114300" indent="0">
              <a:buNone/>
            </a:pPr>
            <a:r>
              <a:rPr lang="en-IN" sz="1800" dirty="0">
                <a:latin typeface="Arial" panose="020B0604020202020204" pitchFamily="34" charset="0"/>
                <a:cs typeface="Arial" panose="020B0604020202020204" pitchFamily="34" charset="0"/>
              </a:rPr>
              <a:t>	= P(Y=3 | X) * P(X)</a:t>
            </a:r>
          </a:p>
          <a:p>
            <a:pPr marL="114300" indent="0">
              <a:buNone/>
            </a:pPr>
            <a:r>
              <a:rPr lang="en-IN" sz="1800" dirty="0">
                <a:latin typeface="Arial" panose="020B0604020202020204" pitchFamily="34" charset="0"/>
                <a:cs typeface="Arial" panose="020B0604020202020204" pitchFamily="34" charset="0"/>
              </a:rPr>
              <a:t>	= x(1-x)</a:t>
            </a:r>
            <a:r>
              <a:rPr lang="en-IN" sz="1800" baseline="30000" dirty="0">
                <a:latin typeface="Arial" panose="020B0604020202020204" pitchFamily="34" charset="0"/>
                <a:cs typeface="Arial" panose="020B0604020202020204" pitchFamily="34" charset="0"/>
              </a:rPr>
              <a:t>y-1 </a:t>
            </a:r>
            <a:r>
              <a:rPr lang="en-IN" sz="1800" dirty="0">
                <a:latin typeface="Arial" panose="020B0604020202020204" pitchFamily="34" charset="0"/>
                <a:cs typeface="Arial" panose="020B0604020202020204" pitchFamily="34" charset="0"/>
              </a:rPr>
              <a:t>* 2x</a:t>
            </a:r>
          </a:p>
          <a:p>
            <a:pPr marL="114300" indent="0">
              <a:buNone/>
            </a:pPr>
            <a:r>
              <a:rPr lang="en-IN" sz="1800" dirty="0">
                <a:latin typeface="Arial" panose="020B0604020202020204" pitchFamily="34" charset="0"/>
                <a:cs typeface="Arial" panose="020B0604020202020204" pitchFamily="34" charset="0"/>
              </a:rPr>
              <a:t>To find the parameter x , differentiate the function &amp; equate to zero.</a:t>
            </a:r>
          </a:p>
          <a:p>
            <a:pPr marL="114300" indent="0">
              <a:buNone/>
            </a:pPr>
            <a:endParaRPr lang="en-IN" sz="1800" baseline="30000" dirty="0">
              <a:latin typeface="Arial" panose="020B0604020202020204" pitchFamily="34" charset="0"/>
              <a:cs typeface="Arial" panose="020B0604020202020204" pitchFamily="34" charset="0"/>
            </a:endParaRPr>
          </a:p>
          <a:p>
            <a:pPr marL="114300" indent="0">
              <a:buNone/>
            </a:pPr>
            <a:endParaRPr lang="en-IN" sz="1800" baseline="30000" dirty="0">
              <a:latin typeface="Arial" panose="020B0604020202020204" pitchFamily="34" charset="0"/>
              <a:cs typeface="Arial" panose="020B0604020202020204" pitchFamily="34" charset="0"/>
            </a:endParaRPr>
          </a:p>
        </p:txBody>
      </p:sp>
      <p:pic>
        <p:nvPicPr>
          <p:cNvPr id="10" name="Picture 9"/>
          <p:cNvPicPr>
            <a:picLocks noChangeAspect="1"/>
          </p:cNvPicPr>
          <p:nvPr/>
        </p:nvPicPr>
        <p:blipFill>
          <a:blip r:embed="rId2"/>
          <a:stretch>
            <a:fillRect/>
          </a:stretch>
        </p:blipFill>
        <p:spPr>
          <a:xfrm>
            <a:off x="121270" y="1423603"/>
            <a:ext cx="8489578" cy="1962150"/>
          </a:xfrm>
          <a:prstGeom prst="rect">
            <a:avLst/>
          </a:prstGeom>
        </p:spPr>
      </p:pic>
      <mc:AlternateContent xmlns:mc="http://schemas.openxmlformats.org/markup-compatibility/2006" xmlns:a14="http://schemas.microsoft.com/office/drawing/2010/main">
        <mc:Choice Requires="a14">
          <p:sp>
            <p:nvSpPr>
              <p:cNvPr id="3" name="TextBox 2"/>
              <p:cNvSpPr txBox="1"/>
              <p:nvPr/>
            </p:nvSpPr>
            <p:spPr>
              <a:xfrm>
                <a:off x="654306" y="4980565"/>
                <a:ext cx="1527662" cy="1074268"/>
              </a:xfrm>
              <a:prstGeom prst="rect">
                <a:avLst/>
              </a:prstGeom>
              <a:noFill/>
            </p:spPr>
            <p:txBody>
              <a:bodyPr wrap="none" lIns="0" tIns="0" rIns="0" bIns="0"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 xmlns:m="http://schemas.openxmlformats.org/officeDocument/2006/math">
                    <m:f>
                      <m:fPr>
                        <m:ctrlPr>
                          <a:rPr kumimoji="0" lang="en-IN"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a:rPr kumimoji="0" lang="en-IN"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𝑑</m:t>
                        </m:r>
                        <m:r>
                          <a:rPr kumimoji="0" lang="en-IN"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IN"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𝑃</m:t>
                        </m:r>
                        <m:d>
                          <m:dPr>
                            <m:endChr m:val="|"/>
                            <m:ctrlPr>
                              <a:rPr kumimoji="0" lang="en-IN"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IN"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𝑋</m:t>
                            </m:r>
                          </m:e>
                        </m:d>
                        <m:r>
                          <a:rPr kumimoji="0" lang="en-IN"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𝑌</m:t>
                        </m:r>
                        <m:r>
                          <a:rPr kumimoji="0" lang="en-IN"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=3)</m:t>
                        </m:r>
                      </m:num>
                      <m:den>
                        <m:r>
                          <a:rPr kumimoji="0" lang="en-IN"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𝑑𝑥</m:t>
                        </m:r>
                      </m:den>
                    </m:f>
                  </m:oMath>
                </a14:m>
                <a:r>
                  <a:rPr kumimoji="0" lang="en-IN" sz="2000" b="0" i="0" u="none" strike="noStrike" kern="1200" cap="none" spc="0" normalizeH="0" baseline="0" noProof="0" dirty="0">
                    <a:ln>
                      <a:noFill/>
                    </a:ln>
                    <a:solidFill>
                      <a:prstClr val="black"/>
                    </a:solidFill>
                    <a:effectLst/>
                    <a:uLnTx/>
                    <a:uFillTx/>
                    <a:latin typeface="Tahoma" charset="0"/>
                    <a:ea typeface="+mn-ea"/>
                    <a:cs typeface="+mn-cs"/>
                  </a:rPr>
                  <a:t> = 0</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IN" sz="2000" b="0" i="0" u="none" strike="noStrike" kern="1200" cap="none" spc="0" normalizeH="0" baseline="0" noProof="0" dirty="0">
                    <a:ln>
                      <a:noFill/>
                    </a:ln>
                    <a:solidFill>
                      <a:prstClr val="black"/>
                    </a:solidFill>
                    <a:effectLst/>
                    <a:uLnTx/>
                    <a:uFillTx/>
                    <a:latin typeface="Tahoma" charset="0"/>
                    <a:ea typeface="+mn-ea"/>
                    <a:cs typeface="+mn-cs"/>
                  </a:rPr>
                  <a:t> </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2000" b="0" i="0" u="none" strike="noStrike" kern="1200" cap="none" spc="0" normalizeH="0" baseline="0" noProof="0" dirty="0">
                  <a:ln>
                    <a:noFill/>
                  </a:ln>
                  <a:solidFill>
                    <a:prstClr val="black"/>
                  </a:solidFill>
                  <a:effectLst/>
                  <a:uLnTx/>
                  <a:uFillTx/>
                  <a:latin typeface="Tahoma" charset="0"/>
                  <a:ea typeface="+mn-ea"/>
                  <a:cs typeface="+mn-cs"/>
                </a:endParaRPr>
              </a:p>
            </p:txBody>
          </p:sp>
        </mc:Choice>
        <mc:Fallback xmlns="">
          <p:sp>
            <p:nvSpPr>
              <p:cNvPr id="3" name="TextBox 2"/>
              <p:cNvSpPr txBox="1">
                <a:spLocks noRot="1" noChangeAspect="1" noMove="1" noResize="1" noEditPoints="1" noAdjustHandles="1" noChangeArrowheads="1" noChangeShapeType="1" noTextEdit="1"/>
              </p:cNvSpPr>
              <p:nvPr/>
            </p:nvSpPr>
            <p:spPr>
              <a:xfrm>
                <a:off x="654306" y="4980565"/>
                <a:ext cx="1527662" cy="1074268"/>
              </a:xfrm>
              <a:prstGeom prst="rect">
                <a:avLst/>
              </a:prstGeom>
              <a:blipFill>
                <a:blip r:embed="rId3"/>
                <a:stretch>
                  <a:fillRect t="-568" r="-916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Rectangle 3"/>
              <p:cNvSpPr/>
              <p:nvPr/>
            </p:nvSpPr>
            <p:spPr>
              <a:xfrm>
                <a:off x="509283" y="5665640"/>
                <a:ext cx="2258503" cy="599588"/>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 xmlns:m="http://schemas.openxmlformats.org/officeDocument/2006/math">
                    <m:f>
                      <m:fPr>
                        <m:ctrlPr>
                          <a:rPr kumimoji="0" lang="en-IN"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fPr>
                      <m:num>
                        <m:r>
                          <a:rPr kumimoji="0" lang="en-IN"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𝑑</m:t>
                        </m:r>
                        <m:r>
                          <a:rPr kumimoji="0" lang="en-IN"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m:rPr>
                            <m:nor/>
                          </m:rPr>
                          <a:rPr kumimoji="0" lang="en-IN"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m:t>x</m:t>
                        </m:r>
                        <m:r>
                          <m:rPr>
                            <m:nor/>
                          </m:rPr>
                          <a:rPr kumimoji="0" lang="en-IN"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m:t>(1−</m:t>
                        </m:r>
                        <m:r>
                          <m:rPr>
                            <m:nor/>
                          </m:rPr>
                          <a:rPr kumimoji="0" lang="en-IN"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m:t>x</m:t>
                        </m:r>
                        <m:r>
                          <m:rPr>
                            <m:nor/>
                          </m:rPr>
                          <a:rPr kumimoji="0" lang="en-IN"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m:t>)2 ∗ 2</m:t>
                        </m:r>
                        <m:r>
                          <m:rPr>
                            <m:nor/>
                          </m:rPr>
                          <a:rPr kumimoji="0" lang="en-IN"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m:t>x</m:t>
                        </m:r>
                        <m:r>
                          <m:rPr>
                            <m:nor/>
                          </m:rPr>
                          <a:rPr kumimoji="0" lang="en-IN"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m:t> </m:t>
                        </m:r>
                        <m:r>
                          <a:rPr kumimoji="0" lang="en-IN"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num>
                      <m:den>
                        <m:r>
                          <a:rPr kumimoji="0" lang="en-IN"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𝑑𝑥</m:t>
                        </m:r>
                      </m:den>
                    </m:f>
                  </m:oMath>
                </a14:m>
                <a:r>
                  <a:rPr kumimoji="0" lang="en-IN" sz="2000" b="0" i="0" u="none" strike="noStrike" kern="1200" cap="none" spc="0" normalizeH="0" baseline="0" noProof="0" dirty="0">
                    <a:ln>
                      <a:noFill/>
                    </a:ln>
                    <a:solidFill>
                      <a:prstClr val="black"/>
                    </a:solidFill>
                    <a:effectLst/>
                    <a:uLnTx/>
                    <a:uFillTx/>
                    <a:latin typeface="Tahoma" charset="0"/>
                    <a:ea typeface="+mn-ea"/>
                    <a:cs typeface="+mn-cs"/>
                  </a:rPr>
                  <a:t> = 0</a:t>
                </a:r>
              </a:p>
            </p:txBody>
          </p:sp>
        </mc:Choice>
        <mc:Fallback xmlns="">
          <p:sp>
            <p:nvSpPr>
              <p:cNvPr id="4" name="Rectangle 3"/>
              <p:cNvSpPr>
                <a:spLocks noRot="1" noChangeAspect="1" noMove="1" noResize="1" noEditPoints="1" noAdjustHandles="1" noChangeArrowheads="1" noChangeShapeType="1" noTextEdit="1"/>
              </p:cNvSpPr>
              <p:nvPr/>
            </p:nvSpPr>
            <p:spPr>
              <a:xfrm>
                <a:off x="509283" y="5665640"/>
                <a:ext cx="2258503" cy="599588"/>
              </a:xfrm>
              <a:prstGeom prst="rect">
                <a:avLst/>
              </a:prstGeom>
              <a:blipFill>
                <a:blip r:embed="rId4"/>
                <a:stretch>
                  <a:fillRect r="-1892" b="-404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Rectangle 11"/>
              <p:cNvSpPr/>
              <p:nvPr/>
            </p:nvSpPr>
            <p:spPr>
              <a:xfrm>
                <a:off x="3511118" y="4908070"/>
                <a:ext cx="2345066" cy="595228"/>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 xmlns:m="http://schemas.openxmlformats.org/officeDocument/2006/math">
                    <m:f>
                      <m:fPr>
                        <m:ctrlPr>
                          <a:rPr kumimoji="0" lang="en-IN"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fPr>
                      <m:num>
                        <m:r>
                          <a:rPr kumimoji="0" lang="en-IN"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𝑑</m:t>
                        </m:r>
                        <m:r>
                          <a:rPr kumimoji="0" lang="en-IN"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m:rPr>
                            <m:nor/>
                          </m:rPr>
                          <a:rPr kumimoji="0" lang="en-IN" sz="20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r>
                          <m:rPr>
                            <m:nor/>
                          </m:rPr>
                          <a:rPr kumimoji="0" lang="en-IN" sz="2000" b="0"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m:t>x</m:t>
                        </m:r>
                        <m:r>
                          <m:rPr>
                            <m:nor/>
                          </m:rPr>
                          <a:rPr kumimoji="0" lang="en-IN" sz="2000" b="0" i="0" u="none" strike="noStrike" kern="1200" cap="none" spc="0" normalizeH="0" baseline="30000" noProof="0" dirty="0">
                            <a:ln>
                              <a:noFill/>
                            </a:ln>
                            <a:solidFill>
                              <a:prstClr val="black"/>
                            </a:solidFill>
                            <a:effectLst/>
                            <a:uLnTx/>
                            <a:uFillTx/>
                            <a:latin typeface="Arial" panose="020B0604020202020204" pitchFamily="34" charset="0"/>
                            <a:ea typeface="+mn-ea"/>
                            <a:cs typeface="Arial" panose="020B0604020202020204" pitchFamily="34" charset="0"/>
                          </a:rPr>
                          <m:t>2</m:t>
                        </m:r>
                        <m:r>
                          <m:rPr>
                            <m:nor/>
                          </m:rPr>
                          <a:rPr kumimoji="0" lang="en-IN"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m:t>−</m:t>
                        </m:r>
                        <m:r>
                          <m:rPr>
                            <m:nor/>
                          </m:rPr>
                          <a:rPr kumimoji="0" lang="en-IN" sz="2000" b="0"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m:t>4</m:t>
                        </m:r>
                        <m:r>
                          <m:rPr>
                            <m:nor/>
                          </m:rPr>
                          <a:rPr kumimoji="0" lang="en-IN"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m:t>x</m:t>
                        </m:r>
                        <m:r>
                          <m:rPr>
                            <m:nor/>
                          </m:rPr>
                          <a:rPr kumimoji="0" lang="en-IN" sz="2000" b="0" i="0" u="none" strike="noStrike" kern="1200" cap="none" spc="0" normalizeH="0" baseline="30000" noProof="0" dirty="0" smtClean="0">
                            <a:ln>
                              <a:noFill/>
                            </a:ln>
                            <a:solidFill>
                              <a:prstClr val="black"/>
                            </a:solidFill>
                            <a:effectLst/>
                            <a:uLnTx/>
                            <a:uFillTx/>
                            <a:latin typeface="Arial" panose="020B0604020202020204" pitchFamily="34" charset="0"/>
                            <a:ea typeface="+mn-ea"/>
                            <a:cs typeface="Arial" panose="020B0604020202020204" pitchFamily="34" charset="0"/>
                          </a:rPr>
                          <m:t>3</m:t>
                        </m:r>
                        <m:r>
                          <m:rPr>
                            <m:nor/>
                          </m:rPr>
                          <a:rPr kumimoji="0" lang="en-IN" sz="2000" b="0"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m:t>+2</m:t>
                        </m:r>
                        <m:r>
                          <m:rPr>
                            <m:nor/>
                          </m:rPr>
                          <a:rPr kumimoji="0" lang="en-US" sz="2000" b="0"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m:t>x</m:t>
                        </m:r>
                        <m:r>
                          <m:rPr>
                            <m:nor/>
                          </m:rPr>
                          <a:rPr kumimoji="0" lang="en-IN" sz="2000" b="0" i="0" u="none" strike="noStrike" kern="1200" cap="none" spc="0" normalizeH="0" baseline="30000" noProof="0" dirty="0" smtClean="0">
                            <a:ln>
                              <a:noFill/>
                            </a:ln>
                            <a:solidFill>
                              <a:prstClr val="black"/>
                            </a:solidFill>
                            <a:effectLst/>
                            <a:uLnTx/>
                            <a:uFillTx/>
                            <a:latin typeface="Arial" panose="020B0604020202020204" pitchFamily="34" charset="0"/>
                            <a:ea typeface="+mn-ea"/>
                            <a:cs typeface="Arial" panose="020B0604020202020204" pitchFamily="34" charset="0"/>
                          </a:rPr>
                          <m:t>4</m:t>
                        </m:r>
                        <m:r>
                          <a:rPr kumimoji="0" lang="en-IN"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num>
                      <m:den>
                        <m:r>
                          <a:rPr kumimoji="0" lang="en-IN"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𝑑𝑥</m:t>
                        </m:r>
                      </m:den>
                    </m:f>
                  </m:oMath>
                </a14:m>
                <a:r>
                  <a:rPr kumimoji="0" lang="en-IN" sz="2000" b="0" i="0" u="none" strike="noStrike" kern="1200" cap="none" spc="0" normalizeH="0" baseline="0" noProof="0" dirty="0">
                    <a:ln>
                      <a:noFill/>
                    </a:ln>
                    <a:solidFill>
                      <a:prstClr val="black"/>
                    </a:solidFill>
                    <a:effectLst/>
                    <a:uLnTx/>
                    <a:uFillTx/>
                    <a:latin typeface="Tahoma" charset="0"/>
                    <a:ea typeface="+mn-ea"/>
                    <a:cs typeface="+mn-cs"/>
                  </a:rPr>
                  <a:t> = 0</a:t>
                </a:r>
              </a:p>
            </p:txBody>
          </p:sp>
        </mc:Choice>
        <mc:Fallback xmlns="">
          <p:sp>
            <p:nvSpPr>
              <p:cNvPr id="12" name="Rectangle 11"/>
              <p:cNvSpPr>
                <a:spLocks noRot="1" noChangeAspect="1" noMove="1" noResize="1" noEditPoints="1" noAdjustHandles="1" noChangeArrowheads="1" noChangeShapeType="1" noTextEdit="1"/>
              </p:cNvSpPr>
              <p:nvPr/>
            </p:nvSpPr>
            <p:spPr>
              <a:xfrm>
                <a:off x="3511118" y="4908070"/>
                <a:ext cx="2345066" cy="595228"/>
              </a:xfrm>
              <a:prstGeom prst="rect">
                <a:avLst/>
              </a:prstGeom>
              <a:blipFill>
                <a:blip r:embed="rId5"/>
                <a:stretch>
                  <a:fillRect r="-1558" b="-40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p:cNvSpPr/>
              <p:nvPr/>
            </p:nvSpPr>
            <p:spPr>
              <a:xfrm>
                <a:off x="3482371" y="5508078"/>
                <a:ext cx="2069797" cy="400110"/>
              </a:xfrm>
              <a:prstGeom prst="rect">
                <a:avLst/>
              </a:prstGeom>
            </p:spPr>
            <p:txBody>
              <a:bodyPr wrap="none">
                <a:spAutoFit/>
              </a:bodyPr>
              <a:lstStyle/>
              <a:p>
                <a:pPr lvl="0">
                  <a:defRPr/>
                </a:pPr>
                <a14:m>
                  <m:oMath xmlns:m="http://schemas.openxmlformats.org/officeDocument/2006/math">
                    <m:r>
                      <m:rPr>
                        <m:nor/>
                      </m:rPr>
                      <a:rPr kumimoji="0" lang="en-IN" sz="20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4</m:t>
                    </m:r>
                    <m:r>
                      <m:rPr>
                        <m:nor/>
                      </m:rPr>
                      <a:rPr kumimoji="0" lang="en-IN" sz="2000" b="0"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m:t>x</m:t>
                    </m:r>
                    <m:r>
                      <m:rPr>
                        <m:nor/>
                      </m:rPr>
                      <a:rPr kumimoji="0" lang="en-IN" sz="2000" b="0"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m:t>−12</m:t>
                    </m:r>
                    <m:r>
                      <m:rPr>
                        <m:nor/>
                      </m:rPr>
                      <a:rPr kumimoji="0" lang="en-IN" sz="2000" b="0"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m:t>x</m:t>
                    </m:r>
                    <m:r>
                      <m:rPr>
                        <m:nor/>
                      </m:rPr>
                      <a:rPr kumimoji="0" lang="en-IN" sz="2000" b="0" i="0" u="none" strike="noStrike" kern="1200" cap="none" spc="0" normalizeH="0" baseline="30000" noProof="0" dirty="0" smtClean="0">
                        <a:ln>
                          <a:noFill/>
                        </a:ln>
                        <a:solidFill>
                          <a:prstClr val="black"/>
                        </a:solidFill>
                        <a:effectLst/>
                        <a:uLnTx/>
                        <a:uFillTx/>
                        <a:latin typeface="Arial" panose="020B0604020202020204" pitchFamily="34" charset="0"/>
                        <a:ea typeface="+mn-ea"/>
                        <a:cs typeface="Arial" panose="020B0604020202020204" pitchFamily="34" charset="0"/>
                      </a:rPr>
                      <m:t>2</m:t>
                    </m:r>
                    <m:r>
                      <m:rPr>
                        <m:nor/>
                      </m:rPr>
                      <a:rPr lang="en-IN" sz="2000" dirty="0">
                        <a:solidFill>
                          <a:prstClr val="black"/>
                        </a:solidFill>
                        <a:latin typeface="Arial" panose="020B0604020202020204" pitchFamily="34" charset="0"/>
                        <a:cs typeface="Arial" panose="020B0604020202020204" pitchFamily="34" charset="0"/>
                      </a:rPr>
                      <m:t>+8</m:t>
                    </m:r>
                    <m:r>
                      <m:rPr>
                        <m:nor/>
                      </m:rPr>
                      <a:rPr lang="en-IN" sz="2000" dirty="0">
                        <a:solidFill>
                          <a:prstClr val="black"/>
                        </a:solidFill>
                        <a:latin typeface="Arial" panose="020B0604020202020204" pitchFamily="34" charset="0"/>
                        <a:cs typeface="Arial" panose="020B0604020202020204" pitchFamily="34" charset="0"/>
                      </a:rPr>
                      <m:t>x</m:t>
                    </m:r>
                    <m:r>
                      <a:rPr kumimoji="0" lang="en-IN" sz="2000" b="0" i="1" u="none" strike="noStrike" kern="1200" cap="none" spc="0" normalizeH="0" baseline="30000" noProof="0" dirty="0">
                        <a:ln>
                          <a:noFill/>
                        </a:ln>
                        <a:solidFill>
                          <a:prstClr val="black"/>
                        </a:solidFill>
                        <a:effectLst/>
                        <a:uLnTx/>
                        <a:uFillTx/>
                        <a:latin typeface="Cambria Math" panose="02040503050406030204" pitchFamily="18" charset="0"/>
                        <a:ea typeface="+mn-ea"/>
                        <a:cs typeface="Arial" panose="020B0604020202020204" pitchFamily="34" charset="0"/>
                      </a:rPr>
                      <m:t>3 </m:t>
                    </m:r>
                  </m:oMath>
                </a14:m>
                <a:r>
                  <a:rPr kumimoji="0" lang="en-IN" sz="2000" b="0" i="0" u="none" strike="noStrike" kern="1200" cap="none" spc="0" normalizeH="0" baseline="0" noProof="0" dirty="0">
                    <a:ln>
                      <a:noFill/>
                    </a:ln>
                    <a:solidFill>
                      <a:prstClr val="black"/>
                    </a:solidFill>
                    <a:effectLst/>
                    <a:uLnTx/>
                    <a:uFillTx/>
                    <a:latin typeface="Tahoma" charset="0"/>
                    <a:ea typeface="+mn-ea"/>
                    <a:cs typeface="+mn-cs"/>
                  </a:rPr>
                  <a:t>= 0</a:t>
                </a:r>
              </a:p>
            </p:txBody>
          </p:sp>
        </mc:Choice>
        <mc:Fallback xmlns="">
          <p:sp>
            <p:nvSpPr>
              <p:cNvPr id="13" name="Rectangle 12"/>
              <p:cNvSpPr>
                <a:spLocks noRot="1" noChangeAspect="1" noMove="1" noResize="1" noEditPoints="1" noAdjustHandles="1" noChangeArrowheads="1" noChangeShapeType="1" noTextEdit="1"/>
              </p:cNvSpPr>
              <p:nvPr/>
            </p:nvSpPr>
            <p:spPr>
              <a:xfrm>
                <a:off x="3482371" y="5508078"/>
                <a:ext cx="2069797" cy="400110"/>
              </a:xfrm>
              <a:prstGeom prst="rect">
                <a:avLst/>
              </a:prstGeom>
              <a:blipFill>
                <a:blip r:embed="rId6"/>
                <a:stretch>
                  <a:fillRect t="-9231" r="-2059" b="-2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p:cNvSpPr/>
              <p:nvPr/>
            </p:nvSpPr>
            <p:spPr>
              <a:xfrm>
                <a:off x="3276600" y="6024406"/>
                <a:ext cx="1705724" cy="338554"/>
              </a:xfrm>
              <a:prstGeom prst="rect">
                <a:avLst/>
              </a:prstGeom>
            </p:spPr>
            <p:txBody>
              <a:bodyPr wrap="none">
                <a:spAutoFit/>
              </a:bodyPr>
              <a:lstStyle/>
              <a:p>
                <a:pPr marL="228600" marR="0" lvl="0" indent="0" algn="ctr" defTabSz="914400" rtl="0" eaLnBrk="1" fontAlgn="auto" latinLnBrk="0" hangingPunct="1">
                  <a:lnSpc>
                    <a:spcPct val="100000"/>
                  </a:lnSpc>
                  <a:spcBef>
                    <a:spcPct val="0"/>
                  </a:spcBef>
                  <a:spcAft>
                    <a:spcPct val="0"/>
                  </a:spcAft>
                  <a:buClrTx/>
                  <a:buSzPct val="100000"/>
                  <a:buFontTx/>
                  <a:buNone/>
                  <a:tabLst/>
                  <a:defRPr/>
                </a:pPr>
                <a14:m>
                  <m:oMath xmlns:m="http://schemas.openxmlformats.org/officeDocument/2006/math">
                    <m:r>
                      <a:rPr kumimoji="0" lang="en-IN" sz="1600" b="0" i="1" u="none" strike="noStrike" kern="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t>𝑥</m:t>
                    </m:r>
                  </m:oMath>
                </a14:m>
                <a:r>
                  <a:rPr kumimoji="0" lang="en-IN" sz="16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 {0, 0.5, 1} </a:t>
                </a:r>
              </a:p>
            </p:txBody>
          </p:sp>
        </mc:Choice>
        <mc:Fallback xmlns="">
          <p:sp>
            <p:nvSpPr>
              <p:cNvPr id="5" name="Rectangle 4"/>
              <p:cNvSpPr>
                <a:spLocks noRot="1" noChangeAspect="1" noMove="1" noResize="1" noEditPoints="1" noAdjustHandles="1" noChangeArrowheads="1" noChangeShapeType="1" noTextEdit="1"/>
              </p:cNvSpPr>
              <p:nvPr/>
            </p:nvSpPr>
            <p:spPr>
              <a:xfrm>
                <a:off x="3276600" y="6024406"/>
                <a:ext cx="1705724" cy="338554"/>
              </a:xfrm>
              <a:prstGeom prst="rect">
                <a:avLst/>
              </a:prstGeom>
              <a:blipFill>
                <a:blip r:embed="rId7"/>
                <a:stretch>
                  <a:fillRect t="-5357" r="-1792" b="-21429"/>
                </a:stretch>
              </a:blipFill>
            </p:spPr>
            <p:txBody>
              <a:bodyPr/>
              <a:lstStyle/>
              <a:p>
                <a:r>
                  <a:rPr lang="en-IN">
                    <a:noFill/>
                  </a:rPr>
                  <a:t> </a:t>
                </a:r>
              </a:p>
            </p:txBody>
          </p:sp>
        </mc:Fallback>
      </mc:AlternateContent>
      <mc:AlternateContent xmlns:mc="http://schemas.openxmlformats.org/markup-compatibility/2006">
        <mc:Choice xmlns:p14="http://schemas.microsoft.com/office/powerpoint/2010/main" Requires="p14">
          <p:contentPart p14:bwMode="auto" r:id="rId8">
            <p14:nvContentPartPr>
              <p14:cNvPr id="6" name="Ink 5">
                <a:extLst>
                  <a:ext uri="{FF2B5EF4-FFF2-40B4-BE49-F238E27FC236}">
                    <a16:creationId xmlns:a16="http://schemas.microsoft.com/office/drawing/2014/main" id="{27135E3B-D4FE-EEC4-9FD7-4F815992E921}"/>
                  </a:ext>
                </a:extLst>
              </p14:cNvPr>
              <p14:cNvContentPartPr/>
              <p14:nvPr/>
            </p14:nvContentPartPr>
            <p14:xfrm>
              <a:off x="1337400" y="2263320"/>
              <a:ext cx="7314120" cy="4248000"/>
            </p14:xfrm>
          </p:contentPart>
        </mc:Choice>
        <mc:Fallback>
          <p:pic>
            <p:nvPicPr>
              <p:cNvPr id="6" name="Ink 5">
                <a:extLst>
                  <a:ext uri="{FF2B5EF4-FFF2-40B4-BE49-F238E27FC236}">
                    <a16:creationId xmlns:a16="http://schemas.microsoft.com/office/drawing/2014/main" id="{27135E3B-D4FE-EEC4-9FD7-4F815992E921}"/>
                  </a:ext>
                </a:extLst>
              </p:cNvPr>
              <p:cNvPicPr/>
              <p:nvPr/>
            </p:nvPicPr>
            <p:blipFill>
              <a:blip r:embed="rId9"/>
              <a:stretch>
                <a:fillRect/>
              </a:stretch>
            </p:blipFill>
            <p:spPr>
              <a:xfrm>
                <a:off x="1328040" y="2253960"/>
                <a:ext cx="7332840" cy="4266720"/>
              </a:xfrm>
              <a:prstGeom prst="rect">
                <a:avLst/>
              </a:prstGeom>
            </p:spPr>
          </p:pic>
        </mc:Fallback>
      </mc:AlternateContent>
    </p:spTree>
    <p:extLst>
      <p:ext uri="{BB962C8B-B14F-4D97-AF65-F5344CB8AC3E}">
        <p14:creationId xmlns:p14="http://schemas.microsoft.com/office/powerpoint/2010/main" val="26607386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5"/>
          <p:cNvSpPr>
            <a:spLocks noGrp="1"/>
          </p:cNvSpPr>
          <p:nvPr>
            <p:ph type="sldNum" sz="quarter" idx="4294967295"/>
          </p:nvPr>
        </p:nvSpPr>
        <p:spPr>
          <a:xfrm>
            <a:off x="8532440" y="6237312"/>
            <a:ext cx="611560" cy="293117"/>
          </a:xfrm>
          <a:prstGeom prst="rect">
            <a:avLst/>
          </a:prstGeom>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074B417C-9094-4CBF-B0C6-5B42F722E7B2}" type="slidenum">
              <a:rPr kumimoji="0" lang="en-US" altLang="ko-KR" sz="1400" b="0" i="0" u="none" strike="noStrike" kern="0" cap="none" spc="0" normalizeH="0" baseline="0" noProof="0">
                <a:ln>
                  <a:noFill/>
                </a:ln>
                <a:solidFill>
                  <a:srgbClr val="000000"/>
                </a:solidFill>
                <a:effectLst/>
                <a:uLnTx/>
                <a:uFillTx/>
                <a:latin typeface="Arial"/>
                <a:ea typeface="맑은 고딕" panose="020B0503020000020004" pitchFamily="34" charset="-127"/>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7</a:t>
            </a:fld>
            <a:endParaRPr kumimoji="0" lang="en-US" altLang="ko-KR" sz="1400" b="0" i="0" u="none" strike="noStrike" kern="0" cap="none" spc="0" normalizeH="0" baseline="0" noProof="0">
              <a:ln>
                <a:noFill/>
              </a:ln>
              <a:solidFill>
                <a:srgbClr val="000000"/>
              </a:solidFill>
              <a:effectLst/>
              <a:uLnTx/>
              <a:uFillTx/>
              <a:latin typeface="Arial"/>
              <a:ea typeface="맑은 고딕" panose="020B0503020000020004" pitchFamily="34" charset="-127"/>
              <a:cs typeface="Arial"/>
              <a:sym typeface="Arial"/>
            </a:endParaRPr>
          </a:p>
        </p:txBody>
      </p:sp>
      <p:sp>
        <p:nvSpPr>
          <p:cNvPr id="201730" name="Rectangle 2"/>
          <p:cNvSpPr>
            <a:spLocks noGrp="1" noChangeArrowheads="1"/>
          </p:cNvSpPr>
          <p:nvPr>
            <p:ph type="title"/>
          </p:nvPr>
        </p:nvSpPr>
        <p:spPr>
          <a:noFill/>
          <a:ln>
            <a:noFill/>
          </a:ln>
        </p:spPr>
        <p:txBody>
          <a:bodyPr spcFirstLastPara="1" wrap="square" lIns="91425" tIns="45700" rIns="91425" bIns="45700" anchor="ctr" anchorCtr="0">
            <a:noAutofit/>
          </a:bodyPr>
          <a:lstStyle/>
          <a:p>
            <a:r>
              <a:rPr lang="en-US" altLang="ko-KR" sz="2400" b="1" dirty="0">
                <a:latin typeface="+mj-lt"/>
                <a:sym typeface="Tahoma"/>
              </a:rPr>
              <a:t>Example :</a:t>
            </a:r>
          </a:p>
        </p:txBody>
      </p:sp>
      <p:sp>
        <p:nvSpPr>
          <p:cNvPr id="2" name="Text Placeholder 1"/>
          <p:cNvSpPr>
            <a:spLocks noGrp="1"/>
          </p:cNvSpPr>
          <p:nvPr>
            <p:ph type="body" idx="1"/>
          </p:nvPr>
        </p:nvSpPr>
        <p:spPr>
          <a:xfrm>
            <a:off x="424111" y="3509806"/>
            <a:ext cx="8229600" cy="2514600"/>
          </a:xfrm>
        </p:spPr>
        <p:txBody>
          <a:bodyPr>
            <a:normAutofit/>
          </a:bodyPr>
          <a:lstStyle/>
          <a:p>
            <a:pPr marL="114300" indent="0">
              <a:buNone/>
            </a:pPr>
            <a:r>
              <a:rPr lang="en-IN" sz="1800" dirty="0">
                <a:latin typeface="Arial" panose="020B0604020202020204" pitchFamily="34" charset="0"/>
                <a:cs typeface="Arial" panose="020B0604020202020204" pitchFamily="34" charset="0"/>
              </a:rPr>
              <a:t>h</a:t>
            </a:r>
            <a:r>
              <a:rPr lang="en-IN" sz="1800" baseline="-25000" dirty="0">
                <a:latin typeface="Arial" panose="020B0604020202020204" pitchFamily="34" charset="0"/>
                <a:cs typeface="Arial" panose="020B0604020202020204" pitchFamily="34" charset="0"/>
              </a:rPr>
              <a:t> MAP</a:t>
            </a:r>
            <a:r>
              <a:rPr lang="en-IN" sz="1800" dirty="0">
                <a:latin typeface="Arial" panose="020B0604020202020204" pitchFamily="34" charset="0"/>
                <a:cs typeface="Arial" panose="020B0604020202020204" pitchFamily="34" charset="0"/>
              </a:rPr>
              <a:t> 	= P( X | Y=3)</a:t>
            </a:r>
          </a:p>
          <a:p>
            <a:pPr marL="114300" indent="0">
              <a:buNone/>
            </a:pPr>
            <a:r>
              <a:rPr lang="en-IN" sz="1800" dirty="0">
                <a:latin typeface="Arial" panose="020B0604020202020204" pitchFamily="34" charset="0"/>
                <a:cs typeface="Arial" panose="020B0604020202020204" pitchFamily="34" charset="0"/>
              </a:rPr>
              <a:t>	= P(Y=3 | X) * P(X)</a:t>
            </a:r>
          </a:p>
          <a:p>
            <a:pPr marL="114300" indent="0">
              <a:buNone/>
            </a:pPr>
            <a:r>
              <a:rPr lang="en-IN" sz="1800" dirty="0">
                <a:latin typeface="Arial" panose="020B0604020202020204" pitchFamily="34" charset="0"/>
                <a:cs typeface="Arial" panose="020B0604020202020204" pitchFamily="34" charset="0"/>
              </a:rPr>
              <a:t>	= x(1-x)</a:t>
            </a:r>
            <a:r>
              <a:rPr lang="en-IN" sz="1800" baseline="30000" dirty="0">
                <a:latin typeface="Arial" panose="020B0604020202020204" pitchFamily="34" charset="0"/>
                <a:cs typeface="Arial" panose="020B0604020202020204" pitchFamily="34" charset="0"/>
              </a:rPr>
              <a:t>y-1 </a:t>
            </a:r>
            <a:r>
              <a:rPr lang="en-IN" sz="1800" dirty="0">
                <a:latin typeface="Arial" panose="020B0604020202020204" pitchFamily="34" charset="0"/>
                <a:cs typeface="Arial" panose="020B0604020202020204" pitchFamily="34" charset="0"/>
              </a:rPr>
              <a:t>* 2x</a:t>
            </a:r>
          </a:p>
        </p:txBody>
      </p:sp>
      <p:pic>
        <p:nvPicPr>
          <p:cNvPr id="10" name="Picture 9"/>
          <p:cNvPicPr>
            <a:picLocks noChangeAspect="1"/>
          </p:cNvPicPr>
          <p:nvPr/>
        </p:nvPicPr>
        <p:blipFill>
          <a:blip r:embed="rId2"/>
          <a:stretch>
            <a:fillRect/>
          </a:stretch>
        </p:blipFill>
        <p:spPr>
          <a:xfrm>
            <a:off x="121270" y="1423603"/>
            <a:ext cx="8489578" cy="1962150"/>
          </a:xfrm>
          <a:prstGeom prst="rect">
            <a:avLst/>
          </a:prstGeom>
        </p:spPr>
      </p:pic>
      <mc:AlternateContent xmlns:mc="http://schemas.openxmlformats.org/markup-compatibility/2006" xmlns:a14="http://schemas.microsoft.com/office/drawing/2010/main">
        <mc:Choice Requires="a14">
          <p:sp>
            <p:nvSpPr>
              <p:cNvPr id="5" name="Rectangle 4"/>
              <p:cNvSpPr/>
              <p:nvPr/>
            </p:nvSpPr>
            <p:spPr>
              <a:xfrm>
                <a:off x="329999" y="4767106"/>
                <a:ext cx="7366201" cy="1077218"/>
              </a:xfrm>
              <a:prstGeom prst="rect">
                <a:avLst/>
              </a:prstGeom>
            </p:spPr>
            <p:txBody>
              <a:bodyPr wrap="square">
                <a:spAutoFit/>
              </a:bodyPr>
              <a:lstStyle/>
              <a:p>
                <a:pPr marL="228600" marR="0" lvl="0" indent="0" algn="l" defTabSz="914400" rtl="0" eaLnBrk="1" fontAlgn="auto" latinLnBrk="0" hangingPunct="1">
                  <a:lnSpc>
                    <a:spcPct val="100000"/>
                  </a:lnSpc>
                  <a:spcBef>
                    <a:spcPct val="0"/>
                  </a:spcBef>
                  <a:spcAft>
                    <a:spcPct val="0"/>
                  </a:spcAft>
                  <a:buClrTx/>
                  <a:buSzPct val="100000"/>
                  <a:buFontTx/>
                  <a:buNone/>
                  <a:tabLst/>
                  <a:defRPr/>
                </a:pPr>
                <a14:m>
                  <m:oMath xmlns:m="http://schemas.openxmlformats.org/officeDocument/2006/math">
                    <m:r>
                      <a:rPr kumimoji="0" lang="en-IN" sz="1600" b="0" i="1" u="none" strike="noStrike" kern="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t>𝑥</m:t>
                    </m:r>
                  </m:oMath>
                </a14:m>
                <a:r>
                  <a:rPr kumimoji="0" lang="en-IN" sz="16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 {0, 0.5, 1}</a:t>
                </a:r>
              </a:p>
              <a:p>
                <a:pPr marL="228600" marR="0" lvl="0" indent="0" algn="l" defTabSz="914400" rtl="0" eaLnBrk="1" fontAlgn="auto" latinLnBrk="0" hangingPunct="1">
                  <a:lnSpc>
                    <a:spcPct val="100000"/>
                  </a:lnSpc>
                  <a:spcBef>
                    <a:spcPct val="0"/>
                  </a:spcBef>
                  <a:spcAft>
                    <a:spcPct val="0"/>
                  </a:spcAft>
                  <a:buClrTx/>
                  <a:buSzPct val="100000"/>
                  <a:buFontTx/>
                  <a:buNone/>
                  <a:tabLst/>
                  <a:defRPr/>
                </a:pPr>
                <a:endParaRPr kumimoji="0" lang="en-IN"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228600" marR="0" lvl="0" indent="0" algn="l" defTabSz="914400" rtl="0" eaLnBrk="1" fontAlgn="auto" latinLnBrk="0" hangingPunct="1">
                  <a:lnSpc>
                    <a:spcPct val="100000"/>
                  </a:lnSpc>
                  <a:spcBef>
                    <a:spcPct val="0"/>
                  </a:spcBef>
                  <a:spcAft>
                    <a:spcPct val="0"/>
                  </a:spcAft>
                  <a:buClrTx/>
                  <a:buSzPct val="100000"/>
                  <a:buFontTx/>
                  <a:buNone/>
                  <a:tabLst/>
                  <a:defRPr/>
                </a:pPr>
                <a:r>
                  <a:rPr kumimoji="0" lang="en-IN"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P(X|Y=3) = {0, 0.125 ,0}</a:t>
                </a:r>
              </a:p>
              <a:p>
                <a:pPr marL="228600" marR="0" lvl="0" indent="0" algn="l" defTabSz="914400" rtl="0" eaLnBrk="1" fontAlgn="auto" latinLnBrk="0" hangingPunct="1">
                  <a:lnSpc>
                    <a:spcPct val="100000"/>
                  </a:lnSpc>
                  <a:spcBef>
                    <a:spcPct val="0"/>
                  </a:spcBef>
                  <a:spcAft>
                    <a:spcPct val="0"/>
                  </a:spcAft>
                  <a:buClrTx/>
                  <a:buSzPct val="100000"/>
                  <a:buFontTx/>
                  <a:buNone/>
                  <a:tabLst/>
                  <a:defRPr/>
                </a:pPr>
                <a:r>
                  <a:rPr kumimoji="0" lang="en-IN" sz="1600" b="0"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p>
            </p:txBody>
          </p:sp>
        </mc:Choice>
        <mc:Fallback xmlns="">
          <p:sp>
            <p:nvSpPr>
              <p:cNvPr id="5" name="Rectangle 4"/>
              <p:cNvSpPr>
                <a:spLocks noRot="1" noChangeAspect="1" noMove="1" noResize="1" noEditPoints="1" noAdjustHandles="1" noChangeArrowheads="1" noChangeShapeType="1" noTextEdit="1"/>
              </p:cNvSpPr>
              <p:nvPr/>
            </p:nvSpPr>
            <p:spPr>
              <a:xfrm>
                <a:off x="329999" y="4767106"/>
                <a:ext cx="7366201" cy="1077218"/>
              </a:xfrm>
              <a:prstGeom prst="rect">
                <a:avLst/>
              </a:prstGeom>
              <a:blipFill>
                <a:blip r:embed="rId3"/>
                <a:stretch>
                  <a:fillRect t="-1695"/>
                </a:stretch>
              </a:blipFill>
            </p:spPr>
            <p:txBody>
              <a:bodyPr/>
              <a:lstStyle/>
              <a:p>
                <a:r>
                  <a:rPr lang="en-IN">
                    <a:noFill/>
                  </a:rPr>
                  <a:t> </a:t>
                </a:r>
              </a:p>
            </p:txBody>
          </p:sp>
        </mc:Fallback>
      </mc:AlternateContent>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93FB1A20-7726-CBF8-DDB9-5F751FD1A47C}"/>
                  </a:ext>
                </a:extLst>
              </p14:cNvPr>
              <p14:cNvContentPartPr/>
              <p14:nvPr/>
            </p14:nvContentPartPr>
            <p14:xfrm>
              <a:off x="450360" y="3291840"/>
              <a:ext cx="7450920" cy="2644920"/>
            </p14:xfrm>
          </p:contentPart>
        </mc:Choice>
        <mc:Fallback>
          <p:pic>
            <p:nvPicPr>
              <p:cNvPr id="3" name="Ink 2">
                <a:extLst>
                  <a:ext uri="{FF2B5EF4-FFF2-40B4-BE49-F238E27FC236}">
                    <a16:creationId xmlns:a16="http://schemas.microsoft.com/office/drawing/2014/main" id="{93FB1A20-7726-CBF8-DDB9-5F751FD1A47C}"/>
                  </a:ext>
                </a:extLst>
              </p:cNvPr>
              <p:cNvPicPr/>
              <p:nvPr/>
            </p:nvPicPr>
            <p:blipFill>
              <a:blip r:embed="rId5"/>
              <a:stretch>
                <a:fillRect/>
              </a:stretch>
            </p:blipFill>
            <p:spPr>
              <a:xfrm>
                <a:off x="441000" y="3282480"/>
                <a:ext cx="7469640" cy="2663640"/>
              </a:xfrm>
              <a:prstGeom prst="rect">
                <a:avLst/>
              </a:prstGeom>
            </p:spPr>
          </p:pic>
        </mc:Fallback>
      </mc:AlternateContent>
    </p:spTree>
    <p:extLst>
      <p:ext uri="{BB962C8B-B14F-4D97-AF65-F5344CB8AC3E}">
        <p14:creationId xmlns:p14="http://schemas.microsoft.com/office/powerpoint/2010/main" val="38594006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4294967295"/>
          </p:nvPr>
        </p:nvSpPr>
        <p:spPr>
          <a:xfrm>
            <a:off x="8532440" y="6237312"/>
            <a:ext cx="611560" cy="293117"/>
          </a:xfrm>
          <a:prstGeom prst="rect">
            <a:avLst/>
          </a:prstGeom>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0A47ACC5-74FF-419D-80B0-7ED09D2E665C}" type="slidenum">
              <a:rPr kumimoji="0" lang="en-US" altLang="ko-KR" sz="1400" b="0" i="0" u="none" strike="noStrike" kern="0" cap="none" spc="0" normalizeH="0" baseline="0" noProof="0">
                <a:ln>
                  <a:noFill/>
                </a:ln>
                <a:solidFill>
                  <a:srgbClr val="000000"/>
                </a:solidFill>
                <a:effectLst/>
                <a:uLnTx/>
                <a:uFillTx/>
                <a:latin typeface="Arial"/>
                <a:ea typeface="맑은 고딕" panose="020B0503020000020004" pitchFamily="34" charset="-127"/>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8</a:t>
            </a:fld>
            <a:endParaRPr kumimoji="0" lang="en-US" altLang="ko-KR" sz="1400" b="0" i="0" u="none" strike="noStrike" kern="0" cap="none" spc="0" normalizeH="0" baseline="0" noProof="0">
              <a:ln>
                <a:noFill/>
              </a:ln>
              <a:solidFill>
                <a:srgbClr val="000000"/>
              </a:solidFill>
              <a:effectLst/>
              <a:uLnTx/>
              <a:uFillTx/>
              <a:latin typeface="Arial"/>
              <a:ea typeface="맑은 고딕" panose="020B0503020000020004" pitchFamily="34" charset="-127"/>
              <a:cs typeface="Arial"/>
              <a:sym typeface="Arial"/>
            </a:endParaRPr>
          </a:p>
        </p:txBody>
      </p:sp>
      <p:sp>
        <p:nvSpPr>
          <p:cNvPr id="202754" name="Rectangle 2"/>
          <p:cNvSpPr>
            <a:spLocks noGrp="1" noChangeArrowheads="1"/>
          </p:cNvSpPr>
          <p:nvPr>
            <p:ph type="title"/>
          </p:nvPr>
        </p:nvSpPr>
        <p:spPr>
          <a:xfrm>
            <a:off x="66181" y="53127"/>
            <a:ext cx="8772039" cy="1233232"/>
          </a:xfrm>
          <a:noFill/>
          <a:ln>
            <a:noFill/>
          </a:ln>
        </p:spPr>
        <p:txBody>
          <a:bodyPr spcFirstLastPara="1" wrap="square" lIns="91425" tIns="45700" rIns="91425" bIns="45700" anchor="ctr" anchorCtr="0">
            <a:noAutofit/>
          </a:bodyPr>
          <a:lstStyle/>
          <a:p>
            <a:r>
              <a:rPr lang="en-US" altLang="ko-KR" sz="2400" b="1" dirty="0">
                <a:latin typeface="+mj-lt"/>
                <a:sym typeface="Tahoma"/>
              </a:rPr>
              <a:t>Most Probable Classification of New Instances</a:t>
            </a:r>
          </a:p>
        </p:txBody>
      </p:sp>
      <p:sp>
        <p:nvSpPr>
          <p:cNvPr id="202755" name="Rectangle 3"/>
          <p:cNvSpPr>
            <a:spLocks noGrp="1" noChangeArrowheads="1"/>
          </p:cNvSpPr>
          <p:nvPr>
            <p:ph type="body" idx="1"/>
          </p:nvPr>
        </p:nvSpPr>
        <p:spPr>
          <a:xfrm>
            <a:off x="66181" y="1286359"/>
            <a:ext cx="3972419" cy="5190641"/>
          </a:xfrm>
        </p:spPr>
        <p:txBody>
          <a:bodyPr>
            <a:noAutofit/>
          </a:bodyPr>
          <a:lstStyle/>
          <a:p>
            <a:pPr>
              <a:lnSpc>
                <a:spcPct val="150000"/>
              </a:lnSpc>
            </a:pPr>
            <a:r>
              <a:rPr lang="en-US" altLang="ko-KR" sz="1800" dirty="0">
                <a:latin typeface="Arial" panose="020B0604020202020204" pitchFamily="34" charset="0"/>
                <a:cs typeface="Arial" panose="020B0604020202020204" pitchFamily="34" charset="0"/>
              </a:rPr>
              <a:t>So far we’ve sought the most probable hypothesis given the data D (i.e., </a:t>
            </a:r>
            <a:r>
              <a:rPr lang="en-US" altLang="ko-KR" sz="1800" dirty="0" err="1">
                <a:latin typeface="Arial" panose="020B0604020202020204" pitchFamily="34" charset="0"/>
                <a:cs typeface="Arial" panose="020B0604020202020204" pitchFamily="34" charset="0"/>
              </a:rPr>
              <a:t>h</a:t>
            </a:r>
            <a:r>
              <a:rPr lang="en-US" altLang="ko-KR" sz="1800" baseline="-25000" dirty="0" err="1">
                <a:latin typeface="Arial" panose="020B0604020202020204" pitchFamily="34" charset="0"/>
                <a:cs typeface="Arial" panose="020B0604020202020204" pitchFamily="34" charset="0"/>
              </a:rPr>
              <a:t>MAP</a:t>
            </a:r>
            <a:r>
              <a:rPr lang="en-US" altLang="ko-KR" sz="1800" dirty="0">
                <a:latin typeface="Arial" panose="020B0604020202020204" pitchFamily="34" charset="0"/>
                <a:cs typeface="Arial" panose="020B0604020202020204" pitchFamily="34" charset="0"/>
              </a:rPr>
              <a:t>)</a:t>
            </a:r>
          </a:p>
          <a:p>
            <a:pPr>
              <a:lnSpc>
                <a:spcPct val="150000"/>
              </a:lnSpc>
            </a:pPr>
            <a:r>
              <a:rPr lang="en-US" altLang="ko-KR" sz="1800" b="1" dirty="0">
                <a:solidFill>
                  <a:srgbClr val="C00000"/>
                </a:solidFill>
                <a:latin typeface="Arial" panose="020B0604020202020204" pitchFamily="34" charset="0"/>
                <a:cs typeface="Arial" panose="020B0604020202020204" pitchFamily="34" charset="0"/>
              </a:rPr>
              <a:t>Given new instance x, what is its most probable classification?</a:t>
            </a:r>
          </a:p>
          <a:p>
            <a:pPr lvl="1">
              <a:lnSpc>
                <a:spcPct val="150000"/>
              </a:lnSpc>
            </a:pPr>
            <a:r>
              <a:rPr lang="en-US" altLang="ko-KR" sz="1800" dirty="0" err="1">
                <a:latin typeface="Arial" panose="020B0604020202020204" pitchFamily="34" charset="0"/>
                <a:ea typeface="Cambria" panose="02040503050406030204" pitchFamily="18" charset="0"/>
                <a:cs typeface="Arial" panose="020B0604020202020204" pitchFamily="34" charset="0"/>
              </a:rPr>
              <a:t>h</a:t>
            </a:r>
            <a:r>
              <a:rPr lang="en-US" altLang="ko-KR" sz="1800" baseline="-25000" dirty="0" err="1">
                <a:latin typeface="Arial" panose="020B0604020202020204" pitchFamily="34" charset="0"/>
                <a:ea typeface="Cambria" panose="02040503050406030204" pitchFamily="18" charset="0"/>
                <a:cs typeface="Arial" panose="020B0604020202020204" pitchFamily="34" charset="0"/>
              </a:rPr>
              <a:t>MAP</a:t>
            </a:r>
            <a:r>
              <a:rPr lang="en-US" altLang="ko-KR" sz="1800" dirty="0">
                <a:latin typeface="Arial" panose="020B0604020202020204" pitchFamily="34" charset="0"/>
                <a:ea typeface="Cambria" panose="02040503050406030204" pitchFamily="18" charset="0"/>
                <a:cs typeface="Arial" panose="020B0604020202020204" pitchFamily="34" charset="0"/>
              </a:rPr>
              <a:t>(x) is not the most probable classification!</a:t>
            </a:r>
          </a:p>
          <a:p>
            <a:pPr lvl="1">
              <a:lnSpc>
                <a:spcPct val="150000"/>
              </a:lnSpc>
            </a:pPr>
            <a:endParaRPr lang="en-US" altLang="ko-KR" sz="1800" dirty="0">
              <a:latin typeface="Arial" panose="020B0604020202020204" pitchFamily="34" charset="0"/>
              <a:ea typeface="Cambria" panose="02040503050406030204" pitchFamily="18" charset="0"/>
              <a:cs typeface="Arial" panose="020B0604020202020204" pitchFamily="34" charset="0"/>
            </a:endParaRPr>
          </a:p>
          <a:p>
            <a:pPr lvl="1">
              <a:lnSpc>
                <a:spcPct val="150000"/>
              </a:lnSpc>
            </a:pPr>
            <a:endParaRPr lang="en-US" altLang="ko-KR" sz="1800" dirty="0">
              <a:latin typeface="Arial" panose="020B0604020202020204" pitchFamily="34" charset="0"/>
              <a:ea typeface="Cambria" panose="02040503050406030204" pitchFamily="18" charset="0"/>
              <a:cs typeface="Arial" panose="020B0604020202020204" pitchFamily="34" charset="0"/>
              <a:sym typeface="Symbol" panose="05050102010706020507" pitchFamily="18" charset="2"/>
            </a:endParaRPr>
          </a:p>
          <a:p>
            <a:pPr lvl="1">
              <a:lnSpc>
                <a:spcPct val="150000"/>
              </a:lnSpc>
            </a:pPr>
            <a:r>
              <a:rPr lang="en-US" altLang="ko-KR" sz="1800" dirty="0">
                <a:latin typeface="Arial" panose="020B0604020202020204" pitchFamily="34" charset="0"/>
                <a:ea typeface="Cambria" panose="02040503050406030204" pitchFamily="18" charset="0"/>
                <a:cs typeface="Arial" panose="020B0604020202020204" pitchFamily="34" charset="0"/>
                <a:sym typeface="Symbol" panose="05050102010706020507" pitchFamily="18" charset="2"/>
              </a:rPr>
              <a:t>What’s most probable classification of x?</a:t>
            </a:r>
          </a:p>
        </p:txBody>
      </p:sp>
      <p:grpSp>
        <p:nvGrpSpPr>
          <p:cNvPr id="5" name="Group 4"/>
          <p:cNvGrpSpPr/>
          <p:nvPr/>
        </p:nvGrpSpPr>
        <p:grpSpPr>
          <a:xfrm>
            <a:off x="4243240" y="4964544"/>
            <a:ext cx="3204180" cy="574733"/>
            <a:chOff x="1275024" y="5253899"/>
            <a:chExt cx="3075280" cy="417665"/>
          </a:xfrm>
        </p:grpSpPr>
        <p:pic>
          <p:nvPicPr>
            <p:cNvPr id="2" name="Picture 1"/>
            <p:cNvPicPr>
              <a:picLocks noChangeAspect="1"/>
            </p:cNvPicPr>
            <p:nvPr/>
          </p:nvPicPr>
          <p:blipFill>
            <a:blip r:embed="rId3"/>
            <a:stretch>
              <a:fillRect/>
            </a:stretch>
          </p:blipFill>
          <p:spPr>
            <a:xfrm>
              <a:off x="1275024" y="5253899"/>
              <a:ext cx="1215766" cy="417665"/>
            </a:xfrm>
            <a:prstGeom prst="rect">
              <a:avLst/>
            </a:prstGeom>
          </p:spPr>
        </p:pic>
        <p:pic>
          <p:nvPicPr>
            <p:cNvPr id="3" name="Picture 2"/>
            <p:cNvPicPr>
              <a:picLocks noChangeAspect="1"/>
            </p:cNvPicPr>
            <p:nvPr/>
          </p:nvPicPr>
          <p:blipFill>
            <a:blip r:embed="rId4"/>
            <a:stretch>
              <a:fillRect/>
            </a:stretch>
          </p:blipFill>
          <p:spPr>
            <a:xfrm>
              <a:off x="3100783" y="5282250"/>
              <a:ext cx="1249521" cy="267193"/>
            </a:xfrm>
            <a:prstGeom prst="rect">
              <a:avLst/>
            </a:prstGeom>
          </p:spPr>
        </p:pic>
        <p:sp>
          <p:nvSpPr>
            <p:cNvPr id="4" name="TextBox 3"/>
            <p:cNvSpPr txBox="1"/>
            <p:nvPr/>
          </p:nvSpPr>
          <p:spPr>
            <a:xfrm>
              <a:off x="2490790" y="5317158"/>
              <a:ext cx="482824"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Arial"/>
                  <a:sym typeface="Arial"/>
                </a:rPr>
                <a:t>and</a:t>
              </a:r>
              <a:endParaRPr kumimoji="0" lang="en-IN" sz="1400" b="0" i="0" u="none" strike="noStrike" kern="0" cap="none" spc="0" normalizeH="0" baseline="0" noProof="0" dirty="0">
                <a:ln>
                  <a:noFill/>
                </a:ln>
                <a:solidFill>
                  <a:srgbClr val="000000"/>
                </a:solidFill>
                <a:effectLst/>
                <a:uLnTx/>
                <a:uFillTx/>
                <a:latin typeface="Arial"/>
                <a:ea typeface="+mn-ea"/>
                <a:cs typeface="Arial"/>
                <a:sym typeface="Arial"/>
              </a:endParaRPr>
            </a:p>
          </p:txBody>
        </p:sp>
      </p:grpSp>
      <p:sp>
        <p:nvSpPr>
          <p:cNvPr id="7" name="Rectangle 6"/>
          <p:cNvSpPr/>
          <p:nvPr/>
        </p:nvSpPr>
        <p:spPr>
          <a:xfrm>
            <a:off x="4062265" y="1382371"/>
            <a:ext cx="4572000" cy="5078313"/>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34" charset="-127"/>
                <a:cs typeface="Arial" panose="020B0604020202020204" pitchFamily="34" charset="0"/>
              </a:rPr>
              <a:t>Consider:</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dirty="0">
                <a:ln>
                  <a:noFill/>
                </a:ln>
                <a:solidFill>
                  <a:prstClr val="black"/>
                </a:solidFill>
                <a:effectLst/>
                <a:uLnTx/>
                <a:uFillTx/>
                <a:latin typeface="Arial" panose="020B0604020202020204" pitchFamily="34" charset="0"/>
                <a:ea typeface="Cambria" panose="02040503050406030204" pitchFamily="18" charset="0"/>
                <a:cs typeface="Arial" panose="020B0604020202020204" pitchFamily="34" charset="0"/>
              </a:rPr>
              <a:t>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800" b="0" i="0" u="none" strike="noStrike" kern="1200" cap="none" spc="0" normalizeH="0" baseline="0" noProof="0" dirty="0">
                <a:ln>
                  <a:noFill/>
                </a:ln>
                <a:solidFill>
                  <a:prstClr val="black"/>
                </a:solidFill>
                <a:effectLst/>
                <a:uLnTx/>
                <a:uFillTx/>
                <a:latin typeface="Arial" panose="020B0604020202020204" pitchFamily="34" charset="0"/>
                <a:ea typeface="Cambria" panose="02040503050406030204" pitchFamily="18" charset="0"/>
                <a:cs typeface="Arial" panose="020B0604020202020204" pitchFamily="34" charset="0"/>
              </a:rPr>
              <a:t>   Three possible hypotheses:</a:t>
            </a:r>
          </a:p>
          <a:p>
            <a:pPr marL="457200" marR="0" lvl="1" indent="0" algn="l" defTabSz="914400" rtl="0" eaLnBrk="1" fontAlgn="base" latinLnBrk="0" hangingPunct="1">
              <a:lnSpc>
                <a:spcPct val="100000"/>
              </a:lnSpc>
              <a:spcBef>
                <a:spcPct val="0"/>
              </a:spcBef>
              <a:spcAft>
                <a:spcPct val="0"/>
              </a:spcAft>
              <a:buClrTx/>
              <a:buSzTx/>
              <a:buFontTx/>
              <a:buNone/>
              <a:tabLst/>
              <a:defRPr/>
            </a:pPr>
            <a:endParaRPr kumimoji="0" lang="en-US" altLang="ko-KR" sz="1800" b="0" i="0" u="none" strike="noStrike" kern="1200" cap="none" spc="0" normalizeH="0" baseline="0" noProof="0" dirty="0">
              <a:ln>
                <a:noFill/>
              </a:ln>
              <a:solidFill>
                <a:prstClr val="black"/>
              </a:solidFill>
              <a:effectLst/>
              <a:uLnTx/>
              <a:uFillTx/>
              <a:latin typeface="Arial" panose="020B0604020202020204" pitchFamily="34" charset="0"/>
              <a:ea typeface="Cambria" panose="02040503050406030204" pitchFamily="18" charset="0"/>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r>
              <a:rPr kumimoji="0" lang="en-US" altLang="ko-KR" sz="1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34" charset="-127"/>
                <a:cs typeface="Arial" panose="020B0604020202020204" pitchFamily="34" charset="0"/>
              </a:rPr>
              <a:t>   P(h</a:t>
            </a:r>
            <a:r>
              <a:rPr kumimoji="0" lang="en-US" altLang="ko-KR" sz="1800" b="0" i="0" u="none" strike="noStrike" kern="1200" cap="none" spc="0" normalizeH="0" baseline="-25000" noProof="0" dirty="0">
                <a:ln>
                  <a:noFill/>
                </a:ln>
                <a:solidFill>
                  <a:prstClr val="black"/>
                </a:solidFill>
                <a:effectLst/>
                <a:uLnTx/>
                <a:uFillTx/>
                <a:latin typeface="Arial" panose="020B0604020202020204" pitchFamily="34" charset="0"/>
                <a:ea typeface="맑은 고딕" panose="020B0503020000020004" pitchFamily="34" charset="-127"/>
                <a:cs typeface="Arial" panose="020B0604020202020204" pitchFamily="34" charset="0"/>
              </a:rPr>
              <a:t>1</a:t>
            </a:r>
            <a:r>
              <a:rPr kumimoji="0" lang="en-US" altLang="ko-KR" sz="1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34" charset="-127"/>
                <a:cs typeface="Arial" panose="020B0604020202020204" pitchFamily="34" charset="0"/>
              </a:rPr>
              <a:t>|D) = .4, P(h</a:t>
            </a:r>
            <a:r>
              <a:rPr kumimoji="0" lang="en-US" altLang="ko-KR" sz="1800" b="0" i="0" u="none" strike="noStrike" kern="1200" cap="none" spc="0" normalizeH="0" baseline="-25000" noProof="0" dirty="0">
                <a:ln>
                  <a:noFill/>
                </a:ln>
                <a:solidFill>
                  <a:prstClr val="black"/>
                </a:solidFill>
                <a:effectLst/>
                <a:uLnTx/>
                <a:uFillTx/>
                <a:latin typeface="Arial" panose="020B0604020202020204" pitchFamily="34" charset="0"/>
                <a:ea typeface="맑은 고딕" panose="020B0503020000020004" pitchFamily="34" charset="-127"/>
                <a:cs typeface="Arial" panose="020B0604020202020204" pitchFamily="34" charset="0"/>
              </a:rPr>
              <a:t>2</a:t>
            </a:r>
            <a:r>
              <a:rPr kumimoji="0" lang="en-US" altLang="ko-KR" sz="1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34" charset="-127"/>
                <a:cs typeface="Arial" panose="020B0604020202020204" pitchFamily="34" charset="0"/>
              </a:rPr>
              <a:t>|D) = .3,  P(h</a:t>
            </a:r>
            <a:r>
              <a:rPr kumimoji="0" lang="en-US" altLang="ko-KR" sz="1800" b="0" i="0" u="none" strike="noStrike" kern="1200" cap="none" spc="0" normalizeH="0" baseline="-25000" noProof="0" dirty="0">
                <a:ln>
                  <a:noFill/>
                </a:ln>
                <a:solidFill>
                  <a:prstClr val="black"/>
                </a:solidFill>
                <a:effectLst/>
                <a:uLnTx/>
                <a:uFillTx/>
                <a:latin typeface="Arial" panose="020B0604020202020204" pitchFamily="34" charset="0"/>
                <a:ea typeface="맑은 고딕" panose="020B0503020000020004" pitchFamily="34" charset="-127"/>
                <a:cs typeface="Arial" panose="020B0604020202020204" pitchFamily="34" charset="0"/>
              </a:rPr>
              <a:t>3</a:t>
            </a:r>
            <a:r>
              <a:rPr kumimoji="0" lang="en-US" altLang="ko-KR" sz="1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34" charset="-127"/>
                <a:cs typeface="Arial" panose="020B0604020202020204" pitchFamily="34" charset="0"/>
              </a:rPr>
              <a:t>|D) = .3</a:t>
            </a:r>
          </a:p>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en-US" altLang="ko-KR" sz="1800" b="0" i="0" u="none" strike="noStrike" kern="1200" cap="none" spc="0" normalizeH="0" baseline="0" noProof="0" dirty="0">
              <a:ln>
                <a:noFill/>
              </a:ln>
              <a:solidFill>
                <a:prstClr val="black"/>
              </a:solidFill>
              <a:effectLst/>
              <a:uLnTx/>
              <a:uFillTx/>
              <a:latin typeface="Arial" panose="020B0604020202020204" pitchFamily="34" charset="0"/>
              <a:ea typeface="Cambria" panose="02040503050406030204" pitchFamily="18" charset="0"/>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r>
              <a:rPr kumimoji="0" lang="en-US" altLang="ko-KR" sz="1800" b="0" i="0" u="none" strike="noStrike" kern="1200" cap="none" spc="0" normalizeH="0" baseline="0" noProof="0" dirty="0">
                <a:ln>
                  <a:noFill/>
                </a:ln>
                <a:solidFill>
                  <a:prstClr val="black"/>
                </a:solidFill>
                <a:effectLst/>
                <a:uLnTx/>
                <a:uFillTx/>
                <a:latin typeface="Arial" panose="020B0604020202020204" pitchFamily="34" charset="0"/>
                <a:ea typeface="Cambria" panose="02040503050406030204" pitchFamily="18" charset="0"/>
                <a:cs typeface="Arial" panose="020B0604020202020204" pitchFamily="34" charset="0"/>
              </a:rPr>
              <a:t>  Given new instance x, classification given  by  above 3 hypotheses is</a:t>
            </a:r>
          </a:p>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r>
              <a:rPr kumimoji="0" lang="en-US" altLang="ko-KR" sz="1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34" charset="-127"/>
                <a:cs typeface="Arial" panose="020B0604020202020204" pitchFamily="34" charset="0"/>
              </a:rPr>
              <a:t>  </a:t>
            </a:r>
          </a:p>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r>
              <a:rPr kumimoji="0" lang="en-US" altLang="ko-KR" sz="1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34" charset="-127"/>
                <a:cs typeface="Arial" panose="020B0604020202020204" pitchFamily="34" charset="0"/>
              </a:rPr>
              <a:t>   h</a:t>
            </a:r>
            <a:r>
              <a:rPr kumimoji="0" lang="en-US" altLang="ko-KR" sz="1800" b="0" i="0" u="none" strike="noStrike" kern="1200" cap="none" spc="0" normalizeH="0" baseline="-25000" noProof="0" dirty="0">
                <a:ln>
                  <a:noFill/>
                </a:ln>
                <a:solidFill>
                  <a:prstClr val="black"/>
                </a:solidFill>
                <a:effectLst/>
                <a:uLnTx/>
                <a:uFillTx/>
                <a:latin typeface="Arial" panose="020B0604020202020204" pitchFamily="34" charset="0"/>
                <a:ea typeface="맑은 고딕" panose="020B0503020000020004" pitchFamily="34" charset="-127"/>
                <a:cs typeface="Arial" panose="020B0604020202020204" pitchFamily="34" charset="0"/>
              </a:rPr>
              <a:t>1</a:t>
            </a:r>
            <a:r>
              <a:rPr kumimoji="0" lang="en-US" altLang="ko-KR" sz="1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34" charset="-127"/>
                <a:cs typeface="Arial" panose="020B0604020202020204" pitchFamily="34" charset="0"/>
              </a:rPr>
              <a:t>(x) = +,  h</a:t>
            </a:r>
            <a:r>
              <a:rPr kumimoji="0" lang="en-US" altLang="ko-KR" sz="1800" b="0" i="0" u="none" strike="noStrike" kern="1200" cap="none" spc="0" normalizeH="0" baseline="-25000" noProof="0" dirty="0">
                <a:ln>
                  <a:noFill/>
                </a:ln>
                <a:solidFill>
                  <a:prstClr val="black"/>
                </a:solidFill>
                <a:effectLst/>
                <a:uLnTx/>
                <a:uFillTx/>
                <a:latin typeface="Arial" panose="020B0604020202020204" pitchFamily="34" charset="0"/>
                <a:ea typeface="맑은 고딕" panose="020B0503020000020004" pitchFamily="34" charset="-127"/>
                <a:cs typeface="Arial" panose="020B0604020202020204" pitchFamily="34" charset="0"/>
              </a:rPr>
              <a:t>2</a:t>
            </a:r>
            <a:r>
              <a:rPr kumimoji="0" lang="en-US" altLang="ko-KR" sz="1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34" charset="-127"/>
                <a:cs typeface="Arial" panose="020B0604020202020204" pitchFamily="34" charset="0"/>
              </a:rPr>
              <a:t>(x) = </a:t>
            </a:r>
            <a:r>
              <a:rPr kumimoji="0" lang="en-US" altLang="ko-KR" sz="1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34" charset="-127"/>
                <a:cs typeface="Arial" panose="020B0604020202020204" pitchFamily="34" charset="0"/>
                <a:sym typeface="Symbol" panose="05050102010706020507" pitchFamily="18" charset="2"/>
              </a:rPr>
              <a:t></a:t>
            </a:r>
            <a:r>
              <a:rPr kumimoji="0" lang="en-US" altLang="ko-KR" sz="1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34" charset="-127"/>
                <a:cs typeface="Arial" panose="020B0604020202020204" pitchFamily="34" charset="0"/>
              </a:rPr>
              <a:t>,  h</a:t>
            </a:r>
            <a:r>
              <a:rPr kumimoji="0" lang="en-US" altLang="ko-KR" sz="1800" b="0" i="0" u="none" strike="noStrike" kern="1200" cap="none" spc="0" normalizeH="0" baseline="-25000" noProof="0" dirty="0">
                <a:ln>
                  <a:noFill/>
                </a:ln>
                <a:solidFill>
                  <a:prstClr val="black"/>
                </a:solidFill>
                <a:effectLst/>
                <a:uLnTx/>
                <a:uFillTx/>
                <a:latin typeface="Arial" panose="020B0604020202020204" pitchFamily="34" charset="0"/>
                <a:ea typeface="맑은 고딕" panose="020B0503020000020004" pitchFamily="34" charset="-127"/>
                <a:cs typeface="Arial" panose="020B0604020202020204" pitchFamily="34" charset="0"/>
              </a:rPr>
              <a:t>3</a:t>
            </a:r>
            <a:r>
              <a:rPr kumimoji="0" lang="en-US" altLang="ko-KR" sz="1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34" charset="-127"/>
                <a:cs typeface="Arial" panose="020B0604020202020204" pitchFamily="34" charset="0"/>
              </a:rPr>
              <a:t>(x) = </a:t>
            </a:r>
            <a:r>
              <a:rPr kumimoji="0" lang="en-US" altLang="ko-KR" sz="1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34" charset="-127"/>
                <a:cs typeface="Arial" panose="020B0604020202020204" pitchFamily="34" charset="0"/>
                <a:sym typeface="Symbol" panose="05050102010706020507" pitchFamily="18" charset="2"/>
              </a:rPr>
              <a:t></a:t>
            </a:r>
          </a:p>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en-US" altLang="ko-KR" sz="1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34" charset="-127"/>
              <a:cs typeface="Arial" panose="020B0604020202020204" pitchFamily="34" charset="0"/>
              <a:sym typeface="Symbol" panose="05050102010706020507" pitchFamily="18" charset="2"/>
            </a:endParaRPr>
          </a:p>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en-US" altLang="ko-KR" sz="1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34" charset="-127"/>
              <a:cs typeface="Arial" panose="020B0604020202020204" pitchFamily="34" charset="0"/>
              <a:sym typeface="Symbol" panose="05050102010706020507" pitchFamily="18" charset="2"/>
            </a:endParaRPr>
          </a:p>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en-US" altLang="ko-KR" sz="1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34" charset="-127"/>
              <a:cs typeface="Arial" panose="020B0604020202020204" pitchFamily="34" charset="0"/>
              <a:sym typeface="Symbol" panose="05050102010706020507" pitchFamily="18" charset="2"/>
            </a:endParaRPr>
          </a:p>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en-US" altLang="ko-KR" sz="1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34" charset="-127"/>
              <a:cs typeface="Arial" panose="020B0604020202020204" pitchFamily="34" charset="0"/>
              <a:sym typeface="Symbol" panose="05050102010706020507" pitchFamily="18" charset="2"/>
            </a:endParaRPr>
          </a:p>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en-US" altLang="ko-KR" sz="1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34" charset="-127"/>
              <a:cs typeface="Arial" panose="020B0604020202020204" pitchFamily="34" charset="0"/>
              <a:sym typeface="Symbol" panose="05050102010706020507" pitchFamily="18" charset="2"/>
            </a:endParaRPr>
          </a:p>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en-US" altLang="ko-KR" sz="1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34" charset="-127"/>
              <a:cs typeface="Arial" panose="020B0604020202020204" pitchFamily="34" charset="0"/>
              <a:sym typeface="Symbol" panose="05050102010706020507" pitchFamily="18" charset="2"/>
            </a:endParaRPr>
          </a:p>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r>
              <a:rPr kumimoji="0" lang="en-US" altLang="ko-KR" sz="1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34" charset="-127"/>
                <a:cs typeface="Arial" panose="020B0604020202020204" pitchFamily="34" charset="0"/>
                <a:sym typeface="Symbol" panose="05050102010706020507" pitchFamily="18" charset="2"/>
              </a:rPr>
              <a:t> May be the classification for X is</a:t>
            </a:r>
            <a:r>
              <a:rPr kumimoji="0" lang="en-US" altLang="ko-KR" sz="1800" b="1"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34" charset="-127"/>
                <a:cs typeface="Arial" panose="020B0604020202020204" pitchFamily="34" charset="0"/>
                <a:sym typeface="Symbol" panose="05050102010706020507" pitchFamily="18" charset="2"/>
              </a:rPr>
              <a:t> +</a:t>
            </a:r>
          </a:p>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en-US" altLang="ko-KR" sz="1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34" charset="-127"/>
              <a:cs typeface="Arial" panose="020B0604020202020204" pitchFamily="34" charset="0"/>
            </a:endParaRPr>
          </a:p>
        </p:txBody>
      </p:sp>
      <p:sp>
        <p:nvSpPr>
          <p:cNvPr id="8" name="Rectangle 7"/>
          <p:cNvSpPr/>
          <p:nvPr/>
        </p:nvSpPr>
        <p:spPr>
          <a:xfrm>
            <a:off x="4267200" y="2362200"/>
            <a:ext cx="1332371" cy="589831"/>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IN" sz="1600" b="0" i="0" u="none" strike="noStrike" kern="1200" cap="none" spc="0" normalizeH="0" baseline="0" noProof="0">
              <a:ln>
                <a:noFill/>
              </a:ln>
              <a:noFill/>
              <a:effectLst/>
              <a:uLnTx/>
              <a:uFillTx/>
              <a:latin typeface="Calibri"/>
              <a:ea typeface="+mn-ea"/>
              <a:cs typeface="+mn-cs"/>
            </a:endParaRPr>
          </a:p>
        </p:txBody>
      </p:sp>
      <p:sp>
        <p:nvSpPr>
          <p:cNvPr id="11" name="Rectangle 10"/>
          <p:cNvSpPr/>
          <p:nvPr/>
        </p:nvSpPr>
        <p:spPr>
          <a:xfrm>
            <a:off x="4228705" y="3669028"/>
            <a:ext cx="1119335" cy="589831"/>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IN" sz="1600" b="0" i="0" u="none" strike="noStrike" kern="1200" cap="none" spc="0" normalizeH="0" baseline="0" noProof="0">
              <a:ln>
                <a:noFill/>
              </a:ln>
              <a:noFill/>
              <a:effectLst/>
              <a:uLnTx/>
              <a:uFillTx/>
              <a:latin typeface="Calibri"/>
              <a:ea typeface="+mn-ea"/>
              <a:cs typeface="+mn-cs"/>
            </a:endParaRPr>
          </a:p>
        </p:txBody>
      </p:sp>
      <mc:AlternateContent xmlns:mc="http://schemas.openxmlformats.org/markup-compatibility/2006">
        <mc:Choice xmlns:p14="http://schemas.microsoft.com/office/powerpoint/2010/main" Requires="p14">
          <p:contentPart p14:bwMode="auto" r:id="rId5">
            <p14:nvContentPartPr>
              <p14:cNvPr id="9" name="Ink 8">
                <a:extLst>
                  <a:ext uri="{FF2B5EF4-FFF2-40B4-BE49-F238E27FC236}">
                    <a16:creationId xmlns:a16="http://schemas.microsoft.com/office/drawing/2014/main" id="{D64339C6-CD20-D52D-61C3-4A77811F02AE}"/>
                  </a:ext>
                </a:extLst>
              </p14:cNvPr>
              <p14:cNvContentPartPr/>
              <p14:nvPr/>
            </p14:nvContentPartPr>
            <p14:xfrm>
              <a:off x="4600080" y="793080"/>
              <a:ext cx="4514400" cy="2100600"/>
            </p14:xfrm>
          </p:contentPart>
        </mc:Choice>
        <mc:Fallback>
          <p:pic>
            <p:nvPicPr>
              <p:cNvPr id="9" name="Ink 8">
                <a:extLst>
                  <a:ext uri="{FF2B5EF4-FFF2-40B4-BE49-F238E27FC236}">
                    <a16:creationId xmlns:a16="http://schemas.microsoft.com/office/drawing/2014/main" id="{D64339C6-CD20-D52D-61C3-4A77811F02AE}"/>
                  </a:ext>
                </a:extLst>
              </p:cNvPr>
              <p:cNvPicPr/>
              <p:nvPr/>
            </p:nvPicPr>
            <p:blipFill>
              <a:blip r:embed="rId6"/>
              <a:stretch>
                <a:fillRect/>
              </a:stretch>
            </p:blipFill>
            <p:spPr>
              <a:xfrm>
                <a:off x="4590720" y="783720"/>
                <a:ext cx="4533120" cy="2119320"/>
              </a:xfrm>
              <a:prstGeom prst="rect">
                <a:avLst/>
              </a:prstGeom>
            </p:spPr>
          </p:pic>
        </mc:Fallback>
      </mc:AlternateContent>
    </p:spTree>
    <p:extLst>
      <p:ext uri="{BB962C8B-B14F-4D97-AF65-F5344CB8AC3E}">
        <p14:creationId xmlns:p14="http://schemas.microsoft.com/office/powerpoint/2010/main" val="18269453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a:ln>
            <a:noFill/>
          </a:ln>
        </p:spPr>
        <p:txBody>
          <a:bodyPr spcFirstLastPara="1" vert="horz" wrap="square" lIns="91425" tIns="45700" rIns="91425" bIns="45700" rtlCol="0" anchor="ctr" anchorCtr="0">
            <a:normAutofit/>
          </a:bodyPr>
          <a:lstStyle/>
          <a:p>
            <a:pPr marL="457200" indent="-228600">
              <a:buSzPts val="3600"/>
              <a:buFont typeface="Arial"/>
            </a:pPr>
            <a:r>
              <a:rPr lang="en-GB" sz="2400" b="1" spc="-113" dirty="0">
                <a:solidFill>
                  <a:schemeClr val="tx1"/>
                </a:solidFill>
                <a:latin typeface="Arial" panose="020B0604020202020204" pitchFamily="34" charset="0"/>
                <a:cs typeface="Arial" panose="020B0604020202020204" pitchFamily="34" charset="0"/>
              </a:rPr>
              <a:t>ML setting</a:t>
            </a:r>
          </a:p>
        </p:txBody>
      </p:sp>
      <p:sp>
        <p:nvSpPr>
          <p:cNvPr id="3" name="Content Placeholder 2"/>
          <p:cNvSpPr>
            <a:spLocks noGrp="1"/>
          </p:cNvSpPr>
          <p:nvPr>
            <p:ph idx="1"/>
          </p:nvPr>
        </p:nvSpPr>
        <p:spPr/>
        <p:txBody>
          <a:bodyPr>
            <a:normAutofit/>
          </a:bodyPr>
          <a:lstStyle/>
          <a:p>
            <a:pPr>
              <a:lnSpc>
                <a:spcPct val="110000"/>
              </a:lnSpc>
            </a:pPr>
            <a:r>
              <a:rPr lang="en-GB" sz="1800" dirty="0">
                <a:latin typeface="Arial" panose="020B0604020202020204" pitchFamily="34" charset="0"/>
                <a:cs typeface="Arial" panose="020B0604020202020204" pitchFamily="34" charset="0"/>
              </a:rPr>
              <a:t>Bayesian Analysis</a:t>
            </a:r>
          </a:p>
          <a:p>
            <a:pPr lvl="1">
              <a:lnSpc>
                <a:spcPct val="110000"/>
              </a:lnSpc>
              <a:spcBef>
                <a:spcPts val="544"/>
              </a:spcBef>
              <a:buClr>
                <a:schemeClr val="dk1"/>
              </a:buClr>
              <a:buSzPts val="2720"/>
            </a:pPr>
            <a:r>
              <a:rPr lang="en-GB" sz="1800" dirty="0">
                <a:latin typeface="Arial" panose="020B0604020202020204" pitchFamily="34" charset="0"/>
                <a:cs typeface="Arial" panose="020B0604020202020204" pitchFamily="34" charset="0"/>
              </a:rPr>
              <a:t>start with some belief about the system, called a prior. </a:t>
            </a:r>
          </a:p>
          <a:p>
            <a:pPr lvl="1">
              <a:lnSpc>
                <a:spcPct val="110000"/>
              </a:lnSpc>
              <a:spcBef>
                <a:spcPts val="544"/>
              </a:spcBef>
              <a:buClr>
                <a:schemeClr val="dk1"/>
              </a:buClr>
              <a:buSzPts val="2720"/>
            </a:pPr>
            <a:r>
              <a:rPr lang="en-GB" sz="1800" dirty="0">
                <a:latin typeface="Arial" panose="020B0604020202020204" pitchFamily="34" charset="0"/>
                <a:cs typeface="Arial" panose="020B0604020202020204" pitchFamily="34" charset="0"/>
              </a:rPr>
              <a:t>Then we obtain some data and use it to update our belief. </a:t>
            </a:r>
          </a:p>
          <a:p>
            <a:pPr lvl="1">
              <a:lnSpc>
                <a:spcPct val="110000"/>
              </a:lnSpc>
              <a:spcBef>
                <a:spcPts val="544"/>
              </a:spcBef>
              <a:buClr>
                <a:schemeClr val="dk1"/>
              </a:buClr>
              <a:buSzPts val="2720"/>
            </a:pPr>
            <a:r>
              <a:rPr lang="en-GB" sz="1800" dirty="0">
                <a:latin typeface="Arial" panose="020B0604020202020204" pitchFamily="34" charset="0"/>
                <a:cs typeface="Arial" panose="020B0604020202020204" pitchFamily="34" charset="0"/>
              </a:rPr>
              <a:t>The outcome is called a posterior. </a:t>
            </a:r>
          </a:p>
          <a:p>
            <a:pPr lvl="1">
              <a:lnSpc>
                <a:spcPct val="110000"/>
              </a:lnSpc>
              <a:spcBef>
                <a:spcPts val="544"/>
              </a:spcBef>
              <a:buClr>
                <a:schemeClr val="dk1"/>
              </a:buClr>
              <a:buSzPts val="2720"/>
            </a:pPr>
            <a:r>
              <a:rPr lang="en-GB" sz="1800" dirty="0">
                <a:latin typeface="Arial" panose="020B0604020202020204" pitchFamily="34" charset="0"/>
                <a:cs typeface="Arial" panose="020B0604020202020204" pitchFamily="34" charset="0"/>
              </a:rPr>
              <a:t>Should we obtain even more data, the old posterior becomes a new prior and the cycle repeats.</a:t>
            </a:r>
          </a:p>
          <a:p>
            <a:pPr lvl="1">
              <a:lnSpc>
                <a:spcPct val="110000"/>
              </a:lnSpc>
              <a:spcBef>
                <a:spcPts val="544"/>
              </a:spcBef>
              <a:buSzPts val="2720"/>
            </a:pPr>
            <a:r>
              <a:rPr lang="en-GB" sz="1800" dirty="0">
                <a:latin typeface="Arial" panose="020B0604020202020204" pitchFamily="34" charset="0"/>
                <a:cs typeface="Arial" panose="020B0604020202020204" pitchFamily="34" charset="0"/>
              </a:rPr>
              <a:t>P(h | D) a posterior determines the class label</a:t>
            </a:r>
          </a:p>
          <a:p>
            <a:pPr lvl="1">
              <a:lnSpc>
                <a:spcPct val="120000"/>
              </a:lnSpc>
              <a:spcBef>
                <a:spcPts val="544"/>
              </a:spcBef>
              <a:buSzPts val="2720"/>
            </a:pPr>
            <a:r>
              <a:rPr lang="en-GB" sz="1800" dirty="0">
                <a:latin typeface="Arial" panose="020B0604020202020204" pitchFamily="34" charset="0"/>
                <a:cs typeface="Arial" panose="020B0604020202020204" pitchFamily="34" charset="0"/>
              </a:rPr>
              <a:t>MLE and MAP are the same if the prior is uniform</a:t>
            </a:r>
          </a:p>
          <a:p>
            <a:pPr lvl="1">
              <a:lnSpc>
                <a:spcPct val="120000"/>
              </a:lnSpc>
              <a:spcBef>
                <a:spcPts val="544"/>
              </a:spcBef>
              <a:buSzPts val="2720"/>
            </a:pPr>
            <a:r>
              <a:rPr lang="en-GB" sz="1800" dirty="0">
                <a:latin typeface="Arial" panose="020B0604020202020204" pitchFamily="34" charset="0"/>
                <a:cs typeface="Arial" panose="020B0604020202020204" pitchFamily="34" charset="0"/>
              </a:rPr>
              <a:t>This forms the basis for Naïve Bayes classifier </a:t>
            </a:r>
            <a:r>
              <a:rPr lang="en-GB" sz="1800" dirty="0">
                <a:solidFill>
                  <a:srgbClr val="FF0000"/>
                </a:solidFill>
                <a:latin typeface="Arial" panose="020B0604020202020204" pitchFamily="34" charset="0"/>
                <a:cs typeface="Arial" panose="020B0604020202020204" pitchFamily="34" charset="0"/>
                <a:sym typeface="Wingdings" panose="05000000000000000000" pitchFamily="2" charset="2"/>
              </a:rPr>
              <a:t> More on this will be discussed in later part of this module</a:t>
            </a:r>
            <a:endParaRPr lang="en-GB" sz="1800" dirty="0">
              <a:solidFill>
                <a:srgbClr val="FF0000"/>
              </a:solidFill>
              <a:latin typeface="Arial" panose="020B0604020202020204" pitchFamily="34" charset="0"/>
              <a:cs typeface="Arial" panose="020B0604020202020204" pitchFamily="34" charset="0"/>
            </a:endParaRPr>
          </a:p>
          <a:p>
            <a:pPr lvl="1">
              <a:lnSpc>
                <a:spcPct val="110000"/>
              </a:lnSpc>
              <a:spcBef>
                <a:spcPts val="544"/>
              </a:spcBef>
              <a:buSzPts val="2720"/>
            </a:pPr>
            <a:endParaRPr lang="en-GB" sz="1800" dirty="0">
              <a:latin typeface="Arial" panose="020B0604020202020204" pitchFamily="34" charset="0"/>
              <a:cs typeface="Arial" panose="020B0604020202020204" pitchFamily="34" charset="0"/>
            </a:endParaRPr>
          </a:p>
          <a:p>
            <a:pPr lvl="1">
              <a:lnSpc>
                <a:spcPct val="110000"/>
              </a:lnSpc>
              <a:spcBef>
                <a:spcPts val="544"/>
              </a:spcBef>
              <a:buClr>
                <a:schemeClr val="dk1"/>
              </a:buClr>
              <a:buSzPts val="2720"/>
            </a:pPr>
            <a:endParaRPr lang="en-GB" sz="1800" dirty="0">
              <a:latin typeface="Arial" panose="020B0604020202020204" pitchFamily="34" charset="0"/>
              <a:cs typeface="Arial" panose="020B0604020202020204" pitchFamily="34" charset="0"/>
            </a:endParaRP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B7655F00-D2DD-6CB4-E52A-375D7BEE1BED}"/>
                  </a:ext>
                </a:extLst>
              </p14:cNvPr>
              <p14:cNvContentPartPr/>
              <p14:nvPr/>
            </p14:nvContentPartPr>
            <p14:xfrm>
              <a:off x="1316160" y="788400"/>
              <a:ext cx="7506720" cy="4124160"/>
            </p14:xfrm>
          </p:contentPart>
        </mc:Choice>
        <mc:Fallback>
          <p:pic>
            <p:nvPicPr>
              <p:cNvPr id="4" name="Ink 3">
                <a:extLst>
                  <a:ext uri="{FF2B5EF4-FFF2-40B4-BE49-F238E27FC236}">
                    <a16:creationId xmlns:a16="http://schemas.microsoft.com/office/drawing/2014/main" id="{B7655F00-D2DD-6CB4-E52A-375D7BEE1BED}"/>
                  </a:ext>
                </a:extLst>
              </p:cNvPr>
              <p:cNvPicPr/>
              <p:nvPr/>
            </p:nvPicPr>
            <p:blipFill>
              <a:blip r:embed="rId3"/>
              <a:stretch>
                <a:fillRect/>
              </a:stretch>
            </p:blipFill>
            <p:spPr>
              <a:xfrm>
                <a:off x="1306800" y="779040"/>
                <a:ext cx="7525440" cy="4142880"/>
              </a:xfrm>
              <a:prstGeom prst="rect">
                <a:avLst/>
              </a:prstGeom>
            </p:spPr>
          </p:pic>
        </mc:Fallback>
      </mc:AlternateContent>
    </p:spTree>
    <p:extLst>
      <p:ext uri="{BB962C8B-B14F-4D97-AF65-F5344CB8AC3E}">
        <p14:creationId xmlns:p14="http://schemas.microsoft.com/office/powerpoint/2010/main" val="25149192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7108" name="Group 11"/>
          <p:cNvGrpSpPr>
            <a:grpSpLocks/>
          </p:cNvGrpSpPr>
          <p:nvPr/>
        </p:nvGrpSpPr>
        <p:grpSpPr bwMode="auto">
          <a:xfrm>
            <a:off x="2084388" y="6550025"/>
            <a:ext cx="7059612" cy="49213"/>
            <a:chOff x="0" y="0"/>
            <a:chExt cx="7060112" cy="48665"/>
          </a:xfrm>
        </p:grpSpPr>
        <p:sp>
          <p:nvSpPr>
            <p:cNvPr id="47122" name="Rectangle 12"/>
            <p:cNvSpPr>
              <a:spLocks noChangeArrowheads="1"/>
            </p:cNvSpPr>
            <p:nvPr/>
          </p:nvSpPr>
          <p:spPr bwMode="auto">
            <a:xfrm>
              <a:off x="2546588" y="1"/>
              <a:ext cx="2328591" cy="48664"/>
            </a:xfrm>
            <a:prstGeom prst="rect">
              <a:avLst/>
            </a:prstGeom>
            <a:solidFill>
              <a:srgbClr val="76C2E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Arial" panose="020B0604020202020204" pitchFamily="34" charset="0"/>
                  <a:ea typeface="SimSun" panose="02010600030101010101" pitchFamily="2" charset="-122"/>
                  <a:sym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SimSun" panose="02010600030101010101" pitchFamily="2" charset="-122"/>
                  <a:sym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ea typeface="SimSun" panose="02010600030101010101" pitchFamily="2" charset="-122"/>
                  <a:sym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9pPr>
            </a:lstStyle>
            <a:p>
              <a:pPr marL="0" marR="0" lvl="0" indent="0" algn="ctr" defTabSz="914400" rtl="0" eaLnBrk="1" fontAlgn="auto" latinLnBrk="0" hangingPunct="1">
                <a:lnSpc>
                  <a:spcPct val="150000"/>
                </a:lnSpc>
                <a:spcBef>
                  <a:spcPct val="0"/>
                </a:spcBef>
                <a:spcAft>
                  <a:spcPts val="0"/>
                </a:spcAft>
                <a:buClr>
                  <a:srgbClr val="000000"/>
                </a:buClr>
                <a:buSzTx/>
                <a:buFont typeface="Arial" panose="020B0604020202020204" pitchFamily="34" charset="0"/>
                <a:buNone/>
                <a:tabLst/>
                <a:defRPr/>
              </a:pPr>
              <a:endParaRPr kumimoji="0" lang="en-US" altLang="en-US" sz="1800" b="0" i="0" u="none" strike="noStrike" kern="0" cap="none" spc="0" normalizeH="0" baseline="0" noProof="0">
                <a:ln>
                  <a:noFill/>
                </a:ln>
                <a:solidFill>
                  <a:srgbClr val="FFFFFF"/>
                </a:solidFill>
                <a:effectLst/>
                <a:uLnTx/>
                <a:uFillTx/>
                <a:latin typeface="Arial" panose="020B0604020202020204" pitchFamily="34" charset="0"/>
                <a:ea typeface="SimSun" panose="02010600030101010101" pitchFamily="2" charset="-122"/>
                <a:cs typeface="Arial" panose="020B0604020202020204" pitchFamily="34" charset="0"/>
                <a:sym typeface="Calibri" panose="020F0502020204030204" pitchFamily="34" charset="0"/>
              </a:endParaRPr>
            </a:p>
          </p:txBody>
        </p:sp>
        <p:sp>
          <p:nvSpPr>
            <p:cNvPr id="47123" name="Rectangle 13"/>
            <p:cNvSpPr>
              <a:spLocks noChangeArrowheads="1"/>
            </p:cNvSpPr>
            <p:nvPr/>
          </p:nvSpPr>
          <p:spPr bwMode="auto">
            <a:xfrm>
              <a:off x="4823986" y="0"/>
              <a:ext cx="2236126" cy="45719"/>
            </a:xfrm>
            <a:prstGeom prst="rect">
              <a:avLst/>
            </a:prstGeom>
            <a:solidFill>
              <a:srgbClr val="E31C24"/>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Arial" panose="020B0604020202020204" pitchFamily="34" charset="0"/>
                  <a:ea typeface="SimSun" panose="02010600030101010101" pitchFamily="2" charset="-122"/>
                  <a:sym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SimSun" panose="02010600030101010101" pitchFamily="2" charset="-122"/>
                  <a:sym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ea typeface="SimSun" panose="02010600030101010101" pitchFamily="2" charset="-122"/>
                  <a:sym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9pPr>
            </a:lstStyle>
            <a:p>
              <a:pPr marL="0" marR="0" lvl="0" indent="0" algn="ctr" defTabSz="914400" rtl="0" eaLnBrk="1" fontAlgn="auto" latinLnBrk="0" hangingPunct="1">
                <a:lnSpc>
                  <a:spcPct val="150000"/>
                </a:lnSpc>
                <a:spcBef>
                  <a:spcPct val="0"/>
                </a:spcBef>
                <a:spcAft>
                  <a:spcPts val="0"/>
                </a:spcAft>
                <a:buClr>
                  <a:srgbClr val="000000"/>
                </a:buClr>
                <a:buSzTx/>
                <a:buFont typeface="Arial" panose="020B0604020202020204" pitchFamily="34" charset="0"/>
                <a:buNone/>
                <a:tabLst/>
                <a:defRPr/>
              </a:pPr>
              <a:endParaRPr kumimoji="0" lang="en-US" altLang="en-US" sz="1800" b="0" i="0" u="none" strike="noStrike" kern="0" cap="none" spc="0" normalizeH="0" baseline="0" noProof="0">
                <a:ln>
                  <a:noFill/>
                </a:ln>
                <a:solidFill>
                  <a:srgbClr val="FFFFFF"/>
                </a:solidFill>
                <a:effectLst/>
                <a:uLnTx/>
                <a:uFillTx/>
                <a:latin typeface="Arial" panose="020B0604020202020204" pitchFamily="34" charset="0"/>
                <a:ea typeface="SimSun" panose="02010600030101010101" pitchFamily="2" charset="-122"/>
                <a:cs typeface="Arial" panose="020B0604020202020204" pitchFamily="34" charset="0"/>
                <a:sym typeface="Calibri" panose="020F0502020204030204" pitchFamily="34" charset="0"/>
              </a:endParaRPr>
            </a:p>
          </p:txBody>
        </p:sp>
        <p:sp>
          <p:nvSpPr>
            <p:cNvPr id="47124" name="Rectangle 14"/>
            <p:cNvSpPr>
              <a:spLocks noChangeArrowheads="1"/>
            </p:cNvSpPr>
            <p:nvPr/>
          </p:nvSpPr>
          <p:spPr bwMode="auto">
            <a:xfrm>
              <a:off x="0" y="1"/>
              <a:ext cx="2580680" cy="48664"/>
            </a:xfrm>
            <a:prstGeom prst="rect">
              <a:avLst/>
            </a:prstGeom>
            <a:solidFill>
              <a:srgbClr val="FCB01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Arial" panose="020B0604020202020204" pitchFamily="34" charset="0"/>
                  <a:ea typeface="SimSun" panose="02010600030101010101" pitchFamily="2" charset="-122"/>
                  <a:sym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SimSun" panose="02010600030101010101" pitchFamily="2" charset="-122"/>
                  <a:sym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ea typeface="SimSun" panose="02010600030101010101" pitchFamily="2" charset="-122"/>
                  <a:sym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9pPr>
            </a:lstStyle>
            <a:p>
              <a:pPr marL="0" marR="0" lvl="0" indent="0" algn="ctr" defTabSz="914400" rtl="0" eaLnBrk="1" fontAlgn="auto" latinLnBrk="0" hangingPunct="1">
                <a:lnSpc>
                  <a:spcPct val="150000"/>
                </a:lnSpc>
                <a:spcBef>
                  <a:spcPct val="0"/>
                </a:spcBef>
                <a:spcAft>
                  <a:spcPts val="0"/>
                </a:spcAft>
                <a:buClr>
                  <a:srgbClr val="000000"/>
                </a:buClr>
                <a:buSzTx/>
                <a:buFont typeface="Arial" panose="020B0604020202020204" pitchFamily="34" charset="0"/>
                <a:buNone/>
                <a:tabLst/>
                <a:defRPr/>
              </a:pPr>
              <a:endParaRPr kumimoji="0" lang="en-US" altLang="en-US" sz="1800" b="0" i="0" u="none" strike="noStrike" kern="0" cap="none" spc="0" normalizeH="0" baseline="0" noProof="0">
                <a:ln>
                  <a:noFill/>
                </a:ln>
                <a:solidFill>
                  <a:srgbClr val="FFFFFF"/>
                </a:solidFill>
                <a:effectLst/>
                <a:uLnTx/>
                <a:uFillTx/>
                <a:latin typeface="Arial" panose="020B0604020202020204" pitchFamily="34" charset="0"/>
                <a:ea typeface="SimSun" panose="02010600030101010101" pitchFamily="2" charset="-122"/>
                <a:cs typeface="Arial" panose="020B0604020202020204" pitchFamily="34" charset="0"/>
                <a:sym typeface="Calibri" panose="020F0502020204030204" pitchFamily="34" charset="0"/>
              </a:endParaRPr>
            </a:p>
          </p:txBody>
        </p:sp>
      </p:grpSp>
      <p:pic>
        <p:nvPicPr>
          <p:cNvPr id="47109" name="Picture 15" descr="Picture 7.png"/>
          <p:cNvPicPr>
            <a:picLocks noChangeAspect="1" noChangeArrowheads="1"/>
          </p:cNvPicPr>
          <p:nvPr/>
        </p:nvPicPr>
        <p:blipFill>
          <a:blip r:embed="rId3" cstate="print">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7110" name="Group 18"/>
          <p:cNvGrpSpPr>
            <a:grpSpLocks/>
          </p:cNvGrpSpPr>
          <p:nvPr/>
        </p:nvGrpSpPr>
        <p:grpSpPr bwMode="auto">
          <a:xfrm>
            <a:off x="2133600" y="6553200"/>
            <a:ext cx="7010400" cy="46038"/>
            <a:chOff x="0" y="0"/>
            <a:chExt cx="7010400" cy="45719"/>
          </a:xfrm>
        </p:grpSpPr>
        <p:sp>
          <p:nvSpPr>
            <p:cNvPr id="47119" name="Rectangle 19"/>
            <p:cNvSpPr>
              <a:spLocks noChangeArrowheads="1"/>
            </p:cNvSpPr>
            <p:nvPr/>
          </p:nvSpPr>
          <p:spPr bwMode="auto">
            <a:xfrm>
              <a:off x="2362200" y="0"/>
              <a:ext cx="2328591" cy="45719"/>
            </a:xfrm>
            <a:prstGeom prst="rect">
              <a:avLst/>
            </a:prstGeom>
            <a:solidFill>
              <a:srgbClr val="76C2E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Arial" panose="020B0604020202020204" pitchFamily="34" charset="0"/>
                  <a:ea typeface="SimSun" panose="02010600030101010101" pitchFamily="2" charset="-122"/>
                  <a:sym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SimSun" panose="02010600030101010101" pitchFamily="2" charset="-122"/>
                  <a:sym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ea typeface="SimSun" panose="02010600030101010101" pitchFamily="2" charset="-122"/>
                  <a:sym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9pPr>
            </a:lstStyle>
            <a:p>
              <a:pPr marL="0" marR="0" lvl="0" indent="0" algn="ctr" defTabSz="914400" rtl="0" eaLnBrk="1" fontAlgn="auto" latinLnBrk="0" hangingPunct="1">
                <a:lnSpc>
                  <a:spcPct val="150000"/>
                </a:lnSpc>
                <a:spcBef>
                  <a:spcPct val="0"/>
                </a:spcBef>
                <a:spcAft>
                  <a:spcPts val="0"/>
                </a:spcAft>
                <a:buClr>
                  <a:srgbClr val="000000"/>
                </a:buClr>
                <a:buSzTx/>
                <a:buFont typeface="Arial" panose="020B0604020202020204" pitchFamily="34" charset="0"/>
                <a:buNone/>
                <a:tabLst/>
                <a:defRPr/>
              </a:pPr>
              <a:endParaRPr kumimoji="0" lang="en-US" altLang="en-US" sz="1800" b="0" i="0" u="none" strike="noStrike" kern="0" cap="none" spc="0" normalizeH="0" baseline="0" noProof="0">
                <a:ln>
                  <a:noFill/>
                </a:ln>
                <a:solidFill>
                  <a:srgbClr val="FFFFFF"/>
                </a:solidFill>
                <a:effectLst/>
                <a:uLnTx/>
                <a:uFillTx/>
                <a:latin typeface="Arial" panose="020B0604020202020204" pitchFamily="34" charset="0"/>
                <a:ea typeface="SimSun" panose="02010600030101010101" pitchFamily="2" charset="-122"/>
                <a:cs typeface="Arial" panose="020B0604020202020204" pitchFamily="34" charset="0"/>
                <a:sym typeface="Calibri" panose="020F0502020204030204" pitchFamily="34" charset="0"/>
              </a:endParaRPr>
            </a:p>
          </p:txBody>
        </p:sp>
        <p:sp>
          <p:nvSpPr>
            <p:cNvPr id="47120" name="Rectangle 20"/>
            <p:cNvSpPr>
              <a:spLocks noChangeArrowheads="1"/>
            </p:cNvSpPr>
            <p:nvPr/>
          </p:nvSpPr>
          <p:spPr bwMode="auto">
            <a:xfrm>
              <a:off x="0" y="0"/>
              <a:ext cx="2362200" cy="45719"/>
            </a:xfrm>
            <a:prstGeom prst="rect">
              <a:avLst/>
            </a:prstGeom>
            <a:solidFill>
              <a:srgbClr val="FCB01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Arial" panose="020B0604020202020204" pitchFamily="34" charset="0"/>
                  <a:ea typeface="SimSun" panose="02010600030101010101" pitchFamily="2" charset="-122"/>
                  <a:sym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SimSun" panose="02010600030101010101" pitchFamily="2" charset="-122"/>
                  <a:sym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ea typeface="SimSun" panose="02010600030101010101" pitchFamily="2" charset="-122"/>
                  <a:sym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9pPr>
            </a:lstStyle>
            <a:p>
              <a:pPr marL="0" marR="0" lvl="0" indent="0" algn="ctr" defTabSz="914400" rtl="0" eaLnBrk="1" fontAlgn="auto" latinLnBrk="0" hangingPunct="1">
                <a:lnSpc>
                  <a:spcPct val="150000"/>
                </a:lnSpc>
                <a:spcBef>
                  <a:spcPct val="0"/>
                </a:spcBef>
                <a:spcAft>
                  <a:spcPts val="0"/>
                </a:spcAft>
                <a:buClr>
                  <a:srgbClr val="000000"/>
                </a:buClr>
                <a:buSzTx/>
                <a:buFont typeface="Arial" panose="020B0604020202020204" pitchFamily="34" charset="0"/>
                <a:buNone/>
                <a:tabLst/>
                <a:defRPr/>
              </a:pPr>
              <a:endParaRPr kumimoji="0" lang="en-US" altLang="en-US" sz="1800" b="0" i="0" u="none" strike="noStrike" kern="0" cap="none" spc="0" normalizeH="0" baseline="0" noProof="0">
                <a:ln>
                  <a:noFill/>
                </a:ln>
                <a:solidFill>
                  <a:srgbClr val="FFFFFF"/>
                </a:solidFill>
                <a:effectLst/>
                <a:uLnTx/>
                <a:uFillTx/>
                <a:latin typeface="Arial" panose="020B0604020202020204" pitchFamily="34" charset="0"/>
                <a:ea typeface="SimSun" panose="02010600030101010101" pitchFamily="2" charset="-122"/>
                <a:cs typeface="Arial" panose="020B0604020202020204" pitchFamily="34" charset="0"/>
                <a:sym typeface="Calibri" panose="020F0502020204030204" pitchFamily="34" charset="0"/>
              </a:endParaRPr>
            </a:p>
          </p:txBody>
        </p:sp>
        <p:sp>
          <p:nvSpPr>
            <p:cNvPr id="47121" name="Rectangle 21"/>
            <p:cNvSpPr>
              <a:spLocks noChangeArrowheads="1"/>
            </p:cNvSpPr>
            <p:nvPr/>
          </p:nvSpPr>
          <p:spPr bwMode="auto">
            <a:xfrm>
              <a:off x="4681809" y="0"/>
              <a:ext cx="2328591" cy="45719"/>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Arial" panose="020B0604020202020204" pitchFamily="34" charset="0"/>
                  <a:ea typeface="SimSun" panose="02010600030101010101" pitchFamily="2" charset="-122"/>
                  <a:sym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SimSun" panose="02010600030101010101" pitchFamily="2" charset="-122"/>
                  <a:sym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ea typeface="SimSun" panose="02010600030101010101" pitchFamily="2" charset="-122"/>
                  <a:sym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9pPr>
            </a:lstStyle>
            <a:p>
              <a:pPr marL="0" marR="0" lvl="0" indent="0" algn="ctr" defTabSz="914400" rtl="0" eaLnBrk="1" fontAlgn="auto" latinLnBrk="0" hangingPunct="1">
                <a:lnSpc>
                  <a:spcPct val="150000"/>
                </a:lnSpc>
                <a:spcBef>
                  <a:spcPct val="0"/>
                </a:spcBef>
                <a:spcAft>
                  <a:spcPts val="0"/>
                </a:spcAft>
                <a:buClr>
                  <a:srgbClr val="000000"/>
                </a:buClr>
                <a:buSzTx/>
                <a:buFont typeface="Arial" panose="020B0604020202020204" pitchFamily="34" charset="0"/>
                <a:buNone/>
                <a:tabLst/>
                <a:defRPr/>
              </a:pPr>
              <a:endParaRPr kumimoji="0" lang="en-US" altLang="en-US" sz="1800" b="0" i="0" u="none" strike="noStrike" kern="0" cap="none" spc="0" normalizeH="0" baseline="0" noProof="0">
                <a:ln>
                  <a:noFill/>
                </a:ln>
                <a:solidFill>
                  <a:srgbClr val="FFFFFF"/>
                </a:solidFill>
                <a:effectLst/>
                <a:uLnTx/>
                <a:uFillTx/>
                <a:latin typeface="Arial" panose="020B0604020202020204" pitchFamily="34" charset="0"/>
                <a:ea typeface="SimSun" panose="02010600030101010101" pitchFamily="2" charset="-122"/>
                <a:cs typeface="Arial" panose="020B0604020202020204" pitchFamily="34" charset="0"/>
                <a:sym typeface="Calibri" panose="020F0502020204030204" pitchFamily="34" charset="0"/>
              </a:endParaRPr>
            </a:p>
          </p:txBody>
        </p:sp>
      </p:grpSp>
      <p:grpSp>
        <p:nvGrpSpPr>
          <p:cNvPr id="47111" name="Group 22"/>
          <p:cNvGrpSpPr>
            <a:grpSpLocks/>
          </p:cNvGrpSpPr>
          <p:nvPr/>
        </p:nvGrpSpPr>
        <p:grpSpPr bwMode="auto">
          <a:xfrm>
            <a:off x="0" y="1295400"/>
            <a:ext cx="7010400" cy="46038"/>
            <a:chOff x="0" y="0"/>
            <a:chExt cx="7010400" cy="45719"/>
          </a:xfrm>
        </p:grpSpPr>
        <p:sp>
          <p:nvSpPr>
            <p:cNvPr id="47116" name="Rectangle 23"/>
            <p:cNvSpPr>
              <a:spLocks noChangeArrowheads="1"/>
            </p:cNvSpPr>
            <p:nvPr/>
          </p:nvSpPr>
          <p:spPr bwMode="auto">
            <a:xfrm>
              <a:off x="2362200" y="0"/>
              <a:ext cx="2328591" cy="45719"/>
            </a:xfrm>
            <a:prstGeom prst="rect">
              <a:avLst/>
            </a:prstGeom>
            <a:solidFill>
              <a:srgbClr val="76C2E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Arial" panose="020B0604020202020204" pitchFamily="34" charset="0"/>
                  <a:ea typeface="SimSun" panose="02010600030101010101" pitchFamily="2" charset="-122"/>
                  <a:sym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SimSun" panose="02010600030101010101" pitchFamily="2" charset="-122"/>
                  <a:sym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ea typeface="SimSun" panose="02010600030101010101" pitchFamily="2" charset="-122"/>
                  <a:sym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9pPr>
            </a:lstStyle>
            <a:p>
              <a:pPr marL="0" marR="0" lvl="0" indent="0" algn="ctr" defTabSz="914400" rtl="0" eaLnBrk="1" fontAlgn="auto" latinLnBrk="0" hangingPunct="1">
                <a:lnSpc>
                  <a:spcPct val="150000"/>
                </a:lnSpc>
                <a:spcBef>
                  <a:spcPct val="0"/>
                </a:spcBef>
                <a:spcAft>
                  <a:spcPts val="0"/>
                </a:spcAft>
                <a:buClr>
                  <a:srgbClr val="000000"/>
                </a:buClr>
                <a:buSzTx/>
                <a:buFont typeface="Arial" panose="020B0604020202020204" pitchFamily="34" charset="0"/>
                <a:buNone/>
                <a:tabLst/>
                <a:defRPr/>
              </a:pPr>
              <a:endParaRPr kumimoji="0" lang="en-US" altLang="en-US" sz="1800" b="0" i="0" u="none" strike="noStrike" kern="0" cap="none" spc="0" normalizeH="0" baseline="0" noProof="0">
                <a:ln>
                  <a:noFill/>
                </a:ln>
                <a:solidFill>
                  <a:srgbClr val="FFFFFF"/>
                </a:solidFill>
                <a:effectLst/>
                <a:uLnTx/>
                <a:uFillTx/>
                <a:latin typeface="Arial" panose="020B0604020202020204" pitchFamily="34" charset="0"/>
                <a:ea typeface="SimSun" panose="02010600030101010101" pitchFamily="2" charset="-122"/>
                <a:cs typeface="Arial" panose="020B0604020202020204" pitchFamily="34" charset="0"/>
                <a:sym typeface="Calibri" panose="020F0502020204030204" pitchFamily="34" charset="0"/>
              </a:endParaRPr>
            </a:p>
          </p:txBody>
        </p:sp>
        <p:sp>
          <p:nvSpPr>
            <p:cNvPr id="47117" name="Rectangle 24"/>
            <p:cNvSpPr>
              <a:spLocks noChangeArrowheads="1"/>
            </p:cNvSpPr>
            <p:nvPr/>
          </p:nvSpPr>
          <p:spPr bwMode="auto">
            <a:xfrm>
              <a:off x="0" y="0"/>
              <a:ext cx="2362200" cy="45719"/>
            </a:xfrm>
            <a:prstGeom prst="rect">
              <a:avLst/>
            </a:prstGeom>
            <a:solidFill>
              <a:srgbClr val="FCB01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Arial" panose="020B0604020202020204" pitchFamily="34" charset="0"/>
                  <a:ea typeface="SimSun" panose="02010600030101010101" pitchFamily="2" charset="-122"/>
                  <a:sym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SimSun" panose="02010600030101010101" pitchFamily="2" charset="-122"/>
                  <a:sym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ea typeface="SimSun" panose="02010600030101010101" pitchFamily="2" charset="-122"/>
                  <a:sym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9pPr>
            </a:lstStyle>
            <a:p>
              <a:pPr marL="0" marR="0" lvl="0" indent="0" algn="ctr" defTabSz="914400" rtl="0" eaLnBrk="1" fontAlgn="auto" latinLnBrk="0" hangingPunct="1">
                <a:lnSpc>
                  <a:spcPct val="150000"/>
                </a:lnSpc>
                <a:spcBef>
                  <a:spcPct val="0"/>
                </a:spcBef>
                <a:spcAft>
                  <a:spcPts val="0"/>
                </a:spcAft>
                <a:buClr>
                  <a:srgbClr val="000000"/>
                </a:buClr>
                <a:buSzTx/>
                <a:buFont typeface="Arial" panose="020B0604020202020204" pitchFamily="34" charset="0"/>
                <a:buNone/>
                <a:tabLst/>
                <a:defRPr/>
              </a:pPr>
              <a:endParaRPr kumimoji="0" lang="en-US" altLang="en-US" sz="1800" b="0" i="0" u="none" strike="noStrike" kern="0" cap="none" spc="0" normalizeH="0" baseline="0" noProof="0">
                <a:ln>
                  <a:noFill/>
                </a:ln>
                <a:solidFill>
                  <a:srgbClr val="FFFFFF"/>
                </a:solidFill>
                <a:effectLst/>
                <a:uLnTx/>
                <a:uFillTx/>
                <a:latin typeface="Arial" panose="020B0604020202020204" pitchFamily="34" charset="0"/>
                <a:ea typeface="SimSun" panose="02010600030101010101" pitchFamily="2" charset="-122"/>
                <a:cs typeface="Arial" panose="020B0604020202020204" pitchFamily="34" charset="0"/>
                <a:sym typeface="Calibri" panose="020F0502020204030204" pitchFamily="34" charset="0"/>
              </a:endParaRPr>
            </a:p>
          </p:txBody>
        </p:sp>
        <p:sp>
          <p:nvSpPr>
            <p:cNvPr id="47118" name="Rectangle 25"/>
            <p:cNvSpPr>
              <a:spLocks noChangeArrowheads="1"/>
            </p:cNvSpPr>
            <p:nvPr/>
          </p:nvSpPr>
          <p:spPr bwMode="auto">
            <a:xfrm>
              <a:off x="4681809" y="0"/>
              <a:ext cx="2328591" cy="45719"/>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Arial" panose="020B0604020202020204" pitchFamily="34" charset="0"/>
                  <a:ea typeface="SimSun" panose="02010600030101010101" pitchFamily="2" charset="-122"/>
                  <a:sym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SimSun" panose="02010600030101010101" pitchFamily="2" charset="-122"/>
                  <a:sym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ea typeface="SimSun" panose="02010600030101010101" pitchFamily="2" charset="-122"/>
                  <a:sym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9pPr>
            </a:lstStyle>
            <a:p>
              <a:pPr marL="0" marR="0" lvl="0" indent="0" algn="ctr" defTabSz="914400" rtl="0" eaLnBrk="1" fontAlgn="auto" latinLnBrk="0" hangingPunct="1">
                <a:lnSpc>
                  <a:spcPct val="150000"/>
                </a:lnSpc>
                <a:spcBef>
                  <a:spcPct val="0"/>
                </a:spcBef>
                <a:spcAft>
                  <a:spcPts val="0"/>
                </a:spcAft>
                <a:buClr>
                  <a:srgbClr val="000000"/>
                </a:buClr>
                <a:buSzTx/>
                <a:buFont typeface="Arial" panose="020B0604020202020204" pitchFamily="34" charset="0"/>
                <a:buNone/>
                <a:tabLst/>
                <a:defRPr/>
              </a:pPr>
              <a:endParaRPr kumimoji="0" lang="en-US" altLang="en-US" sz="1800" b="0" i="0" u="none" strike="noStrike" kern="0" cap="none" spc="0" normalizeH="0" baseline="0" noProof="0">
                <a:ln>
                  <a:noFill/>
                </a:ln>
                <a:solidFill>
                  <a:srgbClr val="FFFFFF"/>
                </a:solidFill>
                <a:effectLst/>
                <a:uLnTx/>
                <a:uFillTx/>
                <a:latin typeface="Arial" panose="020B0604020202020204" pitchFamily="34" charset="0"/>
                <a:ea typeface="SimSun" panose="02010600030101010101" pitchFamily="2" charset="-122"/>
                <a:cs typeface="Arial" panose="020B0604020202020204" pitchFamily="34" charset="0"/>
                <a:sym typeface="Calibri" panose="020F0502020204030204" pitchFamily="34" charset="0"/>
              </a:endParaRPr>
            </a:p>
          </p:txBody>
        </p:sp>
      </p:grpSp>
      <p:sp>
        <p:nvSpPr>
          <p:cNvPr id="47112" name="Content Placeholder 1"/>
          <p:cNvSpPr>
            <a:spLocks noGrp="1" noChangeArrowheads="1"/>
          </p:cNvSpPr>
          <p:nvPr>
            <p:ph idx="1"/>
          </p:nvPr>
        </p:nvSpPr>
        <p:spPr>
          <a:xfrm>
            <a:off x="0" y="1447800"/>
            <a:ext cx="9015951" cy="5364162"/>
          </a:xfrm>
          <a:noFill/>
          <a:ln>
            <a:noFill/>
          </a:ln>
        </p:spPr>
        <p:txBody>
          <a:bodyPr spcFirstLastPara="1" wrap="square" lIns="91425" tIns="45700" rIns="91425" bIns="45700" anchor="t" anchorCtr="0">
            <a:normAutofit/>
          </a:bodyPr>
          <a:lstStyle/>
          <a:p>
            <a:pPr indent="-342900" algn="l">
              <a:lnSpc>
                <a:spcPct val="150000"/>
              </a:lnSpc>
              <a:spcBef>
                <a:spcPts val="360"/>
              </a:spcBef>
              <a:buClr>
                <a:schemeClr val="dk1"/>
              </a:buClr>
              <a:buSzPts val="1800"/>
              <a:buChar char="•"/>
            </a:pPr>
            <a:r>
              <a:rPr lang="en-US" altLang="en-US" sz="1800" dirty="0">
                <a:solidFill>
                  <a:schemeClr val="dk1"/>
                </a:solidFill>
                <a:latin typeface="Arial" panose="020B0604020202020204" pitchFamily="34" charset="0"/>
                <a:cs typeface="Arial" panose="020B0604020202020204" pitchFamily="34" charset="0"/>
              </a:rPr>
              <a:t>The most probable classification of the new instance is obtained by combining </a:t>
            </a:r>
            <a:r>
              <a:rPr lang="en-US" altLang="en-US" sz="1800" b="1" dirty="0">
                <a:solidFill>
                  <a:srgbClr val="FF0000"/>
                </a:solidFill>
                <a:latin typeface="Arial" panose="020B0604020202020204" pitchFamily="34" charset="0"/>
                <a:cs typeface="Arial" panose="020B0604020202020204" pitchFamily="34" charset="0"/>
              </a:rPr>
              <a:t>the predictions of all hypotheses, weighted by their posterior probabilities.</a:t>
            </a:r>
            <a:endParaRPr lang="en-US" altLang="en-US" sz="1800" dirty="0">
              <a:solidFill>
                <a:schemeClr val="dk1"/>
              </a:solidFill>
              <a:latin typeface="Arial" panose="020B0604020202020204" pitchFamily="34" charset="0"/>
              <a:cs typeface="Arial" panose="020B0604020202020204" pitchFamily="34" charset="0"/>
            </a:endParaRPr>
          </a:p>
          <a:p>
            <a:pPr indent="-342900" algn="l">
              <a:lnSpc>
                <a:spcPct val="150000"/>
              </a:lnSpc>
              <a:spcBef>
                <a:spcPts val="360"/>
              </a:spcBef>
              <a:buClr>
                <a:schemeClr val="dk1"/>
              </a:buClr>
              <a:buSzPts val="1800"/>
              <a:buChar char="•"/>
            </a:pPr>
            <a:r>
              <a:rPr lang="en-US" altLang="en-US" sz="1800" dirty="0">
                <a:solidFill>
                  <a:schemeClr val="dk1"/>
                </a:solidFill>
                <a:latin typeface="Arial" panose="020B0604020202020204" pitchFamily="34" charset="0"/>
                <a:cs typeface="Arial" panose="020B0604020202020204" pitchFamily="34" charset="0"/>
              </a:rPr>
              <a:t>v</a:t>
            </a:r>
            <a:r>
              <a:rPr lang="en-US" altLang="en-US" sz="1800" baseline="-25000" dirty="0">
                <a:solidFill>
                  <a:schemeClr val="dk1"/>
                </a:solidFill>
                <a:latin typeface="Arial" panose="020B0604020202020204" pitchFamily="34" charset="0"/>
                <a:cs typeface="Arial" panose="020B0604020202020204" pitchFamily="34" charset="0"/>
              </a:rPr>
              <a:t>j </a:t>
            </a:r>
            <a:r>
              <a:rPr lang="en-US" altLang="en-US" sz="1800" dirty="0">
                <a:solidFill>
                  <a:schemeClr val="dk1"/>
                </a:solidFill>
                <a:latin typeface="Arial" panose="020B0604020202020204" pitchFamily="34" charset="0"/>
                <a:cs typeface="Arial" panose="020B0604020202020204" pitchFamily="34" charset="0"/>
              </a:rPr>
              <a:t>from some set V, then the probability P(v</a:t>
            </a:r>
            <a:r>
              <a:rPr lang="en-US" altLang="en-US" sz="1800" baseline="-25000" dirty="0">
                <a:solidFill>
                  <a:schemeClr val="dk1"/>
                </a:solidFill>
                <a:latin typeface="Arial" panose="020B0604020202020204" pitchFamily="34" charset="0"/>
                <a:cs typeface="Arial" panose="020B0604020202020204" pitchFamily="34" charset="0"/>
              </a:rPr>
              <a:t>j</a:t>
            </a:r>
            <a:r>
              <a:rPr lang="en-US" altLang="en-US" sz="1800" dirty="0">
                <a:solidFill>
                  <a:schemeClr val="dk1"/>
                </a:solidFill>
                <a:latin typeface="Arial" panose="020B0604020202020204" pitchFamily="34" charset="0"/>
                <a:cs typeface="Arial" panose="020B0604020202020204" pitchFamily="34" charset="0"/>
              </a:rPr>
              <a:t> l D) that the correct classification for the new instance is v</a:t>
            </a:r>
            <a:r>
              <a:rPr lang="en-US" altLang="en-US" sz="1800" baseline="-25000" dirty="0">
                <a:solidFill>
                  <a:schemeClr val="dk1"/>
                </a:solidFill>
                <a:latin typeface="Arial" panose="020B0604020202020204" pitchFamily="34" charset="0"/>
                <a:cs typeface="Arial" panose="020B0604020202020204" pitchFamily="34" charset="0"/>
              </a:rPr>
              <a:t>j</a:t>
            </a:r>
            <a:r>
              <a:rPr lang="en-US" altLang="en-US" sz="1800" dirty="0">
                <a:solidFill>
                  <a:schemeClr val="dk1"/>
                </a:solidFill>
                <a:latin typeface="Arial" panose="020B0604020202020204" pitchFamily="34" charset="0"/>
                <a:cs typeface="Arial" panose="020B0604020202020204" pitchFamily="34" charset="0"/>
              </a:rPr>
              <a:t> is:</a:t>
            </a:r>
          </a:p>
          <a:p>
            <a:pPr indent="-342900" algn="l">
              <a:lnSpc>
                <a:spcPct val="150000"/>
              </a:lnSpc>
              <a:spcBef>
                <a:spcPts val="360"/>
              </a:spcBef>
              <a:buClr>
                <a:schemeClr val="dk1"/>
              </a:buClr>
              <a:buSzPts val="1800"/>
              <a:buChar char="•"/>
            </a:pPr>
            <a:endParaRPr lang="en-US" altLang="en-US" sz="1800" dirty="0">
              <a:solidFill>
                <a:schemeClr val="dk1"/>
              </a:solidFill>
              <a:latin typeface="Arial" panose="020B0604020202020204" pitchFamily="34" charset="0"/>
              <a:cs typeface="Arial" panose="020B0604020202020204" pitchFamily="34" charset="0"/>
            </a:endParaRPr>
          </a:p>
          <a:p>
            <a:pPr indent="-342900" algn="l">
              <a:lnSpc>
                <a:spcPct val="150000"/>
              </a:lnSpc>
              <a:spcBef>
                <a:spcPts val="360"/>
              </a:spcBef>
              <a:buClr>
                <a:schemeClr val="dk1"/>
              </a:buClr>
              <a:buSzPts val="1800"/>
              <a:buChar char="•"/>
            </a:pPr>
            <a:r>
              <a:rPr lang="en-US" altLang="en-US" sz="1800" dirty="0">
                <a:solidFill>
                  <a:schemeClr val="dk1"/>
                </a:solidFill>
                <a:latin typeface="Arial" panose="020B0604020202020204" pitchFamily="34" charset="0"/>
                <a:cs typeface="Arial" panose="020B0604020202020204" pitchFamily="34" charset="0"/>
              </a:rPr>
              <a:t>The optimal classification of the new instance is the value vj for which P(v</a:t>
            </a:r>
            <a:r>
              <a:rPr lang="en-US" altLang="en-US" sz="1800" baseline="-25000" dirty="0">
                <a:solidFill>
                  <a:schemeClr val="dk1"/>
                </a:solidFill>
                <a:latin typeface="Arial" panose="020B0604020202020204" pitchFamily="34" charset="0"/>
                <a:cs typeface="Arial" panose="020B0604020202020204" pitchFamily="34" charset="0"/>
              </a:rPr>
              <a:t>j</a:t>
            </a:r>
            <a:r>
              <a:rPr lang="en-US" altLang="en-US" sz="1800" dirty="0">
                <a:solidFill>
                  <a:schemeClr val="dk1"/>
                </a:solidFill>
                <a:latin typeface="Arial" panose="020B0604020202020204" pitchFamily="34" charset="0"/>
                <a:cs typeface="Arial" panose="020B0604020202020204" pitchFamily="34" charset="0"/>
              </a:rPr>
              <a:t> l D) </a:t>
            </a:r>
            <a:r>
              <a:rPr lang="en-IN" altLang="en-US" sz="1800" dirty="0">
                <a:solidFill>
                  <a:schemeClr val="dk1"/>
                </a:solidFill>
                <a:latin typeface="Arial" panose="020B0604020202020204" pitchFamily="34" charset="0"/>
                <a:cs typeface="Arial" panose="020B0604020202020204" pitchFamily="34" charset="0"/>
              </a:rPr>
              <a:t>is maximum</a:t>
            </a:r>
          </a:p>
          <a:p>
            <a:pPr indent="-342900" algn="l">
              <a:lnSpc>
                <a:spcPct val="150000"/>
              </a:lnSpc>
              <a:spcBef>
                <a:spcPts val="360"/>
              </a:spcBef>
              <a:buClr>
                <a:schemeClr val="dk1"/>
              </a:buClr>
              <a:buSzPts val="1800"/>
              <a:buChar char="•"/>
            </a:pPr>
            <a:endParaRPr lang="en-IN" altLang="en-US" sz="1800" dirty="0">
              <a:solidFill>
                <a:schemeClr val="dk1"/>
              </a:solidFill>
              <a:latin typeface="Arial" panose="020B0604020202020204" pitchFamily="34" charset="0"/>
              <a:cs typeface="Arial" panose="020B0604020202020204" pitchFamily="34" charset="0"/>
            </a:endParaRPr>
          </a:p>
        </p:txBody>
      </p:sp>
      <p:sp>
        <p:nvSpPr>
          <p:cNvPr id="47113" name="Content Placeholder 2"/>
          <p:cNvSpPr>
            <a:spLocks noGrp="1" noChangeArrowheads="1"/>
          </p:cNvSpPr>
          <p:nvPr>
            <p:ph sz="quarter" idx="10"/>
          </p:nvPr>
        </p:nvSpPr>
        <p:spPr>
          <a:xfrm>
            <a:off x="128049" y="46038"/>
            <a:ext cx="6324600" cy="1143000"/>
          </a:xfrm>
          <a:noFill/>
          <a:ln>
            <a:noFill/>
          </a:ln>
        </p:spPr>
        <p:txBody>
          <a:bodyPr spcFirstLastPara="1" wrap="square" lIns="91425" tIns="45700" rIns="91425" bIns="45700" anchor="ctr" anchorCtr="0">
            <a:noAutofit/>
          </a:bodyPr>
          <a:lstStyle/>
          <a:p>
            <a:pPr>
              <a:lnSpc>
                <a:spcPct val="150000"/>
              </a:lnSpc>
              <a:buClr>
                <a:schemeClr val="dk1"/>
              </a:buClr>
              <a:buSzPts val="3200"/>
              <a:buFont typeface="Calibri"/>
            </a:pPr>
            <a:r>
              <a:rPr lang="en-US" altLang="en-US" sz="2400" b="1" dirty="0">
                <a:latin typeface="Arial" panose="020B0604020202020204" pitchFamily="34" charset="0"/>
                <a:ea typeface="Calibri"/>
                <a:cs typeface="Arial" panose="020B0604020202020204" pitchFamily="34" charset="0"/>
                <a:sym typeface="Calibri"/>
              </a:rPr>
              <a:t>Bayes’ Optimal Classifier</a:t>
            </a:r>
          </a:p>
        </p:txBody>
      </p:sp>
      <p:pic>
        <p:nvPicPr>
          <p:cNvPr id="21" name="Picture 1"/>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295686" y="2820641"/>
            <a:ext cx="3914614" cy="8095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1DB8EFED-3528-8426-D3CE-E539CD34DC33}"/>
                  </a:ext>
                </a:extLst>
              </p14:cNvPr>
              <p14:cNvContentPartPr/>
              <p14:nvPr/>
            </p14:nvContentPartPr>
            <p14:xfrm>
              <a:off x="385920" y="2322720"/>
              <a:ext cx="7257960" cy="2615400"/>
            </p14:xfrm>
          </p:contentPart>
        </mc:Choice>
        <mc:Fallback>
          <p:pic>
            <p:nvPicPr>
              <p:cNvPr id="2" name="Ink 1">
                <a:extLst>
                  <a:ext uri="{FF2B5EF4-FFF2-40B4-BE49-F238E27FC236}">
                    <a16:creationId xmlns:a16="http://schemas.microsoft.com/office/drawing/2014/main" id="{1DB8EFED-3528-8426-D3CE-E539CD34DC33}"/>
                  </a:ext>
                </a:extLst>
              </p:cNvPr>
              <p:cNvPicPr/>
              <p:nvPr/>
            </p:nvPicPr>
            <p:blipFill>
              <a:blip r:embed="rId6"/>
              <a:stretch>
                <a:fillRect/>
              </a:stretch>
            </p:blipFill>
            <p:spPr>
              <a:xfrm>
                <a:off x="376560" y="2313360"/>
                <a:ext cx="7276680" cy="2634120"/>
              </a:xfrm>
              <a:prstGeom prst="rect">
                <a:avLst/>
              </a:prstGeom>
            </p:spPr>
          </p:pic>
        </mc:Fallback>
      </mc:AlternateContent>
    </p:spTree>
    <p:extLst>
      <p:ext uri="{BB962C8B-B14F-4D97-AF65-F5344CB8AC3E}">
        <p14:creationId xmlns:p14="http://schemas.microsoft.com/office/powerpoint/2010/main" val="3209321943"/>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5"/>
          <p:cNvSpPr>
            <a:spLocks noGrp="1"/>
          </p:cNvSpPr>
          <p:nvPr>
            <p:ph type="sldNum" sz="quarter" idx="4294967295"/>
          </p:nvPr>
        </p:nvSpPr>
        <p:spPr>
          <a:xfrm>
            <a:off x="8532440" y="6237312"/>
            <a:ext cx="611560" cy="293117"/>
          </a:xfrm>
          <a:prstGeom prst="rect">
            <a:avLst/>
          </a:prstGeom>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074B417C-9094-4CBF-B0C6-5B42F722E7B2}" type="slidenum">
              <a:rPr kumimoji="0" lang="en-US" altLang="ko-KR" sz="1400" b="0" i="0" u="none" strike="noStrike" kern="0" cap="none" spc="0" normalizeH="0" baseline="0" noProof="0">
                <a:ln>
                  <a:noFill/>
                </a:ln>
                <a:solidFill>
                  <a:srgbClr val="000000"/>
                </a:solidFill>
                <a:effectLst/>
                <a:uLnTx/>
                <a:uFillTx/>
                <a:latin typeface="Arial"/>
                <a:ea typeface="맑은 고딕" panose="020B0503020000020004" pitchFamily="34" charset="-127"/>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11</a:t>
            </a:fld>
            <a:endParaRPr kumimoji="0" lang="en-US" altLang="ko-KR" sz="1400" b="0" i="0" u="none" strike="noStrike" kern="0" cap="none" spc="0" normalizeH="0" baseline="0" noProof="0">
              <a:ln>
                <a:noFill/>
              </a:ln>
              <a:solidFill>
                <a:srgbClr val="000000"/>
              </a:solidFill>
              <a:effectLst/>
              <a:uLnTx/>
              <a:uFillTx/>
              <a:latin typeface="Arial"/>
              <a:ea typeface="맑은 고딕" panose="020B0503020000020004" pitchFamily="34" charset="-127"/>
              <a:cs typeface="Arial"/>
              <a:sym typeface="Arial"/>
            </a:endParaRPr>
          </a:p>
        </p:txBody>
      </p:sp>
      <p:sp>
        <p:nvSpPr>
          <p:cNvPr id="201730" name="Rectangle 2"/>
          <p:cNvSpPr>
            <a:spLocks noGrp="1" noChangeArrowheads="1"/>
          </p:cNvSpPr>
          <p:nvPr>
            <p:ph type="title"/>
          </p:nvPr>
        </p:nvSpPr>
        <p:spPr>
          <a:noFill/>
          <a:ln>
            <a:noFill/>
          </a:ln>
        </p:spPr>
        <p:txBody>
          <a:bodyPr spcFirstLastPara="1" wrap="square" lIns="91425" tIns="45700" rIns="91425" bIns="45700" anchor="ctr" anchorCtr="0">
            <a:noAutofit/>
          </a:bodyPr>
          <a:lstStyle/>
          <a:p>
            <a:r>
              <a:rPr lang="en-US" altLang="ko-KR" sz="2400" b="1" dirty="0">
                <a:latin typeface="+mj-lt"/>
                <a:sym typeface="Tahoma"/>
              </a:rPr>
              <a:t>Example 1 : Bayes Optimal Classifier</a:t>
            </a:r>
          </a:p>
        </p:txBody>
      </p:sp>
      <p:sp>
        <p:nvSpPr>
          <p:cNvPr id="201731" name="Rectangle 3"/>
          <p:cNvSpPr>
            <a:spLocks noGrp="1" noChangeArrowheads="1"/>
          </p:cNvSpPr>
          <p:nvPr>
            <p:ph type="body" idx="1"/>
          </p:nvPr>
        </p:nvSpPr>
        <p:spPr>
          <a:xfrm>
            <a:off x="279922" y="1397467"/>
            <a:ext cx="8252518" cy="5284922"/>
          </a:xfrm>
        </p:spPr>
        <p:txBody>
          <a:bodyPr>
            <a:normAutofit/>
          </a:bodyPr>
          <a:lstStyle/>
          <a:p>
            <a:pPr marL="114300" indent="0">
              <a:buNone/>
            </a:pPr>
            <a:r>
              <a:rPr lang="en-US" altLang="ko-KR" sz="1800" b="1" dirty="0">
                <a:latin typeface="+mn-lt"/>
              </a:rPr>
              <a:t>Bayes optimal classification:</a:t>
            </a:r>
          </a:p>
          <a:p>
            <a:endParaRPr lang="en-US" altLang="ko-KR" sz="1800" dirty="0">
              <a:latin typeface="+mn-lt"/>
            </a:endParaRPr>
          </a:p>
          <a:p>
            <a:r>
              <a:rPr lang="en-US" altLang="ko-KR" sz="1800" dirty="0">
                <a:latin typeface="+mn-lt"/>
              </a:rPr>
              <a:t>Example:</a:t>
            </a:r>
          </a:p>
          <a:p>
            <a:pPr>
              <a:lnSpc>
                <a:spcPct val="90000"/>
              </a:lnSpc>
              <a:buFont typeface="Wingdings" panose="05000000000000000000" pitchFamily="2" charset="2"/>
              <a:buNone/>
            </a:pPr>
            <a:r>
              <a:rPr lang="en-US" altLang="ko-KR" sz="1800" i="1" dirty="0">
                <a:latin typeface="+mn-lt"/>
              </a:rPr>
              <a:t>P</a:t>
            </a:r>
            <a:r>
              <a:rPr lang="en-US" altLang="ko-KR" sz="1800" dirty="0">
                <a:latin typeface="+mn-lt"/>
              </a:rPr>
              <a:t>(</a:t>
            </a:r>
            <a:r>
              <a:rPr lang="en-US" altLang="ko-KR" sz="1800" i="1" dirty="0">
                <a:latin typeface="+mn-lt"/>
              </a:rPr>
              <a:t>h</a:t>
            </a:r>
            <a:r>
              <a:rPr lang="en-US" altLang="ko-KR" sz="1800" baseline="-25000" dirty="0">
                <a:latin typeface="+mn-lt"/>
              </a:rPr>
              <a:t>1</a:t>
            </a:r>
            <a:r>
              <a:rPr lang="en-US" altLang="ko-KR" sz="1800" dirty="0">
                <a:latin typeface="+mn-lt"/>
              </a:rPr>
              <a:t>|</a:t>
            </a:r>
            <a:r>
              <a:rPr lang="en-US" altLang="ko-KR" sz="1800" i="1" dirty="0">
                <a:latin typeface="+mn-lt"/>
              </a:rPr>
              <a:t>D</a:t>
            </a:r>
            <a:r>
              <a:rPr lang="en-US" altLang="ko-KR" sz="1800" dirty="0">
                <a:latin typeface="+mn-lt"/>
              </a:rPr>
              <a:t>) = .4, </a:t>
            </a:r>
            <a:r>
              <a:rPr lang="en-US" altLang="ko-KR" sz="1800" i="1" dirty="0">
                <a:latin typeface="+mn-lt"/>
              </a:rPr>
              <a:t>P</a:t>
            </a:r>
            <a:r>
              <a:rPr lang="en-US" altLang="ko-KR" sz="1800" dirty="0">
                <a:latin typeface="+mn-lt"/>
              </a:rPr>
              <a:t>(</a:t>
            </a:r>
            <a:r>
              <a:rPr lang="en-US" altLang="ko-KR" sz="1800" dirty="0">
                <a:latin typeface="+mn-lt"/>
                <a:sym typeface="Symbol" panose="05050102010706020507" pitchFamily="18" charset="2"/>
              </a:rPr>
              <a:t></a:t>
            </a:r>
            <a:r>
              <a:rPr lang="en-US" altLang="ko-KR" sz="1800" dirty="0">
                <a:latin typeface="+mn-lt"/>
              </a:rPr>
              <a:t>|</a:t>
            </a:r>
            <a:r>
              <a:rPr lang="en-US" altLang="ko-KR" sz="1800" i="1" dirty="0">
                <a:latin typeface="+mn-lt"/>
              </a:rPr>
              <a:t>h</a:t>
            </a:r>
            <a:r>
              <a:rPr lang="en-US" altLang="ko-KR" sz="1800" baseline="-25000" dirty="0">
                <a:latin typeface="+mn-lt"/>
              </a:rPr>
              <a:t>1</a:t>
            </a:r>
            <a:r>
              <a:rPr lang="en-US" altLang="ko-KR" sz="1800" dirty="0">
                <a:latin typeface="+mn-lt"/>
              </a:rPr>
              <a:t>) = 0,  </a:t>
            </a:r>
            <a:r>
              <a:rPr lang="en-US" altLang="ko-KR" sz="1800" i="1" dirty="0">
                <a:latin typeface="+mn-lt"/>
              </a:rPr>
              <a:t>P</a:t>
            </a:r>
            <a:r>
              <a:rPr lang="en-US" altLang="ko-KR" sz="1800" dirty="0">
                <a:latin typeface="+mn-lt"/>
              </a:rPr>
              <a:t>(+|</a:t>
            </a:r>
            <a:r>
              <a:rPr lang="en-US" altLang="ko-KR" sz="1800" i="1" dirty="0">
                <a:latin typeface="+mn-lt"/>
              </a:rPr>
              <a:t>h</a:t>
            </a:r>
            <a:r>
              <a:rPr lang="en-US" altLang="ko-KR" sz="1800" baseline="-25000" dirty="0">
                <a:latin typeface="+mn-lt"/>
              </a:rPr>
              <a:t>1</a:t>
            </a:r>
            <a:r>
              <a:rPr lang="en-US" altLang="ko-KR" sz="1800" dirty="0">
                <a:latin typeface="+mn-lt"/>
              </a:rPr>
              <a:t>) = 1</a:t>
            </a:r>
          </a:p>
          <a:p>
            <a:pPr>
              <a:lnSpc>
                <a:spcPct val="90000"/>
              </a:lnSpc>
              <a:buFont typeface="Wingdings" panose="05000000000000000000" pitchFamily="2" charset="2"/>
              <a:buNone/>
            </a:pPr>
            <a:endParaRPr lang="en-US" altLang="ko-KR" sz="1800" dirty="0">
              <a:latin typeface="+mn-lt"/>
            </a:endParaRPr>
          </a:p>
          <a:p>
            <a:pPr>
              <a:lnSpc>
                <a:spcPct val="90000"/>
              </a:lnSpc>
              <a:buFont typeface="Wingdings" panose="05000000000000000000" pitchFamily="2" charset="2"/>
              <a:buNone/>
            </a:pPr>
            <a:r>
              <a:rPr lang="en-US" altLang="ko-KR" sz="1800" i="1" dirty="0">
                <a:latin typeface="+mn-lt"/>
              </a:rPr>
              <a:t>P</a:t>
            </a:r>
            <a:r>
              <a:rPr lang="en-US" altLang="ko-KR" sz="1800" dirty="0">
                <a:latin typeface="+mn-lt"/>
              </a:rPr>
              <a:t>(</a:t>
            </a:r>
            <a:r>
              <a:rPr lang="en-US" altLang="ko-KR" sz="1800" i="1" dirty="0">
                <a:latin typeface="+mn-lt"/>
              </a:rPr>
              <a:t>h</a:t>
            </a:r>
            <a:r>
              <a:rPr lang="en-US" altLang="ko-KR" sz="1800" baseline="-25000" dirty="0">
                <a:latin typeface="+mn-lt"/>
              </a:rPr>
              <a:t>2</a:t>
            </a:r>
            <a:r>
              <a:rPr lang="en-US" altLang="ko-KR" sz="1800" dirty="0">
                <a:latin typeface="+mn-lt"/>
              </a:rPr>
              <a:t>|</a:t>
            </a:r>
            <a:r>
              <a:rPr lang="en-US" altLang="ko-KR" sz="1800" i="1" dirty="0">
                <a:latin typeface="+mn-lt"/>
              </a:rPr>
              <a:t>D</a:t>
            </a:r>
            <a:r>
              <a:rPr lang="en-US" altLang="ko-KR" sz="1800" dirty="0">
                <a:latin typeface="+mn-lt"/>
              </a:rPr>
              <a:t>) = .3, </a:t>
            </a:r>
            <a:r>
              <a:rPr lang="en-US" altLang="ko-KR" sz="1800" i="1" dirty="0">
                <a:latin typeface="+mn-lt"/>
              </a:rPr>
              <a:t>P</a:t>
            </a:r>
            <a:r>
              <a:rPr lang="en-US" altLang="ko-KR" sz="1800" dirty="0">
                <a:latin typeface="+mn-lt"/>
              </a:rPr>
              <a:t>(</a:t>
            </a:r>
            <a:r>
              <a:rPr lang="en-US" altLang="ko-KR" sz="1800" dirty="0">
                <a:latin typeface="+mn-lt"/>
                <a:sym typeface="Symbol" panose="05050102010706020507" pitchFamily="18" charset="2"/>
              </a:rPr>
              <a:t></a:t>
            </a:r>
            <a:r>
              <a:rPr lang="en-US" altLang="ko-KR" sz="1800" dirty="0">
                <a:latin typeface="+mn-lt"/>
              </a:rPr>
              <a:t>|</a:t>
            </a:r>
            <a:r>
              <a:rPr lang="en-US" altLang="ko-KR" sz="1800" i="1" dirty="0">
                <a:latin typeface="+mn-lt"/>
              </a:rPr>
              <a:t>h</a:t>
            </a:r>
            <a:r>
              <a:rPr lang="en-US" altLang="ko-KR" sz="1800" baseline="-25000" dirty="0">
                <a:latin typeface="+mn-lt"/>
              </a:rPr>
              <a:t>2</a:t>
            </a:r>
            <a:r>
              <a:rPr lang="en-US" altLang="ko-KR" sz="1800" dirty="0">
                <a:latin typeface="+mn-lt"/>
              </a:rPr>
              <a:t>) = 1,  </a:t>
            </a:r>
            <a:r>
              <a:rPr lang="en-US" altLang="ko-KR" sz="1800" i="1" dirty="0">
                <a:latin typeface="+mn-lt"/>
              </a:rPr>
              <a:t>P</a:t>
            </a:r>
            <a:r>
              <a:rPr lang="en-US" altLang="ko-KR" sz="1800" dirty="0">
                <a:latin typeface="+mn-lt"/>
              </a:rPr>
              <a:t>(+|</a:t>
            </a:r>
            <a:r>
              <a:rPr lang="en-US" altLang="ko-KR" sz="1800" i="1" dirty="0">
                <a:latin typeface="+mn-lt"/>
              </a:rPr>
              <a:t>h</a:t>
            </a:r>
            <a:r>
              <a:rPr lang="en-US" altLang="ko-KR" sz="1800" baseline="-25000" dirty="0">
                <a:latin typeface="+mn-lt"/>
              </a:rPr>
              <a:t>2</a:t>
            </a:r>
            <a:r>
              <a:rPr lang="en-US" altLang="ko-KR" sz="1800" dirty="0">
                <a:latin typeface="+mn-lt"/>
              </a:rPr>
              <a:t>) = 0</a:t>
            </a:r>
          </a:p>
          <a:p>
            <a:pPr>
              <a:lnSpc>
                <a:spcPct val="90000"/>
              </a:lnSpc>
              <a:buFont typeface="Wingdings" panose="05000000000000000000" pitchFamily="2" charset="2"/>
              <a:buNone/>
            </a:pPr>
            <a:endParaRPr lang="en-US" altLang="ko-KR" sz="1800" dirty="0">
              <a:latin typeface="+mn-lt"/>
            </a:endParaRPr>
          </a:p>
          <a:p>
            <a:pPr>
              <a:lnSpc>
                <a:spcPct val="90000"/>
              </a:lnSpc>
              <a:buFont typeface="Wingdings" panose="05000000000000000000" pitchFamily="2" charset="2"/>
              <a:buNone/>
            </a:pPr>
            <a:r>
              <a:rPr lang="en-US" altLang="ko-KR" sz="1800" i="1" dirty="0">
                <a:latin typeface="+mn-lt"/>
              </a:rPr>
              <a:t>P</a:t>
            </a:r>
            <a:r>
              <a:rPr lang="en-US" altLang="ko-KR" sz="1800" dirty="0">
                <a:latin typeface="+mn-lt"/>
              </a:rPr>
              <a:t>(</a:t>
            </a:r>
            <a:r>
              <a:rPr lang="en-US" altLang="ko-KR" sz="1800" i="1" dirty="0">
                <a:latin typeface="+mn-lt"/>
              </a:rPr>
              <a:t>h</a:t>
            </a:r>
            <a:r>
              <a:rPr lang="en-US" altLang="ko-KR" sz="1800" baseline="-25000" dirty="0">
                <a:latin typeface="+mn-lt"/>
              </a:rPr>
              <a:t>3</a:t>
            </a:r>
            <a:r>
              <a:rPr lang="en-US" altLang="ko-KR" sz="1800" dirty="0">
                <a:latin typeface="+mn-lt"/>
              </a:rPr>
              <a:t>|</a:t>
            </a:r>
            <a:r>
              <a:rPr lang="en-US" altLang="ko-KR" sz="1800" i="1" dirty="0">
                <a:latin typeface="+mn-lt"/>
              </a:rPr>
              <a:t>D</a:t>
            </a:r>
            <a:r>
              <a:rPr lang="en-US" altLang="ko-KR" sz="1800" dirty="0">
                <a:latin typeface="+mn-lt"/>
              </a:rPr>
              <a:t>) = .3, </a:t>
            </a:r>
            <a:r>
              <a:rPr lang="en-US" altLang="ko-KR" sz="1800" i="1" dirty="0">
                <a:latin typeface="+mn-lt"/>
              </a:rPr>
              <a:t>P</a:t>
            </a:r>
            <a:r>
              <a:rPr lang="en-US" altLang="ko-KR" sz="1800" dirty="0">
                <a:latin typeface="+mn-lt"/>
              </a:rPr>
              <a:t>(</a:t>
            </a:r>
            <a:r>
              <a:rPr lang="en-US" altLang="ko-KR" sz="1800" dirty="0">
                <a:latin typeface="+mn-lt"/>
                <a:sym typeface="Symbol" panose="05050102010706020507" pitchFamily="18" charset="2"/>
              </a:rPr>
              <a:t></a:t>
            </a:r>
            <a:r>
              <a:rPr lang="en-US" altLang="ko-KR" sz="1800" dirty="0">
                <a:latin typeface="+mn-lt"/>
              </a:rPr>
              <a:t>|</a:t>
            </a:r>
            <a:r>
              <a:rPr lang="en-US" altLang="ko-KR" sz="1800" i="1" dirty="0">
                <a:latin typeface="+mn-lt"/>
              </a:rPr>
              <a:t>h</a:t>
            </a:r>
            <a:r>
              <a:rPr lang="en-US" altLang="ko-KR" sz="1800" baseline="-25000" dirty="0">
                <a:latin typeface="+mn-lt"/>
              </a:rPr>
              <a:t>3</a:t>
            </a:r>
            <a:r>
              <a:rPr lang="en-US" altLang="ko-KR" sz="1800" dirty="0">
                <a:latin typeface="+mn-lt"/>
              </a:rPr>
              <a:t>) = 1,  </a:t>
            </a:r>
            <a:r>
              <a:rPr lang="en-US" altLang="ko-KR" sz="1800" i="1" dirty="0">
                <a:latin typeface="+mn-lt"/>
              </a:rPr>
              <a:t>P</a:t>
            </a:r>
            <a:r>
              <a:rPr lang="en-US" altLang="ko-KR" sz="1800" dirty="0">
                <a:latin typeface="+mn-lt"/>
              </a:rPr>
              <a:t>(+|</a:t>
            </a:r>
            <a:r>
              <a:rPr lang="en-US" altLang="ko-KR" sz="1800" i="1" dirty="0">
                <a:latin typeface="+mn-lt"/>
              </a:rPr>
              <a:t>h</a:t>
            </a:r>
            <a:r>
              <a:rPr lang="en-US" altLang="ko-KR" sz="1800" baseline="-25000" dirty="0">
                <a:latin typeface="+mn-lt"/>
              </a:rPr>
              <a:t>3</a:t>
            </a:r>
            <a:r>
              <a:rPr lang="en-US" altLang="ko-KR" sz="1800" dirty="0">
                <a:latin typeface="+mn-lt"/>
              </a:rPr>
              <a:t>) = 0</a:t>
            </a:r>
          </a:p>
          <a:p>
            <a:pPr>
              <a:buFont typeface="Wingdings" panose="05000000000000000000" pitchFamily="2" charset="2"/>
              <a:buNone/>
            </a:pPr>
            <a:r>
              <a:rPr lang="en-US" altLang="ko-KR" sz="1800" dirty="0">
                <a:latin typeface="+mn-lt"/>
              </a:rPr>
              <a:t>	therefore</a:t>
            </a:r>
          </a:p>
          <a:p>
            <a:endParaRPr lang="en-US" altLang="ko-KR" sz="1800" dirty="0">
              <a:latin typeface="+mn-lt"/>
            </a:endParaRPr>
          </a:p>
          <a:p>
            <a:pPr>
              <a:buFont typeface="Wingdings" panose="05000000000000000000" pitchFamily="2" charset="2"/>
              <a:buNone/>
            </a:pPr>
            <a:r>
              <a:rPr lang="en-US" altLang="ko-KR" sz="1800" dirty="0">
                <a:latin typeface="+mn-lt"/>
              </a:rPr>
              <a:t>	</a:t>
            </a:r>
          </a:p>
          <a:p>
            <a:pPr>
              <a:buFont typeface="Wingdings" panose="05000000000000000000" pitchFamily="2" charset="2"/>
              <a:buNone/>
            </a:pPr>
            <a:r>
              <a:rPr lang="en-US" altLang="ko-KR" sz="1800" dirty="0">
                <a:latin typeface="+mn-lt"/>
              </a:rPr>
              <a:t>and</a:t>
            </a:r>
          </a:p>
        </p:txBody>
      </p:sp>
      <p:pic>
        <p:nvPicPr>
          <p:cNvPr id="20173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88145" y="1492483"/>
            <a:ext cx="3238500"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173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681" y="4608208"/>
            <a:ext cx="2857500" cy="949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1734"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681" y="5813292"/>
            <a:ext cx="4181897" cy="57057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66DE58F2-2F95-0C94-51D5-4FCB0F9DF2EB}"/>
                  </a:ext>
                </a:extLst>
              </p14:cNvPr>
              <p14:cNvContentPartPr/>
              <p14:nvPr/>
            </p14:nvContentPartPr>
            <p14:xfrm>
              <a:off x="569880" y="1770120"/>
              <a:ext cx="8561880" cy="3343680"/>
            </p14:xfrm>
          </p:contentPart>
        </mc:Choice>
        <mc:Fallback>
          <p:pic>
            <p:nvPicPr>
              <p:cNvPr id="2" name="Ink 1">
                <a:extLst>
                  <a:ext uri="{FF2B5EF4-FFF2-40B4-BE49-F238E27FC236}">
                    <a16:creationId xmlns:a16="http://schemas.microsoft.com/office/drawing/2014/main" id="{66DE58F2-2F95-0C94-51D5-4FCB0F9DF2EB}"/>
                  </a:ext>
                </a:extLst>
              </p:cNvPr>
              <p:cNvPicPr/>
              <p:nvPr/>
            </p:nvPicPr>
            <p:blipFill>
              <a:blip r:embed="rId6"/>
              <a:stretch>
                <a:fillRect/>
              </a:stretch>
            </p:blipFill>
            <p:spPr>
              <a:xfrm>
                <a:off x="560520" y="1760760"/>
                <a:ext cx="8580600" cy="3362400"/>
              </a:xfrm>
              <a:prstGeom prst="rect">
                <a:avLst/>
              </a:prstGeom>
            </p:spPr>
          </p:pic>
        </mc:Fallback>
      </mc:AlternateContent>
    </p:spTree>
    <p:extLst>
      <p:ext uri="{BB962C8B-B14F-4D97-AF65-F5344CB8AC3E}">
        <p14:creationId xmlns:p14="http://schemas.microsoft.com/office/powerpoint/2010/main" val="20904921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4294967295"/>
          </p:nvPr>
        </p:nvSpPr>
        <p:spPr>
          <a:xfrm>
            <a:off x="8532440" y="6237312"/>
            <a:ext cx="611560" cy="293117"/>
          </a:xfrm>
          <a:prstGeom prst="rect">
            <a:avLst/>
          </a:prstGeom>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951E1E12-B6D7-40DF-905C-A99FE8C432C4}" type="slidenum">
              <a:rPr kumimoji="0" lang="en-US" altLang="ko-KR" sz="1400" b="0" i="0" u="none" strike="noStrike" kern="0" cap="none" spc="0" normalizeH="0" baseline="0" noProof="0">
                <a:ln>
                  <a:noFill/>
                </a:ln>
                <a:solidFill>
                  <a:srgbClr val="000000"/>
                </a:solidFill>
                <a:effectLst/>
                <a:uLnTx/>
                <a:uFillTx/>
                <a:latin typeface="Arial"/>
                <a:ea typeface="맑은 고딕" panose="020B0503020000020004" pitchFamily="34" charset="-127"/>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12</a:t>
            </a:fld>
            <a:endParaRPr kumimoji="0" lang="en-US" altLang="ko-KR" sz="1400" b="0" i="0" u="none" strike="noStrike" kern="0" cap="none" spc="0" normalizeH="0" baseline="0" noProof="0">
              <a:ln>
                <a:noFill/>
              </a:ln>
              <a:solidFill>
                <a:srgbClr val="000000"/>
              </a:solidFill>
              <a:effectLst/>
              <a:uLnTx/>
              <a:uFillTx/>
              <a:latin typeface="Arial"/>
              <a:ea typeface="맑은 고딕" panose="020B0503020000020004" pitchFamily="34" charset="-127"/>
              <a:cs typeface="Arial"/>
              <a:sym typeface="Arial"/>
            </a:endParaRPr>
          </a:p>
        </p:txBody>
      </p:sp>
      <p:sp>
        <p:nvSpPr>
          <p:cNvPr id="204804" name="Rectangle 4"/>
          <p:cNvSpPr>
            <a:spLocks noGrp="1" noChangeArrowheads="1"/>
          </p:cNvSpPr>
          <p:nvPr>
            <p:ph type="title"/>
          </p:nvPr>
        </p:nvSpPr>
        <p:spPr>
          <a:noFill/>
          <a:ln>
            <a:noFill/>
          </a:ln>
        </p:spPr>
        <p:txBody>
          <a:bodyPr spcFirstLastPara="1" wrap="square" lIns="91425" tIns="45700" rIns="91425" bIns="45700" anchor="ctr" anchorCtr="0">
            <a:noAutofit/>
          </a:bodyPr>
          <a:lstStyle/>
          <a:p>
            <a:r>
              <a:rPr lang="en-US" altLang="ko-KR" sz="2400" b="1" dirty="0">
                <a:latin typeface="Arial" panose="020B0604020202020204" pitchFamily="34" charset="0"/>
                <a:cs typeface="Arial" panose="020B0604020202020204" pitchFamily="34" charset="0"/>
              </a:rPr>
              <a:t>Gibbs Classifier</a:t>
            </a:r>
          </a:p>
        </p:txBody>
      </p:sp>
      <p:sp>
        <p:nvSpPr>
          <p:cNvPr id="204805" name="Rectangle 5"/>
          <p:cNvSpPr>
            <a:spLocks noGrp="1" noChangeArrowheads="1"/>
          </p:cNvSpPr>
          <p:nvPr>
            <p:ph type="body" idx="1"/>
          </p:nvPr>
        </p:nvSpPr>
        <p:spPr>
          <a:xfrm>
            <a:off x="0" y="1402705"/>
            <a:ext cx="6629400" cy="5222929"/>
          </a:xfrm>
        </p:spPr>
        <p:txBody>
          <a:bodyPr>
            <a:normAutofit/>
          </a:bodyPr>
          <a:lstStyle/>
          <a:p>
            <a:r>
              <a:rPr lang="en-US" altLang="ko-KR" sz="1800" dirty="0">
                <a:latin typeface="Arial" panose="020B0604020202020204" pitchFamily="34" charset="0"/>
                <a:cs typeface="Arial" panose="020B0604020202020204" pitchFamily="34" charset="0"/>
              </a:rPr>
              <a:t>Bayes optimal classifier provides best result, but can be expensive if many hypotheses.</a:t>
            </a:r>
          </a:p>
          <a:p>
            <a:r>
              <a:rPr lang="en-US" altLang="ko-KR" sz="1800" dirty="0">
                <a:latin typeface="Arial" panose="020B0604020202020204" pitchFamily="34" charset="0"/>
                <a:cs typeface="Arial" panose="020B0604020202020204" pitchFamily="34" charset="0"/>
              </a:rPr>
              <a:t>Gibbs algorithm:</a:t>
            </a:r>
          </a:p>
          <a:p>
            <a:pPr lvl="1"/>
            <a:r>
              <a:rPr lang="en-US" altLang="ko-KR" sz="1800" dirty="0">
                <a:latin typeface="Arial" panose="020B0604020202020204" pitchFamily="34" charset="0"/>
                <a:ea typeface="Cambria" panose="02040503050406030204" pitchFamily="18" charset="0"/>
                <a:cs typeface="Arial" panose="020B0604020202020204" pitchFamily="34" charset="0"/>
              </a:rPr>
              <a:t>Choose one hypothesis at random, according to posterior prob. Distribution over h , </a:t>
            </a:r>
            <a:r>
              <a:rPr lang="en-US" altLang="ko-KR" sz="1800" i="1" dirty="0">
                <a:latin typeface="Arial" panose="020B0604020202020204" pitchFamily="34" charset="0"/>
                <a:ea typeface="Cambria" panose="02040503050406030204" pitchFamily="18" charset="0"/>
                <a:cs typeface="Arial" panose="020B0604020202020204" pitchFamily="34" charset="0"/>
              </a:rPr>
              <a:t>P</a:t>
            </a:r>
            <a:r>
              <a:rPr lang="en-US" altLang="ko-KR" sz="1800" dirty="0">
                <a:latin typeface="Arial" panose="020B0604020202020204" pitchFamily="34" charset="0"/>
                <a:ea typeface="Cambria" panose="02040503050406030204" pitchFamily="18" charset="0"/>
                <a:cs typeface="Arial" panose="020B0604020202020204" pitchFamily="34" charset="0"/>
              </a:rPr>
              <a:t>(</a:t>
            </a:r>
            <a:r>
              <a:rPr lang="en-US" altLang="ko-KR" sz="1800" i="1" dirty="0" err="1">
                <a:latin typeface="Arial" panose="020B0604020202020204" pitchFamily="34" charset="0"/>
                <a:ea typeface="Cambria" panose="02040503050406030204" pitchFamily="18" charset="0"/>
                <a:cs typeface="Arial" panose="020B0604020202020204" pitchFamily="34" charset="0"/>
              </a:rPr>
              <a:t>h</a:t>
            </a:r>
            <a:r>
              <a:rPr lang="en-US" altLang="ko-KR" sz="1800" dirty="0" err="1">
                <a:latin typeface="Arial" panose="020B0604020202020204" pitchFamily="34" charset="0"/>
                <a:ea typeface="Cambria" panose="02040503050406030204" pitchFamily="18" charset="0"/>
                <a:cs typeface="Arial" panose="020B0604020202020204" pitchFamily="34" charset="0"/>
              </a:rPr>
              <a:t>|</a:t>
            </a:r>
            <a:r>
              <a:rPr lang="en-US" altLang="ko-KR" sz="1800" i="1" dirty="0" err="1">
                <a:latin typeface="Arial" panose="020B0604020202020204" pitchFamily="34" charset="0"/>
                <a:ea typeface="Cambria" panose="02040503050406030204" pitchFamily="18" charset="0"/>
                <a:cs typeface="Arial" panose="020B0604020202020204" pitchFamily="34" charset="0"/>
              </a:rPr>
              <a:t>D</a:t>
            </a:r>
            <a:r>
              <a:rPr lang="en-US" altLang="ko-KR" sz="1800" dirty="0">
                <a:latin typeface="Arial" panose="020B0604020202020204" pitchFamily="34" charset="0"/>
                <a:ea typeface="Cambria" panose="02040503050406030204" pitchFamily="18" charset="0"/>
                <a:cs typeface="Arial" panose="020B0604020202020204" pitchFamily="34" charset="0"/>
              </a:rPr>
              <a:t>)</a:t>
            </a:r>
          </a:p>
          <a:p>
            <a:pPr lvl="1"/>
            <a:r>
              <a:rPr lang="en-US" altLang="ko-KR" sz="1800" dirty="0">
                <a:latin typeface="Arial" panose="020B0604020202020204" pitchFamily="34" charset="0"/>
                <a:ea typeface="Cambria" panose="02040503050406030204" pitchFamily="18" charset="0"/>
                <a:cs typeface="Arial" panose="020B0604020202020204" pitchFamily="34" charset="0"/>
              </a:rPr>
              <a:t>Use this h to classify new instance</a:t>
            </a:r>
          </a:p>
          <a:p>
            <a:r>
              <a:rPr lang="en-US" altLang="ko-KR" sz="1800" dirty="0">
                <a:solidFill>
                  <a:srgbClr val="FF0000"/>
                </a:solidFill>
                <a:latin typeface="Arial" panose="020B0604020202020204" pitchFamily="34" charset="0"/>
                <a:cs typeface="Arial" panose="020B0604020202020204" pitchFamily="34" charset="0"/>
              </a:rPr>
              <a:t>Surprising fact: under certain conditions, </a:t>
            </a:r>
            <a:r>
              <a:rPr lang="en-IN" sz="1800" dirty="0">
                <a:solidFill>
                  <a:srgbClr val="FF0000"/>
                </a:solidFill>
                <a:latin typeface="Arial" panose="020B0604020202020204" pitchFamily="34" charset="0"/>
                <a:cs typeface="Arial" panose="020B0604020202020204" pitchFamily="34" charset="0"/>
              </a:rPr>
              <a:t>the expected </a:t>
            </a:r>
            <a:r>
              <a:rPr lang="en-US" sz="1800" dirty="0">
                <a:solidFill>
                  <a:srgbClr val="FF0000"/>
                </a:solidFill>
                <a:latin typeface="Arial" panose="020B0604020202020204" pitchFamily="34" charset="0"/>
                <a:cs typeface="Arial" panose="020B0604020202020204" pitchFamily="34" charset="0"/>
              </a:rPr>
              <a:t>misclassification error for the Gibbs algorithm is at most twice the expected error of the Bayes optimal classifier</a:t>
            </a:r>
            <a:endParaRPr lang="en-US" altLang="ko-KR" sz="1800" dirty="0">
              <a:solidFill>
                <a:srgbClr val="FF0000"/>
              </a:solidFill>
              <a:latin typeface="Arial" panose="020B0604020202020204" pitchFamily="34" charset="0"/>
              <a:cs typeface="Arial" panose="020B0604020202020204" pitchFamily="34" charset="0"/>
            </a:endParaRPr>
          </a:p>
          <a:p>
            <a:pPr marL="114300" indent="0" algn="ctr">
              <a:buNone/>
            </a:pPr>
            <a:r>
              <a:rPr lang="en-US" altLang="ko-KR" sz="1800" i="1" dirty="0">
                <a:latin typeface="Arial" panose="020B0604020202020204" pitchFamily="34" charset="0"/>
                <a:cs typeface="Arial" panose="020B0604020202020204" pitchFamily="34" charset="0"/>
              </a:rPr>
              <a:t>E</a:t>
            </a:r>
            <a:r>
              <a:rPr lang="en-US" altLang="ko-KR" sz="1800" dirty="0">
                <a:latin typeface="Arial" panose="020B0604020202020204" pitchFamily="34" charset="0"/>
                <a:cs typeface="Arial" panose="020B0604020202020204" pitchFamily="34" charset="0"/>
              </a:rPr>
              <a:t>[</a:t>
            </a:r>
            <a:r>
              <a:rPr lang="en-US" altLang="ko-KR" sz="1800" i="1" dirty="0" err="1">
                <a:latin typeface="Arial" panose="020B0604020202020204" pitchFamily="34" charset="0"/>
                <a:cs typeface="Arial" panose="020B0604020202020204" pitchFamily="34" charset="0"/>
              </a:rPr>
              <a:t>error</a:t>
            </a:r>
            <a:r>
              <a:rPr lang="en-US" altLang="ko-KR" sz="1800" i="1" baseline="-25000" dirty="0" err="1">
                <a:latin typeface="Arial" panose="020B0604020202020204" pitchFamily="34" charset="0"/>
                <a:cs typeface="Arial" panose="020B0604020202020204" pitchFamily="34" charset="0"/>
              </a:rPr>
              <a:t>Gibbs</a:t>
            </a:r>
            <a:r>
              <a:rPr lang="en-US" altLang="ko-KR" sz="1800" dirty="0">
                <a:latin typeface="Arial" panose="020B0604020202020204" pitchFamily="34" charset="0"/>
                <a:cs typeface="Arial" panose="020B0604020202020204" pitchFamily="34" charset="0"/>
              </a:rPr>
              <a:t>]  </a:t>
            </a:r>
            <a:r>
              <a:rPr lang="en-US" altLang="ko-KR" sz="1800" dirty="0">
                <a:latin typeface="Arial" panose="020B0604020202020204" pitchFamily="34" charset="0"/>
                <a:cs typeface="Arial" panose="020B0604020202020204" pitchFamily="34" charset="0"/>
                <a:sym typeface="Symbol" panose="05050102010706020507" pitchFamily="18" charset="2"/>
              </a:rPr>
              <a:t>  2</a:t>
            </a:r>
            <a:r>
              <a:rPr lang="en-US" altLang="ko-KR" sz="1800" i="1" dirty="0">
                <a:latin typeface="Arial" panose="020B0604020202020204" pitchFamily="34" charset="0"/>
                <a:cs typeface="Arial" panose="020B0604020202020204" pitchFamily="34" charset="0"/>
              </a:rPr>
              <a:t>E </a:t>
            </a:r>
            <a:r>
              <a:rPr lang="en-US" altLang="ko-KR" sz="1800" dirty="0">
                <a:latin typeface="Arial" panose="020B0604020202020204" pitchFamily="34" charset="0"/>
                <a:cs typeface="Arial" panose="020B0604020202020204" pitchFamily="34" charset="0"/>
              </a:rPr>
              <a:t>[</a:t>
            </a:r>
            <a:r>
              <a:rPr lang="en-US" altLang="ko-KR" sz="1800" i="1" dirty="0" err="1">
                <a:latin typeface="Arial" panose="020B0604020202020204" pitchFamily="34" charset="0"/>
                <a:cs typeface="Arial" panose="020B0604020202020204" pitchFamily="34" charset="0"/>
              </a:rPr>
              <a:t>error</a:t>
            </a:r>
            <a:r>
              <a:rPr lang="en-US" altLang="ko-KR" sz="1800" i="1" baseline="-25000" dirty="0" err="1">
                <a:latin typeface="Arial" panose="020B0604020202020204" pitchFamily="34" charset="0"/>
                <a:cs typeface="Arial" panose="020B0604020202020204" pitchFamily="34" charset="0"/>
              </a:rPr>
              <a:t>BayesOptional</a:t>
            </a:r>
            <a:r>
              <a:rPr lang="en-US" altLang="ko-KR" sz="1800" dirty="0">
                <a:latin typeface="Arial" panose="020B0604020202020204" pitchFamily="34" charset="0"/>
                <a:cs typeface="Arial" panose="020B0604020202020204" pitchFamily="34" charset="0"/>
              </a:rPr>
              <a:t>] </a:t>
            </a:r>
          </a:p>
          <a:p>
            <a:endParaRPr lang="en-US" altLang="ko-KR" sz="1800" dirty="0">
              <a:latin typeface="Arial" panose="020B0604020202020204" pitchFamily="34" charset="0"/>
              <a:cs typeface="Arial" panose="020B0604020202020204" pitchFamily="34" charset="0"/>
            </a:endParaRPr>
          </a:p>
          <a:p>
            <a:r>
              <a:rPr lang="en-US" altLang="ko-KR" sz="1800" dirty="0">
                <a:latin typeface="Arial" panose="020B0604020202020204" pitchFamily="34" charset="0"/>
                <a:cs typeface="Arial" panose="020B0604020202020204" pitchFamily="34" charset="0"/>
              </a:rPr>
              <a:t>Suppose correct, uniform prior distribution over </a:t>
            </a:r>
            <a:r>
              <a:rPr lang="en-US" altLang="ko-KR" sz="1800" i="1" dirty="0">
                <a:latin typeface="Arial" panose="020B0604020202020204" pitchFamily="34" charset="0"/>
                <a:cs typeface="Arial" panose="020B0604020202020204" pitchFamily="34" charset="0"/>
              </a:rPr>
              <a:t>H</a:t>
            </a:r>
            <a:r>
              <a:rPr lang="en-US" altLang="ko-KR" sz="1800" dirty="0">
                <a:latin typeface="Arial" panose="020B0604020202020204" pitchFamily="34" charset="0"/>
                <a:cs typeface="Arial" panose="020B0604020202020204" pitchFamily="34" charset="0"/>
              </a:rPr>
              <a:t>, then</a:t>
            </a:r>
          </a:p>
          <a:p>
            <a:pPr lvl="1"/>
            <a:r>
              <a:rPr lang="en-US" altLang="ko-KR" sz="1800" dirty="0">
                <a:latin typeface="Arial" panose="020B0604020202020204" pitchFamily="34" charset="0"/>
                <a:ea typeface="Cambria" panose="02040503050406030204" pitchFamily="18" charset="0"/>
                <a:cs typeface="Arial" panose="020B0604020202020204" pitchFamily="34" charset="0"/>
              </a:rPr>
              <a:t>Pick any hypothesis from </a:t>
            </a:r>
            <a:r>
              <a:rPr lang="en-US" altLang="ko-KR" sz="1800" i="1" dirty="0">
                <a:latin typeface="Arial" panose="020B0604020202020204" pitchFamily="34" charset="0"/>
                <a:ea typeface="Cambria" panose="02040503050406030204" pitchFamily="18" charset="0"/>
                <a:cs typeface="Arial" panose="020B0604020202020204" pitchFamily="34" charset="0"/>
              </a:rPr>
              <a:t>Version space</a:t>
            </a:r>
            <a:r>
              <a:rPr lang="en-US" altLang="ko-KR" sz="1800" dirty="0">
                <a:latin typeface="Arial" panose="020B0604020202020204" pitchFamily="34" charset="0"/>
                <a:ea typeface="Cambria" panose="02040503050406030204" pitchFamily="18" charset="0"/>
                <a:cs typeface="Arial" panose="020B0604020202020204" pitchFamily="34" charset="0"/>
              </a:rPr>
              <a:t>, with uniform probability</a:t>
            </a:r>
          </a:p>
          <a:p>
            <a:pPr lvl="1"/>
            <a:r>
              <a:rPr lang="en-US" altLang="ko-KR" sz="1800" dirty="0">
                <a:latin typeface="Arial" panose="020B0604020202020204" pitchFamily="34" charset="0"/>
                <a:ea typeface="Cambria" panose="02040503050406030204" pitchFamily="18" charset="0"/>
                <a:cs typeface="Arial" panose="020B0604020202020204" pitchFamily="34" charset="0"/>
              </a:rPr>
              <a:t>Its expected error no worse than twice Bayes optimal</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59CD06FF-F303-89C7-FCC6-637346C8FF79}"/>
                  </a:ext>
                </a:extLst>
              </p14:cNvPr>
              <p14:cNvContentPartPr/>
              <p14:nvPr/>
            </p14:nvContentPartPr>
            <p14:xfrm>
              <a:off x="527400" y="921600"/>
              <a:ext cx="3708720" cy="3643560"/>
            </p14:xfrm>
          </p:contentPart>
        </mc:Choice>
        <mc:Fallback>
          <p:pic>
            <p:nvPicPr>
              <p:cNvPr id="2" name="Ink 1">
                <a:extLst>
                  <a:ext uri="{FF2B5EF4-FFF2-40B4-BE49-F238E27FC236}">
                    <a16:creationId xmlns:a16="http://schemas.microsoft.com/office/drawing/2014/main" id="{59CD06FF-F303-89C7-FCC6-637346C8FF79}"/>
                  </a:ext>
                </a:extLst>
              </p:cNvPr>
              <p:cNvPicPr/>
              <p:nvPr/>
            </p:nvPicPr>
            <p:blipFill>
              <a:blip r:embed="rId3"/>
              <a:stretch>
                <a:fillRect/>
              </a:stretch>
            </p:blipFill>
            <p:spPr>
              <a:xfrm>
                <a:off x="518040" y="912240"/>
                <a:ext cx="3727440" cy="3662280"/>
              </a:xfrm>
              <a:prstGeom prst="rect">
                <a:avLst/>
              </a:prstGeom>
            </p:spPr>
          </p:pic>
        </mc:Fallback>
      </mc:AlternateContent>
    </p:spTree>
    <p:extLst>
      <p:ext uri="{BB962C8B-B14F-4D97-AF65-F5344CB8AC3E}">
        <p14:creationId xmlns:p14="http://schemas.microsoft.com/office/powerpoint/2010/main" val="26814097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309519" y="443814"/>
            <a:ext cx="8556712" cy="553998"/>
          </a:xfrm>
          <a:noFill/>
          <a:ln w="9525">
            <a:noFill/>
            <a:miter lim="800000"/>
            <a:headEnd/>
            <a:tailEnd/>
          </a:ln>
          <a:effectLst/>
        </p:spPr>
        <p:txBody>
          <a:bodyPr spcFirstLastPara="1" vert="horz" wrap="square" lIns="91440" tIns="45720" rIns="91440" bIns="45720" rtlCol="0" anchor="ctr" anchorCtr="0">
            <a:spAutoFit/>
          </a:bodyPr>
          <a:lstStyle/>
          <a:p>
            <a:pPr marL="85725" indent="28575" fontAlgn="base">
              <a:lnSpc>
                <a:spcPts val="3600"/>
              </a:lnSpc>
              <a:spcAft>
                <a:spcPct val="0"/>
              </a:spcAft>
              <a:buClr>
                <a:schemeClr val="dk1"/>
              </a:buClr>
              <a:buSzPts val="3600"/>
              <a:buFont typeface="Arial" pitchFamily="34" charset="0"/>
            </a:pPr>
            <a:r>
              <a:rPr lang="en-US" altLang="en-US" sz="2400" b="1" spc="-150" dirty="0">
                <a:latin typeface="Arial" panose="020B0604020202020204" pitchFamily="34" charset="0"/>
                <a:ea typeface="Cambria" panose="02040503050406030204" pitchFamily="18" charset="0"/>
                <a:cs typeface="Arial" panose="020B0604020202020204" pitchFamily="34" charset="0"/>
              </a:rPr>
              <a:t>Parameter Estimation in ML - Summary</a:t>
            </a:r>
            <a:endParaRPr lang="en-US" altLang="en-US" sz="1800" b="1" spc="-150" dirty="0">
              <a:latin typeface="Arial" panose="020B0604020202020204" pitchFamily="34" charset="0"/>
              <a:ea typeface="Cambria" panose="02040503050406030204" pitchFamily="18" charset="0"/>
              <a:cs typeface="Arial" panose="020B0604020202020204" pitchFamily="34" charset="0"/>
            </a:endParaRPr>
          </a:p>
        </p:txBody>
      </p:sp>
      <p:sp>
        <p:nvSpPr>
          <p:cNvPr id="12292" name="Slide Number Placeholder 3"/>
          <p:cNvSpPr>
            <a:spLocks noGrp="1"/>
          </p:cNvSpPr>
          <p:nvPr>
            <p:ph type="sldNum" sz="quarter" idx="429496729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6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mc:AlternateContent xmlns:mc="http://schemas.openxmlformats.org/markup-compatibility/2006" xmlns:a14="http://schemas.microsoft.com/office/drawing/2010/main">
        <mc:Choice Requires="a14">
          <p:sp>
            <p:nvSpPr>
              <p:cNvPr id="4" name="TextBox 3"/>
              <p:cNvSpPr txBox="1"/>
              <p:nvPr/>
            </p:nvSpPr>
            <p:spPr>
              <a:xfrm>
                <a:off x="2994601" y="3226368"/>
                <a:ext cx="2002023" cy="307777"/>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n-cs"/>
                  </a:rPr>
                  <a:t>Parameters : (</a:t>
                </a:r>
                <a14:m>
                  <m:oMath xmlns:m="http://schemas.openxmlformats.org/officeDocument/2006/math">
                    <m:r>
                      <a:rPr kumimoji="0" lang="en-US" sz="1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𝜃</m:t>
                    </m:r>
                  </m:oMath>
                </a14:m>
                <a:r>
                  <a:rPr kumimoji="0" lang="en-US" sz="1400" b="0" i="0" u="none" strike="noStrike" kern="1200" cap="none" spc="0" normalizeH="0" baseline="-25000" noProof="0" dirty="0">
                    <a:ln>
                      <a:noFill/>
                    </a:ln>
                    <a:solidFill>
                      <a:srgbClr val="000000"/>
                    </a:solidFill>
                    <a:effectLst/>
                    <a:uLnTx/>
                    <a:uFillTx/>
                    <a:latin typeface="Cambria" panose="02040503050406030204" pitchFamily="18" charset="0"/>
                    <a:ea typeface="Cambria" panose="02040503050406030204" pitchFamily="18" charset="0"/>
                    <a:cs typeface="+mn-cs"/>
                  </a:rPr>
                  <a:t>0</a:t>
                </a:r>
                <a:r>
                  <a:rPr kumimoji="0" lang="en-US" sz="1400"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n-cs"/>
                  </a:rPr>
                  <a:t>, </a:t>
                </a:r>
                <a14:m>
                  <m:oMath xmlns:m="http://schemas.openxmlformats.org/officeDocument/2006/math">
                    <m:r>
                      <a:rPr kumimoji="0" lang="en-US" sz="1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𝜃</m:t>
                    </m:r>
                  </m:oMath>
                </a14:m>
                <a:r>
                  <a:rPr kumimoji="0" lang="en-US" sz="1400" b="0" i="0" u="none" strike="noStrike" kern="1200" cap="none" spc="0" normalizeH="0" baseline="-25000" noProof="0" dirty="0">
                    <a:ln>
                      <a:noFill/>
                    </a:ln>
                    <a:solidFill>
                      <a:srgbClr val="000000"/>
                    </a:solidFill>
                    <a:effectLst/>
                    <a:uLnTx/>
                    <a:uFillTx/>
                    <a:latin typeface="Cambria" panose="02040503050406030204" pitchFamily="18" charset="0"/>
                    <a:ea typeface="Cambria" panose="02040503050406030204" pitchFamily="18" charset="0"/>
                    <a:cs typeface="+mn-cs"/>
                  </a:rPr>
                  <a:t>1</a:t>
                </a:r>
                <a:r>
                  <a:rPr kumimoji="0" lang="en-US" sz="1400"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n-cs"/>
                  </a:rPr>
                  <a:t>, </a:t>
                </a:r>
                <a14:m>
                  <m:oMath xmlns:m="http://schemas.openxmlformats.org/officeDocument/2006/math">
                    <m:r>
                      <a:rPr kumimoji="0" lang="en-US" sz="1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𝜃</m:t>
                    </m:r>
                  </m:oMath>
                </a14:m>
                <a:r>
                  <a:rPr kumimoji="0" lang="en-US" sz="1400" b="0" i="0" u="none" strike="noStrike" kern="1200" cap="none" spc="0" normalizeH="0" baseline="-25000" noProof="0" dirty="0">
                    <a:ln>
                      <a:noFill/>
                    </a:ln>
                    <a:solidFill>
                      <a:srgbClr val="000000"/>
                    </a:solidFill>
                    <a:effectLst/>
                    <a:uLnTx/>
                    <a:uFillTx/>
                    <a:latin typeface="Cambria" panose="02040503050406030204" pitchFamily="18" charset="0"/>
                    <a:ea typeface="Cambria" panose="02040503050406030204" pitchFamily="18" charset="0"/>
                    <a:cs typeface="+mn-cs"/>
                  </a:rPr>
                  <a:t>2</a:t>
                </a:r>
                <a:r>
                  <a:rPr kumimoji="0" lang="en-US" sz="1400"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n-cs"/>
                  </a:rPr>
                  <a:t>)</a:t>
                </a:r>
                <a:endParaRPr kumimoji="0" lang="en-IN" sz="1400" b="0" i="0" u="none" strike="noStrike" kern="1200" cap="none" spc="0" normalizeH="0" baseline="0" noProof="0" dirty="0">
                  <a:ln>
                    <a:noFill/>
                  </a:ln>
                  <a:solidFill>
                    <a:srgbClr val="000000"/>
                  </a:solidFill>
                  <a:effectLst/>
                  <a:uLnTx/>
                  <a:uFillTx/>
                  <a:latin typeface="Tahoma" charset="0"/>
                  <a:ea typeface="+mn-ea"/>
                  <a:cs typeface="+mn-cs"/>
                </a:endParaRPr>
              </a:p>
            </p:txBody>
          </p:sp>
        </mc:Choice>
        <mc:Fallback xmlns="">
          <p:sp>
            <p:nvSpPr>
              <p:cNvPr id="4" name="TextBox 3"/>
              <p:cNvSpPr txBox="1">
                <a:spLocks noRot="1" noChangeAspect="1" noMove="1" noResize="1" noEditPoints="1" noAdjustHandles="1" noChangeArrowheads="1" noChangeShapeType="1" noTextEdit="1"/>
              </p:cNvSpPr>
              <p:nvPr/>
            </p:nvSpPr>
            <p:spPr>
              <a:xfrm>
                <a:off x="2994601" y="3226368"/>
                <a:ext cx="2002023" cy="307777"/>
              </a:xfrm>
              <a:prstGeom prst="rect">
                <a:avLst/>
              </a:prstGeom>
              <a:blipFill>
                <a:blip r:embed="rId3"/>
                <a:stretch>
                  <a:fillRect l="-912" t="-3922" b="-1764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Rectangle 9"/>
              <p:cNvSpPr/>
              <p:nvPr/>
            </p:nvSpPr>
            <p:spPr>
              <a:xfrm>
                <a:off x="2971800" y="3564922"/>
                <a:ext cx="3657893" cy="374013"/>
              </a:xfrm>
              <a:prstGeom prst="rect">
                <a:avLst/>
              </a:prstGeom>
            </p:spPr>
            <p:txBody>
              <a:bodyPr wrap="square">
                <a:spAutoFit/>
              </a:bodyPr>
              <a:lstStyle/>
              <a:p>
                <a:pPr marL="0" marR="0" lvl="0" indent="0" algn="l" defTabSz="914400" rtl="0" eaLnBrk="1" fontAlgn="base" latinLnBrk="0" hangingPunct="1">
                  <a:lnSpc>
                    <a:spcPct val="150000"/>
                  </a:lnSpc>
                  <a:spcBef>
                    <a:spcPct val="0"/>
                  </a:spcBef>
                  <a:spcAft>
                    <a:spcPct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Tahoma" charset="0"/>
                    <a:ea typeface="+mn-ea"/>
                    <a:cs typeface="+mn-cs"/>
                  </a:rPr>
                  <a:t>Find </a:t>
                </a:r>
                <a14:m>
                  <m:oMath xmlns:m="http://schemas.openxmlformats.org/officeDocument/2006/math">
                    <m:r>
                      <a:rPr kumimoji="0" lang="en-US" sz="1400" b="1"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𝛉</m:t>
                    </m:r>
                    <m:r>
                      <a:rPr kumimoji="0" lang="en-IN" sz="1400" b="1"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kumimoji="0" lang="en-US" sz="1400" b="1"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𝜽</m:t>
                    </m:r>
                    <m:r>
                      <m:rPr>
                        <m:nor/>
                      </m:rPr>
                      <a:rPr kumimoji="0" lang="en-US" sz="1400" b="1" i="0" u="none" strike="noStrike" kern="1200" cap="none" spc="0" normalizeH="0" baseline="-25000" noProof="0" dirty="0">
                        <a:ln>
                          <a:noFill/>
                        </a:ln>
                        <a:solidFill>
                          <a:srgbClr val="000000"/>
                        </a:solidFill>
                        <a:effectLst/>
                        <a:uLnTx/>
                        <a:uFillTx/>
                        <a:latin typeface="Cambria" panose="02040503050406030204" pitchFamily="18" charset="0"/>
                        <a:ea typeface="Cambria" panose="02040503050406030204" pitchFamily="18" charset="0"/>
                        <a:cs typeface="+mn-cs"/>
                      </a:rPr>
                      <m:t>0</m:t>
                    </m:r>
                    <m:r>
                      <m:rPr>
                        <m:nor/>
                      </m:rPr>
                      <a:rPr kumimoji="0" lang="en-US" sz="1400"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n-cs"/>
                      </a:rPr>
                      <m:t>, </m:t>
                    </m:r>
                    <m:r>
                      <a:rPr kumimoji="0" lang="en-US" sz="1400" b="1"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𝜽</m:t>
                    </m:r>
                    <m:r>
                      <m:rPr>
                        <m:nor/>
                      </m:rPr>
                      <a:rPr kumimoji="0" lang="en-US" sz="1400" b="1" i="0" u="none" strike="noStrike" kern="1200" cap="none" spc="0" normalizeH="0" baseline="-25000" noProof="0" dirty="0">
                        <a:ln>
                          <a:noFill/>
                        </a:ln>
                        <a:solidFill>
                          <a:srgbClr val="000000"/>
                        </a:solidFill>
                        <a:effectLst/>
                        <a:uLnTx/>
                        <a:uFillTx/>
                        <a:latin typeface="Cambria" panose="02040503050406030204" pitchFamily="18" charset="0"/>
                        <a:ea typeface="Cambria" panose="02040503050406030204" pitchFamily="18" charset="0"/>
                        <a:cs typeface="+mn-cs"/>
                      </a:rPr>
                      <m:t>1</m:t>
                    </m:r>
                    <m:r>
                      <m:rPr>
                        <m:nor/>
                      </m:rPr>
                      <a:rPr kumimoji="0" lang="en-US" sz="1400"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n-cs"/>
                      </a:rPr>
                      <m:t>, </m:t>
                    </m:r>
                    <m:r>
                      <a:rPr kumimoji="0" lang="en-US" sz="1400" b="1"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𝜽</m:t>
                    </m:r>
                    <m:r>
                      <m:rPr>
                        <m:nor/>
                      </m:rPr>
                      <a:rPr kumimoji="0" lang="en-US" sz="1400" b="1" i="0" u="none" strike="noStrike" kern="1200" cap="none" spc="0" normalizeH="0" baseline="-25000" noProof="0" dirty="0">
                        <a:ln>
                          <a:noFill/>
                        </a:ln>
                        <a:solidFill>
                          <a:srgbClr val="000000"/>
                        </a:solidFill>
                        <a:effectLst/>
                        <a:uLnTx/>
                        <a:uFillTx/>
                        <a:latin typeface="Cambria" panose="02040503050406030204" pitchFamily="18" charset="0"/>
                        <a:ea typeface="Cambria" panose="02040503050406030204" pitchFamily="18" charset="0"/>
                        <a:cs typeface="+mn-cs"/>
                      </a:rPr>
                      <m:t>2</m:t>
                    </m:r>
                    <m:r>
                      <a:rPr kumimoji="0" lang="en-IN" sz="1400" b="1" i="0"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oMath>
                </a14:m>
                <a:r>
                  <a:rPr kumimoji="0" lang="en-IN" sz="1400" b="1" i="0" u="none" strike="noStrike" kern="1200" cap="none" spc="0" normalizeH="0" baseline="0" noProof="0" dirty="0">
                    <a:ln>
                      <a:noFill/>
                    </a:ln>
                    <a:solidFill>
                      <a:srgbClr val="000000"/>
                    </a:solidFill>
                    <a:effectLst/>
                    <a:uLnTx/>
                    <a:uFillTx/>
                    <a:latin typeface="Tahoma" charset="0"/>
                    <a:ea typeface="+mn-ea"/>
                    <a:cs typeface="+mn-cs"/>
                  </a:rPr>
                  <a:t> </a:t>
                </a:r>
                <a:r>
                  <a:rPr kumimoji="0" lang="en-IN" sz="1400" b="0" i="0" u="none" strike="noStrike" kern="1200" cap="none" spc="0" normalizeH="0" baseline="0" noProof="0" dirty="0">
                    <a:ln>
                      <a:noFill/>
                    </a:ln>
                    <a:solidFill>
                      <a:srgbClr val="000000"/>
                    </a:solidFill>
                    <a:effectLst/>
                    <a:uLnTx/>
                    <a:uFillTx/>
                    <a:latin typeface="Tahoma" charset="0"/>
                    <a:ea typeface="+mn-ea"/>
                    <a:cs typeface="+mn-cs"/>
                  </a:rPr>
                  <a:t>from the data </a:t>
                </a:r>
                <a:r>
                  <a:rPr kumimoji="0" lang="en-IN" sz="1400" b="1" i="0" u="none" strike="noStrike" kern="1200" cap="none" spc="0" normalizeH="0" baseline="0" noProof="0" dirty="0">
                    <a:ln>
                      <a:noFill/>
                    </a:ln>
                    <a:solidFill>
                      <a:srgbClr val="000000"/>
                    </a:solidFill>
                    <a:effectLst/>
                    <a:uLnTx/>
                    <a:uFillTx/>
                    <a:latin typeface="Tahoma" charset="0"/>
                    <a:ea typeface="+mn-ea"/>
                    <a:cs typeface="+mn-cs"/>
                  </a:rPr>
                  <a:t>X</a:t>
                </a:r>
                <a:r>
                  <a:rPr kumimoji="0" lang="en-IN" sz="1400" b="1" i="0" u="none" strike="noStrike" kern="1200" cap="none" spc="0" normalizeH="0" baseline="-25000" noProof="0" dirty="0">
                    <a:ln>
                      <a:noFill/>
                    </a:ln>
                    <a:solidFill>
                      <a:srgbClr val="000000"/>
                    </a:solidFill>
                    <a:effectLst/>
                    <a:uLnTx/>
                    <a:uFillTx/>
                    <a:latin typeface="Tahoma" charset="0"/>
                    <a:ea typeface="+mn-ea"/>
                    <a:cs typeface="+mn-cs"/>
                  </a:rPr>
                  <a:t>i</a:t>
                </a:r>
                <a:r>
                  <a:rPr kumimoji="0" lang="en-IN" sz="1400" b="0" i="0" u="none" strike="noStrike" kern="1200" cap="none" spc="0" normalizeH="0" baseline="0" noProof="0" dirty="0">
                    <a:ln>
                      <a:noFill/>
                    </a:ln>
                    <a:solidFill>
                      <a:srgbClr val="000000"/>
                    </a:solidFill>
                    <a:effectLst/>
                    <a:uLnTx/>
                    <a:uFillTx/>
                    <a:latin typeface="Tahoma" charset="0"/>
                    <a:ea typeface="+mn-ea"/>
                    <a:cs typeface="+mn-cs"/>
                  </a:rPr>
                  <a:t> </a:t>
                </a:r>
                <a:endParaRPr kumimoji="0" lang="en-IN" sz="1400" b="0" i="0" u="none" strike="noStrike" kern="1200" cap="none" spc="0" normalizeH="0" baseline="0" noProof="0" dirty="0">
                  <a:ln>
                    <a:noFill/>
                  </a:ln>
                  <a:solidFill>
                    <a:srgbClr val="000000"/>
                  </a:solidFill>
                  <a:effectLst/>
                  <a:uLnTx/>
                  <a:uFillTx/>
                  <a:latin typeface="Tahoma" charset="0"/>
                  <a:ea typeface="+mn-ea"/>
                  <a:cs typeface="Cambria Math"/>
                </a:endParaRPr>
              </a:p>
            </p:txBody>
          </p:sp>
        </mc:Choice>
        <mc:Fallback xmlns="">
          <p:sp>
            <p:nvSpPr>
              <p:cNvPr id="10" name="Rectangle 9"/>
              <p:cNvSpPr>
                <a:spLocks noRot="1" noChangeAspect="1" noMove="1" noResize="1" noEditPoints="1" noAdjustHandles="1" noChangeArrowheads="1" noChangeShapeType="1" noTextEdit="1"/>
              </p:cNvSpPr>
              <p:nvPr/>
            </p:nvSpPr>
            <p:spPr>
              <a:xfrm>
                <a:off x="2971800" y="3564922"/>
                <a:ext cx="3657893" cy="374013"/>
              </a:xfrm>
              <a:prstGeom prst="rect">
                <a:avLst/>
              </a:prstGeom>
              <a:blipFill>
                <a:blip r:embed="rId4"/>
                <a:stretch>
                  <a:fillRect l="-500" b="-14754"/>
                </a:stretch>
              </a:blipFill>
            </p:spPr>
            <p:txBody>
              <a:bodyPr/>
              <a:lstStyle/>
              <a:p>
                <a:r>
                  <a:rPr lang="en-IN">
                    <a:noFill/>
                  </a:rPr>
                  <a:t> </a:t>
                </a:r>
              </a:p>
            </p:txBody>
          </p:sp>
        </mc:Fallback>
      </mc:AlternateContent>
      <p:sp>
        <p:nvSpPr>
          <p:cNvPr id="7" name="Rectangle 6"/>
          <p:cNvSpPr/>
          <p:nvPr/>
        </p:nvSpPr>
        <p:spPr>
          <a:xfrm>
            <a:off x="-685800" y="4378034"/>
            <a:ext cx="4876800" cy="738664"/>
          </a:xfrm>
          <a:prstGeom prst="rect">
            <a:avLst/>
          </a:prstGeom>
        </p:spPr>
        <p:txBody>
          <a:bodyPr wrap="square">
            <a:spAutoFit/>
          </a:bodyPr>
          <a:lstStyle/>
          <a:p>
            <a:pPr marL="457200" marR="0" lvl="1"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Arial" panose="020B0604020202020204" pitchFamily="34" charset="0"/>
                <a:ea typeface="Cambria" panose="02040503050406030204" pitchFamily="18" charset="0"/>
                <a:cs typeface="Arial" panose="020B0604020202020204" pitchFamily="34" charset="0"/>
              </a:rPr>
              <a:t>Maximum Likelihood Estimation (MLE) </a:t>
            </a:r>
          </a:p>
          <a:p>
            <a:pPr marL="914400" marR="0" lvl="2" indent="0" algn="l"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70C0"/>
                </a:solidFill>
                <a:effectLst/>
                <a:uLnTx/>
                <a:uFillTx/>
                <a:latin typeface="Arial" panose="020B0604020202020204" pitchFamily="34" charset="0"/>
                <a:ea typeface="+mn-ea"/>
                <a:cs typeface="Arial" panose="020B0604020202020204" pitchFamily="34" charset="0"/>
              </a:rPr>
              <a:t>select that parameters </a:t>
            </a:r>
            <a:r>
              <a:rPr kumimoji="0" lang="en-IN" sz="1400" b="0" i="0" u="none" strike="noStrike" kern="1200" cap="none" spc="0" normalizeH="0" baseline="0" noProof="0" dirty="0">
                <a:ln>
                  <a:noFill/>
                </a:ln>
                <a:solidFill>
                  <a:srgbClr val="0070C0"/>
                </a:solidFill>
                <a:effectLst/>
                <a:uLnTx/>
                <a:uFillTx/>
                <a:latin typeface="Arial" panose="020B0604020202020204" pitchFamily="34" charset="0"/>
                <a:ea typeface="+mn-ea"/>
                <a:cs typeface="Arial" panose="020B0604020202020204" pitchFamily="34" charset="0"/>
              </a:rPr>
              <a:t>𝜃</a:t>
            </a:r>
            <a:r>
              <a:rPr kumimoji="0" lang="en-US" sz="1400" b="0" i="0" u="none" strike="noStrike" kern="1200" cap="none" spc="0" normalizeH="0" baseline="0" noProof="0" dirty="0">
                <a:ln>
                  <a:noFill/>
                </a:ln>
                <a:solidFill>
                  <a:srgbClr val="0070C0"/>
                </a:solidFill>
                <a:effectLst/>
                <a:uLnTx/>
                <a:uFillTx/>
                <a:latin typeface="Arial" panose="020B0604020202020204" pitchFamily="34" charset="0"/>
                <a:ea typeface="+mn-ea"/>
                <a:cs typeface="Arial" panose="020B0604020202020204" pitchFamily="34" charset="0"/>
              </a:rPr>
              <a:t> that make the observed data the most </a:t>
            </a:r>
            <a:r>
              <a:rPr kumimoji="0" lang="en-IN" sz="1400" b="0" i="0" u="none" strike="noStrike" kern="1200" cap="none" spc="0" normalizeH="0" baseline="0" noProof="0" dirty="0">
                <a:ln>
                  <a:noFill/>
                </a:ln>
                <a:solidFill>
                  <a:srgbClr val="0070C0"/>
                </a:solidFill>
                <a:effectLst/>
                <a:uLnTx/>
                <a:uFillTx/>
                <a:latin typeface="Arial" panose="020B0604020202020204" pitchFamily="34" charset="0"/>
                <a:ea typeface="+mn-ea"/>
                <a:cs typeface="Arial" panose="020B0604020202020204" pitchFamily="34" charset="0"/>
              </a:rPr>
              <a:t>likely</a:t>
            </a:r>
            <a:endParaRPr kumimoji="0" lang="en-IN" sz="1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11" name="Rectangle 10"/>
          <p:cNvSpPr/>
          <p:nvPr/>
        </p:nvSpPr>
        <p:spPr>
          <a:xfrm>
            <a:off x="4195763" y="4350334"/>
            <a:ext cx="4572000" cy="760208"/>
          </a:xfrm>
          <a:prstGeom prst="rect">
            <a:avLst/>
          </a:prstGeom>
        </p:spPr>
        <p:txBody>
          <a:bodyPr>
            <a:spAutoFit/>
          </a:bodyPr>
          <a:lstStyle/>
          <a:p>
            <a:pPr marL="457200" marR="0" lvl="1" indent="0" algn="ctr" defTabSz="914400" rtl="0" eaLnBrk="1" fontAlgn="base" latinLnBrk="0" hangingPunct="1">
              <a:lnSpc>
                <a:spcPct val="11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Arial" panose="020B0604020202020204" pitchFamily="34" charset="0"/>
                <a:ea typeface="Cambria" panose="02040503050406030204" pitchFamily="18" charset="0"/>
                <a:cs typeface="Arial" panose="020B0604020202020204" pitchFamily="34" charset="0"/>
              </a:rPr>
              <a:t>Maximum A Posteriori (MAP)</a:t>
            </a:r>
          </a:p>
          <a:p>
            <a:pPr marL="914400" marR="0" lvl="2" indent="0" algn="l" defTabSz="914400" rtl="0" eaLnBrk="1" fontAlgn="base" latinLnBrk="0" hangingPunct="1">
              <a:lnSpc>
                <a:spcPct val="100000"/>
              </a:lnSpc>
              <a:spcBef>
                <a:spcPct val="0"/>
              </a:spcBef>
              <a:spcAft>
                <a:spcPct val="0"/>
              </a:spcAft>
              <a:buClrTx/>
              <a:buSzTx/>
              <a:buFontTx/>
              <a:buNone/>
              <a:tabLst/>
              <a:defRPr/>
            </a:pPr>
            <a:r>
              <a:rPr kumimoji="0" lang="en-IN" sz="1400" b="0" i="0" u="none" strike="noStrike" kern="1200" cap="none" spc="0" normalizeH="0" baseline="0" noProof="0" dirty="0">
                <a:ln>
                  <a:noFill/>
                </a:ln>
                <a:solidFill>
                  <a:srgbClr val="0070C0"/>
                </a:solidFill>
                <a:effectLst/>
                <a:uLnTx/>
                <a:uFillTx/>
                <a:latin typeface="Arial" panose="020B0604020202020204" pitchFamily="34" charset="0"/>
                <a:ea typeface="+mn-ea"/>
                <a:cs typeface="Arial" panose="020B0604020202020204" pitchFamily="34" charset="0"/>
              </a:rPr>
              <a:t>choose the </a:t>
            </a:r>
            <a:r>
              <a:rPr kumimoji="0" lang="en-US" sz="1400" b="0" i="0" u="none" strike="noStrike" kern="1200" cap="none" spc="0" normalizeH="0" baseline="0" noProof="0" dirty="0">
                <a:ln>
                  <a:noFill/>
                </a:ln>
                <a:solidFill>
                  <a:srgbClr val="0070C0"/>
                </a:solidFill>
                <a:effectLst/>
                <a:uLnTx/>
                <a:uFillTx/>
                <a:latin typeface="Arial" panose="020B0604020202020204" pitchFamily="34" charset="0"/>
                <a:ea typeface="+mn-ea"/>
                <a:cs typeface="Arial" panose="020B0604020202020204" pitchFamily="34" charset="0"/>
              </a:rPr>
              <a:t>parameters </a:t>
            </a:r>
            <a:r>
              <a:rPr kumimoji="0" lang="en-IN" sz="1400" b="0" i="0" u="none" strike="noStrike" kern="1200" cap="none" spc="0" normalizeH="0" baseline="0" noProof="0" dirty="0">
                <a:ln>
                  <a:noFill/>
                </a:ln>
                <a:solidFill>
                  <a:srgbClr val="0070C0"/>
                </a:solidFill>
                <a:effectLst/>
                <a:uLnTx/>
                <a:uFillTx/>
                <a:latin typeface="Arial" panose="020B0604020202020204" pitchFamily="34" charset="0"/>
                <a:ea typeface="+mn-ea"/>
                <a:cs typeface="Arial" panose="020B0604020202020204" pitchFamily="34" charset="0"/>
              </a:rPr>
              <a:t>𝜃  </a:t>
            </a:r>
            <a:r>
              <a:rPr kumimoji="0" lang="en-US" sz="1400" b="0" i="0" u="none" strike="noStrike" kern="1200" cap="none" spc="0" normalizeH="0" baseline="0" noProof="0" dirty="0">
                <a:ln>
                  <a:noFill/>
                </a:ln>
                <a:solidFill>
                  <a:srgbClr val="0070C0"/>
                </a:solidFill>
                <a:effectLst/>
                <a:uLnTx/>
                <a:uFillTx/>
                <a:latin typeface="Arial" panose="020B0604020202020204" pitchFamily="34" charset="0"/>
                <a:ea typeface="+mn-ea"/>
                <a:cs typeface="Arial" panose="020B0604020202020204" pitchFamily="34" charset="0"/>
              </a:rPr>
              <a:t>that is the most likely, given the data</a:t>
            </a:r>
          </a:p>
        </p:txBody>
      </p:sp>
      <p:cxnSp>
        <p:nvCxnSpPr>
          <p:cNvPr id="13" name="Elbow Connector 12"/>
          <p:cNvCxnSpPr>
            <a:endCxn id="7" idx="0"/>
          </p:cNvCxnSpPr>
          <p:nvPr/>
        </p:nvCxnSpPr>
        <p:spPr>
          <a:xfrm rot="5400000">
            <a:off x="2838170" y="2777406"/>
            <a:ext cx="515058" cy="268619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Elbow Connector 14"/>
          <p:cNvCxnSpPr>
            <a:endCxn id="11" idx="0"/>
          </p:cNvCxnSpPr>
          <p:nvPr/>
        </p:nvCxnSpPr>
        <p:spPr>
          <a:xfrm rot="16200000" flipH="1">
            <a:off x="5216601" y="3085172"/>
            <a:ext cx="487358" cy="204296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Rectangle 15"/>
              <p:cNvSpPr/>
              <p:nvPr/>
            </p:nvSpPr>
            <p:spPr>
              <a:xfrm>
                <a:off x="762000" y="5110542"/>
                <a:ext cx="1729961" cy="307777"/>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Tahoma" charset="0"/>
                    <a:ea typeface="+mn-ea"/>
                    <a:cs typeface="+mn-cs"/>
                  </a:rPr>
                  <a:t>f (X</a:t>
                </a:r>
                <a:r>
                  <a:rPr kumimoji="0" lang="en-IN" sz="1400" b="0" i="0" u="none" strike="noStrike" kern="1200" cap="none" spc="0" normalizeH="0" baseline="-25000" noProof="0" dirty="0">
                    <a:ln>
                      <a:noFill/>
                    </a:ln>
                    <a:solidFill>
                      <a:srgbClr val="000000"/>
                    </a:solidFill>
                    <a:effectLst/>
                    <a:uLnTx/>
                    <a:uFillTx/>
                    <a:latin typeface="Tahoma" charset="0"/>
                    <a:ea typeface="+mn-ea"/>
                    <a:cs typeface="+mn-cs"/>
                  </a:rPr>
                  <a:t>1 </a:t>
                </a:r>
                <a:r>
                  <a:rPr kumimoji="0" lang="en-IN" sz="1400" b="0" i="0" u="none" strike="noStrike" kern="1200" cap="none" spc="0" normalizeH="0" baseline="0" noProof="0" dirty="0">
                    <a:ln>
                      <a:noFill/>
                    </a:ln>
                    <a:solidFill>
                      <a:srgbClr val="000000"/>
                    </a:solidFill>
                    <a:effectLst/>
                    <a:uLnTx/>
                    <a:uFillTx/>
                    <a:latin typeface="Tahoma" charset="0"/>
                    <a:ea typeface="+mn-ea"/>
                    <a:cs typeface="+mn-cs"/>
                  </a:rPr>
                  <a:t>, X</a:t>
                </a:r>
                <a:r>
                  <a:rPr kumimoji="0" lang="en-IN" sz="1400" b="0" i="0" u="none" strike="noStrike" kern="1200" cap="none" spc="0" normalizeH="0" baseline="-25000" noProof="0" dirty="0">
                    <a:ln>
                      <a:noFill/>
                    </a:ln>
                    <a:solidFill>
                      <a:srgbClr val="000000"/>
                    </a:solidFill>
                    <a:effectLst/>
                    <a:uLnTx/>
                    <a:uFillTx/>
                    <a:latin typeface="Tahoma" charset="0"/>
                    <a:ea typeface="+mn-ea"/>
                    <a:cs typeface="+mn-cs"/>
                  </a:rPr>
                  <a:t>2 </a:t>
                </a:r>
                <a:r>
                  <a:rPr kumimoji="0" lang="en-IN" sz="1400" b="0" i="0" u="none" strike="noStrike" kern="1200" cap="none" spc="0" normalizeH="0" baseline="0" noProof="0" dirty="0">
                    <a:ln>
                      <a:noFill/>
                    </a:ln>
                    <a:solidFill>
                      <a:srgbClr val="000000"/>
                    </a:solidFill>
                    <a:effectLst/>
                    <a:uLnTx/>
                    <a:uFillTx/>
                    <a:latin typeface="Tahoma" charset="0"/>
                    <a:ea typeface="+mn-ea"/>
                    <a:cs typeface="+mn-cs"/>
                  </a:rPr>
                  <a:t> .....</a:t>
                </a:r>
                <a:r>
                  <a:rPr kumimoji="0" lang="en-IN" sz="1400" b="0" i="0" u="none" strike="noStrike" kern="1200" cap="none" spc="0" normalizeH="0" baseline="0" noProof="0" dirty="0" err="1">
                    <a:ln>
                      <a:noFill/>
                    </a:ln>
                    <a:solidFill>
                      <a:srgbClr val="000000"/>
                    </a:solidFill>
                    <a:effectLst/>
                    <a:uLnTx/>
                    <a:uFillTx/>
                    <a:latin typeface="Tahoma" charset="0"/>
                    <a:ea typeface="+mn-ea"/>
                    <a:cs typeface="+mn-cs"/>
                  </a:rPr>
                  <a:t>X</a:t>
                </a:r>
                <a:r>
                  <a:rPr kumimoji="0" lang="en-IN" sz="1400" b="0" i="0" u="none" strike="noStrike" kern="1200" cap="none" spc="0" normalizeH="0" baseline="-25000" noProof="0" dirty="0" err="1">
                    <a:ln>
                      <a:noFill/>
                    </a:ln>
                    <a:solidFill>
                      <a:srgbClr val="000000"/>
                    </a:solidFill>
                    <a:effectLst/>
                    <a:uLnTx/>
                    <a:uFillTx/>
                    <a:latin typeface="Tahoma" charset="0"/>
                    <a:ea typeface="+mn-ea"/>
                    <a:cs typeface="+mn-cs"/>
                  </a:rPr>
                  <a:t>n</a:t>
                </a:r>
                <a:r>
                  <a:rPr kumimoji="0" lang="en-IN" sz="1400" b="0" i="0" u="none" strike="noStrike" kern="1200" cap="none" spc="0" normalizeH="0" baseline="-25000" noProof="0" dirty="0">
                    <a:ln>
                      <a:noFill/>
                    </a:ln>
                    <a:solidFill>
                      <a:srgbClr val="000000"/>
                    </a:solidFill>
                    <a:effectLst/>
                    <a:uLnTx/>
                    <a:uFillTx/>
                    <a:latin typeface="Tahoma" charset="0"/>
                    <a:ea typeface="+mn-ea"/>
                    <a:cs typeface="+mn-cs"/>
                  </a:rPr>
                  <a:t> </a:t>
                </a:r>
                <a:r>
                  <a:rPr kumimoji="0" lang="en-IN" sz="1400" b="0" i="0" u="none" strike="noStrike" kern="1200" cap="none" spc="0" normalizeH="0" baseline="0" noProof="0" dirty="0">
                    <a:ln>
                      <a:noFill/>
                    </a:ln>
                    <a:solidFill>
                      <a:srgbClr val="000000"/>
                    </a:solidFill>
                    <a:effectLst/>
                    <a:uLnTx/>
                    <a:uFillTx/>
                    <a:latin typeface="Tahoma" charset="0"/>
                    <a:ea typeface="+mn-ea"/>
                    <a:cs typeface="+mn-cs"/>
                  </a:rPr>
                  <a:t>| </a:t>
                </a:r>
                <a14:m>
                  <m:oMath xmlns:m="http://schemas.openxmlformats.org/officeDocument/2006/math">
                    <m:r>
                      <a:rPr kumimoji="0" lang="en-US" sz="1400" b="1"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𝛉</m:t>
                    </m:r>
                  </m:oMath>
                </a14:m>
                <a:r>
                  <a:rPr kumimoji="0" lang="en-IN" sz="1400" b="0" i="0" u="none" strike="noStrike" kern="1200" cap="none" spc="0" normalizeH="0" baseline="0" noProof="0" dirty="0">
                    <a:ln>
                      <a:noFill/>
                    </a:ln>
                    <a:solidFill>
                      <a:srgbClr val="000000"/>
                    </a:solidFill>
                    <a:effectLst/>
                    <a:uLnTx/>
                    <a:uFillTx/>
                    <a:latin typeface="Tahoma" charset="0"/>
                    <a:ea typeface="+mn-ea"/>
                    <a:cs typeface="+mn-cs"/>
                  </a:rPr>
                  <a:t>)</a:t>
                </a:r>
              </a:p>
            </p:txBody>
          </p:sp>
        </mc:Choice>
        <mc:Fallback xmlns="">
          <p:sp>
            <p:nvSpPr>
              <p:cNvPr id="16" name="Rectangle 15"/>
              <p:cNvSpPr>
                <a:spLocks noRot="1" noChangeAspect="1" noMove="1" noResize="1" noEditPoints="1" noAdjustHandles="1" noChangeArrowheads="1" noChangeShapeType="1" noTextEdit="1"/>
              </p:cNvSpPr>
              <p:nvPr/>
            </p:nvSpPr>
            <p:spPr>
              <a:xfrm>
                <a:off x="762000" y="5110542"/>
                <a:ext cx="1729961" cy="307777"/>
              </a:xfrm>
              <a:prstGeom prst="rect">
                <a:avLst/>
              </a:prstGeom>
              <a:blipFill>
                <a:blip r:embed="rId5"/>
                <a:stretch>
                  <a:fillRect l="-1056" t="-1961" b="-1960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9" name="Rectangle 18"/>
              <p:cNvSpPr/>
              <p:nvPr/>
            </p:nvSpPr>
            <p:spPr>
              <a:xfrm>
                <a:off x="5257800" y="5110542"/>
                <a:ext cx="1789272" cy="307777"/>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Tahoma" charset="0"/>
                    <a:ea typeface="+mn-ea"/>
                    <a:cs typeface="+mn-cs"/>
                  </a:rPr>
                  <a:t>f (</a:t>
                </a:r>
                <a14:m>
                  <m:oMath xmlns:m="http://schemas.openxmlformats.org/officeDocument/2006/math">
                    <m:r>
                      <a:rPr kumimoji="0" lang="en-US" sz="1400" b="1"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𝛉</m:t>
                    </m:r>
                    <m:r>
                      <a:rPr kumimoji="0" lang="en-US" sz="1400" b="1"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oMath>
                </a14:m>
                <a:r>
                  <a:rPr kumimoji="0" lang="en-IN" sz="1400" b="0" i="0" u="none" strike="noStrike" kern="1200" cap="none" spc="0" normalizeH="0" baseline="0" noProof="0" dirty="0">
                    <a:ln>
                      <a:noFill/>
                    </a:ln>
                    <a:solidFill>
                      <a:srgbClr val="000000"/>
                    </a:solidFill>
                    <a:effectLst/>
                    <a:uLnTx/>
                    <a:uFillTx/>
                    <a:latin typeface="Tahoma" charset="0"/>
                    <a:ea typeface="+mn-ea"/>
                    <a:cs typeface="+mn-cs"/>
                  </a:rPr>
                  <a:t> | X</a:t>
                </a:r>
                <a:r>
                  <a:rPr kumimoji="0" lang="en-IN" sz="1400" b="0" i="0" u="none" strike="noStrike" kern="1200" cap="none" spc="0" normalizeH="0" baseline="-25000" noProof="0" dirty="0">
                    <a:ln>
                      <a:noFill/>
                    </a:ln>
                    <a:solidFill>
                      <a:srgbClr val="000000"/>
                    </a:solidFill>
                    <a:effectLst/>
                    <a:uLnTx/>
                    <a:uFillTx/>
                    <a:latin typeface="Tahoma" charset="0"/>
                    <a:ea typeface="+mn-ea"/>
                    <a:cs typeface="+mn-cs"/>
                  </a:rPr>
                  <a:t>1 </a:t>
                </a:r>
                <a:r>
                  <a:rPr kumimoji="0" lang="en-IN" sz="1400" b="0" i="0" u="none" strike="noStrike" kern="1200" cap="none" spc="0" normalizeH="0" baseline="0" noProof="0" dirty="0">
                    <a:ln>
                      <a:noFill/>
                    </a:ln>
                    <a:solidFill>
                      <a:srgbClr val="000000"/>
                    </a:solidFill>
                    <a:effectLst/>
                    <a:uLnTx/>
                    <a:uFillTx/>
                    <a:latin typeface="Tahoma" charset="0"/>
                    <a:ea typeface="+mn-ea"/>
                    <a:cs typeface="+mn-cs"/>
                  </a:rPr>
                  <a:t>, X</a:t>
                </a:r>
                <a:r>
                  <a:rPr kumimoji="0" lang="en-IN" sz="1400" b="0" i="0" u="none" strike="noStrike" kern="1200" cap="none" spc="0" normalizeH="0" baseline="-25000" noProof="0" dirty="0">
                    <a:ln>
                      <a:noFill/>
                    </a:ln>
                    <a:solidFill>
                      <a:srgbClr val="000000"/>
                    </a:solidFill>
                    <a:effectLst/>
                    <a:uLnTx/>
                    <a:uFillTx/>
                    <a:latin typeface="Tahoma" charset="0"/>
                    <a:ea typeface="+mn-ea"/>
                    <a:cs typeface="+mn-cs"/>
                  </a:rPr>
                  <a:t>2 </a:t>
                </a:r>
                <a:r>
                  <a:rPr kumimoji="0" lang="en-IN" sz="1400" b="0" i="0" u="none" strike="noStrike" kern="1200" cap="none" spc="0" normalizeH="0" baseline="0" noProof="0" dirty="0">
                    <a:ln>
                      <a:noFill/>
                    </a:ln>
                    <a:solidFill>
                      <a:srgbClr val="000000"/>
                    </a:solidFill>
                    <a:effectLst/>
                    <a:uLnTx/>
                    <a:uFillTx/>
                    <a:latin typeface="Tahoma" charset="0"/>
                    <a:ea typeface="+mn-ea"/>
                    <a:cs typeface="+mn-cs"/>
                  </a:rPr>
                  <a:t> .....</a:t>
                </a:r>
                <a:r>
                  <a:rPr kumimoji="0" lang="en-IN" sz="1400" b="0" i="0" u="none" strike="noStrike" kern="1200" cap="none" spc="0" normalizeH="0" baseline="0" noProof="0" dirty="0" err="1">
                    <a:ln>
                      <a:noFill/>
                    </a:ln>
                    <a:solidFill>
                      <a:srgbClr val="000000"/>
                    </a:solidFill>
                    <a:effectLst/>
                    <a:uLnTx/>
                    <a:uFillTx/>
                    <a:latin typeface="Tahoma" charset="0"/>
                    <a:ea typeface="+mn-ea"/>
                    <a:cs typeface="+mn-cs"/>
                  </a:rPr>
                  <a:t>X</a:t>
                </a:r>
                <a:r>
                  <a:rPr kumimoji="0" lang="en-IN" sz="1400" b="0" i="0" u="none" strike="noStrike" kern="1200" cap="none" spc="0" normalizeH="0" baseline="-25000" noProof="0" dirty="0" err="1">
                    <a:ln>
                      <a:noFill/>
                    </a:ln>
                    <a:solidFill>
                      <a:srgbClr val="000000"/>
                    </a:solidFill>
                    <a:effectLst/>
                    <a:uLnTx/>
                    <a:uFillTx/>
                    <a:latin typeface="Tahoma" charset="0"/>
                    <a:ea typeface="+mn-ea"/>
                    <a:cs typeface="+mn-cs"/>
                  </a:rPr>
                  <a:t>n</a:t>
                </a:r>
                <a:r>
                  <a:rPr kumimoji="0" lang="en-IN" sz="1400" b="0" i="0" u="none" strike="noStrike" kern="1200" cap="none" spc="0" normalizeH="0" baseline="0" noProof="0" dirty="0">
                    <a:ln>
                      <a:noFill/>
                    </a:ln>
                    <a:solidFill>
                      <a:srgbClr val="000000"/>
                    </a:solidFill>
                    <a:effectLst/>
                    <a:uLnTx/>
                    <a:uFillTx/>
                    <a:latin typeface="Tahoma" charset="0"/>
                    <a:ea typeface="+mn-ea"/>
                    <a:cs typeface="+mn-cs"/>
                  </a:rPr>
                  <a:t>)</a:t>
                </a:r>
              </a:p>
            </p:txBody>
          </p:sp>
        </mc:Choice>
        <mc:Fallback xmlns="">
          <p:sp>
            <p:nvSpPr>
              <p:cNvPr id="19" name="Rectangle 18"/>
              <p:cNvSpPr>
                <a:spLocks noRot="1" noChangeAspect="1" noMove="1" noResize="1" noEditPoints="1" noAdjustHandles="1" noChangeArrowheads="1" noChangeShapeType="1" noTextEdit="1"/>
              </p:cNvSpPr>
              <p:nvPr/>
            </p:nvSpPr>
            <p:spPr>
              <a:xfrm>
                <a:off x="5257800" y="5110542"/>
                <a:ext cx="1789272" cy="307777"/>
              </a:xfrm>
              <a:prstGeom prst="rect">
                <a:avLst/>
              </a:prstGeom>
              <a:blipFill>
                <a:blip r:embed="rId6"/>
                <a:stretch>
                  <a:fillRect l="-1024" t="-1961" b="-19608"/>
                </a:stretch>
              </a:blipFill>
            </p:spPr>
            <p:txBody>
              <a:bodyPr/>
              <a:lstStyle/>
              <a:p>
                <a:r>
                  <a:rPr lang="en-IN">
                    <a:noFill/>
                  </a:rPr>
                  <a:t> </a:t>
                </a:r>
              </a:p>
            </p:txBody>
          </p:sp>
        </mc:Fallback>
      </mc:AlternateContent>
      <p:sp>
        <p:nvSpPr>
          <p:cNvPr id="17" name="Rectangle 16"/>
          <p:cNvSpPr/>
          <p:nvPr/>
        </p:nvSpPr>
        <p:spPr>
          <a:xfrm>
            <a:off x="309519" y="1467318"/>
            <a:ext cx="8986254" cy="1815882"/>
          </a:xfrm>
          <a:prstGeom prst="rect">
            <a:avLst/>
          </a:prstGeom>
        </p:spPr>
        <p:txBody>
          <a:bodyPr wrap="square">
            <a:spAutoFit/>
          </a:bodyPr>
          <a:lstStyle/>
          <a:p>
            <a:pPr marL="0" marR="0" lvl="0" indent="0" algn="l" defTabSz="914400" rtl="0" eaLnBrk="1" fontAlgn="base" latinLnBrk="0" hangingPunct="1">
              <a:lnSpc>
                <a:spcPct val="100000"/>
              </a:lnSpc>
              <a:spcBef>
                <a:spcPts val="838"/>
              </a:spcBef>
              <a:spcAft>
                <a:spcPct val="0"/>
              </a:spcAft>
              <a:buClrTx/>
              <a:buSzTx/>
              <a:buFontTx/>
              <a:buNone/>
              <a:tabLst/>
              <a:defRPr/>
            </a:pPr>
            <a:r>
              <a:rPr kumimoji="0" lang="en-US" sz="14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Assumption: Data are__</a:t>
            </a:r>
          </a:p>
          <a:p>
            <a:pPr marL="285750" marR="0" lvl="1"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C00000"/>
                </a:solidFill>
                <a:effectLst/>
                <a:uLnTx/>
                <a:uFillTx/>
                <a:latin typeface="Arial" panose="020B0604020202020204" pitchFamily="34" charset="0"/>
                <a:ea typeface="Cambria" panose="02040503050406030204" pitchFamily="18" charset="0"/>
                <a:cs typeface="Arial" panose="020B0604020202020204" pitchFamily="34" charset="0"/>
              </a:rPr>
              <a:t>IID samples: X</a:t>
            </a:r>
            <a:r>
              <a:rPr kumimoji="0" lang="en-US" sz="1400" b="0" i="0" u="none" strike="noStrike" kern="1200" cap="none" spc="0" normalizeH="0" baseline="-25000" noProof="0" dirty="0">
                <a:ln>
                  <a:noFill/>
                </a:ln>
                <a:solidFill>
                  <a:srgbClr val="C00000"/>
                </a:solidFill>
                <a:effectLst/>
                <a:uLnTx/>
                <a:uFillTx/>
                <a:latin typeface="Arial" panose="020B0604020202020204" pitchFamily="34" charset="0"/>
                <a:ea typeface="Cambria" panose="02040503050406030204" pitchFamily="18" charset="0"/>
                <a:cs typeface="Arial" panose="020B0604020202020204" pitchFamily="34" charset="0"/>
              </a:rPr>
              <a:t>1</a:t>
            </a:r>
            <a:r>
              <a:rPr kumimoji="0" lang="en-US" sz="1400" b="0" i="0" u="none" strike="noStrike" kern="1200" cap="none" spc="0" normalizeH="0" baseline="0" noProof="0" dirty="0">
                <a:ln>
                  <a:noFill/>
                </a:ln>
                <a:solidFill>
                  <a:srgbClr val="C00000"/>
                </a:solidFill>
                <a:effectLst/>
                <a:uLnTx/>
                <a:uFillTx/>
                <a:latin typeface="Arial" panose="020B0604020202020204" pitchFamily="34" charset="0"/>
                <a:ea typeface="Cambria" panose="02040503050406030204" pitchFamily="18" charset="0"/>
                <a:cs typeface="Arial" panose="020B0604020202020204" pitchFamily="34" charset="0"/>
              </a:rPr>
              <a:t>…</a:t>
            </a:r>
            <a:r>
              <a:rPr kumimoji="0" lang="en-US" sz="1400" b="0" i="0" u="none" strike="noStrike" kern="1200" cap="none" spc="0" normalizeH="0" baseline="0" noProof="0" dirty="0" err="1">
                <a:ln>
                  <a:noFill/>
                </a:ln>
                <a:solidFill>
                  <a:srgbClr val="C00000"/>
                </a:solidFill>
                <a:effectLst/>
                <a:uLnTx/>
                <a:uFillTx/>
                <a:latin typeface="Arial" panose="020B0604020202020204" pitchFamily="34" charset="0"/>
                <a:ea typeface="Cambria" panose="02040503050406030204" pitchFamily="18" charset="0"/>
                <a:cs typeface="Arial" panose="020B0604020202020204" pitchFamily="34" charset="0"/>
              </a:rPr>
              <a:t>X</a:t>
            </a:r>
            <a:r>
              <a:rPr kumimoji="0" lang="en-US" sz="1400" b="0" i="0" u="none" strike="noStrike" kern="1200" cap="none" spc="0" normalizeH="0" baseline="-25000" noProof="0" dirty="0" err="1">
                <a:ln>
                  <a:noFill/>
                </a:ln>
                <a:solidFill>
                  <a:srgbClr val="C00000"/>
                </a:solidFill>
                <a:effectLst/>
                <a:uLnTx/>
                <a:uFillTx/>
                <a:latin typeface="Arial" panose="020B0604020202020204" pitchFamily="34" charset="0"/>
                <a:ea typeface="Cambria" panose="02040503050406030204" pitchFamily="18" charset="0"/>
                <a:cs typeface="Arial" panose="020B0604020202020204" pitchFamily="34" charset="0"/>
              </a:rPr>
              <a:t>n</a:t>
            </a:r>
            <a:r>
              <a:rPr kumimoji="0" lang="en-US" sz="1400" b="0" i="0" u="none" strike="noStrike" kern="1200" cap="none" spc="0" normalizeH="0" baseline="0" noProof="0" dirty="0">
                <a:ln>
                  <a:noFill/>
                </a:ln>
                <a:solidFill>
                  <a:srgbClr val="C00000"/>
                </a:solidFill>
                <a:effectLst/>
                <a:uLnTx/>
                <a:uFillTx/>
                <a:latin typeface="Arial" panose="020B0604020202020204" pitchFamily="34" charset="0"/>
                <a:ea typeface="Cambria" panose="02040503050406030204" pitchFamily="18" charset="0"/>
                <a:cs typeface="Arial" panose="020B0604020202020204" pitchFamily="34" charset="0"/>
              </a:rPr>
              <a:t> </a:t>
            </a:r>
          </a:p>
          <a:p>
            <a:pPr marL="357188" marR="0" lvl="1" indent="0" algn="l"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C00000"/>
                </a:solidFill>
                <a:effectLst/>
                <a:uLnTx/>
                <a:uFillTx/>
                <a:latin typeface="Arial" panose="020B0604020202020204" pitchFamily="34" charset="0"/>
                <a:ea typeface="Cambria" panose="02040503050406030204" pitchFamily="18" charset="0"/>
                <a:cs typeface="Arial" panose="020B0604020202020204" pitchFamily="34" charset="0"/>
              </a:rPr>
              <a:t>where all X</a:t>
            </a:r>
            <a:r>
              <a:rPr kumimoji="0" lang="en-US" sz="1400" b="0" i="0" u="none" strike="noStrike" kern="1200" cap="none" spc="0" normalizeH="0" baseline="-25000" noProof="0" dirty="0">
                <a:ln>
                  <a:noFill/>
                </a:ln>
                <a:solidFill>
                  <a:srgbClr val="C00000"/>
                </a:solidFill>
                <a:effectLst/>
                <a:uLnTx/>
                <a:uFillTx/>
                <a:latin typeface="Arial" panose="020B0604020202020204" pitchFamily="34" charset="0"/>
                <a:ea typeface="Cambria" panose="02040503050406030204" pitchFamily="18" charset="0"/>
                <a:cs typeface="Arial" panose="020B0604020202020204" pitchFamily="34" charset="0"/>
              </a:rPr>
              <a:t>i</a:t>
            </a:r>
            <a:r>
              <a:rPr kumimoji="0" lang="en-US" sz="1400" b="0" i="0" u="none" strike="noStrike" kern="1200" cap="none" spc="0" normalizeH="0" baseline="0" noProof="0" dirty="0">
                <a:ln>
                  <a:noFill/>
                </a:ln>
                <a:solidFill>
                  <a:srgbClr val="C00000"/>
                </a:solidFill>
                <a:effectLst/>
                <a:uLnTx/>
                <a:uFillTx/>
                <a:latin typeface="Arial" panose="020B0604020202020204" pitchFamily="34" charset="0"/>
                <a:ea typeface="Cambria" panose="02040503050406030204" pitchFamily="18" charset="0"/>
                <a:cs typeface="Arial" panose="020B0604020202020204" pitchFamily="34" charset="0"/>
              </a:rPr>
              <a:t> are independent and have the same distribution.</a:t>
            </a:r>
          </a:p>
          <a:p>
            <a:pPr marL="285750" marR="0" lvl="1"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C00000"/>
                </a:solidFill>
                <a:effectLst/>
                <a:uLnTx/>
                <a:uFillTx/>
                <a:latin typeface="Arial" panose="020B0604020202020204" pitchFamily="34" charset="0"/>
                <a:ea typeface="Cambria" panose="02040503050406030204" pitchFamily="18" charset="0"/>
                <a:cs typeface="Arial" panose="020B0604020202020204" pitchFamily="34" charset="0"/>
              </a:rPr>
              <a:t>Either same PMF (discrete) or same PDF (continuous)</a:t>
            </a:r>
          </a:p>
          <a:p>
            <a:pPr marL="342900" marR="0" lvl="0" indent="-342900" algn="l" defTabSz="914400" rtl="0" eaLnBrk="1" fontAlgn="base" latinLnBrk="0" hangingPunct="1">
              <a:lnSpc>
                <a:spcPct val="100000"/>
              </a:lnSpc>
              <a:spcBef>
                <a:spcPts val="0"/>
              </a:spcBef>
              <a:spcAft>
                <a:spcPct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70C0"/>
                </a:solidFill>
                <a:effectLst/>
                <a:uLnTx/>
                <a:uFillTx/>
                <a:latin typeface="Arial" panose="020B0604020202020204" pitchFamily="34" charset="0"/>
                <a:ea typeface="+mn-ea"/>
                <a:cs typeface="Arial" panose="020B0604020202020204" pitchFamily="34" charset="0"/>
              </a:rPr>
              <a:t>f (X |</a:t>
            </a:r>
            <a:r>
              <a:rPr kumimoji="0" lang="en-IN" sz="1400" b="0" i="0" u="none" strike="noStrike" kern="1200" cap="none" spc="0" normalizeH="0" baseline="0" noProof="0" dirty="0">
                <a:ln>
                  <a:noFill/>
                </a:ln>
                <a:solidFill>
                  <a:srgbClr val="0070C0"/>
                </a:solidFill>
                <a:effectLst/>
                <a:uLnTx/>
                <a:uFillTx/>
                <a:latin typeface="Arial" panose="020B0604020202020204" pitchFamily="34" charset="0"/>
                <a:ea typeface="+mn-ea"/>
                <a:cs typeface="Arial" panose="020B0604020202020204" pitchFamily="34" charset="0"/>
              </a:rPr>
              <a:t> 𝜃</a:t>
            </a:r>
            <a:r>
              <a:rPr kumimoji="0" lang="en-US" sz="1400" b="0" i="0" u="none" strike="noStrike" kern="1200" cap="none" spc="0" normalizeH="0" baseline="0" noProof="0" dirty="0">
                <a:ln>
                  <a:noFill/>
                </a:ln>
                <a:solidFill>
                  <a:srgbClr val="0070C0"/>
                </a:solidFill>
                <a:effectLst/>
                <a:uLnTx/>
                <a:uFillTx/>
                <a:latin typeface="Arial" panose="020B0604020202020204" pitchFamily="34" charset="0"/>
                <a:ea typeface="+mn-ea"/>
                <a:cs typeface="Arial" panose="020B0604020202020204" pitchFamily="34" charset="0"/>
              </a:rPr>
              <a:t>)   </a:t>
            </a:r>
          </a:p>
          <a:p>
            <a:pPr marL="457200" marR="0" lvl="1" indent="0" algn="l" defTabSz="914400" rtl="0" eaLnBrk="1" fontAlgn="base" latinLnBrk="0" hangingPunct="1">
              <a:lnSpc>
                <a:spcPct val="100000"/>
              </a:lnSpc>
              <a:spcBef>
                <a:spcPts val="0"/>
              </a:spcBef>
              <a:spcAft>
                <a:spcPct val="0"/>
              </a:spcAft>
              <a:buClrTx/>
              <a:buSzTx/>
              <a:buFontTx/>
              <a:buNone/>
              <a:tabLst/>
              <a:defRPr/>
            </a:pPr>
            <a:r>
              <a:rPr kumimoji="0" lang="en-US" sz="1400" b="0" i="0" u="none" strike="noStrike" kern="1200" cap="none" spc="0" normalizeH="0" baseline="0" noProof="0" dirty="0">
                <a:ln>
                  <a:noFill/>
                </a:ln>
                <a:solidFill>
                  <a:srgbClr val="C00000"/>
                </a:solidFill>
                <a:effectLst/>
                <a:uLnTx/>
                <a:uFillTx/>
                <a:latin typeface="Arial" panose="020B0604020202020204" pitchFamily="34" charset="0"/>
                <a:ea typeface="Cambria" panose="02040503050406030204" pitchFamily="18" charset="0"/>
                <a:cs typeface="Arial" panose="020B0604020202020204" pitchFamily="34" charset="0"/>
              </a:rPr>
              <a:t>Likelihood of different values of X depends on the  values of our parameters </a:t>
            </a:r>
            <a:r>
              <a:rPr kumimoji="0" lang="en-IN" sz="1400" b="0" i="0" u="none" strike="noStrike" kern="1200" cap="none" spc="0" normalizeH="0" baseline="0" noProof="0" dirty="0">
                <a:ln>
                  <a:noFill/>
                </a:ln>
                <a:solidFill>
                  <a:srgbClr val="C00000"/>
                </a:solidFill>
                <a:effectLst/>
                <a:uLnTx/>
                <a:uFillTx/>
                <a:latin typeface="Arial" panose="020B0604020202020204" pitchFamily="34" charset="0"/>
                <a:ea typeface="Cambria" panose="02040503050406030204" pitchFamily="18" charset="0"/>
                <a:cs typeface="Arial" panose="020B0604020202020204" pitchFamily="34" charset="0"/>
              </a:rPr>
              <a:t>𝜃</a:t>
            </a:r>
            <a:r>
              <a:rPr kumimoji="0" lang="en-US" sz="1400" b="0" i="0" u="none" strike="noStrike" kern="1200" cap="none" spc="0" normalizeH="0" baseline="0" noProof="0" dirty="0">
                <a:ln>
                  <a:noFill/>
                </a:ln>
                <a:solidFill>
                  <a:srgbClr val="C00000"/>
                </a:solidFill>
                <a:effectLst/>
                <a:uLnTx/>
                <a:uFillTx/>
                <a:latin typeface="Arial" panose="020B0604020202020204" pitchFamily="34" charset="0"/>
                <a:ea typeface="Cambria" panose="02040503050406030204" pitchFamily="18" charset="0"/>
                <a:cs typeface="Arial" panose="020B0604020202020204" pitchFamily="34" charset="0"/>
              </a:rPr>
              <a:t>  </a:t>
            </a:r>
          </a:p>
          <a:p>
            <a:pPr marL="457200" marR="0" lvl="1" indent="0" algn="l" defTabSz="914400" rtl="0" eaLnBrk="1" fontAlgn="base" latinLnBrk="0" hangingPunct="1">
              <a:lnSpc>
                <a:spcPct val="100000"/>
              </a:lnSpc>
              <a:spcBef>
                <a:spcPts val="0"/>
              </a:spcBef>
              <a:spcAft>
                <a:spcPct val="0"/>
              </a:spcAft>
              <a:buClrTx/>
              <a:buSzTx/>
              <a:buFontTx/>
              <a:buNone/>
              <a:tabLst/>
              <a:defRPr/>
            </a:pPr>
            <a:r>
              <a:rPr kumimoji="0" lang="en-US" sz="1400" b="0" i="0" u="none" strike="noStrike" kern="1200" cap="none" spc="0" normalizeH="0" baseline="0" noProof="0" dirty="0">
                <a:ln>
                  <a:noFill/>
                </a:ln>
                <a:solidFill>
                  <a:srgbClr val="C00000"/>
                </a:solidFill>
                <a:effectLst/>
                <a:uLnTx/>
                <a:uFillTx/>
                <a:latin typeface="Arial" panose="020B0604020202020204" pitchFamily="34" charset="0"/>
                <a:ea typeface="Cambria" panose="02040503050406030204" pitchFamily="18" charset="0"/>
                <a:cs typeface="Arial" panose="020B0604020202020204" pitchFamily="34" charset="0"/>
              </a:rPr>
              <a:t>f( ) is  either PDF or PMF</a:t>
            </a:r>
          </a:p>
          <a:p>
            <a:pPr marL="285750" marR="0" lvl="1"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IN" sz="1400" b="0" i="0" u="none" strike="noStrike" kern="1200" cap="none" spc="0" normalizeH="0" baseline="0" noProof="0" dirty="0">
              <a:ln>
                <a:noFill/>
              </a:ln>
              <a:solidFill>
                <a:srgbClr val="C00000"/>
              </a:solidFill>
              <a:effectLst/>
              <a:uLnTx/>
              <a:uFillTx/>
              <a:latin typeface="Arial" panose="020B0604020202020204" pitchFamily="34" charset="0"/>
              <a:ea typeface="Cambria" panose="02040503050406030204" pitchFamily="18" charset="0"/>
              <a:cs typeface="Arial" panose="020B0604020202020204" pitchFamily="34" charset="0"/>
            </a:endParaRPr>
          </a:p>
        </p:txBody>
      </p:sp>
      <p:sp>
        <p:nvSpPr>
          <p:cNvPr id="2" name="Rectangle 1"/>
          <p:cNvSpPr/>
          <p:nvPr/>
        </p:nvSpPr>
        <p:spPr>
          <a:xfrm>
            <a:off x="231878" y="5631757"/>
            <a:ext cx="3801834" cy="1169551"/>
          </a:xfrm>
          <a:prstGeom prst="rect">
            <a:avLst/>
          </a:prstGeom>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If </a:t>
            </a:r>
            <a:r>
              <a:rPr kumimoji="0" lang="en-US" sz="1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the sample is large, MLE will yield an excellent estimator of </a:t>
            </a:r>
            <a:r>
              <a:rPr kumimoji="0" lang="el-GR" sz="1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θ</a:t>
            </a:r>
            <a:endParaRPr kumimoji="0" lang="en-IN" sz="1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1400" b="0" i="0" u="none" strike="noStrike" kern="1200" cap="none" spc="0" normalizeH="0" baseline="0" noProof="0" dirty="0">
                <a:ln>
                  <a:noFill/>
                </a:ln>
                <a:solidFill>
                  <a:srgbClr val="000000"/>
                </a:solidFill>
                <a:effectLst/>
                <a:uLnTx/>
                <a:uFillTx/>
                <a:latin typeface="Tahoma" charset="0"/>
                <a:ea typeface="+mn-ea"/>
                <a:cs typeface="+mn-cs"/>
              </a:rPr>
              <a:t>When no prior information is available, all hypothesis are equally likely i.e. p(hi) = p(</a:t>
            </a:r>
            <a:r>
              <a:rPr kumimoji="0" lang="en-GB" sz="1400" b="0" i="0" u="none" strike="noStrike" kern="1200" cap="none" spc="0" normalizeH="0" baseline="0" noProof="0" dirty="0" err="1">
                <a:ln>
                  <a:noFill/>
                </a:ln>
                <a:solidFill>
                  <a:srgbClr val="000000"/>
                </a:solidFill>
                <a:effectLst/>
                <a:uLnTx/>
                <a:uFillTx/>
                <a:latin typeface="Tahoma" charset="0"/>
                <a:ea typeface="+mn-ea"/>
                <a:cs typeface="+mn-cs"/>
              </a:rPr>
              <a:t>hj</a:t>
            </a:r>
            <a:r>
              <a:rPr kumimoji="0" lang="en-GB" sz="1400" b="0" i="0" u="none" strike="noStrike" kern="1200" cap="none" spc="0" normalizeH="0" baseline="0" noProof="0" dirty="0">
                <a:ln>
                  <a:noFill/>
                </a:ln>
                <a:solidFill>
                  <a:srgbClr val="000000"/>
                </a:solidFill>
                <a:effectLst/>
                <a:uLnTx/>
                <a:uFillTx/>
                <a:latin typeface="Tahoma" charset="0"/>
                <a:ea typeface="+mn-ea"/>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1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mc:AlternateContent xmlns:mc="http://schemas.openxmlformats.org/markup-compatibility/2006">
        <mc:Choice xmlns:p14="http://schemas.microsoft.com/office/powerpoint/2010/main" Requires="p14">
          <p:contentPart p14:bwMode="auto" r:id="rId7">
            <p14:nvContentPartPr>
              <p14:cNvPr id="3" name="Ink 2">
                <a:extLst>
                  <a:ext uri="{FF2B5EF4-FFF2-40B4-BE49-F238E27FC236}">
                    <a16:creationId xmlns:a16="http://schemas.microsoft.com/office/drawing/2014/main" id="{68B35D24-B2E1-F97A-B0F9-DA2EF1476BCC}"/>
                  </a:ext>
                </a:extLst>
              </p14:cNvPr>
              <p14:cNvContentPartPr/>
              <p14:nvPr/>
            </p14:nvContentPartPr>
            <p14:xfrm>
              <a:off x="3480840" y="4402080"/>
              <a:ext cx="4879080" cy="364320"/>
            </p14:xfrm>
          </p:contentPart>
        </mc:Choice>
        <mc:Fallback>
          <p:pic>
            <p:nvPicPr>
              <p:cNvPr id="3" name="Ink 2">
                <a:extLst>
                  <a:ext uri="{FF2B5EF4-FFF2-40B4-BE49-F238E27FC236}">
                    <a16:creationId xmlns:a16="http://schemas.microsoft.com/office/drawing/2014/main" id="{68B35D24-B2E1-F97A-B0F9-DA2EF1476BCC}"/>
                  </a:ext>
                </a:extLst>
              </p:cNvPr>
              <p:cNvPicPr/>
              <p:nvPr/>
            </p:nvPicPr>
            <p:blipFill>
              <a:blip r:embed="rId8"/>
              <a:stretch>
                <a:fillRect/>
              </a:stretch>
            </p:blipFill>
            <p:spPr>
              <a:xfrm>
                <a:off x="3471480" y="4392720"/>
                <a:ext cx="4897800" cy="383040"/>
              </a:xfrm>
              <a:prstGeom prst="rect">
                <a:avLst/>
              </a:prstGeom>
            </p:spPr>
          </p:pic>
        </mc:Fallback>
      </mc:AlternateContent>
    </p:spTree>
    <p:extLst>
      <p:ext uri="{BB962C8B-B14F-4D97-AF65-F5344CB8AC3E}">
        <p14:creationId xmlns:p14="http://schemas.microsoft.com/office/powerpoint/2010/main" val="10494366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94"/>
        <p:cNvGrpSpPr/>
        <p:nvPr/>
      </p:nvGrpSpPr>
      <p:grpSpPr>
        <a:xfrm>
          <a:off x="0" y="0"/>
          <a:ext cx="0" cy="0"/>
          <a:chOff x="0" y="0"/>
          <a:chExt cx="0" cy="0"/>
        </a:xfrm>
      </p:grpSpPr>
      <p:sp>
        <p:nvSpPr>
          <p:cNvPr id="695" name="Google Shape;695;p88"/>
          <p:cNvSpPr txBox="1">
            <a:spLocks noGrp="1"/>
          </p:cNvSpPr>
          <p:nvPr>
            <p:ph type="title" idx="4294967295"/>
          </p:nvPr>
        </p:nvSpPr>
        <p:spPr>
          <a:xfrm>
            <a:off x="152400" y="2895600"/>
            <a:ext cx="9144000" cy="1143000"/>
          </a:xfrm>
          <a:prstGeom prst="rect">
            <a:avLst/>
          </a:prstGeom>
          <a:noFill/>
          <a:ln>
            <a:noFill/>
          </a:ln>
        </p:spPr>
        <p:txBody>
          <a:bodyPr spcFirstLastPara="1" vert="horz" wrap="square" lIns="91425" tIns="45700" rIns="91425" bIns="45700" rtlCol="0" anchor="ctr" anchorCtr="0">
            <a:noAutofit/>
          </a:bodyPr>
          <a:lstStyle/>
          <a:p>
            <a:pPr algn="ctr">
              <a:spcBef>
                <a:spcPts val="0"/>
              </a:spcBef>
              <a:spcAft>
                <a:spcPts val="0"/>
              </a:spcAft>
              <a:buClr>
                <a:schemeClr val="dk1"/>
              </a:buClr>
              <a:buSzPts val="4400"/>
              <a:buFont typeface="Calibri"/>
              <a:buNone/>
            </a:pPr>
            <a:r>
              <a:rPr lang="en-US" sz="3200" b="1" dirty="0">
                <a:solidFill>
                  <a:srgbClr val="C00000"/>
                </a:solidFill>
                <a:ea typeface="Cambria" panose="02040503050406030204" pitchFamily="18" charset="0"/>
              </a:rPr>
              <a:t>Naïve Bayes Classifier</a:t>
            </a:r>
            <a:endParaRPr sz="3200" b="1" dirty="0">
              <a:solidFill>
                <a:srgbClr val="C00000"/>
              </a:solidFill>
              <a:ea typeface="Cambria" panose="02040503050406030204" pitchFamily="18" charset="0"/>
            </a:endParaRPr>
          </a:p>
        </p:txBody>
      </p:sp>
    </p:spTree>
    <p:extLst>
      <p:ext uri="{BB962C8B-B14F-4D97-AF65-F5344CB8AC3E}">
        <p14:creationId xmlns:p14="http://schemas.microsoft.com/office/powerpoint/2010/main" val="41086355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nvGraphicFramePr>
        <p:xfrm>
          <a:off x="5791200" y="3869934"/>
          <a:ext cx="3352800" cy="2683266"/>
        </p:xfrm>
        <a:graphic>
          <a:graphicData uri="http://schemas.openxmlformats.org/drawingml/2006/table">
            <a:tbl>
              <a:tblPr firstRow="1" bandRow="1">
                <a:tableStyleId>{69012ECD-51FC-41F1-AA8D-1B2483CD663E}</a:tableStyleId>
              </a:tblPr>
              <a:tblGrid>
                <a:gridCol w="443753">
                  <a:extLst>
                    <a:ext uri="{9D8B030D-6E8A-4147-A177-3AD203B41FA5}">
                      <a16:colId xmlns:a16="http://schemas.microsoft.com/office/drawing/2014/main" val="20000"/>
                    </a:ext>
                  </a:extLst>
                </a:gridCol>
                <a:gridCol w="546847">
                  <a:extLst>
                    <a:ext uri="{9D8B030D-6E8A-4147-A177-3AD203B41FA5}">
                      <a16:colId xmlns:a16="http://schemas.microsoft.com/office/drawing/2014/main" val="20001"/>
                    </a:ext>
                  </a:extLst>
                </a:gridCol>
                <a:gridCol w="636494">
                  <a:extLst>
                    <a:ext uri="{9D8B030D-6E8A-4147-A177-3AD203B41FA5}">
                      <a16:colId xmlns:a16="http://schemas.microsoft.com/office/drawing/2014/main" val="20002"/>
                    </a:ext>
                  </a:extLst>
                </a:gridCol>
                <a:gridCol w="493059">
                  <a:extLst>
                    <a:ext uri="{9D8B030D-6E8A-4147-A177-3AD203B41FA5}">
                      <a16:colId xmlns:a16="http://schemas.microsoft.com/office/drawing/2014/main" val="20003"/>
                    </a:ext>
                  </a:extLst>
                </a:gridCol>
                <a:gridCol w="542365">
                  <a:extLst>
                    <a:ext uri="{9D8B030D-6E8A-4147-A177-3AD203B41FA5}">
                      <a16:colId xmlns:a16="http://schemas.microsoft.com/office/drawing/2014/main" val="20004"/>
                    </a:ext>
                  </a:extLst>
                </a:gridCol>
                <a:gridCol w="690282">
                  <a:extLst>
                    <a:ext uri="{9D8B030D-6E8A-4147-A177-3AD203B41FA5}">
                      <a16:colId xmlns:a16="http://schemas.microsoft.com/office/drawing/2014/main" val="20005"/>
                    </a:ext>
                  </a:extLst>
                </a:gridCol>
              </a:tblGrid>
              <a:tr h="373338">
                <a:tc>
                  <a:txBody>
                    <a:bodyPr/>
                    <a:lstStyle/>
                    <a:p>
                      <a:r>
                        <a:rPr lang="en-US" sz="800" dirty="0"/>
                        <a:t>Sky</a:t>
                      </a:r>
                      <a:endParaRPr lang="en-US" sz="800" b="1" dirty="0"/>
                    </a:p>
                  </a:txBody>
                  <a:tcPr/>
                </a:tc>
                <a:tc>
                  <a:txBody>
                    <a:bodyPr/>
                    <a:lstStyle/>
                    <a:p>
                      <a:r>
                        <a:rPr lang="en-US" sz="800" dirty="0" err="1"/>
                        <a:t>AirTemp</a:t>
                      </a:r>
                      <a:endParaRPr lang="en-US" sz="800" b="1" dirty="0"/>
                    </a:p>
                  </a:txBody>
                  <a:tcPr/>
                </a:tc>
                <a:tc>
                  <a:txBody>
                    <a:bodyPr/>
                    <a:lstStyle/>
                    <a:p>
                      <a:r>
                        <a:rPr lang="en-US" sz="800" dirty="0"/>
                        <a:t>Humidity</a:t>
                      </a:r>
                      <a:endParaRPr lang="en-US" sz="800" b="1" dirty="0"/>
                    </a:p>
                  </a:txBody>
                  <a:tcPr/>
                </a:tc>
                <a:tc>
                  <a:txBody>
                    <a:bodyPr/>
                    <a:lstStyle/>
                    <a:p>
                      <a:r>
                        <a:rPr lang="en-US" sz="800" dirty="0"/>
                        <a:t>Wind</a:t>
                      </a:r>
                      <a:endParaRPr lang="en-US" sz="800" b="1" dirty="0"/>
                    </a:p>
                  </a:txBody>
                  <a:tcPr/>
                </a:tc>
                <a:tc>
                  <a:txBody>
                    <a:bodyPr/>
                    <a:lstStyle/>
                    <a:p>
                      <a:r>
                        <a:rPr lang="en-US" sz="800" dirty="0"/>
                        <a:t>Forecast</a:t>
                      </a:r>
                      <a:endParaRPr lang="en-US" sz="800" b="1" dirty="0"/>
                    </a:p>
                  </a:txBody>
                  <a:tcPr/>
                </a:tc>
                <a:tc>
                  <a:txBody>
                    <a:bodyPr/>
                    <a:lstStyle/>
                    <a:p>
                      <a:r>
                        <a:rPr lang="en-US" sz="800" dirty="0"/>
                        <a:t>Enjoy</a:t>
                      </a:r>
                    </a:p>
                    <a:p>
                      <a:r>
                        <a:rPr lang="en-US" sz="800" dirty="0"/>
                        <a:t>Sport?</a:t>
                      </a:r>
                      <a:endParaRPr lang="en-US" sz="800" b="1" i="1" dirty="0"/>
                    </a:p>
                  </a:txBody>
                  <a:tcPr/>
                </a:tc>
                <a:extLst>
                  <a:ext uri="{0D108BD9-81ED-4DB2-BD59-A6C34878D82A}">
                    <a16:rowId xmlns:a16="http://schemas.microsoft.com/office/drawing/2014/main" val="10000"/>
                  </a:ext>
                </a:extLst>
              </a:tr>
              <a:tr h="288741">
                <a:tc>
                  <a:txBody>
                    <a:bodyPr/>
                    <a:lstStyle/>
                    <a:p>
                      <a:r>
                        <a:rPr lang="en-US" sz="800"/>
                        <a:t>Sunny</a:t>
                      </a:r>
                      <a:endParaRPr lang="en-US" sz="800" dirty="0"/>
                    </a:p>
                  </a:txBody>
                  <a:tcPr/>
                </a:tc>
                <a:tc>
                  <a:txBody>
                    <a:bodyPr/>
                    <a:lstStyle/>
                    <a:p>
                      <a:r>
                        <a:rPr lang="en-US" sz="800"/>
                        <a:t>Warm</a:t>
                      </a:r>
                      <a:endParaRPr lang="en-US" sz="800" dirty="0"/>
                    </a:p>
                  </a:txBody>
                  <a:tcPr/>
                </a:tc>
                <a:tc>
                  <a:txBody>
                    <a:bodyPr/>
                    <a:lstStyle/>
                    <a:p>
                      <a:r>
                        <a:rPr lang="en-US" sz="800" dirty="0"/>
                        <a:t>Normal</a:t>
                      </a:r>
                    </a:p>
                  </a:txBody>
                  <a:tcPr/>
                </a:tc>
                <a:tc>
                  <a:txBody>
                    <a:bodyPr/>
                    <a:lstStyle/>
                    <a:p>
                      <a:r>
                        <a:rPr lang="en-US" sz="800"/>
                        <a:t>Strong</a:t>
                      </a:r>
                      <a:endParaRPr lang="en-US" sz="800" dirty="0"/>
                    </a:p>
                  </a:txBody>
                  <a:tcPr/>
                </a:tc>
                <a:tc>
                  <a:txBody>
                    <a:bodyPr/>
                    <a:lstStyle/>
                    <a:p>
                      <a:r>
                        <a:rPr lang="en-US" sz="800"/>
                        <a:t>Same</a:t>
                      </a:r>
                      <a:endParaRPr lang="en-US" sz="800" dirty="0"/>
                    </a:p>
                  </a:txBody>
                  <a:tcPr/>
                </a:tc>
                <a:tc>
                  <a:txBody>
                    <a:bodyPr/>
                    <a:lstStyle/>
                    <a:p>
                      <a:r>
                        <a:rPr lang="en-US" sz="800"/>
                        <a:t>Yes</a:t>
                      </a:r>
                      <a:endParaRPr lang="en-US" sz="800" dirty="0"/>
                    </a:p>
                  </a:txBody>
                  <a:tcPr/>
                </a:tc>
                <a:extLst>
                  <a:ext uri="{0D108BD9-81ED-4DB2-BD59-A6C34878D82A}">
                    <a16:rowId xmlns:a16="http://schemas.microsoft.com/office/drawing/2014/main" val="10001"/>
                  </a:ext>
                </a:extLst>
              </a:tr>
              <a:tr h="288741">
                <a:tc>
                  <a:txBody>
                    <a:bodyPr/>
                    <a:lstStyle/>
                    <a:p>
                      <a:r>
                        <a:rPr lang="en-US" sz="800" dirty="0"/>
                        <a:t>Sunny</a:t>
                      </a:r>
                    </a:p>
                  </a:txBody>
                  <a:tcPr/>
                </a:tc>
                <a:tc>
                  <a:txBody>
                    <a:bodyPr/>
                    <a:lstStyle/>
                    <a:p>
                      <a:r>
                        <a:rPr lang="en-US" sz="800"/>
                        <a:t>Warm</a:t>
                      </a:r>
                      <a:endParaRPr lang="en-US" sz="800" dirty="0"/>
                    </a:p>
                  </a:txBody>
                  <a:tcPr/>
                </a:tc>
                <a:tc>
                  <a:txBody>
                    <a:bodyPr/>
                    <a:lstStyle/>
                    <a:p>
                      <a:r>
                        <a:rPr lang="en-US" sz="800"/>
                        <a:t>High</a:t>
                      </a:r>
                      <a:endParaRPr lang="en-US" sz="800" dirty="0"/>
                    </a:p>
                  </a:txBody>
                  <a:tcPr/>
                </a:tc>
                <a:tc>
                  <a:txBody>
                    <a:bodyPr/>
                    <a:lstStyle/>
                    <a:p>
                      <a:r>
                        <a:rPr lang="en-US" sz="800"/>
                        <a:t>Strong</a:t>
                      </a:r>
                      <a:endParaRPr lang="en-US" sz="800" dirty="0"/>
                    </a:p>
                  </a:txBody>
                  <a:tcPr/>
                </a:tc>
                <a:tc>
                  <a:txBody>
                    <a:bodyPr/>
                    <a:lstStyle/>
                    <a:p>
                      <a:r>
                        <a:rPr lang="en-US" sz="800"/>
                        <a:t>Same</a:t>
                      </a:r>
                      <a:endParaRPr lang="en-US" sz="800" dirty="0"/>
                    </a:p>
                  </a:txBody>
                  <a:tcPr/>
                </a:tc>
                <a:tc>
                  <a:txBody>
                    <a:bodyPr/>
                    <a:lstStyle/>
                    <a:p>
                      <a:r>
                        <a:rPr lang="en-US" sz="800" dirty="0"/>
                        <a:t>No</a:t>
                      </a:r>
                    </a:p>
                  </a:txBody>
                  <a:tcPr/>
                </a:tc>
                <a:extLst>
                  <a:ext uri="{0D108BD9-81ED-4DB2-BD59-A6C34878D82A}">
                    <a16:rowId xmlns:a16="http://schemas.microsoft.com/office/drawing/2014/main" val="10002"/>
                  </a:ext>
                </a:extLst>
              </a:tr>
              <a:tr h="288741">
                <a:tc>
                  <a:txBody>
                    <a:bodyPr/>
                    <a:lstStyle/>
                    <a:p>
                      <a:r>
                        <a:rPr lang="en-US" sz="800"/>
                        <a:t>Rainy</a:t>
                      </a:r>
                      <a:endParaRPr lang="en-US" sz="800" dirty="0"/>
                    </a:p>
                  </a:txBody>
                  <a:tcPr/>
                </a:tc>
                <a:tc>
                  <a:txBody>
                    <a:bodyPr/>
                    <a:lstStyle/>
                    <a:p>
                      <a:r>
                        <a:rPr lang="en-US" sz="800"/>
                        <a:t>Cold</a:t>
                      </a:r>
                      <a:endParaRPr lang="en-US" sz="800" dirty="0"/>
                    </a:p>
                  </a:txBody>
                  <a:tcPr/>
                </a:tc>
                <a:tc>
                  <a:txBody>
                    <a:bodyPr/>
                    <a:lstStyle/>
                    <a:p>
                      <a:r>
                        <a:rPr lang="en-US" sz="800"/>
                        <a:t>High</a:t>
                      </a:r>
                      <a:endParaRPr lang="en-US" sz="800" dirty="0"/>
                    </a:p>
                  </a:txBody>
                  <a:tcPr/>
                </a:tc>
                <a:tc>
                  <a:txBody>
                    <a:bodyPr/>
                    <a:lstStyle/>
                    <a:p>
                      <a:r>
                        <a:rPr lang="en-US" sz="800"/>
                        <a:t>Strong</a:t>
                      </a:r>
                      <a:endParaRPr lang="en-US" sz="800" dirty="0"/>
                    </a:p>
                  </a:txBody>
                  <a:tcPr/>
                </a:tc>
                <a:tc>
                  <a:txBody>
                    <a:bodyPr/>
                    <a:lstStyle/>
                    <a:p>
                      <a:r>
                        <a:rPr lang="en-US" sz="800"/>
                        <a:t>Change</a:t>
                      </a:r>
                      <a:endParaRPr lang="en-US" sz="800" dirty="0"/>
                    </a:p>
                  </a:txBody>
                  <a:tcPr/>
                </a:tc>
                <a:tc>
                  <a:txBody>
                    <a:bodyPr/>
                    <a:lstStyle/>
                    <a:p>
                      <a:r>
                        <a:rPr lang="en-US" sz="800" dirty="0"/>
                        <a:t>No</a:t>
                      </a:r>
                    </a:p>
                  </a:txBody>
                  <a:tcPr/>
                </a:tc>
                <a:extLst>
                  <a:ext uri="{0D108BD9-81ED-4DB2-BD59-A6C34878D82A}">
                    <a16:rowId xmlns:a16="http://schemas.microsoft.com/office/drawing/2014/main" val="10003"/>
                  </a:ext>
                </a:extLst>
              </a:tr>
              <a:tr h="288741">
                <a:tc>
                  <a:txBody>
                    <a:bodyPr/>
                    <a:lstStyle/>
                    <a:p>
                      <a:r>
                        <a:rPr lang="en-US" sz="800" dirty="0"/>
                        <a:t>Sunny</a:t>
                      </a:r>
                    </a:p>
                  </a:txBody>
                  <a:tcPr/>
                </a:tc>
                <a:tc>
                  <a:txBody>
                    <a:bodyPr/>
                    <a:lstStyle/>
                    <a:p>
                      <a:r>
                        <a:rPr lang="en-US" sz="800"/>
                        <a:t>Warm</a:t>
                      </a:r>
                      <a:endParaRPr lang="en-US" sz="800" dirty="0"/>
                    </a:p>
                  </a:txBody>
                  <a:tcPr/>
                </a:tc>
                <a:tc>
                  <a:txBody>
                    <a:bodyPr/>
                    <a:lstStyle/>
                    <a:p>
                      <a:r>
                        <a:rPr lang="en-US" sz="800" dirty="0"/>
                        <a:t>Normal</a:t>
                      </a:r>
                    </a:p>
                  </a:txBody>
                  <a:tcPr/>
                </a:tc>
                <a:tc>
                  <a:txBody>
                    <a:bodyPr/>
                    <a:lstStyle/>
                    <a:p>
                      <a:r>
                        <a:rPr lang="en-US" sz="800" dirty="0"/>
                        <a:t>Breeze</a:t>
                      </a:r>
                    </a:p>
                  </a:txBody>
                  <a:tcPr/>
                </a:tc>
                <a:tc>
                  <a:txBody>
                    <a:bodyPr/>
                    <a:lstStyle/>
                    <a:p>
                      <a:r>
                        <a:rPr lang="en-US" sz="800"/>
                        <a:t>Same</a:t>
                      </a:r>
                      <a:endParaRPr lang="en-US" sz="800" dirty="0"/>
                    </a:p>
                  </a:txBody>
                  <a:tcPr/>
                </a:tc>
                <a:tc>
                  <a:txBody>
                    <a:bodyPr/>
                    <a:lstStyle/>
                    <a:p>
                      <a:r>
                        <a:rPr lang="en-US" sz="800" dirty="0"/>
                        <a:t>Yes</a:t>
                      </a:r>
                    </a:p>
                  </a:txBody>
                  <a:tcPr/>
                </a:tc>
                <a:extLst>
                  <a:ext uri="{0D108BD9-81ED-4DB2-BD59-A6C34878D82A}">
                    <a16:rowId xmlns:a16="http://schemas.microsoft.com/office/drawing/2014/main" val="10004"/>
                  </a:ext>
                </a:extLst>
              </a:tr>
              <a:tr h="288741">
                <a:tc>
                  <a:txBody>
                    <a:bodyPr/>
                    <a:lstStyle/>
                    <a:p>
                      <a:r>
                        <a:rPr lang="en-US" sz="800" dirty="0"/>
                        <a:t>Sunny</a:t>
                      </a:r>
                    </a:p>
                  </a:txBody>
                  <a:tcPr/>
                </a:tc>
                <a:tc>
                  <a:txBody>
                    <a:bodyPr/>
                    <a:lstStyle/>
                    <a:p>
                      <a:r>
                        <a:rPr lang="en-US" sz="800" dirty="0"/>
                        <a:t>Hot</a:t>
                      </a:r>
                    </a:p>
                  </a:txBody>
                  <a:tcPr/>
                </a:tc>
                <a:tc>
                  <a:txBody>
                    <a:bodyPr/>
                    <a:lstStyle/>
                    <a:p>
                      <a:r>
                        <a:rPr lang="en-US" sz="800" dirty="0"/>
                        <a:t>Normal</a:t>
                      </a:r>
                    </a:p>
                  </a:txBody>
                  <a:tcPr/>
                </a:tc>
                <a:tc>
                  <a:txBody>
                    <a:bodyPr/>
                    <a:lstStyle/>
                    <a:p>
                      <a:r>
                        <a:rPr lang="en-US" sz="800" dirty="0"/>
                        <a:t>Breeze</a:t>
                      </a:r>
                    </a:p>
                  </a:txBody>
                  <a:tcPr/>
                </a:tc>
                <a:tc>
                  <a:txBody>
                    <a:bodyPr/>
                    <a:lstStyle/>
                    <a:p>
                      <a:r>
                        <a:rPr lang="en-US" sz="800"/>
                        <a:t>Same</a:t>
                      </a:r>
                      <a:endParaRPr lang="en-US" sz="800" dirty="0"/>
                    </a:p>
                  </a:txBody>
                  <a:tcPr/>
                </a:tc>
                <a:tc>
                  <a:txBody>
                    <a:bodyPr/>
                    <a:lstStyle/>
                    <a:p>
                      <a:r>
                        <a:rPr lang="en-US" sz="800" dirty="0"/>
                        <a:t>No</a:t>
                      </a:r>
                    </a:p>
                  </a:txBody>
                  <a:tcPr/>
                </a:tc>
                <a:extLst>
                  <a:ext uri="{0D108BD9-81ED-4DB2-BD59-A6C34878D82A}">
                    <a16:rowId xmlns:a16="http://schemas.microsoft.com/office/drawing/2014/main" val="10005"/>
                  </a:ext>
                </a:extLst>
              </a:tr>
              <a:tr h="288741">
                <a:tc>
                  <a:txBody>
                    <a:bodyPr/>
                    <a:lstStyle/>
                    <a:p>
                      <a:r>
                        <a:rPr lang="en-US" sz="800"/>
                        <a:t>Rainy</a:t>
                      </a:r>
                      <a:endParaRPr lang="en-US" sz="800" dirty="0"/>
                    </a:p>
                  </a:txBody>
                  <a:tcPr/>
                </a:tc>
                <a:tc>
                  <a:txBody>
                    <a:bodyPr/>
                    <a:lstStyle/>
                    <a:p>
                      <a:r>
                        <a:rPr lang="en-US" sz="800"/>
                        <a:t>Cold</a:t>
                      </a:r>
                      <a:endParaRPr lang="en-US" sz="800" dirty="0"/>
                    </a:p>
                  </a:txBody>
                  <a:tcPr/>
                </a:tc>
                <a:tc>
                  <a:txBody>
                    <a:bodyPr/>
                    <a:lstStyle/>
                    <a:p>
                      <a:r>
                        <a:rPr lang="en-US" sz="800"/>
                        <a:t>High</a:t>
                      </a:r>
                      <a:endParaRPr lang="en-US" sz="800" dirty="0"/>
                    </a:p>
                  </a:txBody>
                  <a:tcPr/>
                </a:tc>
                <a:tc>
                  <a:txBody>
                    <a:bodyPr/>
                    <a:lstStyle/>
                    <a:p>
                      <a:r>
                        <a:rPr lang="en-US" sz="800"/>
                        <a:t>Strong</a:t>
                      </a:r>
                      <a:endParaRPr lang="en-US" sz="800" dirty="0"/>
                    </a:p>
                  </a:txBody>
                  <a:tcPr/>
                </a:tc>
                <a:tc>
                  <a:txBody>
                    <a:bodyPr/>
                    <a:lstStyle/>
                    <a:p>
                      <a:r>
                        <a:rPr lang="en-US" sz="800"/>
                        <a:t>Change</a:t>
                      </a:r>
                      <a:endParaRPr lang="en-US" sz="800" dirty="0"/>
                    </a:p>
                  </a:txBody>
                  <a:tcPr/>
                </a:tc>
                <a:tc>
                  <a:txBody>
                    <a:bodyPr/>
                    <a:lstStyle/>
                    <a:p>
                      <a:r>
                        <a:rPr lang="en-US" sz="800" dirty="0"/>
                        <a:t>No</a:t>
                      </a:r>
                    </a:p>
                  </a:txBody>
                  <a:tcPr/>
                </a:tc>
                <a:extLst>
                  <a:ext uri="{0D108BD9-81ED-4DB2-BD59-A6C34878D82A}">
                    <a16:rowId xmlns:a16="http://schemas.microsoft.com/office/drawing/2014/main" val="10006"/>
                  </a:ext>
                </a:extLst>
              </a:tr>
              <a:tr h="288741">
                <a:tc>
                  <a:txBody>
                    <a:bodyPr/>
                    <a:lstStyle/>
                    <a:p>
                      <a:r>
                        <a:rPr lang="en-US" sz="800"/>
                        <a:t>Sunny</a:t>
                      </a:r>
                      <a:endParaRPr lang="en-US" sz="800" dirty="0"/>
                    </a:p>
                  </a:txBody>
                  <a:tcPr/>
                </a:tc>
                <a:tc>
                  <a:txBody>
                    <a:bodyPr/>
                    <a:lstStyle/>
                    <a:p>
                      <a:r>
                        <a:rPr lang="en-US" sz="800"/>
                        <a:t>Warm</a:t>
                      </a:r>
                      <a:endParaRPr lang="en-US" sz="800" dirty="0"/>
                    </a:p>
                  </a:txBody>
                  <a:tcPr/>
                </a:tc>
                <a:tc>
                  <a:txBody>
                    <a:bodyPr/>
                    <a:lstStyle/>
                    <a:p>
                      <a:r>
                        <a:rPr lang="en-US" sz="800"/>
                        <a:t>High</a:t>
                      </a:r>
                      <a:endParaRPr lang="en-US" sz="800" dirty="0"/>
                    </a:p>
                  </a:txBody>
                  <a:tcPr/>
                </a:tc>
                <a:tc>
                  <a:txBody>
                    <a:bodyPr/>
                    <a:lstStyle/>
                    <a:p>
                      <a:r>
                        <a:rPr lang="en-US" sz="800"/>
                        <a:t>Strong</a:t>
                      </a:r>
                      <a:endParaRPr lang="en-US" sz="800" dirty="0"/>
                    </a:p>
                  </a:txBody>
                  <a:tcPr/>
                </a:tc>
                <a:tc>
                  <a:txBody>
                    <a:bodyPr/>
                    <a:lstStyle/>
                    <a:p>
                      <a:r>
                        <a:rPr lang="en-US" sz="800"/>
                        <a:t>Change</a:t>
                      </a:r>
                      <a:endParaRPr lang="en-US" sz="800" dirty="0"/>
                    </a:p>
                  </a:txBody>
                  <a:tcPr/>
                </a:tc>
                <a:tc>
                  <a:txBody>
                    <a:bodyPr/>
                    <a:lstStyle/>
                    <a:p>
                      <a:r>
                        <a:rPr lang="en-US" sz="800" dirty="0"/>
                        <a:t>Yes</a:t>
                      </a:r>
                    </a:p>
                  </a:txBody>
                  <a:tcPr/>
                </a:tc>
                <a:extLst>
                  <a:ext uri="{0D108BD9-81ED-4DB2-BD59-A6C34878D82A}">
                    <a16:rowId xmlns:a16="http://schemas.microsoft.com/office/drawing/2014/main" val="10007"/>
                  </a:ext>
                </a:extLst>
              </a:tr>
              <a:tr h="288741">
                <a:tc>
                  <a:txBody>
                    <a:bodyPr/>
                    <a:lstStyle/>
                    <a:p>
                      <a:r>
                        <a:rPr lang="en-US" sz="800" dirty="0"/>
                        <a:t>Rainy</a:t>
                      </a:r>
                    </a:p>
                  </a:txBody>
                  <a:tcPr>
                    <a:solidFill>
                      <a:schemeClr val="bg2"/>
                    </a:solidFill>
                  </a:tcPr>
                </a:tc>
                <a:tc>
                  <a:txBody>
                    <a:bodyPr/>
                    <a:lstStyle/>
                    <a:p>
                      <a:r>
                        <a:rPr lang="en-US" sz="800" dirty="0"/>
                        <a:t>Warm</a:t>
                      </a:r>
                    </a:p>
                  </a:txBody>
                  <a:tcPr>
                    <a:solidFill>
                      <a:schemeClr val="bg2"/>
                    </a:solidFill>
                  </a:tcPr>
                </a:tc>
                <a:tc>
                  <a:txBody>
                    <a:bodyPr/>
                    <a:lstStyle/>
                    <a:p>
                      <a:r>
                        <a:rPr lang="en-US" sz="800" dirty="0"/>
                        <a:t>Normal</a:t>
                      </a:r>
                    </a:p>
                  </a:txBody>
                  <a:tcPr>
                    <a:solidFill>
                      <a:schemeClr val="bg2"/>
                    </a:solidFill>
                  </a:tcPr>
                </a:tc>
                <a:tc>
                  <a:txBody>
                    <a:bodyPr/>
                    <a:lstStyle/>
                    <a:p>
                      <a:r>
                        <a:rPr lang="en-US" sz="800" dirty="0"/>
                        <a:t>Breeze</a:t>
                      </a:r>
                    </a:p>
                  </a:txBody>
                  <a:tcPr>
                    <a:solidFill>
                      <a:schemeClr val="bg2"/>
                    </a:solidFill>
                  </a:tcPr>
                </a:tc>
                <a:tc>
                  <a:txBody>
                    <a:bodyPr/>
                    <a:lstStyle/>
                    <a:p>
                      <a:r>
                        <a:rPr lang="en-US" sz="800" dirty="0"/>
                        <a:t>Same</a:t>
                      </a:r>
                    </a:p>
                  </a:txBody>
                  <a:tcPr>
                    <a:solidFill>
                      <a:schemeClr val="bg2"/>
                    </a:solidFill>
                  </a:tcPr>
                </a:tc>
                <a:tc>
                  <a:txBody>
                    <a:bodyPr/>
                    <a:lstStyle/>
                    <a:p>
                      <a:r>
                        <a:rPr lang="en-US" sz="800" dirty="0"/>
                        <a:t>Yes</a:t>
                      </a:r>
                    </a:p>
                  </a:txBody>
                  <a:tcPr>
                    <a:solidFill>
                      <a:schemeClr val="bg2"/>
                    </a:solidFill>
                  </a:tcPr>
                </a:tc>
                <a:extLst>
                  <a:ext uri="{0D108BD9-81ED-4DB2-BD59-A6C34878D82A}">
                    <a16:rowId xmlns:a16="http://schemas.microsoft.com/office/drawing/2014/main" val="10008"/>
                  </a:ext>
                </a:extLst>
              </a:tr>
            </a:tbl>
          </a:graphicData>
        </a:graphic>
      </p:graphicFrame>
      <p:pic>
        <p:nvPicPr>
          <p:cNvPr id="6" name="Picture 5"/>
          <p:cNvPicPr>
            <a:picLocks noChangeAspect="1"/>
          </p:cNvPicPr>
          <p:nvPr/>
        </p:nvPicPr>
        <p:blipFill>
          <a:blip r:embed="rId2"/>
          <a:stretch>
            <a:fillRect/>
          </a:stretch>
        </p:blipFill>
        <p:spPr>
          <a:xfrm>
            <a:off x="4648200" y="1355334"/>
            <a:ext cx="4391025" cy="2514600"/>
          </a:xfrm>
          <a:prstGeom prst="rect">
            <a:avLst/>
          </a:prstGeom>
        </p:spPr>
      </p:pic>
      <p:sp>
        <p:nvSpPr>
          <p:cNvPr id="7" name="Rectangle 2"/>
          <p:cNvSpPr txBox="1">
            <a:spLocks noChangeArrowheads="1"/>
          </p:cNvSpPr>
          <p:nvPr/>
        </p:nvSpPr>
        <p:spPr>
          <a:xfrm>
            <a:off x="395536" y="191859"/>
            <a:ext cx="7300664" cy="1015663"/>
          </a:xfrm>
          <a:prstGeom prst="rect">
            <a:avLst/>
          </a:prstGeom>
          <a:noFill/>
          <a:ln w="9525">
            <a:noFill/>
            <a:miter lim="800000"/>
            <a:headEnd/>
            <a:tailEnd/>
          </a:ln>
          <a:effectLst/>
        </p:spPr>
        <p:txBody>
          <a:bodyPr spcFirstLastPara="1" vert="horz" wrap="square" lIns="91440" tIns="45720" rIns="91440" bIns="45720" rtlCol="0" anchor="ctr" anchorCtr="0">
            <a:spAutoFit/>
          </a:bodyPr>
          <a:lst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itchFamily="34" charset="0"/>
              </a:defRPr>
            </a:lvl2pPr>
            <a:lvl3pPr algn="ctr" rtl="0" fontAlgn="base">
              <a:spcBef>
                <a:spcPct val="0"/>
              </a:spcBef>
              <a:spcAft>
                <a:spcPct val="0"/>
              </a:spcAft>
              <a:defRPr sz="4400">
                <a:solidFill>
                  <a:schemeClr val="tx1"/>
                </a:solidFill>
                <a:latin typeface="Calibri" pitchFamily="34" charset="0"/>
              </a:defRPr>
            </a:lvl3pPr>
            <a:lvl4pPr algn="ctr" rtl="0" fontAlgn="base">
              <a:spcBef>
                <a:spcPct val="0"/>
              </a:spcBef>
              <a:spcAft>
                <a:spcPct val="0"/>
              </a:spcAft>
              <a:defRPr sz="4400">
                <a:solidFill>
                  <a:schemeClr val="tx1"/>
                </a:solidFill>
                <a:latin typeface="Calibri" pitchFamily="34" charset="0"/>
              </a:defRPr>
            </a:lvl4pPr>
            <a:lvl5pPr algn="ctr" rtl="0" fontAlgn="base">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marL="185738" marR="0" lvl="0" indent="-71438" algn="l" defTabSz="914400" rtl="0" eaLnBrk="1" fontAlgn="base" latinLnBrk="0" hangingPunct="1">
              <a:lnSpc>
                <a:spcPts val="3600"/>
              </a:lnSpc>
              <a:spcBef>
                <a:spcPct val="0"/>
              </a:spcBef>
              <a:spcAft>
                <a:spcPct val="0"/>
              </a:spcAft>
              <a:buClrTx/>
              <a:buSzPts val="3600"/>
              <a:buFontTx/>
              <a:buNone/>
              <a:tabLst/>
              <a:defRPr/>
            </a:pPr>
            <a:r>
              <a:rPr kumimoji="0" lang="en-US" altLang="en-US" sz="2400" b="1" i="0" u="none" strike="noStrike" kern="1200" cap="none" spc="-150" normalizeH="0" baseline="0" noProof="0" dirty="0">
                <a:ln>
                  <a:noFill/>
                </a:ln>
                <a:solidFill>
                  <a:srgbClr val="FF0000"/>
                </a:solidFill>
                <a:effectLst/>
                <a:uLnTx/>
                <a:uFillTx/>
                <a:latin typeface="Arial" panose="020B0604020202020204" pitchFamily="34" charset="0"/>
                <a:ea typeface="Cambria" panose="02040503050406030204" pitchFamily="18" charset="0"/>
                <a:cs typeface="Arial" panose="020B0604020202020204" pitchFamily="34" charset="0"/>
              </a:rPr>
              <a:t>Refresh from Pre-Mid Term </a:t>
            </a:r>
            <a:br>
              <a:rPr kumimoji="0" lang="en-US" altLang="en-US" sz="2400" b="1" i="0" u="none" strike="noStrike" kern="1200" cap="none" spc="-150" normalizeH="0" baseline="0" noProof="0" dirty="0">
                <a:ln>
                  <a:noFill/>
                </a:ln>
                <a:solidFill>
                  <a:prstClr val="black"/>
                </a:solidFill>
                <a:effectLst/>
                <a:uLnTx/>
                <a:uFillTx/>
                <a:latin typeface="Arial" panose="020B0604020202020204" pitchFamily="34" charset="0"/>
                <a:ea typeface="Cambria" panose="02040503050406030204" pitchFamily="18" charset="0"/>
                <a:cs typeface="Arial" panose="020B0604020202020204" pitchFamily="34" charset="0"/>
              </a:rPr>
            </a:br>
            <a:r>
              <a:rPr kumimoji="0" lang="en-US" altLang="en-US" sz="2400" b="1" i="0" u="none" strike="noStrike" kern="1200" cap="none" spc="-150" normalizeH="0" baseline="0" noProof="0" dirty="0">
                <a:ln>
                  <a:noFill/>
                </a:ln>
                <a:solidFill>
                  <a:prstClr val="black"/>
                </a:solidFill>
                <a:effectLst/>
                <a:uLnTx/>
                <a:uFillTx/>
                <a:latin typeface="Arial" panose="020B0604020202020204" pitchFamily="34" charset="0"/>
                <a:ea typeface="Cambria" panose="02040503050406030204" pitchFamily="18" charset="0"/>
                <a:cs typeface="Arial" panose="020B0604020202020204" pitchFamily="34" charset="0"/>
              </a:rPr>
              <a:t>Decision Theory: Interpretation	         </a:t>
            </a:r>
            <a:r>
              <a:rPr kumimoji="0" lang="en-US" sz="2400" b="1" i="0" u="none" strike="noStrike" kern="1200" cap="none" spc="0" normalizeH="0" baseline="0" noProof="0" dirty="0">
                <a:ln>
                  <a:noFill/>
                </a:ln>
                <a:solidFill>
                  <a:srgbClr val="C00000"/>
                </a:solidFill>
                <a:effectLst/>
                <a:uLnTx/>
                <a:uFillTx/>
                <a:latin typeface="Calibri"/>
                <a:ea typeface="+mj-ea"/>
                <a:cs typeface="+mj-cs"/>
              </a:rPr>
              <a:t>Model Building</a:t>
            </a:r>
            <a:endParaRPr kumimoji="0" lang="en-US" altLang="en-US" sz="2400" b="1" i="0" u="none" strike="noStrike" kern="1200" cap="none" spc="-150" normalizeH="0" baseline="0" noProof="0" dirty="0">
              <a:ln>
                <a:noFill/>
              </a:ln>
              <a:solidFill>
                <a:prstClr val="black"/>
              </a:solidFill>
              <a:effectLst/>
              <a:uLnTx/>
              <a:uFillTx/>
              <a:latin typeface="Arial" panose="020B0604020202020204" pitchFamily="34" charset="0"/>
              <a:ea typeface="Cambria" panose="02040503050406030204" pitchFamily="18" charset="0"/>
              <a:cs typeface="Arial" panose="020B0604020202020204" pitchFamily="34" charset="0"/>
            </a:endParaRPr>
          </a:p>
        </p:txBody>
      </p:sp>
      <p:grpSp>
        <p:nvGrpSpPr>
          <p:cNvPr id="8" name="Group 7"/>
          <p:cNvGrpSpPr/>
          <p:nvPr/>
        </p:nvGrpSpPr>
        <p:grpSpPr>
          <a:xfrm>
            <a:off x="228600" y="1479035"/>
            <a:ext cx="2711761" cy="2655332"/>
            <a:chOff x="7772400" y="1066800"/>
            <a:chExt cx="2711761" cy="2655332"/>
          </a:xfrm>
        </p:grpSpPr>
        <p:sp>
          <p:nvSpPr>
            <p:cNvPr id="9" name="Freeform 8"/>
            <p:cNvSpPr/>
            <p:nvPr/>
          </p:nvSpPr>
          <p:spPr>
            <a:xfrm>
              <a:off x="9308357" y="1524000"/>
              <a:ext cx="1175804" cy="1450634"/>
            </a:xfrm>
            <a:custGeom>
              <a:avLst/>
              <a:gdLst>
                <a:gd name="connsiteX0" fmla="*/ 284261 w 1663756"/>
                <a:gd name="connsiteY0" fmla="*/ 208440 h 2108743"/>
                <a:gd name="connsiteX1" fmla="*/ 93761 w 1663756"/>
                <a:gd name="connsiteY1" fmla="*/ 1303815 h 2108743"/>
                <a:gd name="connsiteX2" fmla="*/ 1541561 w 1663756"/>
                <a:gd name="connsiteY2" fmla="*/ 2075340 h 2108743"/>
                <a:gd name="connsiteX3" fmla="*/ 1436786 w 1663756"/>
                <a:gd name="connsiteY3" fmla="*/ 179865 h 2108743"/>
                <a:gd name="connsiteX4" fmla="*/ 284261 w 1663756"/>
                <a:gd name="connsiteY4" fmla="*/ 208440 h 21087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3756" h="2108743">
                  <a:moveTo>
                    <a:pt x="284261" y="208440"/>
                  </a:moveTo>
                  <a:cubicBezTo>
                    <a:pt x="60424" y="395765"/>
                    <a:pt x="-115789" y="992665"/>
                    <a:pt x="93761" y="1303815"/>
                  </a:cubicBezTo>
                  <a:cubicBezTo>
                    <a:pt x="303311" y="1614965"/>
                    <a:pt x="1317724" y="2262665"/>
                    <a:pt x="1541561" y="2075340"/>
                  </a:cubicBezTo>
                  <a:cubicBezTo>
                    <a:pt x="1765398" y="1888015"/>
                    <a:pt x="1652686" y="494190"/>
                    <a:pt x="1436786" y="179865"/>
                  </a:cubicBezTo>
                  <a:cubicBezTo>
                    <a:pt x="1220886" y="-134460"/>
                    <a:pt x="508098" y="21115"/>
                    <a:pt x="284261" y="208440"/>
                  </a:cubicBezTo>
                  <a:close/>
                </a:path>
              </a:pathLst>
            </a:custGeom>
          </p:spPr>
          <p:style>
            <a:lnRef idx="1">
              <a:schemeClr val="accent1"/>
            </a:lnRef>
            <a:fillRef idx="2">
              <a:schemeClr val="accent1"/>
            </a:fillRef>
            <a:effectRef idx="1">
              <a:schemeClr val="accent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Calibri"/>
                <a:ea typeface="+mn-ea"/>
                <a:cs typeface="+mn-cs"/>
              </a:endParaRPr>
            </a:p>
          </p:txBody>
        </p:sp>
        <p:sp>
          <p:nvSpPr>
            <p:cNvPr id="10" name="Freeform 9"/>
            <p:cNvSpPr/>
            <p:nvPr/>
          </p:nvSpPr>
          <p:spPr>
            <a:xfrm>
              <a:off x="8253011" y="2320886"/>
              <a:ext cx="985427" cy="1045507"/>
            </a:xfrm>
            <a:custGeom>
              <a:avLst/>
              <a:gdLst>
                <a:gd name="connsiteX0" fmla="*/ 605996 w 1394374"/>
                <a:gd name="connsiteY0" fmla="*/ 126356 h 1519823"/>
                <a:gd name="connsiteX1" fmla="*/ 15446 w 1394374"/>
                <a:gd name="connsiteY1" fmla="*/ 774056 h 1519823"/>
                <a:gd name="connsiteX2" fmla="*/ 1253696 w 1394374"/>
                <a:gd name="connsiteY2" fmla="*/ 1507481 h 1519823"/>
                <a:gd name="connsiteX3" fmla="*/ 1291796 w 1394374"/>
                <a:gd name="connsiteY3" fmla="*/ 135881 h 1519823"/>
                <a:gd name="connsiteX4" fmla="*/ 605996 w 1394374"/>
                <a:gd name="connsiteY4" fmla="*/ 126356 h 15198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4374" h="1519823">
                  <a:moveTo>
                    <a:pt x="605996" y="126356"/>
                  </a:moveTo>
                  <a:cubicBezTo>
                    <a:pt x="393271" y="232718"/>
                    <a:pt x="-92504" y="543868"/>
                    <a:pt x="15446" y="774056"/>
                  </a:cubicBezTo>
                  <a:cubicBezTo>
                    <a:pt x="123396" y="1004244"/>
                    <a:pt x="1040971" y="1613843"/>
                    <a:pt x="1253696" y="1507481"/>
                  </a:cubicBezTo>
                  <a:cubicBezTo>
                    <a:pt x="1466421" y="1401119"/>
                    <a:pt x="1402921" y="370831"/>
                    <a:pt x="1291796" y="135881"/>
                  </a:cubicBezTo>
                  <a:cubicBezTo>
                    <a:pt x="1180671" y="-99069"/>
                    <a:pt x="818721" y="19994"/>
                    <a:pt x="605996" y="126356"/>
                  </a:cubicBezTo>
                  <a:close/>
                </a:path>
              </a:pathLst>
            </a:custGeom>
          </p:spPr>
          <p:style>
            <a:lnRef idx="1">
              <a:schemeClr val="accent2"/>
            </a:lnRef>
            <a:fillRef idx="2">
              <a:schemeClr val="accent2"/>
            </a:fillRef>
            <a:effectRef idx="1">
              <a:schemeClr val="accent2"/>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Calibri"/>
                <a:ea typeface="+mn-ea"/>
                <a:cs typeface="+mn-cs"/>
              </a:endParaRPr>
            </a:p>
          </p:txBody>
        </p:sp>
        <p:sp>
          <p:nvSpPr>
            <p:cNvPr id="11" name="Oval 10"/>
            <p:cNvSpPr/>
            <p:nvPr/>
          </p:nvSpPr>
          <p:spPr>
            <a:xfrm>
              <a:off x="8488094" y="2742001"/>
              <a:ext cx="168971" cy="164476"/>
            </a:xfrm>
            <a:prstGeom prst="ellipse">
              <a:avLst/>
            </a:prstGeom>
            <a:noFill/>
            <a:ln w="444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2" name="Oval 11"/>
            <p:cNvSpPr/>
            <p:nvPr/>
          </p:nvSpPr>
          <p:spPr>
            <a:xfrm>
              <a:off x="8876509" y="2715357"/>
              <a:ext cx="168971" cy="164476"/>
            </a:xfrm>
            <a:prstGeom prst="ellipse">
              <a:avLst/>
            </a:prstGeom>
            <a:noFill/>
            <a:ln w="444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3" name="Oval 12"/>
            <p:cNvSpPr/>
            <p:nvPr/>
          </p:nvSpPr>
          <p:spPr>
            <a:xfrm>
              <a:off x="8707729" y="2955792"/>
              <a:ext cx="168971" cy="164476"/>
            </a:xfrm>
            <a:prstGeom prst="ellipse">
              <a:avLst/>
            </a:prstGeom>
            <a:noFill/>
            <a:ln w="444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4" name="Oval 13"/>
            <p:cNvSpPr/>
            <p:nvPr/>
          </p:nvSpPr>
          <p:spPr>
            <a:xfrm>
              <a:off x="8658254" y="2547455"/>
              <a:ext cx="168971" cy="164476"/>
            </a:xfrm>
            <a:prstGeom prst="ellipse">
              <a:avLst/>
            </a:prstGeom>
            <a:noFill/>
            <a:ln w="444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5" name="Cross 14"/>
            <p:cNvSpPr/>
            <p:nvPr/>
          </p:nvSpPr>
          <p:spPr>
            <a:xfrm rot="2734294">
              <a:off x="9522534" y="2304129"/>
              <a:ext cx="215784" cy="221682"/>
            </a:xfrm>
            <a:prstGeom prst="plus">
              <a:avLst>
                <a:gd name="adj" fmla="val 46579"/>
              </a:avLst>
            </a:prstGeom>
            <a:solidFill>
              <a:schemeClr val="tx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6" name="Cross 15"/>
            <p:cNvSpPr/>
            <p:nvPr/>
          </p:nvSpPr>
          <p:spPr>
            <a:xfrm rot="2734294">
              <a:off x="9593829" y="1857309"/>
              <a:ext cx="215784" cy="221682"/>
            </a:xfrm>
            <a:prstGeom prst="plus">
              <a:avLst>
                <a:gd name="adj" fmla="val 46579"/>
              </a:avLst>
            </a:prstGeom>
            <a:solidFill>
              <a:schemeClr val="tx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7" name="Cross 16"/>
            <p:cNvSpPr/>
            <p:nvPr/>
          </p:nvSpPr>
          <p:spPr>
            <a:xfrm rot="2734294">
              <a:off x="9907319" y="2132356"/>
              <a:ext cx="215784" cy="221682"/>
            </a:xfrm>
            <a:prstGeom prst="plus">
              <a:avLst>
                <a:gd name="adj" fmla="val 46579"/>
              </a:avLst>
            </a:prstGeom>
            <a:solidFill>
              <a:schemeClr val="tx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8" name="Cross 17"/>
            <p:cNvSpPr/>
            <p:nvPr/>
          </p:nvSpPr>
          <p:spPr>
            <a:xfrm rot="2734294">
              <a:off x="9584012" y="2117776"/>
              <a:ext cx="215784" cy="221682"/>
            </a:xfrm>
            <a:prstGeom prst="plus">
              <a:avLst>
                <a:gd name="adj" fmla="val 46579"/>
              </a:avLst>
            </a:prstGeom>
            <a:solidFill>
              <a:schemeClr val="tx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endParaRPr>
            </a:p>
          </p:txBody>
        </p:sp>
        <p:sp>
          <p:nvSpPr>
            <p:cNvPr id="19" name="TextBox 18"/>
            <p:cNvSpPr txBox="1"/>
            <p:nvPr/>
          </p:nvSpPr>
          <p:spPr>
            <a:xfrm>
              <a:off x="9144000" y="3352800"/>
              <a:ext cx="385042" cy="369332"/>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rPr>
                <a:t>x</a:t>
              </a:r>
              <a:r>
                <a:rPr kumimoji="0" lang="en-US" sz="1600" b="0" i="0" u="none" strike="noStrike" kern="1200" cap="none" spc="0" normalizeH="0" baseline="-25000" noProof="0" dirty="0">
                  <a:ln>
                    <a:noFill/>
                  </a:ln>
                  <a:solidFill>
                    <a:prstClr val="black"/>
                  </a:solidFill>
                  <a:effectLst/>
                  <a:uLnTx/>
                  <a:uFillTx/>
                  <a:latin typeface="Helvetica" panose="020B0604020202020204" pitchFamily="34" charset="0"/>
                  <a:ea typeface="+mn-ea"/>
                  <a:cs typeface="Helvetica" panose="020B0604020202020204" pitchFamily="34" charset="0"/>
                </a:rPr>
                <a:t>1</a:t>
              </a:r>
            </a:p>
          </p:txBody>
        </p:sp>
        <p:sp>
          <p:nvSpPr>
            <p:cNvPr id="20" name="TextBox 19"/>
            <p:cNvSpPr txBox="1"/>
            <p:nvPr/>
          </p:nvSpPr>
          <p:spPr>
            <a:xfrm>
              <a:off x="7772400" y="2209800"/>
              <a:ext cx="385042" cy="369332"/>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rPr>
                <a:t>x</a:t>
              </a:r>
              <a:r>
                <a:rPr kumimoji="0" lang="en-US" sz="1600" b="0" i="0" u="none" strike="noStrike" kern="1200" cap="none" spc="0" normalizeH="0" baseline="-25000" noProof="0" dirty="0">
                  <a:ln>
                    <a:noFill/>
                  </a:ln>
                  <a:solidFill>
                    <a:prstClr val="black"/>
                  </a:solidFill>
                  <a:effectLst/>
                  <a:uLnTx/>
                  <a:uFillTx/>
                  <a:latin typeface="Helvetica" panose="020B0604020202020204" pitchFamily="34" charset="0"/>
                  <a:ea typeface="+mn-ea"/>
                  <a:cs typeface="Helvetica" panose="020B0604020202020204" pitchFamily="34" charset="0"/>
                </a:rPr>
                <a:t>2</a:t>
              </a:r>
            </a:p>
          </p:txBody>
        </p:sp>
        <p:cxnSp>
          <p:nvCxnSpPr>
            <p:cNvPr id="21" name="Straight Arrow Connector 20"/>
            <p:cNvCxnSpPr/>
            <p:nvPr/>
          </p:nvCxnSpPr>
          <p:spPr>
            <a:xfrm flipV="1">
              <a:off x="8232405" y="1625706"/>
              <a:ext cx="0" cy="1926314"/>
            </a:xfrm>
            <a:prstGeom prst="straightConnector1">
              <a:avLst/>
            </a:prstGeom>
            <a:ln w="38100">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a:off x="8124534" y="3404192"/>
              <a:ext cx="2213076" cy="0"/>
            </a:xfrm>
            <a:prstGeom prst="straightConnector1">
              <a:avLst/>
            </a:prstGeom>
            <a:ln w="38100">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8534400" y="1066800"/>
              <a:ext cx="1447800" cy="338554"/>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rPr>
                <a:t>Generative</a:t>
              </a:r>
            </a:p>
          </p:txBody>
        </p:sp>
      </p:grpSp>
      <p:graphicFrame>
        <p:nvGraphicFramePr>
          <p:cNvPr id="24" name="Object 4"/>
          <p:cNvGraphicFramePr>
            <a:graphicFrameLocks noChangeAspect="1"/>
          </p:cNvGraphicFramePr>
          <p:nvPr/>
        </p:nvGraphicFramePr>
        <p:xfrm>
          <a:off x="259142" y="4654520"/>
          <a:ext cx="2951278" cy="580859"/>
        </p:xfrm>
        <a:graphic>
          <a:graphicData uri="http://schemas.openxmlformats.org/presentationml/2006/ole">
            <mc:AlternateContent xmlns:mc="http://schemas.openxmlformats.org/markup-compatibility/2006">
              <mc:Choice xmlns:v="urn:schemas-microsoft-com:vml" Requires="v">
                <p:oleObj name="Equation" r:id="rId3" imgW="2717800" imgH="431800" progId="Equation.3">
                  <p:embed/>
                </p:oleObj>
              </mc:Choice>
              <mc:Fallback>
                <p:oleObj name="Equation" r:id="rId3" imgW="2717800" imgH="431800" progId="Equation.3">
                  <p:embed/>
                  <p:pic>
                    <p:nvPicPr>
                      <p:cNvPr id="2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142" y="4654520"/>
                        <a:ext cx="2951278" cy="580859"/>
                      </a:xfrm>
                      <a:prstGeom prst="rect">
                        <a:avLst/>
                      </a:prstGeom>
                      <a:noFill/>
                      <a:ln w="57150" cmpd="thickThin">
                        <a:noFill/>
                        <a:miter lim="800000"/>
                        <a:headEnd/>
                        <a:tailEnd/>
                      </a:ln>
                      <a:effectLst/>
                    </p:spPr>
                  </p:pic>
                </p:oleObj>
              </mc:Fallback>
            </mc:AlternateContent>
          </a:graphicData>
        </a:graphic>
      </p:graphicFrame>
      <p:sp>
        <p:nvSpPr>
          <p:cNvPr id="26" name="Rectangle 25"/>
          <p:cNvSpPr/>
          <p:nvPr/>
        </p:nvSpPr>
        <p:spPr>
          <a:xfrm>
            <a:off x="259142" y="5231906"/>
            <a:ext cx="4922458" cy="1569660"/>
          </a:xfrm>
          <a:prstGeom prst="rect">
            <a:avLst/>
          </a:prstGeom>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Known as generative models, because by sampling from them it is possible to generate synthetic data points in the input space.</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IN" sz="1600" b="0" i="0" u="none" strike="noStrike" kern="1200" cap="none" spc="-50" normalizeH="0" baseline="0" noProof="0" dirty="0" err="1">
                <a:ln>
                  <a:noFill/>
                </a:ln>
                <a:solidFill>
                  <a:prstClr val="black"/>
                </a:solidFill>
                <a:effectLst/>
                <a:uLnTx/>
                <a:uFillTx/>
                <a:latin typeface="Tahoma" charset="0"/>
                <a:ea typeface="+mn-ea"/>
                <a:cs typeface="Tahoma"/>
              </a:rPr>
              <a:t>Eg</a:t>
            </a:r>
            <a:r>
              <a:rPr kumimoji="0" lang="en-IN" sz="1600" b="0" i="0" u="none" strike="noStrike" kern="1200" cap="none" spc="-50" normalizeH="0" baseline="0" noProof="0" dirty="0">
                <a:ln>
                  <a:noFill/>
                </a:ln>
                <a:solidFill>
                  <a:prstClr val="black"/>
                </a:solidFill>
                <a:effectLst/>
                <a:uLnTx/>
                <a:uFillTx/>
                <a:latin typeface="Tahoma" charset="0"/>
                <a:ea typeface="+mn-ea"/>
                <a:cs typeface="Tahoma"/>
              </a:rPr>
              <a:t>., Gaussians, </a:t>
            </a:r>
            <a:r>
              <a:rPr kumimoji="0" lang="en-IN" sz="1600" b="1" i="0" u="none" strike="noStrike" kern="1200" cap="none" spc="-50" normalizeH="0" baseline="0" noProof="0" dirty="0">
                <a:ln>
                  <a:noFill/>
                </a:ln>
                <a:solidFill>
                  <a:prstClr val="black"/>
                </a:solidFill>
                <a:effectLst/>
                <a:uLnTx/>
                <a:uFillTx/>
                <a:latin typeface="Tahoma" charset="0"/>
                <a:ea typeface="+mn-ea"/>
                <a:cs typeface="Tahoma"/>
              </a:rPr>
              <a:t>Naïve Bayes</a:t>
            </a:r>
            <a:r>
              <a:rPr kumimoji="0" lang="en-IN" sz="1600" b="0" i="0" u="none" strike="noStrike" kern="1200" cap="none" spc="-50" normalizeH="0" baseline="0" noProof="0" dirty="0">
                <a:ln>
                  <a:noFill/>
                </a:ln>
                <a:solidFill>
                  <a:prstClr val="black"/>
                </a:solidFill>
                <a:effectLst/>
                <a:uLnTx/>
                <a:uFillTx/>
                <a:latin typeface="Tahoma" charset="0"/>
                <a:ea typeface="+mn-ea"/>
                <a:cs typeface="Tahoma"/>
              </a:rPr>
              <a:t>, Mixtures of multinomials </a:t>
            </a:r>
            <a:r>
              <a:rPr kumimoji="0" lang="en-IN" sz="1600" b="1" i="0" u="none" strike="noStrike" kern="1200" cap="none" spc="-50" normalizeH="0" baseline="0" noProof="0" dirty="0">
                <a:ln>
                  <a:noFill/>
                </a:ln>
                <a:solidFill>
                  <a:prstClr val="black"/>
                </a:solidFill>
                <a:effectLst/>
                <a:uLnTx/>
                <a:uFillTx/>
                <a:latin typeface="Tahoma" charset="0"/>
                <a:ea typeface="+mn-ea"/>
                <a:cs typeface="Tahoma"/>
              </a:rPr>
              <a:t>, Mixtures of Gaussians</a:t>
            </a:r>
            <a:r>
              <a:rPr kumimoji="0" lang="en-IN" sz="1600" b="0" i="0" u="none" strike="noStrike" kern="1200" cap="none" spc="-50" normalizeH="0" baseline="0" noProof="0" dirty="0">
                <a:ln>
                  <a:noFill/>
                </a:ln>
                <a:solidFill>
                  <a:prstClr val="black"/>
                </a:solidFill>
                <a:effectLst/>
                <a:uLnTx/>
                <a:uFillTx/>
                <a:latin typeface="Tahoma" charset="0"/>
                <a:ea typeface="+mn-ea"/>
                <a:cs typeface="Tahoma"/>
              </a:rPr>
              <a:t>, Bayesian networks</a:t>
            </a:r>
            <a:endPar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C2782A14-224D-035A-0565-3C6B6E4EC7A0}"/>
                  </a:ext>
                </a:extLst>
              </p14:cNvPr>
              <p14:cNvContentPartPr/>
              <p14:nvPr/>
            </p14:nvContentPartPr>
            <p14:xfrm>
              <a:off x="827640" y="1761840"/>
              <a:ext cx="7931160" cy="4345920"/>
            </p14:xfrm>
          </p:contentPart>
        </mc:Choice>
        <mc:Fallback>
          <p:pic>
            <p:nvPicPr>
              <p:cNvPr id="2" name="Ink 1">
                <a:extLst>
                  <a:ext uri="{FF2B5EF4-FFF2-40B4-BE49-F238E27FC236}">
                    <a16:creationId xmlns:a16="http://schemas.microsoft.com/office/drawing/2014/main" id="{C2782A14-224D-035A-0565-3C6B6E4EC7A0}"/>
                  </a:ext>
                </a:extLst>
              </p:cNvPr>
              <p:cNvPicPr/>
              <p:nvPr/>
            </p:nvPicPr>
            <p:blipFill>
              <a:blip r:embed="rId6"/>
              <a:stretch>
                <a:fillRect/>
              </a:stretch>
            </p:blipFill>
            <p:spPr>
              <a:xfrm>
                <a:off x="818280" y="1752480"/>
                <a:ext cx="7949880" cy="4364640"/>
              </a:xfrm>
              <a:prstGeom prst="rect">
                <a:avLst/>
              </a:prstGeom>
            </p:spPr>
          </p:pic>
        </mc:Fallback>
      </mc:AlternateContent>
    </p:spTree>
    <p:extLst>
      <p:ext uri="{BB962C8B-B14F-4D97-AF65-F5344CB8AC3E}">
        <p14:creationId xmlns:p14="http://schemas.microsoft.com/office/powerpoint/2010/main" val="9028645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456843" y="1484207"/>
            <a:ext cx="8230313" cy="3889585"/>
          </a:xfrm>
          <a:prstGeom prst="rect">
            <a:avLst/>
          </a:prstGeom>
        </p:spPr>
      </p:pic>
      <p:sp>
        <p:nvSpPr>
          <p:cNvPr id="5" name="Title 1"/>
          <p:cNvSpPr txBox="1">
            <a:spLocks/>
          </p:cNvSpPr>
          <p:nvPr/>
        </p:nvSpPr>
        <p:spPr>
          <a:xfrm>
            <a:off x="457200" y="457200"/>
            <a:ext cx="6705600" cy="850106"/>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1" i="0" u="none" strike="noStrike" kern="0" cap="none" spc="-4" normalizeH="0" baseline="0" noProof="0" dirty="0">
                <a:ln>
                  <a:noFill/>
                </a:ln>
                <a:solidFill>
                  <a:srgbClr val="000000"/>
                </a:solidFill>
                <a:effectLst/>
                <a:uLnTx/>
                <a:uFillTx/>
                <a:latin typeface="Arial" panose="020B0604020202020204" pitchFamily="34" charset="0"/>
                <a:cs typeface="Arial" panose="020B0604020202020204" pitchFamily="34" charset="0"/>
                <a:sym typeface="Arial"/>
              </a:rPr>
              <a:t>Naïve Bayes Classifier - Applications</a:t>
            </a:r>
            <a:endParaRPr kumimoji="0" lang="en-US" sz="2400" b="1"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Arial"/>
            </a:endParaRPr>
          </a:p>
        </p:txBody>
      </p:sp>
    </p:spTree>
    <p:extLst>
      <p:ext uri="{BB962C8B-B14F-4D97-AF65-F5344CB8AC3E}">
        <p14:creationId xmlns:p14="http://schemas.microsoft.com/office/powerpoint/2010/main" val="28287785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US" altLang="en-US" sz="2400" b="1" dirty="0">
                <a:latin typeface="+mj-lt"/>
              </a:rPr>
              <a:t>Example: Digit Recognition</a:t>
            </a:r>
          </a:p>
        </p:txBody>
      </p:sp>
      <p:sp>
        <p:nvSpPr>
          <p:cNvPr id="11267" name="Rectangle 3"/>
          <p:cNvSpPr>
            <a:spLocks noGrp="1" noChangeArrowheads="1"/>
          </p:cNvSpPr>
          <p:nvPr>
            <p:ph idx="1"/>
          </p:nvPr>
        </p:nvSpPr>
        <p:spPr/>
        <p:txBody>
          <a:bodyPr>
            <a:normAutofit/>
          </a:bodyPr>
          <a:lstStyle/>
          <a:p>
            <a:pPr eaLnBrk="1" hangingPunct="1"/>
            <a:endParaRPr lang="en-US" altLang="en-US" sz="1800" dirty="0">
              <a:latin typeface="+mn-lt"/>
            </a:endParaRPr>
          </a:p>
          <a:p>
            <a:pPr eaLnBrk="1" hangingPunct="1"/>
            <a:endParaRPr lang="en-US" altLang="en-US" sz="1800" dirty="0">
              <a:latin typeface="+mn-lt"/>
            </a:endParaRPr>
          </a:p>
          <a:p>
            <a:pPr eaLnBrk="1" hangingPunct="1"/>
            <a:endParaRPr lang="en-US" altLang="en-US" sz="1800" dirty="0">
              <a:latin typeface="+mn-lt"/>
            </a:endParaRPr>
          </a:p>
          <a:p>
            <a:pPr eaLnBrk="1" hangingPunct="1"/>
            <a:endParaRPr lang="en-US" altLang="en-US" sz="1800" dirty="0">
              <a:latin typeface="+mn-lt"/>
            </a:endParaRPr>
          </a:p>
          <a:p>
            <a:pPr eaLnBrk="1" hangingPunct="1"/>
            <a:endParaRPr lang="en-US" altLang="en-US" sz="1800" dirty="0">
              <a:latin typeface="+mn-lt"/>
            </a:endParaRPr>
          </a:p>
          <a:p>
            <a:pPr eaLnBrk="1" hangingPunct="1"/>
            <a:endParaRPr lang="en-US" altLang="en-US" sz="1800" dirty="0">
              <a:latin typeface="+mn-lt"/>
            </a:endParaRPr>
          </a:p>
          <a:p>
            <a:pPr eaLnBrk="1" hangingPunct="1"/>
            <a:endParaRPr lang="en-US" altLang="en-US" sz="1800" dirty="0">
              <a:latin typeface="+mn-lt"/>
            </a:endParaRPr>
          </a:p>
          <a:p>
            <a:pPr eaLnBrk="1" hangingPunct="1"/>
            <a:endParaRPr lang="en-US" altLang="en-US" sz="1800" dirty="0">
              <a:latin typeface="+mn-lt"/>
            </a:endParaRPr>
          </a:p>
          <a:p>
            <a:pPr eaLnBrk="1" hangingPunct="1"/>
            <a:r>
              <a:rPr lang="en-US" altLang="en-US" sz="1800" dirty="0">
                <a:latin typeface="+mn-lt"/>
              </a:rPr>
              <a:t>X</a:t>
            </a:r>
            <a:r>
              <a:rPr lang="en-US" altLang="en-US" sz="1800" baseline="-25000" dirty="0">
                <a:latin typeface="+mn-lt"/>
              </a:rPr>
              <a:t>1</a:t>
            </a:r>
            <a:r>
              <a:rPr lang="en-US" altLang="en-US" sz="1800" dirty="0">
                <a:latin typeface="+mn-lt"/>
              </a:rPr>
              <a:t>,…,</a:t>
            </a:r>
            <a:r>
              <a:rPr lang="en-US" altLang="en-US" sz="1800" dirty="0" err="1">
                <a:latin typeface="+mn-lt"/>
              </a:rPr>
              <a:t>X</a:t>
            </a:r>
            <a:r>
              <a:rPr lang="en-US" altLang="en-US" sz="1800" baseline="-25000" dirty="0" err="1">
                <a:latin typeface="+mn-lt"/>
              </a:rPr>
              <a:t>n</a:t>
            </a:r>
            <a:r>
              <a:rPr lang="en-US" altLang="en-US" sz="1800" dirty="0">
                <a:latin typeface="+mn-lt"/>
              </a:rPr>
              <a:t> </a:t>
            </a:r>
            <a:r>
              <a:rPr lang="en-US" altLang="en-US" sz="1800" dirty="0">
                <a:latin typeface="+mn-lt"/>
                <a:sym typeface="Symbol" panose="05050102010706020507" pitchFamily="18" charset="2"/>
              </a:rPr>
              <a:t></a:t>
            </a:r>
            <a:r>
              <a:rPr lang="en-US" altLang="en-US" sz="1800" dirty="0">
                <a:latin typeface="+mn-lt"/>
              </a:rPr>
              <a:t> {0,1}     (Black vs. White pixels)</a:t>
            </a:r>
          </a:p>
          <a:p>
            <a:pPr eaLnBrk="1" hangingPunct="1"/>
            <a:endParaRPr lang="en-US" altLang="en-US" sz="1800" dirty="0">
              <a:latin typeface="+mn-lt"/>
            </a:endParaRPr>
          </a:p>
          <a:p>
            <a:pPr eaLnBrk="1" hangingPunct="1"/>
            <a:r>
              <a:rPr lang="en-US" altLang="en-US" sz="1800" dirty="0">
                <a:latin typeface="+mn-lt"/>
              </a:rPr>
              <a:t>Y </a:t>
            </a:r>
            <a:r>
              <a:rPr lang="en-US" altLang="en-US" sz="1800" dirty="0">
                <a:latin typeface="+mn-lt"/>
                <a:sym typeface="Symbol" panose="05050102010706020507" pitchFamily="18" charset="2"/>
              </a:rPr>
              <a:t></a:t>
            </a:r>
            <a:r>
              <a:rPr lang="en-US" altLang="en-US" sz="1800" dirty="0">
                <a:latin typeface="+mn-lt"/>
              </a:rPr>
              <a:t> {5,6} (predict whether a digit is a 5 or a 6)</a:t>
            </a:r>
          </a:p>
          <a:p>
            <a:pPr eaLnBrk="1" hangingPunct="1"/>
            <a:endParaRPr lang="en-US" altLang="en-US" sz="1800" dirty="0">
              <a:latin typeface="+mn-lt"/>
            </a:endParaRPr>
          </a:p>
        </p:txBody>
      </p:sp>
      <p:grpSp>
        <p:nvGrpSpPr>
          <p:cNvPr id="2" name="Group 1"/>
          <p:cNvGrpSpPr/>
          <p:nvPr/>
        </p:nvGrpSpPr>
        <p:grpSpPr>
          <a:xfrm>
            <a:off x="224307" y="1600200"/>
            <a:ext cx="7239000" cy="2571750"/>
            <a:chOff x="533400" y="2590800"/>
            <a:chExt cx="7239000" cy="2571750"/>
          </a:xfrm>
        </p:grpSpPr>
        <p:sp>
          <p:nvSpPr>
            <p:cNvPr id="11268" name="Rectangle 8"/>
            <p:cNvSpPr>
              <a:spLocks noChangeArrowheads="1"/>
            </p:cNvSpPr>
            <p:nvPr/>
          </p:nvSpPr>
          <p:spPr bwMode="auto">
            <a:xfrm>
              <a:off x="4648200" y="3276600"/>
              <a:ext cx="2286000" cy="1219200"/>
            </a:xfrm>
            <a:prstGeom prst="rect">
              <a:avLst/>
            </a:prstGeom>
            <a:solidFill>
              <a:schemeClr val="accent1"/>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ct val="0"/>
                </a:spcBef>
                <a:spcAft>
                  <a:spcPts val="0"/>
                </a:spcAft>
                <a:buClr>
                  <a:srgbClr val="000000"/>
                </a:buClr>
                <a:buSzTx/>
                <a:buFontTx/>
                <a:buNone/>
                <a:tabLst/>
                <a:defRPr/>
              </a:pPr>
              <a:r>
                <a:rPr kumimoji="0" lang="en-US" altLang="en-US" sz="24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rPr>
                <a:t>Classifier</a:t>
              </a:r>
            </a:p>
          </p:txBody>
        </p:sp>
        <p:sp>
          <p:nvSpPr>
            <p:cNvPr id="11270" name="AutoShape 10"/>
            <p:cNvSpPr>
              <a:spLocks noChangeArrowheads="1"/>
            </p:cNvSpPr>
            <p:nvPr/>
          </p:nvSpPr>
          <p:spPr bwMode="auto">
            <a:xfrm>
              <a:off x="3810000" y="3733800"/>
              <a:ext cx="762000" cy="304800"/>
            </a:xfrm>
            <a:prstGeom prst="rightArrow">
              <a:avLst>
                <a:gd name="adj1" fmla="val 50000"/>
                <a:gd name="adj2" fmla="val 62500"/>
              </a:avLst>
            </a:prstGeom>
            <a:solidFill>
              <a:schemeClr val="tx1"/>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auto" latinLnBrk="0" hangingPunct="1">
                <a:lnSpc>
                  <a:spcPct val="100000"/>
                </a:lnSpc>
                <a:spcBef>
                  <a:spcPct val="0"/>
                </a:spcBef>
                <a:spcAft>
                  <a:spcPts val="0"/>
                </a:spcAft>
                <a:buClr>
                  <a:srgbClr val="000000"/>
                </a:buClr>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sp>
          <p:nvSpPr>
            <p:cNvPr id="11271" name="AutoShape 11"/>
            <p:cNvSpPr>
              <a:spLocks noChangeArrowheads="1"/>
            </p:cNvSpPr>
            <p:nvPr/>
          </p:nvSpPr>
          <p:spPr bwMode="auto">
            <a:xfrm>
              <a:off x="7010400" y="3733800"/>
              <a:ext cx="762000" cy="304800"/>
            </a:xfrm>
            <a:prstGeom prst="rightArrow">
              <a:avLst>
                <a:gd name="adj1" fmla="val 50000"/>
                <a:gd name="adj2" fmla="val 62500"/>
              </a:avLst>
            </a:prstGeom>
            <a:solidFill>
              <a:schemeClr val="tx1"/>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auto" latinLnBrk="0" hangingPunct="1">
                <a:lnSpc>
                  <a:spcPct val="100000"/>
                </a:lnSpc>
                <a:spcBef>
                  <a:spcPct val="0"/>
                </a:spcBef>
                <a:spcAft>
                  <a:spcPts val="0"/>
                </a:spcAft>
                <a:buClr>
                  <a:srgbClr val="000000"/>
                </a:buClr>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mn-ea"/>
                <a:cs typeface="Arial"/>
                <a:sym typeface="Arial"/>
              </a:endParaRPr>
            </a:p>
          </p:txBody>
        </p:sp>
        <p:pic>
          <p:nvPicPr>
            <p:cNvPr id="11272" name="Picture 12" descr="five"/>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33400" y="2590800"/>
              <a:ext cx="3429000" cy="257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586336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640" y="274639"/>
            <a:ext cx="8297703" cy="850106"/>
          </a:xfrm>
        </p:spPr>
        <p:txBody>
          <a:bodyPr/>
          <a:lstStyle/>
          <a:p>
            <a:r>
              <a:rPr lang="en-US" sz="2400" b="1" dirty="0">
                <a:latin typeface="+mj-lt"/>
              </a:rPr>
              <a:t>Generative models for classification</a:t>
            </a:r>
            <a:endParaRPr lang="en-IN" sz="2400" b="1" dirty="0">
              <a:latin typeface="+mj-lt"/>
            </a:endParaRPr>
          </a:p>
        </p:txBody>
      </p:sp>
      <p:sp>
        <p:nvSpPr>
          <p:cNvPr id="3" name="Text Placeholder 2"/>
          <p:cNvSpPr>
            <a:spLocks noGrp="1"/>
          </p:cNvSpPr>
          <p:nvPr>
            <p:ph type="body" idx="1"/>
          </p:nvPr>
        </p:nvSpPr>
        <p:spPr>
          <a:xfrm>
            <a:off x="-1" y="1378243"/>
            <a:ext cx="9247031" cy="4525963"/>
          </a:xfrm>
        </p:spPr>
        <p:txBody>
          <a:bodyPr>
            <a:normAutofit/>
          </a:bodyPr>
          <a:lstStyle/>
          <a:p>
            <a:endParaRPr lang="en-US" sz="1800" dirty="0">
              <a:latin typeface="+mn-lt"/>
            </a:endParaRPr>
          </a:p>
          <a:p>
            <a:endParaRPr lang="en-US" sz="1800" dirty="0">
              <a:latin typeface="+mn-lt"/>
            </a:endParaRPr>
          </a:p>
          <a:p>
            <a:r>
              <a:rPr lang="en-US" sz="1800" dirty="0">
                <a:latin typeface="+mn-lt"/>
              </a:rPr>
              <a:t>For binary classification the denominator is given by </a:t>
            </a:r>
          </a:p>
          <a:p>
            <a:pPr marL="114300" indent="0">
              <a:buNone/>
            </a:pPr>
            <a:r>
              <a:rPr lang="en-US" sz="1800" dirty="0">
                <a:latin typeface="+mn-lt"/>
              </a:rPr>
              <a:t>                p(x) = p(</a:t>
            </a:r>
            <a:r>
              <a:rPr lang="en-US" sz="1800" dirty="0" err="1">
                <a:latin typeface="+mn-lt"/>
              </a:rPr>
              <a:t>x|y</a:t>
            </a:r>
            <a:r>
              <a:rPr lang="en-US" sz="1800" dirty="0">
                <a:latin typeface="+mn-lt"/>
              </a:rPr>
              <a:t> = 1)p(y = 1) + p(</a:t>
            </a:r>
            <a:r>
              <a:rPr lang="en-US" sz="1800" dirty="0" err="1">
                <a:latin typeface="+mn-lt"/>
              </a:rPr>
              <a:t>x|y</a:t>
            </a:r>
            <a:r>
              <a:rPr lang="en-US" sz="1800" dirty="0">
                <a:latin typeface="+mn-lt"/>
              </a:rPr>
              <a:t> = </a:t>
            </a:r>
            <a:r>
              <a:rPr lang="en-IN" sz="1800" dirty="0">
                <a:latin typeface="+mn-lt"/>
              </a:rPr>
              <a:t>0)p(y = 0)</a:t>
            </a:r>
          </a:p>
          <a:p>
            <a:endParaRPr lang="en-US" sz="1800" dirty="0">
              <a:latin typeface="+mn-lt"/>
            </a:endParaRPr>
          </a:p>
          <a:p>
            <a:r>
              <a:rPr lang="en-IN" sz="1800" dirty="0">
                <a:latin typeface="+mn-lt"/>
              </a:rPr>
              <a:t>if we’re calculating </a:t>
            </a:r>
            <a:r>
              <a:rPr lang="en-US" sz="1800" dirty="0">
                <a:latin typeface="+mn-lt"/>
              </a:rPr>
              <a:t>p(</a:t>
            </a:r>
            <a:r>
              <a:rPr lang="en-US" sz="1800" dirty="0" err="1">
                <a:latin typeface="+mn-lt"/>
              </a:rPr>
              <a:t>y|x</a:t>
            </a:r>
            <a:r>
              <a:rPr lang="en-US" sz="1800" dirty="0">
                <a:latin typeface="+mn-lt"/>
              </a:rPr>
              <a:t>) in order to make a prediction, then we don’t actually need to calculate </a:t>
            </a:r>
            <a:r>
              <a:rPr lang="en-IN" sz="1800" dirty="0">
                <a:latin typeface="+mn-lt"/>
              </a:rPr>
              <a:t>the denominator, since</a:t>
            </a:r>
          </a:p>
          <a:p>
            <a:endParaRPr lang="en-IN" sz="1800" dirty="0">
              <a:latin typeface="+mn-lt"/>
            </a:endParaRPr>
          </a:p>
        </p:txBody>
      </p:sp>
      <p:pic>
        <p:nvPicPr>
          <p:cNvPr id="4" name="Picture 3"/>
          <p:cNvPicPr>
            <a:picLocks noChangeAspect="1"/>
          </p:cNvPicPr>
          <p:nvPr/>
        </p:nvPicPr>
        <p:blipFill>
          <a:blip r:embed="rId2"/>
          <a:stretch>
            <a:fillRect/>
          </a:stretch>
        </p:blipFill>
        <p:spPr>
          <a:xfrm>
            <a:off x="2362200" y="1411580"/>
            <a:ext cx="2475401" cy="714424"/>
          </a:xfrm>
          <a:prstGeom prst="rect">
            <a:avLst/>
          </a:prstGeom>
        </p:spPr>
      </p:pic>
      <p:pic>
        <p:nvPicPr>
          <p:cNvPr id="5" name="Picture 4"/>
          <p:cNvPicPr>
            <a:picLocks noChangeAspect="1"/>
          </p:cNvPicPr>
          <p:nvPr/>
        </p:nvPicPr>
        <p:blipFill>
          <a:blip r:embed="rId3"/>
          <a:stretch>
            <a:fillRect/>
          </a:stretch>
        </p:blipFill>
        <p:spPr>
          <a:xfrm>
            <a:off x="533400" y="4038600"/>
            <a:ext cx="4648200" cy="1211151"/>
          </a:xfrm>
          <a:prstGeom prst="rect">
            <a:avLst/>
          </a:prstGeom>
        </p:spPr>
      </p:pic>
      <mc:AlternateContent xmlns:mc="http://schemas.openxmlformats.org/markup-compatibility/2006">
        <mc:Choice xmlns:p14="http://schemas.microsoft.com/office/powerpoint/2010/main" Requires="p14">
          <p:contentPart p14:bwMode="auto" r:id="rId4">
            <p14:nvContentPartPr>
              <p14:cNvPr id="6" name="Ink 5">
                <a:extLst>
                  <a:ext uri="{FF2B5EF4-FFF2-40B4-BE49-F238E27FC236}">
                    <a16:creationId xmlns:a16="http://schemas.microsoft.com/office/drawing/2014/main" id="{C17C041B-CD51-78EC-D595-17ECE81A81BA}"/>
                  </a:ext>
                </a:extLst>
              </p14:cNvPr>
              <p14:cNvContentPartPr/>
              <p14:nvPr/>
            </p14:nvContentPartPr>
            <p14:xfrm>
              <a:off x="2559600" y="1881720"/>
              <a:ext cx="3142440" cy="3558240"/>
            </p14:xfrm>
          </p:contentPart>
        </mc:Choice>
        <mc:Fallback>
          <p:pic>
            <p:nvPicPr>
              <p:cNvPr id="6" name="Ink 5">
                <a:extLst>
                  <a:ext uri="{FF2B5EF4-FFF2-40B4-BE49-F238E27FC236}">
                    <a16:creationId xmlns:a16="http://schemas.microsoft.com/office/drawing/2014/main" id="{C17C041B-CD51-78EC-D595-17ECE81A81BA}"/>
                  </a:ext>
                </a:extLst>
              </p:cNvPr>
              <p:cNvPicPr/>
              <p:nvPr/>
            </p:nvPicPr>
            <p:blipFill>
              <a:blip r:embed="rId5"/>
              <a:stretch>
                <a:fillRect/>
              </a:stretch>
            </p:blipFill>
            <p:spPr>
              <a:xfrm>
                <a:off x="2550240" y="1872360"/>
                <a:ext cx="3161160" cy="3576960"/>
              </a:xfrm>
              <a:prstGeom prst="rect">
                <a:avLst/>
              </a:prstGeom>
            </p:spPr>
          </p:pic>
        </mc:Fallback>
      </mc:AlternateContent>
    </p:spTree>
    <p:extLst>
      <p:ext uri="{BB962C8B-B14F-4D97-AF65-F5344CB8AC3E}">
        <p14:creationId xmlns:p14="http://schemas.microsoft.com/office/powerpoint/2010/main" val="6966993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en-US" altLang="en-US" sz="2400" b="1" dirty="0">
                <a:latin typeface="+mj-lt"/>
              </a:rPr>
              <a:t>The Bayes Classifier</a:t>
            </a:r>
          </a:p>
        </p:txBody>
      </p:sp>
      <p:sp>
        <p:nvSpPr>
          <p:cNvPr id="17411" name="Rectangle 3"/>
          <p:cNvSpPr>
            <a:spLocks noGrp="1" noChangeArrowheads="1"/>
          </p:cNvSpPr>
          <p:nvPr>
            <p:ph idx="1"/>
          </p:nvPr>
        </p:nvSpPr>
        <p:spPr>
          <a:xfrm>
            <a:off x="0" y="1600200"/>
            <a:ext cx="8686800" cy="4525963"/>
          </a:xfrm>
        </p:spPr>
        <p:txBody>
          <a:bodyPr>
            <a:normAutofit/>
          </a:bodyPr>
          <a:lstStyle/>
          <a:p>
            <a:pPr eaLnBrk="1" hangingPunct="1"/>
            <a:endParaRPr lang="en-US" altLang="en-US" sz="1800" dirty="0">
              <a:latin typeface="+mn-lt"/>
            </a:endParaRPr>
          </a:p>
          <a:p>
            <a:pPr eaLnBrk="1" hangingPunct="1"/>
            <a:endParaRPr lang="en-US" altLang="en-US" sz="1800" dirty="0">
              <a:latin typeface="+mn-lt"/>
            </a:endParaRPr>
          </a:p>
          <a:p>
            <a:pPr eaLnBrk="1" hangingPunct="1"/>
            <a:endParaRPr lang="en-US" altLang="en-US" sz="1800" dirty="0">
              <a:latin typeface="+mn-lt"/>
            </a:endParaRPr>
          </a:p>
          <a:p>
            <a:pPr eaLnBrk="1" hangingPunct="1"/>
            <a:endParaRPr lang="en-US" altLang="en-US" sz="1800" dirty="0">
              <a:latin typeface="+mn-lt"/>
            </a:endParaRPr>
          </a:p>
          <a:p>
            <a:pPr eaLnBrk="1" hangingPunct="1"/>
            <a:endParaRPr lang="en-US" altLang="en-US" sz="1800" dirty="0">
              <a:latin typeface="+mn-lt"/>
            </a:endParaRPr>
          </a:p>
          <a:p>
            <a:pPr eaLnBrk="1" hangingPunct="1"/>
            <a:endParaRPr lang="en-US" altLang="en-US" sz="1800" dirty="0">
              <a:latin typeface="+mn-lt"/>
            </a:endParaRPr>
          </a:p>
          <a:p>
            <a:pPr eaLnBrk="1" hangingPunct="1"/>
            <a:endParaRPr lang="en-US" altLang="en-US" sz="1800" dirty="0">
              <a:latin typeface="+mn-lt"/>
            </a:endParaRPr>
          </a:p>
          <a:p>
            <a:pPr eaLnBrk="1" hangingPunct="1"/>
            <a:endParaRPr lang="en-US" altLang="en-US" sz="1800" dirty="0">
              <a:latin typeface="+mn-lt"/>
            </a:endParaRPr>
          </a:p>
          <a:p>
            <a:pPr eaLnBrk="1" hangingPunct="1"/>
            <a:r>
              <a:rPr lang="en-US" altLang="en-US" sz="1800" dirty="0">
                <a:latin typeface="+mn-lt"/>
              </a:rPr>
              <a:t>To classify, we’ll simply compute these two probabilities and predict based on which one is greater</a:t>
            </a:r>
          </a:p>
          <a:p>
            <a:pPr eaLnBrk="1" hangingPunct="1"/>
            <a:endParaRPr lang="en-US" altLang="en-US" sz="1800" dirty="0">
              <a:latin typeface="+mn-lt"/>
            </a:endParaRPr>
          </a:p>
        </p:txBody>
      </p:sp>
      <p:pic>
        <p:nvPicPr>
          <p:cNvPr id="17412"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1981200"/>
            <a:ext cx="7848600" cy="1260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E398C8AF-F3C6-690C-027E-13AC22F5D239}"/>
                  </a:ext>
                </a:extLst>
              </p14:cNvPr>
              <p14:cNvContentPartPr/>
              <p14:nvPr/>
            </p14:nvContentPartPr>
            <p14:xfrm>
              <a:off x="437400" y="2537640"/>
              <a:ext cx="403200" cy="689760"/>
            </p14:xfrm>
          </p:contentPart>
        </mc:Choice>
        <mc:Fallback>
          <p:pic>
            <p:nvPicPr>
              <p:cNvPr id="2" name="Ink 1">
                <a:extLst>
                  <a:ext uri="{FF2B5EF4-FFF2-40B4-BE49-F238E27FC236}">
                    <a16:creationId xmlns:a16="http://schemas.microsoft.com/office/drawing/2014/main" id="{E398C8AF-F3C6-690C-027E-13AC22F5D239}"/>
                  </a:ext>
                </a:extLst>
              </p:cNvPr>
              <p:cNvPicPr/>
              <p:nvPr/>
            </p:nvPicPr>
            <p:blipFill>
              <a:blip r:embed="rId5"/>
              <a:stretch>
                <a:fillRect/>
              </a:stretch>
            </p:blipFill>
            <p:spPr>
              <a:xfrm>
                <a:off x="428040" y="2528280"/>
                <a:ext cx="421920" cy="708480"/>
              </a:xfrm>
              <a:prstGeom prst="rect">
                <a:avLst/>
              </a:prstGeom>
            </p:spPr>
          </p:pic>
        </mc:Fallback>
      </mc:AlternateContent>
    </p:spTree>
    <p:extLst>
      <p:ext uri="{BB962C8B-B14F-4D97-AF65-F5344CB8AC3E}">
        <p14:creationId xmlns:p14="http://schemas.microsoft.com/office/powerpoint/2010/main" val="5765644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67190"/>
            <a:ext cx="9453093" cy="850106"/>
          </a:xfrm>
        </p:spPr>
        <p:txBody>
          <a:bodyPr/>
          <a:lstStyle/>
          <a:p>
            <a:r>
              <a:rPr lang="en-US" sz="2400" b="1" dirty="0">
                <a:latin typeface="+mj-lt"/>
              </a:rPr>
              <a:t>Naïve Bayes conditional Independence assumption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6592" y="1447800"/>
                <a:ext cx="7980608" cy="4525963"/>
              </a:xfrm>
            </p:spPr>
            <p:txBody>
              <a:bodyPr>
                <a:normAutofit/>
              </a:bodyPr>
              <a:lstStyle/>
              <a:p>
                <a:r>
                  <a:rPr lang="en-US" sz="1800" dirty="0">
                    <a:latin typeface="+mn-lt"/>
                  </a:rPr>
                  <a:t>Naïve Bayes assumes </a:t>
                </a:r>
                <a14:m>
                  <m:oMath xmlns:m="http://schemas.openxmlformats.org/officeDocument/2006/math">
                    <m:sSub>
                      <m:sSubPr>
                        <m:ctrlPr>
                          <a:rPr lang="en-US" sz="1800" i="1" dirty="0">
                            <a:latin typeface="Cambria Math" panose="02040503050406030204" pitchFamily="18" charset="0"/>
                          </a:rPr>
                        </m:ctrlPr>
                      </m:sSubPr>
                      <m:e>
                        <m:r>
                          <a:rPr lang="en-US" sz="1800" i="1" dirty="0">
                            <a:latin typeface="Cambria Math" panose="02040503050406030204" pitchFamily="18" charset="0"/>
                          </a:rPr>
                          <m:t>𝑋</m:t>
                        </m:r>
                      </m:e>
                      <m:sub>
                        <m:r>
                          <a:rPr lang="en-US" sz="1800" i="1" dirty="0">
                            <a:latin typeface="Cambria Math" panose="02040503050406030204" pitchFamily="18" charset="0"/>
                          </a:rPr>
                          <m:t>𝑖</m:t>
                        </m:r>
                      </m:sub>
                    </m:sSub>
                    <m:r>
                      <a:rPr lang="en-US" sz="1800" i="1" dirty="0">
                        <a:latin typeface="Cambria Math" panose="02040503050406030204" pitchFamily="18" charset="0"/>
                      </a:rPr>
                      <m:t> </m:t>
                    </m:r>
                  </m:oMath>
                </a14:m>
                <a:r>
                  <a:rPr lang="en-US" sz="1800" dirty="0">
                    <a:latin typeface="+mn-lt"/>
                  </a:rPr>
                  <a:t>are conditionally independent given </a:t>
                </a:r>
                <a14:m>
                  <m:oMath xmlns:m="http://schemas.openxmlformats.org/officeDocument/2006/math">
                    <m:r>
                      <a:rPr lang="en-US" sz="1800" i="1" dirty="0">
                        <a:latin typeface="Cambria Math" panose="02040503050406030204" pitchFamily="18" charset="0"/>
                      </a:rPr>
                      <m:t>𝑌</m:t>
                    </m:r>
                  </m:oMath>
                </a14:m>
                <a:endParaRPr lang="en-US" sz="1800" dirty="0">
                  <a:latin typeface="+mn-lt"/>
                </a:endParaRPr>
              </a:p>
              <a:p>
                <a:pPr marL="114300" indent="0">
                  <a:buNone/>
                </a:pPr>
                <a:r>
                  <a:rPr lang="en-US" sz="1800" dirty="0">
                    <a:latin typeface="+mn-lt"/>
                  </a:rPr>
                  <a:t>          		  </a:t>
                </a:r>
                <a14:m>
                  <m:oMath xmlns:m="http://schemas.openxmlformats.org/officeDocument/2006/math">
                    <m:r>
                      <a:rPr lang="en-US" sz="1800" i="1" dirty="0">
                        <a:latin typeface="Cambria Math" panose="02040503050406030204" pitchFamily="18" charset="0"/>
                      </a:rPr>
                      <m:t>𝑃</m:t>
                    </m:r>
                    <m:d>
                      <m:dPr>
                        <m:ctrlPr>
                          <a:rPr lang="en-US" sz="1800" i="1" dirty="0">
                            <a:latin typeface="Cambria Math" panose="02040503050406030204" pitchFamily="18" charset="0"/>
                          </a:rPr>
                        </m:ctrlPr>
                      </m:dPr>
                      <m:e>
                        <m:sSub>
                          <m:sSubPr>
                            <m:ctrlPr>
                              <a:rPr lang="en-US" sz="1800" i="1" dirty="0">
                                <a:latin typeface="Cambria Math" panose="02040503050406030204" pitchFamily="18" charset="0"/>
                              </a:rPr>
                            </m:ctrlPr>
                          </m:sSubPr>
                          <m:e>
                            <m:r>
                              <a:rPr lang="en-US" sz="1800" i="1" dirty="0">
                                <a:latin typeface="Cambria Math" panose="02040503050406030204" pitchFamily="18" charset="0"/>
                              </a:rPr>
                              <m:t>𝑋</m:t>
                            </m:r>
                          </m:e>
                          <m:sub>
                            <m:r>
                              <a:rPr lang="en-US" sz="1800" i="1" dirty="0">
                                <a:latin typeface="Cambria Math" panose="02040503050406030204" pitchFamily="18" charset="0"/>
                              </a:rPr>
                              <m:t>1</m:t>
                            </m:r>
                          </m:sub>
                        </m:sSub>
                      </m:e>
                      <m:e>
                        <m:sSub>
                          <m:sSubPr>
                            <m:ctrlPr>
                              <a:rPr lang="en-US" sz="1800" i="1" dirty="0">
                                <a:latin typeface="Cambria Math" panose="02040503050406030204" pitchFamily="18" charset="0"/>
                              </a:rPr>
                            </m:ctrlPr>
                          </m:sSubPr>
                          <m:e>
                            <m:r>
                              <a:rPr lang="en-US" sz="1800" i="1" dirty="0">
                                <a:latin typeface="Cambria Math" panose="02040503050406030204" pitchFamily="18" charset="0"/>
                              </a:rPr>
                              <m:t>𝑋</m:t>
                            </m:r>
                          </m:e>
                          <m:sub>
                            <m:r>
                              <a:rPr lang="en-US" sz="1800" i="1" dirty="0">
                                <a:latin typeface="Cambria Math" panose="02040503050406030204" pitchFamily="18" charset="0"/>
                              </a:rPr>
                              <m:t>2</m:t>
                            </m:r>
                          </m:sub>
                        </m:sSub>
                        <m:r>
                          <a:rPr lang="en-US" sz="1800" i="1" dirty="0">
                            <a:latin typeface="Cambria Math" panose="02040503050406030204" pitchFamily="18" charset="0"/>
                          </a:rPr>
                          <m:t>, </m:t>
                        </m:r>
                        <m:r>
                          <a:rPr lang="en-US" sz="1800" i="1" dirty="0">
                            <a:latin typeface="Cambria Math" panose="02040503050406030204" pitchFamily="18" charset="0"/>
                          </a:rPr>
                          <m:t>𝑌</m:t>
                        </m:r>
                      </m:e>
                    </m:d>
                    <m:r>
                      <a:rPr lang="en-US" sz="1800" i="1" dirty="0">
                        <a:latin typeface="Cambria Math" panose="02040503050406030204" pitchFamily="18" charset="0"/>
                      </a:rPr>
                      <m:t>=</m:t>
                    </m:r>
                    <m:r>
                      <a:rPr lang="en-US" sz="1800" i="1" dirty="0">
                        <a:latin typeface="Cambria Math" panose="02040503050406030204" pitchFamily="18" charset="0"/>
                      </a:rPr>
                      <m:t>𝑃</m:t>
                    </m:r>
                    <m:r>
                      <a:rPr lang="en-US" sz="1800" i="1" dirty="0">
                        <a:latin typeface="Cambria Math" panose="02040503050406030204" pitchFamily="18" charset="0"/>
                      </a:rPr>
                      <m:t>(</m:t>
                    </m:r>
                    <m:sSub>
                      <m:sSubPr>
                        <m:ctrlPr>
                          <a:rPr lang="en-US" sz="1800" i="1" dirty="0">
                            <a:latin typeface="Cambria Math" panose="02040503050406030204" pitchFamily="18" charset="0"/>
                          </a:rPr>
                        </m:ctrlPr>
                      </m:sSubPr>
                      <m:e>
                        <m:r>
                          <a:rPr lang="en-US" sz="1800" i="1" dirty="0">
                            <a:latin typeface="Cambria Math" panose="02040503050406030204" pitchFamily="18" charset="0"/>
                          </a:rPr>
                          <m:t>𝑋</m:t>
                        </m:r>
                      </m:e>
                      <m:sub>
                        <m:r>
                          <a:rPr lang="en-US" sz="1800" i="1" dirty="0">
                            <a:latin typeface="Cambria Math" panose="02040503050406030204" pitchFamily="18" charset="0"/>
                          </a:rPr>
                          <m:t>1</m:t>
                        </m:r>
                      </m:sub>
                    </m:sSub>
                    <m:r>
                      <a:rPr lang="en-US" sz="1800" i="1" dirty="0">
                        <a:latin typeface="Cambria Math" panose="02040503050406030204" pitchFamily="18" charset="0"/>
                      </a:rPr>
                      <m:t>|</m:t>
                    </m:r>
                    <m:r>
                      <a:rPr lang="en-US" sz="1800" i="1" dirty="0">
                        <a:latin typeface="Cambria Math" panose="02040503050406030204" pitchFamily="18" charset="0"/>
                      </a:rPr>
                      <m:t>𝑌</m:t>
                    </m:r>
                    <m:r>
                      <a:rPr lang="en-US" sz="1800" i="1" dirty="0">
                        <a:latin typeface="Cambria Math" panose="02040503050406030204" pitchFamily="18" charset="0"/>
                      </a:rPr>
                      <m:t>)</m:t>
                    </m:r>
                  </m:oMath>
                </a14:m>
                <a:endParaRPr lang="en-US" sz="1800" dirty="0">
                  <a:latin typeface="+mn-lt"/>
                </a:endParaRPr>
              </a:p>
              <a:p>
                <a:endParaRPr lang="en-US" sz="1800" dirty="0">
                  <a:latin typeface="+mn-lt"/>
                </a:endParaRPr>
              </a:p>
              <a:p>
                <a:r>
                  <a:rPr lang="en-US" sz="1800" b="1" dirty="0">
                    <a:latin typeface="+mn-lt"/>
                  </a:rPr>
                  <a:t>Assumption</a:t>
                </a:r>
                <a:r>
                  <a:rPr lang="en-US" sz="1800" dirty="0">
                    <a:latin typeface="+mn-lt"/>
                  </a:rPr>
                  <a:t>:</a:t>
                </a:r>
              </a:p>
              <a:p>
                <a:pPr marL="0" indent="0">
                  <a:buNone/>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rPr>
                        <m:t>𝑃</m:t>
                      </m:r>
                      <m:d>
                        <m:dPr>
                          <m:ctrlPr>
                            <a:rPr lang="en-US" sz="1800" i="1">
                              <a:latin typeface="Cambria Math" panose="02040503050406030204" pitchFamily="18" charset="0"/>
                            </a:rPr>
                          </m:ctrlPr>
                        </m:dPr>
                        <m:e>
                          <m:sSub>
                            <m:sSubPr>
                              <m:ctrlPr>
                                <a:rPr lang="en-US" sz="1800" i="1">
                                  <a:latin typeface="Cambria Math" panose="02040503050406030204" pitchFamily="18" charset="0"/>
                                </a:rPr>
                              </m:ctrlPr>
                            </m:sSubPr>
                            <m:e>
                              <m:r>
                                <a:rPr lang="en-US" sz="1800" i="1">
                                  <a:latin typeface="Cambria Math" panose="02040503050406030204" pitchFamily="18" charset="0"/>
                                </a:rPr>
                                <m:t>𝑋</m:t>
                              </m:r>
                            </m:e>
                            <m:sub>
                              <m:r>
                                <a:rPr lang="en-US" sz="1800" i="1">
                                  <a:latin typeface="Cambria Math" panose="02040503050406030204" pitchFamily="18" charset="0"/>
                                </a:rPr>
                                <m:t>1</m:t>
                              </m:r>
                            </m:sub>
                          </m:sSub>
                          <m:r>
                            <a:rPr lang="en-US" sz="1800" i="1">
                              <a:latin typeface="Cambria Math" panose="02040503050406030204" pitchFamily="18" charset="0"/>
                            </a:rPr>
                            <m:t>, ⋯,</m:t>
                          </m:r>
                          <m:sSub>
                            <m:sSubPr>
                              <m:ctrlPr>
                                <a:rPr lang="en-US" sz="1800" i="1">
                                  <a:latin typeface="Cambria Math" panose="02040503050406030204" pitchFamily="18" charset="0"/>
                                </a:rPr>
                              </m:ctrlPr>
                            </m:sSubPr>
                            <m:e>
                              <m:r>
                                <a:rPr lang="en-US" sz="1800" i="1">
                                  <a:latin typeface="Cambria Math" panose="02040503050406030204" pitchFamily="18" charset="0"/>
                                </a:rPr>
                                <m:t>𝑋</m:t>
                              </m:r>
                            </m:e>
                            <m:sub>
                              <m:r>
                                <a:rPr lang="en-US" sz="1800" i="1">
                                  <a:latin typeface="Cambria Math" panose="02040503050406030204" pitchFamily="18" charset="0"/>
                                </a:rPr>
                                <m:t>𝑛</m:t>
                              </m:r>
                            </m:sub>
                          </m:sSub>
                        </m:e>
                        <m:e>
                          <m:r>
                            <a:rPr lang="en-US" sz="1800" i="1">
                              <a:latin typeface="Cambria Math" panose="02040503050406030204" pitchFamily="18" charset="0"/>
                            </a:rPr>
                            <m:t>𝑌</m:t>
                          </m:r>
                        </m:e>
                      </m:d>
                      <m:r>
                        <a:rPr lang="en-US" sz="1800">
                          <a:latin typeface="Cambria Math" panose="02040503050406030204" pitchFamily="18" charset="0"/>
                        </a:rPr>
                        <m:t>= </m:t>
                      </m:r>
                      <m:nary>
                        <m:naryPr>
                          <m:chr m:val="∏"/>
                          <m:ctrlPr>
                            <a:rPr lang="en-US" sz="1800" i="1">
                              <a:latin typeface="Cambria Math" panose="02040503050406030204" pitchFamily="18" charset="0"/>
                            </a:rPr>
                          </m:ctrlPr>
                        </m:naryPr>
                        <m:sub>
                          <m:r>
                            <m:rPr>
                              <m:brk m:alnAt="23"/>
                            </m:rPr>
                            <a:rPr lang="en-US" sz="1800" i="1">
                              <a:latin typeface="Cambria Math" panose="02040503050406030204" pitchFamily="18" charset="0"/>
                            </a:rPr>
                            <m:t>𝑗</m:t>
                          </m:r>
                          <m:r>
                            <a:rPr lang="en-US" sz="1800" i="1">
                              <a:latin typeface="Cambria Math" panose="02040503050406030204" pitchFamily="18" charset="0"/>
                            </a:rPr>
                            <m:t>=1</m:t>
                          </m:r>
                        </m:sub>
                        <m:sup>
                          <m:r>
                            <a:rPr lang="en-US" sz="1800" i="1">
                              <a:latin typeface="Cambria Math" panose="02040503050406030204" pitchFamily="18" charset="0"/>
                            </a:rPr>
                            <m:t>𝑛</m:t>
                          </m:r>
                        </m:sup>
                        <m:e>
                          <m:r>
                            <a:rPr lang="en-US" sz="1800" i="1">
                              <a:latin typeface="Cambria Math" panose="02040503050406030204" pitchFamily="18" charset="0"/>
                            </a:rPr>
                            <m:t>𝑃</m:t>
                          </m:r>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𝑋</m:t>
                              </m:r>
                            </m:e>
                            <m:sub>
                              <m:r>
                                <a:rPr lang="en-US" sz="1800" i="1">
                                  <a:latin typeface="Cambria Math" panose="02040503050406030204" pitchFamily="18" charset="0"/>
                                </a:rPr>
                                <m:t>𝑗</m:t>
                              </m:r>
                            </m:sub>
                          </m:sSub>
                          <m:r>
                            <a:rPr lang="en-US" sz="1800" i="1">
                              <a:latin typeface="Cambria Math" panose="02040503050406030204" pitchFamily="18" charset="0"/>
                            </a:rPr>
                            <m:t>|</m:t>
                          </m:r>
                          <m:r>
                            <a:rPr lang="en-US" sz="1800" i="1">
                              <a:latin typeface="Cambria Math" panose="02040503050406030204" pitchFamily="18" charset="0"/>
                            </a:rPr>
                            <m:t>𝑌</m:t>
                          </m:r>
                          <m:r>
                            <a:rPr lang="en-US" sz="1800" i="1">
                              <a:latin typeface="Cambria Math" panose="02040503050406030204" pitchFamily="18" charset="0"/>
                            </a:rPr>
                            <m:t>)</m:t>
                          </m:r>
                        </m:e>
                      </m:nary>
                    </m:oMath>
                  </m:oMathPara>
                </a14:m>
                <a:endParaRPr lang="en-US" sz="1800" dirty="0">
                  <a:latin typeface="+mn-lt"/>
                </a:endParaRPr>
              </a:p>
              <a:p>
                <a:endParaRPr lang="en-US" sz="1800" dirty="0">
                  <a:latin typeface="+mn-lt"/>
                </a:endParaRPr>
              </a:p>
              <a:p>
                <a:pPr marL="114300" indent="0">
                  <a:buNone/>
                </a:pPr>
                <a:r>
                  <a:rPr lang="en-US" sz="1800" dirty="0">
                    <a:latin typeface="+mn-lt"/>
                  </a:rPr>
                  <a:t>           i.e.,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𝑋</m:t>
                        </m:r>
                      </m:e>
                      <m:sub>
                        <m:r>
                          <a:rPr lang="en-US" sz="1800" i="1">
                            <a:latin typeface="Cambria Math" panose="02040503050406030204" pitchFamily="18" charset="0"/>
                          </a:rPr>
                          <m:t>𝑖</m:t>
                        </m:r>
                      </m:sub>
                    </m:sSub>
                  </m:oMath>
                </a14:m>
                <a:r>
                  <a:rPr lang="en-US" sz="1800" dirty="0">
                    <a:latin typeface="+mn-lt"/>
                  </a:rPr>
                  <a:t> and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𝑋</m:t>
                        </m:r>
                      </m:e>
                      <m:sub>
                        <m:r>
                          <a:rPr lang="en-US" sz="1800" i="1">
                            <a:latin typeface="Cambria Math" panose="02040503050406030204" pitchFamily="18" charset="0"/>
                          </a:rPr>
                          <m:t>𝑗</m:t>
                        </m:r>
                      </m:sub>
                    </m:sSub>
                  </m:oMath>
                </a14:m>
                <a:r>
                  <a:rPr lang="en-US" sz="1800" dirty="0">
                    <a:latin typeface="+mn-lt"/>
                  </a:rPr>
                  <a:t> are </a:t>
                </a:r>
                <a:r>
                  <a:rPr lang="en-US" sz="1800" u="sng" dirty="0">
                    <a:latin typeface="+mn-lt"/>
                  </a:rPr>
                  <a:t>conditionally independent </a:t>
                </a:r>
                <a:r>
                  <a:rPr lang="en-US" sz="1800" dirty="0">
                    <a:latin typeface="+mn-lt"/>
                  </a:rPr>
                  <a:t> given </a:t>
                </a:r>
                <a14:m>
                  <m:oMath xmlns:m="http://schemas.openxmlformats.org/officeDocument/2006/math">
                    <m:r>
                      <a:rPr lang="en-US" sz="1800" i="1">
                        <a:latin typeface="Cambria Math" panose="02040503050406030204" pitchFamily="18" charset="0"/>
                      </a:rPr>
                      <m:t>𝑌</m:t>
                    </m:r>
                  </m:oMath>
                </a14:m>
                <a:r>
                  <a:rPr lang="en-US" sz="1800" dirty="0">
                    <a:latin typeface="+mn-lt"/>
                  </a:rPr>
                  <a:t> for </a:t>
                </a:r>
                <a14:m>
                  <m:oMath xmlns:m="http://schemas.openxmlformats.org/officeDocument/2006/math">
                    <m:r>
                      <a:rPr lang="en-US" sz="1800" i="1">
                        <a:latin typeface="Cambria Math" panose="02040503050406030204" pitchFamily="18" charset="0"/>
                      </a:rPr>
                      <m:t>𝑖</m:t>
                    </m:r>
                    <m:r>
                      <a:rPr lang="en-US" sz="1800" i="1">
                        <a:latin typeface="Cambria Math" panose="02040503050406030204" pitchFamily="18" charset="0"/>
                      </a:rPr>
                      <m:t>≠</m:t>
                    </m:r>
                    <m:r>
                      <a:rPr lang="en-US" sz="1800" i="1">
                        <a:latin typeface="Cambria Math" panose="02040503050406030204" pitchFamily="18" charset="0"/>
                      </a:rPr>
                      <m:t>𝑗</m:t>
                    </m:r>
                  </m:oMath>
                </a14:m>
                <a:endParaRPr lang="en-US" sz="1800" dirty="0">
                  <a:latin typeface="+mn-lt"/>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6592" y="1447800"/>
                <a:ext cx="7980608" cy="4525963"/>
              </a:xfrm>
              <a:blipFill>
                <a:blip r:embed="rId2"/>
                <a:stretch>
                  <a:fillRect/>
                </a:stretch>
              </a:blipFill>
            </p:spPr>
            <p:txBody>
              <a:bodyPr/>
              <a:lstStyle/>
              <a:p>
                <a:r>
                  <a:rPr lang="en-US">
                    <a:noFill/>
                  </a:rPr>
                  <a:t> </a:t>
                </a:r>
              </a:p>
            </p:txBody>
          </p:sp>
        </mc:Fallback>
      </mc:AlternateContent>
      <p:sp>
        <p:nvSpPr>
          <p:cNvPr id="4" name="Footer Placeholder 3"/>
          <p:cNvSpPr>
            <a:spLocks noGrp="1"/>
          </p:cNvSpPr>
          <p:nvPr>
            <p:ph type="ftr" sz="quarter" idx="11"/>
          </p:nvPr>
        </p:nvSpPr>
        <p:spPr>
          <a:xfrm>
            <a:off x="2133600" y="6157982"/>
            <a:ext cx="1905000" cy="319018"/>
          </a:xfrm>
        </p:spPr>
        <p:txBody>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000" b="1" i="0" u="none" strike="noStrike" kern="0" cap="none" spc="0" normalizeH="0" baseline="0" noProof="0" dirty="0">
                <a:ln>
                  <a:noFill/>
                </a:ln>
                <a:solidFill>
                  <a:srgbClr val="000000"/>
                </a:solidFill>
                <a:effectLst/>
                <a:uLnTx/>
                <a:uFillTx/>
                <a:latin typeface="Tahoma"/>
                <a:ea typeface="Tahoma"/>
                <a:cs typeface="Tahoma"/>
                <a:sym typeface="Tahoma"/>
              </a:rPr>
              <a:t>Slide credit: Tom Mitchell</a:t>
            </a:r>
          </a:p>
        </p:txBody>
      </p:sp>
    </p:spTree>
    <p:extLst>
      <p:ext uri="{BB962C8B-B14F-4D97-AF65-F5344CB8AC3E}">
        <p14:creationId xmlns:p14="http://schemas.microsoft.com/office/powerpoint/2010/main" val="6278576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274638"/>
            <a:ext cx="7924216" cy="850106"/>
          </a:xfrm>
        </p:spPr>
        <p:txBody>
          <a:bodyPr/>
          <a:lstStyle/>
          <a:p>
            <a:r>
              <a:rPr lang="en-US" sz="2400" b="1" dirty="0">
                <a:latin typeface="+mj-lt"/>
              </a:rPr>
              <a:t>Naïve Bayes classifier: Prediction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8100" y="2209800"/>
                <a:ext cx="8964010" cy="4525963"/>
              </a:xfrm>
            </p:spPr>
            <p:txBody>
              <a:bodyPr>
                <a:normAutofit/>
              </a:bodyPr>
              <a:lstStyle/>
              <a:p>
                <a:r>
                  <a:rPr lang="en-US" sz="1800" dirty="0">
                    <a:solidFill>
                      <a:schemeClr val="tx1"/>
                    </a:solidFill>
                    <a:latin typeface="+mn-lt"/>
                  </a:rPr>
                  <a:t>Bayes rule:</a:t>
                </a:r>
              </a:p>
              <a:p>
                <a:pPr marL="0" indent="0">
                  <a:buNone/>
                </a:pPr>
                <a14:m>
                  <m:oMathPara xmlns:m="http://schemas.openxmlformats.org/officeDocument/2006/math">
                    <m:oMathParaPr>
                      <m:jc m:val="centerGroup"/>
                    </m:oMathParaPr>
                    <m:oMath xmlns:m="http://schemas.openxmlformats.org/officeDocument/2006/math">
                      <m:r>
                        <a:rPr lang="en-US" sz="1800" i="1">
                          <a:solidFill>
                            <a:schemeClr val="tx1"/>
                          </a:solidFill>
                          <a:latin typeface="Cambria Math" panose="02040503050406030204" pitchFamily="18" charset="0"/>
                        </a:rPr>
                        <m:t>𝑃</m:t>
                      </m:r>
                      <m:d>
                        <m:dPr>
                          <m:endChr m:val="|"/>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𝑌</m:t>
                          </m:r>
                          <m:r>
                            <a:rPr lang="en-US" sz="1800" b="0" i="1" smtClean="0">
                              <a:solidFill>
                                <a:schemeClr val="tx1"/>
                              </a:solidFill>
                              <a:latin typeface="Cambria Math" panose="02040503050406030204" pitchFamily="18" charset="0"/>
                            </a:rPr>
                            <m:t>=</m:t>
                          </m:r>
                          <m:sSub>
                            <m:sSubPr>
                              <m:ctrlPr>
                                <a:rPr lang="en-US" sz="1800" b="0" i="1" smtClean="0">
                                  <a:solidFill>
                                    <a:schemeClr val="tx1"/>
                                  </a:solidFill>
                                  <a:latin typeface="Cambria Math" panose="02040503050406030204" pitchFamily="18" charset="0"/>
                                </a:rPr>
                              </m:ctrlPr>
                            </m:sSubPr>
                            <m:e>
                              <m:r>
                                <a:rPr lang="en-US" sz="1800" b="0" i="1" smtClean="0">
                                  <a:solidFill>
                                    <a:schemeClr val="tx1"/>
                                  </a:solidFill>
                                  <a:latin typeface="Cambria Math" panose="02040503050406030204" pitchFamily="18" charset="0"/>
                                </a:rPr>
                                <m:t>𝑦</m:t>
                              </m:r>
                            </m:e>
                            <m:sub>
                              <m:r>
                                <a:rPr lang="en-US" sz="1800" b="0" i="1" smtClean="0">
                                  <a:solidFill>
                                    <a:schemeClr val="tx1"/>
                                  </a:solidFill>
                                  <a:latin typeface="Cambria Math" panose="02040503050406030204" pitchFamily="18" charset="0"/>
                                </a:rPr>
                                <m:t>𝑘</m:t>
                              </m:r>
                            </m:sub>
                          </m:sSub>
                        </m:e>
                      </m:d>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𝑋</m:t>
                          </m:r>
                        </m:e>
                        <m:sub>
                          <m:r>
                            <a:rPr lang="en-US" sz="1800" i="1">
                              <a:solidFill>
                                <a:schemeClr val="tx1"/>
                              </a:solidFill>
                              <a:latin typeface="Cambria Math" panose="02040503050406030204" pitchFamily="18" charset="0"/>
                            </a:rPr>
                            <m:t>1</m:t>
                          </m:r>
                        </m:sub>
                      </m:sSub>
                      <m:r>
                        <a:rPr lang="en-US" sz="1800" i="1">
                          <a:solidFill>
                            <a:schemeClr val="tx1"/>
                          </a:solidFill>
                          <a:latin typeface="Cambria Math" panose="02040503050406030204" pitchFamily="18" charset="0"/>
                        </a:rPr>
                        <m:t>, ⋯,</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𝑋</m:t>
                          </m:r>
                        </m:e>
                        <m:sub>
                          <m:r>
                            <a:rPr lang="en-US" sz="1800" i="1">
                              <a:solidFill>
                                <a:schemeClr val="tx1"/>
                              </a:solidFill>
                              <a:latin typeface="Cambria Math" panose="02040503050406030204" pitchFamily="18" charset="0"/>
                            </a:rPr>
                            <m:t>𝑛</m:t>
                          </m:r>
                        </m:sub>
                      </m:sSub>
                      <m:r>
                        <a:rPr lang="en-US" sz="1800" i="1">
                          <a:solidFill>
                            <a:schemeClr val="tx1"/>
                          </a:solidFill>
                          <a:latin typeface="Cambria Math" panose="02040503050406030204" pitchFamily="18" charset="0"/>
                        </a:rPr>
                        <m:t>)</m:t>
                      </m:r>
                      <m:r>
                        <a:rPr lang="en-US" sz="1800" b="0" i="1" smtClean="0">
                          <a:solidFill>
                            <a:schemeClr val="tx1"/>
                          </a:solidFill>
                          <a:latin typeface="Cambria Math" panose="02040503050406030204" pitchFamily="18" charset="0"/>
                        </a:rPr>
                        <m:t>=</m:t>
                      </m:r>
                      <m:f>
                        <m:fPr>
                          <m:ctrlPr>
                            <a:rPr lang="en-US" sz="1800" b="0" i="1" smtClean="0">
                              <a:solidFill>
                                <a:schemeClr val="tx1"/>
                              </a:solidFill>
                              <a:latin typeface="Cambria Math" panose="02040503050406030204" pitchFamily="18" charset="0"/>
                            </a:rPr>
                          </m:ctrlPr>
                        </m:fPr>
                        <m:num>
                          <m:sSub>
                            <m:sSubPr>
                              <m:ctrlPr>
                                <a:rPr lang="en-US" sz="1800" b="0" i="1" smtClean="0">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𝑃</m:t>
                              </m:r>
                              <m:r>
                                <a:rPr lang="en-US" sz="1800" i="1">
                                  <a:solidFill>
                                    <a:schemeClr val="tx1"/>
                                  </a:solidFill>
                                  <a:latin typeface="Cambria Math" panose="02040503050406030204" pitchFamily="18" charset="0"/>
                                </a:rPr>
                                <m:t>(</m:t>
                              </m:r>
                              <m:r>
                                <a:rPr lang="en-US" sz="1800" i="1">
                                  <a:solidFill>
                                    <a:schemeClr val="tx1"/>
                                  </a:solidFill>
                                  <a:latin typeface="Cambria Math" panose="02040503050406030204" pitchFamily="18" charset="0"/>
                                </a:rPr>
                                <m:t>𝑌</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𝑦</m:t>
                                  </m:r>
                                </m:e>
                                <m:sub>
                                  <m:r>
                                    <a:rPr lang="en-US" sz="1800" i="1">
                                      <a:solidFill>
                                        <a:schemeClr val="tx1"/>
                                      </a:solidFill>
                                      <a:latin typeface="Cambria Math" panose="02040503050406030204" pitchFamily="18" charset="0"/>
                                    </a:rPr>
                                    <m:t>𝑘</m:t>
                                  </m:r>
                                </m:sub>
                              </m:sSub>
                              <m:r>
                                <a:rPr lang="en-US" sz="1800" i="1">
                                  <a:solidFill>
                                    <a:schemeClr val="tx1"/>
                                  </a:solidFill>
                                  <a:latin typeface="Cambria Math" panose="02040503050406030204" pitchFamily="18" charset="0"/>
                                </a:rPr>
                                <m:t>)</m:t>
                              </m:r>
                              <m:r>
                                <a:rPr lang="en-US" sz="1800" i="1">
                                  <a:solidFill>
                                    <a:schemeClr val="tx1"/>
                                  </a:solidFill>
                                  <a:latin typeface="Cambria Math" panose="02040503050406030204" pitchFamily="18" charset="0"/>
                                </a:rPr>
                                <m:t>𝑃</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𝑋</m:t>
                                  </m:r>
                                </m:e>
                                <m:sub>
                                  <m:r>
                                    <a:rPr lang="en-US" sz="1800" i="1">
                                      <a:solidFill>
                                        <a:schemeClr val="tx1"/>
                                      </a:solidFill>
                                      <a:latin typeface="Cambria Math" panose="02040503050406030204" pitchFamily="18" charset="0"/>
                                    </a:rPr>
                                    <m:t>1</m:t>
                                  </m:r>
                                </m:sub>
                              </m:sSub>
                              <m:r>
                                <a:rPr lang="en-US" sz="1800" i="1">
                                  <a:solidFill>
                                    <a:schemeClr val="tx1"/>
                                  </a:solidFill>
                                  <a:latin typeface="Cambria Math" panose="02040503050406030204" pitchFamily="18" charset="0"/>
                                </a:rPr>
                                <m:t>,⋯,</m:t>
                              </m:r>
                              <m:r>
                                <a:rPr lang="en-US" sz="1800" b="0" i="1" smtClean="0">
                                  <a:solidFill>
                                    <a:schemeClr val="tx1"/>
                                  </a:solidFill>
                                  <a:latin typeface="Cambria Math" panose="02040503050406030204" pitchFamily="18" charset="0"/>
                                </a:rPr>
                                <m:t>𝑋</m:t>
                              </m:r>
                            </m:e>
                            <m:sub>
                              <m:r>
                                <a:rPr lang="en-US" sz="1800" b="0" i="1" smtClean="0">
                                  <a:solidFill>
                                    <a:schemeClr val="tx1"/>
                                  </a:solidFill>
                                  <a:latin typeface="Cambria Math" panose="02040503050406030204" pitchFamily="18" charset="0"/>
                                </a:rPr>
                                <m:t>𝑛</m:t>
                              </m:r>
                            </m:sub>
                          </m:sSub>
                          <m:d>
                            <m:dPr>
                              <m:begChr m:val="|"/>
                              <m:ctrlPr>
                                <a:rPr lang="en-US" sz="1800" b="0" i="1" smtClean="0">
                                  <a:solidFill>
                                    <a:schemeClr val="tx1"/>
                                  </a:solidFill>
                                  <a:latin typeface="Cambria Math" panose="02040503050406030204" pitchFamily="18" charset="0"/>
                                </a:rPr>
                              </m:ctrlPr>
                            </m:dPr>
                            <m:e>
                              <m:r>
                                <a:rPr lang="en-US" sz="1800" b="0" i="1" smtClean="0">
                                  <a:solidFill>
                                    <a:schemeClr val="tx1"/>
                                  </a:solidFill>
                                  <a:latin typeface="Cambria Math" panose="02040503050406030204" pitchFamily="18" charset="0"/>
                                </a:rPr>
                                <m:t>𝑌</m:t>
                              </m:r>
                              <m:r>
                                <a:rPr lang="en-US" sz="1800" b="0" i="1" smtClean="0">
                                  <a:solidFill>
                                    <a:schemeClr val="tx1"/>
                                  </a:solidFill>
                                  <a:latin typeface="Cambria Math" panose="02040503050406030204" pitchFamily="18" charset="0"/>
                                </a:rPr>
                                <m:t>=</m:t>
                              </m:r>
                              <m:sSub>
                                <m:sSubPr>
                                  <m:ctrlPr>
                                    <a:rPr lang="en-US" sz="1800" b="0" i="1" smtClean="0">
                                      <a:solidFill>
                                        <a:schemeClr val="tx1"/>
                                      </a:solidFill>
                                      <a:latin typeface="Cambria Math" panose="02040503050406030204" pitchFamily="18" charset="0"/>
                                    </a:rPr>
                                  </m:ctrlPr>
                                </m:sSubPr>
                                <m:e>
                                  <m:r>
                                    <a:rPr lang="en-US" sz="1800" b="0" i="1" smtClean="0">
                                      <a:solidFill>
                                        <a:schemeClr val="tx1"/>
                                      </a:solidFill>
                                      <a:latin typeface="Cambria Math" panose="02040503050406030204" pitchFamily="18" charset="0"/>
                                    </a:rPr>
                                    <m:t>𝑦</m:t>
                                  </m:r>
                                </m:e>
                                <m:sub>
                                  <m:r>
                                    <a:rPr lang="en-US" sz="1800" b="0" i="1" smtClean="0">
                                      <a:solidFill>
                                        <a:schemeClr val="tx1"/>
                                      </a:solidFill>
                                      <a:latin typeface="Cambria Math" panose="02040503050406030204" pitchFamily="18" charset="0"/>
                                    </a:rPr>
                                    <m:t>𝑘</m:t>
                                  </m:r>
                                </m:sub>
                              </m:sSub>
                            </m:e>
                          </m:d>
                        </m:num>
                        <m:den>
                          <m:nary>
                            <m:naryPr>
                              <m:chr m:val="∑"/>
                              <m:supHide m:val="on"/>
                              <m:ctrlPr>
                                <a:rPr lang="en-US" sz="1800" b="0" i="1" smtClean="0">
                                  <a:solidFill>
                                    <a:schemeClr val="tx1"/>
                                  </a:solidFill>
                                  <a:latin typeface="Cambria Math" panose="02040503050406030204" pitchFamily="18" charset="0"/>
                                </a:rPr>
                              </m:ctrlPr>
                            </m:naryPr>
                            <m:sub>
                              <m:r>
                                <a:rPr lang="en-US" sz="1800" b="0" i="1" smtClean="0">
                                  <a:solidFill>
                                    <a:schemeClr val="tx1"/>
                                  </a:solidFill>
                                  <a:latin typeface="Cambria Math" panose="02040503050406030204" pitchFamily="18" charset="0"/>
                                </a:rPr>
                                <m:t>𝑗</m:t>
                              </m:r>
                            </m:sub>
                            <m:sup/>
                            <m:e>
                              <m:r>
                                <a:rPr lang="en-US" sz="1800" i="1">
                                  <a:solidFill>
                                    <a:schemeClr val="tx1"/>
                                  </a:solidFill>
                                  <a:latin typeface="Cambria Math" panose="02040503050406030204" pitchFamily="18" charset="0"/>
                                </a:rPr>
                                <m:t>𝑃</m:t>
                              </m:r>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𝑌</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𝑦</m:t>
                                      </m:r>
                                    </m:e>
                                    <m:sub>
                                      <m:r>
                                        <a:rPr lang="en-US" sz="1800" b="0" i="1" smtClean="0">
                                          <a:solidFill>
                                            <a:schemeClr val="tx1"/>
                                          </a:solidFill>
                                          <a:latin typeface="Cambria Math" panose="02040503050406030204" pitchFamily="18" charset="0"/>
                                        </a:rPr>
                                        <m:t>𝑗</m:t>
                                      </m:r>
                                    </m:sub>
                                  </m:sSub>
                                </m:e>
                              </m:d>
                              <m:r>
                                <a:rPr lang="en-US" sz="1800" i="1">
                                  <a:solidFill>
                                    <a:schemeClr val="tx1"/>
                                  </a:solidFill>
                                  <a:latin typeface="Cambria Math" panose="02040503050406030204" pitchFamily="18" charset="0"/>
                                </a:rPr>
                                <m:t>𝑃</m:t>
                              </m:r>
                              <m:d>
                                <m:dPr>
                                  <m:ctrlPr>
                                    <a:rPr lang="en-US" sz="1800" i="1">
                                      <a:solidFill>
                                        <a:schemeClr val="tx1"/>
                                      </a:solidFill>
                                      <a:latin typeface="Cambria Math" panose="02040503050406030204" pitchFamily="18" charset="0"/>
                                    </a:rPr>
                                  </m:ctrlPr>
                                </m:d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𝑋</m:t>
                                      </m:r>
                                    </m:e>
                                    <m:sub>
                                      <m:r>
                                        <a:rPr lang="en-US" sz="1800" i="1">
                                          <a:solidFill>
                                            <a:schemeClr val="tx1"/>
                                          </a:solidFill>
                                          <a:latin typeface="Cambria Math" panose="02040503050406030204" pitchFamily="18" charset="0"/>
                                        </a:rPr>
                                        <m:t>1</m:t>
                                      </m:r>
                                    </m:sub>
                                  </m:sSub>
                                  <m:r>
                                    <a:rPr lang="en-US" sz="1800" i="1">
                                      <a:solidFill>
                                        <a:schemeClr val="tx1"/>
                                      </a:solidFill>
                                      <a:latin typeface="Cambria Math" panose="02040503050406030204" pitchFamily="18" charset="0"/>
                                    </a:rPr>
                                    <m:t>,⋯, </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𝑋</m:t>
                                      </m:r>
                                    </m:e>
                                    <m:sub>
                                      <m:r>
                                        <a:rPr lang="en-US" sz="1800" i="1">
                                          <a:solidFill>
                                            <a:schemeClr val="tx1"/>
                                          </a:solidFill>
                                          <a:latin typeface="Cambria Math" panose="02040503050406030204" pitchFamily="18" charset="0"/>
                                        </a:rPr>
                                        <m:t>𝑛</m:t>
                                      </m:r>
                                    </m:sub>
                                  </m:sSub>
                                </m:e>
                                <m:e>
                                  <m:r>
                                    <a:rPr lang="en-US" sz="1800" i="1">
                                      <a:solidFill>
                                        <a:schemeClr val="tx1"/>
                                      </a:solidFill>
                                      <a:latin typeface="Cambria Math" panose="02040503050406030204" pitchFamily="18" charset="0"/>
                                    </a:rPr>
                                    <m:t>𝑌</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𝑦</m:t>
                                      </m:r>
                                    </m:e>
                                    <m:sub>
                                      <m:r>
                                        <a:rPr lang="en-US" sz="1800" b="0" i="1" smtClean="0">
                                          <a:solidFill>
                                            <a:schemeClr val="tx1"/>
                                          </a:solidFill>
                                          <a:latin typeface="Cambria Math" panose="02040503050406030204" pitchFamily="18" charset="0"/>
                                        </a:rPr>
                                        <m:t>𝑗</m:t>
                                      </m:r>
                                    </m:sub>
                                  </m:sSub>
                                </m:e>
                              </m:d>
                              <m:r>
                                <m:rPr>
                                  <m:nor/>
                                </m:rPr>
                                <a:rPr lang="en-US" sz="1800" dirty="0">
                                  <a:solidFill>
                                    <a:schemeClr val="tx1"/>
                                  </a:solidFill>
                                  <a:latin typeface="+mn-lt"/>
                                </a:rPr>
                                <m:t> </m:t>
                              </m:r>
                            </m:e>
                          </m:nary>
                        </m:den>
                      </m:f>
                    </m:oMath>
                  </m:oMathPara>
                </a14:m>
                <a:endParaRPr lang="en-US" sz="1800" b="0" dirty="0">
                  <a:solidFill>
                    <a:schemeClr val="tx1"/>
                  </a:solidFill>
                  <a:latin typeface="+mn-lt"/>
                </a:endParaRPr>
              </a:p>
              <a:p>
                <a:pPr marL="0" indent="0">
                  <a:buNone/>
                </a:pPr>
                <a:endParaRPr lang="en-US" sz="1800" b="0" dirty="0">
                  <a:solidFill>
                    <a:schemeClr val="tx1"/>
                  </a:solidFill>
                  <a:latin typeface="+mn-lt"/>
                </a:endParaRPr>
              </a:p>
              <a:p>
                <a:r>
                  <a:rPr lang="en-US" sz="1800" dirty="0">
                    <a:solidFill>
                      <a:schemeClr val="tx1"/>
                    </a:solidFill>
                    <a:latin typeface="+mn-lt"/>
                  </a:rPr>
                  <a:t>Assume conditional independence among </a:t>
                </a:r>
                <a14:m>
                  <m:oMath xmlns:m="http://schemas.openxmlformats.org/officeDocument/2006/math">
                    <m:sSub>
                      <m:sSubPr>
                        <m:ctrlPr>
                          <a:rPr lang="en-US" sz="1800" b="0" i="1" smtClean="0">
                            <a:solidFill>
                              <a:schemeClr val="tx1"/>
                            </a:solidFill>
                            <a:latin typeface="Cambria Math" panose="02040503050406030204" pitchFamily="18" charset="0"/>
                          </a:rPr>
                        </m:ctrlPr>
                      </m:sSubPr>
                      <m:e>
                        <m:r>
                          <a:rPr lang="en-US" sz="1800" i="1" smtClean="0">
                            <a:solidFill>
                              <a:schemeClr val="tx1"/>
                            </a:solidFill>
                            <a:latin typeface="Cambria Math" panose="02040503050406030204" pitchFamily="18" charset="0"/>
                          </a:rPr>
                          <m:t>𝑋</m:t>
                        </m:r>
                      </m:e>
                      <m:sub>
                        <m:r>
                          <a:rPr lang="en-US" sz="1800" b="0" i="1" smtClean="0">
                            <a:solidFill>
                              <a:schemeClr val="tx1"/>
                            </a:solidFill>
                            <a:latin typeface="Cambria Math" panose="02040503050406030204" pitchFamily="18" charset="0"/>
                          </a:rPr>
                          <m:t>𝑖</m:t>
                        </m:r>
                      </m:sub>
                    </m:sSub>
                  </m:oMath>
                </a14:m>
                <a:r>
                  <a:rPr lang="en-US" sz="1800" dirty="0">
                    <a:solidFill>
                      <a:schemeClr val="tx1"/>
                    </a:solidFill>
                    <a:latin typeface="+mn-lt"/>
                  </a:rPr>
                  <a:t>’s:</a:t>
                </a:r>
              </a:p>
              <a:p>
                <a:pPr marL="0" indent="0">
                  <a:buNone/>
                </a:pPr>
                <a14:m>
                  <m:oMathPara xmlns:m="http://schemas.openxmlformats.org/officeDocument/2006/math">
                    <m:oMathParaPr>
                      <m:jc m:val="centerGroup"/>
                    </m:oMathParaPr>
                    <m:oMath xmlns:m="http://schemas.openxmlformats.org/officeDocument/2006/math">
                      <m:r>
                        <a:rPr lang="en-US" sz="1800" i="1">
                          <a:solidFill>
                            <a:schemeClr val="tx1"/>
                          </a:solidFill>
                          <a:latin typeface="Cambria Math" panose="02040503050406030204" pitchFamily="18" charset="0"/>
                        </a:rPr>
                        <m:t>𝑃</m:t>
                      </m:r>
                      <m:d>
                        <m:dPr>
                          <m:endChr m:val="|"/>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𝑌</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𝑦</m:t>
                              </m:r>
                            </m:e>
                            <m:sub>
                              <m:r>
                                <a:rPr lang="en-US" sz="1800" i="1">
                                  <a:solidFill>
                                    <a:schemeClr val="tx1"/>
                                  </a:solidFill>
                                  <a:latin typeface="Cambria Math" panose="02040503050406030204" pitchFamily="18" charset="0"/>
                                </a:rPr>
                                <m:t>𝑘</m:t>
                              </m:r>
                            </m:sub>
                          </m:sSub>
                        </m:e>
                      </m:d>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𝑋</m:t>
                          </m:r>
                        </m:e>
                        <m:sub>
                          <m:r>
                            <a:rPr lang="en-US" sz="1800" i="1">
                              <a:solidFill>
                                <a:schemeClr val="tx1"/>
                              </a:solidFill>
                              <a:latin typeface="Cambria Math" panose="02040503050406030204" pitchFamily="18" charset="0"/>
                            </a:rPr>
                            <m:t>1</m:t>
                          </m:r>
                        </m:sub>
                      </m:sSub>
                      <m:r>
                        <a:rPr lang="en-US" sz="1800" i="1">
                          <a:solidFill>
                            <a:schemeClr val="tx1"/>
                          </a:solidFill>
                          <a:latin typeface="Cambria Math" panose="02040503050406030204" pitchFamily="18" charset="0"/>
                        </a:rPr>
                        <m:t>, ⋯,</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𝑋</m:t>
                          </m:r>
                        </m:e>
                        <m:sub>
                          <m:r>
                            <a:rPr lang="en-US" sz="1800" i="1">
                              <a:solidFill>
                                <a:schemeClr val="tx1"/>
                              </a:solidFill>
                              <a:latin typeface="Cambria Math" panose="02040503050406030204" pitchFamily="18" charset="0"/>
                            </a:rPr>
                            <m:t>𝑛</m:t>
                          </m:r>
                        </m:sub>
                      </m:sSub>
                      <m:r>
                        <a:rPr lang="en-US" sz="1800" i="1">
                          <a:solidFill>
                            <a:schemeClr val="tx1"/>
                          </a:solidFill>
                          <a:latin typeface="Cambria Math" panose="02040503050406030204" pitchFamily="18" charset="0"/>
                        </a:rPr>
                        <m:t>)=</m:t>
                      </m:r>
                      <m:f>
                        <m:fPr>
                          <m:ctrlPr>
                            <a:rPr lang="en-US" sz="1800" i="1">
                              <a:solidFill>
                                <a:schemeClr val="tx1"/>
                              </a:solidFill>
                              <a:latin typeface="Cambria Math" panose="02040503050406030204" pitchFamily="18" charset="0"/>
                            </a:rPr>
                          </m:ctrlPr>
                        </m:fPr>
                        <m:num>
                          <m:r>
                            <a:rPr lang="en-US" sz="1800" i="1">
                              <a:solidFill>
                                <a:schemeClr val="tx1"/>
                              </a:solidFill>
                              <a:latin typeface="Cambria Math" panose="02040503050406030204" pitchFamily="18" charset="0"/>
                            </a:rPr>
                            <m:t>𝑃</m:t>
                          </m:r>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𝑌</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𝑦</m:t>
                                  </m:r>
                                </m:e>
                                <m:sub>
                                  <m:r>
                                    <a:rPr lang="en-US" sz="1800" i="1">
                                      <a:solidFill>
                                        <a:schemeClr val="tx1"/>
                                      </a:solidFill>
                                      <a:latin typeface="Cambria Math" panose="02040503050406030204" pitchFamily="18" charset="0"/>
                                    </a:rPr>
                                    <m:t>𝑘</m:t>
                                  </m:r>
                                </m:sub>
                              </m:sSub>
                            </m:e>
                          </m:d>
                          <m:sSub>
                            <m:sSubPr>
                              <m:ctrlPr>
                                <a:rPr lang="en-US" sz="1800" i="1">
                                  <a:solidFill>
                                    <a:schemeClr val="tx1"/>
                                  </a:solidFill>
                                  <a:latin typeface="Cambria Math" panose="02040503050406030204" pitchFamily="18" charset="0"/>
                                </a:rPr>
                              </m:ctrlPr>
                            </m:sSubPr>
                            <m:e>
                              <m:r>
                                <m:rPr>
                                  <m:sty m:val="p"/>
                                </m:rPr>
                                <a:rPr lang="en-US" sz="1800">
                                  <a:solidFill>
                                    <a:schemeClr val="tx1"/>
                                  </a:solidFill>
                                  <a:latin typeface="Cambria Math" panose="02040503050406030204" pitchFamily="18" charset="0"/>
                                </a:rPr>
                                <m:t>Π</m:t>
                              </m:r>
                            </m:e>
                            <m:sub>
                              <m:r>
                                <a:rPr lang="en-US" sz="1800" i="1">
                                  <a:solidFill>
                                    <a:schemeClr val="tx1"/>
                                  </a:solidFill>
                                  <a:latin typeface="Cambria Math" panose="02040503050406030204" pitchFamily="18" charset="0"/>
                                </a:rPr>
                                <m:t>𝑖</m:t>
                              </m:r>
                            </m:sub>
                          </m:sSub>
                          <m:r>
                            <a:rPr lang="en-US" sz="1800" i="1">
                              <a:solidFill>
                                <a:schemeClr val="tx1"/>
                              </a:solidFill>
                              <a:latin typeface="Cambria Math" panose="02040503050406030204" pitchFamily="18" charset="0"/>
                            </a:rPr>
                            <m:t>𝑃</m:t>
                          </m:r>
                          <m:d>
                            <m:dPr>
                              <m:endChr m:val="|"/>
                              <m:ctrlPr>
                                <a:rPr lang="en-US" sz="1800" i="1">
                                  <a:solidFill>
                                    <a:schemeClr val="tx1"/>
                                  </a:solidFill>
                                  <a:latin typeface="Cambria Math" panose="02040503050406030204" pitchFamily="18" charset="0"/>
                                </a:rPr>
                              </m:ctrlPr>
                            </m:d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𝑋</m:t>
                                  </m:r>
                                </m:e>
                                <m:sub>
                                  <m:r>
                                    <a:rPr lang="en-US" sz="1800" i="1">
                                      <a:solidFill>
                                        <a:schemeClr val="tx1"/>
                                      </a:solidFill>
                                      <a:latin typeface="Cambria Math" panose="02040503050406030204" pitchFamily="18" charset="0"/>
                                    </a:rPr>
                                    <m:t>𝑖</m:t>
                                  </m:r>
                                </m:sub>
                              </m:sSub>
                            </m:e>
                          </m:d>
                          <m:r>
                            <a:rPr lang="en-US" sz="1800" i="1">
                              <a:solidFill>
                                <a:schemeClr val="tx1"/>
                              </a:solidFill>
                              <a:latin typeface="Cambria Math" panose="02040503050406030204" pitchFamily="18" charset="0"/>
                            </a:rPr>
                            <m:t>𝑌</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𝑦</m:t>
                              </m:r>
                            </m:e>
                            <m:sub>
                              <m:r>
                                <a:rPr lang="en-US" sz="1800" i="1">
                                  <a:solidFill>
                                    <a:schemeClr val="tx1"/>
                                  </a:solidFill>
                                  <a:latin typeface="Cambria Math" panose="02040503050406030204" pitchFamily="18" charset="0"/>
                                </a:rPr>
                                <m:t>𝑘</m:t>
                              </m:r>
                            </m:sub>
                          </m:sSub>
                          <m:r>
                            <a:rPr lang="en-US" sz="1800" i="1">
                              <a:solidFill>
                                <a:schemeClr val="tx1"/>
                              </a:solidFill>
                              <a:latin typeface="Cambria Math" panose="02040503050406030204" pitchFamily="18" charset="0"/>
                            </a:rPr>
                            <m:t>)</m:t>
                          </m:r>
                        </m:num>
                        <m:den>
                          <m:nary>
                            <m:naryPr>
                              <m:chr m:val="∑"/>
                              <m:supHide m:val="on"/>
                              <m:ctrlPr>
                                <a:rPr lang="en-US" sz="1800" i="1">
                                  <a:solidFill>
                                    <a:schemeClr val="tx1"/>
                                  </a:solidFill>
                                  <a:latin typeface="Cambria Math" panose="02040503050406030204" pitchFamily="18" charset="0"/>
                                </a:rPr>
                              </m:ctrlPr>
                            </m:naryPr>
                            <m:sub>
                              <m:r>
                                <a:rPr lang="en-US" sz="1800" i="1">
                                  <a:solidFill>
                                    <a:schemeClr val="tx1"/>
                                  </a:solidFill>
                                  <a:latin typeface="Cambria Math" panose="02040503050406030204" pitchFamily="18" charset="0"/>
                                </a:rPr>
                                <m:t>𝑗</m:t>
                              </m:r>
                            </m:sub>
                            <m:sup/>
                            <m:e>
                              <m:r>
                                <a:rPr lang="en-US" sz="1800" i="1">
                                  <a:solidFill>
                                    <a:schemeClr val="tx1"/>
                                  </a:solidFill>
                                  <a:latin typeface="Cambria Math" panose="02040503050406030204" pitchFamily="18" charset="0"/>
                                </a:rPr>
                                <m:t>𝑃</m:t>
                              </m:r>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𝑌</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𝑦</m:t>
                                      </m:r>
                                    </m:e>
                                    <m:sub>
                                      <m:r>
                                        <a:rPr lang="en-US" sz="1800" b="0" i="1" smtClean="0">
                                          <a:solidFill>
                                            <a:schemeClr val="tx1"/>
                                          </a:solidFill>
                                          <a:latin typeface="Cambria Math" panose="02040503050406030204" pitchFamily="18" charset="0"/>
                                        </a:rPr>
                                        <m:t>𝑗</m:t>
                                      </m:r>
                                    </m:sub>
                                  </m:sSub>
                                </m:e>
                              </m:d>
                              <m:sSub>
                                <m:sSubPr>
                                  <m:ctrlPr>
                                    <a:rPr lang="en-US" sz="1800" i="1">
                                      <a:solidFill>
                                        <a:schemeClr val="tx1"/>
                                      </a:solidFill>
                                      <a:latin typeface="Cambria Math" panose="02040503050406030204" pitchFamily="18" charset="0"/>
                                    </a:rPr>
                                  </m:ctrlPr>
                                </m:sSubPr>
                                <m:e>
                                  <m:r>
                                    <m:rPr>
                                      <m:sty m:val="p"/>
                                    </m:rPr>
                                    <a:rPr lang="en-US" sz="1800">
                                      <a:solidFill>
                                        <a:schemeClr val="tx1"/>
                                      </a:solidFill>
                                      <a:latin typeface="Cambria Math" panose="02040503050406030204" pitchFamily="18" charset="0"/>
                                    </a:rPr>
                                    <m:t>Π</m:t>
                                  </m:r>
                                </m:e>
                                <m:sub>
                                  <m:r>
                                    <a:rPr lang="en-US" sz="1800" i="1">
                                      <a:solidFill>
                                        <a:schemeClr val="tx1"/>
                                      </a:solidFill>
                                      <a:latin typeface="Cambria Math" panose="02040503050406030204" pitchFamily="18" charset="0"/>
                                    </a:rPr>
                                    <m:t>𝑖</m:t>
                                  </m:r>
                                </m:sub>
                              </m:sSub>
                              <m:r>
                                <a:rPr lang="en-US" sz="1800" i="1">
                                  <a:solidFill>
                                    <a:schemeClr val="tx1"/>
                                  </a:solidFill>
                                  <a:latin typeface="Cambria Math" panose="02040503050406030204" pitchFamily="18" charset="0"/>
                                </a:rPr>
                                <m:t>𝑃</m:t>
                              </m:r>
                              <m:d>
                                <m:dPr>
                                  <m:endChr m:val="|"/>
                                  <m:ctrlPr>
                                    <a:rPr lang="en-US" sz="1800" i="1">
                                      <a:solidFill>
                                        <a:schemeClr val="tx1"/>
                                      </a:solidFill>
                                      <a:latin typeface="Cambria Math" panose="02040503050406030204" pitchFamily="18" charset="0"/>
                                    </a:rPr>
                                  </m:ctrlPr>
                                </m:d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𝑋</m:t>
                                      </m:r>
                                    </m:e>
                                    <m:sub>
                                      <m:r>
                                        <a:rPr lang="en-US" sz="1800" i="1">
                                          <a:solidFill>
                                            <a:schemeClr val="tx1"/>
                                          </a:solidFill>
                                          <a:latin typeface="Cambria Math" panose="02040503050406030204" pitchFamily="18" charset="0"/>
                                        </a:rPr>
                                        <m:t>𝑖</m:t>
                                      </m:r>
                                    </m:sub>
                                  </m:sSub>
                                </m:e>
                              </m:d>
                              <m:r>
                                <a:rPr lang="en-US" sz="1800" i="1">
                                  <a:solidFill>
                                    <a:schemeClr val="tx1"/>
                                  </a:solidFill>
                                  <a:latin typeface="Cambria Math" panose="02040503050406030204" pitchFamily="18" charset="0"/>
                                </a:rPr>
                                <m:t>𝑌</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𝑦</m:t>
                                  </m:r>
                                </m:e>
                                <m:sub>
                                  <m:r>
                                    <a:rPr lang="en-US" sz="1800" b="0" i="1" smtClean="0">
                                      <a:solidFill>
                                        <a:schemeClr val="tx1"/>
                                      </a:solidFill>
                                      <a:latin typeface="Cambria Math" panose="02040503050406030204" pitchFamily="18" charset="0"/>
                                    </a:rPr>
                                    <m:t>𝑗</m:t>
                                  </m:r>
                                </m:sub>
                              </m:sSub>
                              <m:r>
                                <a:rPr lang="en-US" sz="1800" i="1">
                                  <a:solidFill>
                                    <a:schemeClr val="tx1"/>
                                  </a:solidFill>
                                  <a:latin typeface="Cambria Math" panose="02040503050406030204" pitchFamily="18" charset="0"/>
                                </a:rPr>
                                <m:t>)</m:t>
                              </m:r>
                            </m:e>
                          </m:nary>
                        </m:den>
                      </m:f>
                    </m:oMath>
                  </m:oMathPara>
                </a14:m>
                <a:endParaRPr lang="en-US" sz="1800" dirty="0">
                  <a:solidFill>
                    <a:schemeClr val="tx1"/>
                  </a:solidFill>
                  <a:latin typeface="+mn-lt"/>
                </a:endParaRPr>
              </a:p>
              <a:p>
                <a:r>
                  <a:rPr lang="en-US" altLang="ko-KR" sz="1800" dirty="0">
                    <a:solidFill>
                      <a:schemeClr val="tx1"/>
                    </a:solidFill>
                    <a:latin typeface="+mn-lt"/>
                  </a:rPr>
                  <a:t>Classify New Instance(</a:t>
                </a:r>
                <a:r>
                  <a:rPr lang="en-US" altLang="ko-KR" sz="1800" i="1" dirty="0">
                    <a:solidFill>
                      <a:schemeClr val="tx1"/>
                    </a:solidFill>
                    <a:latin typeface="+mn-lt"/>
                  </a:rPr>
                  <a:t>x</a:t>
                </a:r>
                <a:r>
                  <a:rPr lang="en-US" altLang="ko-KR" sz="1800" dirty="0">
                    <a:solidFill>
                      <a:schemeClr val="tx1"/>
                    </a:solidFill>
                    <a:latin typeface="+mn-lt"/>
                  </a:rPr>
                  <a:t>) : </a:t>
                </a:r>
                <a:r>
                  <a:rPr lang="en-US" sz="1800" b="0" dirty="0">
                    <a:solidFill>
                      <a:schemeClr val="tx1"/>
                    </a:solidFill>
                    <a:latin typeface="+mn-lt"/>
                  </a:rPr>
                  <a:t>Pick the most probable (MAP) </a:t>
                </a:r>
                <a:r>
                  <a:rPr lang="en-US" sz="1800" dirty="0">
                    <a:solidFill>
                      <a:schemeClr val="tx1"/>
                    </a:solidFill>
                    <a:latin typeface="+mn-lt"/>
                  </a:rPr>
                  <a:t>Y for </a:t>
                </a:r>
              </a:p>
              <a:p>
                <a:pPr marL="114300" indent="0">
                  <a:buNone/>
                </a:pPr>
                <a:r>
                  <a:rPr lang="en-US" sz="1800" i="1" dirty="0">
                    <a:solidFill>
                      <a:schemeClr val="tx1"/>
                    </a:solidFill>
                    <a:latin typeface="+mn-lt"/>
                  </a:rPr>
                  <a:t>				</a:t>
                </a:r>
                <a:r>
                  <a:rPr lang="en-US" sz="1800" i="1" dirty="0" err="1">
                    <a:solidFill>
                      <a:schemeClr val="tx1"/>
                    </a:solidFill>
                    <a:latin typeface="+mn-lt"/>
                  </a:rPr>
                  <a:t>X</a:t>
                </a:r>
                <a:r>
                  <a:rPr lang="en-US" sz="1800" i="1" baseline="-25000" dirty="0" err="1">
                    <a:solidFill>
                      <a:schemeClr val="tx1"/>
                    </a:solidFill>
                    <a:latin typeface="+mn-lt"/>
                  </a:rPr>
                  <a:t>new</a:t>
                </a:r>
                <a:r>
                  <a:rPr lang="en-US" sz="1800" i="1" dirty="0">
                    <a:solidFill>
                      <a:schemeClr val="tx1"/>
                    </a:solidFill>
                    <a:latin typeface="+mn-lt"/>
                  </a:rPr>
                  <a:t> </a:t>
                </a:r>
                <a:r>
                  <a:rPr lang="en-US" sz="1800" dirty="0">
                    <a:solidFill>
                      <a:schemeClr val="tx1"/>
                    </a:solidFill>
                    <a:latin typeface="+mn-lt"/>
                  </a:rPr>
                  <a:t>= &lt; </a:t>
                </a:r>
                <a:r>
                  <a:rPr lang="en-US" sz="1800" i="1" dirty="0">
                    <a:solidFill>
                      <a:schemeClr val="tx1"/>
                    </a:solidFill>
                    <a:latin typeface="+mn-lt"/>
                  </a:rPr>
                  <a:t>X</a:t>
                </a:r>
                <a:r>
                  <a:rPr lang="en-US" sz="1800" i="1" baseline="-25000" dirty="0">
                    <a:solidFill>
                      <a:schemeClr val="tx1"/>
                    </a:solidFill>
                    <a:latin typeface="+mn-lt"/>
                  </a:rPr>
                  <a:t>1</a:t>
                </a:r>
                <a:r>
                  <a:rPr lang="en-US" sz="1800" i="1" dirty="0">
                    <a:solidFill>
                      <a:schemeClr val="tx1"/>
                    </a:solidFill>
                    <a:latin typeface="+mn-lt"/>
                  </a:rPr>
                  <a:t>, …, </a:t>
                </a:r>
                <a:r>
                  <a:rPr lang="en-US" sz="1800" i="1" dirty="0" err="1">
                    <a:solidFill>
                      <a:schemeClr val="tx1"/>
                    </a:solidFill>
                    <a:latin typeface="+mn-lt"/>
                  </a:rPr>
                  <a:t>X</a:t>
                </a:r>
                <a:r>
                  <a:rPr lang="en-US" sz="1800" i="1" baseline="-25000" dirty="0" err="1">
                    <a:solidFill>
                      <a:schemeClr val="tx1"/>
                    </a:solidFill>
                    <a:latin typeface="+mn-lt"/>
                  </a:rPr>
                  <a:t>n</a:t>
                </a:r>
                <a:r>
                  <a:rPr lang="en-US" sz="1800" i="1" dirty="0">
                    <a:solidFill>
                      <a:schemeClr val="tx1"/>
                    </a:solidFill>
                    <a:latin typeface="+mn-lt"/>
                  </a:rPr>
                  <a:t> </a:t>
                </a:r>
                <a:r>
                  <a:rPr lang="en-US" sz="1800" dirty="0">
                    <a:solidFill>
                      <a:schemeClr val="tx1"/>
                    </a:solidFill>
                    <a:latin typeface="+mn-lt"/>
                  </a:rPr>
                  <a:t>&gt;</a:t>
                </a:r>
                <a:endParaRPr lang="en-US" sz="1800" b="0" dirty="0">
                  <a:solidFill>
                    <a:schemeClr val="tx1"/>
                  </a:solidFill>
                  <a:latin typeface="+mn-lt"/>
                </a:endParaRPr>
              </a:p>
              <a:p>
                <a:pPr marL="0" indent="0">
                  <a:buNone/>
                </a:pPr>
                <a14:m>
                  <m:oMathPara xmlns:m="http://schemas.openxmlformats.org/officeDocument/2006/math">
                    <m:oMathParaPr>
                      <m:jc m:val="centerGroup"/>
                    </m:oMathParaPr>
                    <m:oMath xmlns:m="http://schemas.openxmlformats.org/officeDocument/2006/math">
                      <m:acc>
                        <m:accPr>
                          <m:chr m:val="̂"/>
                          <m:ctrlPr>
                            <a:rPr lang="en-US" sz="1800" b="0" i="1" dirty="0" smtClean="0">
                              <a:solidFill>
                                <a:schemeClr val="tx1"/>
                              </a:solidFill>
                              <a:latin typeface="Cambria Math" panose="02040503050406030204" pitchFamily="18" charset="0"/>
                            </a:rPr>
                          </m:ctrlPr>
                        </m:accPr>
                        <m:e>
                          <m:r>
                            <a:rPr lang="en-US" sz="1800" b="0" i="1" dirty="0" smtClean="0">
                              <a:solidFill>
                                <a:schemeClr val="tx1"/>
                              </a:solidFill>
                              <a:latin typeface="Cambria Math" panose="02040503050406030204" pitchFamily="18" charset="0"/>
                            </a:rPr>
                            <m:t>𝑌</m:t>
                          </m:r>
                        </m:e>
                      </m:acc>
                      <m:r>
                        <a:rPr lang="en-US" sz="1800" b="0" i="1" dirty="0" smtClean="0">
                          <a:solidFill>
                            <a:schemeClr val="tx1"/>
                          </a:solidFill>
                          <a:latin typeface="Cambria Math" panose="02040503050406030204" pitchFamily="18" charset="0"/>
                        </a:rPr>
                        <m:t>←</m:t>
                      </m:r>
                      <m:func>
                        <m:funcPr>
                          <m:ctrlPr>
                            <a:rPr lang="en-US" sz="1800" b="0" i="1" dirty="0" smtClean="0">
                              <a:solidFill>
                                <a:schemeClr val="tx1"/>
                              </a:solidFill>
                              <a:latin typeface="Cambria Math" panose="02040503050406030204" pitchFamily="18" charset="0"/>
                            </a:rPr>
                          </m:ctrlPr>
                        </m:funcPr>
                        <m:fName>
                          <m:limLow>
                            <m:limLowPr>
                              <m:ctrlPr>
                                <a:rPr lang="en-US" sz="1800" b="0" i="1" dirty="0" smtClean="0">
                                  <a:solidFill>
                                    <a:schemeClr val="tx1"/>
                                  </a:solidFill>
                                  <a:latin typeface="Cambria Math" panose="02040503050406030204" pitchFamily="18" charset="0"/>
                                </a:rPr>
                              </m:ctrlPr>
                            </m:limLowPr>
                            <m:e>
                              <m:r>
                                <m:rPr>
                                  <m:sty m:val="p"/>
                                </m:rPr>
                                <a:rPr lang="en-US" sz="1800" b="0" i="0" dirty="0" smtClean="0">
                                  <a:solidFill>
                                    <a:schemeClr val="tx1"/>
                                  </a:solidFill>
                                  <a:latin typeface="Cambria Math" panose="02040503050406030204" pitchFamily="18" charset="0"/>
                                </a:rPr>
                                <m:t>argmax</m:t>
                              </m:r>
                            </m:e>
                            <m:lim>
                              <m:sSub>
                                <m:sSubPr>
                                  <m:ctrlPr>
                                    <a:rPr lang="en-US" sz="1800" b="0" i="1" dirty="0" smtClean="0">
                                      <a:solidFill>
                                        <a:schemeClr val="tx1"/>
                                      </a:solidFill>
                                      <a:latin typeface="Cambria Math" panose="02040503050406030204" pitchFamily="18" charset="0"/>
                                    </a:rPr>
                                  </m:ctrlPr>
                                </m:sSubPr>
                                <m:e>
                                  <m:r>
                                    <a:rPr lang="en-US" sz="1800" b="0" i="1" dirty="0" smtClean="0">
                                      <a:solidFill>
                                        <a:schemeClr val="tx1"/>
                                      </a:solidFill>
                                      <a:latin typeface="Cambria Math" panose="02040503050406030204" pitchFamily="18" charset="0"/>
                                    </a:rPr>
                                    <m:t>𝑦</m:t>
                                  </m:r>
                                </m:e>
                                <m:sub>
                                  <m:r>
                                    <a:rPr lang="en-US" sz="1800" b="0" i="1" dirty="0" smtClean="0">
                                      <a:solidFill>
                                        <a:schemeClr val="tx1"/>
                                      </a:solidFill>
                                      <a:latin typeface="Cambria Math" panose="02040503050406030204" pitchFamily="18" charset="0"/>
                                    </a:rPr>
                                    <m:t>𝑘</m:t>
                                  </m:r>
                                </m:sub>
                              </m:sSub>
                            </m:lim>
                          </m:limLow>
                        </m:fName>
                        <m:e>
                          <m:r>
                            <a:rPr lang="en-US" sz="1800" i="1">
                              <a:solidFill>
                                <a:schemeClr val="tx1"/>
                              </a:solidFill>
                              <a:latin typeface="Cambria Math" panose="02040503050406030204" pitchFamily="18" charset="0"/>
                            </a:rPr>
                            <m:t>𝑃</m:t>
                          </m:r>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𝑌</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𝑦</m:t>
                                  </m:r>
                                </m:e>
                                <m:sub>
                                  <m:r>
                                    <a:rPr lang="en-US" sz="1800" i="1">
                                      <a:solidFill>
                                        <a:schemeClr val="tx1"/>
                                      </a:solidFill>
                                      <a:latin typeface="Cambria Math" panose="02040503050406030204" pitchFamily="18" charset="0"/>
                                    </a:rPr>
                                    <m:t>𝑘</m:t>
                                  </m:r>
                                </m:sub>
                              </m:sSub>
                            </m:e>
                          </m:d>
                          <m:sSub>
                            <m:sSubPr>
                              <m:ctrlPr>
                                <a:rPr lang="en-US" sz="1800" i="1">
                                  <a:solidFill>
                                    <a:schemeClr val="tx1"/>
                                  </a:solidFill>
                                  <a:latin typeface="Cambria Math" panose="02040503050406030204" pitchFamily="18" charset="0"/>
                                </a:rPr>
                              </m:ctrlPr>
                            </m:sSubPr>
                            <m:e>
                              <m:r>
                                <m:rPr>
                                  <m:sty m:val="p"/>
                                </m:rPr>
                                <a:rPr lang="en-US" sz="1800">
                                  <a:solidFill>
                                    <a:schemeClr val="tx1"/>
                                  </a:solidFill>
                                  <a:latin typeface="Cambria Math" panose="02040503050406030204" pitchFamily="18" charset="0"/>
                                </a:rPr>
                                <m:t>Π</m:t>
                              </m:r>
                            </m:e>
                            <m:sub>
                              <m:r>
                                <a:rPr lang="en-US" sz="1800" i="1">
                                  <a:solidFill>
                                    <a:schemeClr val="tx1"/>
                                  </a:solidFill>
                                  <a:latin typeface="Cambria Math" panose="02040503050406030204" pitchFamily="18" charset="0"/>
                                </a:rPr>
                                <m:t>𝑖</m:t>
                              </m:r>
                            </m:sub>
                          </m:sSub>
                          <m:r>
                            <a:rPr lang="en-US" sz="1800" i="1">
                              <a:solidFill>
                                <a:schemeClr val="tx1"/>
                              </a:solidFill>
                              <a:latin typeface="Cambria Math" panose="02040503050406030204" pitchFamily="18" charset="0"/>
                            </a:rPr>
                            <m:t>𝑃</m:t>
                          </m:r>
                          <m:d>
                            <m:dPr>
                              <m:endChr m:val="|"/>
                              <m:ctrlPr>
                                <a:rPr lang="en-US" sz="1800" i="1">
                                  <a:solidFill>
                                    <a:schemeClr val="tx1"/>
                                  </a:solidFill>
                                  <a:latin typeface="Cambria Math" panose="02040503050406030204" pitchFamily="18" charset="0"/>
                                </a:rPr>
                              </m:ctrlPr>
                            </m:d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𝑋</m:t>
                                  </m:r>
                                </m:e>
                                <m:sub>
                                  <m:r>
                                    <a:rPr lang="en-US" sz="1800" i="1">
                                      <a:solidFill>
                                        <a:schemeClr val="tx1"/>
                                      </a:solidFill>
                                      <a:latin typeface="Cambria Math" panose="02040503050406030204" pitchFamily="18" charset="0"/>
                                    </a:rPr>
                                    <m:t>𝑖</m:t>
                                  </m:r>
                                </m:sub>
                              </m:sSub>
                            </m:e>
                          </m:d>
                          <m:r>
                            <a:rPr lang="en-US" sz="1800" i="1">
                              <a:solidFill>
                                <a:schemeClr val="tx1"/>
                              </a:solidFill>
                              <a:latin typeface="Cambria Math" panose="02040503050406030204" pitchFamily="18" charset="0"/>
                            </a:rPr>
                            <m:t>𝑌</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𝑦</m:t>
                              </m:r>
                            </m:e>
                            <m:sub>
                              <m:r>
                                <a:rPr lang="en-US" sz="1800" i="1">
                                  <a:solidFill>
                                    <a:schemeClr val="tx1"/>
                                  </a:solidFill>
                                  <a:latin typeface="Cambria Math" panose="02040503050406030204" pitchFamily="18" charset="0"/>
                                </a:rPr>
                                <m:t>𝑘</m:t>
                              </m:r>
                            </m:sub>
                          </m:sSub>
                          <m:r>
                            <a:rPr lang="en-US" sz="1800" i="1">
                              <a:solidFill>
                                <a:schemeClr val="tx1"/>
                              </a:solidFill>
                              <a:latin typeface="Cambria Math" panose="02040503050406030204" pitchFamily="18" charset="0"/>
                            </a:rPr>
                            <m:t>)</m:t>
                          </m:r>
                        </m:e>
                      </m:func>
                    </m:oMath>
                  </m:oMathPara>
                </a14:m>
                <a:endParaRPr lang="en-US" sz="1800" b="0" dirty="0">
                  <a:solidFill>
                    <a:schemeClr val="tx1"/>
                  </a:solidFill>
                  <a:latin typeface="+mn-lt"/>
                </a:endParaRPr>
              </a:p>
              <a:p>
                <a:pPr marL="0" indent="0">
                  <a:buNone/>
                </a:pPr>
                <a:endParaRPr lang="en-US" sz="1800" dirty="0">
                  <a:solidFill>
                    <a:schemeClr val="tx1"/>
                  </a:solidFill>
                  <a:latin typeface="+mn-lt"/>
                </a:endParaRPr>
              </a:p>
              <a:p>
                <a:pPr marL="0" indent="0">
                  <a:buNone/>
                </a:pPr>
                <a:endParaRPr lang="en-US" sz="1800" dirty="0">
                  <a:solidFill>
                    <a:schemeClr val="tx1"/>
                  </a:solidFill>
                  <a:latin typeface="+mn-lt"/>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8100" y="2209800"/>
                <a:ext cx="8964010" cy="4525963"/>
              </a:xfrm>
              <a:blipFill>
                <a:blip r:embed="rId2"/>
                <a:stretch>
                  <a:fillRect/>
                </a:stretch>
              </a:blipFill>
            </p:spPr>
            <p:txBody>
              <a:bodyPr/>
              <a:lstStyle/>
              <a:p>
                <a:r>
                  <a:rPr lang="en-US">
                    <a:noFill/>
                  </a:rPr>
                  <a:t> </a:t>
                </a:r>
              </a:p>
            </p:txBody>
          </p:sp>
        </mc:Fallback>
      </mc:AlternateContent>
      <p:sp>
        <p:nvSpPr>
          <p:cNvPr id="4" name="Footer Placeholder 3"/>
          <p:cNvSpPr>
            <a:spLocks noGrp="1"/>
          </p:cNvSpPr>
          <p:nvPr>
            <p:ph type="ftr" sz="quarter" idx="11"/>
          </p:nvPr>
        </p:nvSpPr>
        <p:spPr>
          <a:xfrm>
            <a:off x="2076157" y="6289753"/>
            <a:ext cx="1676693" cy="273844"/>
          </a:xfrm>
        </p:spPr>
        <p:txBody>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900" b="1" i="0" u="none" strike="noStrike" kern="0" cap="none" spc="0" normalizeH="0" baseline="0" noProof="0" dirty="0">
                <a:ln>
                  <a:noFill/>
                </a:ln>
                <a:solidFill>
                  <a:srgbClr val="000000"/>
                </a:solidFill>
                <a:effectLst/>
                <a:uLnTx/>
                <a:uFillTx/>
                <a:latin typeface="Tahoma"/>
                <a:ea typeface="Tahoma"/>
                <a:cs typeface="Tahoma"/>
                <a:sym typeface="Tahoma"/>
              </a:rPr>
              <a:t>Slide credit: Tom Mitchell</a:t>
            </a:r>
          </a:p>
        </p:txBody>
      </p:sp>
      <p:grpSp>
        <p:nvGrpSpPr>
          <p:cNvPr id="7" name="Group 6"/>
          <p:cNvGrpSpPr/>
          <p:nvPr/>
        </p:nvGrpSpPr>
        <p:grpSpPr>
          <a:xfrm>
            <a:off x="3733800" y="5486400"/>
            <a:ext cx="3348214" cy="755375"/>
            <a:chOff x="3613143" y="5603154"/>
            <a:chExt cx="3348214" cy="755375"/>
          </a:xfrm>
        </p:grpSpPr>
        <p:cxnSp>
          <p:nvCxnSpPr>
            <p:cNvPr id="6" name="Straight Arrow Connector 5"/>
            <p:cNvCxnSpPr/>
            <p:nvPr/>
          </p:nvCxnSpPr>
          <p:spPr>
            <a:xfrm flipV="1">
              <a:off x="3880133" y="5603154"/>
              <a:ext cx="76200" cy="4691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3613143" y="5917795"/>
              <a:ext cx="12192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1" i="0" u="none" strike="noStrike" kern="0" cap="none" spc="0" normalizeH="0" baseline="0" noProof="0" dirty="0">
                  <a:ln>
                    <a:noFill/>
                  </a:ln>
                  <a:solidFill>
                    <a:srgbClr val="000000"/>
                  </a:solidFill>
                  <a:effectLst/>
                  <a:uLnTx/>
                  <a:uFillTx/>
                  <a:latin typeface="Arial"/>
                  <a:ea typeface="Cambria" panose="02040503050406030204" pitchFamily="18" charset="0"/>
                  <a:cs typeface="Arial"/>
                  <a:sym typeface="Arial"/>
                </a:rPr>
                <a:t>Prior</a:t>
              </a:r>
            </a:p>
          </p:txBody>
        </p:sp>
        <p:grpSp>
          <p:nvGrpSpPr>
            <p:cNvPr id="5" name="Group 4"/>
            <p:cNvGrpSpPr/>
            <p:nvPr/>
          </p:nvGrpSpPr>
          <p:grpSpPr>
            <a:xfrm>
              <a:off x="5486252" y="5683242"/>
              <a:ext cx="1475105" cy="675287"/>
              <a:chOff x="5486252" y="5683242"/>
              <a:chExt cx="1475105" cy="675287"/>
            </a:xfrm>
          </p:grpSpPr>
          <p:sp>
            <p:nvSpPr>
              <p:cNvPr id="11" name="TextBox 10"/>
              <p:cNvSpPr txBox="1"/>
              <p:nvPr/>
            </p:nvSpPr>
            <p:spPr>
              <a:xfrm>
                <a:off x="5486252" y="5989197"/>
                <a:ext cx="1475105" cy="369332"/>
              </a:xfrm>
              <a:prstGeom prst="rect">
                <a:avLst/>
              </a:prstGeom>
              <a:noFill/>
            </p:spPr>
            <p:txBody>
              <a:bodyPr wrap="square" rtlCol="0">
                <a:spAutoFit/>
              </a:bodyPr>
              <a:lstStyle>
                <a:defPPr marR="0" lvl="0" algn="l" rtl="0">
                  <a:lnSpc>
                    <a:spcPct val="100000"/>
                  </a:lnSpc>
                  <a:spcBef>
                    <a:spcPts val="0"/>
                  </a:spcBef>
                  <a:spcAft>
                    <a:spcPts val="0"/>
                  </a:spcAft>
                </a:defPPr>
                <a:lvl1pPr>
                  <a:defRPr sz="2000" b="1">
                    <a:latin typeface="Cambria" panose="02040503050406030204" pitchFamily="18" charset="0"/>
                    <a:ea typeface="Cambria" panose="02040503050406030204" pitchFamily="18" charset="0"/>
                  </a:defRPr>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1" i="0" u="none" strike="noStrike" kern="0" cap="none" spc="0" normalizeH="0" baseline="0" noProof="0" dirty="0">
                    <a:ln>
                      <a:noFill/>
                    </a:ln>
                    <a:solidFill>
                      <a:srgbClr val="000000"/>
                    </a:solidFill>
                    <a:effectLst/>
                    <a:uLnTx/>
                    <a:uFillTx/>
                    <a:latin typeface="Arial"/>
                    <a:ea typeface="Cambria" panose="02040503050406030204" pitchFamily="18" charset="0"/>
                    <a:cs typeface="Arial"/>
                    <a:sym typeface="Arial"/>
                  </a:rPr>
                  <a:t>Likelihood</a:t>
                </a:r>
              </a:p>
            </p:txBody>
          </p:sp>
          <p:cxnSp>
            <p:nvCxnSpPr>
              <p:cNvPr id="12" name="Straight Arrow Connector 11"/>
              <p:cNvCxnSpPr/>
              <p:nvPr/>
            </p:nvCxnSpPr>
            <p:spPr>
              <a:xfrm flipV="1">
                <a:off x="5998624" y="5683242"/>
                <a:ext cx="76200" cy="4691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sp>
        <p:nvSpPr>
          <p:cNvPr id="8" name="Rectangle 7"/>
          <p:cNvSpPr/>
          <p:nvPr/>
        </p:nvSpPr>
        <p:spPr>
          <a:xfrm>
            <a:off x="145873" y="1389760"/>
            <a:ext cx="8748464" cy="369332"/>
          </a:xfrm>
          <a:prstGeom prst="rect">
            <a:avLst/>
          </a:prstGeom>
          <a:ln>
            <a:solidFill>
              <a:srgbClr val="FF0000"/>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800" b="0" i="0" u="none" strike="noStrike" kern="0" cap="none" spc="0" normalizeH="0" baseline="0" noProof="0" dirty="0">
                <a:ln>
                  <a:noFill/>
                </a:ln>
                <a:solidFill>
                  <a:srgbClr val="000000"/>
                </a:solidFill>
                <a:effectLst/>
                <a:uLnTx/>
                <a:uFillTx/>
                <a:latin typeface="Arial"/>
                <a:ea typeface="+mn-ea"/>
                <a:cs typeface="Arial"/>
                <a:sym typeface="Arial"/>
              </a:rPr>
              <a:t>Goal of learning P(Y|X) where X = &lt;X</a:t>
            </a:r>
            <a:r>
              <a:rPr kumimoji="0" lang="en-IN" sz="1800" b="0" i="0" u="none" strike="noStrike" kern="0" cap="none" spc="0" normalizeH="0" baseline="-25000" noProof="0" dirty="0">
                <a:ln>
                  <a:noFill/>
                </a:ln>
                <a:solidFill>
                  <a:srgbClr val="000000"/>
                </a:solidFill>
                <a:effectLst/>
                <a:uLnTx/>
                <a:uFillTx/>
                <a:latin typeface="Arial"/>
                <a:ea typeface="+mn-ea"/>
                <a:cs typeface="Arial"/>
                <a:sym typeface="Arial"/>
              </a:rPr>
              <a:t>1</a:t>
            </a:r>
            <a:r>
              <a:rPr kumimoji="0" lang="en-IN" sz="1800" b="0" i="0" u="none" strike="noStrike" kern="0" cap="none" spc="0" normalizeH="0" baseline="0" noProof="0" dirty="0">
                <a:ln>
                  <a:noFill/>
                </a:ln>
                <a:solidFill>
                  <a:srgbClr val="000000"/>
                </a:solidFill>
                <a:effectLst/>
                <a:uLnTx/>
                <a:uFillTx/>
                <a:latin typeface="Arial"/>
                <a:ea typeface="+mn-ea"/>
                <a:cs typeface="Arial"/>
                <a:sym typeface="Arial"/>
              </a:rPr>
              <a:t>,…, </a:t>
            </a:r>
            <a:r>
              <a:rPr kumimoji="0" lang="en-IN" sz="1800" b="0" i="0" u="none" strike="noStrike" kern="0" cap="none" spc="0" normalizeH="0" baseline="0" noProof="0" dirty="0" err="1">
                <a:ln>
                  <a:noFill/>
                </a:ln>
                <a:solidFill>
                  <a:srgbClr val="000000"/>
                </a:solidFill>
                <a:effectLst/>
                <a:uLnTx/>
                <a:uFillTx/>
                <a:latin typeface="Arial"/>
                <a:ea typeface="+mn-ea"/>
                <a:cs typeface="Arial"/>
                <a:sym typeface="Arial"/>
              </a:rPr>
              <a:t>X</a:t>
            </a:r>
            <a:r>
              <a:rPr kumimoji="0" lang="en-IN" sz="1800" b="0" i="0" u="none" strike="noStrike" kern="0" cap="none" spc="0" normalizeH="0" baseline="-25000" noProof="0" dirty="0" err="1">
                <a:ln>
                  <a:noFill/>
                </a:ln>
                <a:solidFill>
                  <a:srgbClr val="000000"/>
                </a:solidFill>
                <a:effectLst/>
                <a:uLnTx/>
                <a:uFillTx/>
                <a:latin typeface="Arial"/>
                <a:ea typeface="+mn-ea"/>
                <a:cs typeface="Arial"/>
                <a:sym typeface="Arial"/>
              </a:rPr>
              <a:t>n</a:t>
            </a:r>
            <a:r>
              <a:rPr kumimoji="0" lang="en-IN" sz="1800" b="0" i="0" u="none" strike="noStrike" kern="0" cap="none" spc="0" normalizeH="0" baseline="0" noProof="0" dirty="0">
                <a:ln>
                  <a:noFill/>
                </a:ln>
                <a:solidFill>
                  <a:srgbClr val="000000"/>
                </a:solidFill>
                <a:effectLst/>
                <a:uLnTx/>
                <a:uFillTx/>
                <a:latin typeface="Arial"/>
                <a:ea typeface="+mn-ea"/>
                <a:cs typeface="Arial"/>
                <a:sym typeface="Arial"/>
              </a:rPr>
              <a:t>&gt;</a:t>
            </a:r>
          </a:p>
        </p:txBody>
      </p:sp>
    </p:spTree>
    <p:extLst>
      <p:ext uri="{BB962C8B-B14F-4D97-AF65-F5344CB8AC3E}">
        <p14:creationId xmlns:p14="http://schemas.microsoft.com/office/powerpoint/2010/main" val="35558062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nvGraphicFramePr>
        <p:xfrm>
          <a:off x="5791200" y="3869934"/>
          <a:ext cx="3352800" cy="2683266"/>
        </p:xfrm>
        <a:graphic>
          <a:graphicData uri="http://schemas.openxmlformats.org/drawingml/2006/table">
            <a:tbl>
              <a:tblPr firstRow="1" bandRow="1">
                <a:tableStyleId>{69012ECD-51FC-41F1-AA8D-1B2483CD663E}</a:tableStyleId>
              </a:tblPr>
              <a:tblGrid>
                <a:gridCol w="443753">
                  <a:extLst>
                    <a:ext uri="{9D8B030D-6E8A-4147-A177-3AD203B41FA5}">
                      <a16:colId xmlns:a16="http://schemas.microsoft.com/office/drawing/2014/main" val="20000"/>
                    </a:ext>
                  </a:extLst>
                </a:gridCol>
                <a:gridCol w="546847">
                  <a:extLst>
                    <a:ext uri="{9D8B030D-6E8A-4147-A177-3AD203B41FA5}">
                      <a16:colId xmlns:a16="http://schemas.microsoft.com/office/drawing/2014/main" val="20001"/>
                    </a:ext>
                  </a:extLst>
                </a:gridCol>
                <a:gridCol w="636494">
                  <a:extLst>
                    <a:ext uri="{9D8B030D-6E8A-4147-A177-3AD203B41FA5}">
                      <a16:colId xmlns:a16="http://schemas.microsoft.com/office/drawing/2014/main" val="20002"/>
                    </a:ext>
                  </a:extLst>
                </a:gridCol>
                <a:gridCol w="493059">
                  <a:extLst>
                    <a:ext uri="{9D8B030D-6E8A-4147-A177-3AD203B41FA5}">
                      <a16:colId xmlns:a16="http://schemas.microsoft.com/office/drawing/2014/main" val="20003"/>
                    </a:ext>
                  </a:extLst>
                </a:gridCol>
                <a:gridCol w="542365">
                  <a:extLst>
                    <a:ext uri="{9D8B030D-6E8A-4147-A177-3AD203B41FA5}">
                      <a16:colId xmlns:a16="http://schemas.microsoft.com/office/drawing/2014/main" val="20004"/>
                    </a:ext>
                  </a:extLst>
                </a:gridCol>
                <a:gridCol w="690282">
                  <a:extLst>
                    <a:ext uri="{9D8B030D-6E8A-4147-A177-3AD203B41FA5}">
                      <a16:colId xmlns:a16="http://schemas.microsoft.com/office/drawing/2014/main" val="20005"/>
                    </a:ext>
                  </a:extLst>
                </a:gridCol>
              </a:tblGrid>
              <a:tr h="373338">
                <a:tc>
                  <a:txBody>
                    <a:bodyPr/>
                    <a:lstStyle/>
                    <a:p>
                      <a:r>
                        <a:rPr lang="en-US" sz="800" dirty="0"/>
                        <a:t>Sky</a:t>
                      </a:r>
                      <a:endParaRPr lang="en-US" sz="800" b="1" dirty="0"/>
                    </a:p>
                  </a:txBody>
                  <a:tcPr/>
                </a:tc>
                <a:tc>
                  <a:txBody>
                    <a:bodyPr/>
                    <a:lstStyle/>
                    <a:p>
                      <a:r>
                        <a:rPr lang="en-US" sz="800" dirty="0" err="1"/>
                        <a:t>AirTemp</a:t>
                      </a:r>
                      <a:endParaRPr lang="en-US" sz="800" b="1" dirty="0"/>
                    </a:p>
                  </a:txBody>
                  <a:tcPr/>
                </a:tc>
                <a:tc>
                  <a:txBody>
                    <a:bodyPr/>
                    <a:lstStyle/>
                    <a:p>
                      <a:r>
                        <a:rPr lang="en-US" sz="800" dirty="0"/>
                        <a:t>Humidity</a:t>
                      </a:r>
                      <a:endParaRPr lang="en-US" sz="800" b="1" dirty="0"/>
                    </a:p>
                  </a:txBody>
                  <a:tcPr/>
                </a:tc>
                <a:tc>
                  <a:txBody>
                    <a:bodyPr/>
                    <a:lstStyle/>
                    <a:p>
                      <a:r>
                        <a:rPr lang="en-US" sz="800" dirty="0"/>
                        <a:t>Wind</a:t>
                      </a:r>
                      <a:endParaRPr lang="en-US" sz="800" b="1" dirty="0"/>
                    </a:p>
                  </a:txBody>
                  <a:tcPr/>
                </a:tc>
                <a:tc>
                  <a:txBody>
                    <a:bodyPr/>
                    <a:lstStyle/>
                    <a:p>
                      <a:r>
                        <a:rPr lang="en-US" sz="800" dirty="0"/>
                        <a:t>Forecast</a:t>
                      </a:r>
                      <a:endParaRPr lang="en-US" sz="800" b="1" dirty="0"/>
                    </a:p>
                  </a:txBody>
                  <a:tcPr/>
                </a:tc>
                <a:tc>
                  <a:txBody>
                    <a:bodyPr/>
                    <a:lstStyle/>
                    <a:p>
                      <a:r>
                        <a:rPr lang="en-US" sz="800" dirty="0"/>
                        <a:t>Enjoy</a:t>
                      </a:r>
                    </a:p>
                    <a:p>
                      <a:r>
                        <a:rPr lang="en-US" sz="800" dirty="0"/>
                        <a:t>Sport?</a:t>
                      </a:r>
                      <a:endParaRPr lang="en-US" sz="800" b="1" i="1" dirty="0"/>
                    </a:p>
                  </a:txBody>
                  <a:tcPr/>
                </a:tc>
                <a:extLst>
                  <a:ext uri="{0D108BD9-81ED-4DB2-BD59-A6C34878D82A}">
                    <a16:rowId xmlns:a16="http://schemas.microsoft.com/office/drawing/2014/main" val="10000"/>
                  </a:ext>
                </a:extLst>
              </a:tr>
              <a:tr h="288741">
                <a:tc>
                  <a:txBody>
                    <a:bodyPr/>
                    <a:lstStyle/>
                    <a:p>
                      <a:r>
                        <a:rPr lang="en-US" sz="800"/>
                        <a:t>Sunny</a:t>
                      </a:r>
                      <a:endParaRPr lang="en-US" sz="800" dirty="0"/>
                    </a:p>
                  </a:txBody>
                  <a:tcPr/>
                </a:tc>
                <a:tc>
                  <a:txBody>
                    <a:bodyPr/>
                    <a:lstStyle/>
                    <a:p>
                      <a:r>
                        <a:rPr lang="en-US" sz="800"/>
                        <a:t>Warm</a:t>
                      </a:r>
                      <a:endParaRPr lang="en-US" sz="800" dirty="0"/>
                    </a:p>
                  </a:txBody>
                  <a:tcPr/>
                </a:tc>
                <a:tc>
                  <a:txBody>
                    <a:bodyPr/>
                    <a:lstStyle/>
                    <a:p>
                      <a:r>
                        <a:rPr lang="en-US" sz="800" dirty="0"/>
                        <a:t>Normal</a:t>
                      </a:r>
                    </a:p>
                  </a:txBody>
                  <a:tcPr/>
                </a:tc>
                <a:tc>
                  <a:txBody>
                    <a:bodyPr/>
                    <a:lstStyle/>
                    <a:p>
                      <a:r>
                        <a:rPr lang="en-US" sz="800"/>
                        <a:t>Strong</a:t>
                      </a:r>
                      <a:endParaRPr lang="en-US" sz="800" dirty="0"/>
                    </a:p>
                  </a:txBody>
                  <a:tcPr/>
                </a:tc>
                <a:tc>
                  <a:txBody>
                    <a:bodyPr/>
                    <a:lstStyle/>
                    <a:p>
                      <a:r>
                        <a:rPr lang="en-US" sz="800"/>
                        <a:t>Same</a:t>
                      </a:r>
                      <a:endParaRPr lang="en-US" sz="800" dirty="0"/>
                    </a:p>
                  </a:txBody>
                  <a:tcPr/>
                </a:tc>
                <a:tc>
                  <a:txBody>
                    <a:bodyPr/>
                    <a:lstStyle/>
                    <a:p>
                      <a:r>
                        <a:rPr lang="en-US" sz="800"/>
                        <a:t>Yes</a:t>
                      </a:r>
                      <a:endParaRPr lang="en-US" sz="800" dirty="0"/>
                    </a:p>
                  </a:txBody>
                  <a:tcPr/>
                </a:tc>
                <a:extLst>
                  <a:ext uri="{0D108BD9-81ED-4DB2-BD59-A6C34878D82A}">
                    <a16:rowId xmlns:a16="http://schemas.microsoft.com/office/drawing/2014/main" val="10001"/>
                  </a:ext>
                </a:extLst>
              </a:tr>
              <a:tr h="288741">
                <a:tc>
                  <a:txBody>
                    <a:bodyPr/>
                    <a:lstStyle/>
                    <a:p>
                      <a:r>
                        <a:rPr lang="en-US" sz="800" dirty="0"/>
                        <a:t>Sunny</a:t>
                      </a:r>
                    </a:p>
                  </a:txBody>
                  <a:tcPr/>
                </a:tc>
                <a:tc>
                  <a:txBody>
                    <a:bodyPr/>
                    <a:lstStyle/>
                    <a:p>
                      <a:r>
                        <a:rPr lang="en-US" sz="800"/>
                        <a:t>Warm</a:t>
                      </a:r>
                      <a:endParaRPr lang="en-US" sz="800" dirty="0"/>
                    </a:p>
                  </a:txBody>
                  <a:tcPr/>
                </a:tc>
                <a:tc>
                  <a:txBody>
                    <a:bodyPr/>
                    <a:lstStyle/>
                    <a:p>
                      <a:r>
                        <a:rPr lang="en-US" sz="800"/>
                        <a:t>High</a:t>
                      </a:r>
                      <a:endParaRPr lang="en-US" sz="800" dirty="0"/>
                    </a:p>
                  </a:txBody>
                  <a:tcPr/>
                </a:tc>
                <a:tc>
                  <a:txBody>
                    <a:bodyPr/>
                    <a:lstStyle/>
                    <a:p>
                      <a:r>
                        <a:rPr lang="en-US" sz="800"/>
                        <a:t>Strong</a:t>
                      </a:r>
                      <a:endParaRPr lang="en-US" sz="800" dirty="0"/>
                    </a:p>
                  </a:txBody>
                  <a:tcPr/>
                </a:tc>
                <a:tc>
                  <a:txBody>
                    <a:bodyPr/>
                    <a:lstStyle/>
                    <a:p>
                      <a:r>
                        <a:rPr lang="en-US" sz="800"/>
                        <a:t>Same</a:t>
                      </a:r>
                      <a:endParaRPr lang="en-US" sz="800" dirty="0"/>
                    </a:p>
                  </a:txBody>
                  <a:tcPr/>
                </a:tc>
                <a:tc>
                  <a:txBody>
                    <a:bodyPr/>
                    <a:lstStyle/>
                    <a:p>
                      <a:r>
                        <a:rPr lang="en-US" sz="800" dirty="0"/>
                        <a:t>No</a:t>
                      </a:r>
                    </a:p>
                  </a:txBody>
                  <a:tcPr/>
                </a:tc>
                <a:extLst>
                  <a:ext uri="{0D108BD9-81ED-4DB2-BD59-A6C34878D82A}">
                    <a16:rowId xmlns:a16="http://schemas.microsoft.com/office/drawing/2014/main" val="10002"/>
                  </a:ext>
                </a:extLst>
              </a:tr>
              <a:tr h="288741">
                <a:tc>
                  <a:txBody>
                    <a:bodyPr/>
                    <a:lstStyle/>
                    <a:p>
                      <a:r>
                        <a:rPr lang="en-US" sz="800"/>
                        <a:t>Rainy</a:t>
                      </a:r>
                      <a:endParaRPr lang="en-US" sz="800" dirty="0"/>
                    </a:p>
                  </a:txBody>
                  <a:tcPr/>
                </a:tc>
                <a:tc>
                  <a:txBody>
                    <a:bodyPr/>
                    <a:lstStyle/>
                    <a:p>
                      <a:r>
                        <a:rPr lang="en-US" sz="800"/>
                        <a:t>Cold</a:t>
                      </a:r>
                      <a:endParaRPr lang="en-US" sz="800" dirty="0"/>
                    </a:p>
                  </a:txBody>
                  <a:tcPr/>
                </a:tc>
                <a:tc>
                  <a:txBody>
                    <a:bodyPr/>
                    <a:lstStyle/>
                    <a:p>
                      <a:r>
                        <a:rPr lang="en-US" sz="800"/>
                        <a:t>High</a:t>
                      </a:r>
                      <a:endParaRPr lang="en-US" sz="800" dirty="0"/>
                    </a:p>
                  </a:txBody>
                  <a:tcPr/>
                </a:tc>
                <a:tc>
                  <a:txBody>
                    <a:bodyPr/>
                    <a:lstStyle/>
                    <a:p>
                      <a:r>
                        <a:rPr lang="en-US" sz="800"/>
                        <a:t>Strong</a:t>
                      </a:r>
                      <a:endParaRPr lang="en-US" sz="800" dirty="0"/>
                    </a:p>
                  </a:txBody>
                  <a:tcPr/>
                </a:tc>
                <a:tc>
                  <a:txBody>
                    <a:bodyPr/>
                    <a:lstStyle/>
                    <a:p>
                      <a:r>
                        <a:rPr lang="en-US" sz="800"/>
                        <a:t>Change</a:t>
                      </a:r>
                      <a:endParaRPr lang="en-US" sz="800" dirty="0"/>
                    </a:p>
                  </a:txBody>
                  <a:tcPr/>
                </a:tc>
                <a:tc>
                  <a:txBody>
                    <a:bodyPr/>
                    <a:lstStyle/>
                    <a:p>
                      <a:r>
                        <a:rPr lang="en-US" sz="800" dirty="0"/>
                        <a:t>No</a:t>
                      </a:r>
                    </a:p>
                  </a:txBody>
                  <a:tcPr/>
                </a:tc>
                <a:extLst>
                  <a:ext uri="{0D108BD9-81ED-4DB2-BD59-A6C34878D82A}">
                    <a16:rowId xmlns:a16="http://schemas.microsoft.com/office/drawing/2014/main" val="10003"/>
                  </a:ext>
                </a:extLst>
              </a:tr>
              <a:tr h="288741">
                <a:tc>
                  <a:txBody>
                    <a:bodyPr/>
                    <a:lstStyle/>
                    <a:p>
                      <a:r>
                        <a:rPr lang="en-US" sz="800" dirty="0"/>
                        <a:t>Sunny</a:t>
                      </a:r>
                    </a:p>
                  </a:txBody>
                  <a:tcPr/>
                </a:tc>
                <a:tc>
                  <a:txBody>
                    <a:bodyPr/>
                    <a:lstStyle/>
                    <a:p>
                      <a:r>
                        <a:rPr lang="en-US" sz="800"/>
                        <a:t>Warm</a:t>
                      </a:r>
                      <a:endParaRPr lang="en-US" sz="800" dirty="0"/>
                    </a:p>
                  </a:txBody>
                  <a:tcPr/>
                </a:tc>
                <a:tc>
                  <a:txBody>
                    <a:bodyPr/>
                    <a:lstStyle/>
                    <a:p>
                      <a:r>
                        <a:rPr lang="en-US" sz="800" dirty="0"/>
                        <a:t>Normal</a:t>
                      </a:r>
                    </a:p>
                  </a:txBody>
                  <a:tcPr/>
                </a:tc>
                <a:tc>
                  <a:txBody>
                    <a:bodyPr/>
                    <a:lstStyle/>
                    <a:p>
                      <a:r>
                        <a:rPr lang="en-US" sz="800" dirty="0"/>
                        <a:t>Breeze</a:t>
                      </a:r>
                    </a:p>
                  </a:txBody>
                  <a:tcPr/>
                </a:tc>
                <a:tc>
                  <a:txBody>
                    <a:bodyPr/>
                    <a:lstStyle/>
                    <a:p>
                      <a:r>
                        <a:rPr lang="en-US" sz="800"/>
                        <a:t>Same</a:t>
                      </a:r>
                      <a:endParaRPr lang="en-US" sz="800" dirty="0"/>
                    </a:p>
                  </a:txBody>
                  <a:tcPr/>
                </a:tc>
                <a:tc>
                  <a:txBody>
                    <a:bodyPr/>
                    <a:lstStyle/>
                    <a:p>
                      <a:r>
                        <a:rPr lang="en-US" sz="800" dirty="0"/>
                        <a:t>Yes</a:t>
                      </a:r>
                    </a:p>
                  </a:txBody>
                  <a:tcPr/>
                </a:tc>
                <a:extLst>
                  <a:ext uri="{0D108BD9-81ED-4DB2-BD59-A6C34878D82A}">
                    <a16:rowId xmlns:a16="http://schemas.microsoft.com/office/drawing/2014/main" val="10004"/>
                  </a:ext>
                </a:extLst>
              </a:tr>
              <a:tr h="288741">
                <a:tc>
                  <a:txBody>
                    <a:bodyPr/>
                    <a:lstStyle/>
                    <a:p>
                      <a:r>
                        <a:rPr lang="en-US" sz="800" dirty="0"/>
                        <a:t>Sunny</a:t>
                      </a:r>
                    </a:p>
                  </a:txBody>
                  <a:tcPr/>
                </a:tc>
                <a:tc>
                  <a:txBody>
                    <a:bodyPr/>
                    <a:lstStyle/>
                    <a:p>
                      <a:r>
                        <a:rPr lang="en-US" sz="800" dirty="0"/>
                        <a:t>Hot</a:t>
                      </a:r>
                    </a:p>
                  </a:txBody>
                  <a:tcPr/>
                </a:tc>
                <a:tc>
                  <a:txBody>
                    <a:bodyPr/>
                    <a:lstStyle/>
                    <a:p>
                      <a:r>
                        <a:rPr lang="en-US" sz="800" dirty="0"/>
                        <a:t>Normal</a:t>
                      </a:r>
                    </a:p>
                  </a:txBody>
                  <a:tcPr/>
                </a:tc>
                <a:tc>
                  <a:txBody>
                    <a:bodyPr/>
                    <a:lstStyle/>
                    <a:p>
                      <a:r>
                        <a:rPr lang="en-US" sz="800" dirty="0"/>
                        <a:t>Breeze</a:t>
                      </a:r>
                    </a:p>
                  </a:txBody>
                  <a:tcPr/>
                </a:tc>
                <a:tc>
                  <a:txBody>
                    <a:bodyPr/>
                    <a:lstStyle/>
                    <a:p>
                      <a:r>
                        <a:rPr lang="en-US" sz="800"/>
                        <a:t>Same</a:t>
                      </a:r>
                      <a:endParaRPr lang="en-US" sz="800" dirty="0"/>
                    </a:p>
                  </a:txBody>
                  <a:tcPr/>
                </a:tc>
                <a:tc>
                  <a:txBody>
                    <a:bodyPr/>
                    <a:lstStyle/>
                    <a:p>
                      <a:r>
                        <a:rPr lang="en-US" sz="800" dirty="0"/>
                        <a:t>No</a:t>
                      </a:r>
                    </a:p>
                  </a:txBody>
                  <a:tcPr/>
                </a:tc>
                <a:extLst>
                  <a:ext uri="{0D108BD9-81ED-4DB2-BD59-A6C34878D82A}">
                    <a16:rowId xmlns:a16="http://schemas.microsoft.com/office/drawing/2014/main" val="10005"/>
                  </a:ext>
                </a:extLst>
              </a:tr>
              <a:tr h="288741">
                <a:tc>
                  <a:txBody>
                    <a:bodyPr/>
                    <a:lstStyle/>
                    <a:p>
                      <a:r>
                        <a:rPr lang="en-US" sz="800"/>
                        <a:t>Rainy</a:t>
                      </a:r>
                      <a:endParaRPr lang="en-US" sz="800" dirty="0"/>
                    </a:p>
                  </a:txBody>
                  <a:tcPr/>
                </a:tc>
                <a:tc>
                  <a:txBody>
                    <a:bodyPr/>
                    <a:lstStyle/>
                    <a:p>
                      <a:r>
                        <a:rPr lang="en-US" sz="800"/>
                        <a:t>Cold</a:t>
                      </a:r>
                      <a:endParaRPr lang="en-US" sz="800" dirty="0"/>
                    </a:p>
                  </a:txBody>
                  <a:tcPr/>
                </a:tc>
                <a:tc>
                  <a:txBody>
                    <a:bodyPr/>
                    <a:lstStyle/>
                    <a:p>
                      <a:r>
                        <a:rPr lang="en-US" sz="800"/>
                        <a:t>High</a:t>
                      </a:r>
                      <a:endParaRPr lang="en-US" sz="800" dirty="0"/>
                    </a:p>
                  </a:txBody>
                  <a:tcPr/>
                </a:tc>
                <a:tc>
                  <a:txBody>
                    <a:bodyPr/>
                    <a:lstStyle/>
                    <a:p>
                      <a:r>
                        <a:rPr lang="en-US" sz="800"/>
                        <a:t>Strong</a:t>
                      </a:r>
                      <a:endParaRPr lang="en-US" sz="800" dirty="0"/>
                    </a:p>
                  </a:txBody>
                  <a:tcPr/>
                </a:tc>
                <a:tc>
                  <a:txBody>
                    <a:bodyPr/>
                    <a:lstStyle/>
                    <a:p>
                      <a:r>
                        <a:rPr lang="en-US" sz="800"/>
                        <a:t>Change</a:t>
                      </a:r>
                      <a:endParaRPr lang="en-US" sz="800" dirty="0"/>
                    </a:p>
                  </a:txBody>
                  <a:tcPr/>
                </a:tc>
                <a:tc>
                  <a:txBody>
                    <a:bodyPr/>
                    <a:lstStyle/>
                    <a:p>
                      <a:r>
                        <a:rPr lang="en-US" sz="800" dirty="0"/>
                        <a:t>No</a:t>
                      </a:r>
                    </a:p>
                  </a:txBody>
                  <a:tcPr/>
                </a:tc>
                <a:extLst>
                  <a:ext uri="{0D108BD9-81ED-4DB2-BD59-A6C34878D82A}">
                    <a16:rowId xmlns:a16="http://schemas.microsoft.com/office/drawing/2014/main" val="10006"/>
                  </a:ext>
                </a:extLst>
              </a:tr>
              <a:tr h="288741">
                <a:tc>
                  <a:txBody>
                    <a:bodyPr/>
                    <a:lstStyle/>
                    <a:p>
                      <a:r>
                        <a:rPr lang="en-US" sz="800"/>
                        <a:t>Sunny</a:t>
                      </a:r>
                      <a:endParaRPr lang="en-US" sz="800" dirty="0"/>
                    </a:p>
                  </a:txBody>
                  <a:tcPr/>
                </a:tc>
                <a:tc>
                  <a:txBody>
                    <a:bodyPr/>
                    <a:lstStyle/>
                    <a:p>
                      <a:r>
                        <a:rPr lang="en-US" sz="800"/>
                        <a:t>Warm</a:t>
                      </a:r>
                      <a:endParaRPr lang="en-US" sz="800" dirty="0"/>
                    </a:p>
                  </a:txBody>
                  <a:tcPr/>
                </a:tc>
                <a:tc>
                  <a:txBody>
                    <a:bodyPr/>
                    <a:lstStyle/>
                    <a:p>
                      <a:r>
                        <a:rPr lang="en-US" sz="800"/>
                        <a:t>High</a:t>
                      </a:r>
                      <a:endParaRPr lang="en-US" sz="800" dirty="0"/>
                    </a:p>
                  </a:txBody>
                  <a:tcPr/>
                </a:tc>
                <a:tc>
                  <a:txBody>
                    <a:bodyPr/>
                    <a:lstStyle/>
                    <a:p>
                      <a:r>
                        <a:rPr lang="en-US" sz="800"/>
                        <a:t>Strong</a:t>
                      </a:r>
                      <a:endParaRPr lang="en-US" sz="800" dirty="0"/>
                    </a:p>
                  </a:txBody>
                  <a:tcPr/>
                </a:tc>
                <a:tc>
                  <a:txBody>
                    <a:bodyPr/>
                    <a:lstStyle/>
                    <a:p>
                      <a:r>
                        <a:rPr lang="en-US" sz="800"/>
                        <a:t>Change</a:t>
                      </a:r>
                      <a:endParaRPr lang="en-US" sz="800" dirty="0"/>
                    </a:p>
                  </a:txBody>
                  <a:tcPr/>
                </a:tc>
                <a:tc>
                  <a:txBody>
                    <a:bodyPr/>
                    <a:lstStyle/>
                    <a:p>
                      <a:r>
                        <a:rPr lang="en-US" sz="800" dirty="0"/>
                        <a:t>Yes</a:t>
                      </a:r>
                    </a:p>
                  </a:txBody>
                  <a:tcPr/>
                </a:tc>
                <a:extLst>
                  <a:ext uri="{0D108BD9-81ED-4DB2-BD59-A6C34878D82A}">
                    <a16:rowId xmlns:a16="http://schemas.microsoft.com/office/drawing/2014/main" val="10007"/>
                  </a:ext>
                </a:extLst>
              </a:tr>
              <a:tr h="288741">
                <a:tc>
                  <a:txBody>
                    <a:bodyPr/>
                    <a:lstStyle/>
                    <a:p>
                      <a:r>
                        <a:rPr lang="en-US" sz="800" dirty="0"/>
                        <a:t>Rainy</a:t>
                      </a:r>
                    </a:p>
                  </a:txBody>
                  <a:tcPr>
                    <a:solidFill>
                      <a:schemeClr val="bg2"/>
                    </a:solidFill>
                  </a:tcPr>
                </a:tc>
                <a:tc>
                  <a:txBody>
                    <a:bodyPr/>
                    <a:lstStyle/>
                    <a:p>
                      <a:r>
                        <a:rPr lang="en-US" sz="800" dirty="0"/>
                        <a:t>Warm</a:t>
                      </a:r>
                    </a:p>
                  </a:txBody>
                  <a:tcPr>
                    <a:solidFill>
                      <a:schemeClr val="bg2"/>
                    </a:solidFill>
                  </a:tcPr>
                </a:tc>
                <a:tc>
                  <a:txBody>
                    <a:bodyPr/>
                    <a:lstStyle/>
                    <a:p>
                      <a:r>
                        <a:rPr lang="en-US" sz="800" dirty="0"/>
                        <a:t>Normal</a:t>
                      </a:r>
                    </a:p>
                  </a:txBody>
                  <a:tcPr>
                    <a:solidFill>
                      <a:schemeClr val="bg2"/>
                    </a:solidFill>
                  </a:tcPr>
                </a:tc>
                <a:tc>
                  <a:txBody>
                    <a:bodyPr/>
                    <a:lstStyle/>
                    <a:p>
                      <a:r>
                        <a:rPr lang="en-US" sz="800" dirty="0"/>
                        <a:t>Breeze</a:t>
                      </a:r>
                    </a:p>
                  </a:txBody>
                  <a:tcPr>
                    <a:solidFill>
                      <a:schemeClr val="bg2"/>
                    </a:solidFill>
                  </a:tcPr>
                </a:tc>
                <a:tc>
                  <a:txBody>
                    <a:bodyPr/>
                    <a:lstStyle/>
                    <a:p>
                      <a:r>
                        <a:rPr lang="en-US" sz="800" dirty="0"/>
                        <a:t>Same</a:t>
                      </a:r>
                    </a:p>
                  </a:txBody>
                  <a:tcPr>
                    <a:solidFill>
                      <a:schemeClr val="bg2"/>
                    </a:solidFill>
                  </a:tcPr>
                </a:tc>
                <a:tc>
                  <a:txBody>
                    <a:bodyPr/>
                    <a:lstStyle/>
                    <a:p>
                      <a:r>
                        <a:rPr lang="en-US" sz="800" dirty="0"/>
                        <a:t>Yes</a:t>
                      </a:r>
                    </a:p>
                  </a:txBody>
                  <a:tcPr>
                    <a:solidFill>
                      <a:schemeClr val="bg2"/>
                    </a:solidFill>
                  </a:tcPr>
                </a:tc>
                <a:extLst>
                  <a:ext uri="{0D108BD9-81ED-4DB2-BD59-A6C34878D82A}">
                    <a16:rowId xmlns:a16="http://schemas.microsoft.com/office/drawing/2014/main" val="10008"/>
                  </a:ext>
                </a:extLst>
              </a:tr>
            </a:tbl>
          </a:graphicData>
        </a:graphic>
      </p:graphicFrame>
      <p:pic>
        <p:nvPicPr>
          <p:cNvPr id="6" name="Picture 5"/>
          <p:cNvPicPr>
            <a:picLocks noChangeAspect="1"/>
          </p:cNvPicPr>
          <p:nvPr/>
        </p:nvPicPr>
        <p:blipFill>
          <a:blip r:embed="rId2"/>
          <a:stretch>
            <a:fillRect/>
          </a:stretch>
        </p:blipFill>
        <p:spPr>
          <a:xfrm>
            <a:off x="304800" y="1493837"/>
            <a:ext cx="4391025" cy="2514600"/>
          </a:xfrm>
          <a:prstGeom prst="rect">
            <a:avLst/>
          </a:prstGeom>
        </p:spPr>
      </p:pic>
      <p:sp>
        <p:nvSpPr>
          <p:cNvPr id="7" name="Content Placeholder 2"/>
          <p:cNvSpPr>
            <a:spLocks noGrp="1"/>
          </p:cNvSpPr>
          <p:nvPr>
            <p:ph sz="quarter" idx="10"/>
          </p:nvPr>
        </p:nvSpPr>
        <p:spPr>
          <a:xfrm>
            <a:off x="304800" y="589597"/>
            <a:ext cx="6324600" cy="609600"/>
          </a:xfrm>
        </p:spPr>
        <p:txBody>
          <a:bodyPr>
            <a:normAutofit/>
          </a:bodyPr>
          <a:lstStyle/>
          <a:p>
            <a:r>
              <a:rPr lang="en-US" altLang="en-US" sz="2000" dirty="0"/>
              <a:t>Example: Play Tennis</a:t>
            </a:r>
            <a:endParaRPr lang="en-IN" sz="2000" dirty="0"/>
          </a:p>
        </p:txBody>
      </p:sp>
      <mc:AlternateContent xmlns:mc="http://schemas.openxmlformats.org/markup-compatibility/2006" xmlns:a14="http://schemas.microsoft.com/office/drawing/2010/main">
        <mc:Choice Requires="a14">
          <p:sp>
            <p:nvSpPr>
              <p:cNvPr id="8" name="Rectangle 7"/>
              <p:cNvSpPr/>
              <p:nvPr/>
            </p:nvSpPr>
            <p:spPr>
              <a:xfrm>
                <a:off x="314325" y="4008437"/>
                <a:ext cx="3677417" cy="500715"/>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acc>
                        <m:accPr>
                          <m:chr m:val="̂"/>
                          <m:ctrlPr>
                            <a:rPr kumimoji="0" lang="en-US" sz="1600" b="1" i="1" u="none" strike="noStrike" kern="1200" cap="none" spc="0" normalizeH="0" baseline="0" noProof="0" dirty="0">
                              <a:ln>
                                <a:noFill/>
                              </a:ln>
                              <a:solidFill>
                                <a:srgbClr val="0070C0"/>
                              </a:solidFill>
                              <a:effectLst/>
                              <a:uLnTx/>
                              <a:uFillTx/>
                              <a:latin typeface="Cambria Math" panose="02040503050406030204" pitchFamily="18" charset="0"/>
                              <a:ea typeface="+mn-ea"/>
                              <a:cs typeface="+mn-cs"/>
                            </a:rPr>
                          </m:ctrlPr>
                        </m:accPr>
                        <m:e>
                          <m:r>
                            <a:rPr kumimoji="0" lang="en-US" sz="1600" b="1" i="0" u="none" strike="noStrike" kern="1200" cap="none" spc="0" normalizeH="0" baseline="0" noProof="0" dirty="0">
                              <a:ln>
                                <a:noFill/>
                              </a:ln>
                              <a:solidFill>
                                <a:srgbClr val="0070C0"/>
                              </a:solidFill>
                              <a:effectLst/>
                              <a:uLnTx/>
                              <a:uFillTx/>
                              <a:latin typeface="Cambria Math" panose="02040503050406030204" pitchFamily="18" charset="0"/>
                              <a:ea typeface="+mn-ea"/>
                              <a:cs typeface="+mn-cs"/>
                            </a:rPr>
                            <m:t>𝐘</m:t>
                          </m:r>
                        </m:e>
                      </m:acc>
                      <m:r>
                        <a:rPr kumimoji="0" lang="en-US" sz="1600" b="1" i="0" u="none" strike="noStrike" kern="1200" cap="none" spc="0" normalizeH="0" baseline="0" noProof="0" dirty="0">
                          <a:ln>
                            <a:noFill/>
                          </a:ln>
                          <a:solidFill>
                            <a:srgbClr val="0070C0"/>
                          </a:solidFill>
                          <a:effectLst/>
                          <a:uLnTx/>
                          <a:uFillTx/>
                          <a:latin typeface="Cambria Math" panose="02040503050406030204" pitchFamily="18" charset="0"/>
                          <a:ea typeface="+mn-ea"/>
                          <a:cs typeface="+mn-cs"/>
                        </a:rPr>
                        <m:t>←</m:t>
                      </m:r>
                      <m:func>
                        <m:funcPr>
                          <m:ctrlPr>
                            <a:rPr kumimoji="0" lang="en-US" sz="1600" b="1" i="1" u="none" strike="noStrike" kern="1200" cap="none" spc="0" normalizeH="0" baseline="0" noProof="0" dirty="0">
                              <a:ln>
                                <a:noFill/>
                              </a:ln>
                              <a:solidFill>
                                <a:srgbClr val="0070C0"/>
                              </a:solidFill>
                              <a:effectLst/>
                              <a:uLnTx/>
                              <a:uFillTx/>
                              <a:latin typeface="Cambria Math" panose="02040503050406030204" pitchFamily="18" charset="0"/>
                              <a:ea typeface="+mn-ea"/>
                              <a:cs typeface="+mn-cs"/>
                            </a:rPr>
                          </m:ctrlPr>
                        </m:funcPr>
                        <m:fName>
                          <m:limLow>
                            <m:limLowPr>
                              <m:ctrlPr>
                                <a:rPr kumimoji="0" lang="en-US" sz="1600" b="1" i="1" u="none" strike="noStrike" kern="1200" cap="none" spc="0" normalizeH="0" baseline="0" noProof="0" dirty="0">
                                  <a:ln>
                                    <a:noFill/>
                                  </a:ln>
                                  <a:solidFill>
                                    <a:srgbClr val="0070C0"/>
                                  </a:solidFill>
                                  <a:effectLst/>
                                  <a:uLnTx/>
                                  <a:uFillTx/>
                                  <a:latin typeface="Cambria Math" panose="02040503050406030204" pitchFamily="18" charset="0"/>
                                  <a:ea typeface="+mn-ea"/>
                                  <a:cs typeface="+mn-cs"/>
                                </a:rPr>
                              </m:ctrlPr>
                            </m:limLowPr>
                            <m:e>
                              <m:r>
                                <a:rPr kumimoji="0" lang="en-US" sz="1600" b="1" i="0" u="none" strike="noStrike" kern="1200" cap="none" spc="0" normalizeH="0" baseline="0" noProof="0" dirty="0">
                                  <a:ln>
                                    <a:noFill/>
                                  </a:ln>
                                  <a:solidFill>
                                    <a:srgbClr val="0070C0"/>
                                  </a:solidFill>
                                  <a:effectLst/>
                                  <a:uLnTx/>
                                  <a:uFillTx/>
                                  <a:latin typeface="Cambria Math" panose="02040503050406030204" pitchFamily="18" charset="0"/>
                                  <a:ea typeface="+mn-ea"/>
                                  <a:cs typeface="+mn-cs"/>
                                </a:rPr>
                                <m:t>𝐚𝐫𝐠𝐦𝐚𝐱</m:t>
                              </m:r>
                            </m:e>
                            <m:lim>
                              <m:sSub>
                                <m:sSubPr>
                                  <m:ctrlPr>
                                    <a:rPr kumimoji="0" lang="en-US" sz="1600" b="1" i="1" u="none" strike="noStrike" kern="1200" cap="none" spc="0" normalizeH="0" baseline="0" noProof="0" dirty="0">
                                      <a:ln>
                                        <a:noFill/>
                                      </a:ln>
                                      <a:solidFill>
                                        <a:srgbClr val="0070C0"/>
                                      </a:solidFill>
                                      <a:effectLst/>
                                      <a:uLnTx/>
                                      <a:uFillTx/>
                                      <a:latin typeface="Cambria Math" panose="02040503050406030204" pitchFamily="18" charset="0"/>
                                      <a:ea typeface="+mn-ea"/>
                                      <a:cs typeface="+mn-cs"/>
                                    </a:rPr>
                                  </m:ctrlPr>
                                </m:sSubPr>
                                <m:e>
                                  <m:r>
                                    <a:rPr kumimoji="0" lang="en-US" sz="1600" b="1" i="0" u="none" strike="noStrike" kern="1200" cap="none" spc="0" normalizeH="0" baseline="0" noProof="0" dirty="0">
                                      <a:ln>
                                        <a:noFill/>
                                      </a:ln>
                                      <a:solidFill>
                                        <a:srgbClr val="0070C0"/>
                                      </a:solidFill>
                                      <a:effectLst/>
                                      <a:uLnTx/>
                                      <a:uFillTx/>
                                      <a:latin typeface="Cambria Math" panose="02040503050406030204" pitchFamily="18" charset="0"/>
                                      <a:ea typeface="+mn-ea"/>
                                      <a:cs typeface="+mn-cs"/>
                                    </a:rPr>
                                    <m:t>𝐲</m:t>
                                  </m:r>
                                </m:e>
                                <m:sub>
                                  <m:r>
                                    <a:rPr kumimoji="0" lang="en-US" sz="1600" b="1" i="0" u="none" strike="noStrike" kern="1200" cap="none" spc="0" normalizeH="0" baseline="0" noProof="0" dirty="0">
                                      <a:ln>
                                        <a:noFill/>
                                      </a:ln>
                                      <a:solidFill>
                                        <a:srgbClr val="0070C0"/>
                                      </a:solidFill>
                                      <a:effectLst/>
                                      <a:uLnTx/>
                                      <a:uFillTx/>
                                      <a:latin typeface="Cambria Math" panose="02040503050406030204" pitchFamily="18" charset="0"/>
                                      <a:ea typeface="+mn-ea"/>
                                      <a:cs typeface="+mn-cs"/>
                                    </a:rPr>
                                    <m:t>𝐤</m:t>
                                  </m:r>
                                </m:sub>
                              </m:sSub>
                            </m:lim>
                          </m:limLow>
                        </m:fName>
                        <m:e>
                          <m:r>
                            <a:rPr kumimoji="0" lang="en-US" sz="1600" b="1" i="0" u="none" strike="noStrike" kern="1200" cap="none" spc="0" normalizeH="0" baseline="0" noProof="0">
                              <a:ln>
                                <a:noFill/>
                              </a:ln>
                              <a:solidFill>
                                <a:srgbClr val="0070C0"/>
                              </a:solidFill>
                              <a:effectLst/>
                              <a:uLnTx/>
                              <a:uFillTx/>
                              <a:latin typeface="Cambria Math" panose="02040503050406030204" pitchFamily="18" charset="0"/>
                              <a:ea typeface="+mn-ea"/>
                              <a:cs typeface="+mn-cs"/>
                            </a:rPr>
                            <m:t>𝐏</m:t>
                          </m:r>
                          <m:d>
                            <m:dPr>
                              <m:ctrlPr>
                                <a:rPr kumimoji="0" lang="en-US" sz="1600" b="1" i="1" u="none" strike="noStrike" kern="1200" cap="none" spc="0" normalizeH="0" baseline="0" noProof="0">
                                  <a:ln>
                                    <a:noFill/>
                                  </a:ln>
                                  <a:solidFill>
                                    <a:srgbClr val="0070C0"/>
                                  </a:solidFill>
                                  <a:effectLst/>
                                  <a:uLnTx/>
                                  <a:uFillTx/>
                                  <a:latin typeface="Cambria Math" panose="02040503050406030204" pitchFamily="18" charset="0"/>
                                  <a:ea typeface="+mn-ea"/>
                                  <a:cs typeface="+mn-cs"/>
                                </a:rPr>
                              </m:ctrlPr>
                            </m:dPr>
                            <m:e>
                              <m:r>
                                <a:rPr kumimoji="0" lang="en-US" sz="1600" b="1" i="0" u="none" strike="noStrike" kern="1200" cap="none" spc="0" normalizeH="0" baseline="0" noProof="0">
                                  <a:ln>
                                    <a:noFill/>
                                  </a:ln>
                                  <a:solidFill>
                                    <a:srgbClr val="0070C0"/>
                                  </a:solidFill>
                                  <a:effectLst/>
                                  <a:uLnTx/>
                                  <a:uFillTx/>
                                  <a:latin typeface="Cambria Math" panose="02040503050406030204" pitchFamily="18" charset="0"/>
                                  <a:ea typeface="+mn-ea"/>
                                  <a:cs typeface="+mn-cs"/>
                                </a:rPr>
                                <m:t>𝐘</m:t>
                              </m:r>
                              <m:r>
                                <a:rPr kumimoji="0" lang="en-US" sz="1600" b="1" i="0" u="none" strike="noStrike" kern="1200" cap="none" spc="0" normalizeH="0" baseline="0" noProof="0">
                                  <a:ln>
                                    <a:noFill/>
                                  </a:ln>
                                  <a:solidFill>
                                    <a:srgbClr val="0070C0"/>
                                  </a:solidFill>
                                  <a:effectLst/>
                                  <a:uLnTx/>
                                  <a:uFillTx/>
                                  <a:latin typeface="Cambria Math" panose="02040503050406030204" pitchFamily="18" charset="0"/>
                                  <a:ea typeface="+mn-ea"/>
                                  <a:cs typeface="+mn-cs"/>
                                </a:rPr>
                                <m:t>=</m:t>
                              </m:r>
                              <m:sSub>
                                <m:sSubPr>
                                  <m:ctrlPr>
                                    <a:rPr kumimoji="0" lang="en-US" sz="1600" b="1" i="1" u="none" strike="noStrike" kern="1200" cap="none" spc="0" normalizeH="0" baseline="0" noProof="0">
                                      <a:ln>
                                        <a:noFill/>
                                      </a:ln>
                                      <a:solidFill>
                                        <a:srgbClr val="0070C0"/>
                                      </a:solidFill>
                                      <a:effectLst/>
                                      <a:uLnTx/>
                                      <a:uFillTx/>
                                      <a:latin typeface="Cambria Math" panose="02040503050406030204" pitchFamily="18" charset="0"/>
                                      <a:ea typeface="+mn-ea"/>
                                      <a:cs typeface="+mn-cs"/>
                                    </a:rPr>
                                  </m:ctrlPr>
                                </m:sSubPr>
                                <m:e>
                                  <m:r>
                                    <a:rPr kumimoji="0" lang="en-US" sz="1600" b="1" i="0" u="none" strike="noStrike" kern="1200" cap="none" spc="0" normalizeH="0" baseline="0" noProof="0">
                                      <a:ln>
                                        <a:noFill/>
                                      </a:ln>
                                      <a:solidFill>
                                        <a:srgbClr val="0070C0"/>
                                      </a:solidFill>
                                      <a:effectLst/>
                                      <a:uLnTx/>
                                      <a:uFillTx/>
                                      <a:latin typeface="Cambria Math" panose="02040503050406030204" pitchFamily="18" charset="0"/>
                                      <a:ea typeface="+mn-ea"/>
                                      <a:cs typeface="+mn-cs"/>
                                    </a:rPr>
                                    <m:t>𝐲</m:t>
                                  </m:r>
                                </m:e>
                                <m:sub>
                                  <m:r>
                                    <a:rPr kumimoji="0" lang="en-US" sz="1600" b="1" i="0" u="none" strike="noStrike" kern="1200" cap="none" spc="0" normalizeH="0" baseline="0" noProof="0">
                                      <a:ln>
                                        <a:noFill/>
                                      </a:ln>
                                      <a:solidFill>
                                        <a:srgbClr val="0070C0"/>
                                      </a:solidFill>
                                      <a:effectLst/>
                                      <a:uLnTx/>
                                      <a:uFillTx/>
                                      <a:latin typeface="Cambria Math" panose="02040503050406030204" pitchFamily="18" charset="0"/>
                                      <a:ea typeface="+mn-ea"/>
                                      <a:cs typeface="+mn-cs"/>
                                    </a:rPr>
                                    <m:t>𝐤</m:t>
                                  </m:r>
                                </m:sub>
                              </m:sSub>
                            </m:e>
                          </m:d>
                          <m:sSub>
                            <m:sSubPr>
                              <m:ctrlPr>
                                <a:rPr kumimoji="0" lang="en-US" sz="1600" b="1" i="1" u="none" strike="noStrike" kern="1200" cap="none" spc="0" normalizeH="0" baseline="0" noProof="0">
                                  <a:ln>
                                    <a:noFill/>
                                  </a:ln>
                                  <a:solidFill>
                                    <a:srgbClr val="0070C0"/>
                                  </a:solidFill>
                                  <a:effectLst/>
                                  <a:uLnTx/>
                                  <a:uFillTx/>
                                  <a:latin typeface="Cambria Math" panose="02040503050406030204" pitchFamily="18" charset="0"/>
                                  <a:ea typeface="+mn-ea"/>
                                  <a:cs typeface="+mn-cs"/>
                                </a:rPr>
                              </m:ctrlPr>
                            </m:sSubPr>
                            <m:e>
                              <m:r>
                                <a:rPr kumimoji="0" lang="en-US" sz="1600" b="1" i="0" u="none" strike="noStrike" kern="1200" cap="none" spc="0" normalizeH="0" baseline="0" noProof="0">
                                  <a:ln>
                                    <a:noFill/>
                                  </a:ln>
                                  <a:solidFill>
                                    <a:srgbClr val="0070C0"/>
                                  </a:solidFill>
                                  <a:effectLst/>
                                  <a:uLnTx/>
                                  <a:uFillTx/>
                                  <a:latin typeface="Cambria Math" panose="02040503050406030204" pitchFamily="18" charset="0"/>
                                  <a:ea typeface="+mn-ea"/>
                                  <a:cs typeface="+mn-cs"/>
                                </a:rPr>
                                <m:t>𝚷</m:t>
                              </m:r>
                            </m:e>
                            <m:sub>
                              <m:r>
                                <a:rPr kumimoji="0" lang="en-US" sz="1600" b="1" i="0" u="none" strike="noStrike" kern="1200" cap="none" spc="0" normalizeH="0" baseline="0" noProof="0">
                                  <a:ln>
                                    <a:noFill/>
                                  </a:ln>
                                  <a:solidFill>
                                    <a:srgbClr val="0070C0"/>
                                  </a:solidFill>
                                  <a:effectLst/>
                                  <a:uLnTx/>
                                  <a:uFillTx/>
                                  <a:latin typeface="Cambria Math" panose="02040503050406030204" pitchFamily="18" charset="0"/>
                                  <a:ea typeface="+mn-ea"/>
                                  <a:cs typeface="+mn-cs"/>
                                </a:rPr>
                                <m:t>𝐢</m:t>
                              </m:r>
                            </m:sub>
                          </m:sSub>
                          <m:r>
                            <a:rPr kumimoji="0" lang="en-US" sz="1600" b="1" i="0" u="none" strike="noStrike" kern="1200" cap="none" spc="0" normalizeH="0" baseline="0" noProof="0">
                              <a:ln>
                                <a:noFill/>
                              </a:ln>
                              <a:solidFill>
                                <a:srgbClr val="0070C0"/>
                              </a:solidFill>
                              <a:effectLst/>
                              <a:uLnTx/>
                              <a:uFillTx/>
                              <a:latin typeface="Cambria Math" panose="02040503050406030204" pitchFamily="18" charset="0"/>
                              <a:ea typeface="+mn-ea"/>
                              <a:cs typeface="+mn-cs"/>
                            </a:rPr>
                            <m:t>𝐏</m:t>
                          </m:r>
                          <m:d>
                            <m:dPr>
                              <m:endChr m:val="|"/>
                              <m:ctrlPr>
                                <a:rPr kumimoji="0" lang="en-US" sz="1600" b="1" i="1" u="none" strike="noStrike" kern="1200" cap="none" spc="0" normalizeH="0" baseline="0" noProof="0">
                                  <a:ln>
                                    <a:noFill/>
                                  </a:ln>
                                  <a:solidFill>
                                    <a:srgbClr val="0070C0"/>
                                  </a:solidFill>
                                  <a:effectLst/>
                                  <a:uLnTx/>
                                  <a:uFillTx/>
                                  <a:latin typeface="Cambria Math" panose="02040503050406030204" pitchFamily="18" charset="0"/>
                                  <a:ea typeface="+mn-ea"/>
                                  <a:cs typeface="+mn-cs"/>
                                </a:rPr>
                              </m:ctrlPr>
                            </m:dPr>
                            <m:e>
                              <m:sSub>
                                <m:sSubPr>
                                  <m:ctrlPr>
                                    <a:rPr kumimoji="0" lang="en-US" sz="1600" b="1" i="1" u="none" strike="noStrike" kern="1200" cap="none" spc="0" normalizeH="0" baseline="0" noProof="0">
                                      <a:ln>
                                        <a:noFill/>
                                      </a:ln>
                                      <a:solidFill>
                                        <a:srgbClr val="0070C0"/>
                                      </a:solidFill>
                                      <a:effectLst/>
                                      <a:uLnTx/>
                                      <a:uFillTx/>
                                      <a:latin typeface="Cambria Math" panose="02040503050406030204" pitchFamily="18" charset="0"/>
                                      <a:ea typeface="+mn-ea"/>
                                      <a:cs typeface="+mn-cs"/>
                                    </a:rPr>
                                  </m:ctrlPr>
                                </m:sSubPr>
                                <m:e>
                                  <m:r>
                                    <a:rPr kumimoji="0" lang="en-US" sz="1600" b="1" i="0" u="none" strike="noStrike" kern="1200" cap="none" spc="0" normalizeH="0" baseline="0" noProof="0">
                                      <a:ln>
                                        <a:noFill/>
                                      </a:ln>
                                      <a:solidFill>
                                        <a:srgbClr val="0070C0"/>
                                      </a:solidFill>
                                      <a:effectLst/>
                                      <a:uLnTx/>
                                      <a:uFillTx/>
                                      <a:latin typeface="Cambria Math" panose="02040503050406030204" pitchFamily="18" charset="0"/>
                                      <a:ea typeface="+mn-ea"/>
                                      <a:cs typeface="+mn-cs"/>
                                    </a:rPr>
                                    <m:t>𝐗</m:t>
                                  </m:r>
                                </m:e>
                                <m:sub>
                                  <m:r>
                                    <a:rPr kumimoji="0" lang="en-US" sz="1600" b="1" i="0" u="none" strike="noStrike" kern="1200" cap="none" spc="0" normalizeH="0" baseline="0" noProof="0">
                                      <a:ln>
                                        <a:noFill/>
                                      </a:ln>
                                      <a:solidFill>
                                        <a:srgbClr val="0070C0"/>
                                      </a:solidFill>
                                      <a:effectLst/>
                                      <a:uLnTx/>
                                      <a:uFillTx/>
                                      <a:latin typeface="Cambria Math" panose="02040503050406030204" pitchFamily="18" charset="0"/>
                                      <a:ea typeface="+mn-ea"/>
                                      <a:cs typeface="+mn-cs"/>
                                    </a:rPr>
                                    <m:t>𝐢</m:t>
                                  </m:r>
                                </m:sub>
                              </m:sSub>
                            </m:e>
                          </m:d>
                          <m:r>
                            <a:rPr kumimoji="0" lang="en-US" sz="1600" b="1" i="0" u="none" strike="noStrike" kern="1200" cap="none" spc="0" normalizeH="0" baseline="0" noProof="0">
                              <a:ln>
                                <a:noFill/>
                              </a:ln>
                              <a:solidFill>
                                <a:srgbClr val="0070C0"/>
                              </a:solidFill>
                              <a:effectLst/>
                              <a:uLnTx/>
                              <a:uFillTx/>
                              <a:latin typeface="Cambria Math" panose="02040503050406030204" pitchFamily="18" charset="0"/>
                              <a:ea typeface="+mn-ea"/>
                              <a:cs typeface="+mn-cs"/>
                            </a:rPr>
                            <m:t>𝐘</m:t>
                          </m:r>
                          <m:r>
                            <a:rPr kumimoji="0" lang="en-US" sz="1600" b="1" i="0" u="none" strike="noStrike" kern="1200" cap="none" spc="0" normalizeH="0" baseline="0" noProof="0">
                              <a:ln>
                                <a:noFill/>
                              </a:ln>
                              <a:solidFill>
                                <a:srgbClr val="0070C0"/>
                              </a:solidFill>
                              <a:effectLst/>
                              <a:uLnTx/>
                              <a:uFillTx/>
                              <a:latin typeface="Cambria Math" panose="02040503050406030204" pitchFamily="18" charset="0"/>
                              <a:ea typeface="+mn-ea"/>
                              <a:cs typeface="+mn-cs"/>
                            </a:rPr>
                            <m:t>=</m:t>
                          </m:r>
                          <m:sSub>
                            <m:sSubPr>
                              <m:ctrlPr>
                                <a:rPr kumimoji="0" lang="en-US" sz="1600" b="1" i="1" u="none" strike="noStrike" kern="1200" cap="none" spc="0" normalizeH="0" baseline="0" noProof="0">
                                  <a:ln>
                                    <a:noFill/>
                                  </a:ln>
                                  <a:solidFill>
                                    <a:srgbClr val="0070C0"/>
                                  </a:solidFill>
                                  <a:effectLst/>
                                  <a:uLnTx/>
                                  <a:uFillTx/>
                                  <a:latin typeface="Cambria Math" panose="02040503050406030204" pitchFamily="18" charset="0"/>
                                  <a:ea typeface="+mn-ea"/>
                                  <a:cs typeface="+mn-cs"/>
                                </a:rPr>
                              </m:ctrlPr>
                            </m:sSubPr>
                            <m:e>
                              <m:r>
                                <a:rPr kumimoji="0" lang="en-US" sz="1600" b="1" i="0" u="none" strike="noStrike" kern="1200" cap="none" spc="0" normalizeH="0" baseline="0" noProof="0">
                                  <a:ln>
                                    <a:noFill/>
                                  </a:ln>
                                  <a:solidFill>
                                    <a:srgbClr val="0070C0"/>
                                  </a:solidFill>
                                  <a:effectLst/>
                                  <a:uLnTx/>
                                  <a:uFillTx/>
                                  <a:latin typeface="Cambria Math" panose="02040503050406030204" pitchFamily="18" charset="0"/>
                                  <a:ea typeface="+mn-ea"/>
                                  <a:cs typeface="+mn-cs"/>
                                </a:rPr>
                                <m:t>𝐲</m:t>
                              </m:r>
                            </m:e>
                            <m:sub>
                              <m:r>
                                <a:rPr kumimoji="0" lang="en-US" sz="1600" b="1" i="0" u="none" strike="noStrike" kern="1200" cap="none" spc="0" normalizeH="0" baseline="0" noProof="0">
                                  <a:ln>
                                    <a:noFill/>
                                  </a:ln>
                                  <a:solidFill>
                                    <a:srgbClr val="0070C0"/>
                                  </a:solidFill>
                                  <a:effectLst/>
                                  <a:uLnTx/>
                                  <a:uFillTx/>
                                  <a:latin typeface="Cambria Math" panose="02040503050406030204" pitchFamily="18" charset="0"/>
                                  <a:ea typeface="+mn-ea"/>
                                  <a:cs typeface="+mn-cs"/>
                                </a:rPr>
                                <m:t>𝐤</m:t>
                              </m:r>
                            </m:sub>
                          </m:sSub>
                          <m:r>
                            <a:rPr kumimoji="0" lang="en-US" sz="1600" b="1" i="0" u="none" strike="noStrike" kern="1200" cap="none" spc="0" normalizeH="0" baseline="0" noProof="0">
                              <a:ln>
                                <a:noFill/>
                              </a:ln>
                              <a:solidFill>
                                <a:srgbClr val="0070C0"/>
                              </a:solidFill>
                              <a:effectLst/>
                              <a:uLnTx/>
                              <a:uFillTx/>
                              <a:latin typeface="Cambria Math" panose="02040503050406030204" pitchFamily="18" charset="0"/>
                              <a:ea typeface="+mn-ea"/>
                              <a:cs typeface="+mn-cs"/>
                            </a:rPr>
                            <m:t>)</m:t>
                          </m:r>
                        </m:e>
                      </m:func>
                    </m:oMath>
                  </m:oMathPara>
                </a14:m>
                <a:endParaRPr kumimoji="0" lang="en-IN" sz="1600" b="0" i="0" u="none" strike="noStrike" kern="1200" cap="none" spc="0" normalizeH="0" baseline="0" noProof="0" dirty="0">
                  <a:ln>
                    <a:noFill/>
                  </a:ln>
                  <a:solidFill>
                    <a:prstClr val="black"/>
                  </a:solidFill>
                  <a:effectLst/>
                  <a:uLnTx/>
                  <a:uFillTx/>
                  <a:latin typeface="Tahoma" charset="0"/>
                  <a:ea typeface="+mn-ea"/>
                  <a:cs typeface="+mn-cs"/>
                </a:endParaRPr>
              </a:p>
            </p:txBody>
          </p:sp>
        </mc:Choice>
        <mc:Fallback xmlns="">
          <p:sp>
            <p:nvSpPr>
              <p:cNvPr id="8" name="Rectangle 7"/>
              <p:cNvSpPr>
                <a:spLocks noRot="1" noChangeAspect="1" noMove="1" noResize="1" noEditPoints="1" noAdjustHandles="1" noChangeArrowheads="1" noChangeShapeType="1" noTextEdit="1"/>
              </p:cNvSpPr>
              <p:nvPr/>
            </p:nvSpPr>
            <p:spPr>
              <a:xfrm>
                <a:off x="314325" y="4008437"/>
                <a:ext cx="3677417" cy="500715"/>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7924800" y="2746374"/>
                <a:ext cx="1615570" cy="338554"/>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ko-KR" sz="1600" b="0" i="0" u="none" strike="noStrike" kern="1200" cap="none" spc="0" normalizeH="0" baseline="0" noProof="0" dirty="0">
                    <a:ln>
                      <a:noFill/>
                    </a:ln>
                    <a:solidFill>
                      <a:prstClr val="black"/>
                    </a:solidFill>
                    <a:effectLst/>
                    <a:uLnTx/>
                    <a:uFillTx/>
                    <a:latin typeface="Tahoma" charset="0"/>
                    <a:ea typeface="맑은 고딕" panose="020B0503020000020004" pitchFamily="34" charset="-127"/>
                    <a:cs typeface="+mn-cs"/>
                  </a:rPr>
                  <a:t>P(</a:t>
                </a:r>
                <a14:m>
                  <m:oMath xmlns:m="http://schemas.openxmlformats.org/officeDocument/2006/math">
                    <m:r>
                      <m:rPr>
                        <m:sty m:val="p"/>
                      </m:rPr>
                      <a:rPr kumimoji="0" lang="en-US" sz="1600" b="0"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Y</m:t>
                    </m:r>
                  </m:oMath>
                </a14:m>
                <a:r>
                  <a:rPr kumimoji="0" lang="en-US" altLang="ko-KR" sz="1600" b="0" i="0" u="none" strike="noStrike" kern="1200" cap="none" spc="0" normalizeH="0" baseline="0" noProof="0" dirty="0">
                    <a:ln>
                      <a:noFill/>
                    </a:ln>
                    <a:solidFill>
                      <a:prstClr val="black"/>
                    </a:solidFill>
                    <a:effectLst/>
                    <a:uLnTx/>
                    <a:uFillTx/>
                    <a:latin typeface="Tahoma" charset="0"/>
                    <a:ea typeface="맑은 고딕" panose="020B0503020000020004" pitchFamily="34" charset="-127"/>
                    <a:cs typeface="+mn-cs"/>
                  </a:rPr>
                  <a:t>) ~ </a:t>
                </a:r>
                <a:r>
                  <a:rPr kumimoji="0" lang="en-US" sz="1600" b="0" i="0" u="none" strike="noStrike" kern="1200" cap="none" spc="0" normalizeH="0" baseline="0" noProof="0" dirty="0" err="1">
                    <a:ln>
                      <a:noFill/>
                    </a:ln>
                    <a:solidFill>
                      <a:prstClr val="black"/>
                    </a:solidFill>
                    <a:effectLst/>
                    <a:uLnTx/>
                    <a:uFillTx/>
                    <a:latin typeface="Tahoma" charset="0"/>
                    <a:ea typeface="+mn-ea"/>
                    <a:cs typeface="+mn-cs"/>
                  </a:rPr>
                  <a:t>Ber</a:t>
                </a:r>
                <a:r>
                  <a:rPr kumimoji="0" lang="en-US" sz="1600" b="0" i="0" u="none" strike="noStrike" kern="1200" cap="none" spc="0" normalizeH="0" baseline="0" noProof="0" dirty="0">
                    <a:ln>
                      <a:noFill/>
                    </a:ln>
                    <a:solidFill>
                      <a:prstClr val="black"/>
                    </a:solidFill>
                    <a:effectLst/>
                    <a:uLnTx/>
                    <a:uFillTx/>
                    <a:latin typeface="Tahoma" charset="0"/>
                    <a:ea typeface="+mn-ea"/>
                    <a:cs typeface="+mn-cs"/>
                  </a:rPr>
                  <a:t>(p)   </a:t>
                </a:r>
              </a:p>
            </p:txBody>
          </p:sp>
        </mc:Choice>
        <mc:Fallback xmlns="">
          <p:sp>
            <p:nvSpPr>
              <p:cNvPr id="9" name="Rectangle 8"/>
              <p:cNvSpPr>
                <a:spLocks noRot="1" noChangeAspect="1" noMove="1" noResize="1" noEditPoints="1" noAdjustHandles="1" noChangeArrowheads="1" noChangeShapeType="1" noTextEdit="1"/>
              </p:cNvSpPr>
              <p:nvPr/>
            </p:nvSpPr>
            <p:spPr>
              <a:xfrm>
                <a:off x="7924800" y="2746374"/>
                <a:ext cx="1615570" cy="338554"/>
              </a:xfrm>
              <a:prstGeom prst="rect">
                <a:avLst/>
              </a:prstGeom>
              <a:blipFill>
                <a:blip r:embed="rId4"/>
                <a:stretch>
                  <a:fillRect l="-1887" t="-5455" r="-755" b="-23636"/>
                </a:stretch>
              </a:blipFill>
            </p:spPr>
            <p:txBody>
              <a:bodyPr/>
              <a:lstStyle/>
              <a:p>
                <a:r>
                  <a:rPr lang="en-IN">
                    <a:noFill/>
                  </a:rPr>
                  <a:t> </a:t>
                </a:r>
              </a:p>
            </p:txBody>
          </p:sp>
        </mc:Fallback>
      </mc:AlternateContent>
      <p:cxnSp>
        <p:nvCxnSpPr>
          <p:cNvPr id="11" name="Straight Arrow Connector 10"/>
          <p:cNvCxnSpPr>
            <a:stCxn id="9" idx="2"/>
          </p:cNvCxnSpPr>
          <p:nvPr/>
        </p:nvCxnSpPr>
        <p:spPr>
          <a:xfrm>
            <a:off x="8732585" y="3084928"/>
            <a:ext cx="0" cy="6930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3" name="Rectangle 12"/>
              <p:cNvSpPr/>
              <p:nvPr/>
            </p:nvSpPr>
            <p:spPr>
              <a:xfrm>
                <a:off x="3657600" y="1982632"/>
                <a:ext cx="6184900" cy="338554"/>
              </a:xfrm>
              <a:prstGeom prst="rect">
                <a:avLst/>
              </a:prstGeom>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P(X|Y)</a:t>
                </a:r>
                <a14:m>
                  <m:oMath xmlns:m="http://schemas.openxmlformats.org/officeDocument/2006/math">
                    <m:r>
                      <a:rPr kumimoji="0" lang="en-US" sz="1600" b="0"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 </m:t>
                    </m:r>
                    <m:r>
                      <m:rPr>
                        <m:sty m:val="p"/>
                      </m:rPr>
                      <a:rPr kumimoji="0" lang="en-US" sz="1600" b="0"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Multinom</m:t>
                    </m:r>
                    <m:d>
                      <m:dPr>
                        <m:ctrlPr>
                          <a:rPr kumimoji="0" lang="en-US" sz="1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r>
                          <m:rPr>
                            <m:sty m:val="p"/>
                          </m:rPr>
                          <a:rPr kumimoji="0" lang="en-US" sz="1600" b="0"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π</m:t>
                        </m:r>
                        <m:r>
                          <a:rPr kumimoji="0" lang="en-US" sz="1600" b="0"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m:rPr>
                            <m:sty m:val="p"/>
                          </m:rPr>
                          <a:rPr kumimoji="0" lang="en-US" sz="1600" b="0"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n</m:t>
                        </m:r>
                      </m:e>
                    </m:d>
                  </m:oMath>
                </a14:m>
                <a:r>
                  <a:rPr kumimoji="0" lang="en-IN"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14:m>
                  <m:oMath xmlns:m="http://schemas.openxmlformats.org/officeDocument/2006/math">
                    <m:r>
                      <a:rPr kumimoji="0" lang="en-US" sz="1600" b="0"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  </m:t>
                    </m:r>
                    <m:r>
                      <m:rPr>
                        <m:sty m:val="p"/>
                      </m:rPr>
                      <a:rPr kumimoji="0" lang="en-US" sz="1600" b="0"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Multinomial</m:t>
                    </m:r>
                    <m:r>
                      <a:rPr kumimoji="0" lang="en-US" sz="1600" b="0"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 </m:t>
                    </m:r>
                    <m:r>
                      <m:rPr>
                        <m:sty m:val="p"/>
                      </m:rPr>
                      <a:rPr kumimoji="0" lang="en-US" sz="1600" b="0"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NB</m:t>
                    </m:r>
                  </m:oMath>
                </a14:m>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(X</a:t>
                </a:r>
                <a:r>
                  <a:rPr kumimoji="0" lang="en-US" sz="1600" b="0" i="0" u="none" strike="noStrike" kern="1200" cap="none" spc="0" normalizeH="0" baseline="-25000" noProof="0" dirty="0">
                    <a:ln>
                      <a:noFill/>
                    </a:ln>
                    <a:solidFill>
                      <a:prstClr val="black"/>
                    </a:solidFill>
                    <a:effectLst/>
                    <a:uLnTx/>
                    <a:uFillTx/>
                    <a:latin typeface="Arial" panose="020B0604020202020204" pitchFamily="34" charset="0"/>
                    <a:ea typeface="+mn-ea"/>
                    <a:cs typeface="Arial" panose="020B0604020202020204" pitchFamily="34" charset="0"/>
                  </a:rPr>
                  <a:t>i </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multinomial)</a:t>
                </a:r>
                <a:r>
                  <a:rPr kumimoji="0" lang="en-US" sz="1600" b="0" i="0" u="none" strike="noStrike" kern="1200" cap="none" spc="0" normalizeH="0" baseline="-25000" noProof="0" dirty="0">
                    <a:ln>
                      <a:noFill/>
                    </a:ln>
                    <a:solidFill>
                      <a:prstClr val="black"/>
                    </a:solidFill>
                    <a:effectLst/>
                    <a:uLnTx/>
                    <a:uFillTx/>
                    <a:latin typeface="Arial" panose="020B0604020202020204" pitchFamily="34" charset="0"/>
                    <a:ea typeface="+mn-ea"/>
                    <a:cs typeface="Arial" panose="020B0604020202020204" pitchFamily="34" charset="0"/>
                  </a:rPr>
                  <a:t> </a:t>
                </a:r>
                <a:endParaRPr kumimoji="0" lang="en-IN"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mc:Choice>
        <mc:Fallback xmlns="">
          <p:sp>
            <p:nvSpPr>
              <p:cNvPr id="13" name="Rectangle 12"/>
              <p:cNvSpPr>
                <a:spLocks noRot="1" noChangeAspect="1" noMove="1" noResize="1" noEditPoints="1" noAdjustHandles="1" noChangeArrowheads="1" noChangeShapeType="1" noTextEdit="1"/>
              </p:cNvSpPr>
              <p:nvPr/>
            </p:nvSpPr>
            <p:spPr>
              <a:xfrm>
                <a:off x="3657600" y="1982632"/>
                <a:ext cx="6184900" cy="338554"/>
              </a:xfrm>
              <a:prstGeom prst="rect">
                <a:avLst/>
              </a:prstGeom>
              <a:blipFill>
                <a:blip r:embed="rId5"/>
                <a:stretch>
                  <a:fillRect l="-493" t="-5357" b="-21429"/>
                </a:stretch>
              </a:blipFill>
            </p:spPr>
            <p:txBody>
              <a:bodyPr/>
              <a:lstStyle/>
              <a:p>
                <a:r>
                  <a:rPr lang="en-IN">
                    <a:noFill/>
                  </a:rPr>
                  <a:t> </a:t>
                </a:r>
              </a:p>
            </p:txBody>
          </p:sp>
        </mc:Fallback>
      </mc:AlternateContent>
      <p:cxnSp>
        <p:nvCxnSpPr>
          <p:cNvPr id="15" name="Straight Arrow Connector 14"/>
          <p:cNvCxnSpPr/>
          <p:nvPr/>
        </p:nvCxnSpPr>
        <p:spPr>
          <a:xfrm>
            <a:off x="6616700" y="2349738"/>
            <a:ext cx="12700" cy="14070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p14="http://schemas.microsoft.com/office/powerpoint/2010/main" Requires="p14">
          <p:contentPart p14:bwMode="auto" r:id="rId6">
            <p14:nvContentPartPr>
              <p14:cNvPr id="2" name="Ink 1">
                <a:extLst>
                  <a:ext uri="{FF2B5EF4-FFF2-40B4-BE49-F238E27FC236}">
                    <a16:creationId xmlns:a16="http://schemas.microsoft.com/office/drawing/2014/main" id="{E1476AD8-D943-210A-2A16-6757984489B9}"/>
                  </a:ext>
                </a:extLst>
              </p14:cNvPr>
              <p14:cNvContentPartPr/>
              <p14:nvPr/>
            </p14:nvContentPartPr>
            <p14:xfrm>
              <a:off x="917280" y="3784680"/>
              <a:ext cx="8166960" cy="2752560"/>
            </p14:xfrm>
          </p:contentPart>
        </mc:Choice>
        <mc:Fallback>
          <p:pic>
            <p:nvPicPr>
              <p:cNvPr id="2" name="Ink 1">
                <a:extLst>
                  <a:ext uri="{FF2B5EF4-FFF2-40B4-BE49-F238E27FC236}">
                    <a16:creationId xmlns:a16="http://schemas.microsoft.com/office/drawing/2014/main" id="{E1476AD8-D943-210A-2A16-6757984489B9}"/>
                  </a:ext>
                </a:extLst>
              </p:cNvPr>
              <p:cNvPicPr/>
              <p:nvPr/>
            </p:nvPicPr>
            <p:blipFill>
              <a:blip r:embed="rId7"/>
              <a:stretch>
                <a:fillRect/>
              </a:stretch>
            </p:blipFill>
            <p:spPr>
              <a:xfrm>
                <a:off x="908280" y="3775320"/>
                <a:ext cx="8185680" cy="2771280"/>
              </a:xfrm>
              <a:prstGeom prst="rect">
                <a:avLst/>
              </a:prstGeom>
            </p:spPr>
          </p:pic>
        </mc:Fallback>
      </mc:AlternateContent>
    </p:spTree>
    <p:extLst>
      <p:ext uri="{BB962C8B-B14F-4D97-AF65-F5344CB8AC3E}">
        <p14:creationId xmlns:p14="http://schemas.microsoft.com/office/powerpoint/2010/main" val="38191383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nvGraphicFramePr>
        <p:xfrm>
          <a:off x="5791200" y="3869934"/>
          <a:ext cx="3352800" cy="2683266"/>
        </p:xfrm>
        <a:graphic>
          <a:graphicData uri="http://schemas.openxmlformats.org/drawingml/2006/table">
            <a:tbl>
              <a:tblPr firstRow="1" bandRow="1">
                <a:tableStyleId>{69012ECD-51FC-41F1-AA8D-1B2483CD663E}</a:tableStyleId>
              </a:tblPr>
              <a:tblGrid>
                <a:gridCol w="443753">
                  <a:extLst>
                    <a:ext uri="{9D8B030D-6E8A-4147-A177-3AD203B41FA5}">
                      <a16:colId xmlns:a16="http://schemas.microsoft.com/office/drawing/2014/main" val="20000"/>
                    </a:ext>
                  </a:extLst>
                </a:gridCol>
                <a:gridCol w="546847">
                  <a:extLst>
                    <a:ext uri="{9D8B030D-6E8A-4147-A177-3AD203B41FA5}">
                      <a16:colId xmlns:a16="http://schemas.microsoft.com/office/drawing/2014/main" val="20001"/>
                    </a:ext>
                  </a:extLst>
                </a:gridCol>
                <a:gridCol w="636494">
                  <a:extLst>
                    <a:ext uri="{9D8B030D-6E8A-4147-A177-3AD203B41FA5}">
                      <a16:colId xmlns:a16="http://schemas.microsoft.com/office/drawing/2014/main" val="20002"/>
                    </a:ext>
                  </a:extLst>
                </a:gridCol>
                <a:gridCol w="493059">
                  <a:extLst>
                    <a:ext uri="{9D8B030D-6E8A-4147-A177-3AD203B41FA5}">
                      <a16:colId xmlns:a16="http://schemas.microsoft.com/office/drawing/2014/main" val="20003"/>
                    </a:ext>
                  </a:extLst>
                </a:gridCol>
                <a:gridCol w="542365">
                  <a:extLst>
                    <a:ext uri="{9D8B030D-6E8A-4147-A177-3AD203B41FA5}">
                      <a16:colId xmlns:a16="http://schemas.microsoft.com/office/drawing/2014/main" val="20004"/>
                    </a:ext>
                  </a:extLst>
                </a:gridCol>
                <a:gridCol w="690282">
                  <a:extLst>
                    <a:ext uri="{9D8B030D-6E8A-4147-A177-3AD203B41FA5}">
                      <a16:colId xmlns:a16="http://schemas.microsoft.com/office/drawing/2014/main" val="20005"/>
                    </a:ext>
                  </a:extLst>
                </a:gridCol>
              </a:tblGrid>
              <a:tr h="373338">
                <a:tc>
                  <a:txBody>
                    <a:bodyPr/>
                    <a:lstStyle/>
                    <a:p>
                      <a:r>
                        <a:rPr lang="en-US" sz="800" dirty="0"/>
                        <a:t>Sky</a:t>
                      </a:r>
                      <a:endParaRPr lang="en-US" sz="800" b="1" dirty="0"/>
                    </a:p>
                  </a:txBody>
                  <a:tcPr/>
                </a:tc>
                <a:tc>
                  <a:txBody>
                    <a:bodyPr/>
                    <a:lstStyle/>
                    <a:p>
                      <a:r>
                        <a:rPr lang="en-US" sz="800" dirty="0" err="1"/>
                        <a:t>AirTemp</a:t>
                      </a:r>
                      <a:endParaRPr lang="en-US" sz="800" b="1" dirty="0"/>
                    </a:p>
                  </a:txBody>
                  <a:tcPr/>
                </a:tc>
                <a:tc>
                  <a:txBody>
                    <a:bodyPr/>
                    <a:lstStyle/>
                    <a:p>
                      <a:r>
                        <a:rPr lang="en-US" sz="800" dirty="0"/>
                        <a:t>Humidity</a:t>
                      </a:r>
                      <a:endParaRPr lang="en-US" sz="800" b="1" dirty="0"/>
                    </a:p>
                  </a:txBody>
                  <a:tcPr/>
                </a:tc>
                <a:tc>
                  <a:txBody>
                    <a:bodyPr/>
                    <a:lstStyle/>
                    <a:p>
                      <a:r>
                        <a:rPr lang="en-US" sz="800" dirty="0"/>
                        <a:t>Wind</a:t>
                      </a:r>
                      <a:endParaRPr lang="en-US" sz="800" b="1" dirty="0"/>
                    </a:p>
                  </a:txBody>
                  <a:tcPr/>
                </a:tc>
                <a:tc>
                  <a:txBody>
                    <a:bodyPr/>
                    <a:lstStyle/>
                    <a:p>
                      <a:r>
                        <a:rPr lang="en-US" sz="800" dirty="0"/>
                        <a:t>Forecast</a:t>
                      </a:r>
                      <a:endParaRPr lang="en-US" sz="800" b="1" dirty="0"/>
                    </a:p>
                  </a:txBody>
                  <a:tcPr/>
                </a:tc>
                <a:tc>
                  <a:txBody>
                    <a:bodyPr/>
                    <a:lstStyle/>
                    <a:p>
                      <a:r>
                        <a:rPr lang="en-US" sz="800" dirty="0"/>
                        <a:t>Enjoy</a:t>
                      </a:r>
                    </a:p>
                    <a:p>
                      <a:r>
                        <a:rPr lang="en-US" sz="800" dirty="0"/>
                        <a:t>Sport?</a:t>
                      </a:r>
                      <a:endParaRPr lang="en-US" sz="800" b="1" i="1" dirty="0"/>
                    </a:p>
                  </a:txBody>
                  <a:tcPr/>
                </a:tc>
                <a:extLst>
                  <a:ext uri="{0D108BD9-81ED-4DB2-BD59-A6C34878D82A}">
                    <a16:rowId xmlns:a16="http://schemas.microsoft.com/office/drawing/2014/main" val="10000"/>
                  </a:ext>
                </a:extLst>
              </a:tr>
              <a:tr h="288741">
                <a:tc>
                  <a:txBody>
                    <a:bodyPr/>
                    <a:lstStyle/>
                    <a:p>
                      <a:r>
                        <a:rPr lang="en-US" sz="800" dirty="0">
                          <a:solidFill>
                            <a:srgbClr val="0070C0"/>
                          </a:solidFill>
                        </a:rPr>
                        <a:t>Sunny</a:t>
                      </a:r>
                    </a:p>
                  </a:txBody>
                  <a:tcPr/>
                </a:tc>
                <a:tc>
                  <a:txBody>
                    <a:bodyPr/>
                    <a:lstStyle/>
                    <a:p>
                      <a:r>
                        <a:rPr lang="en-US" sz="800" dirty="0">
                          <a:solidFill>
                            <a:srgbClr val="0070C0"/>
                          </a:solidFill>
                        </a:rPr>
                        <a:t>Warm</a:t>
                      </a:r>
                    </a:p>
                  </a:txBody>
                  <a:tcPr/>
                </a:tc>
                <a:tc>
                  <a:txBody>
                    <a:bodyPr/>
                    <a:lstStyle/>
                    <a:p>
                      <a:r>
                        <a:rPr lang="en-US" sz="800" dirty="0">
                          <a:solidFill>
                            <a:srgbClr val="0070C0"/>
                          </a:solidFill>
                        </a:rPr>
                        <a:t>Normal</a:t>
                      </a:r>
                    </a:p>
                  </a:txBody>
                  <a:tcPr/>
                </a:tc>
                <a:tc>
                  <a:txBody>
                    <a:bodyPr/>
                    <a:lstStyle/>
                    <a:p>
                      <a:r>
                        <a:rPr lang="en-US" sz="800">
                          <a:solidFill>
                            <a:srgbClr val="0070C0"/>
                          </a:solidFill>
                        </a:rPr>
                        <a:t>Strong</a:t>
                      </a:r>
                      <a:endParaRPr lang="en-US" sz="800" dirty="0">
                        <a:solidFill>
                          <a:srgbClr val="0070C0"/>
                        </a:solidFill>
                      </a:endParaRPr>
                    </a:p>
                  </a:txBody>
                  <a:tcPr/>
                </a:tc>
                <a:tc>
                  <a:txBody>
                    <a:bodyPr/>
                    <a:lstStyle/>
                    <a:p>
                      <a:r>
                        <a:rPr lang="en-US" sz="800">
                          <a:solidFill>
                            <a:srgbClr val="0070C0"/>
                          </a:solidFill>
                        </a:rPr>
                        <a:t>Same</a:t>
                      </a:r>
                      <a:endParaRPr lang="en-US" sz="800" dirty="0">
                        <a:solidFill>
                          <a:srgbClr val="0070C0"/>
                        </a:solidFill>
                      </a:endParaRPr>
                    </a:p>
                  </a:txBody>
                  <a:tcPr/>
                </a:tc>
                <a:tc>
                  <a:txBody>
                    <a:bodyPr/>
                    <a:lstStyle/>
                    <a:p>
                      <a:r>
                        <a:rPr lang="en-US" sz="800" dirty="0">
                          <a:solidFill>
                            <a:srgbClr val="0070C0"/>
                          </a:solidFill>
                        </a:rPr>
                        <a:t>Yes</a:t>
                      </a:r>
                    </a:p>
                  </a:txBody>
                  <a:tcPr/>
                </a:tc>
                <a:extLst>
                  <a:ext uri="{0D108BD9-81ED-4DB2-BD59-A6C34878D82A}">
                    <a16:rowId xmlns:a16="http://schemas.microsoft.com/office/drawing/2014/main" val="10001"/>
                  </a:ext>
                </a:extLst>
              </a:tr>
              <a:tr h="288741">
                <a:tc>
                  <a:txBody>
                    <a:bodyPr/>
                    <a:lstStyle/>
                    <a:p>
                      <a:r>
                        <a:rPr lang="en-US" sz="800" dirty="0"/>
                        <a:t>Sunny</a:t>
                      </a:r>
                    </a:p>
                  </a:txBody>
                  <a:tcPr/>
                </a:tc>
                <a:tc>
                  <a:txBody>
                    <a:bodyPr/>
                    <a:lstStyle/>
                    <a:p>
                      <a:r>
                        <a:rPr lang="en-US" sz="800" dirty="0"/>
                        <a:t>Warm</a:t>
                      </a:r>
                    </a:p>
                  </a:txBody>
                  <a:tcPr/>
                </a:tc>
                <a:tc>
                  <a:txBody>
                    <a:bodyPr/>
                    <a:lstStyle/>
                    <a:p>
                      <a:r>
                        <a:rPr lang="en-US" sz="800"/>
                        <a:t>High</a:t>
                      </a:r>
                      <a:endParaRPr lang="en-US" sz="800" dirty="0"/>
                    </a:p>
                  </a:txBody>
                  <a:tcPr/>
                </a:tc>
                <a:tc>
                  <a:txBody>
                    <a:bodyPr/>
                    <a:lstStyle/>
                    <a:p>
                      <a:r>
                        <a:rPr lang="en-US" sz="800"/>
                        <a:t>Strong</a:t>
                      </a:r>
                      <a:endParaRPr lang="en-US" sz="800" dirty="0"/>
                    </a:p>
                  </a:txBody>
                  <a:tcPr/>
                </a:tc>
                <a:tc>
                  <a:txBody>
                    <a:bodyPr/>
                    <a:lstStyle/>
                    <a:p>
                      <a:r>
                        <a:rPr lang="en-US" sz="800"/>
                        <a:t>Same</a:t>
                      </a:r>
                      <a:endParaRPr lang="en-US" sz="800" dirty="0"/>
                    </a:p>
                  </a:txBody>
                  <a:tcPr/>
                </a:tc>
                <a:tc>
                  <a:txBody>
                    <a:bodyPr/>
                    <a:lstStyle/>
                    <a:p>
                      <a:r>
                        <a:rPr lang="en-US" sz="800" dirty="0"/>
                        <a:t>No</a:t>
                      </a:r>
                    </a:p>
                  </a:txBody>
                  <a:tcPr/>
                </a:tc>
                <a:extLst>
                  <a:ext uri="{0D108BD9-81ED-4DB2-BD59-A6C34878D82A}">
                    <a16:rowId xmlns:a16="http://schemas.microsoft.com/office/drawing/2014/main" val="10002"/>
                  </a:ext>
                </a:extLst>
              </a:tr>
              <a:tr h="288741">
                <a:tc>
                  <a:txBody>
                    <a:bodyPr/>
                    <a:lstStyle/>
                    <a:p>
                      <a:r>
                        <a:rPr lang="en-US" sz="800"/>
                        <a:t>Rainy</a:t>
                      </a:r>
                      <a:endParaRPr lang="en-US" sz="800" dirty="0"/>
                    </a:p>
                  </a:txBody>
                  <a:tcPr/>
                </a:tc>
                <a:tc>
                  <a:txBody>
                    <a:bodyPr/>
                    <a:lstStyle/>
                    <a:p>
                      <a:r>
                        <a:rPr lang="en-US" sz="800"/>
                        <a:t>Cold</a:t>
                      </a:r>
                      <a:endParaRPr lang="en-US" sz="800" dirty="0"/>
                    </a:p>
                  </a:txBody>
                  <a:tcPr/>
                </a:tc>
                <a:tc>
                  <a:txBody>
                    <a:bodyPr/>
                    <a:lstStyle/>
                    <a:p>
                      <a:r>
                        <a:rPr lang="en-US" sz="800"/>
                        <a:t>High</a:t>
                      </a:r>
                      <a:endParaRPr lang="en-US" sz="800" dirty="0"/>
                    </a:p>
                  </a:txBody>
                  <a:tcPr/>
                </a:tc>
                <a:tc>
                  <a:txBody>
                    <a:bodyPr/>
                    <a:lstStyle/>
                    <a:p>
                      <a:r>
                        <a:rPr lang="en-US" sz="800" dirty="0"/>
                        <a:t>Strong</a:t>
                      </a:r>
                    </a:p>
                  </a:txBody>
                  <a:tcPr/>
                </a:tc>
                <a:tc>
                  <a:txBody>
                    <a:bodyPr/>
                    <a:lstStyle/>
                    <a:p>
                      <a:r>
                        <a:rPr lang="en-US" sz="800"/>
                        <a:t>Change</a:t>
                      </a:r>
                      <a:endParaRPr lang="en-US" sz="800" dirty="0"/>
                    </a:p>
                  </a:txBody>
                  <a:tcPr/>
                </a:tc>
                <a:tc>
                  <a:txBody>
                    <a:bodyPr/>
                    <a:lstStyle/>
                    <a:p>
                      <a:r>
                        <a:rPr lang="en-US" sz="800" dirty="0"/>
                        <a:t>No</a:t>
                      </a:r>
                    </a:p>
                  </a:txBody>
                  <a:tcPr/>
                </a:tc>
                <a:extLst>
                  <a:ext uri="{0D108BD9-81ED-4DB2-BD59-A6C34878D82A}">
                    <a16:rowId xmlns:a16="http://schemas.microsoft.com/office/drawing/2014/main" val="10003"/>
                  </a:ext>
                </a:extLst>
              </a:tr>
              <a:tr h="288741">
                <a:tc>
                  <a:txBody>
                    <a:bodyPr/>
                    <a:lstStyle/>
                    <a:p>
                      <a:r>
                        <a:rPr lang="en-US" sz="800" dirty="0">
                          <a:solidFill>
                            <a:srgbClr val="0070C0"/>
                          </a:solidFill>
                        </a:rPr>
                        <a:t>Sunny</a:t>
                      </a:r>
                    </a:p>
                  </a:txBody>
                  <a:tcPr/>
                </a:tc>
                <a:tc>
                  <a:txBody>
                    <a:bodyPr/>
                    <a:lstStyle/>
                    <a:p>
                      <a:r>
                        <a:rPr lang="en-US" sz="800" dirty="0">
                          <a:solidFill>
                            <a:srgbClr val="0070C0"/>
                          </a:solidFill>
                        </a:rPr>
                        <a:t>Warm</a:t>
                      </a:r>
                    </a:p>
                  </a:txBody>
                  <a:tcPr/>
                </a:tc>
                <a:tc>
                  <a:txBody>
                    <a:bodyPr/>
                    <a:lstStyle/>
                    <a:p>
                      <a:r>
                        <a:rPr lang="en-US" sz="800" dirty="0">
                          <a:solidFill>
                            <a:srgbClr val="0070C0"/>
                          </a:solidFill>
                        </a:rPr>
                        <a:t>Normal</a:t>
                      </a:r>
                    </a:p>
                  </a:txBody>
                  <a:tcPr/>
                </a:tc>
                <a:tc>
                  <a:txBody>
                    <a:bodyPr/>
                    <a:lstStyle/>
                    <a:p>
                      <a:r>
                        <a:rPr lang="en-US" sz="800" dirty="0">
                          <a:solidFill>
                            <a:srgbClr val="0070C0"/>
                          </a:solidFill>
                        </a:rPr>
                        <a:t>Breeze</a:t>
                      </a:r>
                    </a:p>
                  </a:txBody>
                  <a:tcPr/>
                </a:tc>
                <a:tc>
                  <a:txBody>
                    <a:bodyPr/>
                    <a:lstStyle/>
                    <a:p>
                      <a:r>
                        <a:rPr lang="en-US" sz="800">
                          <a:solidFill>
                            <a:srgbClr val="0070C0"/>
                          </a:solidFill>
                        </a:rPr>
                        <a:t>Same</a:t>
                      </a:r>
                      <a:endParaRPr lang="en-US" sz="800" dirty="0">
                        <a:solidFill>
                          <a:srgbClr val="0070C0"/>
                        </a:solidFill>
                      </a:endParaRPr>
                    </a:p>
                  </a:txBody>
                  <a:tcPr/>
                </a:tc>
                <a:tc>
                  <a:txBody>
                    <a:bodyPr/>
                    <a:lstStyle/>
                    <a:p>
                      <a:r>
                        <a:rPr lang="en-US" sz="800" dirty="0">
                          <a:solidFill>
                            <a:srgbClr val="0070C0"/>
                          </a:solidFill>
                        </a:rPr>
                        <a:t>Yes</a:t>
                      </a:r>
                    </a:p>
                  </a:txBody>
                  <a:tcPr/>
                </a:tc>
                <a:extLst>
                  <a:ext uri="{0D108BD9-81ED-4DB2-BD59-A6C34878D82A}">
                    <a16:rowId xmlns:a16="http://schemas.microsoft.com/office/drawing/2014/main" val="10004"/>
                  </a:ext>
                </a:extLst>
              </a:tr>
              <a:tr h="288741">
                <a:tc>
                  <a:txBody>
                    <a:bodyPr/>
                    <a:lstStyle/>
                    <a:p>
                      <a:r>
                        <a:rPr lang="en-US" sz="800" dirty="0"/>
                        <a:t>Sunny</a:t>
                      </a:r>
                    </a:p>
                  </a:txBody>
                  <a:tcPr/>
                </a:tc>
                <a:tc>
                  <a:txBody>
                    <a:bodyPr/>
                    <a:lstStyle/>
                    <a:p>
                      <a:r>
                        <a:rPr lang="en-US" sz="800" dirty="0"/>
                        <a:t>Hot</a:t>
                      </a:r>
                    </a:p>
                  </a:txBody>
                  <a:tcPr/>
                </a:tc>
                <a:tc>
                  <a:txBody>
                    <a:bodyPr/>
                    <a:lstStyle/>
                    <a:p>
                      <a:r>
                        <a:rPr lang="en-US" sz="800" dirty="0"/>
                        <a:t>Normal</a:t>
                      </a:r>
                    </a:p>
                  </a:txBody>
                  <a:tcPr/>
                </a:tc>
                <a:tc>
                  <a:txBody>
                    <a:bodyPr/>
                    <a:lstStyle/>
                    <a:p>
                      <a:r>
                        <a:rPr lang="en-US" sz="800" dirty="0"/>
                        <a:t>Breeze</a:t>
                      </a:r>
                    </a:p>
                  </a:txBody>
                  <a:tcPr/>
                </a:tc>
                <a:tc>
                  <a:txBody>
                    <a:bodyPr/>
                    <a:lstStyle/>
                    <a:p>
                      <a:r>
                        <a:rPr lang="en-US" sz="800" dirty="0"/>
                        <a:t>Same</a:t>
                      </a:r>
                    </a:p>
                  </a:txBody>
                  <a:tcPr/>
                </a:tc>
                <a:tc>
                  <a:txBody>
                    <a:bodyPr/>
                    <a:lstStyle/>
                    <a:p>
                      <a:r>
                        <a:rPr lang="en-US" sz="800" dirty="0"/>
                        <a:t>No</a:t>
                      </a:r>
                    </a:p>
                  </a:txBody>
                  <a:tcPr/>
                </a:tc>
                <a:extLst>
                  <a:ext uri="{0D108BD9-81ED-4DB2-BD59-A6C34878D82A}">
                    <a16:rowId xmlns:a16="http://schemas.microsoft.com/office/drawing/2014/main" val="10005"/>
                  </a:ext>
                </a:extLst>
              </a:tr>
              <a:tr h="288741">
                <a:tc>
                  <a:txBody>
                    <a:bodyPr/>
                    <a:lstStyle/>
                    <a:p>
                      <a:r>
                        <a:rPr lang="en-US" sz="800"/>
                        <a:t>Rainy</a:t>
                      </a:r>
                      <a:endParaRPr lang="en-US" sz="800" dirty="0"/>
                    </a:p>
                  </a:txBody>
                  <a:tcPr/>
                </a:tc>
                <a:tc>
                  <a:txBody>
                    <a:bodyPr/>
                    <a:lstStyle/>
                    <a:p>
                      <a:r>
                        <a:rPr lang="en-US" sz="800"/>
                        <a:t>Cold</a:t>
                      </a:r>
                      <a:endParaRPr lang="en-US" sz="800" dirty="0"/>
                    </a:p>
                  </a:txBody>
                  <a:tcPr/>
                </a:tc>
                <a:tc>
                  <a:txBody>
                    <a:bodyPr/>
                    <a:lstStyle/>
                    <a:p>
                      <a:r>
                        <a:rPr lang="en-US" sz="800"/>
                        <a:t>High</a:t>
                      </a:r>
                      <a:endParaRPr lang="en-US" sz="800" dirty="0"/>
                    </a:p>
                  </a:txBody>
                  <a:tcPr/>
                </a:tc>
                <a:tc>
                  <a:txBody>
                    <a:bodyPr/>
                    <a:lstStyle/>
                    <a:p>
                      <a:r>
                        <a:rPr lang="en-US" sz="800"/>
                        <a:t>Strong</a:t>
                      </a:r>
                      <a:endParaRPr lang="en-US" sz="800" dirty="0"/>
                    </a:p>
                  </a:txBody>
                  <a:tcPr/>
                </a:tc>
                <a:tc>
                  <a:txBody>
                    <a:bodyPr/>
                    <a:lstStyle/>
                    <a:p>
                      <a:r>
                        <a:rPr lang="en-US" sz="800"/>
                        <a:t>Change</a:t>
                      </a:r>
                      <a:endParaRPr lang="en-US" sz="800" dirty="0"/>
                    </a:p>
                  </a:txBody>
                  <a:tcPr/>
                </a:tc>
                <a:tc>
                  <a:txBody>
                    <a:bodyPr/>
                    <a:lstStyle/>
                    <a:p>
                      <a:r>
                        <a:rPr lang="en-US" sz="800" dirty="0"/>
                        <a:t>No</a:t>
                      </a:r>
                    </a:p>
                  </a:txBody>
                  <a:tcPr/>
                </a:tc>
                <a:extLst>
                  <a:ext uri="{0D108BD9-81ED-4DB2-BD59-A6C34878D82A}">
                    <a16:rowId xmlns:a16="http://schemas.microsoft.com/office/drawing/2014/main" val="10006"/>
                  </a:ext>
                </a:extLst>
              </a:tr>
              <a:tr h="288741">
                <a:tc>
                  <a:txBody>
                    <a:bodyPr/>
                    <a:lstStyle/>
                    <a:p>
                      <a:r>
                        <a:rPr lang="en-US" sz="800" dirty="0">
                          <a:solidFill>
                            <a:srgbClr val="0070C0"/>
                          </a:solidFill>
                        </a:rPr>
                        <a:t>Sunny</a:t>
                      </a:r>
                    </a:p>
                  </a:txBody>
                  <a:tcPr/>
                </a:tc>
                <a:tc>
                  <a:txBody>
                    <a:bodyPr/>
                    <a:lstStyle/>
                    <a:p>
                      <a:r>
                        <a:rPr lang="en-US" sz="800">
                          <a:solidFill>
                            <a:srgbClr val="0070C0"/>
                          </a:solidFill>
                        </a:rPr>
                        <a:t>Warm</a:t>
                      </a:r>
                      <a:endParaRPr lang="en-US" sz="800" dirty="0">
                        <a:solidFill>
                          <a:srgbClr val="0070C0"/>
                        </a:solidFill>
                      </a:endParaRPr>
                    </a:p>
                  </a:txBody>
                  <a:tcPr/>
                </a:tc>
                <a:tc>
                  <a:txBody>
                    <a:bodyPr/>
                    <a:lstStyle/>
                    <a:p>
                      <a:r>
                        <a:rPr lang="en-US" sz="800">
                          <a:solidFill>
                            <a:srgbClr val="0070C0"/>
                          </a:solidFill>
                        </a:rPr>
                        <a:t>High</a:t>
                      </a:r>
                      <a:endParaRPr lang="en-US" sz="800" dirty="0">
                        <a:solidFill>
                          <a:srgbClr val="0070C0"/>
                        </a:solidFill>
                      </a:endParaRPr>
                    </a:p>
                  </a:txBody>
                  <a:tcPr/>
                </a:tc>
                <a:tc>
                  <a:txBody>
                    <a:bodyPr/>
                    <a:lstStyle/>
                    <a:p>
                      <a:r>
                        <a:rPr lang="en-US" sz="800">
                          <a:solidFill>
                            <a:srgbClr val="0070C0"/>
                          </a:solidFill>
                        </a:rPr>
                        <a:t>Strong</a:t>
                      </a:r>
                      <a:endParaRPr lang="en-US" sz="800" dirty="0">
                        <a:solidFill>
                          <a:srgbClr val="0070C0"/>
                        </a:solidFill>
                      </a:endParaRPr>
                    </a:p>
                  </a:txBody>
                  <a:tcPr/>
                </a:tc>
                <a:tc>
                  <a:txBody>
                    <a:bodyPr/>
                    <a:lstStyle/>
                    <a:p>
                      <a:r>
                        <a:rPr lang="en-US" sz="800">
                          <a:solidFill>
                            <a:srgbClr val="0070C0"/>
                          </a:solidFill>
                        </a:rPr>
                        <a:t>Change</a:t>
                      </a:r>
                      <a:endParaRPr lang="en-US" sz="800" dirty="0">
                        <a:solidFill>
                          <a:srgbClr val="0070C0"/>
                        </a:solidFill>
                      </a:endParaRPr>
                    </a:p>
                  </a:txBody>
                  <a:tcPr/>
                </a:tc>
                <a:tc>
                  <a:txBody>
                    <a:bodyPr/>
                    <a:lstStyle/>
                    <a:p>
                      <a:r>
                        <a:rPr lang="en-US" sz="800" dirty="0">
                          <a:solidFill>
                            <a:srgbClr val="0070C0"/>
                          </a:solidFill>
                        </a:rPr>
                        <a:t>Yes</a:t>
                      </a:r>
                    </a:p>
                  </a:txBody>
                  <a:tcPr/>
                </a:tc>
                <a:extLst>
                  <a:ext uri="{0D108BD9-81ED-4DB2-BD59-A6C34878D82A}">
                    <a16:rowId xmlns:a16="http://schemas.microsoft.com/office/drawing/2014/main" val="10007"/>
                  </a:ext>
                </a:extLst>
              </a:tr>
              <a:tr h="288741">
                <a:tc>
                  <a:txBody>
                    <a:bodyPr/>
                    <a:lstStyle/>
                    <a:p>
                      <a:r>
                        <a:rPr lang="en-US" sz="800" dirty="0"/>
                        <a:t>Rainy</a:t>
                      </a:r>
                    </a:p>
                  </a:txBody>
                  <a:tcPr>
                    <a:solidFill>
                      <a:schemeClr val="bg2"/>
                    </a:solidFill>
                  </a:tcPr>
                </a:tc>
                <a:tc>
                  <a:txBody>
                    <a:bodyPr/>
                    <a:lstStyle/>
                    <a:p>
                      <a:r>
                        <a:rPr lang="en-US" sz="800" dirty="0"/>
                        <a:t>Warm</a:t>
                      </a:r>
                    </a:p>
                  </a:txBody>
                  <a:tcPr>
                    <a:solidFill>
                      <a:schemeClr val="bg2"/>
                    </a:solidFill>
                  </a:tcPr>
                </a:tc>
                <a:tc>
                  <a:txBody>
                    <a:bodyPr/>
                    <a:lstStyle/>
                    <a:p>
                      <a:r>
                        <a:rPr lang="en-US" sz="800" dirty="0"/>
                        <a:t>Normal</a:t>
                      </a:r>
                    </a:p>
                  </a:txBody>
                  <a:tcPr>
                    <a:solidFill>
                      <a:schemeClr val="bg2"/>
                    </a:solidFill>
                  </a:tcPr>
                </a:tc>
                <a:tc>
                  <a:txBody>
                    <a:bodyPr/>
                    <a:lstStyle/>
                    <a:p>
                      <a:r>
                        <a:rPr lang="en-US" sz="800" dirty="0"/>
                        <a:t>Breeze</a:t>
                      </a:r>
                    </a:p>
                  </a:txBody>
                  <a:tcPr>
                    <a:solidFill>
                      <a:schemeClr val="bg2"/>
                    </a:solidFill>
                  </a:tcPr>
                </a:tc>
                <a:tc>
                  <a:txBody>
                    <a:bodyPr/>
                    <a:lstStyle/>
                    <a:p>
                      <a:r>
                        <a:rPr lang="en-US" sz="800" dirty="0"/>
                        <a:t>Same</a:t>
                      </a:r>
                    </a:p>
                  </a:txBody>
                  <a:tcPr>
                    <a:solidFill>
                      <a:schemeClr val="bg2"/>
                    </a:solidFill>
                  </a:tcPr>
                </a:tc>
                <a:tc>
                  <a:txBody>
                    <a:bodyPr/>
                    <a:lstStyle/>
                    <a:p>
                      <a:r>
                        <a:rPr lang="en-US" sz="800" dirty="0"/>
                        <a:t>Yes</a:t>
                      </a:r>
                    </a:p>
                  </a:txBody>
                  <a:tcPr>
                    <a:solidFill>
                      <a:schemeClr val="bg2"/>
                    </a:solidFill>
                  </a:tcPr>
                </a:tc>
                <a:extLst>
                  <a:ext uri="{0D108BD9-81ED-4DB2-BD59-A6C34878D82A}">
                    <a16:rowId xmlns:a16="http://schemas.microsoft.com/office/drawing/2014/main" val="10008"/>
                  </a:ext>
                </a:extLst>
              </a:tr>
            </a:tbl>
          </a:graphicData>
        </a:graphic>
      </p:graphicFrame>
      <p:sp>
        <p:nvSpPr>
          <p:cNvPr id="6" name="Content Placeholder 2"/>
          <p:cNvSpPr>
            <a:spLocks noGrp="1"/>
          </p:cNvSpPr>
          <p:nvPr>
            <p:ph sz="quarter" idx="10"/>
          </p:nvPr>
        </p:nvSpPr>
        <p:spPr>
          <a:xfrm>
            <a:off x="304800" y="589597"/>
            <a:ext cx="6324600" cy="609600"/>
          </a:xfrm>
        </p:spPr>
        <p:txBody>
          <a:bodyPr>
            <a:normAutofit/>
          </a:bodyPr>
          <a:lstStyle/>
          <a:p>
            <a:r>
              <a:rPr lang="en-US" altLang="en-US" sz="2000" dirty="0"/>
              <a:t>Example: Play Tennis – Learning Phase</a:t>
            </a:r>
            <a:endParaRPr lang="en-IN" sz="2000" dirty="0"/>
          </a:p>
        </p:txBody>
      </p:sp>
      <p:grpSp>
        <p:nvGrpSpPr>
          <p:cNvPr id="9" name="Group 8"/>
          <p:cNvGrpSpPr/>
          <p:nvPr/>
        </p:nvGrpSpPr>
        <p:grpSpPr>
          <a:xfrm>
            <a:off x="579549" y="1687359"/>
            <a:ext cx="8258671" cy="1046458"/>
            <a:chOff x="808192" y="2624224"/>
            <a:chExt cx="6933258" cy="1964705"/>
          </a:xfrm>
        </p:grpSpPr>
        <p:pic>
          <p:nvPicPr>
            <p:cNvPr id="10" name="object 5"/>
            <p:cNvPicPr/>
            <p:nvPr/>
          </p:nvPicPr>
          <p:blipFill>
            <a:blip r:embed="rId2" cstate="print"/>
            <a:stretch>
              <a:fillRect/>
            </a:stretch>
          </p:blipFill>
          <p:spPr>
            <a:xfrm>
              <a:off x="1348247" y="2624224"/>
              <a:ext cx="3387396" cy="1052238"/>
            </a:xfrm>
            <a:prstGeom prst="rect">
              <a:avLst/>
            </a:prstGeom>
          </p:spPr>
        </p:pic>
        <p:sp>
          <p:nvSpPr>
            <p:cNvPr id="11" name="object 8"/>
            <p:cNvSpPr txBox="1"/>
            <p:nvPr/>
          </p:nvSpPr>
          <p:spPr>
            <a:xfrm>
              <a:off x="808192" y="3931773"/>
              <a:ext cx="6933258" cy="657156"/>
            </a:xfrm>
            <a:prstGeom prst="rect">
              <a:avLst/>
            </a:prstGeom>
          </p:spPr>
          <p:txBody>
            <a:bodyPr vert="horz" wrap="square" lIns="0" tIns="29135" rIns="0" bIns="0" rtlCol="0">
              <a:spAutoFit/>
            </a:bodyPr>
            <a:lstStyle/>
            <a:p>
              <a:pPr marL="33619" marR="26896" lvl="0" indent="358047" algn="l" defTabSz="914400" rtl="0" eaLnBrk="1" fontAlgn="auto" latinLnBrk="0" hangingPunct="1">
                <a:lnSpc>
                  <a:spcPts val="2471"/>
                </a:lnSpc>
                <a:spcBef>
                  <a:spcPts val="229"/>
                </a:spcBef>
                <a:spcAft>
                  <a:spcPts val="0"/>
                </a:spcAft>
                <a:buClr>
                  <a:srgbClr val="000000"/>
                </a:buClr>
                <a:buSzTx/>
                <a:buFont typeface="Arial"/>
                <a:buNone/>
                <a:tabLst/>
                <a:defRPr/>
              </a:pPr>
              <a:r>
                <a:rPr kumimoji="0" lang="en-US" sz="1800" b="0" i="0" u="none" strike="noStrike" kern="0" cap="none" spc="-4" normalizeH="0" baseline="0" noProof="0" dirty="0">
                  <a:ln>
                    <a:noFill/>
                  </a:ln>
                  <a:solidFill>
                    <a:srgbClr val="000000"/>
                  </a:solidFill>
                  <a:effectLst/>
                  <a:uLnTx/>
                  <a:uFillTx/>
                  <a:latin typeface="Calibri"/>
                  <a:ea typeface="Cambria" panose="02040503050406030204" pitchFamily="18" charset="0"/>
                  <a:cs typeface="Comic Sans MS"/>
                  <a:sym typeface="Arial"/>
                </a:rPr>
                <a:t>                                                 </a:t>
              </a:r>
              <a:r>
                <a:rPr kumimoji="0" sz="1800" b="0" i="0" u="none" strike="noStrike" kern="0" cap="none" spc="-4" normalizeH="0" baseline="0" noProof="0" dirty="0">
                  <a:ln>
                    <a:noFill/>
                  </a:ln>
                  <a:solidFill>
                    <a:srgbClr val="000000"/>
                  </a:solidFill>
                  <a:effectLst/>
                  <a:uLnTx/>
                  <a:uFillTx/>
                  <a:latin typeface="Calibri"/>
                  <a:ea typeface="Cambria" panose="02040503050406030204" pitchFamily="18" charset="0"/>
                  <a:cs typeface="Comic Sans MS"/>
                  <a:sym typeface="Arial"/>
                </a:rPr>
                <a:t>Number </a:t>
              </a:r>
              <a:r>
                <a:rPr kumimoji="0" sz="1800" b="0" i="0" u="none" strike="noStrike" kern="0" cap="none" spc="0" normalizeH="0" baseline="0" noProof="0" dirty="0">
                  <a:ln>
                    <a:noFill/>
                  </a:ln>
                  <a:solidFill>
                    <a:srgbClr val="000000"/>
                  </a:solidFill>
                  <a:effectLst/>
                  <a:uLnTx/>
                  <a:uFillTx/>
                  <a:latin typeface="Calibri"/>
                  <a:ea typeface="Cambria" panose="02040503050406030204" pitchFamily="18" charset="0"/>
                  <a:cs typeface="Comic Sans MS"/>
                  <a:sym typeface="Arial"/>
                </a:rPr>
                <a:t>of items in </a:t>
              </a:r>
              <a:r>
                <a:rPr kumimoji="0" sz="1800" b="0" i="0" u="none" strike="noStrike" kern="0" cap="none" spc="4" normalizeH="0" baseline="0" noProof="0" dirty="0">
                  <a:ln>
                    <a:noFill/>
                  </a:ln>
                  <a:solidFill>
                    <a:srgbClr val="000000"/>
                  </a:solidFill>
                  <a:effectLst/>
                  <a:uLnTx/>
                  <a:uFillTx/>
                  <a:latin typeface="Calibri"/>
                  <a:ea typeface="Cambria" panose="02040503050406030204" pitchFamily="18" charset="0"/>
                  <a:cs typeface="Comic Sans MS"/>
                  <a:sym typeface="Arial"/>
                </a:rPr>
                <a:t> </a:t>
              </a:r>
              <a:r>
                <a:rPr kumimoji="0" sz="1800" b="0" i="0" u="none" strike="noStrike" kern="0" cap="none" spc="-4" normalizeH="0" baseline="0" noProof="0" dirty="0">
                  <a:ln>
                    <a:noFill/>
                  </a:ln>
                  <a:solidFill>
                    <a:srgbClr val="000000"/>
                  </a:solidFill>
                  <a:effectLst/>
                  <a:uLnTx/>
                  <a:uFillTx/>
                  <a:latin typeface="Calibri"/>
                  <a:ea typeface="Cambria" panose="02040503050406030204" pitchFamily="18" charset="0"/>
                  <a:cs typeface="Comic Sans MS"/>
                  <a:sym typeface="Arial"/>
                </a:rPr>
                <a:t>dataset</a:t>
              </a:r>
              <a:r>
                <a:rPr kumimoji="0" sz="1800" b="0" i="0" u="none" strike="noStrike" kern="0" cap="none" spc="-18" normalizeH="0" baseline="0" noProof="0" dirty="0">
                  <a:ln>
                    <a:noFill/>
                  </a:ln>
                  <a:solidFill>
                    <a:srgbClr val="000000"/>
                  </a:solidFill>
                  <a:effectLst/>
                  <a:uLnTx/>
                  <a:uFillTx/>
                  <a:latin typeface="Calibri"/>
                  <a:ea typeface="Cambria" panose="02040503050406030204" pitchFamily="18" charset="0"/>
                  <a:cs typeface="Comic Sans MS"/>
                  <a:sym typeface="Arial"/>
                </a:rPr>
                <a:t> </a:t>
              </a:r>
              <a:r>
                <a:rPr kumimoji="0" sz="1800" b="0" i="0" u="none" strike="noStrike" kern="0" cap="none" spc="0" normalizeH="0" baseline="0" noProof="0" dirty="0">
                  <a:ln>
                    <a:noFill/>
                  </a:ln>
                  <a:solidFill>
                    <a:srgbClr val="000000"/>
                  </a:solidFill>
                  <a:effectLst/>
                  <a:uLnTx/>
                  <a:uFillTx/>
                  <a:latin typeface="Calibri"/>
                  <a:ea typeface="Cambria" panose="02040503050406030204" pitchFamily="18" charset="0"/>
                  <a:cs typeface="Comic Sans MS"/>
                  <a:sym typeface="Arial"/>
                </a:rPr>
                <a:t>D</a:t>
              </a:r>
              <a:r>
                <a:rPr kumimoji="0" sz="1800" b="0" i="0" u="none" strike="noStrike" kern="0" cap="none" spc="-13" normalizeH="0" baseline="0" noProof="0" dirty="0">
                  <a:ln>
                    <a:noFill/>
                  </a:ln>
                  <a:solidFill>
                    <a:srgbClr val="000000"/>
                  </a:solidFill>
                  <a:effectLst/>
                  <a:uLnTx/>
                  <a:uFillTx/>
                  <a:latin typeface="Calibri"/>
                  <a:ea typeface="Cambria" panose="02040503050406030204" pitchFamily="18" charset="0"/>
                  <a:cs typeface="Comic Sans MS"/>
                  <a:sym typeface="Arial"/>
                </a:rPr>
                <a:t> </a:t>
              </a:r>
              <a:r>
                <a:rPr kumimoji="0" sz="1800" b="0" i="0" u="none" strike="noStrike" kern="0" cap="none" spc="-4" normalizeH="0" baseline="0" noProof="0" dirty="0">
                  <a:ln>
                    <a:noFill/>
                  </a:ln>
                  <a:solidFill>
                    <a:srgbClr val="000000"/>
                  </a:solidFill>
                  <a:effectLst/>
                  <a:uLnTx/>
                  <a:uFillTx/>
                  <a:latin typeface="Calibri"/>
                  <a:ea typeface="Cambria" panose="02040503050406030204" pitchFamily="18" charset="0"/>
                  <a:cs typeface="Comic Sans MS"/>
                  <a:sym typeface="Arial"/>
                </a:rPr>
                <a:t>for</a:t>
              </a:r>
              <a:r>
                <a:rPr kumimoji="0" sz="1800" b="0" i="0" u="none" strike="noStrike" kern="0" cap="none" spc="-13" normalizeH="0" baseline="0" noProof="0" dirty="0">
                  <a:ln>
                    <a:noFill/>
                  </a:ln>
                  <a:solidFill>
                    <a:srgbClr val="000000"/>
                  </a:solidFill>
                  <a:effectLst/>
                  <a:uLnTx/>
                  <a:uFillTx/>
                  <a:latin typeface="Calibri"/>
                  <a:ea typeface="Cambria" panose="02040503050406030204" pitchFamily="18" charset="0"/>
                  <a:cs typeface="Comic Sans MS"/>
                  <a:sym typeface="Arial"/>
                </a:rPr>
                <a:t> </a:t>
              </a:r>
              <a:r>
                <a:rPr kumimoji="0" sz="1800" b="0" i="0" u="none" strike="noStrike" kern="0" cap="none" spc="-4" normalizeH="0" baseline="0" noProof="0" dirty="0">
                  <a:ln>
                    <a:noFill/>
                  </a:ln>
                  <a:solidFill>
                    <a:srgbClr val="000000"/>
                  </a:solidFill>
                  <a:effectLst/>
                  <a:uLnTx/>
                  <a:uFillTx/>
                  <a:latin typeface="Calibri"/>
                  <a:ea typeface="Cambria" panose="02040503050406030204" pitchFamily="18" charset="0"/>
                  <a:cs typeface="Comic Sans MS"/>
                  <a:sym typeface="Arial"/>
                </a:rPr>
                <a:t>which</a:t>
              </a:r>
              <a:r>
                <a:rPr kumimoji="0" sz="1800" b="0" i="0" u="none" strike="noStrike" kern="0" cap="none" spc="-13" normalizeH="0" baseline="0" noProof="0" dirty="0">
                  <a:ln>
                    <a:noFill/>
                  </a:ln>
                  <a:solidFill>
                    <a:srgbClr val="000000"/>
                  </a:solidFill>
                  <a:effectLst/>
                  <a:uLnTx/>
                  <a:uFillTx/>
                  <a:latin typeface="Calibri"/>
                  <a:ea typeface="Cambria" panose="02040503050406030204" pitchFamily="18" charset="0"/>
                  <a:cs typeface="Comic Sans MS"/>
                  <a:sym typeface="Arial"/>
                </a:rPr>
                <a:t> </a:t>
              </a:r>
              <a:r>
                <a:rPr kumimoji="0" sz="1800" b="0" i="0" u="none" strike="noStrike" kern="0" cap="none" spc="0" normalizeH="0" baseline="0" noProof="0" dirty="0">
                  <a:ln>
                    <a:noFill/>
                  </a:ln>
                  <a:solidFill>
                    <a:srgbClr val="000000"/>
                  </a:solidFill>
                  <a:effectLst/>
                  <a:uLnTx/>
                  <a:uFillTx/>
                  <a:latin typeface="Calibri"/>
                  <a:ea typeface="Cambria" panose="02040503050406030204" pitchFamily="18" charset="0"/>
                  <a:cs typeface="Comic Sans MS"/>
                  <a:sym typeface="Arial"/>
                </a:rPr>
                <a:t>Y=y</a:t>
              </a:r>
              <a:r>
                <a:rPr kumimoji="0" sz="1800" b="0" i="0" u="none" strike="noStrike" kern="0" cap="none" spc="0" normalizeH="0" baseline="-20833" noProof="0" dirty="0">
                  <a:ln>
                    <a:noFill/>
                  </a:ln>
                  <a:solidFill>
                    <a:srgbClr val="000000"/>
                  </a:solidFill>
                  <a:effectLst/>
                  <a:uLnTx/>
                  <a:uFillTx/>
                  <a:latin typeface="Calibri"/>
                  <a:ea typeface="Cambria" panose="02040503050406030204" pitchFamily="18" charset="0"/>
                  <a:cs typeface="Comic Sans MS"/>
                  <a:sym typeface="Arial"/>
                </a:rPr>
                <a:t>k</a:t>
              </a:r>
            </a:p>
          </p:txBody>
        </p:sp>
      </p:grpSp>
      <p:graphicFrame>
        <p:nvGraphicFramePr>
          <p:cNvPr id="15" name="Group 128"/>
          <p:cNvGraphicFramePr>
            <a:graphicFrameLocks noGrp="1"/>
          </p:cNvGraphicFramePr>
          <p:nvPr/>
        </p:nvGraphicFramePr>
        <p:xfrm>
          <a:off x="367246" y="2383797"/>
          <a:ext cx="2375954" cy="1101817"/>
        </p:xfrm>
        <a:graphic>
          <a:graphicData uri="http://schemas.openxmlformats.org/drawingml/2006/table">
            <a:tbl>
              <a:tblPr/>
              <a:tblGrid>
                <a:gridCol w="791639">
                  <a:extLst>
                    <a:ext uri="{9D8B030D-6E8A-4147-A177-3AD203B41FA5}">
                      <a16:colId xmlns:a16="http://schemas.microsoft.com/office/drawing/2014/main" val="20000"/>
                    </a:ext>
                  </a:extLst>
                </a:gridCol>
                <a:gridCol w="792676">
                  <a:extLst>
                    <a:ext uri="{9D8B030D-6E8A-4147-A177-3AD203B41FA5}">
                      <a16:colId xmlns:a16="http://schemas.microsoft.com/office/drawing/2014/main" val="20001"/>
                    </a:ext>
                  </a:extLst>
                </a:gridCol>
                <a:gridCol w="791639">
                  <a:extLst>
                    <a:ext uri="{9D8B030D-6E8A-4147-A177-3AD203B41FA5}">
                      <a16:colId xmlns:a16="http://schemas.microsoft.com/office/drawing/2014/main" val="20002"/>
                    </a:ext>
                  </a:extLst>
                </a:gridCol>
              </a:tblGrid>
              <a:tr h="424559">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200" b="0" i="0" u="none" strike="noStrike" cap="none" normalizeH="0" baseline="0" dirty="0">
                          <a:ln>
                            <a:noFill/>
                          </a:ln>
                          <a:solidFill>
                            <a:schemeClr val="accent2"/>
                          </a:solidFill>
                          <a:effectLst/>
                          <a:latin typeface="Arial" panose="020B0604020202020204" pitchFamily="34" charset="0"/>
                          <a:cs typeface="Arial" panose="020B0604020202020204" pitchFamily="34" charset="0"/>
                        </a:rPr>
                        <a:t>Sky</a:t>
                      </a:r>
                    </a:p>
                  </a:txBody>
                  <a:tcPr marL="78191" marR="78191" marT="39109" marB="3910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Arial" panose="020B0604020202020204" pitchFamily="34" charset="0"/>
                          <a:cs typeface="Arial" panose="020B0604020202020204" pitchFamily="34" charset="0"/>
                        </a:rPr>
                        <a:t>Play=Yes</a:t>
                      </a:r>
                    </a:p>
                  </a:txBody>
                  <a:tcPr marL="78191" marR="78191" marT="39109" marB="391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Arial" panose="020B0604020202020204" pitchFamily="34" charset="0"/>
                          <a:cs typeface="Arial" panose="020B0604020202020204" pitchFamily="34" charset="0"/>
                        </a:rPr>
                        <a:t>Play=No</a:t>
                      </a:r>
                    </a:p>
                  </a:txBody>
                  <a:tcPr marL="78191" marR="78191" marT="39109" marB="3910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8629">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Arial" panose="020B0604020202020204" pitchFamily="34" charset="0"/>
                          <a:cs typeface="Arial" panose="020B0604020202020204" pitchFamily="34" charset="0"/>
                        </a:rPr>
                        <a:t>Sunny</a:t>
                      </a:r>
                    </a:p>
                  </a:txBody>
                  <a:tcPr marL="78191" marR="78191" marT="39109" marB="3910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3/3</a:t>
                      </a:r>
                    </a:p>
                  </a:txBody>
                  <a:tcPr marL="78191" marR="78191" marT="39109" marB="391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2/4</a:t>
                      </a:r>
                    </a:p>
                  </a:txBody>
                  <a:tcPr marL="78191" marR="78191" marT="39109" marB="3910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8629">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Rainy</a:t>
                      </a:r>
                    </a:p>
                  </a:txBody>
                  <a:tcPr marL="78191" marR="78191" marT="39109" marB="3910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0/3</a:t>
                      </a:r>
                    </a:p>
                  </a:txBody>
                  <a:tcPr marL="78191" marR="78191" marT="39109" marB="391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2/4</a:t>
                      </a:r>
                    </a:p>
                  </a:txBody>
                  <a:tcPr marL="78191" marR="78191" marT="39109" marB="3910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16" name="Group 74"/>
          <p:cNvGraphicFramePr>
            <a:graphicFrameLocks noGrp="1"/>
          </p:cNvGraphicFramePr>
          <p:nvPr/>
        </p:nvGraphicFramePr>
        <p:xfrm>
          <a:off x="365131" y="4093079"/>
          <a:ext cx="2492785" cy="1177736"/>
        </p:xfrm>
        <a:graphic>
          <a:graphicData uri="http://schemas.openxmlformats.org/drawingml/2006/table">
            <a:tbl>
              <a:tblPr/>
              <a:tblGrid>
                <a:gridCol w="821436">
                  <a:extLst>
                    <a:ext uri="{9D8B030D-6E8A-4147-A177-3AD203B41FA5}">
                      <a16:colId xmlns:a16="http://schemas.microsoft.com/office/drawing/2014/main" val="20000"/>
                    </a:ext>
                  </a:extLst>
                </a:gridCol>
                <a:gridCol w="902120">
                  <a:extLst>
                    <a:ext uri="{9D8B030D-6E8A-4147-A177-3AD203B41FA5}">
                      <a16:colId xmlns:a16="http://schemas.microsoft.com/office/drawing/2014/main" val="20001"/>
                    </a:ext>
                  </a:extLst>
                </a:gridCol>
                <a:gridCol w="769229">
                  <a:extLst>
                    <a:ext uri="{9D8B030D-6E8A-4147-A177-3AD203B41FA5}">
                      <a16:colId xmlns:a16="http://schemas.microsoft.com/office/drawing/2014/main" val="20002"/>
                    </a:ext>
                  </a:extLst>
                </a:gridCol>
              </a:tblGrid>
              <a:tr h="248769">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200" b="0" i="0" u="none" strike="noStrike" cap="none" normalizeH="0" baseline="0" dirty="0" err="1">
                          <a:ln>
                            <a:noFill/>
                          </a:ln>
                          <a:solidFill>
                            <a:schemeClr val="accent2"/>
                          </a:solidFill>
                          <a:effectLst/>
                          <a:latin typeface="Arial" panose="020B0604020202020204" pitchFamily="34" charset="0"/>
                          <a:cs typeface="Arial" panose="020B0604020202020204" pitchFamily="34" charset="0"/>
                        </a:rPr>
                        <a:t>AirTemp</a:t>
                      </a:r>
                      <a:endParaRPr kumimoji="0" lang="en-GB" sz="1200" b="0" i="0" u="none" strike="noStrike" cap="none" normalizeH="0" baseline="0" dirty="0">
                        <a:ln>
                          <a:noFill/>
                        </a:ln>
                        <a:solidFill>
                          <a:schemeClr val="accent2"/>
                        </a:solidFill>
                        <a:effectLst/>
                        <a:latin typeface="Arial" panose="020B0604020202020204" pitchFamily="34" charset="0"/>
                        <a:cs typeface="Arial" panose="020B0604020202020204" pitchFamily="34" charset="0"/>
                      </a:endParaRPr>
                    </a:p>
                  </a:txBody>
                  <a:tcPr marL="78191" marR="78191" marT="39109" marB="3910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Arial" panose="020B0604020202020204" pitchFamily="34" charset="0"/>
                          <a:cs typeface="Arial" panose="020B0604020202020204" pitchFamily="34" charset="0"/>
                        </a:rPr>
                        <a:t>Play=Yes</a:t>
                      </a:r>
                    </a:p>
                  </a:txBody>
                  <a:tcPr marL="78191" marR="78191" marT="39109" marB="391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Arial" panose="020B0604020202020204" pitchFamily="34" charset="0"/>
                          <a:cs typeface="Arial" panose="020B0604020202020204" pitchFamily="34" charset="0"/>
                        </a:rPr>
                        <a:t>Play=No</a:t>
                      </a:r>
                    </a:p>
                  </a:txBody>
                  <a:tcPr marL="78191" marR="78191" marT="39109" marB="3910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05546">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Arial" panose="020B0604020202020204" pitchFamily="34" charset="0"/>
                          <a:cs typeface="Arial" panose="020B0604020202020204" pitchFamily="34" charset="0"/>
                        </a:rPr>
                        <a:t>Hot</a:t>
                      </a:r>
                    </a:p>
                  </a:txBody>
                  <a:tcPr marL="78191" marR="78191" marT="39109" marB="3910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0/3</a:t>
                      </a:r>
                    </a:p>
                  </a:txBody>
                  <a:tcPr marL="78191" marR="78191" marT="39109" marB="391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1/4</a:t>
                      </a:r>
                    </a:p>
                  </a:txBody>
                  <a:tcPr marL="78191" marR="78191" marT="39109" marB="3910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05546">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Warm</a:t>
                      </a:r>
                    </a:p>
                  </a:txBody>
                  <a:tcPr marL="78191" marR="78191" marT="39109" marB="3910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3/3</a:t>
                      </a:r>
                    </a:p>
                  </a:txBody>
                  <a:tcPr marL="78191" marR="78191" marT="39109" marB="391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1/4</a:t>
                      </a:r>
                    </a:p>
                  </a:txBody>
                  <a:tcPr marL="78191" marR="78191" marT="39109" marB="3910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05546">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Cold</a:t>
                      </a:r>
                    </a:p>
                  </a:txBody>
                  <a:tcPr marL="78191" marR="78191" marT="39109" marB="3910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0/3</a:t>
                      </a:r>
                    </a:p>
                  </a:txBody>
                  <a:tcPr marL="78191" marR="78191" marT="39109" marB="391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2/4</a:t>
                      </a:r>
                    </a:p>
                  </a:txBody>
                  <a:tcPr marL="78191" marR="78191" marT="39109" marB="3910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17" name="Group 132"/>
          <p:cNvGraphicFramePr>
            <a:graphicFrameLocks noGrp="1"/>
          </p:cNvGraphicFramePr>
          <p:nvPr/>
        </p:nvGraphicFramePr>
        <p:xfrm>
          <a:off x="407578" y="5533853"/>
          <a:ext cx="2335622" cy="894600"/>
        </p:xfrm>
        <a:graphic>
          <a:graphicData uri="http://schemas.openxmlformats.org/drawingml/2006/table">
            <a:tbl>
              <a:tblPr/>
              <a:tblGrid>
                <a:gridCol w="765318">
                  <a:extLst>
                    <a:ext uri="{9D8B030D-6E8A-4147-A177-3AD203B41FA5}">
                      <a16:colId xmlns:a16="http://schemas.microsoft.com/office/drawing/2014/main" val="20000"/>
                    </a:ext>
                  </a:extLst>
                </a:gridCol>
                <a:gridCol w="821064">
                  <a:extLst>
                    <a:ext uri="{9D8B030D-6E8A-4147-A177-3AD203B41FA5}">
                      <a16:colId xmlns:a16="http://schemas.microsoft.com/office/drawing/2014/main" val="20001"/>
                    </a:ext>
                  </a:extLst>
                </a:gridCol>
                <a:gridCol w="749240">
                  <a:extLst>
                    <a:ext uri="{9D8B030D-6E8A-4147-A177-3AD203B41FA5}">
                      <a16:colId xmlns:a16="http://schemas.microsoft.com/office/drawing/2014/main" val="20002"/>
                    </a:ext>
                  </a:extLst>
                </a:gridCol>
              </a:tblGrid>
              <a:tr h="211528">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200" b="0" i="0" u="none" strike="noStrike" cap="none" normalizeH="0" baseline="0" dirty="0">
                          <a:ln>
                            <a:noFill/>
                          </a:ln>
                          <a:solidFill>
                            <a:schemeClr val="accent2"/>
                          </a:solidFill>
                          <a:effectLst/>
                          <a:latin typeface="Arial" panose="020B0604020202020204" pitchFamily="34" charset="0"/>
                          <a:cs typeface="Arial" panose="020B0604020202020204" pitchFamily="34" charset="0"/>
                        </a:rPr>
                        <a:t>Humidity</a:t>
                      </a:r>
                    </a:p>
                  </a:txBody>
                  <a:tcPr marL="78191" marR="78191" marT="39095" marB="39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Play=Yes</a:t>
                      </a:r>
                    </a:p>
                  </a:txBody>
                  <a:tcPr marL="78191" marR="78191" marT="39095" marB="39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Arial" panose="020B0604020202020204" pitchFamily="34" charset="0"/>
                          <a:cs typeface="Arial" panose="020B0604020202020204" pitchFamily="34" charset="0"/>
                        </a:rPr>
                        <a:t>Play=No</a:t>
                      </a:r>
                    </a:p>
                  </a:txBody>
                  <a:tcPr marL="78191" marR="78191" marT="39095" marB="39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16765">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Arial" panose="020B0604020202020204" pitchFamily="34" charset="0"/>
                          <a:cs typeface="Arial" panose="020B0604020202020204" pitchFamily="34" charset="0"/>
                        </a:rPr>
                        <a:t>High</a:t>
                      </a:r>
                    </a:p>
                  </a:txBody>
                  <a:tcPr marL="78191" marR="78191" marT="39095" marB="39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1/3</a:t>
                      </a:r>
                    </a:p>
                  </a:txBody>
                  <a:tcPr marL="78191" marR="78191" marT="39095" marB="39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3/4</a:t>
                      </a:r>
                    </a:p>
                  </a:txBody>
                  <a:tcPr marL="78191" marR="78191" marT="39095" marB="39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6765">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Arial" panose="020B0604020202020204" pitchFamily="34" charset="0"/>
                          <a:cs typeface="Arial" panose="020B0604020202020204" pitchFamily="34" charset="0"/>
                        </a:rPr>
                        <a:t>Normal</a:t>
                      </a:r>
                    </a:p>
                  </a:txBody>
                  <a:tcPr marL="78191" marR="78191" marT="39095" marB="39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2/3</a:t>
                      </a:r>
                    </a:p>
                  </a:txBody>
                  <a:tcPr marL="78191" marR="78191" marT="39095" marB="39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1/4</a:t>
                      </a:r>
                    </a:p>
                  </a:txBody>
                  <a:tcPr marL="78191" marR="78191" marT="39095" marB="39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18" name="Group 137"/>
          <p:cNvGraphicFramePr>
            <a:graphicFrameLocks noGrp="1"/>
          </p:cNvGraphicFramePr>
          <p:nvPr/>
        </p:nvGraphicFramePr>
        <p:xfrm>
          <a:off x="3240323" y="2752049"/>
          <a:ext cx="2259264" cy="1158124"/>
        </p:xfrm>
        <a:graphic>
          <a:graphicData uri="http://schemas.openxmlformats.org/drawingml/2006/table">
            <a:tbl>
              <a:tblPr/>
              <a:tblGrid>
                <a:gridCol w="646919">
                  <a:extLst>
                    <a:ext uri="{9D8B030D-6E8A-4147-A177-3AD203B41FA5}">
                      <a16:colId xmlns:a16="http://schemas.microsoft.com/office/drawing/2014/main" val="20000"/>
                    </a:ext>
                  </a:extLst>
                </a:gridCol>
                <a:gridCol w="811739">
                  <a:extLst>
                    <a:ext uri="{9D8B030D-6E8A-4147-A177-3AD203B41FA5}">
                      <a16:colId xmlns:a16="http://schemas.microsoft.com/office/drawing/2014/main" val="20001"/>
                    </a:ext>
                  </a:extLst>
                </a:gridCol>
                <a:gridCol w="800606">
                  <a:extLst>
                    <a:ext uri="{9D8B030D-6E8A-4147-A177-3AD203B41FA5}">
                      <a16:colId xmlns:a16="http://schemas.microsoft.com/office/drawing/2014/main" val="20002"/>
                    </a:ext>
                  </a:extLst>
                </a:gridCol>
              </a:tblGrid>
              <a:tr h="443950">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200" b="0" i="0" u="none" strike="noStrike" cap="none" normalizeH="0" baseline="0">
                          <a:ln>
                            <a:noFill/>
                          </a:ln>
                          <a:solidFill>
                            <a:schemeClr val="accent2"/>
                          </a:solidFill>
                          <a:effectLst/>
                          <a:latin typeface="Arial" panose="020B0604020202020204" pitchFamily="34" charset="0"/>
                          <a:cs typeface="Arial" panose="020B0604020202020204" pitchFamily="34" charset="0"/>
                        </a:rPr>
                        <a:t>Wind</a:t>
                      </a:r>
                    </a:p>
                  </a:txBody>
                  <a:tcPr marL="78191" marR="78191" marT="39095" marB="39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Play=Yes</a:t>
                      </a:r>
                    </a:p>
                  </a:txBody>
                  <a:tcPr marL="78191" marR="78191" marT="39095" marB="39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Arial" panose="020B0604020202020204" pitchFamily="34" charset="0"/>
                          <a:cs typeface="Arial" panose="020B0604020202020204" pitchFamily="34" charset="0"/>
                        </a:rPr>
                        <a:t>Play=No</a:t>
                      </a:r>
                    </a:p>
                  </a:txBody>
                  <a:tcPr marL="78191" marR="78191" marT="39095" marB="39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57087">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Arial" panose="020B0604020202020204" pitchFamily="34" charset="0"/>
                          <a:cs typeface="Arial" panose="020B0604020202020204" pitchFamily="34" charset="0"/>
                        </a:rPr>
                        <a:t>Strong</a:t>
                      </a:r>
                    </a:p>
                  </a:txBody>
                  <a:tcPr marL="78191" marR="78191" marT="39095" marB="39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2/3</a:t>
                      </a:r>
                    </a:p>
                  </a:txBody>
                  <a:tcPr marL="78191" marR="78191" marT="39095" marB="39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3/4</a:t>
                      </a:r>
                    </a:p>
                  </a:txBody>
                  <a:tcPr marL="78191" marR="78191" marT="39095" marB="39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7087">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Breeze</a:t>
                      </a:r>
                    </a:p>
                  </a:txBody>
                  <a:tcPr marL="78191" marR="78191" marT="39095" marB="39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1/3</a:t>
                      </a:r>
                    </a:p>
                  </a:txBody>
                  <a:tcPr marL="78191" marR="78191" marT="39095" marB="39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1/4</a:t>
                      </a:r>
                    </a:p>
                  </a:txBody>
                  <a:tcPr marL="78191" marR="78191" marT="39095" marB="39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19" name="Group 137"/>
          <p:cNvGraphicFramePr>
            <a:graphicFrameLocks noGrp="1"/>
          </p:cNvGraphicFramePr>
          <p:nvPr/>
        </p:nvGraphicFramePr>
        <p:xfrm>
          <a:off x="3240323" y="4092682"/>
          <a:ext cx="2403727" cy="1158124"/>
        </p:xfrm>
        <a:graphic>
          <a:graphicData uri="http://schemas.openxmlformats.org/drawingml/2006/table">
            <a:tbl>
              <a:tblPr/>
              <a:tblGrid>
                <a:gridCol w="791382">
                  <a:extLst>
                    <a:ext uri="{9D8B030D-6E8A-4147-A177-3AD203B41FA5}">
                      <a16:colId xmlns:a16="http://schemas.microsoft.com/office/drawing/2014/main" val="20000"/>
                    </a:ext>
                  </a:extLst>
                </a:gridCol>
                <a:gridCol w="811739">
                  <a:extLst>
                    <a:ext uri="{9D8B030D-6E8A-4147-A177-3AD203B41FA5}">
                      <a16:colId xmlns:a16="http://schemas.microsoft.com/office/drawing/2014/main" val="20001"/>
                    </a:ext>
                  </a:extLst>
                </a:gridCol>
                <a:gridCol w="800606">
                  <a:extLst>
                    <a:ext uri="{9D8B030D-6E8A-4147-A177-3AD203B41FA5}">
                      <a16:colId xmlns:a16="http://schemas.microsoft.com/office/drawing/2014/main" val="20002"/>
                    </a:ext>
                  </a:extLst>
                </a:gridCol>
              </a:tblGrid>
              <a:tr h="443950">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200" b="0" i="0" u="none" strike="noStrike" cap="none" normalizeH="0" baseline="0" dirty="0">
                          <a:ln>
                            <a:noFill/>
                          </a:ln>
                          <a:solidFill>
                            <a:schemeClr val="accent2"/>
                          </a:solidFill>
                          <a:effectLst/>
                          <a:latin typeface="Arial" panose="020B0604020202020204" pitchFamily="34" charset="0"/>
                          <a:cs typeface="Arial" panose="020B0604020202020204" pitchFamily="34" charset="0"/>
                        </a:rPr>
                        <a:t>Forecast</a:t>
                      </a:r>
                    </a:p>
                  </a:txBody>
                  <a:tcPr marL="78191" marR="78191" marT="39095" marB="39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Play=Yes</a:t>
                      </a:r>
                    </a:p>
                  </a:txBody>
                  <a:tcPr marL="78191" marR="78191" marT="39095" marB="39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200" b="0" i="0" u="none" strike="noStrike" cap="none" normalizeH="0" baseline="0">
                          <a:ln>
                            <a:noFill/>
                          </a:ln>
                          <a:solidFill>
                            <a:schemeClr val="tx1"/>
                          </a:solidFill>
                          <a:effectLst/>
                          <a:latin typeface="Arial" panose="020B0604020202020204" pitchFamily="34" charset="0"/>
                          <a:cs typeface="Arial" panose="020B0604020202020204" pitchFamily="34" charset="0"/>
                        </a:rPr>
                        <a:t>Play=No</a:t>
                      </a:r>
                    </a:p>
                  </a:txBody>
                  <a:tcPr marL="78191" marR="78191" marT="39095" marB="39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57087">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Same</a:t>
                      </a:r>
                    </a:p>
                  </a:txBody>
                  <a:tcPr marL="78191" marR="78191" marT="39095" marB="39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2/3</a:t>
                      </a:r>
                    </a:p>
                  </a:txBody>
                  <a:tcPr marL="78191" marR="78191" marT="39095" marB="39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2/4</a:t>
                      </a:r>
                    </a:p>
                  </a:txBody>
                  <a:tcPr marL="78191" marR="78191" marT="39095" marB="39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7087">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Change</a:t>
                      </a:r>
                    </a:p>
                  </a:txBody>
                  <a:tcPr marL="78191" marR="78191" marT="39095" marB="3909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1/3</a:t>
                      </a:r>
                    </a:p>
                  </a:txBody>
                  <a:tcPr marL="78191" marR="78191" marT="39095" marB="3909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1042988" rtl="0" eaLnBrk="1" fontAlgn="base" latinLnBrk="0" hangingPunct="1">
                        <a:lnSpc>
                          <a:spcPct val="100000"/>
                        </a:lnSpc>
                        <a:spcBef>
                          <a:spcPct val="20000"/>
                        </a:spcBef>
                        <a:spcAft>
                          <a:spcPct val="0"/>
                        </a:spcAft>
                        <a:buClrTx/>
                        <a:buSzTx/>
                        <a:buFontTx/>
                        <a:buNone/>
                        <a:tabLst/>
                      </a:pPr>
                      <a:r>
                        <a:rPr kumimoji="0" lang="en-GB"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2/4</a:t>
                      </a:r>
                    </a:p>
                  </a:txBody>
                  <a:tcPr marL="78191" marR="78191" marT="39095" marB="3909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20" name="Rectangle 19"/>
          <p:cNvSpPr/>
          <p:nvPr/>
        </p:nvSpPr>
        <p:spPr>
          <a:xfrm>
            <a:off x="-228600" y="1365637"/>
            <a:ext cx="2341025" cy="341632"/>
          </a:xfrm>
          <a:prstGeom prst="rect">
            <a:avLst/>
          </a:prstGeom>
        </p:spPr>
        <p:txBody>
          <a:bodyPr wrap="none">
            <a:spAutoFit/>
          </a:bodyPr>
          <a:lstStyle/>
          <a:p>
            <a:pPr marL="522288" marR="0" lvl="1" indent="0" algn="l" defTabSz="1042988" rtl="0" eaLnBrk="1" fontAlgn="auto" latinLnBrk="0" hangingPunct="1">
              <a:lnSpc>
                <a:spcPct val="90000"/>
              </a:lnSpc>
              <a:spcBef>
                <a:spcPct val="20000"/>
              </a:spcBef>
              <a:spcAft>
                <a:spcPts val="0"/>
              </a:spcAft>
              <a:buClr>
                <a:srgbClr val="000000"/>
              </a:buClr>
              <a:buSzTx/>
              <a:buFontTx/>
              <a:buNone/>
              <a:tabLst/>
              <a:defRPr/>
            </a:pPr>
            <a:r>
              <a:rPr kumimoji="0" lang="en-US" altLang="en-US" sz="1800" b="1" i="0" u="none" strike="noStrike" kern="0" cap="none" spc="0" normalizeH="0" baseline="0" noProof="0" dirty="0">
                <a:ln>
                  <a:noFill/>
                </a:ln>
                <a:solidFill>
                  <a:prstClr val="black"/>
                </a:solidFill>
                <a:effectLst/>
                <a:uLnTx/>
                <a:uFillTx/>
                <a:latin typeface="Arial" panose="020B0604020202020204" pitchFamily="34" charset="0"/>
                <a:ea typeface="Cambria" panose="02040503050406030204" pitchFamily="18" charset="0"/>
                <a:cs typeface="Arial" panose="020B0604020202020204" pitchFamily="34" charset="0"/>
                <a:sym typeface="Arial"/>
              </a:rPr>
              <a:t>Look up tables</a:t>
            </a:r>
          </a:p>
        </p:txBody>
      </p:sp>
      <p:sp>
        <p:nvSpPr>
          <p:cNvPr id="21" name="object 3"/>
          <p:cNvSpPr txBox="1"/>
          <p:nvPr/>
        </p:nvSpPr>
        <p:spPr>
          <a:xfrm>
            <a:off x="3268357" y="1350962"/>
            <a:ext cx="5549713" cy="288314"/>
          </a:xfrm>
          <a:prstGeom prst="rect">
            <a:avLst/>
          </a:prstGeom>
        </p:spPr>
        <p:txBody>
          <a:bodyPr vert="horz" wrap="square" lIns="0" tIns="11206" rIns="0" bIns="0" rtlCol="0">
            <a:spAutoFit/>
          </a:bodyPr>
          <a:lstStyle/>
          <a:p>
            <a:pPr marL="11206" marR="0" lvl="0" indent="0" algn="l" defTabSz="914400" rtl="0" eaLnBrk="1" fontAlgn="auto" latinLnBrk="0" hangingPunct="1">
              <a:lnSpc>
                <a:spcPct val="100000"/>
              </a:lnSpc>
              <a:spcBef>
                <a:spcPts val="88"/>
              </a:spcBef>
              <a:spcAft>
                <a:spcPts val="0"/>
              </a:spcAft>
              <a:buClr>
                <a:srgbClr val="000000"/>
              </a:buClr>
              <a:buSzTx/>
              <a:buFont typeface="Arial"/>
              <a:buNone/>
              <a:tabLst/>
              <a:defRPr/>
            </a:pPr>
            <a:r>
              <a:rPr kumimoji="0" sz="1800" b="0" i="0" u="none" strike="noStrike" kern="0" cap="none" spc="0" normalizeH="0" baseline="0" noProof="0" dirty="0">
                <a:ln>
                  <a:noFill/>
                </a:ln>
                <a:solidFill>
                  <a:srgbClr val="000000"/>
                </a:solidFill>
                <a:effectLst/>
                <a:uLnTx/>
                <a:uFillTx/>
                <a:latin typeface="Calibri"/>
                <a:ea typeface="Cambria" panose="02040503050406030204" pitchFamily="18" charset="0"/>
                <a:cs typeface="Arial MT"/>
                <a:sym typeface="Arial"/>
              </a:rPr>
              <a:t>Maximum</a:t>
            </a:r>
            <a:r>
              <a:rPr kumimoji="0" sz="1800" b="0" i="0" u="none" strike="noStrike" kern="0" cap="none" spc="-13" normalizeH="0" baseline="0" noProof="0" dirty="0">
                <a:ln>
                  <a:noFill/>
                </a:ln>
                <a:solidFill>
                  <a:srgbClr val="000000"/>
                </a:solidFill>
                <a:effectLst/>
                <a:uLnTx/>
                <a:uFillTx/>
                <a:latin typeface="Calibri"/>
                <a:ea typeface="Cambria" panose="02040503050406030204" pitchFamily="18" charset="0"/>
                <a:cs typeface="Arial MT"/>
                <a:sym typeface="Arial"/>
              </a:rPr>
              <a:t> </a:t>
            </a:r>
            <a:r>
              <a:rPr kumimoji="0" sz="1800" b="0" i="0" u="none" strike="noStrike" kern="0" cap="none" spc="0" normalizeH="0" baseline="0" noProof="0" dirty="0">
                <a:ln>
                  <a:noFill/>
                </a:ln>
                <a:solidFill>
                  <a:srgbClr val="000000"/>
                </a:solidFill>
                <a:effectLst/>
                <a:uLnTx/>
                <a:uFillTx/>
                <a:latin typeface="Calibri"/>
                <a:ea typeface="Cambria" panose="02040503050406030204" pitchFamily="18" charset="0"/>
                <a:cs typeface="Arial MT"/>
                <a:sym typeface="Arial"/>
              </a:rPr>
              <a:t>likelihood</a:t>
            </a:r>
            <a:r>
              <a:rPr kumimoji="0" sz="1800" b="0" i="0" u="none" strike="noStrike" kern="0" cap="none" spc="-9" normalizeH="0" baseline="0" noProof="0" dirty="0">
                <a:ln>
                  <a:noFill/>
                </a:ln>
                <a:solidFill>
                  <a:srgbClr val="000000"/>
                </a:solidFill>
                <a:effectLst/>
                <a:uLnTx/>
                <a:uFillTx/>
                <a:latin typeface="Calibri"/>
                <a:ea typeface="Cambria" panose="02040503050406030204" pitchFamily="18" charset="0"/>
                <a:cs typeface="Arial MT"/>
                <a:sym typeface="Arial"/>
              </a:rPr>
              <a:t> </a:t>
            </a:r>
            <a:r>
              <a:rPr kumimoji="0" sz="1800" b="0" i="0" u="none" strike="noStrike" kern="0" cap="none" spc="-4" normalizeH="0" baseline="0" noProof="0" dirty="0">
                <a:ln>
                  <a:noFill/>
                </a:ln>
                <a:solidFill>
                  <a:srgbClr val="000000"/>
                </a:solidFill>
                <a:effectLst/>
                <a:uLnTx/>
                <a:uFillTx/>
                <a:latin typeface="Calibri"/>
                <a:ea typeface="Cambria" panose="02040503050406030204" pitchFamily="18" charset="0"/>
                <a:cs typeface="Arial MT"/>
                <a:sym typeface="Arial"/>
              </a:rPr>
              <a:t>estimates</a:t>
            </a:r>
            <a:r>
              <a:rPr kumimoji="0" sz="1800" b="0" i="0" u="none" strike="noStrike" kern="0" cap="none" spc="-13" normalizeH="0" baseline="0" noProof="0" dirty="0">
                <a:ln>
                  <a:noFill/>
                </a:ln>
                <a:solidFill>
                  <a:srgbClr val="000000"/>
                </a:solidFill>
                <a:effectLst/>
                <a:uLnTx/>
                <a:uFillTx/>
                <a:latin typeface="Calibri"/>
                <a:ea typeface="Cambria" panose="02040503050406030204" pitchFamily="18" charset="0"/>
                <a:cs typeface="Arial MT"/>
                <a:sym typeface="Arial"/>
              </a:rPr>
              <a:t> </a:t>
            </a:r>
            <a:r>
              <a:rPr kumimoji="0" sz="1800" b="0" i="0" u="none" strike="noStrike" kern="0" cap="none" spc="-4" normalizeH="0" baseline="0" noProof="0" dirty="0">
                <a:ln>
                  <a:noFill/>
                </a:ln>
                <a:solidFill>
                  <a:srgbClr val="000000"/>
                </a:solidFill>
                <a:effectLst/>
                <a:uLnTx/>
                <a:uFillTx/>
                <a:latin typeface="Calibri"/>
                <a:ea typeface="Cambria" panose="02040503050406030204" pitchFamily="18" charset="0"/>
                <a:cs typeface="Arial MT"/>
                <a:sym typeface="Arial"/>
              </a:rPr>
              <a:t>(MLE</a:t>
            </a:r>
            <a:r>
              <a:rPr kumimoji="0" sz="1800" b="0" i="0" u="none" strike="noStrike" kern="0" cap="none" spc="-4" normalizeH="0" baseline="0" noProof="0" dirty="0">
                <a:ln>
                  <a:noFill/>
                </a:ln>
                <a:solidFill>
                  <a:srgbClr val="000000"/>
                </a:solidFill>
                <a:effectLst/>
                <a:uLnTx/>
                <a:uFillTx/>
                <a:latin typeface="Calibri"/>
                <a:ea typeface="Cambria" panose="02040503050406030204" pitchFamily="18" charset="0"/>
                <a:cs typeface="MS PGothic"/>
                <a:sym typeface="Arial"/>
              </a:rPr>
              <a:t>’</a:t>
            </a:r>
            <a:r>
              <a:rPr kumimoji="0" sz="1800" b="0" i="0" u="none" strike="noStrike" kern="0" cap="none" spc="-4" normalizeH="0" baseline="0" noProof="0" dirty="0">
                <a:ln>
                  <a:noFill/>
                </a:ln>
                <a:solidFill>
                  <a:srgbClr val="000000"/>
                </a:solidFill>
                <a:effectLst/>
                <a:uLnTx/>
                <a:uFillTx/>
                <a:latin typeface="Calibri"/>
                <a:ea typeface="Cambria" panose="02040503050406030204" pitchFamily="18" charset="0"/>
                <a:cs typeface="Arial MT"/>
                <a:sym typeface="Arial"/>
              </a:rPr>
              <a:t>s):</a:t>
            </a:r>
            <a:endParaRPr kumimoji="0" sz="1800" b="0" i="0" u="none" strike="noStrike" kern="0" cap="none" spc="0" normalizeH="0" baseline="0" noProof="0" dirty="0">
              <a:ln>
                <a:noFill/>
              </a:ln>
              <a:solidFill>
                <a:srgbClr val="000000"/>
              </a:solidFill>
              <a:effectLst/>
              <a:uLnTx/>
              <a:uFillTx/>
              <a:latin typeface="Calibri"/>
              <a:ea typeface="Cambria" panose="02040503050406030204" pitchFamily="18" charset="0"/>
              <a:cs typeface="Arial MT"/>
              <a:sym typeface="Arial"/>
            </a:endParaRPr>
          </a:p>
        </p:txBody>
      </p:sp>
      <p:pic>
        <p:nvPicPr>
          <p:cNvPr id="22" name="object 7"/>
          <p:cNvPicPr/>
          <p:nvPr/>
        </p:nvPicPr>
        <p:blipFill>
          <a:blip r:embed="rId3" cstate="print"/>
          <a:stretch>
            <a:fillRect/>
          </a:stretch>
        </p:blipFill>
        <p:spPr>
          <a:xfrm>
            <a:off x="5644050" y="1707269"/>
            <a:ext cx="2462131" cy="485965"/>
          </a:xfrm>
          <a:prstGeom prst="rect">
            <a:avLst/>
          </a:prstGeom>
          <a:ln>
            <a:noFill/>
          </a:ln>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DF7B5D33-F804-8629-2E23-E81052C32411}"/>
                  </a:ext>
                </a:extLst>
              </p14:cNvPr>
              <p14:cNvContentPartPr/>
              <p14:nvPr/>
            </p14:nvContentPartPr>
            <p14:xfrm>
              <a:off x="634320" y="2627280"/>
              <a:ext cx="4043160" cy="3849480"/>
            </p14:xfrm>
          </p:contentPart>
        </mc:Choice>
        <mc:Fallback>
          <p:pic>
            <p:nvPicPr>
              <p:cNvPr id="2" name="Ink 1">
                <a:extLst>
                  <a:ext uri="{FF2B5EF4-FFF2-40B4-BE49-F238E27FC236}">
                    <a16:creationId xmlns:a16="http://schemas.microsoft.com/office/drawing/2014/main" id="{DF7B5D33-F804-8629-2E23-E81052C32411}"/>
                  </a:ext>
                </a:extLst>
              </p:cNvPr>
              <p:cNvPicPr/>
              <p:nvPr/>
            </p:nvPicPr>
            <p:blipFill>
              <a:blip r:embed="rId5"/>
              <a:stretch>
                <a:fillRect/>
              </a:stretch>
            </p:blipFill>
            <p:spPr>
              <a:xfrm>
                <a:off x="624960" y="2617920"/>
                <a:ext cx="4061880" cy="3868200"/>
              </a:xfrm>
              <a:prstGeom prst="rect">
                <a:avLst/>
              </a:prstGeom>
            </p:spPr>
          </p:pic>
        </mc:Fallback>
      </mc:AlternateContent>
    </p:spTree>
    <p:extLst>
      <p:ext uri="{BB962C8B-B14F-4D97-AF65-F5344CB8AC3E}">
        <p14:creationId xmlns:p14="http://schemas.microsoft.com/office/powerpoint/2010/main" val="18558531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2555046307"/>
              </p:ext>
            </p:extLst>
          </p:nvPr>
        </p:nvGraphicFramePr>
        <p:xfrm>
          <a:off x="76200" y="75993"/>
          <a:ext cx="3352800" cy="2972007"/>
        </p:xfrm>
        <a:graphic>
          <a:graphicData uri="http://schemas.openxmlformats.org/drawingml/2006/table">
            <a:tbl>
              <a:tblPr firstRow="1" bandRow="1">
                <a:tableStyleId>{69012ECD-51FC-41F1-AA8D-1B2483CD663E}</a:tableStyleId>
              </a:tblPr>
              <a:tblGrid>
                <a:gridCol w="443753">
                  <a:extLst>
                    <a:ext uri="{9D8B030D-6E8A-4147-A177-3AD203B41FA5}">
                      <a16:colId xmlns:a16="http://schemas.microsoft.com/office/drawing/2014/main" val="20000"/>
                    </a:ext>
                  </a:extLst>
                </a:gridCol>
                <a:gridCol w="546847">
                  <a:extLst>
                    <a:ext uri="{9D8B030D-6E8A-4147-A177-3AD203B41FA5}">
                      <a16:colId xmlns:a16="http://schemas.microsoft.com/office/drawing/2014/main" val="20001"/>
                    </a:ext>
                  </a:extLst>
                </a:gridCol>
                <a:gridCol w="636494">
                  <a:extLst>
                    <a:ext uri="{9D8B030D-6E8A-4147-A177-3AD203B41FA5}">
                      <a16:colId xmlns:a16="http://schemas.microsoft.com/office/drawing/2014/main" val="20002"/>
                    </a:ext>
                  </a:extLst>
                </a:gridCol>
                <a:gridCol w="493059">
                  <a:extLst>
                    <a:ext uri="{9D8B030D-6E8A-4147-A177-3AD203B41FA5}">
                      <a16:colId xmlns:a16="http://schemas.microsoft.com/office/drawing/2014/main" val="20003"/>
                    </a:ext>
                  </a:extLst>
                </a:gridCol>
                <a:gridCol w="542365">
                  <a:extLst>
                    <a:ext uri="{9D8B030D-6E8A-4147-A177-3AD203B41FA5}">
                      <a16:colId xmlns:a16="http://schemas.microsoft.com/office/drawing/2014/main" val="20004"/>
                    </a:ext>
                  </a:extLst>
                </a:gridCol>
                <a:gridCol w="690282">
                  <a:extLst>
                    <a:ext uri="{9D8B030D-6E8A-4147-A177-3AD203B41FA5}">
                      <a16:colId xmlns:a16="http://schemas.microsoft.com/office/drawing/2014/main" val="20005"/>
                    </a:ext>
                  </a:extLst>
                </a:gridCol>
              </a:tblGrid>
              <a:tr h="373338">
                <a:tc>
                  <a:txBody>
                    <a:bodyPr/>
                    <a:lstStyle/>
                    <a:p>
                      <a:r>
                        <a:rPr lang="en-US" sz="800" dirty="0"/>
                        <a:t>Sky</a:t>
                      </a:r>
                      <a:endParaRPr lang="en-US" sz="800" b="1" dirty="0"/>
                    </a:p>
                  </a:txBody>
                  <a:tcPr/>
                </a:tc>
                <a:tc>
                  <a:txBody>
                    <a:bodyPr/>
                    <a:lstStyle/>
                    <a:p>
                      <a:r>
                        <a:rPr lang="en-US" sz="800" dirty="0" err="1"/>
                        <a:t>AirTemp</a:t>
                      </a:r>
                      <a:endParaRPr lang="en-US" sz="800" b="1" dirty="0"/>
                    </a:p>
                  </a:txBody>
                  <a:tcPr/>
                </a:tc>
                <a:tc>
                  <a:txBody>
                    <a:bodyPr/>
                    <a:lstStyle/>
                    <a:p>
                      <a:r>
                        <a:rPr lang="en-US" sz="800" dirty="0"/>
                        <a:t>Humidity</a:t>
                      </a:r>
                      <a:endParaRPr lang="en-US" sz="800" b="1" dirty="0"/>
                    </a:p>
                  </a:txBody>
                  <a:tcPr/>
                </a:tc>
                <a:tc>
                  <a:txBody>
                    <a:bodyPr/>
                    <a:lstStyle/>
                    <a:p>
                      <a:r>
                        <a:rPr lang="en-US" sz="800" dirty="0"/>
                        <a:t>Wind</a:t>
                      </a:r>
                      <a:endParaRPr lang="en-US" sz="800" b="1" dirty="0"/>
                    </a:p>
                  </a:txBody>
                  <a:tcPr/>
                </a:tc>
                <a:tc>
                  <a:txBody>
                    <a:bodyPr/>
                    <a:lstStyle/>
                    <a:p>
                      <a:r>
                        <a:rPr lang="en-US" sz="800" dirty="0"/>
                        <a:t>Forecast</a:t>
                      </a:r>
                      <a:endParaRPr lang="en-US" sz="800" b="1" dirty="0"/>
                    </a:p>
                  </a:txBody>
                  <a:tcPr/>
                </a:tc>
                <a:tc>
                  <a:txBody>
                    <a:bodyPr/>
                    <a:lstStyle/>
                    <a:p>
                      <a:r>
                        <a:rPr lang="en-US" sz="800" dirty="0"/>
                        <a:t>Enjoy</a:t>
                      </a:r>
                    </a:p>
                    <a:p>
                      <a:r>
                        <a:rPr lang="en-US" sz="800" dirty="0"/>
                        <a:t>Sport?</a:t>
                      </a:r>
                      <a:endParaRPr lang="en-US" sz="800" b="1" i="1" dirty="0"/>
                    </a:p>
                  </a:txBody>
                  <a:tcPr/>
                </a:tc>
                <a:extLst>
                  <a:ext uri="{0D108BD9-81ED-4DB2-BD59-A6C34878D82A}">
                    <a16:rowId xmlns:a16="http://schemas.microsoft.com/office/drawing/2014/main" val="10000"/>
                  </a:ext>
                </a:extLst>
              </a:tr>
              <a:tr h="288741">
                <a:tc>
                  <a:txBody>
                    <a:bodyPr/>
                    <a:lstStyle/>
                    <a:p>
                      <a:r>
                        <a:rPr lang="en-US" sz="800" dirty="0">
                          <a:solidFill>
                            <a:srgbClr val="0070C0"/>
                          </a:solidFill>
                        </a:rPr>
                        <a:t>Sunny</a:t>
                      </a:r>
                    </a:p>
                  </a:txBody>
                  <a:tcPr/>
                </a:tc>
                <a:tc>
                  <a:txBody>
                    <a:bodyPr/>
                    <a:lstStyle/>
                    <a:p>
                      <a:r>
                        <a:rPr lang="en-US" sz="800" dirty="0">
                          <a:solidFill>
                            <a:srgbClr val="0070C0"/>
                          </a:solidFill>
                        </a:rPr>
                        <a:t>Warm</a:t>
                      </a:r>
                    </a:p>
                  </a:txBody>
                  <a:tcPr/>
                </a:tc>
                <a:tc>
                  <a:txBody>
                    <a:bodyPr/>
                    <a:lstStyle/>
                    <a:p>
                      <a:r>
                        <a:rPr lang="en-US" sz="800" dirty="0">
                          <a:solidFill>
                            <a:srgbClr val="0070C0"/>
                          </a:solidFill>
                        </a:rPr>
                        <a:t>Normal</a:t>
                      </a:r>
                    </a:p>
                  </a:txBody>
                  <a:tcPr/>
                </a:tc>
                <a:tc>
                  <a:txBody>
                    <a:bodyPr/>
                    <a:lstStyle/>
                    <a:p>
                      <a:r>
                        <a:rPr lang="en-US" sz="800">
                          <a:solidFill>
                            <a:srgbClr val="0070C0"/>
                          </a:solidFill>
                        </a:rPr>
                        <a:t>Strong</a:t>
                      </a:r>
                      <a:endParaRPr lang="en-US" sz="800" dirty="0">
                        <a:solidFill>
                          <a:srgbClr val="0070C0"/>
                        </a:solidFill>
                      </a:endParaRPr>
                    </a:p>
                  </a:txBody>
                  <a:tcPr/>
                </a:tc>
                <a:tc>
                  <a:txBody>
                    <a:bodyPr/>
                    <a:lstStyle/>
                    <a:p>
                      <a:r>
                        <a:rPr lang="en-US" sz="800">
                          <a:solidFill>
                            <a:srgbClr val="0070C0"/>
                          </a:solidFill>
                        </a:rPr>
                        <a:t>Same</a:t>
                      </a:r>
                      <a:endParaRPr lang="en-US" sz="800" dirty="0">
                        <a:solidFill>
                          <a:srgbClr val="0070C0"/>
                        </a:solidFill>
                      </a:endParaRPr>
                    </a:p>
                  </a:txBody>
                  <a:tcPr/>
                </a:tc>
                <a:tc>
                  <a:txBody>
                    <a:bodyPr/>
                    <a:lstStyle/>
                    <a:p>
                      <a:r>
                        <a:rPr lang="en-US" sz="800" dirty="0">
                          <a:solidFill>
                            <a:srgbClr val="0070C0"/>
                          </a:solidFill>
                        </a:rPr>
                        <a:t>Yes</a:t>
                      </a:r>
                    </a:p>
                  </a:txBody>
                  <a:tcPr/>
                </a:tc>
                <a:extLst>
                  <a:ext uri="{0D108BD9-81ED-4DB2-BD59-A6C34878D82A}">
                    <a16:rowId xmlns:a16="http://schemas.microsoft.com/office/drawing/2014/main" val="10001"/>
                  </a:ext>
                </a:extLst>
              </a:tr>
              <a:tr h="288741">
                <a:tc>
                  <a:txBody>
                    <a:bodyPr/>
                    <a:lstStyle/>
                    <a:p>
                      <a:r>
                        <a:rPr lang="en-US" sz="800" dirty="0"/>
                        <a:t>Sunny</a:t>
                      </a:r>
                    </a:p>
                  </a:txBody>
                  <a:tcPr/>
                </a:tc>
                <a:tc>
                  <a:txBody>
                    <a:bodyPr/>
                    <a:lstStyle/>
                    <a:p>
                      <a:r>
                        <a:rPr lang="en-US" sz="800" dirty="0"/>
                        <a:t>Warm</a:t>
                      </a:r>
                    </a:p>
                  </a:txBody>
                  <a:tcPr/>
                </a:tc>
                <a:tc>
                  <a:txBody>
                    <a:bodyPr/>
                    <a:lstStyle/>
                    <a:p>
                      <a:r>
                        <a:rPr lang="en-US" sz="800"/>
                        <a:t>High</a:t>
                      </a:r>
                      <a:endParaRPr lang="en-US" sz="800" dirty="0"/>
                    </a:p>
                  </a:txBody>
                  <a:tcPr/>
                </a:tc>
                <a:tc>
                  <a:txBody>
                    <a:bodyPr/>
                    <a:lstStyle/>
                    <a:p>
                      <a:r>
                        <a:rPr lang="en-US" sz="800"/>
                        <a:t>Strong</a:t>
                      </a:r>
                      <a:endParaRPr lang="en-US" sz="800" dirty="0"/>
                    </a:p>
                  </a:txBody>
                  <a:tcPr/>
                </a:tc>
                <a:tc>
                  <a:txBody>
                    <a:bodyPr/>
                    <a:lstStyle/>
                    <a:p>
                      <a:r>
                        <a:rPr lang="en-US" sz="800"/>
                        <a:t>Same</a:t>
                      </a:r>
                      <a:endParaRPr lang="en-US" sz="800" dirty="0"/>
                    </a:p>
                  </a:txBody>
                  <a:tcPr/>
                </a:tc>
                <a:tc>
                  <a:txBody>
                    <a:bodyPr/>
                    <a:lstStyle/>
                    <a:p>
                      <a:r>
                        <a:rPr lang="en-US" sz="800" dirty="0"/>
                        <a:t>No</a:t>
                      </a:r>
                    </a:p>
                  </a:txBody>
                  <a:tcPr/>
                </a:tc>
                <a:extLst>
                  <a:ext uri="{0D108BD9-81ED-4DB2-BD59-A6C34878D82A}">
                    <a16:rowId xmlns:a16="http://schemas.microsoft.com/office/drawing/2014/main" val="10002"/>
                  </a:ext>
                </a:extLst>
              </a:tr>
              <a:tr h="288741">
                <a:tc>
                  <a:txBody>
                    <a:bodyPr/>
                    <a:lstStyle/>
                    <a:p>
                      <a:r>
                        <a:rPr lang="en-US" sz="800"/>
                        <a:t>Rainy</a:t>
                      </a:r>
                      <a:endParaRPr lang="en-US" sz="800" dirty="0"/>
                    </a:p>
                  </a:txBody>
                  <a:tcPr/>
                </a:tc>
                <a:tc>
                  <a:txBody>
                    <a:bodyPr/>
                    <a:lstStyle/>
                    <a:p>
                      <a:r>
                        <a:rPr lang="en-US" sz="800"/>
                        <a:t>Cold</a:t>
                      </a:r>
                      <a:endParaRPr lang="en-US" sz="800" dirty="0"/>
                    </a:p>
                  </a:txBody>
                  <a:tcPr/>
                </a:tc>
                <a:tc>
                  <a:txBody>
                    <a:bodyPr/>
                    <a:lstStyle/>
                    <a:p>
                      <a:r>
                        <a:rPr lang="en-US" sz="800"/>
                        <a:t>High</a:t>
                      </a:r>
                      <a:endParaRPr lang="en-US" sz="800" dirty="0"/>
                    </a:p>
                  </a:txBody>
                  <a:tcPr/>
                </a:tc>
                <a:tc>
                  <a:txBody>
                    <a:bodyPr/>
                    <a:lstStyle/>
                    <a:p>
                      <a:r>
                        <a:rPr lang="en-US" sz="800" dirty="0"/>
                        <a:t>Strong</a:t>
                      </a:r>
                    </a:p>
                  </a:txBody>
                  <a:tcPr/>
                </a:tc>
                <a:tc>
                  <a:txBody>
                    <a:bodyPr/>
                    <a:lstStyle/>
                    <a:p>
                      <a:r>
                        <a:rPr lang="en-US" sz="800"/>
                        <a:t>Change</a:t>
                      </a:r>
                      <a:endParaRPr lang="en-US" sz="800" dirty="0"/>
                    </a:p>
                  </a:txBody>
                  <a:tcPr/>
                </a:tc>
                <a:tc>
                  <a:txBody>
                    <a:bodyPr/>
                    <a:lstStyle/>
                    <a:p>
                      <a:r>
                        <a:rPr lang="en-US" sz="800" dirty="0"/>
                        <a:t>No</a:t>
                      </a:r>
                    </a:p>
                  </a:txBody>
                  <a:tcPr/>
                </a:tc>
                <a:extLst>
                  <a:ext uri="{0D108BD9-81ED-4DB2-BD59-A6C34878D82A}">
                    <a16:rowId xmlns:a16="http://schemas.microsoft.com/office/drawing/2014/main" val="10003"/>
                  </a:ext>
                </a:extLst>
              </a:tr>
              <a:tr h="288741">
                <a:tc>
                  <a:txBody>
                    <a:bodyPr/>
                    <a:lstStyle/>
                    <a:p>
                      <a:r>
                        <a:rPr lang="en-US" sz="800" dirty="0">
                          <a:solidFill>
                            <a:srgbClr val="0070C0"/>
                          </a:solidFill>
                        </a:rPr>
                        <a:t>Sunny</a:t>
                      </a:r>
                    </a:p>
                  </a:txBody>
                  <a:tcPr/>
                </a:tc>
                <a:tc>
                  <a:txBody>
                    <a:bodyPr/>
                    <a:lstStyle/>
                    <a:p>
                      <a:r>
                        <a:rPr lang="en-US" sz="800" dirty="0">
                          <a:solidFill>
                            <a:srgbClr val="0070C0"/>
                          </a:solidFill>
                        </a:rPr>
                        <a:t>Warm</a:t>
                      </a:r>
                    </a:p>
                  </a:txBody>
                  <a:tcPr/>
                </a:tc>
                <a:tc>
                  <a:txBody>
                    <a:bodyPr/>
                    <a:lstStyle/>
                    <a:p>
                      <a:r>
                        <a:rPr lang="en-US" sz="800" dirty="0">
                          <a:solidFill>
                            <a:srgbClr val="0070C0"/>
                          </a:solidFill>
                        </a:rPr>
                        <a:t>Normal</a:t>
                      </a:r>
                    </a:p>
                  </a:txBody>
                  <a:tcPr/>
                </a:tc>
                <a:tc>
                  <a:txBody>
                    <a:bodyPr/>
                    <a:lstStyle/>
                    <a:p>
                      <a:r>
                        <a:rPr lang="en-US" sz="800" dirty="0">
                          <a:solidFill>
                            <a:srgbClr val="0070C0"/>
                          </a:solidFill>
                        </a:rPr>
                        <a:t>Breeze</a:t>
                      </a:r>
                    </a:p>
                  </a:txBody>
                  <a:tcPr/>
                </a:tc>
                <a:tc>
                  <a:txBody>
                    <a:bodyPr/>
                    <a:lstStyle/>
                    <a:p>
                      <a:r>
                        <a:rPr lang="en-US" sz="800">
                          <a:solidFill>
                            <a:srgbClr val="0070C0"/>
                          </a:solidFill>
                        </a:rPr>
                        <a:t>Same</a:t>
                      </a:r>
                      <a:endParaRPr lang="en-US" sz="800" dirty="0">
                        <a:solidFill>
                          <a:srgbClr val="0070C0"/>
                        </a:solidFill>
                      </a:endParaRPr>
                    </a:p>
                  </a:txBody>
                  <a:tcPr/>
                </a:tc>
                <a:tc>
                  <a:txBody>
                    <a:bodyPr/>
                    <a:lstStyle/>
                    <a:p>
                      <a:r>
                        <a:rPr lang="en-US" sz="800" dirty="0">
                          <a:solidFill>
                            <a:srgbClr val="0070C0"/>
                          </a:solidFill>
                        </a:rPr>
                        <a:t>Yes</a:t>
                      </a:r>
                    </a:p>
                  </a:txBody>
                  <a:tcPr/>
                </a:tc>
                <a:extLst>
                  <a:ext uri="{0D108BD9-81ED-4DB2-BD59-A6C34878D82A}">
                    <a16:rowId xmlns:a16="http://schemas.microsoft.com/office/drawing/2014/main" val="10004"/>
                  </a:ext>
                </a:extLst>
              </a:tr>
              <a:tr h="288741">
                <a:tc>
                  <a:txBody>
                    <a:bodyPr/>
                    <a:lstStyle/>
                    <a:p>
                      <a:r>
                        <a:rPr lang="en-US" sz="800" dirty="0"/>
                        <a:t>Sunny</a:t>
                      </a:r>
                    </a:p>
                  </a:txBody>
                  <a:tcPr/>
                </a:tc>
                <a:tc>
                  <a:txBody>
                    <a:bodyPr/>
                    <a:lstStyle/>
                    <a:p>
                      <a:r>
                        <a:rPr lang="en-US" sz="800" dirty="0"/>
                        <a:t>Hot</a:t>
                      </a:r>
                    </a:p>
                  </a:txBody>
                  <a:tcPr/>
                </a:tc>
                <a:tc>
                  <a:txBody>
                    <a:bodyPr/>
                    <a:lstStyle/>
                    <a:p>
                      <a:r>
                        <a:rPr lang="en-US" sz="800" dirty="0"/>
                        <a:t>Normal</a:t>
                      </a:r>
                    </a:p>
                  </a:txBody>
                  <a:tcPr/>
                </a:tc>
                <a:tc>
                  <a:txBody>
                    <a:bodyPr/>
                    <a:lstStyle/>
                    <a:p>
                      <a:r>
                        <a:rPr lang="en-US" sz="800" dirty="0"/>
                        <a:t>Breeze</a:t>
                      </a:r>
                    </a:p>
                  </a:txBody>
                  <a:tcPr/>
                </a:tc>
                <a:tc>
                  <a:txBody>
                    <a:bodyPr/>
                    <a:lstStyle/>
                    <a:p>
                      <a:r>
                        <a:rPr lang="en-US" sz="800" dirty="0"/>
                        <a:t>Same</a:t>
                      </a:r>
                    </a:p>
                  </a:txBody>
                  <a:tcPr/>
                </a:tc>
                <a:tc>
                  <a:txBody>
                    <a:bodyPr/>
                    <a:lstStyle/>
                    <a:p>
                      <a:r>
                        <a:rPr lang="en-US" sz="800" dirty="0"/>
                        <a:t>No</a:t>
                      </a:r>
                    </a:p>
                  </a:txBody>
                  <a:tcPr/>
                </a:tc>
                <a:extLst>
                  <a:ext uri="{0D108BD9-81ED-4DB2-BD59-A6C34878D82A}">
                    <a16:rowId xmlns:a16="http://schemas.microsoft.com/office/drawing/2014/main" val="10005"/>
                  </a:ext>
                </a:extLst>
              </a:tr>
              <a:tr h="288741">
                <a:tc>
                  <a:txBody>
                    <a:bodyPr/>
                    <a:lstStyle/>
                    <a:p>
                      <a:r>
                        <a:rPr lang="en-US" sz="800"/>
                        <a:t>Rainy</a:t>
                      </a:r>
                      <a:endParaRPr lang="en-US" sz="800" dirty="0"/>
                    </a:p>
                  </a:txBody>
                  <a:tcPr/>
                </a:tc>
                <a:tc>
                  <a:txBody>
                    <a:bodyPr/>
                    <a:lstStyle/>
                    <a:p>
                      <a:r>
                        <a:rPr lang="en-US" sz="800"/>
                        <a:t>Cold</a:t>
                      </a:r>
                      <a:endParaRPr lang="en-US" sz="800" dirty="0"/>
                    </a:p>
                  </a:txBody>
                  <a:tcPr/>
                </a:tc>
                <a:tc>
                  <a:txBody>
                    <a:bodyPr/>
                    <a:lstStyle/>
                    <a:p>
                      <a:r>
                        <a:rPr lang="en-US" sz="800"/>
                        <a:t>High</a:t>
                      </a:r>
                      <a:endParaRPr lang="en-US" sz="800" dirty="0"/>
                    </a:p>
                  </a:txBody>
                  <a:tcPr/>
                </a:tc>
                <a:tc>
                  <a:txBody>
                    <a:bodyPr/>
                    <a:lstStyle/>
                    <a:p>
                      <a:r>
                        <a:rPr lang="en-US" sz="800"/>
                        <a:t>Strong</a:t>
                      </a:r>
                      <a:endParaRPr lang="en-US" sz="800" dirty="0"/>
                    </a:p>
                  </a:txBody>
                  <a:tcPr/>
                </a:tc>
                <a:tc>
                  <a:txBody>
                    <a:bodyPr/>
                    <a:lstStyle/>
                    <a:p>
                      <a:r>
                        <a:rPr lang="en-US" sz="800"/>
                        <a:t>Change</a:t>
                      </a:r>
                      <a:endParaRPr lang="en-US" sz="800" dirty="0"/>
                    </a:p>
                  </a:txBody>
                  <a:tcPr/>
                </a:tc>
                <a:tc>
                  <a:txBody>
                    <a:bodyPr/>
                    <a:lstStyle/>
                    <a:p>
                      <a:r>
                        <a:rPr lang="en-US" sz="800" dirty="0"/>
                        <a:t>No</a:t>
                      </a:r>
                    </a:p>
                  </a:txBody>
                  <a:tcPr/>
                </a:tc>
                <a:extLst>
                  <a:ext uri="{0D108BD9-81ED-4DB2-BD59-A6C34878D82A}">
                    <a16:rowId xmlns:a16="http://schemas.microsoft.com/office/drawing/2014/main" val="10006"/>
                  </a:ext>
                </a:extLst>
              </a:tr>
              <a:tr h="288741">
                <a:tc>
                  <a:txBody>
                    <a:bodyPr/>
                    <a:lstStyle/>
                    <a:p>
                      <a:r>
                        <a:rPr lang="en-US" sz="800" dirty="0">
                          <a:solidFill>
                            <a:srgbClr val="0070C0"/>
                          </a:solidFill>
                        </a:rPr>
                        <a:t>Sunny</a:t>
                      </a:r>
                    </a:p>
                  </a:txBody>
                  <a:tcPr/>
                </a:tc>
                <a:tc>
                  <a:txBody>
                    <a:bodyPr/>
                    <a:lstStyle/>
                    <a:p>
                      <a:r>
                        <a:rPr lang="en-US" sz="800">
                          <a:solidFill>
                            <a:srgbClr val="0070C0"/>
                          </a:solidFill>
                        </a:rPr>
                        <a:t>Warm</a:t>
                      </a:r>
                      <a:endParaRPr lang="en-US" sz="800" dirty="0">
                        <a:solidFill>
                          <a:srgbClr val="0070C0"/>
                        </a:solidFill>
                      </a:endParaRPr>
                    </a:p>
                  </a:txBody>
                  <a:tcPr/>
                </a:tc>
                <a:tc>
                  <a:txBody>
                    <a:bodyPr/>
                    <a:lstStyle/>
                    <a:p>
                      <a:r>
                        <a:rPr lang="en-US" sz="800">
                          <a:solidFill>
                            <a:srgbClr val="0070C0"/>
                          </a:solidFill>
                        </a:rPr>
                        <a:t>High</a:t>
                      </a:r>
                      <a:endParaRPr lang="en-US" sz="800" dirty="0">
                        <a:solidFill>
                          <a:srgbClr val="0070C0"/>
                        </a:solidFill>
                      </a:endParaRPr>
                    </a:p>
                  </a:txBody>
                  <a:tcPr/>
                </a:tc>
                <a:tc>
                  <a:txBody>
                    <a:bodyPr/>
                    <a:lstStyle/>
                    <a:p>
                      <a:r>
                        <a:rPr lang="en-US" sz="800">
                          <a:solidFill>
                            <a:srgbClr val="0070C0"/>
                          </a:solidFill>
                        </a:rPr>
                        <a:t>Strong</a:t>
                      </a:r>
                      <a:endParaRPr lang="en-US" sz="800" dirty="0">
                        <a:solidFill>
                          <a:srgbClr val="0070C0"/>
                        </a:solidFill>
                      </a:endParaRPr>
                    </a:p>
                  </a:txBody>
                  <a:tcPr/>
                </a:tc>
                <a:tc>
                  <a:txBody>
                    <a:bodyPr/>
                    <a:lstStyle/>
                    <a:p>
                      <a:r>
                        <a:rPr lang="en-US" sz="800">
                          <a:solidFill>
                            <a:srgbClr val="0070C0"/>
                          </a:solidFill>
                        </a:rPr>
                        <a:t>Change</a:t>
                      </a:r>
                      <a:endParaRPr lang="en-US" sz="800" dirty="0">
                        <a:solidFill>
                          <a:srgbClr val="0070C0"/>
                        </a:solidFill>
                      </a:endParaRPr>
                    </a:p>
                  </a:txBody>
                  <a:tcPr/>
                </a:tc>
                <a:tc>
                  <a:txBody>
                    <a:bodyPr/>
                    <a:lstStyle/>
                    <a:p>
                      <a:r>
                        <a:rPr lang="en-US" sz="800" dirty="0">
                          <a:solidFill>
                            <a:srgbClr val="0070C0"/>
                          </a:solidFill>
                        </a:rPr>
                        <a:t>Yes</a:t>
                      </a:r>
                    </a:p>
                  </a:txBody>
                  <a:tcPr/>
                </a:tc>
                <a:extLst>
                  <a:ext uri="{0D108BD9-81ED-4DB2-BD59-A6C34878D82A}">
                    <a16:rowId xmlns:a16="http://schemas.microsoft.com/office/drawing/2014/main" val="10007"/>
                  </a:ext>
                </a:extLst>
              </a:tr>
              <a:tr h="288741">
                <a:tc>
                  <a:txBody>
                    <a:bodyPr/>
                    <a:lstStyle/>
                    <a:p>
                      <a:r>
                        <a:rPr lang="en-US" sz="800" dirty="0"/>
                        <a:t>Sunny</a:t>
                      </a:r>
                    </a:p>
                  </a:txBody>
                  <a:tcPr>
                    <a:solidFill>
                      <a:srgbClr val="FFFF00"/>
                    </a:solidFill>
                  </a:tcPr>
                </a:tc>
                <a:tc>
                  <a:txBody>
                    <a:bodyPr/>
                    <a:lstStyle/>
                    <a:p>
                      <a:r>
                        <a:rPr lang="en-US" sz="800" dirty="0"/>
                        <a:t>Warm</a:t>
                      </a:r>
                    </a:p>
                  </a:txBody>
                  <a:tcPr>
                    <a:solidFill>
                      <a:srgbClr val="FFFF00"/>
                    </a:solidFill>
                  </a:tcPr>
                </a:tc>
                <a:tc>
                  <a:txBody>
                    <a:bodyPr/>
                    <a:lstStyle/>
                    <a:p>
                      <a:r>
                        <a:rPr lang="en-US" sz="800" dirty="0"/>
                        <a:t>Normal</a:t>
                      </a:r>
                    </a:p>
                  </a:txBody>
                  <a:tcPr>
                    <a:solidFill>
                      <a:srgbClr val="FFFF00"/>
                    </a:solidFill>
                  </a:tcPr>
                </a:tc>
                <a:tc>
                  <a:txBody>
                    <a:bodyPr/>
                    <a:lstStyle/>
                    <a:p>
                      <a:r>
                        <a:rPr lang="en-US" sz="800" dirty="0"/>
                        <a:t>Strong</a:t>
                      </a:r>
                    </a:p>
                  </a:txBody>
                  <a:tcPr>
                    <a:solidFill>
                      <a:srgbClr val="FFFF00"/>
                    </a:solidFill>
                  </a:tcPr>
                </a:tc>
                <a:tc>
                  <a:txBody>
                    <a:bodyPr/>
                    <a:lstStyle/>
                    <a:p>
                      <a:r>
                        <a:rPr lang="en-US" sz="800" dirty="0"/>
                        <a:t>Change</a:t>
                      </a:r>
                    </a:p>
                  </a:txBody>
                  <a:tcPr>
                    <a:solidFill>
                      <a:srgbClr val="FFFF00"/>
                    </a:solidFill>
                  </a:tcPr>
                </a:tc>
                <a:tc>
                  <a:txBody>
                    <a:bodyPr/>
                    <a:lstStyle/>
                    <a:p>
                      <a:r>
                        <a:rPr lang="en-US" sz="800" dirty="0"/>
                        <a:t>????</a:t>
                      </a:r>
                    </a:p>
                  </a:txBody>
                  <a:tcPr>
                    <a:solidFill>
                      <a:srgbClr val="FFFF00"/>
                    </a:solidFill>
                  </a:tcPr>
                </a:tc>
                <a:extLst>
                  <a:ext uri="{0D108BD9-81ED-4DB2-BD59-A6C34878D82A}">
                    <a16:rowId xmlns:a16="http://schemas.microsoft.com/office/drawing/2014/main" val="10008"/>
                  </a:ext>
                </a:extLst>
              </a:tr>
              <a:tr h="288741">
                <a:tc>
                  <a:txBody>
                    <a:bodyPr/>
                    <a:lstStyle/>
                    <a:p>
                      <a:r>
                        <a:rPr lang="en-US" sz="800" dirty="0"/>
                        <a:t>Rainy</a:t>
                      </a:r>
                    </a:p>
                  </a:txBody>
                  <a:tcPr>
                    <a:solidFill>
                      <a:schemeClr val="bg2"/>
                    </a:solidFill>
                  </a:tcPr>
                </a:tc>
                <a:tc>
                  <a:txBody>
                    <a:bodyPr/>
                    <a:lstStyle/>
                    <a:p>
                      <a:r>
                        <a:rPr lang="en-US" sz="800" dirty="0"/>
                        <a:t>Warm</a:t>
                      </a:r>
                    </a:p>
                  </a:txBody>
                  <a:tcPr>
                    <a:solidFill>
                      <a:schemeClr val="bg2"/>
                    </a:solidFill>
                  </a:tcPr>
                </a:tc>
                <a:tc>
                  <a:txBody>
                    <a:bodyPr/>
                    <a:lstStyle/>
                    <a:p>
                      <a:r>
                        <a:rPr lang="en-US" sz="800" dirty="0"/>
                        <a:t>Normal</a:t>
                      </a:r>
                    </a:p>
                  </a:txBody>
                  <a:tcPr>
                    <a:solidFill>
                      <a:schemeClr val="bg2"/>
                    </a:solidFill>
                  </a:tcPr>
                </a:tc>
                <a:tc>
                  <a:txBody>
                    <a:bodyPr/>
                    <a:lstStyle/>
                    <a:p>
                      <a:r>
                        <a:rPr lang="en-US" sz="800" dirty="0"/>
                        <a:t>Breeze</a:t>
                      </a:r>
                    </a:p>
                  </a:txBody>
                  <a:tcPr>
                    <a:solidFill>
                      <a:schemeClr val="bg2"/>
                    </a:solidFill>
                  </a:tcPr>
                </a:tc>
                <a:tc>
                  <a:txBody>
                    <a:bodyPr/>
                    <a:lstStyle/>
                    <a:p>
                      <a:r>
                        <a:rPr lang="en-US" sz="800" dirty="0"/>
                        <a:t>Same</a:t>
                      </a:r>
                    </a:p>
                  </a:txBody>
                  <a:tcPr>
                    <a:solidFill>
                      <a:schemeClr val="bg2"/>
                    </a:solidFill>
                  </a:tcPr>
                </a:tc>
                <a:tc>
                  <a:txBody>
                    <a:bodyPr/>
                    <a:lstStyle/>
                    <a:p>
                      <a:r>
                        <a:rPr lang="en-US" sz="800" dirty="0"/>
                        <a:t>????</a:t>
                      </a:r>
                    </a:p>
                  </a:txBody>
                  <a:tcPr>
                    <a:solidFill>
                      <a:schemeClr val="bg2"/>
                    </a:solidFill>
                  </a:tcPr>
                </a:tc>
                <a:extLst>
                  <a:ext uri="{0D108BD9-81ED-4DB2-BD59-A6C34878D82A}">
                    <a16:rowId xmlns:a16="http://schemas.microsoft.com/office/drawing/2014/main" val="10009"/>
                  </a:ext>
                </a:extLst>
              </a:tr>
            </a:tbl>
          </a:graphicData>
        </a:graphic>
      </p:graphicFrame>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F81D0790-5BC9-2D76-4E82-C06B8BD7E57F}"/>
                  </a:ext>
                </a:extLst>
              </p14:cNvPr>
              <p14:cNvContentPartPr/>
              <p14:nvPr/>
            </p14:nvContentPartPr>
            <p14:xfrm>
              <a:off x="194400" y="664560"/>
              <a:ext cx="8555760" cy="5469480"/>
            </p14:xfrm>
          </p:contentPart>
        </mc:Choice>
        <mc:Fallback>
          <p:pic>
            <p:nvPicPr>
              <p:cNvPr id="2" name="Ink 1">
                <a:extLst>
                  <a:ext uri="{FF2B5EF4-FFF2-40B4-BE49-F238E27FC236}">
                    <a16:creationId xmlns:a16="http://schemas.microsoft.com/office/drawing/2014/main" id="{F81D0790-5BC9-2D76-4E82-C06B8BD7E57F}"/>
                  </a:ext>
                </a:extLst>
              </p:cNvPr>
              <p:cNvPicPr/>
              <p:nvPr/>
            </p:nvPicPr>
            <p:blipFill>
              <a:blip r:embed="rId3"/>
              <a:stretch>
                <a:fillRect/>
              </a:stretch>
            </p:blipFill>
            <p:spPr>
              <a:xfrm>
                <a:off x="185040" y="655200"/>
                <a:ext cx="8574480" cy="5488200"/>
              </a:xfrm>
              <a:prstGeom prst="rect">
                <a:avLst/>
              </a:prstGeom>
            </p:spPr>
          </p:pic>
        </mc:Fallback>
      </mc:AlternateContent>
    </p:spTree>
    <p:extLst>
      <p:ext uri="{BB962C8B-B14F-4D97-AF65-F5344CB8AC3E}">
        <p14:creationId xmlns:p14="http://schemas.microsoft.com/office/powerpoint/2010/main" val="32625381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nvGraphicFramePr>
        <p:xfrm>
          <a:off x="76200" y="75993"/>
          <a:ext cx="3352800" cy="2972007"/>
        </p:xfrm>
        <a:graphic>
          <a:graphicData uri="http://schemas.openxmlformats.org/drawingml/2006/table">
            <a:tbl>
              <a:tblPr firstRow="1" bandRow="1">
                <a:tableStyleId>{69012ECD-51FC-41F1-AA8D-1B2483CD663E}</a:tableStyleId>
              </a:tblPr>
              <a:tblGrid>
                <a:gridCol w="443753">
                  <a:extLst>
                    <a:ext uri="{9D8B030D-6E8A-4147-A177-3AD203B41FA5}">
                      <a16:colId xmlns:a16="http://schemas.microsoft.com/office/drawing/2014/main" val="20000"/>
                    </a:ext>
                  </a:extLst>
                </a:gridCol>
                <a:gridCol w="546847">
                  <a:extLst>
                    <a:ext uri="{9D8B030D-6E8A-4147-A177-3AD203B41FA5}">
                      <a16:colId xmlns:a16="http://schemas.microsoft.com/office/drawing/2014/main" val="20001"/>
                    </a:ext>
                  </a:extLst>
                </a:gridCol>
                <a:gridCol w="636494">
                  <a:extLst>
                    <a:ext uri="{9D8B030D-6E8A-4147-A177-3AD203B41FA5}">
                      <a16:colId xmlns:a16="http://schemas.microsoft.com/office/drawing/2014/main" val="20002"/>
                    </a:ext>
                  </a:extLst>
                </a:gridCol>
                <a:gridCol w="493059">
                  <a:extLst>
                    <a:ext uri="{9D8B030D-6E8A-4147-A177-3AD203B41FA5}">
                      <a16:colId xmlns:a16="http://schemas.microsoft.com/office/drawing/2014/main" val="20003"/>
                    </a:ext>
                  </a:extLst>
                </a:gridCol>
                <a:gridCol w="542365">
                  <a:extLst>
                    <a:ext uri="{9D8B030D-6E8A-4147-A177-3AD203B41FA5}">
                      <a16:colId xmlns:a16="http://schemas.microsoft.com/office/drawing/2014/main" val="20004"/>
                    </a:ext>
                  </a:extLst>
                </a:gridCol>
                <a:gridCol w="690282">
                  <a:extLst>
                    <a:ext uri="{9D8B030D-6E8A-4147-A177-3AD203B41FA5}">
                      <a16:colId xmlns:a16="http://schemas.microsoft.com/office/drawing/2014/main" val="20005"/>
                    </a:ext>
                  </a:extLst>
                </a:gridCol>
              </a:tblGrid>
              <a:tr h="373338">
                <a:tc>
                  <a:txBody>
                    <a:bodyPr/>
                    <a:lstStyle/>
                    <a:p>
                      <a:r>
                        <a:rPr lang="en-US" sz="800" dirty="0"/>
                        <a:t>Sky</a:t>
                      </a:r>
                      <a:endParaRPr lang="en-US" sz="800" b="1" dirty="0"/>
                    </a:p>
                  </a:txBody>
                  <a:tcPr/>
                </a:tc>
                <a:tc>
                  <a:txBody>
                    <a:bodyPr/>
                    <a:lstStyle/>
                    <a:p>
                      <a:r>
                        <a:rPr lang="en-US" sz="800" dirty="0" err="1"/>
                        <a:t>AirTemp</a:t>
                      </a:r>
                      <a:endParaRPr lang="en-US" sz="800" b="1" dirty="0"/>
                    </a:p>
                  </a:txBody>
                  <a:tcPr/>
                </a:tc>
                <a:tc>
                  <a:txBody>
                    <a:bodyPr/>
                    <a:lstStyle/>
                    <a:p>
                      <a:r>
                        <a:rPr lang="en-US" sz="800" dirty="0"/>
                        <a:t>Humidity</a:t>
                      </a:r>
                      <a:endParaRPr lang="en-US" sz="800" b="1" dirty="0"/>
                    </a:p>
                  </a:txBody>
                  <a:tcPr/>
                </a:tc>
                <a:tc>
                  <a:txBody>
                    <a:bodyPr/>
                    <a:lstStyle/>
                    <a:p>
                      <a:r>
                        <a:rPr lang="en-US" sz="800" dirty="0"/>
                        <a:t>Wind</a:t>
                      </a:r>
                      <a:endParaRPr lang="en-US" sz="800" b="1" dirty="0"/>
                    </a:p>
                  </a:txBody>
                  <a:tcPr/>
                </a:tc>
                <a:tc>
                  <a:txBody>
                    <a:bodyPr/>
                    <a:lstStyle/>
                    <a:p>
                      <a:r>
                        <a:rPr lang="en-US" sz="800" dirty="0"/>
                        <a:t>Forecast</a:t>
                      </a:r>
                      <a:endParaRPr lang="en-US" sz="800" b="1" dirty="0"/>
                    </a:p>
                  </a:txBody>
                  <a:tcPr/>
                </a:tc>
                <a:tc>
                  <a:txBody>
                    <a:bodyPr/>
                    <a:lstStyle/>
                    <a:p>
                      <a:r>
                        <a:rPr lang="en-US" sz="800" dirty="0"/>
                        <a:t>Enjoy</a:t>
                      </a:r>
                    </a:p>
                    <a:p>
                      <a:r>
                        <a:rPr lang="en-US" sz="800" dirty="0"/>
                        <a:t>Sport?</a:t>
                      </a:r>
                      <a:endParaRPr lang="en-US" sz="800" b="1" i="1" dirty="0"/>
                    </a:p>
                  </a:txBody>
                  <a:tcPr/>
                </a:tc>
                <a:extLst>
                  <a:ext uri="{0D108BD9-81ED-4DB2-BD59-A6C34878D82A}">
                    <a16:rowId xmlns:a16="http://schemas.microsoft.com/office/drawing/2014/main" val="10000"/>
                  </a:ext>
                </a:extLst>
              </a:tr>
              <a:tr h="288741">
                <a:tc>
                  <a:txBody>
                    <a:bodyPr/>
                    <a:lstStyle/>
                    <a:p>
                      <a:r>
                        <a:rPr lang="en-US" sz="800" dirty="0">
                          <a:solidFill>
                            <a:srgbClr val="0070C0"/>
                          </a:solidFill>
                        </a:rPr>
                        <a:t>Sunny</a:t>
                      </a:r>
                    </a:p>
                  </a:txBody>
                  <a:tcPr/>
                </a:tc>
                <a:tc>
                  <a:txBody>
                    <a:bodyPr/>
                    <a:lstStyle/>
                    <a:p>
                      <a:r>
                        <a:rPr lang="en-US" sz="800" dirty="0">
                          <a:solidFill>
                            <a:srgbClr val="0070C0"/>
                          </a:solidFill>
                        </a:rPr>
                        <a:t>Warm</a:t>
                      </a:r>
                    </a:p>
                  </a:txBody>
                  <a:tcPr/>
                </a:tc>
                <a:tc>
                  <a:txBody>
                    <a:bodyPr/>
                    <a:lstStyle/>
                    <a:p>
                      <a:r>
                        <a:rPr lang="en-US" sz="800" dirty="0">
                          <a:solidFill>
                            <a:srgbClr val="0070C0"/>
                          </a:solidFill>
                        </a:rPr>
                        <a:t>Normal</a:t>
                      </a:r>
                    </a:p>
                  </a:txBody>
                  <a:tcPr/>
                </a:tc>
                <a:tc>
                  <a:txBody>
                    <a:bodyPr/>
                    <a:lstStyle/>
                    <a:p>
                      <a:r>
                        <a:rPr lang="en-US" sz="800">
                          <a:solidFill>
                            <a:srgbClr val="0070C0"/>
                          </a:solidFill>
                        </a:rPr>
                        <a:t>Strong</a:t>
                      </a:r>
                      <a:endParaRPr lang="en-US" sz="800" dirty="0">
                        <a:solidFill>
                          <a:srgbClr val="0070C0"/>
                        </a:solidFill>
                      </a:endParaRPr>
                    </a:p>
                  </a:txBody>
                  <a:tcPr/>
                </a:tc>
                <a:tc>
                  <a:txBody>
                    <a:bodyPr/>
                    <a:lstStyle/>
                    <a:p>
                      <a:r>
                        <a:rPr lang="en-US" sz="800">
                          <a:solidFill>
                            <a:srgbClr val="0070C0"/>
                          </a:solidFill>
                        </a:rPr>
                        <a:t>Same</a:t>
                      </a:r>
                      <a:endParaRPr lang="en-US" sz="800" dirty="0">
                        <a:solidFill>
                          <a:srgbClr val="0070C0"/>
                        </a:solidFill>
                      </a:endParaRPr>
                    </a:p>
                  </a:txBody>
                  <a:tcPr/>
                </a:tc>
                <a:tc>
                  <a:txBody>
                    <a:bodyPr/>
                    <a:lstStyle/>
                    <a:p>
                      <a:r>
                        <a:rPr lang="en-US" sz="800" dirty="0">
                          <a:solidFill>
                            <a:srgbClr val="0070C0"/>
                          </a:solidFill>
                        </a:rPr>
                        <a:t>Yes</a:t>
                      </a:r>
                    </a:p>
                  </a:txBody>
                  <a:tcPr/>
                </a:tc>
                <a:extLst>
                  <a:ext uri="{0D108BD9-81ED-4DB2-BD59-A6C34878D82A}">
                    <a16:rowId xmlns:a16="http://schemas.microsoft.com/office/drawing/2014/main" val="10001"/>
                  </a:ext>
                </a:extLst>
              </a:tr>
              <a:tr h="288741">
                <a:tc>
                  <a:txBody>
                    <a:bodyPr/>
                    <a:lstStyle/>
                    <a:p>
                      <a:r>
                        <a:rPr lang="en-US" sz="800" dirty="0"/>
                        <a:t>Sunny</a:t>
                      </a:r>
                    </a:p>
                  </a:txBody>
                  <a:tcPr/>
                </a:tc>
                <a:tc>
                  <a:txBody>
                    <a:bodyPr/>
                    <a:lstStyle/>
                    <a:p>
                      <a:r>
                        <a:rPr lang="en-US" sz="800" dirty="0"/>
                        <a:t>Warm</a:t>
                      </a:r>
                    </a:p>
                  </a:txBody>
                  <a:tcPr/>
                </a:tc>
                <a:tc>
                  <a:txBody>
                    <a:bodyPr/>
                    <a:lstStyle/>
                    <a:p>
                      <a:r>
                        <a:rPr lang="en-US" sz="800"/>
                        <a:t>High</a:t>
                      </a:r>
                      <a:endParaRPr lang="en-US" sz="800" dirty="0"/>
                    </a:p>
                  </a:txBody>
                  <a:tcPr/>
                </a:tc>
                <a:tc>
                  <a:txBody>
                    <a:bodyPr/>
                    <a:lstStyle/>
                    <a:p>
                      <a:r>
                        <a:rPr lang="en-US" sz="800"/>
                        <a:t>Strong</a:t>
                      </a:r>
                      <a:endParaRPr lang="en-US" sz="800" dirty="0"/>
                    </a:p>
                  </a:txBody>
                  <a:tcPr/>
                </a:tc>
                <a:tc>
                  <a:txBody>
                    <a:bodyPr/>
                    <a:lstStyle/>
                    <a:p>
                      <a:r>
                        <a:rPr lang="en-US" sz="800"/>
                        <a:t>Same</a:t>
                      </a:r>
                      <a:endParaRPr lang="en-US" sz="800" dirty="0"/>
                    </a:p>
                  </a:txBody>
                  <a:tcPr/>
                </a:tc>
                <a:tc>
                  <a:txBody>
                    <a:bodyPr/>
                    <a:lstStyle/>
                    <a:p>
                      <a:r>
                        <a:rPr lang="en-US" sz="800" dirty="0"/>
                        <a:t>No</a:t>
                      </a:r>
                    </a:p>
                  </a:txBody>
                  <a:tcPr/>
                </a:tc>
                <a:extLst>
                  <a:ext uri="{0D108BD9-81ED-4DB2-BD59-A6C34878D82A}">
                    <a16:rowId xmlns:a16="http://schemas.microsoft.com/office/drawing/2014/main" val="10002"/>
                  </a:ext>
                </a:extLst>
              </a:tr>
              <a:tr h="288741">
                <a:tc>
                  <a:txBody>
                    <a:bodyPr/>
                    <a:lstStyle/>
                    <a:p>
                      <a:r>
                        <a:rPr lang="en-US" sz="800"/>
                        <a:t>Rainy</a:t>
                      </a:r>
                      <a:endParaRPr lang="en-US" sz="800" dirty="0"/>
                    </a:p>
                  </a:txBody>
                  <a:tcPr/>
                </a:tc>
                <a:tc>
                  <a:txBody>
                    <a:bodyPr/>
                    <a:lstStyle/>
                    <a:p>
                      <a:r>
                        <a:rPr lang="en-US" sz="800"/>
                        <a:t>Cold</a:t>
                      </a:r>
                      <a:endParaRPr lang="en-US" sz="800" dirty="0"/>
                    </a:p>
                  </a:txBody>
                  <a:tcPr/>
                </a:tc>
                <a:tc>
                  <a:txBody>
                    <a:bodyPr/>
                    <a:lstStyle/>
                    <a:p>
                      <a:r>
                        <a:rPr lang="en-US" sz="800"/>
                        <a:t>High</a:t>
                      </a:r>
                      <a:endParaRPr lang="en-US" sz="800" dirty="0"/>
                    </a:p>
                  </a:txBody>
                  <a:tcPr/>
                </a:tc>
                <a:tc>
                  <a:txBody>
                    <a:bodyPr/>
                    <a:lstStyle/>
                    <a:p>
                      <a:r>
                        <a:rPr lang="en-US" sz="800" dirty="0"/>
                        <a:t>Strong</a:t>
                      </a:r>
                    </a:p>
                  </a:txBody>
                  <a:tcPr/>
                </a:tc>
                <a:tc>
                  <a:txBody>
                    <a:bodyPr/>
                    <a:lstStyle/>
                    <a:p>
                      <a:r>
                        <a:rPr lang="en-US" sz="800"/>
                        <a:t>Change</a:t>
                      </a:r>
                      <a:endParaRPr lang="en-US" sz="800" dirty="0"/>
                    </a:p>
                  </a:txBody>
                  <a:tcPr/>
                </a:tc>
                <a:tc>
                  <a:txBody>
                    <a:bodyPr/>
                    <a:lstStyle/>
                    <a:p>
                      <a:r>
                        <a:rPr lang="en-US" sz="800" dirty="0"/>
                        <a:t>No</a:t>
                      </a:r>
                    </a:p>
                  </a:txBody>
                  <a:tcPr/>
                </a:tc>
                <a:extLst>
                  <a:ext uri="{0D108BD9-81ED-4DB2-BD59-A6C34878D82A}">
                    <a16:rowId xmlns:a16="http://schemas.microsoft.com/office/drawing/2014/main" val="10003"/>
                  </a:ext>
                </a:extLst>
              </a:tr>
              <a:tr h="288741">
                <a:tc>
                  <a:txBody>
                    <a:bodyPr/>
                    <a:lstStyle/>
                    <a:p>
                      <a:r>
                        <a:rPr lang="en-US" sz="800" dirty="0">
                          <a:solidFill>
                            <a:srgbClr val="0070C0"/>
                          </a:solidFill>
                        </a:rPr>
                        <a:t>Sunny</a:t>
                      </a:r>
                    </a:p>
                  </a:txBody>
                  <a:tcPr/>
                </a:tc>
                <a:tc>
                  <a:txBody>
                    <a:bodyPr/>
                    <a:lstStyle/>
                    <a:p>
                      <a:r>
                        <a:rPr lang="en-US" sz="800" dirty="0">
                          <a:solidFill>
                            <a:srgbClr val="0070C0"/>
                          </a:solidFill>
                        </a:rPr>
                        <a:t>Warm</a:t>
                      </a:r>
                    </a:p>
                  </a:txBody>
                  <a:tcPr/>
                </a:tc>
                <a:tc>
                  <a:txBody>
                    <a:bodyPr/>
                    <a:lstStyle/>
                    <a:p>
                      <a:r>
                        <a:rPr lang="en-US" sz="800" dirty="0">
                          <a:solidFill>
                            <a:srgbClr val="0070C0"/>
                          </a:solidFill>
                        </a:rPr>
                        <a:t>Normal</a:t>
                      </a:r>
                    </a:p>
                  </a:txBody>
                  <a:tcPr/>
                </a:tc>
                <a:tc>
                  <a:txBody>
                    <a:bodyPr/>
                    <a:lstStyle/>
                    <a:p>
                      <a:r>
                        <a:rPr lang="en-US" sz="800" dirty="0">
                          <a:solidFill>
                            <a:srgbClr val="0070C0"/>
                          </a:solidFill>
                        </a:rPr>
                        <a:t>Breeze</a:t>
                      </a:r>
                    </a:p>
                  </a:txBody>
                  <a:tcPr/>
                </a:tc>
                <a:tc>
                  <a:txBody>
                    <a:bodyPr/>
                    <a:lstStyle/>
                    <a:p>
                      <a:r>
                        <a:rPr lang="en-US" sz="800">
                          <a:solidFill>
                            <a:srgbClr val="0070C0"/>
                          </a:solidFill>
                        </a:rPr>
                        <a:t>Same</a:t>
                      </a:r>
                      <a:endParaRPr lang="en-US" sz="800" dirty="0">
                        <a:solidFill>
                          <a:srgbClr val="0070C0"/>
                        </a:solidFill>
                      </a:endParaRPr>
                    </a:p>
                  </a:txBody>
                  <a:tcPr/>
                </a:tc>
                <a:tc>
                  <a:txBody>
                    <a:bodyPr/>
                    <a:lstStyle/>
                    <a:p>
                      <a:r>
                        <a:rPr lang="en-US" sz="800" dirty="0">
                          <a:solidFill>
                            <a:srgbClr val="0070C0"/>
                          </a:solidFill>
                        </a:rPr>
                        <a:t>Yes</a:t>
                      </a:r>
                    </a:p>
                  </a:txBody>
                  <a:tcPr/>
                </a:tc>
                <a:extLst>
                  <a:ext uri="{0D108BD9-81ED-4DB2-BD59-A6C34878D82A}">
                    <a16:rowId xmlns:a16="http://schemas.microsoft.com/office/drawing/2014/main" val="10004"/>
                  </a:ext>
                </a:extLst>
              </a:tr>
              <a:tr h="288741">
                <a:tc>
                  <a:txBody>
                    <a:bodyPr/>
                    <a:lstStyle/>
                    <a:p>
                      <a:r>
                        <a:rPr lang="en-US" sz="800" dirty="0"/>
                        <a:t>Sunny</a:t>
                      </a:r>
                    </a:p>
                  </a:txBody>
                  <a:tcPr/>
                </a:tc>
                <a:tc>
                  <a:txBody>
                    <a:bodyPr/>
                    <a:lstStyle/>
                    <a:p>
                      <a:r>
                        <a:rPr lang="en-US" sz="800" dirty="0"/>
                        <a:t>Hot</a:t>
                      </a:r>
                    </a:p>
                  </a:txBody>
                  <a:tcPr/>
                </a:tc>
                <a:tc>
                  <a:txBody>
                    <a:bodyPr/>
                    <a:lstStyle/>
                    <a:p>
                      <a:r>
                        <a:rPr lang="en-US" sz="800" dirty="0"/>
                        <a:t>Normal</a:t>
                      </a:r>
                    </a:p>
                  </a:txBody>
                  <a:tcPr/>
                </a:tc>
                <a:tc>
                  <a:txBody>
                    <a:bodyPr/>
                    <a:lstStyle/>
                    <a:p>
                      <a:r>
                        <a:rPr lang="en-US" sz="800" dirty="0"/>
                        <a:t>Breeze</a:t>
                      </a:r>
                    </a:p>
                  </a:txBody>
                  <a:tcPr/>
                </a:tc>
                <a:tc>
                  <a:txBody>
                    <a:bodyPr/>
                    <a:lstStyle/>
                    <a:p>
                      <a:r>
                        <a:rPr lang="en-US" sz="800" dirty="0"/>
                        <a:t>Same</a:t>
                      </a:r>
                    </a:p>
                  </a:txBody>
                  <a:tcPr/>
                </a:tc>
                <a:tc>
                  <a:txBody>
                    <a:bodyPr/>
                    <a:lstStyle/>
                    <a:p>
                      <a:r>
                        <a:rPr lang="en-US" sz="800" dirty="0"/>
                        <a:t>No</a:t>
                      </a:r>
                    </a:p>
                  </a:txBody>
                  <a:tcPr/>
                </a:tc>
                <a:extLst>
                  <a:ext uri="{0D108BD9-81ED-4DB2-BD59-A6C34878D82A}">
                    <a16:rowId xmlns:a16="http://schemas.microsoft.com/office/drawing/2014/main" val="10005"/>
                  </a:ext>
                </a:extLst>
              </a:tr>
              <a:tr h="288741">
                <a:tc>
                  <a:txBody>
                    <a:bodyPr/>
                    <a:lstStyle/>
                    <a:p>
                      <a:r>
                        <a:rPr lang="en-US" sz="800"/>
                        <a:t>Rainy</a:t>
                      </a:r>
                      <a:endParaRPr lang="en-US" sz="800" dirty="0"/>
                    </a:p>
                  </a:txBody>
                  <a:tcPr/>
                </a:tc>
                <a:tc>
                  <a:txBody>
                    <a:bodyPr/>
                    <a:lstStyle/>
                    <a:p>
                      <a:r>
                        <a:rPr lang="en-US" sz="800"/>
                        <a:t>Cold</a:t>
                      </a:r>
                      <a:endParaRPr lang="en-US" sz="800" dirty="0"/>
                    </a:p>
                  </a:txBody>
                  <a:tcPr/>
                </a:tc>
                <a:tc>
                  <a:txBody>
                    <a:bodyPr/>
                    <a:lstStyle/>
                    <a:p>
                      <a:r>
                        <a:rPr lang="en-US" sz="800"/>
                        <a:t>High</a:t>
                      </a:r>
                      <a:endParaRPr lang="en-US" sz="800" dirty="0"/>
                    </a:p>
                  </a:txBody>
                  <a:tcPr/>
                </a:tc>
                <a:tc>
                  <a:txBody>
                    <a:bodyPr/>
                    <a:lstStyle/>
                    <a:p>
                      <a:r>
                        <a:rPr lang="en-US" sz="800"/>
                        <a:t>Strong</a:t>
                      </a:r>
                      <a:endParaRPr lang="en-US" sz="800" dirty="0"/>
                    </a:p>
                  </a:txBody>
                  <a:tcPr/>
                </a:tc>
                <a:tc>
                  <a:txBody>
                    <a:bodyPr/>
                    <a:lstStyle/>
                    <a:p>
                      <a:r>
                        <a:rPr lang="en-US" sz="800"/>
                        <a:t>Change</a:t>
                      </a:r>
                      <a:endParaRPr lang="en-US" sz="800" dirty="0"/>
                    </a:p>
                  </a:txBody>
                  <a:tcPr/>
                </a:tc>
                <a:tc>
                  <a:txBody>
                    <a:bodyPr/>
                    <a:lstStyle/>
                    <a:p>
                      <a:r>
                        <a:rPr lang="en-US" sz="800" dirty="0"/>
                        <a:t>No</a:t>
                      </a:r>
                    </a:p>
                  </a:txBody>
                  <a:tcPr/>
                </a:tc>
                <a:extLst>
                  <a:ext uri="{0D108BD9-81ED-4DB2-BD59-A6C34878D82A}">
                    <a16:rowId xmlns:a16="http://schemas.microsoft.com/office/drawing/2014/main" val="10006"/>
                  </a:ext>
                </a:extLst>
              </a:tr>
              <a:tr h="288741">
                <a:tc>
                  <a:txBody>
                    <a:bodyPr/>
                    <a:lstStyle/>
                    <a:p>
                      <a:r>
                        <a:rPr lang="en-US" sz="800" dirty="0">
                          <a:solidFill>
                            <a:srgbClr val="0070C0"/>
                          </a:solidFill>
                        </a:rPr>
                        <a:t>Sunny</a:t>
                      </a:r>
                    </a:p>
                  </a:txBody>
                  <a:tcPr/>
                </a:tc>
                <a:tc>
                  <a:txBody>
                    <a:bodyPr/>
                    <a:lstStyle/>
                    <a:p>
                      <a:r>
                        <a:rPr lang="en-US" sz="800">
                          <a:solidFill>
                            <a:srgbClr val="0070C0"/>
                          </a:solidFill>
                        </a:rPr>
                        <a:t>Warm</a:t>
                      </a:r>
                      <a:endParaRPr lang="en-US" sz="800" dirty="0">
                        <a:solidFill>
                          <a:srgbClr val="0070C0"/>
                        </a:solidFill>
                      </a:endParaRPr>
                    </a:p>
                  </a:txBody>
                  <a:tcPr/>
                </a:tc>
                <a:tc>
                  <a:txBody>
                    <a:bodyPr/>
                    <a:lstStyle/>
                    <a:p>
                      <a:r>
                        <a:rPr lang="en-US" sz="800">
                          <a:solidFill>
                            <a:srgbClr val="0070C0"/>
                          </a:solidFill>
                        </a:rPr>
                        <a:t>High</a:t>
                      </a:r>
                      <a:endParaRPr lang="en-US" sz="800" dirty="0">
                        <a:solidFill>
                          <a:srgbClr val="0070C0"/>
                        </a:solidFill>
                      </a:endParaRPr>
                    </a:p>
                  </a:txBody>
                  <a:tcPr/>
                </a:tc>
                <a:tc>
                  <a:txBody>
                    <a:bodyPr/>
                    <a:lstStyle/>
                    <a:p>
                      <a:r>
                        <a:rPr lang="en-US" sz="800">
                          <a:solidFill>
                            <a:srgbClr val="0070C0"/>
                          </a:solidFill>
                        </a:rPr>
                        <a:t>Strong</a:t>
                      </a:r>
                      <a:endParaRPr lang="en-US" sz="800" dirty="0">
                        <a:solidFill>
                          <a:srgbClr val="0070C0"/>
                        </a:solidFill>
                      </a:endParaRPr>
                    </a:p>
                  </a:txBody>
                  <a:tcPr/>
                </a:tc>
                <a:tc>
                  <a:txBody>
                    <a:bodyPr/>
                    <a:lstStyle/>
                    <a:p>
                      <a:r>
                        <a:rPr lang="en-US" sz="800">
                          <a:solidFill>
                            <a:srgbClr val="0070C0"/>
                          </a:solidFill>
                        </a:rPr>
                        <a:t>Change</a:t>
                      </a:r>
                      <a:endParaRPr lang="en-US" sz="800" dirty="0">
                        <a:solidFill>
                          <a:srgbClr val="0070C0"/>
                        </a:solidFill>
                      </a:endParaRPr>
                    </a:p>
                  </a:txBody>
                  <a:tcPr/>
                </a:tc>
                <a:tc>
                  <a:txBody>
                    <a:bodyPr/>
                    <a:lstStyle/>
                    <a:p>
                      <a:r>
                        <a:rPr lang="en-US" sz="800" dirty="0">
                          <a:solidFill>
                            <a:srgbClr val="0070C0"/>
                          </a:solidFill>
                        </a:rPr>
                        <a:t>Yes</a:t>
                      </a:r>
                    </a:p>
                  </a:txBody>
                  <a:tcPr/>
                </a:tc>
                <a:extLst>
                  <a:ext uri="{0D108BD9-81ED-4DB2-BD59-A6C34878D82A}">
                    <a16:rowId xmlns:a16="http://schemas.microsoft.com/office/drawing/2014/main" val="10007"/>
                  </a:ext>
                </a:extLst>
              </a:tr>
              <a:tr h="288741">
                <a:tc>
                  <a:txBody>
                    <a:bodyPr/>
                    <a:lstStyle/>
                    <a:p>
                      <a:r>
                        <a:rPr lang="en-US" sz="800" dirty="0"/>
                        <a:t>Sunny</a:t>
                      </a:r>
                    </a:p>
                  </a:txBody>
                  <a:tcPr>
                    <a:solidFill>
                      <a:srgbClr val="FFFF00"/>
                    </a:solidFill>
                  </a:tcPr>
                </a:tc>
                <a:tc>
                  <a:txBody>
                    <a:bodyPr/>
                    <a:lstStyle/>
                    <a:p>
                      <a:r>
                        <a:rPr lang="en-US" sz="800" dirty="0"/>
                        <a:t>Warm</a:t>
                      </a:r>
                    </a:p>
                  </a:txBody>
                  <a:tcPr>
                    <a:solidFill>
                      <a:srgbClr val="FFFF00"/>
                    </a:solidFill>
                  </a:tcPr>
                </a:tc>
                <a:tc>
                  <a:txBody>
                    <a:bodyPr/>
                    <a:lstStyle/>
                    <a:p>
                      <a:r>
                        <a:rPr lang="en-US" sz="800" dirty="0"/>
                        <a:t>Normal</a:t>
                      </a:r>
                    </a:p>
                  </a:txBody>
                  <a:tcPr>
                    <a:solidFill>
                      <a:srgbClr val="FFFF00"/>
                    </a:solidFill>
                  </a:tcPr>
                </a:tc>
                <a:tc>
                  <a:txBody>
                    <a:bodyPr/>
                    <a:lstStyle/>
                    <a:p>
                      <a:r>
                        <a:rPr lang="en-US" sz="800" dirty="0"/>
                        <a:t>Strong</a:t>
                      </a:r>
                    </a:p>
                  </a:txBody>
                  <a:tcPr>
                    <a:solidFill>
                      <a:srgbClr val="FFFF00"/>
                    </a:solidFill>
                  </a:tcPr>
                </a:tc>
                <a:tc>
                  <a:txBody>
                    <a:bodyPr/>
                    <a:lstStyle/>
                    <a:p>
                      <a:r>
                        <a:rPr lang="en-US" sz="800" dirty="0"/>
                        <a:t>Change</a:t>
                      </a:r>
                    </a:p>
                  </a:txBody>
                  <a:tcPr>
                    <a:solidFill>
                      <a:srgbClr val="FFFF00"/>
                    </a:solidFill>
                  </a:tcPr>
                </a:tc>
                <a:tc>
                  <a:txBody>
                    <a:bodyPr/>
                    <a:lstStyle/>
                    <a:p>
                      <a:r>
                        <a:rPr lang="en-US" sz="800" dirty="0"/>
                        <a:t>????</a:t>
                      </a:r>
                    </a:p>
                  </a:txBody>
                  <a:tcPr>
                    <a:solidFill>
                      <a:srgbClr val="FFFF00"/>
                    </a:solidFill>
                  </a:tcPr>
                </a:tc>
                <a:extLst>
                  <a:ext uri="{0D108BD9-81ED-4DB2-BD59-A6C34878D82A}">
                    <a16:rowId xmlns:a16="http://schemas.microsoft.com/office/drawing/2014/main" val="10008"/>
                  </a:ext>
                </a:extLst>
              </a:tr>
              <a:tr h="288741">
                <a:tc>
                  <a:txBody>
                    <a:bodyPr/>
                    <a:lstStyle/>
                    <a:p>
                      <a:r>
                        <a:rPr lang="en-US" sz="800" dirty="0"/>
                        <a:t>Rainy</a:t>
                      </a:r>
                    </a:p>
                  </a:txBody>
                  <a:tcPr>
                    <a:solidFill>
                      <a:schemeClr val="bg2"/>
                    </a:solidFill>
                  </a:tcPr>
                </a:tc>
                <a:tc>
                  <a:txBody>
                    <a:bodyPr/>
                    <a:lstStyle/>
                    <a:p>
                      <a:r>
                        <a:rPr lang="en-US" sz="800" dirty="0"/>
                        <a:t>Warm</a:t>
                      </a:r>
                    </a:p>
                  </a:txBody>
                  <a:tcPr>
                    <a:solidFill>
                      <a:schemeClr val="bg2"/>
                    </a:solidFill>
                  </a:tcPr>
                </a:tc>
                <a:tc>
                  <a:txBody>
                    <a:bodyPr/>
                    <a:lstStyle/>
                    <a:p>
                      <a:r>
                        <a:rPr lang="en-US" sz="800" dirty="0"/>
                        <a:t>Normal</a:t>
                      </a:r>
                    </a:p>
                  </a:txBody>
                  <a:tcPr>
                    <a:solidFill>
                      <a:schemeClr val="bg2"/>
                    </a:solidFill>
                  </a:tcPr>
                </a:tc>
                <a:tc>
                  <a:txBody>
                    <a:bodyPr/>
                    <a:lstStyle/>
                    <a:p>
                      <a:r>
                        <a:rPr lang="en-US" sz="800" dirty="0"/>
                        <a:t>Breeze</a:t>
                      </a:r>
                    </a:p>
                  </a:txBody>
                  <a:tcPr>
                    <a:solidFill>
                      <a:schemeClr val="bg2"/>
                    </a:solidFill>
                  </a:tcPr>
                </a:tc>
                <a:tc>
                  <a:txBody>
                    <a:bodyPr/>
                    <a:lstStyle/>
                    <a:p>
                      <a:r>
                        <a:rPr lang="en-US" sz="800" dirty="0"/>
                        <a:t>Same</a:t>
                      </a:r>
                    </a:p>
                  </a:txBody>
                  <a:tcPr>
                    <a:solidFill>
                      <a:schemeClr val="bg2"/>
                    </a:solidFill>
                  </a:tcPr>
                </a:tc>
                <a:tc>
                  <a:txBody>
                    <a:bodyPr/>
                    <a:lstStyle/>
                    <a:p>
                      <a:r>
                        <a:rPr lang="en-US" sz="800" dirty="0"/>
                        <a:t>????</a:t>
                      </a:r>
                    </a:p>
                  </a:txBody>
                  <a:tcPr>
                    <a:solidFill>
                      <a:schemeClr val="bg2"/>
                    </a:solidFill>
                  </a:tcPr>
                </a:tc>
                <a:extLst>
                  <a:ext uri="{0D108BD9-81ED-4DB2-BD59-A6C34878D82A}">
                    <a16:rowId xmlns:a16="http://schemas.microsoft.com/office/drawing/2014/main" val="10009"/>
                  </a:ext>
                </a:extLst>
              </a:tr>
            </a:tbl>
          </a:graphicData>
        </a:graphic>
      </p:graphicFrame>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26C1B336-EB71-F99C-BC6A-C38B41BABC7C}"/>
                  </a:ext>
                </a:extLst>
              </p14:cNvPr>
              <p14:cNvContentPartPr/>
              <p14:nvPr/>
            </p14:nvContentPartPr>
            <p14:xfrm>
              <a:off x="673560" y="942840"/>
              <a:ext cx="8333640" cy="4141440"/>
            </p14:xfrm>
          </p:contentPart>
        </mc:Choice>
        <mc:Fallback>
          <p:pic>
            <p:nvPicPr>
              <p:cNvPr id="2" name="Ink 1">
                <a:extLst>
                  <a:ext uri="{FF2B5EF4-FFF2-40B4-BE49-F238E27FC236}">
                    <a16:creationId xmlns:a16="http://schemas.microsoft.com/office/drawing/2014/main" id="{26C1B336-EB71-F99C-BC6A-C38B41BABC7C}"/>
                  </a:ext>
                </a:extLst>
              </p:cNvPr>
              <p:cNvPicPr/>
              <p:nvPr/>
            </p:nvPicPr>
            <p:blipFill>
              <a:blip r:embed="rId3"/>
              <a:stretch>
                <a:fillRect/>
              </a:stretch>
            </p:blipFill>
            <p:spPr>
              <a:xfrm>
                <a:off x="664200" y="933480"/>
                <a:ext cx="8352360" cy="4159800"/>
              </a:xfrm>
              <a:prstGeom prst="rect">
                <a:avLst/>
              </a:prstGeom>
            </p:spPr>
          </p:pic>
        </mc:Fallback>
      </mc:AlternateContent>
    </p:spTree>
    <p:extLst>
      <p:ext uri="{BB962C8B-B14F-4D97-AF65-F5344CB8AC3E}">
        <p14:creationId xmlns:p14="http://schemas.microsoft.com/office/powerpoint/2010/main" val="29712732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371600"/>
            <a:ext cx="8229600" cy="5257800"/>
          </a:xfrm>
        </p:spPr>
        <p:txBody>
          <a:bodyPr>
            <a:noAutofit/>
          </a:bodyPr>
          <a:lstStyle/>
          <a:p>
            <a:pPr marL="0" indent="0"/>
            <a:r>
              <a:rPr lang="en-US" sz="1400" i="1" dirty="0"/>
              <a:t>P(Enjoy=Yes | X) = P(X | Enjoy=Yes). P(Enjoy=Yes) / P(X)</a:t>
            </a:r>
          </a:p>
          <a:p>
            <a:pPr marL="0" indent="0"/>
            <a:r>
              <a:rPr lang="en-US" sz="1400" i="1" dirty="0"/>
              <a:t>= P(X | Enjoy=Yes). P(Enjoy=Yes)</a:t>
            </a:r>
          </a:p>
          <a:p>
            <a:pPr marL="0" indent="0"/>
            <a:r>
              <a:rPr lang="en-US" sz="1400" i="1" dirty="0"/>
              <a:t>= P(X | Enjoy=Yes). (3/7)</a:t>
            </a:r>
          </a:p>
          <a:p>
            <a:pPr marL="0" indent="0"/>
            <a:r>
              <a:rPr lang="en-US" sz="1400" i="1" dirty="0"/>
              <a:t>= P(Sunny | Enjoy=Yes). P(Warm | Enjoy=Yes). P(Normal | Enjoy=Yes). P(Strong | Enjoy=Yes). P(Change | Enjoy=Yes).(3/7)</a:t>
            </a:r>
          </a:p>
          <a:p>
            <a:pPr marL="0" indent="0"/>
            <a:r>
              <a:rPr lang="en-US" sz="1400" i="1" dirty="0"/>
              <a:t>= (3/3) . (3/3) . (2/3) . (2/3) . (1/3) . (3/7)</a:t>
            </a:r>
          </a:p>
          <a:p>
            <a:pPr marL="0" indent="0"/>
            <a:r>
              <a:rPr lang="en-US" sz="1400" i="1" dirty="0"/>
              <a:t>=0.0635</a:t>
            </a:r>
          </a:p>
          <a:p>
            <a:pPr marL="0" indent="0"/>
            <a:endParaRPr lang="en-US" sz="1400" i="1" dirty="0"/>
          </a:p>
          <a:p>
            <a:pPr marL="0" indent="0"/>
            <a:endParaRPr lang="en-US" sz="1400" i="1" dirty="0"/>
          </a:p>
          <a:p>
            <a:pPr marL="0" indent="0"/>
            <a:r>
              <a:rPr lang="en-US" sz="1400" i="1" dirty="0">
                <a:solidFill>
                  <a:srgbClr val="7030A0"/>
                </a:solidFill>
              </a:rPr>
              <a:t>P(Enjoy=Yes | X)  &gt; P(Enjoy=No | X)  </a:t>
            </a:r>
            <a:r>
              <a:rPr lang="en-US" sz="1400" i="1" dirty="0">
                <a:solidFill>
                  <a:srgbClr val="7030A0"/>
                </a:solidFill>
                <a:sym typeface="Wingdings" panose="05000000000000000000" pitchFamily="2" charset="2"/>
              </a:rPr>
              <a:t> </a:t>
            </a:r>
            <a:r>
              <a:rPr lang="en-US" sz="1400" dirty="0">
                <a:solidFill>
                  <a:srgbClr val="7030A0"/>
                </a:solidFill>
              </a:rPr>
              <a:t> </a:t>
            </a:r>
            <a:r>
              <a:rPr lang="en-US" sz="1400" dirty="0" err="1">
                <a:solidFill>
                  <a:srgbClr val="7030A0"/>
                </a:solidFill>
              </a:rPr>
              <a:t>EnjoySport</a:t>
            </a:r>
            <a:r>
              <a:rPr lang="en-US" sz="1400" dirty="0">
                <a:solidFill>
                  <a:srgbClr val="7030A0"/>
                </a:solidFill>
              </a:rPr>
              <a:t> = </a:t>
            </a:r>
            <a:r>
              <a:rPr lang="en-US" sz="1400" b="1" dirty="0">
                <a:solidFill>
                  <a:srgbClr val="7030A0"/>
                </a:solidFill>
              </a:rPr>
              <a:t>Yes</a:t>
            </a:r>
            <a:r>
              <a:rPr lang="en-US" sz="1400" b="1" dirty="0"/>
              <a:t> </a:t>
            </a:r>
          </a:p>
          <a:p>
            <a:pPr marL="0" indent="0"/>
            <a:endParaRPr lang="en-US" sz="1400" i="1" dirty="0"/>
          </a:p>
          <a:p>
            <a:pPr marL="0" indent="0"/>
            <a:endParaRPr lang="en-US" sz="1400" i="1" dirty="0"/>
          </a:p>
          <a:p>
            <a:pPr marL="0" indent="0"/>
            <a:endParaRPr lang="en-US" sz="1400" i="1" dirty="0"/>
          </a:p>
          <a:p>
            <a:pPr marL="0" indent="0"/>
            <a:r>
              <a:rPr lang="en-US" sz="1400" i="1" dirty="0"/>
              <a:t>P(Enjoy=No | X) = P(X | Enjoy=No). P(Enjoy=No) / P(X)</a:t>
            </a:r>
            <a:endParaRPr lang="en-US" sz="1400" dirty="0"/>
          </a:p>
          <a:p>
            <a:pPr marL="0" indent="0"/>
            <a:r>
              <a:rPr lang="en-US" sz="1400" i="1" dirty="0"/>
              <a:t>= P(X | Enjoy=No). P(Enjoy=No) </a:t>
            </a:r>
          </a:p>
          <a:p>
            <a:pPr marL="0" indent="0"/>
            <a:r>
              <a:rPr lang="en-US" sz="1400" i="1" dirty="0"/>
              <a:t>= P(X | Enjoy=No). (4/7)</a:t>
            </a:r>
          </a:p>
          <a:p>
            <a:pPr marL="0" indent="0"/>
            <a:r>
              <a:rPr lang="en-US" sz="1400" i="1" dirty="0"/>
              <a:t>= P(Sunny | Enjoy=No). P(Warm | Enjoy=No). P(Normal | Enjoy=No). P(Strong | Enjoy=No). P(Change | Enjoy=No). (4/7)</a:t>
            </a:r>
          </a:p>
          <a:p>
            <a:pPr marL="0" indent="0"/>
            <a:r>
              <a:rPr lang="en-US" sz="1400" i="1" dirty="0"/>
              <a:t>= (2/4) . (1/4) . (1/4) . (3/4) . (2/4) . (4/7)</a:t>
            </a:r>
          </a:p>
          <a:p>
            <a:pPr marL="0" indent="0"/>
            <a:r>
              <a:rPr lang="en-US" sz="1400" i="1" dirty="0"/>
              <a:t>= 0.006696</a:t>
            </a:r>
            <a:endParaRPr lang="en-US" sz="1400" dirty="0"/>
          </a:p>
          <a:p>
            <a:pPr marL="0" indent="0"/>
            <a:endParaRPr lang="en-US" sz="1400" dirty="0"/>
          </a:p>
          <a:p>
            <a:pPr marL="0" indent="0"/>
            <a:endParaRPr lang="en-US" sz="1400" dirty="0"/>
          </a:p>
        </p:txBody>
      </p:sp>
      <p:sp>
        <p:nvSpPr>
          <p:cNvPr id="3" name="Content Placeholder 2"/>
          <p:cNvSpPr>
            <a:spLocks noGrp="1"/>
          </p:cNvSpPr>
          <p:nvPr>
            <p:ph sz="quarter" idx="10"/>
          </p:nvPr>
        </p:nvSpPr>
        <p:spPr>
          <a:xfrm>
            <a:off x="304800" y="589597"/>
            <a:ext cx="6324600" cy="609600"/>
          </a:xfrm>
        </p:spPr>
        <p:txBody>
          <a:bodyPr>
            <a:normAutofit/>
          </a:bodyPr>
          <a:lstStyle/>
          <a:p>
            <a:r>
              <a:rPr lang="en-US" altLang="en-US" sz="2000" dirty="0"/>
              <a:t>Example: Play Tennis - Testing Phase</a:t>
            </a:r>
            <a:endParaRPr lang="en-IN" sz="2000" dirty="0"/>
          </a:p>
        </p:txBody>
      </p:sp>
      <p:graphicFrame>
        <p:nvGraphicFramePr>
          <p:cNvPr id="5" name="Table 4"/>
          <p:cNvGraphicFramePr>
            <a:graphicFrameLocks noGrp="1"/>
          </p:cNvGraphicFramePr>
          <p:nvPr/>
        </p:nvGraphicFramePr>
        <p:xfrm>
          <a:off x="5791200" y="2402541"/>
          <a:ext cx="3352800" cy="2972007"/>
        </p:xfrm>
        <a:graphic>
          <a:graphicData uri="http://schemas.openxmlformats.org/drawingml/2006/table">
            <a:tbl>
              <a:tblPr firstRow="1" bandRow="1">
                <a:tableStyleId>{69012ECD-51FC-41F1-AA8D-1B2483CD663E}</a:tableStyleId>
              </a:tblPr>
              <a:tblGrid>
                <a:gridCol w="443753">
                  <a:extLst>
                    <a:ext uri="{9D8B030D-6E8A-4147-A177-3AD203B41FA5}">
                      <a16:colId xmlns:a16="http://schemas.microsoft.com/office/drawing/2014/main" val="20000"/>
                    </a:ext>
                  </a:extLst>
                </a:gridCol>
                <a:gridCol w="546847">
                  <a:extLst>
                    <a:ext uri="{9D8B030D-6E8A-4147-A177-3AD203B41FA5}">
                      <a16:colId xmlns:a16="http://schemas.microsoft.com/office/drawing/2014/main" val="20001"/>
                    </a:ext>
                  </a:extLst>
                </a:gridCol>
                <a:gridCol w="636494">
                  <a:extLst>
                    <a:ext uri="{9D8B030D-6E8A-4147-A177-3AD203B41FA5}">
                      <a16:colId xmlns:a16="http://schemas.microsoft.com/office/drawing/2014/main" val="20002"/>
                    </a:ext>
                  </a:extLst>
                </a:gridCol>
                <a:gridCol w="493059">
                  <a:extLst>
                    <a:ext uri="{9D8B030D-6E8A-4147-A177-3AD203B41FA5}">
                      <a16:colId xmlns:a16="http://schemas.microsoft.com/office/drawing/2014/main" val="20003"/>
                    </a:ext>
                  </a:extLst>
                </a:gridCol>
                <a:gridCol w="542365">
                  <a:extLst>
                    <a:ext uri="{9D8B030D-6E8A-4147-A177-3AD203B41FA5}">
                      <a16:colId xmlns:a16="http://schemas.microsoft.com/office/drawing/2014/main" val="20004"/>
                    </a:ext>
                  </a:extLst>
                </a:gridCol>
                <a:gridCol w="690282">
                  <a:extLst>
                    <a:ext uri="{9D8B030D-6E8A-4147-A177-3AD203B41FA5}">
                      <a16:colId xmlns:a16="http://schemas.microsoft.com/office/drawing/2014/main" val="20005"/>
                    </a:ext>
                  </a:extLst>
                </a:gridCol>
              </a:tblGrid>
              <a:tr h="373338">
                <a:tc>
                  <a:txBody>
                    <a:bodyPr/>
                    <a:lstStyle/>
                    <a:p>
                      <a:r>
                        <a:rPr lang="en-US" sz="800" dirty="0"/>
                        <a:t>Sky</a:t>
                      </a:r>
                      <a:endParaRPr lang="en-US" sz="800" b="1" dirty="0"/>
                    </a:p>
                  </a:txBody>
                  <a:tcPr/>
                </a:tc>
                <a:tc>
                  <a:txBody>
                    <a:bodyPr/>
                    <a:lstStyle/>
                    <a:p>
                      <a:r>
                        <a:rPr lang="en-US" sz="800" dirty="0" err="1"/>
                        <a:t>AirTemp</a:t>
                      </a:r>
                      <a:endParaRPr lang="en-US" sz="800" b="1" dirty="0"/>
                    </a:p>
                  </a:txBody>
                  <a:tcPr/>
                </a:tc>
                <a:tc>
                  <a:txBody>
                    <a:bodyPr/>
                    <a:lstStyle/>
                    <a:p>
                      <a:r>
                        <a:rPr lang="en-US" sz="800" dirty="0"/>
                        <a:t>Humidity</a:t>
                      </a:r>
                      <a:endParaRPr lang="en-US" sz="800" b="1" dirty="0"/>
                    </a:p>
                  </a:txBody>
                  <a:tcPr/>
                </a:tc>
                <a:tc>
                  <a:txBody>
                    <a:bodyPr/>
                    <a:lstStyle/>
                    <a:p>
                      <a:r>
                        <a:rPr lang="en-US" sz="800" dirty="0"/>
                        <a:t>Wind</a:t>
                      </a:r>
                      <a:endParaRPr lang="en-US" sz="800" b="1" dirty="0"/>
                    </a:p>
                  </a:txBody>
                  <a:tcPr/>
                </a:tc>
                <a:tc>
                  <a:txBody>
                    <a:bodyPr/>
                    <a:lstStyle/>
                    <a:p>
                      <a:r>
                        <a:rPr lang="en-US" sz="800" dirty="0"/>
                        <a:t>Forecast</a:t>
                      </a:r>
                      <a:endParaRPr lang="en-US" sz="800" b="1" dirty="0"/>
                    </a:p>
                  </a:txBody>
                  <a:tcPr/>
                </a:tc>
                <a:tc>
                  <a:txBody>
                    <a:bodyPr/>
                    <a:lstStyle/>
                    <a:p>
                      <a:r>
                        <a:rPr lang="en-US" sz="800" dirty="0"/>
                        <a:t>Enjoy</a:t>
                      </a:r>
                    </a:p>
                    <a:p>
                      <a:r>
                        <a:rPr lang="en-US" sz="800" dirty="0"/>
                        <a:t>Sport?</a:t>
                      </a:r>
                      <a:endParaRPr lang="en-US" sz="800" b="1" i="1" dirty="0"/>
                    </a:p>
                  </a:txBody>
                  <a:tcPr/>
                </a:tc>
                <a:extLst>
                  <a:ext uri="{0D108BD9-81ED-4DB2-BD59-A6C34878D82A}">
                    <a16:rowId xmlns:a16="http://schemas.microsoft.com/office/drawing/2014/main" val="10000"/>
                  </a:ext>
                </a:extLst>
              </a:tr>
              <a:tr h="288741">
                <a:tc>
                  <a:txBody>
                    <a:bodyPr/>
                    <a:lstStyle/>
                    <a:p>
                      <a:r>
                        <a:rPr lang="en-US" sz="800" dirty="0">
                          <a:solidFill>
                            <a:srgbClr val="0070C0"/>
                          </a:solidFill>
                        </a:rPr>
                        <a:t>Sunny</a:t>
                      </a:r>
                    </a:p>
                  </a:txBody>
                  <a:tcPr/>
                </a:tc>
                <a:tc>
                  <a:txBody>
                    <a:bodyPr/>
                    <a:lstStyle/>
                    <a:p>
                      <a:r>
                        <a:rPr lang="en-US" sz="800" dirty="0">
                          <a:solidFill>
                            <a:srgbClr val="0070C0"/>
                          </a:solidFill>
                        </a:rPr>
                        <a:t>Warm</a:t>
                      </a:r>
                    </a:p>
                  </a:txBody>
                  <a:tcPr/>
                </a:tc>
                <a:tc>
                  <a:txBody>
                    <a:bodyPr/>
                    <a:lstStyle/>
                    <a:p>
                      <a:r>
                        <a:rPr lang="en-US" sz="800" dirty="0">
                          <a:solidFill>
                            <a:srgbClr val="0070C0"/>
                          </a:solidFill>
                        </a:rPr>
                        <a:t>Normal</a:t>
                      </a:r>
                    </a:p>
                  </a:txBody>
                  <a:tcPr/>
                </a:tc>
                <a:tc>
                  <a:txBody>
                    <a:bodyPr/>
                    <a:lstStyle/>
                    <a:p>
                      <a:r>
                        <a:rPr lang="en-US" sz="800">
                          <a:solidFill>
                            <a:srgbClr val="0070C0"/>
                          </a:solidFill>
                        </a:rPr>
                        <a:t>Strong</a:t>
                      </a:r>
                      <a:endParaRPr lang="en-US" sz="800" dirty="0">
                        <a:solidFill>
                          <a:srgbClr val="0070C0"/>
                        </a:solidFill>
                      </a:endParaRPr>
                    </a:p>
                  </a:txBody>
                  <a:tcPr/>
                </a:tc>
                <a:tc>
                  <a:txBody>
                    <a:bodyPr/>
                    <a:lstStyle/>
                    <a:p>
                      <a:r>
                        <a:rPr lang="en-US" sz="800">
                          <a:solidFill>
                            <a:srgbClr val="0070C0"/>
                          </a:solidFill>
                        </a:rPr>
                        <a:t>Same</a:t>
                      </a:r>
                      <a:endParaRPr lang="en-US" sz="800" dirty="0">
                        <a:solidFill>
                          <a:srgbClr val="0070C0"/>
                        </a:solidFill>
                      </a:endParaRPr>
                    </a:p>
                  </a:txBody>
                  <a:tcPr/>
                </a:tc>
                <a:tc>
                  <a:txBody>
                    <a:bodyPr/>
                    <a:lstStyle/>
                    <a:p>
                      <a:r>
                        <a:rPr lang="en-US" sz="800" dirty="0">
                          <a:solidFill>
                            <a:srgbClr val="0070C0"/>
                          </a:solidFill>
                        </a:rPr>
                        <a:t>Yes</a:t>
                      </a:r>
                    </a:p>
                  </a:txBody>
                  <a:tcPr/>
                </a:tc>
                <a:extLst>
                  <a:ext uri="{0D108BD9-81ED-4DB2-BD59-A6C34878D82A}">
                    <a16:rowId xmlns:a16="http://schemas.microsoft.com/office/drawing/2014/main" val="10001"/>
                  </a:ext>
                </a:extLst>
              </a:tr>
              <a:tr h="288741">
                <a:tc>
                  <a:txBody>
                    <a:bodyPr/>
                    <a:lstStyle/>
                    <a:p>
                      <a:r>
                        <a:rPr lang="en-US" sz="800" dirty="0"/>
                        <a:t>Sunny</a:t>
                      </a:r>
                    </a:p>
                  </a:txBody>
                  <a:tcPr/>
                </a:tc>
                <a:tc>
                  <a:txBody>
                    <a:bodyPr/>
                    <a:lstStyle/>
                    <a:p>
                      <a:r>
                        <a:rPr lang="en-US" sz="800" dirty="0"/>
                        <a:t>Warm</a:t>
                      </a:r>
                    </a:p>
                  </a:txBody>
                  <a:tcPr/>
                </a:tc>
                <a:tc>
                  <a:txBody>
                    <a:bodyPr/>
                    <a:lstStyle/>
                    <a:p>
                      <a:r>
                        <a:rPr lang="en-US" sz="800"/>
                        <a:t>High</a:t>
                      </a:r>
                      <a:endParaRPr lang="en-US" sz="800" dirty="0"/>
                    </a:p>
                  </a:txBody>
                  <a:tcPr/>
                </a:tc>
                <a:tc>
                  <a:txBody>
                    <a:bodyPr/>
                    <a:lstStyle/>
                    <a:p>
                      <a:r>
                        <a:rPr lang="en-US" sz="800"/>
                        <a:t>Strong</a:t>
                      </a:r>
                      <a:endParaRPr lang="en-US" sz="800" dirty="0"/>
                    </a:p>
                  </a:txBody>
                  <a:tcPr/>
                </a:tc>
                <a:tc>
                  <a:txBody>
                    <a:bodyPr/>
                    <a:lstStyle/>
                    <a:p>
                      <a:r>
                        <a:rPr lang="en-US" sz="800"/>
                        <a:t>Same</a:t>
                      </a:r>
                      <a:endParaRPr lang="en-US" sz="800" dirty="0"/>
                    </a:p>
                  </a:txBody>
                  <a:tcPr/>
                </a:tc>
                <a:tc>
                  <a:txBody>
                    <a:bodyPr/>
                    <a:lstStyle/>
                    <a:p>
                      <a:r>
                        <a:rPr lang="en-US" sz="800" dirty="0"/>
                        <a:t>No</a:t>
                      </a:r>
                    </a:p>
                  </a:txBody>
                  <a:tcPr/>
                </a:tc>
                <a:extLst>
                  <a:ext uri="{0D108BD9-81ED-4DB2-BD59-A6C34878D82A}">
                    <a16:rowId xmlns:a16="http://schemas.microsoft.com/office/drawing/2014/main" val="10002"/>
                  </a:ext>
                </a:extLst>
              </a:tr>
              <a:tr h="288741">
                <a:tc>
                  <a:txBody>
                    <a:bodyPr/>
                    <a:lstStyle/>
                    <a:p>
                      <a:r>
                        <a:rPr lang="en-US" sz="800"/>
                        <a:t>Rainy</a:t>
                      </a:r>
                      <a:endParaRPr lang="en-US" sz="800" dirty="0"/>
                    </a:p>
                  </a:txBody>
                  <a:tcPr/>
                </a:tc>
                <a:tc>
                  <a:txBody>
                    <a:bodyPr/>
                    <a:lstStyle/>
                    <a:p>
                      <a:r>
                        <a:rPr lang="en-US" sz="800"/>
                        <a:t>Cold</a:t>
                      </a:r>
                      <a:endParaRPr lang="en-US" sz="800" dirty="0"/>
                    </a:p>
                  </a:txBody>
                  <a:tcPr/>
                </a:tc>
                <a:tc>
                  <a:txBody>
                    <a:bodyPr/>
                    <a:lstStyle/>
                    <a:p>
                      <a:r>
                        <a:rPr lang="en-US" sz="800"/>
                        <a:t>High</a:t>
                      </a:r>
                      <a:endParaRPr lang="en-US" sz="800" dirty="0"/>
                    </a:p>
                  </a:txBody>
                  <a:tcPr/>
                </a:tc>
                <a:tc>
                  <a:txBody>
                    <a:bodyPr/>
                    <a:lstStyle/>
                    <a:p>
                      <a:r>
                        <a:rPr lang="en-US" sz="800" dirty="0"/>
                        <a:t>Strong</a:t>
                      </a:r>
                    </a:p>
                  </a:txBody>
                  <a:tcPr/>
                </a:tc>
                <a:tc>
                  <a:txBody>
                    <a:bodyPr/>
                    <a:lstStyle/>
                    <a:p>
                      <a:r>
                        <a:rPr lang="en-US" sz="800"/>
                        <a:t>Change</a:t>
                      </a:r>
                      <a:endParaRPr lang="en-US" sz="800" dirty="0"/>
                    </a:p>
                  </a:txBody>
                  <a:tcPr/>
                </a:tc>
                <a:tc>
                  <a:txBody>
                    <a:bodyPr/>
                    <a:lstStyle/>
                    <a:p>
                      <a:r>
                        <a:rPr lang="en-US" sz="800" dirty="0"/>
                        <a:t>No</a:t>
                      </a:r>
                    </a:p>
                  </a:txBody>
                  <a:tcPr/>
                </a:tc>
                <a:extLst>
                  <a:ext uri="{0D108BD9-81ED-4DB2-BD59-A6C34878D82A}">
                    <a16:rowId xmlns:a16="http://schemas.microsoft.com/office/drawing/2014/main" val="10003"/>
                  </a:ext>
                </a:extLst>
              </a:tr>
              <a:tr h="288741">
                <a:tc>
                  <a:txBody>
                    <a:bodyPr/>
                    <a:lstStyle/>
                    <a:p>
                      <a:r>
                        <a:rPr lang="en-US" sz="800" dirty="0">
                          <a:solidFill>
                            <a:srgbClr val="0070C0"/>
                          </a:solidFill>
                        </a:rPr>
                        <a:t>Sunny</a:t>
                      </a:r>
                    </a:p>
                  </a:txBody>
                  <a:tcPr/>
                </a:tc>
                <a:tc>
                  <a:txBody>
                    <a:bodyPr/>
                    <a:lstStyle/>
                    <a:p>
                      <a:r>
                        <a:rPr lang="en-US" sz="800" dirty="0">
                          <a:solidFill>
                            <a:srgbClr val="0070C0"/>
                          </a:solidFill>
                        </a:rPr>
                        <a:t>Warm</a:t>
                      </a:r>
                    </a:p>
                  </a:txBody>
                  <a:tcPr/>
                </a:tc>
                <a:tc>
                  <a:txBody>
                    <a:bodyPr/>
                    <a:lstStyle/>
                    <a:p>
                      <a:r>
                        <a:rPr lang="en-US" sz="800" dirty="0">
                          <a:solidFill>
                            <a:srgbClr val="0070C0"/>
                          </a:solidFill>
                        </a:rPr>
                        <a:t>Normal</a:t>
                      </a:r>
                    </a:p>
                  </a:txBody>
                  <a:tcPr/>
                </a:tc>
                <a:tc>
                  <a:txBody>
                    <a:bodyPr/>
                    <a:lstStyle/>
                    <a:p>
                      <a:r>
                        <a:rPr lang="en-US" sz="800" dirty="0">
                          <a:solidFill>
                            <a:srgbClr val="0070C0"/>
                          </a:solidFill>
                        </a:rPr>
                        <a:t>Breeze</a:t>
                      </a:r>
                    </a:p>
                  </a:txBody>
                  <a:tcPr/>
                </a:tc>
                <a:tc>
                  <a:txBody>
                    <a:bodyPr/>
                    <a:lstStyle/>
                    <a:p>
                      <a:r>
                        <a:rPr lang="en-US" sz="800">
                          <a:solidFill>
                            <a:srgbClr val="0070C0"/>
                          </a:solidFill>
                        </a:rPr>
                        <a:t>Same</a:t>
                      </a:r>
                      <a:endParaRPr lang="en-US" sz="800" dirty="0">
                        <a:solidFill>
                          <a:srgbClr val="0070C0"/>
                        </a:solidFill>
                      </a:endParaRPr>
                    </a:p>
                  </a:txBody>
                  <a:tcPr/>
                </a:tc>
                <a:tc>
                  <a:txBody>
                    <a:bodyPr/>
                    <a:lstStyle/>
                    <a:p>
                      <a:r>
                        <a:rPr lang="en-US" sz="800" dirty="0">
                          <a:solidFill>
                            <a:srgbClr val="0070C0"/>
                          </a:solidFill>
                        </a:rPr>
                        <a:t>Yes</a:t>
                      </a:r>
                    </a:p>
                  </a:txBody>
                  <a:tcPr/>
                </a:tc>
                <a:extLst>
                  <a:ext uri="{0D108BD9-81ED-4DB2-BD59-A6C34878D82A}">
                    <a16:rowId xmlns:a16="http://schemas.microsoft.com/office/drawing/2014/main" val="10004"/>
                  </a:ext>
                </a:extLst>
              </a:tr>
              <a:tr h="288741">
                <a:tc>
                  <a:txBody>
                    <a:bodyPr/>
                    <a:lstStyle/>
                    <a:p>
                      <a:r>
                        <a:rPr lang="en-US" sz="800" dirty="0"/>
                        <a:t>Sunny</a:t>
                      </a:r>
                    </a:p>
                  </a:txBody>
                  <a:tcPr/>
                </a:tc>
                <a:tc>
                  <a:txBody>
                    <a:bodyPr/>
                    <a:lstStyle/>
                    <a:p>
                      <a:r>
                        <a:rPr lang="en-US" sz="800" dirty="0"/>
                        <a:t>Hot</a:t>
                      </a:r>
                    </a:p>
                  </a:txBody>
                  <a:tcPr/>
                </a:tc>
                <a:tc>
                  <a:txBody>
                    <a:bodyPr/>
                    <a:lstStyle/>
                    <a:p>
                      <a:r>
                        <a:rPr lang="en-US" sz="800" dirty="0"/>
                        <a:t>Normal</a:t>
                      </a:r>
                    </a:p>
                  </a:txBody>
                  <a:tcPr/>
                </a:tc>
                <a:tc>
                  <a:txBody>
                    <a:bodyPr/>
                    <a:lstStyle/>
                    <a:p>
                      <a:r>
                        <a:rPr lang="en-US" sz="800" dirty="0"/>
                        <a:t>Breeze</a:t>
                      </a:r>
                    </a:p>
                  </a:txBody>
                  <a:tcPr/>
                </a:tc>
                <a:tc>
                  <a:txBody>
                    <a:bodyPr/>
                    <a:lstStyle/>
                    <a:p>
                      <a:r>
                        <a:rPr lang="en-US" sz="800" dirty="0"/>
                        <a:t>Same</a:t>
                      </a:r>
                    </a:p>
                  </a:txBody>
                  <a:tcPr/>
                </a:tc>
                <a:tc>
                  <a:txBody>
                    <a:bodyPr/>
                    <a:lstStyle/>
                    <a:p>
                      <a:r>
                        <a:rPr lang="en-US" sz="800" dirty="0"/>
                        <a:t>No</a:t>
                      </a:r>
                    </a:p>
                  </a:txBody>
                  <a:tcPr/>
                </a:tc>
                <a:extLst>
                  <a:ext uri="{0D108BD9-81ED-4DB2-BD59-A6C34878D82A}">
                    <a16:rowId xmlns:a16="http://schemas.microsoft.com/office/drawing/2014/main" val="10005"/>
                  </a:ext>
                </a:extLst>
              </a:tr>
              <a:tr h="288741">
                <a:tc>
                  <a:txBody>
                    <a:bodyPr/>
                    <a:lstStyle/>
                    <a:p>
                      <a:r>
                        <a:rPr lang="en-US" sz="800"/>
                        <a:t>Rainy</a:t>
                      </a:r>
                      <a:endParaRPr lang="en-US" sz="800" dirty="0"/>
                    </a:p>
                  </a:txBody>
                  <a:tcPr/>
                </a:tc>
                <a:tc>
                  <a:txBody>
                    <a:bodyPr/>
                    <a:lstStyle/>
                    <a:p>
                      <a:r>
                        <a:rPr lang="en-US" sz="800"/>
                        <a:t>Cold</a:t>
                      </a:r>
                      <a:endParaRPr lang="en-US" sz="800" dirty="0"/>
                    </a:p>
                  </a:txBody>
                  <a:tcPr/>
                </a:tc>
                <a:tc>
                  <a:txBody>
                    <a:bodyPr/>
                    <a:lstStyle/>
                    <a:p>
                      <a:r>
                        <a:rPr lang="en-US" sz="800"/>
                        <a:t>High</a:t>
                      </a:r>
                      <a:endParaRPr lang="en-US" sz="800" dirty="0"/>
                    </a:p>
                  </a:txBody>
                  <a:tcPr/>
                </a:tc>
                <a:tc>
                  <a:txBody>
                    <a:bodyPr/>
                    <a:lstStyle/>
                    <a:p>
                      <a:r>
                        <a:rPr lang="en-US" sz="800"/>
                        <a:t>Strong</a:t>
                      </a:r>
                      <a:endParaRPr lang="en-US" sz="800" dirty="0"/>
                    </a:p>
                  </a:txBody>
                  <a:tcPr/>
                </a:tc>
                <a:tc>
                  <a:txBody>
                    <a:bodyPr/>
                    <a:lstStyle/>
                    <a:p>
                      <a:r>
                        <a:rPr lang="en-US" sz="800"/>
                        <a:t>Change</a:t>
                      </a:r>
                      <a:endParaRPr lang="en-US" sz="800" dirty="0"/>
                    </a:p>
                  </a:txBody>
                  <a:tcPr/>
                </a:tc>
                <a:tc>
                  <a:txBody>
                    <a:bodyPr/>
                    <a:lstStyle/>
                    <a:p>
                      <a:r>
                        <a:rPr lang="en-US" sz="800" dirty="0"/>
                        <a:t>No</a:t>
                      </a:r>
                    </a:p>
                  </a:txBody>
                  <a:tcPr/>
                </a:tc>
                <a:extLst>
                  <a:ext uri="{0D108BD9-81ED-4DB2-BD59-A6C34878D82A}">
                    <a16:rowId xmlns:a16="http://schemas.microsoft.com/office/drawing/2014/main" val="10006"/>
                  </a:ext>
                </a:extLst>
              </a:tr>
              <a:tr h="288741">
                <a:tc>
                  <a:txBody>
                    <a:bodyPr/>
                    <a:lstStyle/>
                    <a:p>
                      <a:r>
                        <a:rPr lang="en-US" sz="800" dirty="0">
                          <a:solidFill>
                            <a:srgbClr val="0070C0"/>
                          </a:solidFill>
                        </a:rPr>
                        <a:t>Sunny</a:t>
                      </a:r>
                    </a:p>
                  </a:txBody>
                  <a:tcPr/>
                </a:tc>
                <a:tc>
                  <a:txBody>
                    <a:bodyPr/>
                    <a:lstStyle/>
                    <a:p>
                      <a:r>
                        <a:rPr lang="en-US" sz="800">
                          <a:solidFill>
                            <a:srgbClr val="0070C0"/>
                          </a:solidFill>
                        </a:rPr>
                        <a:t>Warm</a:t>
                      </a:r>
                      <a:endParaRPr lang="en-US" sz="800" dirty="0">
                        <a:solidFill>
                          <a:srgbClr val="0070C0"/>
                        </a:solidFill>
                      </a:endParaRPr>
                    </a:p>
                  </a:txBody>
                  <a:tcPr/>
                </a:tc>
                <a:tc>
                  <a:txBody>
                    <a:bodyPr/>
                    <a:lstStyle/>
                    <a:p>
                      <a:r>
                        <a:rPr lang="en-US" sz="800">
                          <a:solidFill>
                            <a:srgbClr val="0070C0"/>
                          </a:solidFill>
                        </a:rPr>
                        <a:t>High</a:t>
                      </a:r>
                      <a:endParaRPr lang="en-US" sz="800" dirty="0">
                        <a:solidFill>
                          <a:srgbClr val="0070C0"/>
                        </a:solidFill>
                      </a:endParaRPr>
                    </a:p>
                  </a:txBody>
                  <a:tcPr/>
                </a:tc>
                <a:tc>
                  <a:txBody>
                    <a:bodyPr/>
                    <a:lstStyle/>
                    <a:p>
                      <a:r>
                        <a:rPr lang="en-US" sz="800">
                          <a:solidFill>
                            <a:srgbClr val="0070C0"/>
                          </a:solidFill>
                        </a:rPr>
                        <a:t>Strong</a:t>
                      </a:r>
                      <a:endParaRPr lang="en-US" sz="800" dirty="0">
                        <a:solidFill>
                          <a:srgbClr val="0070C0"/>
                        </a:solidFill>
                      </a:endParaRPr>
                    </a:p>
                  </a:txBody>
                  <a:tcPr/>
                </a:tc>
                <a:tc>
                  <a:txBody>
                    <a:bodyPr/>
                    <a:lstStyle/>
                    <a:p>
                      <a:r>
                        <a:rPr lang="en-US" sz="800">
                          <a:solidFill>
                            <a:srgbClr val="0070C0"/>
                          </a:solidFill>
                        </a:rPr>
                        <a:t>Change</a:t>
                      </a:r>
                      <a:endParaRPr lang="en-US" sz="800" dirty="0">
                        <a:solidFill>
                          <a:srgbClr val="0070C0"/>
                        </a:solidFill>
                      </a:endParaRPr>
                    </a:p>
                  </a:txBody>
                  <a:tcPr/>
                </a:tc>
                <a:tc>
                  <a:txBody>
                    <a:bodyPr/>
                    <a:lstStyle/>
                    <a:p>
                      <a:r>
                        <a:rPr lang="en-US" sz="800" dirty="0">
                          <a:solidFill>
                            <a:srgbClr val="0070C0"/>
                          </a:solidFill>
                        </a:rPr>
                        <a:t>Yes</a:t>
                      </a:r>
                    </a:p>
                  </a:txBody>
                  <a:tcPr/>
                </a:tc>
                <a:extLst>
                  <a:ext uri="{0D108BD9-81ED-4DB2-BD59-A6C34878D82A}">
                    <a16:rowId xmlns:a16="http://schemas.microsoft.com/office/drawing/2014/main" val="10007"/>
                  </a:ext>
                </a:extLst>
              </a:tr>
              <a:tr h="288741">
                <a:tc>
                  <a:txBody>
                    <a:bodyPr/>
                    <a:lstStyle/>
                    <a:p>
                      <a:r>
                        <a:rPr lang="en-US" sz="800" dirty="0"/>
                        <a:t>Sunny</a:t>
                      </a:r>
                    </a:p>
                  </a:txBody>
                  <a:tcPr>
                    <a:solidFill>
                      <a:srgbClr val="FFFF00"/>
                    </a:solidFill>
                  </a:tcPr>
                </a:tc>
                <a:tc>
                  <a:txBody>
                    <a:bodyPr/>
                    <a:lstStyle/>
                    <a:p>
                      <a:r>
                        <a:rPr lang="en-US" sz="800" dirty="0"/>
                        <a:t>Warm</a:t>
                      </a:r>
                    </a:p>
                  </a:txBody>
                  <a:tcPr>
                    <a:solidFill>
                      <a:srgbClr val="FFFF00"/>
                    </a:solidFill>
                  </a:tcPr>
                </a:tc>
                <a:tc>
                  <a:txBody>
                    <a:bodyPr/>
                    <a:lstStyle/>
                    <a:p>
                      <a:r>
                        <a:rPr lang="en-US" sz="800" dirty="0"/>
                        <a:t>Normal</a:t>
                      </a:r>
                    </a:p>
                  </a:txBody>
                  <a:tcPr>
                    <a:solidFill>
                      <a:srgbClr val="FFFF00"/>
                    </a:solidFill>
                  </a:tcPr>
                </a:tc>
                <a:tc>
                  <a:txBody>
                    <a:bodyPr/>
                    <a:lstStyle/>
                    <a:p>
                      <a:r>
                        <a:rPr lang="en-US" sz="800" dirty="0"/>
                        <a:t>Strong</a:t>
                      </a:r>
                    </a:p>
                  </a:txBody>
                  <a:tcPr>
                    <a:solidFill>
                      <a:srgbClr val="FFFF00"/>
                    </a:solidFill>
                  </a:tcPr>
                </a:tc>
                <a:tc>
                  <a:txBody>
                    <a:bodyPr/>
                    <a:lstStyle/>
                    <a:p>
                      <a:r>
                        <a:rPr lang="en-US" sz="800" dirty="0"/>
                        <a:t>Change</a:t>
                      </a:r>
                    </a:p>
                  </a:txBody>
                  <a:tcPr>
                    <a:solidFill>
                      <a:srgbClr val="FFFF00"/>
                    </a:solidFill>
                  </a:tcPr>
                </a:tc>
                <a:tc>
                  <a:txBody>
                    <a:bodyPr/>
                    <a:lstStyle/>
                    <a:p>
                      <a:r>
                        <a:rPr lang="en-US" sz="800" dirty="0"/>
                        <a:t>????</a:t>
                      </a:r>
                    </a:p>
                  </a:txBody>
                  <a:tcPr>
                    <a:solidFill>
                      <a:srgbClr val="FFFF00"/>
                    </a:solidFill>
                  </a:tcPr>
                </a:tc>
                <a:extLst>
                  <a:ext uri="{0D108BD9-81ED-4DB2-BD59-A6C34878D82A}">
                    <a16:rowId xmlns:a16="http://schemas.microsoft.com/office/drawing/2014/main" val="10008"/>
                  </a:ext>
                </a:extLst>
              </a:tr>
              <a:tr h="288741">
                <a:tc>
                  <a:txBody>
                    <a:bodyPr/>
                    <a:lstStyle/>
                    <a:p>
                      <a:r>
                        <a:rPr lang="en-US" sz="800" dirty="0"/>
                        <a:t>Rainy</a:t>
                      </a:r>
                    </a:p>
                  </a:txBody>
                  <a:tcPr>
                    <a:solidFill>
                      <a:schemeClr val="bg2"/>
                    </a:solidFill>
                  </a:tcPr>
                </a:tc>
                <a:tc>
                  <a:txBody>
                    <a:bodyPr/>
                    <a:lstStyle/>
                    <a:p>
                      <a:r>
                        <a:rPr lang="en-US" sz="800" dirty="0"/>
                        <a:t>Warm</a:t>
                      </a:r>
                    </a:p>
                  </a:txBody>
                  <a:tcPr>
                    <a:solidFill>
                      <a:schemeClr val="bg2"/>
                    </a:solidFill>
                  </a:tcPr>
                </a:tc>
                <a:tc>
                  <a:txBody>
                    <a:bodyPr/>
                    <a:lstStyle/>
                    <a:p>
                      <a:r>
                        <a:rPr lang="en-US" sz="800" dirty="0"/>
                        <a:t>Normal</a:t>
                      </a:r>
                    </a:p>
                  </a:txBody>
                  <a:tcPr>
                    <a:solidFill>
                      <a:schemeClr val="bg2"/>
                    </a:solidFill>
                  </a:tcPr>
                </a:tc>
                <a:tc>
                  <a:txBody>
                    <a:bodyPr/>
                    <a:lstStyle/>
                    <a:p>
                      <a:r>
                        <a:rPr lang="en-US" sz="800" dirty="0"/>
                        <a:t>Breeze</a:t>
                      </a:r>
                    </a:p>
                  </a:txBody>
                  <a:tcPr>
                    <a:solidFill>
                      <a:schemeClr val="bg2"/>
                    </a:solidFill>
                  </a:tcPr>
                </a:tc>
                <a:tc>
                  <a:txBody>
                    <a:bodyPr/>
                    <a:lstStyle/>
                    <a:p>
                      <a:r>
                        <a:rPr lang="en-US" sz="800" dirty="0"/>
                        <a:t>Same</a:t>
                      </a:r>
                    </a:p>
                  </a:txBody>
                  <a:tcPr>
                    <a:solidFill>
                      <a:schemeClr val="bg2"/>
                    </a:solidFill>
                  </a:tcPr>
                </a:tc>
                <a:tc>
                  <a:txBody>
                    <a:bodyPr/>
                    <a:lstStyle/>
                    <a:p>
                      <a:r>
                        <a:rPr lang="en-US" sz="800" dirty="0"/>
                        <a:t>????</a:t>
                      </a:r>
                    </a:p>
                  </a:txBody>
                  <a:tcPr>
                    <a:solidFill>
                      <a:schemeClr val="bg2"/>
                    </a:solidFill>
                  </a:tcPr>
                </a:tc>
                <a:extLst>
                  <a:ext uri="{0D108BD9-81ED-4DB2-BD59-A6C34878D82A}">
                    <a16:rowId xmlns:a16="http://schemas.microsoft.com/office/drawing/2014/main" val="10009"/>
                  </a:ext>
                </a:extLst>
              </a:tr>
            </a:tbl>
          </a:graphicData>
        </a:graphic>
      </p:graphicFrame>
      <p:pic>
        <p:nvPicPr>
          <p:cNvPr id="6" name="object 7"/>
          <p:cNvPicPr/>
          <p:nvPr/>
        </p:nvPicPr>
        <p:blipFill>
          <a:blip r:embed="rId2" cstate="print"/>
          <a:stretch>
            <a:fillRect/>
          </a:stretch>
        </p:blipFill>
        <p:spPr>
          <a:xfrm>
            <a:off x="3200400" y="2914650"/>
            <a:ext cx="2462131" cy="485965"/>
          </a:xfrm>
          <a:prstGeom prst="rect">
            <a:avLst/>
          </a:prstGeom>
          <a:ln>
            <a:solidFill>
              <a:srgbClr val="FF0000"/>
            </a:solidFill>
          </a:ln>
        </p:spPr>
      </p:pic>
      <p:cxnSp>
        <p:nvCxnSpPr>
          <p:cNvPr id="7" name="Straight Arrow Connector 6"/>
          <p:cNvCxnSpPr>
            <a:stCxn id="6" idx="0"/>
          </p:cNvCxnSpPr>
          <p:nvPr/>
        </p:nvCxnSpPr>
        <p:spPr>
          <a:xfrm flipH="1" flipV="1">
            <a:off x="2374066" y="1924050"/>
            <a:ext cx="2057400" cy="9906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 name="Straight Arrow Connector 7"/>
          <p:cNvCxnSpPr>
            <a:stCxn id="6" idx="2"/>
          </p:cNvCxnSpPr>
          <p:nvPr/>
        </p:nvCxnSpPr>
        <p:spPr>
          <a:xfrm flipH="1">
            <a:off x="2374066" y="3400615"/>
            <a:ext cx="2057400" cy="191678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1" name="Rectangle 10"/>
          <p:cNvSpPr/>
          <p:nvPr/>
        </p:nvSpPr>
        <p:spPr>
          <a:xfrm>
            <a:off x="5105400" y="991660"/>
            <a:ext cx="1712648" cy="341632"/>
          </a:xfrm>
          <a:prstGeom prst="rect">
            <a:avLst/>
          </a:prstGeom>
        </p:spPr>
        <p:txBody>
          <a:bodyPr wrap="none">
            <a:spAutoFit/>
          </a:bodyPr>
          <a:lstStyle/>
          <a:p>
            <a:pPr marL="522288" marR="0" lvl="1" indent="0" algn="l" defTabSz="1042988" rtl="0" eaLnBrk="1" fontAlgn="auto" latinLnBrk="0" hangingPunct="1">
              <a:lnSpc>
                <a:spcPct val="90000"/>
              </a:lnSpc>
              <a:spcBef>
                <a:spcPct val="20000"/>
              </a:spcBef>
              <a:spcAft>
                <a:spcPts val="0"/>
              </a:spcAft>
              <a:buClr>
                <a:srgbClr val="000000"/>
              </a:buClr>
              <a:buSzTx/>
              <a:buFontTx/>
              <a:buNone/>
              <a:tabLst/>
              <a:defRPr/>
            </a:pPr>
            <a:r>
              <a:rPr kumimoji="0" lang="en-US" altLang="en-US" sz="1800" b="1" i="0" u="none" strike="noStrike" kern="0" cap="none" spc="0" normalizeH="0" baseline="0" noProof="0" dirty="0">
                <a:ln>
                  <a:noFill/>
                </a:ln>
                <a:solidFill>
                  <a:prstClr val="black"/>
                </a:solidFill>
                <a:effectLst/>
                <a:uLnTx/>
                <a:uFillTx/>
                <a:latin typeface="Arial" panose="020B0604020202020204" pitchFamily="34" charset="0"/>
                <a:ea typeface="Cambria" panose="02040503050406030204" pitchFamily="18" charset="0"/>
                <a:cs typeface="Arial" panose="020B0604020202020204" pitchFamily="34" charset="0"/>
                <a:sym typeface="Arial"/>
              </a:rPr>
              <a:t>MAP rule</a:t>
            </a:r>
          </a:p>
        </p:txBody>
      </p:sp>
      <p:grpSp>
        <p:nvGrpSpPr>
          <p:cNvPr id="12" name="object 7"/>
          <p:cNvGrpSpPr/>
          <p:nvPr/>
        </p:nvGrpSpPr>
        <p:grpSpPr>
          <a:xfrm>
            <a:off x="5662531" y="1336991"/>
            <a:ext cx="3316413" cy="738506"/>
            <a:chOff x="2142710" y="5268212"/>
            <a:chExt cx="5784215" cy="1026794"/>
          </a:xfrm>
        </p:grpSpPr>
        <p:pic>
          <p:nvPicPr>
            <p:cNvPr id="13" name="object 8"/>
            <p:cNvPicPr/>
            <p:nvPr/>
          </p:nvPicPr>
          <p:blipFill>
            <a:blip r:embed="rId3" cstate="print"/>
            <a:stretch>
              <a:fillRect/>
            </a:stretch>
          </p:blipFill>
          <p:spPr>
            <a:xfrm>
              <a:off x="2162155" y="5268212"/>
              <a:ext cx="5764410" cy="493124"/>
            </a:xfrm>
            <a:prstGeom prst="rect">
              <a:avLst/>
            </a:prstGeom>
          </p:spPr>
        </p:pic>
        <p:pic>
          <p:nvPicPr>
            <p:cNvPr id="14" name="object 9"/>
            <p:cNvPicPr/>
            <p:nvPr/>
          </p:nvPicPr>
          <p:blipFill>
            <a:blip r:embed="rId4" cstate="print"/>
            <a:stretch>
              <a:fillRect/>
            </a:stretch>
          </p:blipFill>
          <p:spPr>
            <a:xfrm>
              <a:off x="2142710" y="5801612"/>
              <a:ext cx="3254125" cy="493124"/>
            </a:xfrm>
            <a:prstGeom prst="rect">
              <a:avLst/>
            </a:prstGeom>
          </p:spPr>
        </p:pic>
      </p:grpSp>
      <mc:AlternateContent xmlns:mc="http://schemas.openxmlformats.org/markup-compatibility/2006">
        <mc:Choice xmlns:p14="http://schemas.microsoft.com/office/powerpoint/2010/main" Requires="p14">
          <p:contentPart p14:bwMode="auto" r:id="rId5">
            <p14:nvContentPartPr>
              <p14:cNvPr id="4" name="Ink 3">
                <a:extLst>
                  <a:ext uri="{FF2B5EF4-FFF2-40B4-BE49-F238E27FC236}">
                    <a16:creationId xmlns:a16="http://schemas.microsoft.com/office/drawing/2014/main" id="{D6EA3BA8-D566-A2F1-D2FD-5EEA799D9756}"/>
                  </a:ext>
                </a:extLst>
              </p14:cNvPr>
              <p14:cNvContentPartPr/>
              <p14:nvPr/>
            </p14:nvContentPartPr>
            <p14:xfrm>
              <a:off x="364680" y="175680"/>
              <a:ext cx="8436960" cy="6339960"/>
            </p14:xfrm>
          </p:contentPart>
        </mc:Choice>
        <mc:Fallback>
          <p:pic>
            <p:nvPicPr>
              <p:cNvPr id="4" name="Ink 3">
                <a:extLst>
                  <a:ext uri="{FF2B5EF4-FFF2-40B4-BE49-F238E27FC236}">
                    <a16:creationId xmlns:a16="http://schemas.microsoft.com/office/drawing/2014/main" id="{D6EA3BA8-D566-A2F1-D2FD-5EEA799D9756}"/>
                  </a:ext>
                </a:extLst>
              </p:cNvPr>
              <p:cNvPicPr/>
              <p:nvPr/>
            </p:nvPicPr>
            <p:blipFill>
              <a:blip r:embed="rId6"/>
              <a:stretch>
                <a:fillRect/>
              </a:stretch>
            </p:blipFill>
            <p:spPr>
              <a:xfrm>
                <a:off x="355320" y="166320"/>
                <a:ext cx="8455680" cy="6358680"/>
              </a:xfrm>
              <a:prstGeom prst="rect">
                <a:avLst/>
              </a:prstGeom>
            </p:spPr>
          </p:pic>
        </mc:Fallback>
      </mc:AlternateContent>
    </p:spTree>
    <p:extLst>
      <p:ext uri="{BB962C8B-B14F-4D97-AF65-F5344CB8AC3E}">
        <p14:creationId xmlns:p14="http://schemas.microsoft.com/office/powerpoint/2010/main" val="34090125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8200" y="163348"/>
            <a:ext cx="7600952" cy="1119311"/>
          </a:xfrm>
          <a:prstGeom prst="rect">
            <a:avLst/>
          </a:prstGeom>
          <a:noFill/>
          <a:ln>
            <a:noFill/>
          </a:ln>
        </p:spPr>
        <p:txBody>
          <a:bodyPr spcFirstLastPara="1" wrap="square" lIns="91425" tIns="45700" rIns="91425" bIns="45700" anchor="ctr" anchorCtr="0">
            <a:normAutofit/>
          </a:bodyPr>
          <a:lstStyle/>
          <a:p>
            <a:pPr marL="457200" indent="-228600">
              <a:buSzPts val="3600"/>
              <a:buFont typeface="Arial"/>
            </a:pPr>
            <a:r>
              <a:rPr sz="2400" b="1" dirty="0">
                <a:latin typeface="+mj-lt"/>
                <a:cs typeface="Arial"/>
              </a:rPr>
              <a:t>Naïve Bayes Algorithm – discrete X</a:t>
            </a:r>
            <a:r>
              <a:rPr sz="2400" b="1" baseline="-25000" dirty="0">
                <a:latin typeface="+mj-lt"/>
                <a:cs typeface="Arial"/>
              </a:rPr>
              <a:t>i</a:t>
            </a:r>
          </a:p>
        </p:txBody>
      </p:sp>
      <p:sp>
        <p:nvSpPr>
          <p:cNvPr id="3" name="object 3"/>
          <p:cNvSpPr txBox="1"/>
          <p:nvPr/>
        </p:nvSpPr>
        <p:spPr>
          <a:xfrm>
            <a:off x="228600" y="1372496"/>
            <a:ext cx="5954806" cy="2293735"/>
          </a:xfrm>
          <a:prstGeom prst="rect">
            <a:avLst/>
          </a:prstGeom>
        </p:spPr>
        <p:txBody>
          <a:bodyPr vert="horz" wrap="square" lIns="0" tIns="11206" rIns="0" bIns="0" rtlCol="0">
            <a:spAutoFit/>
          </a:bodyPr>
          <a:lstStyle/>
          <a:p>
            <a:pPr marL="347401" marR="1380078" lvl="0" indent="-302575" algn="l" defTabSz="914400" rtl="0" eaLnBrk="1" fontAlgn="auto" latinLnBrk="0" hangingPunct="1">
              <a:lnSpc>
                <a:spcPct val="118200"/>
              </a:lnSpc>
              <a:spcBef>
                <a:spcPts val="88"/>
              </a:spcBef>
              <a:spcAft>
                <a:spcPts val="0"/>
              </a:spcAft>
              <a:buClr>
                <a:srgbClr val="000000"/>
              </a:buClr>
              <a:buSzTx/>
              <a:buFont typeface="Arial"/>
              <a:buChar char="•"/>
              <a:tabLst>
                <a:tab pos="346841" algn="l"/>
                <a:tab pos="347401" algn="l"/>
              </a:tabLst>
              <a:defRPr/>
            </a:pPr>
            <a:r>
              <a:rPr kumimoji="0" sz="1800" b="0" i="0" u="none" strike="noStrike" kern="0" cap="none" spc="-4" normalizeH="0" baseline="0" noProof="0" dirty="0">
                <a:ln>
                  <a:noFill/>
                </a:ln>
                <a:solidFill>
                  <a:srgbClr val="000000"/>
                </a:solidFill>
                <a:effectLst/>
                <a:uLnTx/>
                <a:uFillTx/>
                <a:latin typeface="Arial"/>
                <a:ea typeface="Cambria" panose="02040503050406030204" pitchFamily="18" charset="0"/>
                <a:cs typeface="Arial MT"/>
                <a:sym typeface="Arial"/>
              </a:rPr>
              <a:t>Train</a:t>
            </a:r>
            <a:r>
              <a:rPr kumimoji="0" sz="1800" b="0" i="0" u="none" strike="noStrike" kern="0" cap="none" spc="-18" normalizeH="0" baseline="0" noProof="0" dirty="0">
                <a:ln>
                  <a:noFill/>
                </a:ln>
                <a:solidFill>
                  <a:srgbClr val="000000"/>
                </a:solidFill>
                <a:effectLst/>
                <a:uLnTx/>
                <a:uFillTx/>
                <a:latin typeface="Arial"/>
                <a:ea typeface="Cambria" panose="02040503050406030204" pitchFamily="18" charset="0"/>
                <a:cs typeface="Arial MT"/>
                <a:sym typeface="Arial"/>
              </a:rPr>
              <a:t> </a:t>
            </a:r>
            <a:r>
              <a:rPr kumimoji="0" sz="1800" b="0" i="0" u="none" strike="noStrike" kern="0" cap="none" spc="-4" normalizeH="0" baseline="0" noProof="0" dirty="0">
                <a:ln>
                  <a:noFill/>
                </a:ln>
                <a:solidFill>
                  <a:srgbClr val="000000"/>
                </a:solidFill>
                <a:effectLst/>
                <a:uLnTx/>
                <a:uFillTx/>
                <a:latin typeface="Arial"/>
                <a:ea typeface="Cambria" panose="02040503050406030204" pitchFamily="18" charset="0"/>
                <a:cs typeface="Arial MT"/>
                <a:sym typeface="Arial"/>
              </a:rPr>
              <a:t>Naïve</a:t>
            </a:r>
            <a:r>
              <a:rPr kumimoji="0" sz="1800" b="0" i="0" u="none" strike="noStrike" kern="0" cap="none" spc="-18" normalizeH="0" baseline="0" noProof="0" dirty="0">
                <a:ln>
                  <a:noFill/>
                </a:ln>
                <a:solidFill>
                  <a:srgbClr val="000000"/>
                </a:solidFill>
                <a:effectLst/>
                <a:uLnTx/>
                <a:uFillTx/>
                <a:latin typeface="Arial"/>
                <a:ea typeface="Cambria" panose="02040503050406030204" pitchFamily="18" charset="0"/>
                <a:cs typeface="Arial MT"/>
                <a:sym typeface="Arial"/>
              </a:rPr>
              <a:t> </a:t>
            </a:r>
            <a:r>
              <a:rPr kumimoji="0" sz="1800" b="0" i="0" u="none" strike="noStrike" kern="0" cap="none" spc="0" normalizeH="0" baseline="0" noProof="0" dirty="0">
                <a:ln>
                  <a:noFill/>
                </a:ln>
                <a:solidFill>
                  <a:srgbClr val="000000"/>
                </a:solidFill>
                <a:effectLst/>
                <a:uLnTx/>
                <a:uFillTx/>
                <a:latin typeface="Arial"/>
                <a:ea typeface="Cambria" panose="02040503050406030204" pitchFamily="18" charset="0"/>
                <a:cs typeface="Arial MT"/>
                <a:sym typeface="Arial"/>
              </a:rPr>
              <a:t>Bayes</a:t>
            </a:r>
            <a:r>
              <a:rPr kumimoji="0" sz="1800" b="0" i="0" u="none" strike="noStrike" kern="0" cap="none" spc="-22" normalizeH="0" baseline="0" noProof="0" dirty="0">
                <a:ln>
                  <a:noFill/>
                </a:ln>
                <a:solidFill>
                  <a:srgbClr val="000000"/>
                </a:solidFill>
                <a:effectLst/>
                <a:uLnTx/>
                <a:uFillTx/>
                <a:latin typeface="Arial"/>
                <a:ea typeface="Cambria" panose="02040503050406030204" pitchFamily="18" charset="0"/>
                <a:cs typeface="Arial MT"/>
                <a:sym typeface="Arial"/>
              </a:rPr>
              <a:t> </a:t>
            </a:r>
            <a:r>
              <a:rPr kumimoji="0" sz="1800" b="0" i="0" u="none" strike="noStrike" kern="0" cap="none" spc="0" normalizeH="0" baseline="0" noProof="0" dirty="0">
                <a:ln>
                  <a:noFill/>
                </a:ln>
                <a:solidFill>
                  <a:srgbClr val="000000"/>
                </a:solidFill>
                <a:effectLst/>
                <a:uLnTx/>
                <a:uFillTx/>
                <a:latin typeface="Arial"/>
                <a:ea typeface="Cambria" panose="02040503050406030204" pitchFamily="18" charset="0"/>
                <a:cs typeface="Arial MT"/>
                <a:sym typeface="Arial"/>
              </a:rPr>
              <a:t>(examples) </a:t>
            </a:r>
            <a:r>
              <a:rPr kumimoji="0" sz="1800" b="0" i="0" u="none" strike="noStrike" kern="0" cap="none" spc="-675" normalizeH="0" baseline="0" noProof="0" dirty="0">
                <a:ln>
                  <a:noFill/>
                </a:ln>
                <a:solidFill>
                  <a:srgbClr val="000000"/>
                </a:solidFill>
                <a:effectLst/>
                <a:uLnTx/>
                <a:uFillTx/>
                <a:latin typeface="Arial"/>
                <a:ea typeface="Cambria" panose="02040503050406030204" pitchFamily="18" charset="0"/>
                <a:cs typeface="Arial MT"/>
                <a:sym typeface="Arial"/>
              </a:rPr>
              <a:t> </a:t>
            </a:r>
            <a:r>
              <a:rPr kumimoji="0" sz="1800" b="0" i="0" u="none" strike="noStrike" kern="0" cap="none" spc="-4" normalizeH="0" baseline="0" noProof="0" dirty="0">
                <a:ln>
                  <a:noFill/>
                </a:ln>
                <a:solidFill>
                  <a:srgbClr val="000000"/>
                </a:solidFill>
                <a:effectLst/>
                <a:uLnTx/>
                <a:uFillTx/>
                <a:latin typeface="Arial"/>
                <a:ea typeface="Cambria" panose="02040503050406030204" pitchFamily="18" charset="0"/>
                <a:cs typeface="Arial MT"/>
                <a:sym typeface="Arial"/>
              </a:rPr>
              <a:t>for</a:t>
            </a:r>
            <a:r>
              <a:rPr kumimoji="0" sz="1800" b="0" i="0" u="none" strike="noStrike" kern="0" cap="none" spc="-9" normalizeH="0" baseline="0" noProof="0" dirty="0">
                <a:ln>
                  <a:noFill/>
                </a:ln>
                <a:solidFill>
                  <a:srgbClr val="000000"/>
                </a:solidFill>
                <a:effectLst/>
                <a:uLnTx/>
                <a:uFillTx/>
                <a:latin typeface="Arial"/>
                <a:ea typeface="Cambria" panose="02040503050406030204" pitchFamily="18" charset="0"/>
                <a:cs typeface="Arial MT"/>
                <a:sym typeface="Arial"/>
              </a:rPr>
              <a:t> </a:t>
            </a:r>
            <a:r>
              <a:rPr kumimoji="0" sz="1800" b="0" i="0" u="none" strike="noStrike" kern="0" cap="none" spc="0" normalizeH="0" baseline="0" noProof="0" dirty="0">
                <a:ln>
                  <a:noFill/>
                </a:ln>
                <a:solidFill>
                  <a:srgbClr val="000000"/>
                </a:solidFill>
                <a:effectLst/>
                <a:uLnTx/>
                <a:uFillTx/>
                <a:latin typeface="Arial"/>
                <a:ea typeface="Cambria" panose="02040503050406030204" pitchFamily="18" charset="0"/>
                <a:cs typeface="Arial MT"/>
                <a:sym typeface="Arial"/>
              </a:rPr>
              <a:t>each</a:t>
            </a:r>
            <a:r>
              <a:rPr kumimoji="0" sz="1800" b="0" i="0" u="none" strike="noStrike" kern="0" cap="none" spc="0" normalizeH="0" baseline="25525" noProof="0" dirty="0">
                <a:ln>
                  <a:noFill/>
                </a:ln>
                <a:solidFill>
                  <a:srgbClr val="000000"/>
                </a:solidFill>
                <a:effectLst/>
                <a:uLnTx/>
                <a:uFillTx/>
                <a:latin typeface="Arial"/>
                <a:ea typeface="Cambria" panose="02040503050406030204" pitchFamily="18" charset="0"/>
                <a:cs typeface="Arial MT"/>
                <a:sym typeface="Arial"/>
              </a:rPr>
              <a:t>*</a:t>
            </a:r>
            <a:r>
              <a:rPr kumimoji="0" sz="1800" b="0" i="0" u="none" strike="noStrike" kern="0" cap="none" spc="337" normalizeH="0" baseline="25525" noProof="0" dirty="0">
                <a:ln>
                  <a:noFill/>
                </a:ln>
                <a:solidFill>
                  <a:srgbClr val="000000"/>
                </a:solidFill>
                <a:effectLst/>
                <a:uLnTx/>
                <a:uFillTx/>
                <a:latin typeface="Arial"/>
                <a:ea typeface="Cambria" panose="02040503050406030204" pitchFamily="18" charset="0"/>
                <a:cs typeface="Arial MT"/>
                <a:sym typeface="Arial"/>
              </a:rPr>
              <a:t> </a:t>
            </a:r>
            <a:r>
              <a:rPr kumimoji="0" sz="1800" b="0" i="0" u="none" strike="noStrike" kern="0" cap="none" spc="0" normalizeH="0" baseline="0" noProof="0" dirty="0">
                <a:ln>
                  <a:noFill/>
                </a:ln>
                <a:solidFill>
                  <a:srgbClr val="000000"/>
                </a:solidFill>
                <a:effectLst/>
                <a:uLnTx/>
                <a:uFillTx/>
                <a:latin typeface="Arial"/>
                <a:ea typeface="Cambria" panose="02040503050406030204" pitchFamily="18" charset="0"/>
                <a:cs typeface="Arial MT"/>
                <a:sym typeface="Arial"/>
              </a:rPr>
              <a:t>value</a:t>
            </a:r>
            <a:r>
              <a:rPr kumimoji="0" sz="1800" b="0" i="0" u="none" strike="noStrike" kern="0" cap="none" spc="-9" normalizeH="0" baseline="0" noProof="0" dirty="0">
                <a:ln>
                  <a:noFill/>
                </a:ln>
                <a:solidFill>
                  <a:srgbClr val="000000"/>
                </a:solidFill>
                <a:effectLst/>
                <a:uLnTx/>
                <a:uFillTx/>
                <a:latin typeface="Arial"/>
                <a:ea typeface="Cambria" panose="02040503050406030204" pitchFamily="18" charset="0"/>
                <a:cs typeface="Arial MT"/>
                <a:sym typeface="Arial"/>
              </a:rPr>
              <a:t> </a:t>
            </a:r>
            <a:r>
              <a:rPr kumimoji="0" sz="1800" b="0" i="1" u="none" strike="noStrike" kern="0" cap="none" spc="0" normalizeH="0" baseline="0" noProof="0" dirty="0">
                <a:ln>
                  <a:noFill/>
                </a:ln>
                <a:solidFill>
                  <a:srgbClr val="000000"/>
                </a:solidFill>
                <a:effectLst/>
                <a:uLnTx/>
                <a:uFillTx/>
                <a:latin typeface="Arial"/>
                <a:ea typeface="Cambria" panose="02040503050406030204" pitchFamily="18" charset="0"/>
                <a:cs typeface="Times New Roman"/>
                <a:sym typeface="Arial"/>
              </a:rPr>
              <a:t>y</a:t>
            </a:r>
            <a:r>
              <a:rPr kumimoji="0" sz="1800" b="0" i="1" u="none" strike="noStrike" kern="0" cap="none" spc="0" normalizeH="0" baseline="-21021" noProof="0" dirty="0">
                <a:ln>
                  <a:noFill/>
                </a:ln>
                <a:solidFill>
                  <a:srgbClr val="000000"/>
                </a:solidFill>
                <a:effectLst/>
                <a:uLnTx/>
                <a:uFillTx/>
                <a:latin typeface="Arial"/>
                <a:ea typeface="Cambria" panose="02040503050406030204" pitchFamily="18" charset="0"/>
                <a:cs typeface="Times New Roman"/>
                <a:sym typeface="Arial"/>
              </a:rPr>
              <a:t>k</a:t>
            </a:r>
            <a:endParaRPr kumimoji="0" sz="1800" b="0" i="0" u="none" strike="noStrike" kern="0" cap="none" spc="0" normalizeH="0" baseline="-21021" noProof="0" dirty="0">
              <a:ln>
                <a:noFill/>
              </a:ln>
              <a:solidFill>
                <a:srgbClr val="000000"/>
              </a:solidFill>
              <a:effectLst/>
              <a:uLnTx/>
              <a:uFillTx/>
              <a:latin typeface="Arial"/>
              <a:ea typeface="Cambria" panose="02040503050406030204" pitchFamily="18" charset="0"/>
              <a:cs typeface="Times New Roman"/>
              <a:sym typeface="Arial"/>
            </a:endParaRPr>
          </a:p>
          <a:p>
            <a:pPr marL="851692" marR="0" lvl="0" indent="0" algn="l" defTabSz="914400" rtl="0" eaLnBrk="1" fontAlgn="auto" latinLnBrk="0" hangingPunct="1">
              <a:lnSpc>
                <a:spcPct val="100000"/>
              </a:lnSpc>
              <a:spcBef>
                <a:spcPts val="565"/>
              </a:spcBef>
              <a:spcAft>
                <a:spcPts val="0"/>
              </a:spcAft>
              <a:buClr>
                <a:srgbClr val="000000"/>
              </a:buClr>
              <a:buSzTx/>
              <a:buFont typeface="Arial"/>
              <a:buNone/>
              <a:tabLst/>
              <a:defRPr/>
            </a:pPr>
            <a:r>
              <a:rPr kumimoji="0" sz="1800" b="0" i="0" u="none" strike="noStrike" kern="0" cap="none" spc="-4" normalizeH="0" baseline="0" noProof="0" dirty="0">
                <a:ln>
                  <a:noFill/>
                </a:ln>
                <a:solidFill>
                  <a:srgbClr val="000000"/>
                </a:solidFill>
                <a:effectLst/>
                <a:uLnTx/>
                <a:uFillTx/>
                <a:latin typeface="Arial"/>
                <a:ea typeface="Cambria" panose="02040503050406030204" pitchFamily="18" charset="0"/>
                <a:cs typeface="Arial MT"/>
                <a:sym typeface="Arial"/>
              </a:rPr>
              <a:t>estimate</a:t>
            </a:r>
            <a:endParaRPr kumimoji="0" sz="1800" b="0" i="0" u="none" strike="noStrike" kern="0" cap="none" spc="0" normalizeH="0" baseline="0" noProof="0" dirty="0">
              <a:ln>
                <a:noFill/>
              </a:ln>
              <a:solidFill>
                <a:srgbClr val="000000"/>
              </a:solidFill>
              <a:effectLst/>
              <a:uLnTx/>
              <a:uFillTx/>
              <a:latin typeface="Arial"/>
              <a:ea typeface="Cambria" panose="02040503050406030204" pitchFamily="18" charset="0"/>
              <a:cs typeface="Arial MT"/>
              <a:sym typeface="Arial"/>
            </a:endParaRPr>
          </a:p>
          <a:p>
            <a:pPr marL="851692" marR="0" lvl="0" indent="0" algn="l" defTabSz="914400" rtl="0" eaLnBrk="1" fontAlgn="auto" latinLnBrk="0" hangingPunct="1">
              <a:lnSpc>
                <a:spcPct val="100000"/>
              </a:lnSpc>
              <a:spcBef>
                <a:spcPts val="653"/>
              </a:spcBef>
              <a:spcAft>
                <a:spcPts val="0"/>
              </a:spcAft>
              <a:buClr>
                <a:srgbClr val="000000"/>
              </a:buClr>
              <a:buSzTx/>
              <a:buFont typeface="Arial"/>
              <a:buNone/>
              <a:tabLst/>
              <a:defRPr/>
            </a:pPr>
            <a:r>
              <a:rPr kumimoji="0" sz="1800" b="0" i="0" u="none" strike="noStrike" kern="0" cap="none" spc="-4" normalizeH="0" baseline="0" noProof="0" dirty="0">
                <a:ln>
                  <a:noFill/>
                </a:ln>
                <a:solidFill>
                  <a:srgbClr val="000000"/>
                </a:solidFill>
                <a:effectLst/>
                <a:uLnTx/>
                <a:uFillTx/>
                <a:latin typeface="Arial"/>
                <a:ea typeface="Cambria" panose="02040503050406030204" pitchFamily="18" charset="0"/>
                <a:cs typeface="Arial MT"/>
                <a:sym typeface="Arial"/>
              </a:rPr>
              <a:t>for</a:t>
            </a:r>
            <a:r>
              <a:rPr kumimoji="0" sz="1800" b="0" i="0" u="none" strike="noStrike" kern="0" cap="none" spc="-13" normalizeH="0" baseline="0" noProof="0" dirty="0">
                <a:ln>
                  <a:noFill/>
                </a:ln>
                <a:solidFill>
                  <a:srgbClr val="000000"/>
                </a:solidFill>
                <a:effectLst/>
                <a:uLnTx/>
                <a:uFillTx/>
                <a:latin typeface="Arial"/>
                <a:ea typeface="Cambria" panose="02040503050406030204" pitchFamily="18" charset="0"/>
                <a:cs typeface="Arial MT"/>
                <a:sym typeface="Arial"/>
              </a:rPr>
              <a:t> </a:t>
            </a:r>
            <a:r>
              <a:rPr kumimoji="0" sz="1800" b="0" i="0" u="none" strike="noStrike" kern="0" cap="none" spc="0" normalizeH="0" baseline="0" noProof="0" dirty="0">
                <a:ln>
                  <a:noFill/>
                </a:ln>
                <a:solidFill>
                  <a:srgbClr val="000000"/>
                </a:solidFill>
                <a:effectLst/>
                <a:uLnTx/>
                <a:uFillTx/>
                <a:latin typeface="Arial"/>
                <a:ea typeface="Cambria" panose="02040503050406030204" pitchFamily="18" charset="0"/>
                <a:cs typeface="Arial MT"/>
                <a:sym typeface="Arial"/>
              </a:rPr>
              <a:t>each</a:t>
            </a:r>
            <a:r>
              <a:rPr kumimoji="0" sz="1800" b="0" i="0" u="none" strike="noStrike" kern="0" cap="none" spc="0" normalizeH="0" baseline="25525" noProof="0" dirty="0">
                <a:ln>
                  <a:noFill/>
                </a:ln>
                <a:solidFill>
                  <a:srgbClr val="000000"/>
                </a:solidFill>
                <a:effectLst/>
                <a:uLnTx/>
                <a:uFillTx/>
                <a:latin typeface="Arial"/>
                <a:ea typeface="Cambria" panose="02040503050406030204" pitchFamily="18" charset="0"/>
                <a:cs typeface="Arial MT"/>
                <a:sym typeface="Arial"/>
              </a:rPr>
              <a:t>*</a:t>
            </a:r>
            <a:r>
              <a:rPr kumimoji="0" sz="1800" b="0" i="0" u="none" strike="noStrike" kern="0" cap="none" spc="337" normalizeH="0" baseline="25525" noProof="0" dirty="0">
                <a:ln>
                  <a:noFill/>
                </a:ln>
                <a:solidFill>
                  <a:srgbClr val="000000"/>
                </a:solidFill>
                <a:effectLst/>
                <a:uLnTx/>
                <a:uFillTx/>
                <a:latin typeface="Arial"/>
                <a:ea typeface="Cambria" panose="02040503050406030204" pitchFamily="18" charset="0"/>
                <a:cs typeface="Arial MT"/>
                <a:sym typeface="Arial"/>
              </a:rPr>
              <a:t> </a:t>
            </a:r>
            <a:r>
              <a:rPr kumimoji="0" sz="1800" b="0" i="0" u="none" strike="noStrike" kern="0" cap="none" spc="0" normalizeH="0" baseline="0" noProof="0" dirty="0">
                <a:ln>
                  <a:noFill/>
                </a:ln>
                <a:solidFill>
                  <a:srgbClr val="000000"/>
                </a:solidFill>
                <a:effectLst/>
                <a:uLnTx/>
                <a:uFillTx/>
                <a:latin typeface="Arial"/>
                <a:ea typeface="Cambria" panose="02040503050406030204" pitchFamily="18" charset="0"/>
                <a:cs typeface="Arial MT"/>
                <a:sym typeface="Arial"/>
              </a:rPr>
              <a:t>value</a:t>
            </a:r>
            <a:r>
              <a:rPr kumimoji="0" sz="1800" b="0" i="0" u="none" strike="noStrike" kern="0" cap="none" spc="-13" normalizeH="0" baseline="0" noProof="0" dirty="0">
                <a:ln>
                  <a:noFill/>
                </a:ln>
                <a:solidFill>
                  <a:srgbClr val="000000"/>
                </a:solidFill>
                <a:effectLst/>
                <a:uLnTx/>
                <a:uFillTx/>
                <a:latin typeface="Arial"/>
                <a:ea typeface="Cambria" panose="02040503050406030204" pitchFamily="18" charset="0"/>
                <a:cs typeface="Arial MT"/>
                <a:sym typeface="Arial"/>
              </a:rPr>
              <a:t> </a:t>
            </a:r>
            <a:r>
              <a:rPr kumimoji="0" sz="1800" b="0" i="1" u="none" strike="noStrike" kern="0" cap="none" spc="0" normalizeH="0" baseline="0" noProof="0" dirty="0">
                <a:ln>
                  <a:noFill/>
                </a:ln>
                <a:solidFill>
                  <a:srgbClr val="000000"/>
                </a:solidFill>
                <a:effectLst/>
                <a:uLnTx/>
                <a:uFillTx/>
                <a:latin typeface="Arial"/>
                <a:ea typeface="Cambria" panose="02040503050406030204" pitchFamily="18" charset="0"/>
                <a:cs typeface="Times New Roman"/>
                <a:sym typeface="Arial"/>
              </a:rPr>
              <a:t>x</a:t>
            </a:r>
            <a:r>
              <a:rPr kumimoji="0" sz="1800" b="0" i="1" u="none" strike="noStrike" kern="0" cap="none" spc="0" normalizeH="0" baseline="-21021" noProof="0" dirty="0">
                <a:ln>
                  <a:noFill/>
                </a:ln>
                <a:solidFill>
                  <a:srgbClr val="000000"/>
                </a:solidFill>
                <a:effectLst/>
                <a:uLnTx/>
                <a:uFillTx/>
                <a:latin typeface="Arial"/>
                <a:ea typeface="Cambria" panose="02040503050406030204" pitchFamily="18" charset="0"/>
                <a:cs typeface="Times New Roman"/>
                <a:sym typeface="Arial"/>
              </a:rPr>
              <a:t>ij</a:t>
            </a:r>
            <a:r>
              <a:rPr kumimoji="0" sz="1800" b="0" i="1" u="none" strike="noStrike" kern="0" cap="none" spc="403" normalizeH="0" baseline="-21021" noProof="0" dirty="0">
                <a:ln>
                  <a:noFill/>
                </a:ln>
                <a:solidFill>
                  <a:srgbClr val="000000"/>
                </a:solidFill>
                <a:effectLst/>
                <a:uLnTx/>
                <a:uFillTx/>
                <a:latin typeface="Arial"/>
                <a:ea typeface="Cambria" panose="02040503050406030204" pitchFamily="18" charset="0"/>
                <a:cs typeface="Times New Roman"/>
                <a:sym typeface="Arial"/>
              </a:rPr>
              <a:t> </a:t>
            </a:r>
            <a:r>
              <a:rPr kumimoji="0" sz="1800" b="0" i="0" u="none" strike="noStrike" kern="0" cap="none" spc="0" normalizeH="0" baseline="0" noProof="0" dirty="0">
                <a:ln>
                  <a:noFill/>
                </a:ln>
                <a:solidFill>
                  <a:srgbClr val="000000"/>
                </a:solidFill>
                <a:effectLst/>
                <a:uLnTx/>
                <a:uFillTx/>
                <a:latin typeface="Arial"/>
                <a:ea typeface="Cambria" panose="02040503050406030204" pitchFamily="18" charset="0"/>
                <a:cs typeface="Arial MT"/>
                <a:sym typeface="Arial"/>
              </a:rPr>
              <a:t>of</a:t>
            </a:r>
            <a:r>
              <a:rPr kumimoji="0" sz="1800" b="0" i="0" u="none" strike="noStrike" kern="0" cap="none" spc="-9" normalizeH="0" baseline="0" noProof="0" dirty="0">
                <a:ln>
                  <a:noFill/>
                </a:ln>
                <a:solidFill>
                  <a:srgbClr val="000000"/>
                </a:solidFill>
                <a:effectLst/>
                <a:uLnTx/>
                <a:uFillTx/>
                <a:latin typeface="Arial"/>
                <a:ea typeface="Cambria" panose="02040503050406030204" pitchFamily="18" charset="0"/>
                <a:cs typeface="Arial MT"/>
                <a:sym typeface="Arial"/>
              </a:rPr>
              <a:t> </a:t>
            </a:r>
            <a:r>
              <a:rPr kumimoji="0" sz="1800" b="0" i="0" u="none" strike="noStrike" kern="0" cap="none" spc="0" normalizeH="0" baseline="0" noProof="0" dirty="0">
                <a:ln>
                  <a:noFill/>
                </a:ln>
                <a:solidFill>
                  <a:srgbClr val="000000"/>
                </a:solidFill>
                <a:effectLst/>
                <a:uLnTx/>
                <a:uFillTx/>
                <a:latin typeface="Arial"/>
                <a:ea typeface="Cambria" panose="02040503050406030204" pitchFamily="18" charset="0"/>
                <a:cs typeface="Arial MT"/>
                <a:sym typeface="Arial"/>
              </a:rPr>
              <a:t>each</a:t>
            </a:r>
            <a:r>
              <a:rPr kumimoji="0" sz="1800" b="0" i="0" u="none" strike="noStrike" kern="0" cap="none" spc="-4" normalizeH="0" baseline="0" noProof="0" dirty="0">
                <a:ln>
                  <a:noFill/>
                </a:ln>
                <a:solidFill>
                  <a:srgbClr val="000000"/>
                </a:solidFill>
                <a:effectLst/>
                <a:uLnTx/>
                <a:uFillTx/>
                <a:latin typeface="Arial"/>
                <a:ea typeface="Cambria" panose="02040503050406030204" pitchFamily="18" charset="0"/>
                <a:cs typeface="Arial MT"/>
                <a:sym typeface="Arial"/>
              </a:rPr>
              <a:t> attribute</a:t>
            </a:r>
            <a:r>
              <a:rPr kumimoji="0" sz="1800" b="0" i="0" u="none" strike="noStrike" kern="0" cap="none" spc="-9" normalizeH="0" baseline="0" noProof="0" dirty="0">
                <a:ln>
                  <a:noFill/>
                </a:ln>
                <a:solidFill>
                  <a:srgbClr val="000000"/>
                </a:solidFill>
                <a:effectLst/>
                <a:uLnTx/>
                <a:uFillTx/>
                <a:latin typeface="Arial"/>
                <a:ea typeface="Cambria" panose="02040503050406030204" pitchFamily="18" charset="0"/>
                <a:cs typeface="Arial MT"/>
                <a:sym typeface="Arial"/>
              </a:rPr>
              <a:t> </a:t>
            </a:r>
            <a:r>
              <a:rPr kumimoji="0" sz="1800" b="0" i="1" u="none" strike="noStrike" kern="0" cap="none" spc="0" normalizeH="0" baseline="0" noProof="0" dirty="0">
                <a:ln>
                  <a:noFill/>
                </a:ln>
                <a:solidFill>
                  <a:srgbClr val="000000"/>
                </a:solidFill>
                <a:effectLst/>
                <a:uLnTx/>
                <a:uFillTx/>
                <a:latin typeface="Arial"/>
                <a:ea typeface="Cambria" panose="02040503050406030204" pitchFamily="18" charset="0"/>
                <a:cs typeface="Times New Roman"/>
                <a:sym typeface="Arial"/>
              </a:rPr>
              <a:t>X</a:t>
            </a:r>
            <a:r>
              <a:rPr kumimoji="0" sz="1800" b="0" i="1" u="none" strike="noStrike" kern="0" cap="none" spc="0" normalizeH="0" baseline="-21021" noProof="0" dirty="0">
                <a:ln>
                  <a:noFill/>
                </a:ln>
                <a:solidFill>
                  <a:srgbClr val="000000"/>
                </a:solidFill>
                <a:effectLst/>
                <a:uLnTx/>
                <a:uFillTx/>
                <a:latin typeface="Arial"/>
                <a:ea typeface="Cambria" panose="02040503050406030204" pitchFamily="18" charset="0"/>
                <a:cs typeface="Times New Roman"/>
                <a:sym typeface="Arial"/>
              </a:rPr>
              <a:t>i</a:t>
            </a:r>
            <a:endParaRPr kumimoji="0" sz="1800" b="0" i="0" u="none" strike="noStrike" kern="0" cap="none" spc="0" normalizeH="0" baseline="-21021" noProof="0" dirty="0">
              <a:ln>
                <a:noFill/>
              </a:ln>
              <a:solidFill>
                <a:srgbClr val="000000"/>
              </a:solidFill>
              <a:effectLst/>
              <a:uLnTx/>
              <a:uFillTx/>
              <a:latin typeface="Arial"/>
              <a:ea typeface="Cambria" panose="02040503050406030204" pitchFamily="18" charset="0"/>
              <a:cs typeface="Times New Roman"/>
              <a:sym typeface="Arial"/>
            </a:endParaRPr>
          </a:p>
          <a:p>
            <a:pPr marL="1658559" marR="0" lvl="0" indent="0" algn="l" defTabSz="914400" rtl="0" eaLnBrk="1" fontAlgn="auto" latinLnBrk="0" hangingPunct="1">
              <a:lnSpc>
                <a:spcPct val="100000"/>
              </a:lnSpc>
              <a:spcBef>
                <a:spcPts val="565"/>
              </a:spcBef>
              <a:spcAft>
                <a:spcPts val="0"/>
              </a:spcAft>
              <a:buClr>
                <a:srgbClr val="000000"/>
              </a:buClr>
              <a:buSzTx/>
              <a:buFont typeface="Arial"/>
              <a:buNone/>
              <a:tabLst/>
              <a:defRPr/>
            </a:pPr>
            <a:r>
              <a:rPr kumimoji="0" sz="1800" b="0" i="0" u="none" strike="noStrike" kern="0" cap="none" spc="-4" normalizeH="0" baseline="0" noProof="0" dirty="0">
                <a:ln>
                  <a:noFill/>
                </a:ln>
                <a:solidFill>
                  <a:srgbClr val="000000"/>
                </a:solidFill>
                <a:effectLst/>
                <a:uLnTx/>
                <a:uFillTx/>
                <a:latin typeface="Arial"/>
                <a:ea typeface="Cambria" panose="02040503050406030204" pitchFamily="18" charset="0"/>
                <a:cs typeface="Arial MT"/>
                <a:sym typeface="Arial"/>
              </a:rPr>
              <a:t>estimate</a:t>
            </a:r>
            <a:endParaRPr kumimoji="0" sz="1800" b="0" i="0" u="none" strike="noStrike" kern="0" cap="none" spc="0" normalizeH="0" baseline="0" noProof="0" dirty="0">
              <a:ln>
                <a:noFill/>
              </a:ln>
              <a:solidFill>
                <a:srgbClr val="000000"/>
              </a:solidFill>
              <a:effectLst/>
              <a:uLnTx/>
              <a:uFillTx/>
              <a:latin typeface="Arial"/>
              <a:ea typeface="Cambria" panose="02040503050406030204" pitchFamily="18" charset="0"/>
              <a:cs typeface="Arial MT"/>
              <a:sym typeface="Arial"/>
            </a:endParaRPr>
          </a:p>
          <a:p>
            <a:pPr marL="0" marR="0" lvl="0" indent="0" algn="l" defTabSz="914400" rtl="0" eaLnBrk="1" fontAlgn="auto" latinLnBrk="0" hangingPunct="1">
              <a:lnSpc>
                <a:spcPct val="100000"/>
              </a:lnSpc>
              <a:spcBef>
                <a:spcPts val="22"/>
              </a:spcBef>
              <a:spcAft>
                <a:spcPts val="0"/>
              </a:spcAft>
              <a:buClr>
                <a:srgbClr val="000000"/>
              </a:buClr>
              <a:buSzTx/>
              <a:buFont typeface="Arial"/>
              <a:buNone/>
              <a:tabLst/>
              <a:defRPr/>
            </a:pPr>
            <a:endParaRPr kumimoji="0" sz="1800" b="0" i="0" u="none" strike="noStrike" kern="0" cap="none" spc="0" normalizeH="0" baseline="0" noProof="0" dirty="0">
              <a:ln>
                <a:noFill/>
              </a:ln>
              <a:solidFill>
                <a:srgbClr val="000000"/>
              </a:solidFill>
              <a:effectLst/>
              <a:uLnTx/>
              <a:uFillTx/>
              <a:latin typeface="Arial"/>
              <a:ea typeface="Cambria" panose="02040503050406030204" pitchFamily="18" charset="0"/>
              <a:cs typeface="Arial MT"/>
              <a:sym typeface="Arial"/>
            </a:endParaRPr>
          </a:p>
          <a:p>
            <a:pPr marL="347401" marR="0" lvl="0" indent="-302575" algn="l" defTabSz="914400" rtl="0" eaLnBrk="1" fontAlgn="auto" latinLnBrk="0" hangingPunct="1">
              <a:lnSpc>
                <a:spcPct val="100000"/>
              </a:lnSpc>
              <a:spcBef>
                <a:spcPts val="0"/>
              </a:spcBef>
              <a:spcAft>
                <a:spcPts val="0"/>
              </a:spcAft>
              <a:buClr>
                <a:srgbClr val="000000"/>
              </a:buClr>
              <a:buSzTx/>
              <a:buFont typeface="Arial"/>
              <a:buChar char="•"/>
              <a:tabLst>
                <a:tab pos="346841" algn="l"/>
                <a:tab pos="347401" algn="l"/>
              </a:tabLst>
              <a:defRPr/>
            </a:pPr>
            <a:r>
              <a:rPr kumimoji="0" sz="1800" b="0" i="0" u="none" strike="noStrike" kern="0" cap="none" spc="-4" normalizeH="0" baseline="0" noProof="0" dirty="0">
                <a:ln>
                  <a:noFill/>
                </a:ln>
                <a:solidFill>
                  <a:srgbClr val="000000"/>
                </a:solidFill>
                <a:effectLst/>
                <a:uLnTx/>
                <a:uFillTx/>
                <a:latin typeface="Arial"/>
                <a:ea typeface="Cambria" panose="02040503050406030204" pitchFamily="18" charset="0"/>
                <a:cs typeface="Arial MT"/>
                <a:sym typeface="Arial"/>
              </a:rPr>
              <a:t>Classify</a:t>
            </a:r>
            <a:r>
              <a:rPr kumimoji="0" sz="1800" b="0" i="0" u="none" strike="noStrike" kern="0" cap="none" spc="-26" normalizeH="0" baseline="0" noProof="0" dirty="0">
                <a:ln>
                  <a:noFill/>
                </a:ln>
                <a:solidFill>
                  <a:srgbClr val="000000"/>
                </a:solidFill>
                <a:effectLst/>
                <a:uLnTx/>
                <a:uFillTx/>
                <a:latin typeface="Arial"/>
                <a:ea typeface="Cambria" panose="02040503050406030204" pitchFamily="18" charset="0"/>
                <a:cs typeface="Arial MT"/>
                <a:sym typeface="Arial"/>
              </a:rPr>
              <a:t> </a:t>
            </a:r>
            <a:r>
              <a:rPr kumimoji="0" sz="1800" b="0" i="0" u="none" strike="noStrike" kern="0" cap="none" spc="0" normalizeH="0" baseline="0" noProof="0" dirty="0">
                <a:ln>
                  <a:noFill/>
                </a:ln>
                <a:solidFill>
                  <a:srgbClr val="000000"/>
                </a:solidFill>
                <a:effectLst/>
                <a:uLnTx/>
                <a:uFillTx/>
                <a:latin typeface="Arial"/>
                <a:ea typeface="Cambria" panose="02040503050406030204" pitchFamily="18" charset="0"/>
                <a:cs typeface="Arial MT"/>
                <a:sym typeface="Arial"/>
              </a:rPr>
              <a:t>(</a:t>
            </a:r>
            <a:r>
              <a:rPr kumimoji="0" sz="1800" b="0" i="1" u="none" strike="noStrike" kern="0" cap="none" spc="0" normalizeH="0" baseline="0" noProof="0" dirty="0">
                <a:ln>
                  <a:noFill/>
                </a:ln>
                <a:solidFill>
                  <a:srgbClr val="000000"/>
                </a:solidFill>
                <a:effectLst/>
                <a:uLnTx/>
                <a:uFillTx/>
                <a:latin typeface="Arial"/>
                <a:ea typeface="Cambria" panose="02040503050406030204" pitchFamily="18" charset="0"/>
                <a:cs typeface="Times New Roman"/>
                <a:sym typeface="Arial"/>
              </a:rPr>
              <a:t>X</a:t>
            </a:r>
            <a:r>
              <a:rPr kumimoji="0" sz="1800" b="0" i="1" u="none" strike="noStrike" kern="0" cap="none" spc="0" normalizeH="0" baseline="25525" noProof="0" dirty="0">
                <a:ln>
                  <a:noFill/>
                </a:ln>
                <a:solidFill>
                  <a:srgbClr val="000000"/>
                </a:solidFill>
                <a:effectLst/>
                <a:uLnTx/>
                <a:uFillTx/>
                <a:latin typeface="Arial"/>
                <a:ea typeface="Cambria" panose="02040503050406030204" pitchFamily="18" charset="0"/>
                <a:cs typeface="Times New Roman"/>
                <a:sym typeface="Arial"/>
              </a:rPr>
              <a:t>new</a:t>
            </a:r>
            <a:r>
              <a:rPr kumimoji="0" sz="1800" b="0" i="0" u="none" strike="noStrike" kern="0" cap="none" spc="0" normalizeH="0" baseline="0" noProof="0" dirty="0">
                <a:ln>
                  <a:noFill/>
                </a:ln>
                <a:solidFill>
                  <a:srgbClr val="000000"/>
                </a:solidFill>
                <a:effectLst/>
                <a:uLnTx/>
                <a:uFillTx/>
                <a:latin typeface="Arial"/>
                <a:ea typeface="Cambria" panose="02040503050406030204" pitchFamily="18" charset="0"/>
                <a:cs typeface="Times New Roman"/>
                <a:sym typeface="Arial"/>
              </a:rPr>
              <a:t>)</a:t>
            </a:r>
          </a:p>
        </p:txBody>
      </p:sp>
      <p:pic>
        <p:nvPicPr>
          <p:cNvPr id="4" name="object 4"/>
          <p:cNvPicPr/>
          <p:nvPr/>
        </p:nvPicPr>
        <p:blipFill>
          <a:blip r:embed="rId2" cstate="print"/>
          <a:stretch>
            <a:fillRect/>
          </a:stretch>
        </p:blipFill>
        <p:spPr>
          <a:xfrm>
            <a:off x="2116888" y="2133600"/>
            <a:ext cx="1580239" cy="231150"/>
          </a:xfrm>
          <a:prstGeom prst="rect">
            <a:avLst/>
          </a:prstGeom>
        </p:spPr>
      </p:pic>
      <p:pic>
        <p:nvPicPr>
          <p:cNvPr id="5" name="object 5"/>
          <p:cNvPicPr/>
          <p:nvPr/>
        </p:nvPicPr>
        <p:blipFill>
          <a:blip r:embed="rId3" cstate="print"/>
          <a:stretch>
            <a:fillRect/>
          </a:stretch>
        </p:blipFill>
        <p:spPr>
          <a:xfrm>
            <a:off x="2907007" y="2905126"/>
            <a:ext cx="3080992" cy="285210"/>
          </a:xfrm>
          <a:prstGeom prst="rect">
            <a:avLst/>
          </a:prstGeom>
        </p:spPr>
      </p:pic>
      <p:grpSp>
        <p:nvGrpSpPr>
          <p:cNvPr id="7" name="object 7"/>
          <p:cNvGrpSpPr/>
          <p:nvPr/>
        </p:nvGrpSpPr>
        <p:grpSpPr>
          <a:xfrm>
            <a:off x="1107675" y="3897380"/>
            <a:ext cx="5103719" cy="905995"/>
            <a:chOff x="2142710" y="5268212"/>
            <a:chExt cx="5784215" cy="1026794"/>
          </a:xfrm>
        </p:grpSpPr>
        <p:pic>
          <p:nvPicPr>
            <p:cNvPr id="8" name="object 8"/>
            <p:cNvPicPr/>
            <p:nvPr/>
          </p:nvPicPr>
          <p:blipFill>
            <a:blip r:embed="rId4" cstate="print"/>
            <a:stretch>
              <a:fillRect/>
            </a:stretch>
          </p:blipFill>
          <p:spPr>
            <a:xfrm>
              <a:off x="2162155" y="5268212"/>
              <a:ext cx="5764410" cy="493124"/>
            </a:xfrm>
            <a:prstGeom prst="rect">
              <a:avLst/>
            </a:prstGeom>
          </p:spPr>
        </p:pic>
        <p:pic>
          <p:nvPicPr>
            <p:cNvPr id="9" name="object 9"/>
            <p:cNvPicPr/>
            <p:nvPr/>
          </p:nvPicPr>
          <p:blipFill>
            <a:blip r:embed="rId5" cstate="print"/>
            <a:stretch>
              <a:fillRect/>
            </a:stretch>
          </p:blipFill>
          <p:spPr>
            <a:xfrm>
              <a:off x="2142710" y="5801612"/>
              <a:ext cx="3254125" cy="493124"/>
            </a:xfrm>
            <a:prstGeom prst="rect">
              <a:avLst/>
            </a:prstGeom>
          </p:spPr>
        </p:pic>
      </p:grpSp>
      <mc:AlternateContent xmlns:mc="http://schemas.openxmlformats.org/markup-compatibility/2006">
        <mc:Choice xmlns:p14="http://schemas.microsoft.com/office/powerpoint/2010/main" Requires="p14">
          <p:contentPart p14:bwMode="auto" r:id="rId6">
            <p14:nvContentPartPr>
              <p14:cNvPr id="6" name="Ink 5">
                <a:extLst>
                  <a:ext uri="{FF2B5EF4-FFF2-40B4-BE49-F238E27FC236}">
                    <a16:creationId xmlns:a16="http://schemas.microsoft.com/office/drawing/2014/main" id="{47891073-88A9-42E5-BB0B-0BD01CD1E52E}"/>
                  </a:ext>
                </a:extLst>
              </p14:cNvPr>
              <p14:cNvContentPartPr/>
              <p14:nvPr/>
            </p14:nvContentPartPr>
            <p14:xfrm>
              <a:off x="3348360" y="4762080"/>
              <a:ext cx="604800" cy="385560"/>
            </p14:xfrm>
          </p:contentPart>
        </mc:Choice>
        <mc:Fallback>
          <p:pic>
            <p:nvPicPr>
              <p:cNvPr id="6" name="Ink 5">
                <a:extLst>
                  <a:ext uri="{FF2B5EF4-FFF2-40B4-BE49-F238E27FC236}">
                    <a16:creationId xmlns:a16="http://schemas.microsoft.com/office/drawing/2014/main" id="{47891073-88A9-42E5-BB0B-0BD01CD1E52E}"/>
                  </a:ext>
                </a:extLst>
              </p:cNvPr>
              <p:cNvPicPr/>
              <p:nvPr/>
            </p:nvPicPr>
            <p:blipFill>
              <a:blip r:embed="rId7"/>
              <a:stretch>
                <a:fillRect/>
              </a:stretch>
            </p:blipFill>
            <p:spPr>
              <a:xfrm>
                <a:off x="3339000" y="4752720"/>
                <a:ext cx="623520" cy="404280"/>
              </a:xfrm>
              <a:prstGeom prst="rect">
                <a:avLst/>
              </a:prstGeom>
            </p:spPr>
          </p:pic>
        </mc:Fallback>
      </mc:AlternateContent>
    </p:spTree>
    <p:extLst>
      <p:ext uri="{BB962C8B-B14F-4D97-AF65-F5344CB8AC3E}">
        <p14:creationId xmlns:p14="http://schemas.microsoft.com/office/powerpoint/2010/main" val="17547164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371600"/>
            <a:ext cx="8229600" cy="5257800"/>
          </a:xfrm>
        </p:spPr>
        <p:txBody>
          <a:bodyPr>
            <a:noAutofit/>
          </a:bodyPr>
          <a:lstStyle/>
          <a:p>
            <a:pPr marL="0" indent="0"/>
            <a:r>
              <a:rPr lang="en-US" sz="1400" i="1" dirty="0"/>
              <a:t>P(Enjoy=Yes | X) = P(X | Enjoy=Yes). P(Enjoy=Yes) / P(X)</a:t>
            </a:r>
          </a:p>
          <a:p>
            <a:pPr marL="0" indent="0"/>
            <a:r>
              <a:rPr lang="en-US" sz="1400" i="1" dirty="0"/>
              <a:t>= P(X | Enjoy=Yes). P(Enjoy=Yes)</a:t>
            </a:r>
          </a:p>
          <a:p>
            <a:pPr marL="0" indent="0"/>
            <a:r>
              <a:rPr lang="en-US" sz="1400" i="1" dirty="0"/>
              <a:t>= P(X | Enjoy=Yes). (3/7)</a:t>
            </a:r>
          </a:p>
          <a:p>
            <a:pPr marL="0" indent="0"/>
            <a:r>
              <a:rPr lang="en-US" sz="1400" i="1" dirty="0"/>
              <a:t>= P(Rainy | Enjoy=Yes). P(Warm | Enjoy=Yes). P(Normal | Enjoy=Yes). P(Breeze | Enjoy=Yes). P(Same | Enjoy=Yes).(3/7)</a:t>
            </a:r>
          </a:p>
          <a:p>
            <a:pPr marL="0" indent="0"/>
            <a:r>
              <a:rPr lang="en-US" sz="1400" i="1" dirty="0"/>
              <a:t>= </a:t>
            </a:r>
            <a:r>
              <a:rPr lang="en-US" sz="1400" i="1" dirty="0">
                <a:solidFill>
                  <a:srgbClr val="FF0000"/>
                </a:solidFill>
              </a:rPr>
              <a:t>(0/3)</a:t>
            </a:r>
            <a:r>
              <a:rPr lang="en-US" sz="1400" i="1" dirty="0"/>
              <a:t> . (3/3) . (2/3) . (1/3) . (2/3) . (3/7)</a:t>
            </a:r>
          </a:p>
          <a:p>
            <a:pPr marL="0" indent="0"/>
            <a:endParaRPr lang="en-US" sz="1400" i="1" dirty="0"/>
          </a:p>
          <a:p>
            <a:pPr marL="0" indent="0"/>
            <a:endParaRPr lang="en-US" sz="1400" i="1" dirty="0"/>
          </a:p>
          <a:p>
            <a:pPr marL="0" indent="0"/>
            <a:endParaRPr lang="en-US" sz="1400" i="1" dirty="0"/>
          </a:p>
          <a:p>
            <a:pPr marL="0" indent="0"/>
            <a:r>
              <a:rPr lang="en-US" sz="1400" b="1" dirty="0"/>
              <a:t> </a:t>
            </a:r>
          </a:p>
          <a:p>
            <a:pPr marL="0" indent="0"/>
            <a:endParaRPr lang="en-US" sz="1400" i="1" dirty="0"/>
          </a:p>
          <a:p>
            <a:pPr marL="0" indent="0"/>
            <a:endParaRPr lang="en-US" sz="1400" i="1" dirty="0"/>
          </a:p>
          <a:p>
            <a:pPr marL="0" indent="0"/>
            <a:endParaRPr lang="en-US" sz="1400" i="1" dirty="0"/>
          </a:p>
          <a:p>
            <a:pPr marL="0" indent="0"/>
            <a:endParaRPr lang="en-US" sz="1400" i="1" dirty="0"/>
          </a:p>
          <a:p>
            <a:pPr marL="0" indent="0"/>
            <a:r>
              <a:rPr lang="en-US" sz="1400" i="1" dirty="0"/>
              <a:t>P(Enjoy=No | X) = P(X | Enjoy=No). P(Enjoy=No) / P(X)</a:t>
            </a:r>
            <a:endParaRPr lang="en-US" sz="1400" dirty="0"/>
          </a:p>
          <a:p>
            <a:pPr marL="0" indent="0"/>
            <a:r>
              <a:rPr lang="en-US" sz="1400" i="1" dirty="0"/>
              <a:t>= P(X | Enjoy=No). P(Enjoy=No) </a:t>
            </a:r>
          </a:p>
          <a:p>
            <a:pPr marL="0" indent="0"/>
            <a:r>
              <a:rPr lang="en-US" sz="1400" i="1" dirty="0"/>
              <a:t>= P(X | Enjoy=No). (4/7)</a:t>
            </a:r>
          </a:p>
          <a:p>
            <a:pPr marL="0" indent="0"/>
            <a:r>
              <a:rPr lang="en-US" sz="1400" i="1" dirty="0"/>
              <a:t>= P(Rainy | Enjoy=No). P(Warm | Enjoy=No). P(Normal | Enjoy=No). P(Breeze | Enjoy=No). P(Same | Enjoy=No). (4/7)</a:t>
            </a:r>
          </a:p>
          <a:p>
            <a:pPr marL="0" indent="0"/>
            <a:r>
              <a:rPr lang="en-US" sz="1400" i="1" dirty="0"/>
              <a:t>= </a:t>
            </a:r>
            <a:r>
              <a:rPr lang="en-US" sz="1400" i="1" dirty="0">
                <a:solidFill>
                  <a:srgbClr val="FF0000"/>
                </a:solidFill>
              </a:rPr>
              <a:t>(2/4)</a:t>
            </a:r>
            <a:r>
              <a:rPr lang="en-US" sz="1400" i="1" dirty="0"/>
              <a:t> . (1/4) . (1/4) . (1/4) . (2/4) . (4/7)</a:t>
            </a:r>
          </a:p>
          <a:p>
            <a:pPr marL="0" indent="0"/>
            <a:endParaRPr lang="en-US" sz="1400" dirty="0"/>
          </a:p>
          <a:p>
            <a:pPr marL="0" indent="0"/>
            <a:endParaRPr lang="en-US" sz="1400" dirty="0"/>
          </a:p>
          <a:p>
            <a:pPr marL="0" indent="0"/>
            <a:endParaRPr lang="en-US" sz="1400" dirty="0"/>
          </a:p>
        </p:txBody>
      </p:sp>
      <p:graphicFrame>
        <p:nvGraphicFramePr>
          <p:cNvPr id="6" name="Table 5"/>
          <p:cNvGraphicFramePr>
            <a:graphicFrameLocks noGrp="1"/>
          </p:cNvGraphicFramePr>
          <p:nvPr/>
        </p:nvGraphicFramePr>
        <p:xfrm>
          <a:off x="6234953" y="2424953"/>
          <a:ext cx="2909047" cy="2683266"/>
        </p:xfrm>
        <a:graphic>
          <a:graphicData uri="http://schemas.openxmlformats.org/drawingml/2006/table">
            <a:tbl>
              <a:tblPr firstRow="1" bandRow="1">
                <a:tableStyleId>{69012ECD-51FC-41F1-AA8D-1B2483CD663E}</a:tableStyleId>
              </a:tblPr>
              <a:tblGrid>
                <a:gridCol w="546847">
                  <a:extLst>
                    <a:ext uri="{9D8B030D-6E8A-4147-A177-3AD203B41FA5}">
                      <a16:colId xmlns:a16="http://schemas.microsoft.com/office/drawing/2014/main" val="20000"/>
                    </a:ext>
                  </a:extLst>
                </a:gridCol>
                <a:gridCol w="636494">
                  <a:extLst>
                    <a:ext uri="{9D8B030D-6E8A-4147-A177-3AD203B41FA5}">
                      <a16:colId xmlns:a16="http://schemas.microsoft.com/office/drawing/2014/main" val="20001"/>
                    </a:ext>
                  </a:extLst>
                </a:gridCol>
                <a:gridCol w="493059">
                  <a:extLst>
                    <a:ext uri="{9D8B030D-6E8A-4147-A177-3AD203B41FA5}">
                      <a16:colId xmlns:a16="http://schemas.microsoft.com/office/drawing/2014/main" val="20002"/>
                    </a:ext>
                  </a:extLst>
                </a:gridCol>
                <a:gridCol w="542365">
                  <a:extLst>
                    <a:ext uri="{9D8B030D-6E8A-4147-A177-3AD203B41FA5}">
                      <a16:colId xmlns:a16="http://schemas.microsoft.com/office/drawing/2014/main" val="20003"/>
                    </a:ext>
                  </a:extLst>
                </a:gridCol>
                <a:gridCol w="690282">
                  <a:extLst>
                    <a:ext uri="{9D8B030D-6E8A-4147-A177-3AD203B41FA5}">
                      <a16:colId xmlns:a16="http://schemas.microsoft.com/office/drawing/2014/main" val="20004"/>
                    </a:ext>
                  </a:extLst>
                </a:gridCol>
              </a:tblGrid>
              <a:tr h="373338">
                <a:tc>
                  <a:txBody>
                    <a:bodyPr/>
                    <a:lstStyle/>
                    <a:p>
                      <a:r>
                        <a:rPr lang="en-US" sz="800" dirty="0" err="1"/>
                        <a:t>AirTemp</a:t>
                      </a:r>
                      <a:endParaRPr lang="en-US" sz="800" b="1" dirty="0"/>
                    </a:p>
                  </a:txBody>
                  <a:tcPr/>
                </a:tc>
                <a:tc>
                  <a:txBody>
                    <a:bodyPr/>
                    <a:lstStyle/>
                    <a:p>
                      <a:r>
                        <a:rPr lang="en-US" sz="800" dirty="0"/>
                        <a:t>Humidity</a:t>
                      </a:r>
                      <a:endParaRPr lang="en-US" sz="800" b="1" dirty="0"/>
                    </a:p>
                  </a:txBody>
                  <a:tcPr/>
                </a:tc>
                <a:tc>
                  <a:txBody>
                    <a:bodyPr/>
                    <a:lstStyle/>
                    <a:p>
                      <a:r>
                        <a:rPr lang="en-US" sz="800" dirty="0"/>
                        <a:t>Wind</a:t>
                      </a:r>
                      <a:endParaRPr lang="en-US" sz="800" b="1" dirty="0"/>
                    </a:p>
                  </a:txBody>
                  <a:tcPr/>
                </a:tc>
                <a:tc>
                  <a:txBody>
                    <a:bodyPr/>
                    <a:lstStyle/>
                    <a:p>
                      <a:r>
                        <a:rPr lang="en-US" sz="800" dirty="0"/>
                        <a:t>Forecast</a:t>
                      </a:r>
                      <a:endParaRPr lang="en-US" sz="800" b="1" dirty="0"/>
                    </a:p>
                  </a:txBody>
                  <a:tcPr/>
                </a:tc>
                <a:tc>
                  <a:txBody>
                    <a:bodyPr/>
                    <a:lstStyle/>
                    <a:p>
                      <a:r>
                        <a:rPr lang="en-US" sz="800" dirty="0"/>
                        <a:t>Enjoy</a:t>
                      </a:r>
                    </a:p>
                    <a:p>
                      <a:r>
                        <a:rPr lang="en-US" sz="800" dirty="0"/>
                        <a:t>Sport?</a:t>
                      </a:r>
                      <a:endParaRPr lang="en-US" sz="800" b="1" i="1" dirty="0"/>
                    </a:p>
                  </a:txBody>
                  <a:tcPr/>
                </a:tc>
                <a:extLst>
                  <a:ext uri="{0D108BD9-81ED-4DB2-BD59-A6C34878D82A}">
                    <a16:rowId xmlns:a16="http://schemas.microsoft.com/office/drawing/2014/main" val="10000"/>
                  </a:ext>
                </a:extLst>
              </a:tr>
              <a:tr h="288741">
                <a:tc>
                  <a:txBody>
                    <a:bodyPr/>
                    <a:lstStyle/>
                    <a:p>
                      <a:r>
                        <a:rPr lang="en-US" sz="800" dirty="0">
                          <a:solidFill>
                            <a:srgbClr val="0070C0"/>
                          </a:solidFill>
                        </a:rPr>
                        <a:t>Warm</a:t>
                      </a:r>
                    </a:p>
                  </a:txBody>
                  <a:tcPr/>
                </a:tc>
                <a:tc>
                  <a:txBody>
                    <a:bodyPr/>
                    <a:lstStyle/>
                    <a:p>
                      <a:r>
                        <a:rPr lang="en-US" sz="800" dirty="0">
                          <a:solidFill>
                            <a:srgbClr val="0070C0"/>
                          </a:solidFill>
                        </a:rPr>
                        <a:t>Normal</a:t>
                      </a:r>
                    </a:p>
                  </a:txBody>
                  <a:tcPr/>
                </a:tc>
                <a:tc>
                  <a:txBody>
                    <a:bodyPr/>
                    <a:lstStyle/>
                    <a:p>
                      <a:r>
                        <a:rPr lang="en-US" sz="800">
                          <a:solidFill>
                            <a:srgbClr val="0070C0"/>
                          </a:solidFill>
                        </a:rPr>
                        <a:t>Strong</a:t>
                      </a:r>
                      <a:endParaRPr lang="en-US" sz="800" dirty="0">
                        <a:solidFill>
                          <a:srgbClr val="0070C0"/>
                        </a:solidFill>
                      </a:endParaRPr>
                    </a:p>
                  </a:txBody>
                  <a:tcPr/>
                </a:tc>
                <a:tc>
                  <a:txBody>
                    <a:bodyPr/>
                    <a:lstStyle/>
                    <a:p>
                      <a:r>
                        <a:rPr lang="en-US" sz="800">
                          <a:solidFill>
                            <a:srgbClr val="0070C0"/>
                          </a:solidFill>
                        </a:rPr>
                        <a:t>Same</a:t>
                      </a:r>
                      <a:endParaRPr lang="en-US" sz="800" dirty="0">
                        <a:solidFill>
                          <a:srgbClr val="0070C0"/>
                        </a:solidFill>
                      </a:endParaRPr>
                    </a:p>
                  </a:txBody>
                  <a:tcPr/>
                </a:tc>
                <a:tc>
                  <a:txBody>
                    <a:bodyPr/>
                    <a:lstStyle/>
                    <a:p>
                      <a:r>
                        <a:rPr lang="en-US" sz="800" dirty="0">
                          <a:solidFill>
                            <a:srgbClr val="0070C0"/>
                          </a:solidFill>
                        </a:rPr>
                        <a:t>Yes</a:t>
                      </a:r>
                    </a:p>
                  </a:txBody>
                  <a:tcPr/>
                </a:tc>
                <a:extLst>
                  <a:ext uri="{0D108BD9-81ED-4DB2-BD59-A6C34878D82A}">
                    <a16:rowId xmlns:a16="http://schemas.microsoft.com/office/drawing/2014/main" val="10001"/>
                  </a:ext>
                </a:extLst>
              </a:tr>
              <a:tr h="288741">
                <a:tc>
                  <a:txBody>
                    <a:bodyPr/>
                    <a:lstStyle/>
                    <a:p>
                      <a:r>
                        <a:rPr lang="en-US" sz="800" dirty="0"/>
                        <a:t>Warm</a:t>
                      </a:r>
                    </a:p>
                  </a:txBody>
                  <a:tcPr/>
                </a:tc>
                <a:tc>
                  <a:txBody>
                    <a:bodyPr/>
                    <a:lstStyle/>
                    <a:p>
                      <a:r>
                        <a:rPr lang="en-US" sz="800"/>
                        <a:t>High</a:t>
                      </a:r>
                      <a:endParaRPr lang="en-US" sz="800" dirty="0"/>
                    </a:p>
                  </a:txBody>
                  <a:tcPr/>
                </a:tc>
                <a:tc>
                  <a:txBody>
                    <a:bodyPr/>
                    <a:lstStyle/>
                    <a:p>
                      <a:r>
                        <a:rPr lang="en-US" sz="800"/>
                        <a:t>Strong</a:t>
                      </a:r>
                      <a:endParaRPr lang="en-US" sz="800" dirty="0"/>
                    </a:p>
                  </a:txBody>
                  <a:tcPr/>
                </a:tc>
                <a:tc>
                  <a:txBody>
                    <a:bodyPr/>
                    <a:lstStyle/>
                    <a:p>
                      <a:r>
                        <a:rPr lang="en-US" sz="800"/>
                        <a:t>Same</a:t>
                      </a:r>
                      <a:endParaRPr lang="en-US" sz="800" dirty="0"/>
                    </a:p>
                  </a:txBody>
                  <a:tcPr/>
                </a:tc>
                <a:tc>
                  <a:txBody>
                    <a:bodyPr/>
                    <a:lstStyle/>
                    <a:p>
                      <a:r>
                        <a:rPr lang="en-US" sz="800" dirty="0"/>
                        <a:t>No</a:t>
                      </a:r>
                    </a:p>
                  </a:txBody>
                  <a:tcPr/>
                </a:tc>
                <a:extLst>
                  <a:ext uri="{0D108BD9-81ED-4DB2-BD59-A6C34878D82A}">
                    <a16:rowId xmlns:a16="http://schemas.microsoft.com/office/drawing/2014/main" val="10002"/>
                  </a:ext>
                </a:extLst>
              </a:tr>
              <a:tr h="288741">
                <a:tc>
                  <a:txBody>
                    <a:bodyPr/>
                    <a:lstStyle/>
                    <a:p>
                      <a:r>
                        <a:rPr lang="en-US" sz="800"/>
                        <a:t>Cold</a:t>
                      </a:r>
                      <a:endParaRPr lang="en-US" sz="800" dirty="0"/>
                    </a:p>
                  </a:txBody>
                  <a:tcPr/>
                </a:tc>
                <a:tc>
                  <a:txBody>
                    <a:bodyPr/>
                    <a:lstStyle/>
                    <a:p>
                      <a:r>
                        <a:rPr lang="en-US" sz="800" dirty="0"/>
                        <a:t>High</a:t>
                      </a:r>
                    </a:p>
                  </a:txBody>
                  <a:tcPr/>
                </a:tc>
                <a:tc>
                  <a:txBody>
                    <a:bodyPr/>
                    <a:lstStyle/>
                    <a:p>
                      <a:r>
                        <a:rPr lang="en-US" sz="800" dirty="0"/>
                        <a:t>Strong</a:t>
                      </a:r>
                    </a:p>
                  </a:txBody>
                  <a:tcPr/>
                </a:tc>
                <a:tc>
                  <a:txBody>
                    <a:bodyPr/>
                    <a:lstStyle/>
                    <a:p>
                      <a:r>
                        <a:rPr lang="en-US" sz="800"/>
                        <a:t>Change</a:t>
                      </a:r>
                      <a:endParaRPr lang="en-US" sz="800" dirty="0"/>
                    </a:p>
                  </a:txBody>
                  <a:tcPr/>
                </a:tc>
                <a:tc>
                  <a:txBody>
                    <a:bodyPr/>
                    <a:lstStyle/>
                    <a:p>
                      <a:r>
                        <a:rPr lang="en-US" sz="800" dirty="0"/>
                        <a:t>No</a:t>
                      </a:r>
                    </a:p>
                  </a:txBody>
                  <a:tcPr/>
                </a:tc>
                <a:extLst>
                  <a:ext uri="{0D108BD9-81ED-4DB2-BD59-A6C34878D82A}">
                    <a16:rowId xmlns:a16="http://schemas.microsoft.com/office/drawing/2014/main" val="10003"/>
                  </a:ext>
                </a:extLst>
              </a:tr>
              <a:tr h="288741">
                <a:tc>
                  <a:txBody>
                    <a:bodyPr/>
                    <a:lstStyle/>
                    <a:p>
                      <a:r>
                        <a:rPr lang="en-US" sz="800" dirty="0">
                          <a:solidFill>
                            <a:srgbClr val="0070C0"/>
                          </a:solidFill>
                        </a:rPr>
                        <a:t>Warm</a:t>
                      </a:r>
                    </a:p>
                  </a:txBody>
                  <a:tcPr/>
                </a:tc>
                <a:tc>
                  <a:txBody>
                    <a:bodyPr/>
                    <a:lstStyle/>
                    <a:p>
                      <a:r>
                        <a:rPr lang="en-US" sz="800" dirty="0">
                          <a:solidFill>
                            <a:srgbClr val="0070C0"/>
                          </a:solidFill>
                        </a:rPr>
                        <a:t>Normal</a:t>
                      </a:r>
                    </a:p>
                  </a:txBody>
                  <a:tcPr/>
                </a:tc>
                <a:tc>
                  <a:txBody>
                    <a:bodyPr/>
                    <a:lstStyle/>
                    <a:p>
                      <a:r>
                        <a:rPr lang="en-US" sz="800" dirty="0">
                          <a:solidFill>
                            <a:srgbClr val="0070C0"/>
                          </a:solidFill>
                        </a:rPr>
                        <a:t>Breeze</a:t>
                      </a:r>
                    </a:p>
                  </a:txBody>
                  <a:tcPr/>
                </a:tc>
                <a:tc>
                  <a:txBody>
                    <a:bodyPr/>
                    <a:lstStyle/>
                    <a:p>
                      <a:r>
                        <a:rPr lang="en-US" sz="800">
                          <a:solidFill>
                            <a:srgbClr val="0070C0"/>
                          </a:solidFill>
                        </a:rPr>
                        <a:t>Same</a:t>
                      </a:r>
                      <a:endParaRPr lang="en-US" sz="800" dirty="0">
                        <a:solidFill>
                          <a:srgbClr val="0070C0"/>
                        </a:solidFill>
                      </a:endParaRPr>
                    </a:p>
                  </a:txBody>
                  <a:tcPr/>
                </a:tc>
                <a:tc>
                  <a:txBody>
                    <a:bodyPr/>
                    <a:lstStyle/>
                    <a:p>
                      <a:r>
                        <a:rPr lang="en-US" sz="800" dirty="0">
                          <a:solidFill>
                            <a:srgbClr val="0070C0"/>
                          </a:solidFill>
                        </a:rPr>
                        <a:t>Yes</a:t>
                      </a:r>
                    </a:p>
                  </a:txBody>
                  <a:tcPr/>
                </a:tc>
                <a:extLst>
                  <a:ext uri="{0D108BD9-81ED-4DB2-BD59-A6C34878D82A}">
                    <a16:rowId xmlns:a16="http://schemas.microsoft.com/office/drawing/2014/main" val="10004"/>
                  </a:ext>
                </a:extLst>
              </a:tr>
              <a:tr h="288741">
                <a:tc>
                  <a:txBody>
                    <a:bodyPr/>
                    <a:lstStyle/>
                    <a:p>
                      <a:r>
                        <a:rPr lang="en-US" sz="800" dirty="0"/>
                        <a:t>Hot</a:t>
                      </a:r>
                    </a:p>
                  </a:txBody>
                  <a:tcPr/>
                </a:tc>
                <a:tc>
                  <a:txBody>
                    <a:bodyPr/>
                    <a:lstStyle/>
                    <a:p>
                      <a:r>
                        <a:rPr lang="en-US" sz="800" dirty="0"/>
                        <a:t>Normal</a:t>
                      </a:r>
                    </a:p>
                  </a:txBody>
                  <a:tcPr/>
                </a:tc>
                <a:tc>
                  <a:txBody>
                    <a:bodyPr/>
                    <a:lstStyle/>
                    <a:p>
                      <a:r>
                        <a:rPr lang="en-US" sz="800" dirty="0"/>
                        <a:t>Breeze</a:t>
                      </a:r>
                    </a:p>
                  </a:txBody>
                  <a:tcPr/>
                </a:tc>
                <a:tc>
                  <a:txBody>
                    <a:bodyPr/>
                    <a:lstStyle/>
                    <a:p>
                      <a:r>
                        <a:rPr lang="en-US" sz="800" dirty="0"/>
                        <a:t>Same</a:t>
                      </a:r>
                    </a:p>
                  </a:txBody>
                  <a:tcPr/>
                </a:tc>
                <a:tc>
                  <a:txBody>
                    <a:bodyPr/>
                    <a:lstStyle/>
                    <a:p>
                      <a:r>
                        <a:rPr lang="en-US" sz="800" dirty="0"/>
                        <a:t>No</a:t>
                      </a:r>
                    </a:p>
                  </a:txBody>
                  <a:tcPr/>
                </a:tc>
                <a:extLst>
                  <a:ext uri="{0D108BD9-81ED-4DB2-BD59-A6C34878D82A}">
                    <a16:rowId xmlns:a16="http://schemas.microsoft.com/office/drawing/2014/main" val="10005"/>
                  </a:ext>
                </a:extLst>
              </a:tr>
              <a:tr h="288741">
                <a:tc>
                  <a:txBody>
                    <a:bodyPr/>
                    <a:lstStyle/>
                    <a:p>
                      <a:r>
                        <a:rPr lang="en-US" sz="800"/>
                        <a:t>Cold</a:t>
                      </a:r>
                      <a:endParaRPr lang="en-US" sz="800" dirty="0"/>
                    </a:p>
                  </a:txBody>
                  <a:tcPr/>
                </a:tc>
                <a:tc>
                  <a:txBody>
                    <a:bodyPr/>
                    <a:lstStyle/>
                    <a:p>
                      <a:r>
                        <a:rPr lang="en-US" sz="800"/>
                        <a:t>High</a:t>
                      </a:r>
                      <a:endParaRPr lang="en-US" sz="800" dirty="0"/>
                    </a:p>
                  </a:txBody>
                  <a:tcPr/>
                </a:tc>
                <a:tc>
                  <a:txBody>
                    <a:bodyPr/>
                    <a:lstStyle/>
                    <a:p>
                      <a:r>
                        <a:rPr lang="en-US" sz="800"/>
                        <a:t>Strong</a:t>
                      </a:r>
                      <a:endParaRPr lang="en-US" sz="800" dirty="0"/>
                    </a:p>
                  </a:txBody>
                  <a:tcPr/>
                </a:tc>
                <a:tc>
                  <a:txBody>
                    <a:bodyPr/>
                    <a:lstStyle/>
                    <a:p>
                      <a:r>
                        <a:rPr lang="en-US" sz="800"/>
                        <a:t>Change</a:t>
                      </a:r>
                      <a:endParaRPr lang="en-US" sz="800" dirty="0"/>
                    </a:p>
                  </a:txBody>
                  <a:tcPr/>
                </a:tc>
                <a:tc>
                  <a:txBody>
                    <a:bodyPr/>
                    <a:lstStyle/>
                    <a:p>
                      <a:r>
                        <a:rPr lang="en-US" sz="800" dirty="0"/>
                        <a:t>No</a:t>
                      </a:r>
                    </a:p>
                  </a:txBody>
                  <a:tcPr/>
                </a:tc>
                <a:extLst>
                  <a:ext uri="{0D108BD9-81ED-4DB2-BD59-A6C34878D82A}">
                    <a16:rowId xmlns:a16="http://schemas.microsoft.com/office/drawing/2014/main" val="10006"/>
                  </a:ext>
                </a:extLst>
              </a:tr>
              <a:tr h="288741">
                <a:tc>
                  <a:txBody>
                    <a:bodyPr/>
                    <a:lstStyle/>
                    <a:p>
                      <a:r>
                        <a:rPr lang="en-US" sz="800">
                          <a:solidFill>
                            <a:srgbClr val="0070C0"/>
                          </a:solidFill>
                        </a:rPr>
                        <a:t>Warm</a:t>
                      </a:r>
                      <a:endParaRPr lang="en-US" sz="800" dirty="0">
                        <a:solidFill>
                          <a:srgbClr val="0070C0"/>
                        </a:solidFill>
                      </a:endParaRPr>
                    </a:p>
                  </a:txBody>
                  <a:tcPr/>
                </a:tc>
                <a:tc>
                  <a:txBody>
                    <a:bodyPr/>
                    <a:lstStyle/>
                    <a:p>
                      <a:r>
                        <a:rPr lang="en-US" sz="800">
                          <a:solidFill>
                            <a:srgbClr val="0070C0"/>
                          </a:solidFill>
                        </a:rPr>
                        <a:t>High</a:t>
                      </a:r>
                      <a:endParaRPr lang="en-US" sz="800" dirty="0">
                        <a:solidFill>
                          <a:srgbClr val="0070C0"/>
                        </a:solidFill>
                      </a:endParaRPr>
                    </a:p>
                  </a:txBody>
                  <a:tcPr/>
                </a:tc>
                <a:tc>
                  <a:txBody>
                    <a:bodyPr/>
                    <a:lstStyle/>
                    <a:p>
                      <a:r>
                        <a:rPr lang="en-US" sz="800">
                          <a:solidFill>
                            <a:srgbClr val="0070C0"/>
                          </a:solidFill>
                        </a:rPr>
                        <a:t>Strong</a:t>
                      </a:r>
                      <a:endParaRPr lang="en-US" sz="800" dirty="0">
                        <a:solidFill>
                          <a:srgbClr val="0070C0"/>
                        </a:solidFill>
                      </a:endParaRPr>
                    </a:p>
                  </a:txBody>
                  <a:tcPr/>
                </a:tc>
                <a:tc>
                  <a:txBody>
                    <a:bodyPr/>
                    <a:lstStyle/>
                    <a:p>
                      <a:r>
                        <a:rPr lang="en-US" sz="800">
                          <a:solidFill>
                            <a:srgbClr val="0070C0"/>
                          </a:solidFill>
                        </a:rPr>
                        <a:t>Change</a:t>
                      </a:r>
                      <a:endParaRPr lang="en-US" sz="800" dirty="0">
                        <a:solidFill>
                          <a:srgbClr val="0070C0"/>
                        </a:solidFill>
                      </a:endParaRPr>
                    </a:p>
                  </a:txBody>
                  <a:tcPr/>
                </a:tc>
                <a:tc>
                  <a:txBody>
                    <a:bodyPr/>
                    <a:lstStyle/>
                    <a:p>
                      <a:r>
                        <a:rPr lang="en-US" sz="800" dirty="0">
                          <a:solidFill>
                            <a:srgbClr val="0070C0"/>
                          </a:solidFill>
                        </a:rPr>
                        <a:t>Yes</a:t>
                      </a:r>
                    </a:p>
                  </a:txBody>
                  <a:tcPr/>
                </a:tc>
                <a:extLst>
                  <a:ext uri="{0D108BD9-81ED-4DB2-BD59-A6C34878D82A}">
                    <a16:rowId xmlns:a16="http://schemas.microsoft.com/office/drawing/2014/main" val="10007"/>
                  </a:ext>
                </a:extLst>
              </a:tr>
              <a:tr h="288741">
                <a:tc>
                  <a:txBody>
                    <a:bodyPr/>
                    <a:lstStyle/>
                    <a:p>
                      <a:r>
                        <a:rPr lang="en-US" sz="800" dirty="0"/>
                        <a:t>Warm</a:t>
                      </a:r>
                    </a:p>
                  </a:txBody>
                  <a:tcPr>
                    <a:solidFill>
                      <a:schemeClr val="bg2"/>
                    </a:solidFill>
                  </a:tcPr>
                </a:tc>
                <a:tc>
                  <a:txBody>
                    <a:bodyPr/>
                    <a:lstStyle/>
                    <a:p>
                      <a:r>
                        <a:rPr lang="en-US" sz="800" dirty="0"/>
                        <a:t>Normal</a:t>
                      </a:r>
                    </a:p>
                  </a:txBody>
                  <a:tcPr>
                    <a:solidFill>
                      <a:schemeClr val="bg2"/>
                    </a:solidFill>
                  </a:tcPr>
                </a:tc>
                <a:tc>
                  <a:txBody>
                    <a:bodyPr/>
                    <a:lstStyle/>
                    <a:p>
                      <a:r>
                        <a:rPr lang="en-US" sz="800" dirty="0"/>
                        <a:t>Breeze</a:t>
                      </a:r>
                    </a:p>
                  </a:txBody>
                  <a:tcPr>
                    <a:solidFill>
                      <a:schemeClr val="bg2"/>
                    </a:solidFill>
                  </a:tcPr>
                </a:tc>
                <a:tc>
                  <a:txBody>
                    <a:bodyPr/>
                    <a:lstStyle/>
                    <a:p>
                      <a:r>
                        <a:rPr lang="en-US" sz="800" dirty="0"/>
                        <a:t>Same</a:t>
                      </a:r>
                    </a:p>
                  </a:txBody>
                  <a:tcPr>
                    <a:solidFill>
                      <a:schemeClr val="bg2"/>
                    </a:solidFill>
                  </a:tcPr>
                </a:tc>
                <a:tc>
                  <a:txBody>
                    <a:bodyPr/>
                    <a:lstStyle/>
                    <a:p>
                      <a:r>
                        <a:rPr lang="en-US" sz="800" dirty="0"/>
                        <a:t>????</a:t>
                      </a:r>
                    </a:p>
                  </a:txBody>
                  <a:tcPr>
                    <a:solidFill>
                      <a:schemeClr val="bg2"/>
                    </a:solidFill>
                  </a:tcPr>
                </a:tc>
                <a:extLst>
                  <a:ext uri="{0D108BD9-81ED-4DB2-BD59-A6C34878D82A}">
                    <a16:rowId xmlns:a16="http://schemas.microsoft.com/office/drawing/2014/main" val="10008"/>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3834217376"/>
              </p:ext>
            </p:extLst>
          </p:nvPr>
        </p:nvGraphicFramePr>
        <p:xfrm>
          <a:off x="5804647" y="2429435"/>
          <a:ext cx="443753" cy="2683266"/>
        </p:xfrm>
        <a:graphic>
          <a:graphicData uri="http://schemas.openxmlformats.org/drawingml/2006/table">
            <a:tbl>
              <a:tblPr firstRow="1" bandRow="1">
                <a:tableStyleId>{69012ECD-51FC-41F1-AA8D-1B2483CD663E}</a:tableStyleId>
              </a:tblPr>
              <a:tblGrid>
                <a:gridCol w="443753">
                  <a:extLst>
                    <a:ext uri="{9D8B030D-6E8A-4147-A177-3AD203B41FA5}">
                      <a16:colId xmlns:a16="http://schemas.microsoft.com/office/drawing/2014/main" val="20000"/>
                    </a:ext>
                  </a:extLst>
                </a:gridCol>
              </a:tblGrid>
              <a:tr h="373338">
                <a:tc>
                  <a:txBody>
                    <a:bodyPr/>
                    <a:lstStyle/>
                    <a:p>
                      <a:r>
                        <a:rPr lang="en-US" sz="800" dirty="0"/>
                        <a:t>Sky</a:t>
                      </a:r>
                      <a:endParaRPr lang="en-US" sz="800" b="1" dirty="0"/>
                    </a:p>
                  </a:txBody>
                  <a:tcPr/>
                </a:tc>
                <a:extLst>
                  <a:ext uri="{0D108BD9-81ED-4DB2-BD59-A6C34878D82A}">
                    <a16:rowId xmlns:a16="http://schemas.microsoft.com/office/drawing/2014/main" val="10000"/>
                  </a:ext>
                </a:extLst>
              </a:tr>
              <a:tr h="288741">
                <a:tc>
                  <a:txBody>
                    <a:bodyPr/>
                    <a:lstStyle/>
                    <a:p>
                      <a:r>
                        <a:rPr lang="en-US" sz="800" dirty="0">
                          <a:solidFill>
                            <a:srgbClr val="0070C0"/>
                          </a:solidFill>
                        </a:rPr>
                        <a:t>Sunny</a:t>
                      </a:r>
                    </a:p>
                  </a:txBody>
                  <a:tcPr/>
                </a:tc>
                <a:extLst>
                  <a:ext uri="{0D108BD9-81ED-4DB2-BD59-A6C34878D82A}">
                    <a16:rowId xmlns:a16="http://schemas.microsoft.com/office/drawing/2014/main" val="10001"/>
                  </a:ext>
                </a:extLst>
              </a:tr>
              <a:tr h="288741">
                <a:tc>
                  <a:txBody>
                    <a:bodyPr/>
                    <a:lstStyle/>
                    <a:p>
                      <a:r>
                        <a:rPr lang="en-US" sz="800" dirty="0"/>
                        <a:t>Sunny</a:t>
                      </a:r>
                    </a:p>
                  </a:txBody>
                  <a:tcPr/>
                </a:tc>
                <a:extLst>
                  <a:ext uri="{0D108BD9-81ED-4DB2-BD59-A6C34878D82A}">
                    <a16:rowId xmlns:a16="http://schemas.microsoft.com/office/drawing/2014/main" val="10002"/>
                  </a:ext>
                </a:extLst>
              </a:tr>
              <a:tr h="288741">
                <a:tc>
                  <a:txBody>
                    <a:bodyPr/>
                    <a:lstStyle/>
                    <a:p>
                      <a:r>
                        <a:rPr lang="en-US" sz="800"/>
                        <a:t>Rainy</a:t>
                      </a:r>
                      <a:endParaRPr lang="en-US" sz="800" dirty="0"/>
                    </a:p>
                  </a:txBody>
                  <a:tcPr/>
                </a:tc>
                <a:extLst>
                  <a:ext uri="{0D108BD9-81ED-4DB2-BD59-A6C34878D82A}">
                    <a16:rowId xmlns:a16="http://schemas.microsoft.com/office/drawing/2014/main" val="10003"/>
                  </a:ext>
                </a:extLst>
              </a:tr>
              <a:tr h="288741">
                <a:tc>
                  <a:txBody>
                    <a:bodyPr/>
                    <a:lstStyle/>
                    <a:p>
                      <a:r>
                        <a:rPr lang="en-US" sz="800" dirty="0">
                          <a:solidFill>
                            <a:srgbClr val="0070C0"/>
                          </a:solidFill>
                        </a:rPr>
                        <a:t>Sunny</a:t>
                      </a:r>
                    </a:p>
                  </a:txBody>
                  <a:tcPr/>
                </a:tc>
                <a:extLst>
                  <a:ext uri="{0D108BD9-81ED-4DB2-BD59-A6C34878D82A}">
                    <a16:rowId xmlns:a16="http://schemas.microsoft.com/office/drawing/2014/main" val="10004"/>
                  </a:ext>
                </a:extLst>
              </a:tr>
              <a:tr h="288741">
                <a:tc>
                  <a:txBody>
                    <a:bodyPr/>
                    <a:lstStyle/>
                    <a:p>
                      <a:r>
                        <a:rPr lang="en-US" sz="800" dirty="0"/>
                        <a:t>Sunny</a:t>
                      </a:r>
                    </a:p>
                  </a:txBody>
                  <a:tcPr/>
                </a:tc>
                <a:extLst>
                  <a:ext uri="{0D108BD9-81ED-4DB2-BD59-A6C34878D82A}">
                    <a16:rowId xmlns:a16="http://schemas.microsoft.com/office/drawing/2014/main" val="10005"/>
                  </a:ext>
                </a:extLst>
              </a:tr>
              <a:tr h="288741">
                <a:tc>
                  <a:txBody>
                    <a:bodyPr/>
                    <a:lstStyle/>
                    <a:p>
                      <a:r>
                        <a:rPr lang="en-US" sz="800"/>
                        <a:t>Rainy</a:t>
                      </a:r>
                      <a:endParaRPr lang="en-US" sz="800" dirty="0"/>
                    </a:p>
                  </a:txBody>
                  <a:tcPr/>
                </a:tc>
                <a:extLst>
                  <a:ext uri="{0D108BD9-81ED-4DB2-BD59-A6C34878D82A}">
                    <a16:rowId xmlns:a16="http://schemas.microsoft.com/office/drawing/2014/main" val="10006"/>
                  </a:ext>
                </a:extLst>
              </a:tr>
              <a:tr h="288741">
                <a:tc>
                  <a:txBody>
                    <a:bodyPr/>
                    <a:lstStyle/>
                    <a:p>
                      <a:r>
                        <a:rPr lang="en-US" sz="800" dirty="0">
                          <a:solidFill>
                            <a:srgbClr val="0070C0"/>
                          </a:solidFill>
                        </a:rPr>
                        <a:t>Sunny</a:t>
                      </a:r>
                    </a:p>
                  </a:txBody>
                  <a:tcPr/>
                </a:tc>
                <a:extLst>
                  <a:ext uri="{0D108BD9-81ED-4DB2-BD59-A6C34878D82A}">
                    <a16:rowId xmlns:a16="http://schemas.microsoft.com/office/drawing/2014/main" val="10007"/>
                  </a:ext>
                </a:extLst>
              </a:tr>
              <a:tr h="288741">
                <a:tc>
                  <a:txBody>
                    <a:bodyPr/>
                    <a:lstStyle/>
                    <a:p>
                      <a:r>
                        <a:rPr lang="en-US" sz="800" dirty="0"/>
                        <a:t>Rainy</a:t>
                      </a:r>
                    </a:p>
                  </a:txBody>
                  <a:tcPr>
                    <a:solidFill>
                      <a:schemeClr val="bg2"/>
                    </a:solidFill>
                  </a:tcPr>
                </a:tc>
                <a:extLst>
                  <a:ext uri="{0D108BD9-81ED-4DB2-BD59-A6C34878D82A}">
                    <a16:rowId xmlns:a16="http://schemas.microsoft.com/office/drawing/2014/main" val="10008"/>
                  </a:ext>
                </a:extLst>
              </a:tr>
            </a:tbl>
          </a:graphicData>
        </a:graphic>
      </p:graphicFrame>
      <p:sp>
        <p:nvSpPr>
          <p:cNvPr id="8" name="Content Placeholder 2"/>
          <p:cNvSpPr>
            <a:spLocks noGrp="1"/>
          </p:cNvSpPr>
          <p:nvPr>
            <p:ph sz="quarter" idx="10"/>
          </p:nvPr>
        </p:nvSpPr>
        <p:spPr>
          <a:xfrm>
            <a:off x="304800" y="589597"/>
            <a:ext cx="6324600" cy="609600"/>
          </a:xfrm>
        </p:spPr>
        <p:txBody>
          <a:bodyPr>
            <a:normAutofit/>
          </a:bodyPr>
          <a:lstStyle/>
          <a:p>
            <a:r>
              <a:rPr lang="en-US" altLang="en-US" sz="2000" dirty="0"/>
              <a:t>Example: Play Tennis</a:t>
            </a:r>
            <a:endParaRPr lang="en-IN" sz="2000" dirty="0"/>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F3EE0123-44A2-7E0E-44F2-F266521E660E}"/>
                  </a:ext>
                </a:extLst>
              </p14:cNvPr>
              <p14:cNvContentPartPr/>
              <p14:nvPr/>
            </p14:nvContentPartPr>
            <p14:xfrm>
              <a:off x="398880" y="2588760"/>
              <a:ext cx="5346000" cy="3904920"/>
            </p14:xfrm>
          </p:contentPart>
        </mc:Choice>
        <mc:Fallback>
          <p:pic>
            <p:nvPicPr>
              <p:cNvPr id="3" name="Ink 2">
                <a:extLst>
                  <a:ext uri="{FF2B5EF4-FFF2-40B4-BE49-F238E27FC236}">
                    <a16:creationId xmlns:a16="http://schemas.microsoft.com/office/drawing/2014/main" id="{F3EE0123-44A2-7E0E-44F2-F266521E660E}"/>
                  </a:ext>
                </a:extLst>
              </p:cNvPr>
              <p:cNvPicPr/>
              <p:nvPr/>
            </p:nvPicPr>
            <p:blipFill>
              <a:blip r:embed="rId3"/>
              <a:stretch>
                <a:fillRect/>
              </a:stretch>
            </p:blipFill>
            <p:spPr>
              <a:xfrm>
                <a:off x="389520" y="2579400"/>
                <a:ext cx="5364720" cy="3923640"/>
              </a:xfrm>
              <a:prstGeom prst="rect">
                <a:avLst/>
              </a:prstGeom>
            </p:spPr>
          </p:pic>
        </mc:Fallback>
      </mc:AlternateContent>
    </p:spTree>
    <p:extLst>
      <p:ext uri="{BB962C8B-B14F-4D97-AF65-F5344CB8AC3E}">
        <p14:creationId xmlns:p14="http://schemas.microsoft.com/office/powerpoint/2010/main" val="40212177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p:cNvSpPr txBox="1">
            <a:spLocks/>
          </p:cNvSpPr>
          <p:nvPr/>
        </p:nvSpPr>
        <p:spPr>
          <a:xfrm>
            <a:off x="978794" y="2590617"/>
            <a:ext cx="7186411" cy="809405"/>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200" b="1" i="0" u="none" strike="noStrike" kern="0" cap="none" spc="0" normalizeH="0" baseline="0" noProof="0" dirty="0">
                <a:ln>
                  <a:noFill/>
                </a:ln>
                <a:solidFill>
                  <a:srgbClr val="C00000"/>
                </a:solidFill>
                <a:effectLst/>
                <a:uLnTx/>
                <a:uFillTx/>
                <a:latin typeface="Arial"/>
                <a:ea typeface="Cambria" panose="02040503050406030204" pitchFamily="18" charset="0"/>
                <a:cs typeface="Arial"/>
                <a:sym typeface="Arial"/>
              </a:rPr>
              <a:t>Laplace Smoothing</a:t>
            </a:r>
            <a:endParaRPr kumimoji="0" lang="en-IN" sz="3200" b="1" i="0" u="none" strike="noStrike" kern="0" cap="none" spc="0" normalizeH="0" baseline="0" noProof="0" dirty="0">
              <a:ln>
                <a:noFill/>
              </a:ln>
              <a:solidFill>
                <a:srgbClr val="C00000"/>
              </a:solidFill>
              <a:effectLst/>
              <a:uLnTx/>
              <a:uFillTx/>
              <a:latin typeface="Arial"/>
              <a:ea typeface="Cambria" panose="02040503050406030204" pitchFamily="18" charset="0"/>
              <a:cs typeface="Arial"/>
              <a:sym typeface="Arial"/>
            </a:endParaRPr>
          </a:p>
        </p:txBody>
      </p:sp>
    </p:spTree>
    <p:extLst>
      <p:ext uri="{BB962C8B-B14F-4D97-AF65-F5344CB8AC3E}">
        <p14:creationId xmlns:p14="http://schemas.microsoft.com/office/powerpoint/2010/main" val="32317113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2400" b="1" dirty="0">
                <a:latin typeface="+mj-lt"/>
              </a:rPr>
              <a:t>Smoothing</a:t>
            </a:r>
            <a:endParaRPr lang="en-IN" sz="2400" b="1" dirty="0">
              <a:latin typeface="+mj-lt"/>
            </a:endParaRPr>
          </a:p>
        </p:txBody>
      </p:sp>
      <p:sp>
        <p:nvSpPr>
          <p:cNvPr id="4" name="Text Placeholder 3"/>
          <p:cNvSpPr>
            <a:spLocks noGrp="1"/>
          </p:cNvSpPr>
          <p:nvPr>
            <p:ph type="body" idx="1"/>
          </p:nvPr>
        </p:nvSpPr>
        <p:spPr>
          <a:xfrm>
            <a:off x="73866" y="2642134"/>
            <a:ext cx="8229600" cy="3700517"/>
          </a:xfrm>
        </p:spPr>
        <p:txBody>
          <a:bodyPr>
            <a:normAutofit/>
          </a:bodyPr>
          <a:lstStyle/>
          <a:p>
            <a:pPr>
              <a:lnSpc>
                <a:spcPct val="150000"/>
              </a:lnSpc>
            </a:pPr>
            <a:r>
              <a:rPr lang="en-US" sz="1800" dirty="0">
                <a:latin typeface="Arial" panose="020B0604020202020204" pitchFamily="34" charset="0"/>
                <a:cs typeface="Arial" panose="020B0604020202020204" pitchFamily="34" charset="0"/>
              </a:rPr>
              <a:t>Technique for smoothing categorical data.</a:t>
            </a:r>
          </a:p>
          <a:p>
            <a:pPr>
              <a:lnSpc>
                <a:spcPct val="150000"/>
              </a:lnSpc>
            </a:pPr>
            <a:r>
              <a:rPr lang="en-US" sz="1800" dirty="0">
                <a:latin typeface="Arial" panose="020B0604020202020204" pitchFamily="34" charset="0"/>
                <a:cs typeface="Arial" panose="020B0604020202020204" pitchFamily="34" charset="0"/>
              </a:rPr>
              <a:t> A small-sample correction, or </a:t>
            </a:r>
            <a:r>
              <a:rPr lang="en-US" sz="1800" b="1" dirty="0">
                <a:latin typeface="Arial" panose="020B0604020202020204" pitchFamily="34" charset="0"/>
                <a:cs typeface="Arial" panose="020B0604020202020204" pitchFamily="34" charset="0"/>
              </a:rPr>
              <a:t>pseudo-count</a:t>
            </a:r>
            <a:r>
              <a:rPr lang="en-US" sz="1800" dirty="0">
                <a:latin typeface="Arial" panose="020B0604020202020204" pitchFamily="34" charset="0"/>
                <a:cs typeface="Arial" panose="020B0604020202020204" pitchFamily="34" charset="0"/>
              </a:rPr>
              <a:t>, will be incorporated in every probability estimate. </a:t>
            </a:r>
          </a:p>
          <a:p>
            <a:pPr>
              <a:lnSpc>
                <a:spcPct val="150000"/>
              </a:lnSpc>
            </a:pPr>
            <a:r>
              <a:rPr lang="en-US" sz="1800" dirty="0">
                <a:latin typeface="Arial" panose="020B0604020202020204" pitchFamily="34" charset="0"/>
                <a:cs typeface="Arial" panose="020B0604020202020204" pitchFamily="34" charset="0"/>
              </a:rPr>
              <a:t>No probability will be zero. </a:t>
            </a:r>
            <a:endParaRPr lang="en-IN" sz="1800" dirty="0">
              <a:latin typeface="Arial" panose="020B0604020202020204" pitchFamily="34" charset="0"/>
              <a:cs typeface="Arial" panose="020B0604020202020204" pitchFamily="34" charset="0"/>
            </a:endParaRPr>
          </a:p>
        </p:txBody>
      </p:sp>
      <p:sp>
        <p:nvSpPr>
          <p:cNvPr id="2" name="Slide Number Placeholder 1"/>
          <p:cNvSpPr>
            <a:spLocks noGrp="1"/>
          </p:cNvSpPr>
          <p:nvPr>
            <p:ph type="sldNum" idx="12"/>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B6F15528-21DE-4FAA-801E-634DDDAF4B2B}" type="slidenum">
              <a:rPr kumimoji="0" lang="en-IN" sz="1600" b="1" i="0" u="none" strike="noStrike" kern="0" cap="none" spc="0" normalizeH="0" baseline="0" noProof="0" smtClean="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30</a:t>
            </a:fld>
            <a:endParaRPr kumimoji="0" lang="en-IN" sz="1600" b="1" i="0" u="none" strike="noStrike" kern="0" cap="none" spc="0" normalizeH="0" baseline="0" noProof="0">
              <a:ln>
                <a:noFill/>
              </a:ln>
              <a:solidFill>
                <a:srgbClr val="000000"/>
              </a:solidFill>
              <a:effectLst/>
              <a:uLnTx/>
              <a:uFillTx/>
              <a:latin typeface="Tahoma"/>
              <a:ea typeface="Tahoma"/>
              <a:cs typeface="Tahoma"/>
              <a:sym typeface="Tahoma"/>
            </a:endParaRPr>
          </a:p>
        </p:txBody>
      </p:sp>
      <p:pic>
        <p:nvPicPr>
          <p:cNvPr id="5" name="Picture 4"/>
          <p:cNvPicPr>
            <a:picLocks noChangeAspect="1"/>
          </p:cNvPicPr>
          <p:nvPr/>
        </p:nvPicPr>
        <p:blipFill>
          <a:blip r:embed="rId2"/>
          <a:stretch>
            <a:fillRect/>
          </a:stretch>
        </p:blipFill>
        <p:spPr>
          <a:xfrm>
            <a:off x="386011" y="1490906"/>
            <a:ext cx="4262189" cy="785066"/>
          </a:xfrm>
          <a:prstGeom prst="rect">
            <a:avLst/>
          </a:prstGeom>
          <a:solidFill>
            <a:schemeClr val="bg2">
              <a:lumMod val="40000"/>
              <a:lumOff val="60000"/>
            </a:schemeClr>
          </a:solidFill>
          <a:ln>
            <a:solidFill>
              <a:srgbClr val="0070C0"/>
            </a:solidFill>
          </a:ln>
        </p:spPr>
      </p:pic>
      <mc:AlternateContent xmlns:mc="http://schemas.openxmlformats.org/markup-compatibility/2006">
        <mc:Choice xmlns:p14="http://schemas.microsoft.com/office/powerpoint/2010/main" Requires="p14">
          <p:contentPart p14:bwMode="auto" r:id="rId3">
            <p14:nvContentPartPr>
              <p14:cNvPr id="6" name="Ink 5">
                <a:extLst>
                  <a:ext uri="{FF2B5EF4-FFF2-40B4-BE49-F238E27FC236}">
                    <a16:creationId xmlns:a16="http://schemas.microsoft.com/office/drawing/2014/main" id="{46F7F1F6-AE5B-B7DA-8B69-3817F6D2DDFE}"/>
                  </a:ext>
                </a:extLst>
              </p14:cNvPr>
              <p14:cNvContentPartPr/>
              <p14:nvPr/>
            </p14:nvContentPartPr>
            <p14:xfrm>
              <a:off x="848880" y="3600720"/>
              <a:ext cx="7223760" cy="458640"/>
            </p14:xfrm>
          </p:contentPart>
        </mc:Choice>
        <mc:Fallback>
          <p:pic>
            <p:nvPicPr>
              <p:cNvPr id="6" name="Ink 5">
                <a:extLst>
                  <a:ext uri="{FF2B5EF4-FFF2-40B4-BE49-F238E27FC236}">
                    <a16:creationId xmlns:a16="http://schemas.microsoft.com/office/drawing/2014/main" id="{46F7F1F6-AE5B-B7DA-8B69-3817F6D2DDFE}"/>
                  </a:ext>
                </a:extLst>
              </p:cNvPr>
              <p:cNvPicPr/>
              <p:nvPr/>
            </p:nvPicPr>
            <p:blipFill>
              <a:blip r:embed="rId4"/>
              <a:stretch>
                <a:fillRect/>
              </a:stretch>
            </p:blipFill>
            <p:spPr>
              <a:xfrm>
                <a:off x="839520" y="3591360"/>
                <a:ext cx="7242480" cy="477360"/>
              </a:xfrm>
              <a:prstGeom prst="rect">
                <a:avLst/>
              </a:prstGeom>
            </p:spPr>
          </p:pic>
        </mc:Fallback>
      </mc:AlternateContent>
    </p:spTree>
    <p:extLst>
      <p:ext uri="{BB962C8B-B14F-4D97-AF65-F5344CB8AC3E}">
        <p14:creationId xmlns:p14="http://schemas.microsoft.com/office/powerpoint/2010/main" val="39736176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3"/>
          <p:cNvSpPr>
            <a:spLocks noGrp="1" noChangeArrowheads="1"/>
          </p:cNvSpPr>
          <p:nvPr>
            <p:ph type="body" idx="1"/>
          </p:nvPr>
        </p:nvSpPr>
        <p:spPr>
          <a:xfrm>
            <a:off x="0" y="1223732"/>
            <a:ext cx="9144000" cy="4525963"/>
          </a:xfrm>
        </p:spPr>
        <p:txBody>
          <a:bodyPr>
            <a:normAutofit/>
          </a:bodyPr>
          <a:lstStyle/>
          <a:p>
            <a:pPr marL="0" indent="0">
              <a:buNone/>
              <a:defRPr/>
            </a:pPr>
            <a:r>
              <a:rPr lang="en-US" sz="1800" b="1" dirty="0">
                <a:latin typeface="Arial" panose="020B0604020202020204" pitchFamily="34" charset="0"/>
                <a:cs typeface="Arial" panose="020B0604020202020204" pitchFamily="34" charset="0"/>
              </a:rPr>
              <a:t>Probability estimation:</a:t>
            </a:r>
          </a:p>
        </p:txBody>
      </p:sp>
      <p:sp>
        <p:nvSpPr>
          <p:cNvPr id="5" name="Text Box 5"/>
          <p:cNvSpPr txBox="1">
            <a:spLocks noChangeArrowheads="1"/>
          </p:cNvSpPr>
          <p:nvPr/>
        </p:nvSpPr>
        <p:spPr bwMode="auto">
          <a:xfrm>
            <a:off x="4725182" y="1273871"/>
            <a:ext cx="4114799" cy="466281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7"/>
                    </a:schemeClr>
                  </a:outerShdw>
                </a:effectLst>
              </a14:hiddenEffects>
            </a:ext>
          </a:extLst>
        </p:spPr>
        <p:txBody>
          <a:bodyPr wrap="square">
            <a:spAutoFit/>
          </a:bodyPr>
          <a:lstStyle>
            <a:lvl1pPr>
              <a:defRPr sz="2800">
                <a:solidFill>
                  <a:schemeClr val="tx1"/>
                </a:solidFill>
                <a:latin typeface="Arial" charset="0"/>
                <a:ea typeface="ＭＳ Ｐゴシック" charset="0"/>
                <a:cs typeface="ＭＳ Ｐゴシック" charset="0"/>
              </a:defRPr>
            </a:lvl1pPr>
            <a:lvl2pPr marL="742950" indent="-285750">
              <a:defRPr sz="28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a:defRPr sz="2000">
                <a:solidFill>
                  <a:schemeClr val="tx1"/>
                </a:solidFill>
                <a:latin typeface="Times New Roman" charset="0"/>
                <a:ea typeface="ＭＳ Ｐゴシック" charset="0"/>
              </a:defRPr>
            </a:lvl4pPr>
            <a:lvl5pPr>
              <a:defRPr sz="2000">
                <a:solidFill>
                  <a:schemeClr val="tx1"/>
                </a:solidFill>
                <a:latin typeface="Times New Roman" charset="0"/>
                <a:ea typeface="ＭＳ Ｐゴシック" charset="0"/>
              </a:defRPr>
            </a:lvl5pPr>
            <a:lvl6pPr>
              <a:defRPr sz="2000">
                <a:solidFill>
                  <a:schemeClr val="tx1"/>
                </a:solidFill>
                <a:latin typeface="Times New Roman" charset="0"/>
                <a:ea typeface="ＭＳ Ｐゴシック" charset="0"/>
              </a:defRPr>
            </a:lvl6pPr>
            <a:lvl7pPr>
              <a:defRPr sz="2000">
                <a:solidFill>
                  <a:schemeClr val="tx1"/>
                </a:solidFill>
                <a:latin typeface="Times New Roman" charset="0"/>
                <a:ea typeface="ＭＳ Ｐゴシック" charset="0"/>
              </a:defRPr>
            </a:lvl7pPr>
            <a:lvl8pPr>
              <a:defRPr sz="2000">
                <a:solidFill>
                  <a:schemeClr val="tx1"/>
                </a:solidFill>
                <a:latin typeface="Times New Roman" charset="0"/>
                <a:ea typeface="ＭＳ Ｐゴシック" charset="0"/>
              </a:defRPr>
            </a:lvl8pPr>
            <a:lvl9pPr>
              <a:defRPr sz="2000">
                <a:solidFill>
                  <a:schemeClr val="tx1"/>
                </a:solidFill>
                <a:latin typeface="Times New Roman" charset="0"/>
                <a:ea typeface="ＭＳ Ｐゴシック" charset="0"/>
              </a:defRPr>
            </a:lvl9pPr>
          </a:lstStyle>
          <a:p>
            <a:pPr fontAlgn="auto">
              <a:spcBef>
                <a:spcPct val="50000"/>
              </a:spcBef>
              <a:spcAft>
                <a:spcPts val="0"/>
              </a:spcAft>
              <a:buClr>
                <a:srgbClr val="000000"/>
              </a:buClr>
              <a:defRPr/>
            </a:pPr>
            <a:r>
              <a:rPr lang="en-US" sz="1800" i="1" kern="0" dirty="0">
                <a:solidFill>
                  <a:srgbClr val="000000"/>
                </a:solidFill>
                <a:latin typeface="Arial" panose="020B0604020202020204" pitchFamily="34" charset="0"/>
                <a:ea typeface="Cambria" panose="02040503050406030204" pitchFamily="18" charset="0"/>
                <a:cs typeface="Arial" panose="020B0604020202020204" pitchFamily="34" charset="0"/>
                <a:sym typeface="Arial"/>
              </a:rPr>
              <a:t>d</a:t>
            </a:r>
            <a:r>
              <a:rPr lang="en-US" sz="1800" kern="0" dirty="0">
                <a:solidFill>
                  <a:srgbClr val="000000"/>
                </a:solidFill>
                <a:latin typeface="Arial" panose="020B0604020202020204" pitchFamily="34" charset="0"/>
                <a:ea typeface="Cambria" panose="02040503050406030204" pitchFamily="18" charset="0"/>
                <a:cs typeface="Arial" panose="020B0604020202020204" pitchFamily="34" charset="0"/>
                <a:sym typeface="Arial"/>
              </a:rPr>
              <a:t>:</a:t>
            </a:r>
            <a:r>
              <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Cambria" panose="02040503050406030204" pitchFamily="18" charset="0"/>
                <a:cs typeface="Arial" panose="020B0604020202020204" pitchFamily="34" charset="0"/>
                <a:sym typeface="Arial"/>
              </a:rPr>
              <a:t> number of distinct</a:t>
            </a:r>
            <a:r>
              <a:rPr kumimoji="0" lang="en-US" sz="1800" b="0" i="0" u="none" strike="noStrike" kern="0" cap="none" spc="0" normalizeH="0" noProof="0" dirty="0">
                <a:ln>
                  <a:noFill/>
                </a:ln>
                <a:solidFill>
                  <a:srgbClr val="000000"/>
                </a:solidFill>
                <a:effectLst/>
                <a:uLnTx/>
                <a:uFillTx/>
                <a:latin typeface="Arial" panose="020B0604020202020204" pitchFamily="34" charset="0"/>
                <a:ea typeface="Cambria" panose="02040503050406030204" pitchFamily="18" charset="0"/>
                <a:cs typeface="Arial" panose="020B0604020202020204" pitchFamily="34" charset="0"/>
                <a:sym typeface="Arial"/>
              </a:rPr>
              <a:t> </a:t>
            </a:r>
            <a:r>
              <a:rPr lang="en-IN" sz="1800" dirty="0"/>
              <a:t>values of an attribute</a:t>
            </a:r>
          </a:p>
          <a:p>
            <a:pPr marL="0" marR="0" lvl="0" indent="0" algn="l" defTabSz="914400" rtl="0" eaLnBrk="1" fontAlgn="auto" latinLnBrk="0" hangingPunct="1">
              <a:lnSpc>
                <a:spcPct val="100000"/>
              </a:lnSpc>
              <a:spcBef>
                <a:spcPct val="50000"/>
              </a:spcBef>
              <a:spcAft>
                <a:spcPts val="0"/>
              </a:spcAft>
              <a:buClr>
                <a:srgbClr val="000000"/>
              </a:buClr>
              <a:buSzTx/>
              <a:buFont typeface="Arial"/>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Cambria" panose="02040503050406030204" pitchFamily="18" charset="0"/>
              <a:cs typeface="Arial" panose="020B0604020202020204" pitchFamily="34" charset="0"/>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1" u="none" strike="noStrike" kern="0" cap="none" spc="0" normalizeH="0" baseline="0" noProof="0" dirty="0" err="1">
                <a:ln>
                  <a:noFill/>
                </a:ln>
                <a:solidFill>
                  <a:srgbClr val="000000"/>
                </a:solidFill>
                <a:effectLst/>
                <a:uLnTx/>
                <a:uFillTx/>
                <a:latin typeface="Arial" panose="020B0604020202020204" pitchFamily="34" charset="0"/>
                <a:ea typeface="Cambria" panose="02040503050406030204" pitchFamily="18" charset="0"/>
                <a:cs typeface="Arial" panose="020B0604020202020204" pitchFamily="34" charset="0"/>
                <a:sym typeface="Arial"/>
              </a:rPr>
              <a:t>N</a:t>
            </a:r>
            <a:r>
              <a:rPr kumimoji="0" lang="en-US" sz="1800" b="0" i="1" u="none" strike="noStrike" kern="0" cap="none" spc="0" normalizeH="0" baseline="-25000" noProof="0" dirty="0" err="1">
                <a:ln>
                  <a:noFill/>
                </a:ln>
                <a:solidFill>
                  <a:srgbClr val="000000"/>
                </a:solidFill>
                <a:effectLst/>
                <a:uLnTx/>
                <a:uFillTx/>
                <a:latin typeface="Arial" panose="020B0604020202020204" pitchFamily="34" charset="0"/>
                <a:ea typeface="Cambria" panose="02040503050406030204" pitchFamily="18" charset="0"/>
                <a:cs typeface="Arial" panose="020B0604020202020204" pitchFamily="34" charset="0"/>
                <a:sym typeface="Arial"/>
              </a:rPr>
              <a:t>c</a:t>
            </a:r>
            <a:r>
              <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Cambria" panose="02040503050406030204" pitchFamily="18" charset="0"/>
                <a:cs typeface="Arial" panose="020B0604020202020204" pitchFamily="34" charset="0"/>
                <a:sym typeface="Arial"/>
              </a:rPr>
              <a:t>: number of instances in the class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Cambria" panose="02040503050406030204" pitchFamily="18" charset="0"/>
                <a:cs typeface="Arial" panose="020B0604020202020204" pitchFamily="34" charset="0"/>
                <a:sym typeface="Arial"/>
              </a:rPr>
              <a:t> </a:t>
            </a:r>
            <a:br>
              <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Cambria" panose="02040503050406030204" pitchFamily="18" charset="0"/>
                <a:cs typeface="Arial" panose="020B0604020202020204" pitchFamily="34" charset="0"/>
                <a:sym typeface="Arial"/>
              </a:rPr>
            </a:br>
            <a:r>
              <a:rPr kumimoji="0" lang="en-US" sz="1800" b="0" i="1" u="none" strike="noStrike" kern="0" cap="none" spc="0" normalizeH="0" baseline="0" noProof="0" dirty="0" err="1">
                <a:ln>
                  <a:noFill/>
                </a:ln>
                <a:solidFill>
                  <a:srgbClr val="000000"/>
                </a:solidFill>
                <a:effectLst/>
                <a:uLnTx/>
                <a:uFillTx/>
                <a:latin typeface="Arial" panose="020B0604020202020204" pitchFamily="34" charset="0"/>
                <a:ea typeface="Cambria" panose="02040503050406030204" pitchFamily="18" charset="0"/>
                <a:cs typeface="Arial" panose="020B0604020202020204" pitchFamily="34" charset="0"/>
                <a:sym typeface="Arial"/>
              </a:rPr>
              <a:t>N</a:t>
            </a:r>
            <a:r>
              <a:rPr kumimoji="0" lang="en-US" sz="1800" b="0" i="1" u="none" strike="noStrike" kern="0" cap="none" spc="0" normalizeH="0" baseline="-25000" noProof="0" dirty="0" err="1">
                <a:ln>
                  <a:noFill/>
                </a:ln>
                <a:solidFill>
                  <a:srgbClr val="000000"/>
                </a:solidFill>
                <a:effectLst/>
                <a:uLnTx/>
                <a:uFillTx/>
                <a:latin typeface="Arial" panose="020B0604020202020204" pitchFamily="34" charset="0"/>
                <a:ea typeface="Cambria" panose="02040503050406030204" pitchFamily="18" charset="0"/>
                <a:cs typeface="Arial" panose="020B0604020202020204" pitchFamily="34" charset="0"/>
                <a:sym typeface="Arial"/>
              </a:rPr>
              <a:t>ic</a:t>
            </a:r>
            <a:r>
              <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Cambria" panose="02040503050406030204" pitchFamily="18" charset="0"/>
                <a:cs typeface="Arial" panose="020B0604020202020204" pitchFamily="34" charset="0"/>
                <a:sym typeface="Arial"/>
              </a:rPr>
              <a:t>: number of instances having attribute value </a:t>
            </a:r>
            <a:r>
              <a:rPr kumimoji="0" lang="en-US" sz="1800" b="0" i="1" u="none" strike="noStrike" kern="0" cap="none" spc="0" normalizeH="0" baseline="0" noProof="0" dirty="0">
                <a:ln>
                  <a:noFill/>
                </a:ln>
                <a:solidFill>
                  <a:srgbClr val="000000"/>
                </a:solidFill>
                <a:effectLst/>
                <a:uLnTx/>
                <a:uFillTx/>
                <a:latin typeface="Arial" panose="020B0604020202020204" pitchFamily="34" charset="0"/>
                <a:ea typeface="Cambria" panose="02040503050406030204" pitchFamily="18" charset="0"/>
                <a:cs typeface="Arial" panose="020B0604020202020204" pitchFamily="34" charset="0"/>
                <a:sym typeface="Arial"/>
              </a:rPr>
              <a:t>A</a:t>
            </a:r>
            <a:r>
              <a:rPr kumimoji="0" lang="en-US" sz="1800" b="0" i="1" u="none" strike="noStrike" kern="0" cap="none" spc="0" normalizeH="0" baseline="-25000" noProof="0" dirty="0">
                <a:ln>
                  <a:noFill/>
                </a:ln>
                <a:solidFill>
                  <a:srgbClr val="000000"/>
                </a:solidFill>
                <a:effectLst/>
                <a:uLnTx/>
                <a:uFillTx/>
                <a:latin typeface="Arial" panose="020B0604020202020204" pitchFamily="34" charset="0"/>
                <a:ea typeface="Cambria" panose="02040503050406030204" pitchFamily="18" charset="0"/>
                <a:cs typeface="Arial" panose="020B0604020202020204" pitchFamily="34" charset="0"/>
                <a:sym typeface="Arial"/>
              </a:rPr>
              <a:t>i</a:t>
            </a:r>
            <a:r>
              <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Cambria" panose="02040503050406030204" pitchFamily="18" charset="0"/>
                <a:cs typeface="Arial" panose="020B0604020202020204" pitchFamily="34" charset="0"/>
                <a:sym typeface="Arial"/>
              </a:rPr>
              <a:t> in class </a:t>
            </a:r>
            <a:r>
              <a:rPr kumimoji="0" lang="en-US" sz="1800" b="0" i="1" u="none" strike="noStrike" kern="0" cap="none" spc="0" normalizeH="0" baseline="0" noProof="0" dirty="0">
                <a:ln>
                  <a:noFill/>
                </a:ln>
                <a:solidFill>
                  <a:srgbClr val="000000"/>
                </a:solidFill>
                <a:effectLst/>
                <a:uLnTx/>
                <a:uFillTx/>
                <a:latin typeface="Arial" panose="020B0604020202020204" pitchFamily="34" charset="0"/>
                <a:ea typeface="Cambria" panose="02040503050406030204" pitchFamily="18" charset="0"/>
                <a:cs typeface="Arial" panose="020B0604020202020204" pitchFamily="34" charset="0"/>
                <a:sym typeface="Arial"/>
              </a:rPr>
              <a:t>c</a:t>
            </a:r>
          </a:p>
          <a:p>
            <a:pPr marL="0" marR="0" lvl="0" indent="0" algn="l" defTabSz="914400" rtl="0" eaLnBrk="1" fontAlgn="auto" latinLnBrk="0" hangingPunct="1">
              <a:lnSpc>
                <a:spcPct val="100000"/>
              </a:lnSpc>
              <a:spcBef>
                <a:spcPct val="5000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Cambria" panose="02040503050406030204" pitchFamily="18" charset="0"/>
                <a:cs typeface="Arial" panose="020B0604020202020204" pitchFamily="34" charset="0"/>
                <a:sym typeface="Arial"/>
              </a:rPr>
              <a:t>p: prior probability of the class</a:t>
            </a:r>
          </a:p>
          <a:p>
            <a:pPr marL="0" marR="0" lvl="0" indent="0" algn="l" defTabSz="914400" rtl="0" eaLnBrk="1" fontAlgn="auto" latinLnBrk="0" hangingPunct="1">
              <a:lnSpc>
                <a:spcPct val="100000"/>
              </a:lnSpc>
              <a:spcBef>
                <a:spcPct val="50000"/>
              </a:spcBef>
              <a:spcAft>
                <a:spcPts val="0"/>
              </a:spcAft>
              <a:buClr>
                <a:srgbClr val="000000"/>
              </a:buClr>
              <a:buSzTx/>
              <a:buFont typeface="Arial"/>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Cambria" panose="02040503050406030204" pitchFamily="18" charset="0"/>
              <a:cs typeface="Arial" panose="020B0604020202020204" pitchFamily="34" charset="0"/>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Cambria" panose="02040503050406030204" pitchFamily="18" charset="0"/>
                <a:cs typeface="Arial" panose="020B0604020202020204" pitchFamily="34" charset="0"/>
                <a:sym typeface="Arial"/>
              </a:rPr>
              <a:t>m: constant called the </a:t>
            </a:r>
            <a:r>
              <a:rPr kumimoji="0" lang="en-US" sz="1800" b="1" i="0" u="none" strike="noStrike" kern="0" cap="none" spc="0" normalizeH="0" baseline="0" noProof="0" dirty="0">
                <a:ln>
                  <a:noFill/>
                </a:ln>
                <a:solidFill>
                  <a:srgbClr val="000000"/>
                </a:solidFill>
                <a:effectLst/>
                <a:uLnTx/>
                <a:uFillTx/>
                <a:latin typeface="Arial" panose="020B0604020202020204" pitchFamily="34" charset="0"/>
                <a:ea typeface="Cambria" panose="02040503050406030204" pitchFamily="18" charset="0"/>
                <a:cs typeface="Arial" panose="020B0604020202020204" pitchFamily="34" charset="0"/>
                <a:sym typeface="Arial"/>
              </a:rPr>
              <a:t>equivalent sample size</a:t>
            </a:r>
            <a:r>
              <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Cambria" panose="02040503050406030204" pitchFamily="18" charset="0"/>
                <a:cs typeface="Arial" panose="020B0604020202020204" pitchFamily="34" charset="0"/>
                <a:sym typeface="Arial"/>
              </a:rPr>
              <a:t>, which determines how heavily to weight p relative to the observed data</a:t>
            </a:r>
            <a:br>
              <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Cambria" panose="02040503050406030204" pitchFamily="18" charset="0"/>
                <a:cs typeface="Arial" panose="020B0604020202020204" pitchFamily="34" charset="0"/>
                <a:sym typeface="Arial"/>
              </a:rPr>
            </a:br>
            <a:br>
              <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Cambria" panose="02040503050406030204" pitchFamily="18" charset="0"/>
                <a:cs typeface="Arial" panose="020B0604020202020204" pitchFamily="34" charset="0"/>
                <a:sym typeface="Arial"/>
              </a:rPr>
            </a:b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Cambria" panose="02040503050406030204" pitchFamily="18" charset="0"/>
              <a:cs typeface="Arial" panose="020B0604020202020204" pitchFamily="34" charset="0"/>
              <a:sym typeface="Arial"/>
            </a:endParaRPr>
          </a:p>
        </p:txBody>
      </p:sp>
      <p:sp>
        <p:nvSpPr>
          <p:cNvPr id="2" name="Slide Number Placeholder 1"/>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60DB935C-A2BB-404C-A6C5-67E9068028EC}" type="slidenum">
              <a:rPr kumimoji="0" lang="en-US" sz="1600" b="1" i="0" u="none" strike="noStrike" kern="0" cap="none" spc="0" normalizeH="0" baseline="0" noProof="0" smtClean="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31</a:t>
            </a:fld>
            <a:endParaRPr kumimoji="0" lang="en-US" sz="1600" b="1"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8" name="Title 2"/>
          <p:cNvSpPr txBox="1">
            <a:spLocks/>
          </p:cNvSpPr>
          <p:nvPr/>
        </p:nvSpPr>
        <p:spPr>
          <a:xfrm>
            <a:off x="395536" y="394035"/>
            <a:ext cx="6120680" cy="32903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Pts val="3200"/>
              <a:buFont typeface="Calibri"/>
              <a:buNone/>
              <a:tabLst/>
              <a:defRPr/>
            </a:pPr>
            <a:r>
              <a:rPr kumimoji="0" lang="en-US" sz="2400" b="1" i="0" u="none" strike="noStrike" kern="0" cap="none" spc="0" normalizeH="0" baseline="0" noProof="0" dirty="0">
                <a:ln>
                  <a:noFill/>
                </a:ln>
                <a:solidFill>
                  <a:srgbClr val="000000"/>
                </a:solidFill>
                <a:effectLst/>
                <a:uLnTx/>
                <a:uFillTx/>
                <a:latin typeface="Arial"/>
                <a:cs typeface="Calibri"/>
                <a:sym typeface="Calibri"/>
              </a:rPr>
              <a:t>Smoothing</a:t>
            </a:r>
            <a:endParaRPr kumimoji="0" lang="en-IN" sz="2400" b="1" i="0" u="none" strike="noStrike" kern="0" cap="none" spc="0" normalizeH="0" baseline="0" noProof="0" dirty="0">
              <a:ln>
                <a:noFill/>
              </a:ln>
              <a:solidFill>
                <a:srgbClr val="000000"/>
              </a:solidFill>
              <a:effectLst/>
              <a:uLnTx/>
              <a:uFillTx/>
              <a:latin typeface="Arial"/>
              <a:cs typeface="Calibri"/>
              <a:sym typeface="Calibri"/>
            </a:endParaRPr>
          </a:p>
        </p:txBody>
      </p:sp>
      <p:sp>
        <p:nvSpPr>
          <p:cNvPr id="4" name="TextBox 3"/>
          <p:cNvSpPr txBox="1"/>
          <p:nvPr/>
        </p:nvSpPr>
        <p:spPr>
          <a:xfrm>
            <a:off x="409823" y="5028377"/>
            <a:ext cx="215956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000000"/>
                </a:solidFill>
                <a:effectLst/>
                <a:uLnTx/>
                <a:uFillTx/>
                <a:latin typeface="Arial"/>
                <a:ea typeface="+mn-ea"/>
                <a:cs typeface="Arial"/>
                <a:sym typeface="Arial"/>
              </a:rPr>
              <a:t>Bayesian approach</a:t>
            </a:r>
            <a:endParaRPr kumimoji="0" lang="en-IN" sz="1800" b="0" i="0" u="none" strike="noStrike" kern="0" cap="none" spc="0" normalizeH="0" baseline="0" noProof="0" dirty="0">
              <a:ln>
                <a:noFill/>
              </a:ln>
              <a:solidFill>
                <a:srgbClr val="000000"/>
              </a:solidFill>
              <a:effectLst/>
              <a:uLnTx/>
              <a:uFillTx/>
              <a:latin typeface="Arial"/>
              <a:ea typeface="+mn-ea"/>
              <a:cs typeface="Arial"/>
              <a:sym typeface="Arial"/>
            </a:endParaRPr>
          </a:p>
        </p:txBody>
      </p:sp>
      <p:cxnSp>
        <p:nvCxnSpPr>
          <p:cNvPr id="9" name="Straight Arrow Connector 8"/>
          <p:cNvCxnSpPr/>
          <p:nvPr/>
        </p:nvCxnSpPr>
        <p:spPr>
          <a:xfrm flipH="1" flipV="1">
            <a:off x="1213387" y="4085003"/>
            <a:ext cx="5813" cy="101144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pic>
        <p:nvPicPr>
          <p:cNvPr id="6" name="Picture 5"/>
          <p:cNvPicPr>
            <a:picLocks noChangeAspect="1"/>
          </p:cNvPicPr>
          <p:nvPr/>
        </p:nvPicPr>
        <p:blipFill>
          <a:blip r:embed="rId3"/>
          <a:stretch>
            <a:fillRect/>
          </a:stretch>
        </p:blipFill>
        <p:spPr>
          <a:xfrm>
            <a:off x="228600" y="1913303"/>
            <a:ext cx="3581400" cy="2171700"/>
          </a:xfrm>
          <a:prstGeom prst="rect">
            <a:avLst/>
          </a:prstGeom>
        </p:spPr>
      </p:pic>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42B75601-6D3E-799E-B1A7-28F6EF051099}"/>
                  </a:ext>
                </a:extLst>
              </p14:cNvPr>
              <p14:cNvContentPartPr/>
              <p14:nvPr/>
            </p14:nvContentPartPr>
            <p14:xfrm>
              <a:off x="192960" y="1247400"/>
              <a:ext cx="4548960" cy="2893320"/>
            </p14:xfrm>
          </p:contentPart>
        </mc:Choice>
        <mc:Fallback>
          <p:pic>
            <p:nvPicPr>
              <p:cNvPr id="3" name="Ink 2">
                <a:extLst>
                  <a:ext uri="{FF2B5EF4-FFF2-40B4-BE49-F238E27FC236}">
                    <a16:creationId xmlns:a16="http://schemas.microsoft.com/office/drawing/2014/main" id="{42B75601-6D3E-799E-B1A7-28F6EF051099}"/>
                  </a:ext>
                </a:extLst>
              </p:cNvPr>
              <p:cNvPicPr/>
              <p:nvPr/>
            </p:nvPicPr>
            <p:blipFill>
              <a:blip r:embed="rId5"/>
              <a:stretch>
                <a:fillRect/>
              </a:stretch>
            </p:blipFill>
            <p:spPr>
              <a:xfrm>
                <a:off x="183600" y="1238040"/>
                <a:ext cx="4567680" cy="2912040"/>
              </a:xfrm>
              <a:prstGeom prst="rect">
                <a:avLst/>
              </a:prstGeom>
            </p:spPr>
          </p:pic>
        </mc:Fallback>
      </mc:AlternateContent>
    </p:spTree>
    <p:extLst>
      <p:ext uri="{BB962C8B-B14F-4D97-AF65-F5344CB8AC3E}">
        <p14:creationId xmlns:p14="http://schemas.microsoft.com/office/powerpoint/2010/main" val="26236948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371600"/>
            <a:ext cx="8229600" cy="5257800"/>
          </a:xfrm>
        </p:spPr>
        <p:txBody>
          <a:bodyPr>
            <a:noAutofit/>
          </a:bodyPr>
          <a:lstStyle/>
          <a:p>
            <a:pPr marL="0" indent="0"/>
            <a:r>
              <a:rPr lang="en-US" sz="1400" i="1" dirty="0"/>
              <a:t>P(Enjoy=Yes | X) = P(X | Enjoy=Yes). P(Enjoy=Yes) / P(X)</a:t>
            </a:r>
          </a:p>
          <a:p>
            <a:pPr marL="0" indent="0"/>
            <a:r>
              <a:rPr lang="en-US" sz="1400" i="1" dirty="0"/>
              <a:t>= P(X | Enjoy=Yes). P(Enjoy=Yes)</a:t>
            </a:r>
          </a:p>
          <a:p>
            <a:pPr marL="0" indent="0"/>
            <a:r>
              <a:rPr lang="en-US" sz="1400" i="1" dirty="0"/>
              <a:t>= P(X | Enjoy=Yes). (3/7)</a:t>
            </a:r>
          </a:p>
          <a:p>
            <a:pPr marL="0" indent="0"/>
            <a:r>
              <a:rPr lang="en-US" sz="1400" i="1" dirty="0"/>
              <a:t>= P(Rainy | Enjoy=Yes). P(Warm | Enjoy=Yes). P(Normal | Enjoy=Yes). P(Breeze | Enjoy=Yes). P(Same | Enjoy=Yes).(3/7)</a:t>
            </a:r>
          </a:p>
          <a:p>
            <a:pPr marL="0" indent="0"/>
            <a:r>
              <a:rPr lang="en-US" sz="1400" i="1" dirty="0"/>
              <a:t>= </a:t>
            </a:r>
            <a:r>
              <a:rPr lang="en-US" sz="1400" i="1" dirty="0">
                <a:solidFill>
                  <a:srgbClr val="FF0000"/>
                </a:solidFill>
              </a:rPr>
              <a:t>(0+1/3+2)</a:t>
            </a:r>
            <a:r>
              <a:rPr lang="en-US" sz="1400" i="1" dirty="0"/>
              <a:t> . (3 +1/3+3) . (2+1/3+2) . (1+1/3+2) . (2+1/3+2) . (3/7)</a:t>
            </a:r>
          </a:p>
          <a:p>
            <a:pPr marL="0" indent="0"/>
            <a:endParaRPr lang="en-US" sz="1400" i="1" dirty="0"/>
          </a:p>
          <a:p>
            <a:pPr marL="0" indent="0"/>
            <a:endParaRPr lang="en-US" sz="1400" i="1" dirty="0"/>
          </a:p>
          <a:p>
            <a:pPr marL="0" indent="0"/>
            <a:endParaRPr lang="en-US" sz="1400" i="1" dirty="0"/>
          </a:p>
          <a:p>
            <a:pPr marL="0" indent="0"/>
            <a:r>
              <a:rPr lang="en-US" sz="1400" b="1" dirty="0"/>
              <a:t> </a:t>
            </a:r>
          </a:p>
          <a:p>
            <a:pPr marL="0" indent="0"/>
            <a:r>
              <a:rPr lang="en-US" sz="1400" b="1" i="1" dirty="0"/>
              <a:t>      For Laplace smoothing </a:t>
            </a:r>
            <a:r>
              <a:rPr lang="el-GR" sz="1400" b="1" i="1" dirty="0"/>
              <a:t>α</a:t>
            </a:r>
            <a:r>
              <a:rPr lang="en-US" sz="1400" b="1" i="1" dirty="0"/>
              <a:t> = 1</a:t>
            </a:r>
          </a:p>
          <a:p>
            <a:pPr marL="0" indent="0"/>
            <a:endParaRPr lang="en-US" sz="1400" i="1" dirty="0"/>
          </a:p>
          <a:p>
            <a:pPr marL="0" indent="0"/>
            <a:endParaRPr lang="en-US" sz="1400" i="1" dirty="0"/>
          </a:p>
          <a:p>
            <a:pPr marL="0" indent="0"/>
            <a:endParaRPr lang="en-US" sz="1400" i="1" dirty="0"/>
          </a:p>
          <a:p>
            <a:pPr marL="0" indent="0"/>
            <a:r>
              <a:rPr lang="en-US" sz="1400" i="1" dirty="0"/>
              <a:t>P(Enjoy=No | X) = P(X | Enjoy=No). P(Enjoy=No) / P(X)</a:t>
            </a:r>
            <a:endParaRPr lang="en-US" sz="1400" dirty="0"/>
          </a:p>
          <a:p>
            <a:pPr marL="0" indent="0"/>
            <a:r>
              <a:rPr lang="en-US" sz="1400" i="1" dirty="0"/>
              <a:t>= P(X | Enjoy=No). P(Enjoy=No) </a:t>
            </a:r>
          </a:p>
          <a:p>
            <a:pPr marL="0" indent="0"/>
            <a:r>
              <a:rPr lang="en-US" sz="1400" i="1" dirty="0"/>
              <a:t>= P(X | Enjoy=No). (4/7)</a:t>
            </a:r>
          </a:p>
          <a:p>
            <a:pPr marL="0" indent="0"/>
            <a:r>
              <a:rPr lang="en-US" sz="1400" i="1" dirty="0"/>
              <a:t>= P(Rainy | Enjoy=No). P(Warm | Enjoy=No). P(Normal | Enjoy=No). P(Breeze | Enjoy=No). P(Same | Enjoy=No). (4/7)</a:t>
            </a:r>
          </a:p>
          <a:p>
            <a:pPr marL="0" indent="0"/>
            <a:r>
              <a:rPr lang="en-US" sz="1400" i="1" dirty="0"/>
              <a:t>= </a:t>
            </a:r>
            <a:r>
              <a:rPr lang="en-US" sz="1400" i="1" dirty="0">
                <a:solidFill>
                  <a:srgbClr val="FF0000"/>
                </a:solidFill>
              </a:rPr>
              <a:t>(2+1/4+2)</a:t>
            </a:r>
            <a:r>
              <a:rPr lang="en-US" sz="1400" i="1" dirty="0"/>
              <a:t> . (1+1/4+3) . (1+1/4+2) . (1+1/4+2) . (2+1/4+2) . (4/7)</a:t>
            </a:r>
          </a:p>
          <a:p>
            <a:pPr marL="0" indent="0"/>
            <a:endParaRPr lang="en-US" sz="1400" dirty="0"/>
          </a:p>
          <a:p>
            <a:pPr marL="0" indent="0"/>
            <a:endParaRPr lang="en-US" sz="1400" dirty="0"/>
          </a:p>
          <a:p>
            <a:pPr marL="0" indent="0"/>
            <a:endParaRPr lang="en-US" sz="1400" dirty="0"/>
          </a:p>
        </p:txBody>
      </p:sp>
      <p:pic>
        <p:nvPicPr>
          <p:cNvPr id="43012" name="Picture 4" descr="https://help.sap.com/doc/PRODUCTION/2cfbc5cf2bc14f028cfbe2a2bba60a50/1.0.12/en-US/loiof2cc55980dbe41aaa7107be714b9ef4c_LowRe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3124200"/>
            <a:ext cx="3168310" cy="762000"/>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pic>
      <p:sp>
        <p:nvSpPr>
          <p:cNvPr id="8" name="Content Placeholder 2"/>
          <p:cNvSpPr>
            <a:spLocks noGrp="1"/>
          </p:cNvSpPr>
          <p:nvPr>
            <p:ph sz="quarter" idx="10"/>
          </p:nvPr>
        </p:nvSpPr>
        <p:spPr>
          <a:xfrm>
            <a:off x="304800" y="589597"/>
            <a:ext cx="6324600" cy="609600"/>
          </a:xfrm>
        </p:spPr>
        <p:txBody>
          <a:bodyPr>
            <a:normAutofit/>
          </a:bodyPr>
          <a:lstStyle/>
          <a:p>
            <a:r>
              <a:rPr lang="en-US" altLang="en-US" sz="2000" dirty="0"/>
              <a:t>Example: Play Tennis</a:t>
            </a:r>
            <a:endParaRPr lang="en-IN" sz="2000" dirty="0"/>
          </a:p>
        </p:txBody>
      </p:sp>
      <p:graphicFrame>
        <p:nvGraphicFramePr>
          <p:cNvPr id="7" name="Table 6"/>
          <p:cNvGraphicFramePr>
            <a:graphicFrameLocks noGrp="1"/>
          </p:cNvGraphicFramePr>
          <p:nvPr>
            <p:extLst>
              <p:ext uri="{D42A27DB-BD31-4B8C-83A1-F6EECF244321}">
                <p14:modId xmlns:p14="http://schemas.microsoft.com/office/powerpoint/2010/main" val="2649418392"/>
              </p:ext>
            </p:extLst>
          </p:nvPr>
        </p:nvGraphicFramePr>
        <p:xfrm>
          <a:off x="5791200" y="2590800"/>
          <a:ext cx="3352800" cy="2972007"/>
        </p:xfrm>
        <a:graphic>
          <a:graphicData uri="http://schemas.openxmlformats.org/drawingml/2006/table">
            <a:tbl>
              <a:tblPr firstRow="1" bandRow="1">
                <a:tableStyleId>{69012ECD-51FC-41F1-AA8D-1B2483CD663E}</a:tableStyleId>
              </a:tblPr>
              <a:tblGrid>
                <a:gridCol w="443753">
                  <a:extLst>
                    <a:ext uri="{9D8B030D-6E8A-4147-A177-3AD203B41FA5}">
                      <a16:colId xmlns:a16="http://schemas.microsoft.com/office/drawing/2014/main" val="20000"/>
                    </a:ext>
                  </a:extLst>
                </a:gridCol>
                <a:gridCol w="546847">
                  <a:extLst>
                    <a:ext uri="{9D8B030D-6E8A-4147-A177-3AD203B41FA5}">
                      <a16:colId xmlns:a16="http://schemas.microsoft.com/office/drawing/2014/main" val="20001"/>
                    </a:ext>
                  </a:extLst>
                </a:gridCol>
                <a:gridCol w="636494">
                  <a:extLst>
                    <a:ext uri="{9D8B030D-6E8A-4147-A177-3AD203B41FA5}">
                      <a16:colId xmlns:a16="http://schemas.microsoft.com/office/drawing/2014/main" val="20002"/>
                    </a:ext>
                  </a:extLst>
                </a:gridCol>
                <a:gridCol w="493059">
                  <a:extLst>
                    <a:ext uri="{9D8B030D-6E8A-4147-A177-3AD203B41FA5}">
                      <a16:colId xmlns:a16="http://schemas.microsoft.com/office/drawing/2014/main" val="20003"/>
                    </a:ext>
                  </a:extLst>
                </a:gridCol>
                <a:gridCol w="542365">
                  <a:extLst>
                    <a:ext uri="{9D8B030D-6E8A-4147-A177-3AD203B41FA5}">
                      <a16:colId xmlns:a16="http://schemas.microsoft.com/office/drawing/2014/main" val="20004"/>
                    </a:ext>
                  </a:extLst>
                </a:gridCol>
                <a:gridCol w="690282">
                  <a:extLst>
                    <a:ext uri="{9D8B030D-6E8A-4147-A177-3AD203B41FA5}">
                      <a16:colId xmlns:a16="http://schemas.microsoft.com/office/drawing/2014/main" val="20005"/>
                    </a:ext>
                  </a:extLst>
                </a:gridCol>
              </a:tblGrid>
              <a:tr h="373338">
                <a:tc>
                  <a:txBody>
                    <a:bodyPr/>
                    <a:lstStyle/>
                    <a:p>
                      <a:r>
                        <a:rPr lang="en-US" sz="800" dirty="0"/>
                        <a:t>Sky</a:t>
                      </a:r>
                      <a:endParaRPr lang="en-US" sz="800" b="1" dirty="0"/>
                    </a:p>
                  </a:txBody>
                  <a:tcPr/>
                </a:tc>
                <a:tc>
                  <a:txBody>
                    <a:bodyPr/>
                    <a:lstStyle/>
                    <a:p>
                      <a:r>
                        <a:rPr lang="en-US" sz="800" dirty="0" err="1"/>
                        <a:t>AirTemp</a:t>
                      </a:r>
                      <a:endParaRPr lang="en-US" sz="800" b="1" dirty="0"/>
                    </a:p>
                  </a:txBody>
                  <a:tcPr/>
                </a:tc>
                <a:tc>
                  <a:txBody>
                    <a:bodyPr/>
                    <a:lstStyle/>
                    <a:p>
                      <a:r>
                        <a:rPr lang="en-US" sz="800" dirty="0"/>
                        <a:t>Humidity</a:t>
                      </a:r>
                      <a:endParaRPr lang="en-US" sz="800" b="1" dirty="0"/>
                    </a:p>
                  </a:txBody>
                  <a:tcPr/>
                </a:tc>
                <a:tc>
                  <a:txBody>
                    <a:bodyPr/>
                    <a:lstStyle/>
                    <a:p>
                      <a:r>
                        <a:rPr lang="en-US" sz="800" dirty="0"/>
                        <a:t>Wind</a:t>
                      </a:r>
                      <a:endParaRPr lang="en-US" sz="800" b="1" dirty="0"/>
                    </a:p>
                  </a:txBody>
                  <a:tcPr/>
                </a:tc>
                <a:tc>
                  <a:txBody>
                    <a:bodyPr/>
                    <a:lstStyle/>
                    <a:p>
                      <a:r>
                        <a:rPr lang="en-US" sz="800" dirty="0"/>
                        <a:t>Forecast</a:t>
                      </a:r>
                      <a:endParaRPr lang="en-US" sz="800" b="1" dirty="0"/>
                    </a:p>
                  </a:txBody>
                  <a:tcPr/>
                </a:tc>
                <a:tc>
                  <a:txBody>
                    <a:bodyPr/>
                    <a:lstStyle/>
                    <a:p>
                      <a:r>
                        <a:rPr lang="en-US" sz="800" dirty="0"/>
                        <a:t>Enjoy</a:t>
                      </a:r>
                    </a:p>
                    <a:p>
                      <a:r>
                        <a:rPr lang="en-US" sz="800" dirty="0"/>
                        <a:t>Sport?</a:t>
                      </a:r>
                      <a:endParaRPr lang="en-US" sz="800" b="1" i="1" dirty="0"/>
                    </a:p>
                  </a:txBody>
                  <a:tcPr/>
                </a:tc>
                <a:extLst>
                  <a:ext uri="{0D108BD9-81ED-4DB2-BD59-A6C34878D82A}">
                    <a16:rowId xmlns:a16="http://schemas.microsoft.com/office/drawing/2014/main" val="10000"/>
                  </a:ext>
                </a:extLst>
              </a:tr>
              <a:tr h="288741">
                <a:tc>
                  <a:txBody>
                    <a:bodyPr/>
                    <a:lstStyle/>
                    <a:p>
                      <a:r>
                        <a:rPr lang="en-US" sz="800" dirty="0">
                          <a:solidFill>
                            <a:srgbClr val="0070C0"/>
                          </a:solidFill>
                        </a:rPr>
                        <a:t>Sunny</a:t>
                      </a:r>
                    </a:p>
                  </a:txBody>
                  <a:tcPr/>
                </a:tc>
                <a:tc>
                  <a:txBody>
                    <a:bodyPr/>
                    <a:lstStyle/>
                    <a:p>
                      <a:r>
                        <a:rPr lang="en-US" sz="800" dirty="0">
                          <a:solidFill>
                            <a:srgbClr val="0070C0"/>
                          </a:solidFill>
                        </a:rPr>
                        <a:t>Warm</a:t>
                      </a:r>
                    </a:p>
                  </a:txBody>
                  <a:tcPr/>
                </a:tc>
                <a:tc>
                  <a:txBody>
                    <a:bodyPr/>
                    <a:lstStyle/>
                    <a:p>
                      <a:r>
                        <a:rPr lang="en-US" sz="800" dirty="0">
                          <a:solidFill>
                            <a:srgbClr val="0070C0"/>
                          </a:solidFill>
                        </a:rPr>
                        <a:t>Normal</a:t>
                      </a:r>
                    </a:p>
                  </a:txBody>
                  <a:tcPr/>
                </a:tc>
                <a:tc>
                  <a:txBody>
                    <a:bodyPr/>
                    <a:lstStyle/>
                    <a:p>
                      <a:r>
                        <a:rPr lang="en-US" sz="800">
                          <a:solidFill>
                            <a:srgbClr val="0070C0"/>
                          </a:solidFill>
                        </a:rPr>
                        <a:t>Strong</a:t>
                      </a:r>
                      <a:endParaRPr lang="en-US" sz="800" dirty="0">
                        <a:solidFill>
                          <a:srgbClr val="0070C0"/>
                        </a:solidFill>
                      </a:endParaRPr>
                    </a:p>
                  </a:txBody>
                  <a:tcPr/>
                </a:tc>
                <a:tc>
                  <a:txBody>
                    <a:bodyPr/>
                    <a:lstStyle/>
                    <a:p>
                      <a:r>
                        <a:rPr lang="en-US" sz="800">
                          <a:solidFill>
                            <a:srgbClr val="0070C0"/>
                          </a:solidFill>
                        </a:rPr>
                        <a:t>Same</a:t>
                      </a:r>
                      <a:endParaRPr lang="en-US" sz="800" dirty="0">
                        <a:solidFill>
                          <a:srgbClr val="0070C0"/>
                        </a:solidFill>
                      </a:endParaRPr>
                    </a:p>
                  </a:txBody>
                  <a:tcPr/>
                </a:tc>
                <a:tc>
                  <a:txBody>
                    <a:bodyPr/>
                    <a:lstStyle/>
                    <a:p>
                      <a:r>
                        <a:rPr lang="en-US" sz="800" dirty="0">
                          <a:solidFill>
                            <a:srgbClr val="0070C0"/>
                          </a:solidFill>
                        </a:rPr>
                        <a:t>Yes</a:t>
                      </a:r>
                    </a:p>
                  </a:txBody>
                  <a:tcPr/>
                </a:tc>
                <a:extLst>
                  <a:ext uri="{0D108BD9-81ED-4DB2-BD59-A6C34878D82A}">
                    <a16:rowId xmlns:a16="http://schemas.microsoft.com/office/drawing/2014/main" val="10001"/>
                  </a:ext>
                </a:extLst>
              </a:tr>
              <a:tr h="288741">
                <a:tc>
                  <a:txBody>
                    <a:bodyPr/>
                    <a:lstStyle/>
                    <a:p>
                      <a:r>
                        <a:rPr lang="en-US" sz="800" dirty="0"/>
                        <a:t>Sunny</a:t>
                      </a:r>
                    </a:p>
                  </a:txBody>
                  <a:tcPr/>
                </a:tc>
                <a:tc>
                  <a:txBody>
                    <a:bodyPr/>
                    <a:lstStyle/>
                    <a:p>
                      <a:r>
                        <a:rPr lang="en-US" sz="800" dirty="0"/>
                        <a:t>Warm</a:t>
                      </a:r>
                    </a:p>
                  </a:txBody>
                  <a:tcPr/>
                </a:tc>
                <a:tc>
                  <a:txBody>
                    <a:bodyPr/>
                    <a:lstStyle/>
                    <a:p>
                      <a:r>
                        <a:rPr lang="en-US" sz="800"/>
                        <a:t>High</a:t>
                      </a:r>
                      <a:endParaRPr lang="en-US" sz="800" dirty="0"/>
                    </a:p>
                  </a:txBody>
                  <a:tcPr/>
                </a:tc>
                <a:tc>
                  <a:txBody>
                    <a:bodyPr/>
                    <a:lstStyle/>
                    <a:p>
                      <a:r>
                        <a:rPr lang="en-US" sz="800"/>
                        <a:t>Strong</a:t>
                      </a:r>
                      <a:endParaRPr lang="en-US" sz="800" dirty="0"/>
                    </a:p>
                  </a:txBody>
                  <a:tcPr/>
                </a:tc>
                <a:tc>
                  <a:txBody>
                    <a:bodyPr/>
                    <a:lstStyle/>
                    <a:p>
                      <a:r>
                        <a:rPr lang="en-US" sz="800"/>
                        <a:t>Same</a:t>
                      </a:r>
                      <a:endParaRPr lang="en-US" sz="800" dirty="0"/>
                    </a:p>
                  </a:txBody>
                  <a:tcPr/>
                </a:tc>
                <a:tc>
                  <a:txBody>
                    <a:bodyPr/>
                    <a:lstStyle/>
                    <a:p>
                      <a:r>
                        <a:rPr lang="en-US" sz="800" dirty="0"/>
                        <a:t>No</a:t>
                      </a:r>
                    </a:p>
                  </a:txBody>
                  <a:tcPr/>
                </a:tc>
                <a:extLst>
                  <a:ext uri="{0D108BD9-81ED-4DB2-BD59-A6C34878D82A}">
                    <a16:rowId xmlns:a16="http://schemas.microsoft.com/office/drawing/2014/main" val="10002"/>
                  </a:ext>
                </a:extLst>
              </a:tr>
              <a:tr h="288741">
                <a:tc>
                  <a:txBody>
                    <a:bodyPr/>
                    <a:lstStyle/>
                    <a:p>
                      <a:r>
                        <a:rPr lang="en-US" sz="800"/>
                        <a:t>Rainy</a:t>
                      </a:r>
                      <a:endParaRPr lang="en-US" sz="800" dirty="0"/>
                    </a:p>
                  </a:txBody>
                  <a:tcPr/>
                </a:tc>
                <a:tc>
                  <a:txBody>
                    <a:bodyPr/>
                    <a:lstStyle/>
                    <a:p>
                      <a:r>
                        <a:rPr lang="en-US" sz="800"/>
                        <a:t>Cold</a:t>
                      </a:r>
                      <a:endParaRPr lang="en-US" sz="800" dirty="0"/>
                    </a:p>
                  </a:txBody>
                  <a:tcPr/>
                </a:tc>
                <a:tc>
                  <a:txBody>
                    <a:bodyPr/>
                    <a:lstStyle/>
                    <a:p>
                      <a:r>
                        <a:rPr lang="en-US" sz="800"/>
                        <a:t>High</a:t>
                      </a:r>
                      <a:endParaRPr lang="en-US" sz="800" dirty="0"/>
                    </a:p>
                  </a:txBody>
                  <a:tcPr/>
                </a:tc>
                <a:tc>
                  <a:txBody>
                    <a:bodyPr/>
                    <a:lstStyle/>
                    <a:p>
                      <a:r>
                        <a:rPr lang="en-US" sz="800" dirty="0"/>
                        <a:t>Strong</a:t>
                      </a:r>
                    </a:p>
                  </a:txBody>
                  <a:tcPr/>
                </a:tc>
                <a:tc>
                  <a:txBody>
                    <a:bodyPr/>
                    <a:lstStyle/>
                    <a:p>
                      <a:r>
                        <a:rPr lang="en-US" sz="800"/>
                        <a:t>Change</a:t>
                      </a:r>
                      <a:endParaRPr lang="en-US" sz="800" dirty="0"/>
                    </a:p>
                  </a:txBody>
                  <a:tcPr/>
                </a:tc>
                <a:tc>
                  <a:txBody>
                    <a:bodyPr/>
                    <a:lstStyle/>
                    <a:p>
                      <a:r>
                        <a:rPr lang="en-US" sz="800" dirty="0"/>
                        <a:t>No</a:t>
                      </a:r>
                    </a:p>
                  </a:txBody>
                  <a:tcPr/>
                </a:tc>
                <a:extLst>
                  <a:ext uri="{0D108BD9-81ED-4DB2-BD59-A6C34878D82A}">
                    <a16:rowId xmlns:a16="http://schemas.microsoft.com/office/drawing/2014/main" val="10003"/>
                  </a:ext>
                </a:extLst>
              </a:tr>
              <a:tr h="288741">
                <a:tc>
                  <a:txBody>
                    <a:bodyPr/>
                    <a:lstStyle/>
                    <a:p>
                      <a:r>
                        <a:rPr lang="en-US" sz="800" dirty="0">
                          <a:solidFill>
                            <a:srgbClr val="0070C0"/>
                          </a:solidFill>
                        </a:rPr>
                        <a:t>Sunny</a:t>
                      </a:r>
                    </a:p>
                  </a:txBody>
                  <a:tcPr/>
                </a:tc>
                <a:tc>
                  <a:txBody>
                    <a:bodyPr/>
                    <a:lstStyle/>
                    <a:p>
                      <a:r>
                        <a:rPr lang="en-US" sz="800" dirty="0">
                          <a:solidFill>
                            <a:srgbClr val="0070C0"/>
                          </a:solidFill>
                        </a:rPr>
                        <a:t>Warm</a:t>
                      </a:r>
                    </a:p>
                  </a:txBody>
                  <a:tcPr/>
                </a:tc>
                <a:tc>
                  <a:txBody>
                    <a:bodyPr/>
                    <a:lstStyle/>
                    <a:p>
                      <a:r>
                        <a:rPr lang="en-US" sz="800" dirty="0">
                          <a:solidFill>
                            <a:srgbClr val="0070C0"/>
                          </a:solidFill>
                        </a:rPr>
                        <a:t>Normal</a:t>
                      </a:r>
                    </a:p>
                  </a:txBody>
                  <a:tcPr/>
                </a:tc>
                <a:tc>
                  <a:txBody>
                    <a:bodyPr/>
                    <a:lstStyle/>
                    <a:p>
                      <a:r>
                        <a:rPr lang="en-US" sz="800" dirty="0">
                          <a:solidFill>
                            <a:srgbClr val="0070C0"/>
                          </a:solidFill>
                        </a:rPr>
                        <a:t>Breeze</a:t>
                      </a:r>
                    </a:p>
                  </a:txBody>
                  <a:tcPr/>
                </a:tc>
                <a:tc>
                  <a:txBody>
                    <a:bodyPr/>
                    <a:lstStyle/>
                    <a:p>
                      <a:r>
                        <a:rPr lang="en-US" sz="800">
                          <a:solidFill>
                            <a:srgbClr val="0070C0"/>
                          </a:solidFill>
                        </a:rPr>
                        <a:t>Same</a:t>
                      </a:r>
                      <a:endParaRPr lang="en-US" sz="800" dirty="0">
                        <a:solidFill>
                          <a:srgbClr val="0070C0"/>
                        </a:solidFill>
                      </a:endParaRPr>
                    </a:p>
                  </a:txBody>
                  <a:tcPr/>
                </a:tc>
                <a:tc>
                  <a:txBody>
                    <a:bodyPr/>
                    <a:lstStyle/>
                    <a:p>
                      <a:r>
                        <a:rPr lang="en-US" sz="800" dirty="0">
                          <a:solidFill>
                            <a:srgbClr val="0070C0"/>
                          </a:solidFill>
                        </a:rPr>
                        <a:t>Yes</a:t>
                      </a:r>
                    </a:p>
                  </a:txBody>
                  <a:tcPr/>
                </a:tc>
                <a:extLst>
                  <a:ext uri="{0D108BD9-81ED-4DB2-BD59-A6C34878D82A}">
                    <a16:rowId xmlns:a16="http://schemas.microsoft.com/office/drawing/2014/main" val="10004"/>
                  </a:ext>
                </a:extLst>
              </a:tr>
              <a:tr h="288741">
                <a:tc>
                  <a:txBody>
                    <a:bodyPr/>
                    <a:lstStyle/>
                    <a:p>
                      <a:r>
                        <a:rPr lang="en-US" sz="800" dirty="0"/>
                        <a:t>Sunny</a:t>
                      </a:r>
                    </a:p>
                  </a:txBody>
                  <a:tcPr/>
                </a:tc>
                <a:tc>
                  <a:txBody>
                    <a:bodyPr/>
                    <a:lstStyle/>
                    <a:p>
                      <a:r>
                        <a:rPr lang="en-US" sz="800" dirty="0"/>
                        <a:t>Hot</a:t>
                      </a:r>
                    </a:p>
                  </a:txBody>
                  <a:tcPr/>
                </a:tc>
                <a:tc>
                  <a:txBody>
                    <a:bodyPr/>
                    <a:lstStyle/>
                    <a:p>
                      <a:r>
                        <a:rPr lang="en-US" sz="800" dirty="0"/>
                        <a:t>Normal</a:t>
                      </a:r>
                    </a:p>
                  </a:txBody>
                  <a:tcPr/>
                </a:tc>
                <a:tc>
                  <a:txBody>
                    <a:bodyPr/>
                    <a:lstStyle/>
                    <a:p>
                      <a:r>
                        <a:rPr lang="en-US" sz="800" dirty="0"/>
                        <a:t>Breeze</a:t>
                      </a:r>
                    </a:p>
                  </a:txBody>
                  <a:tcPr/>
                </a:tc>
                <a:tc>
                  <a:txBody>
                    <a:bodyPr/>
                    <a:lstStyle/>
                    <a:p>
                      <a:r>
                        <a:rPr lang="en-US" sz="800" dirty="0"/>
                        <a:t>Same</a:t>
                      </a:r>
                    </a:p>
                  </a:txBody>
                  <a:tcPr/>
                </a:tc>
                <a:tc>
                  <a:txBody>
                    <a:bodyPr/>
                    <a:lstStyle/>
                    <a:p>
                      <a:r>
                        <a:rPr lang="en-US" sz="800" dirty="0"/>
                        <a:t>No</a:t>
                      </a:r>
                    </a:p>
                  </a:txBody>
                  <a:tcPr/>
                </a:tc>
                <a:extLst>
                  <a:ext uri="{0D108BD9-81ED-4DB2-BD59-A6C34878D82A}">
                    <a16:rowId xmlns:a16="http://schemas.microsoft.com/office/drawing/2014/main" val="10005"/>
                  </a:ext>
                </a:extLst>
              </a:tr>
              <a:tr h="288741">
                <a:tc>
                  <a:txBody>
                    <a:bodyPr/>
                    <a:lstStyle/>
                    <a:p>
                      <a:r>
                        <a:rPr lang="en-US" sz="800"/>
                        <a:t>Rainy</a:t>
                      </a:r>
                      <a:endParaRPr lang="en-US" sz="800" dirty="0"/>
                    </a:p>
                  </a:txBody>
                  <a:tcPr/>
                </a:tc>
                <a:tc>
                  <a:txBody>
                    <a:bodyPr/>
                    <a:lstStyle/>
                    <a:p>
                      <a:r>
                        <a:rPr lang="en-US" sz="800"/>
                        <a:t>Cold</a:t>
                      </a:r>
                      <a:endParaRPr lang="en-US" sz="800" dirty="0"/>
                    </a:p>
                  </a:txBody>
                  <a:tcPr/>
                </a:tc>
                <a:tc>
                  <a:txBody>
                    <a:bodyPr/>
                    <a:lstStyle/>
                    <a:p>
                      <a:r>
                        <a:rPr lang="en-US" sz="800"/>
                        <a:t>High</a:t>
                      </a:r>
                      <a:endParaRPr lang="en-US" sz="800" dirty="0"/>
                    </a:p>
                  </a:txBody>
                  <a:tcPr/>
                </a:tc>
                <a:tc>
                  <a:txBody>
                    <a:bodyPr/>
                    <a:lstStyle/>
                    <a:p>
                      <a:r>
                        <a:rPr lang="en-US" sz="800"/>
                        <a:t>Strong</a:t>
                      </a:r>
                      <a:endParaRPr lang="en-US" sz="800" dirty="0"/>
                    </a:p>
                  </a:txBody>
                  <a:tcPr/>
                </a:tc>
                <a:tc>
                  <a:txBody>
                    <a:bodyPr/>
                    <a:lstStyle/>
                    <a:p>
                      <a:r>
                        <a:rPr lang="en-US" sz="800"/>
                        <a:t>Change</a:t>
                      </a:r>
                      <a:endParaRPr lang="en-US" sz="800" dirty="0"/>
                    </a:p>
                  </a:txBody>
                  <a:tcPr/>
                </a:tc>
                <a:tc>
                  <a:txBody>
                    <a:bodyPr/>
                    <a:lstStyle/>
                    <a:p>
                      <a:r>
                        <a:rPr lang="en-US" sz="800" dirty="0"/>
                        <a:t>No</a:t>
                      </a:r>
                    </a:p>
                  </a:txBody>
                  <a:tcPr/>
                </a:tc>
                <a:extLst>
                  <a:ext uri="{0D108BD9-81ED-4DB2-BD59-A6C34878D82A}">
                    <a16:rowId xmlns:a16="http://schemas.microsoft.com/office/drawing/2014/main" val="10006"/>
                  </a:ext>
                </a:extLst>
              </a:tr>
              <a:tr h="288741">
                <a:tc>
                  <a:txBody>
                    <a:bodyPr/>
                    <a:lstStyle/>
                    <a:p>
                      <a:r>
                        <a:rPr lang="en-US" sz="800" dirty="0">
                          <a:solidFill>
                            <a:srgbClr val="0070C0"/>
                          </a:solidFill>
                        </a:rPr>
                        <a:t>Sunny</a:t>
                      </a:r>
                    </a:p>
                  </a:txBody>
                  <a:tcPr/>
                </a:tc>
                <a:tc>
                  <a:txBody>
                    <a:bodyPr/>
                    <a:lstStyle/>
                    <a:p>
                      <a:r>
                        <a:rPr lang="en-US" sz="800">
                          <a:solidFill>
                            <a:srgbClr val="0070C0"/>
                          </a:solidFill>
                        </a:rPr>
                        <a:t>Warm</a:t>
                      </a:r>
                      <a:endParaRPr lang="en-US" sz="800" dirty="0">
                        <a:solidFill>
                          <a:srgbClr val="0070C0"/>
                        </a:solidFill>
                      </a:endParaRPr>
                    </a:p>
                  </a:txBody>
                  <a:tcPr/>
                </a:tc>
                <a:tc>
                  <a:txBody>
                    <a:bodyPr/>
                    <a:lstStyle/>
                    <a:p>
                      <a:r>
                        <a:rPr lang="en-US" sz="800">
                          <a:solidFill>
                            <a:srgbClr val="0070C0"/>
                          </a:solidFill>
                        </a:rPr>
                        <a:t>High</a:t>
                      </a:r>
                      <a:endParaRPr lang="en-US" sz="800" dirty="0">
                        <a:solidFill>
                          <a:srgbClr val="0070C0"/>
                        </a:solidFill>
                      </a:endParaRPr>
                    </a:p>
                  </a:txBody>
                  <a:tcPr/>
                </a:tc>
                <a:tc>
                  <a:txBody>
                    <a:bodyPr/>
                    <a:lstStyle/>
                    <a:p>
                      <a:r>
                        <a:rPr lang="en-US" sz="800">
                          <a:solidFill>
                            <a:srgbClr val="0070C0"/>
                          </a:solidFill>
                        </a:rPr>
                        <a:t>Strong</a:t>
                      </a:r>
                      <a:endParaRPr lang="en-US" sz="800" dirty="0">
                        <a:solidFill>
                          <a:srgbClr val="0070C0"/>
                        </a:solidFill>
                      </a:endParaRPr>
                    </a:p>
                  </a:txBody>
                  <a:tcPr/>
                </a:tc>
                <a:tc>
                  <a:txBody>
                    <a:bodyPr/>
                    <a:lstStyle/>
                    <a:p>
                      <a:r>
                        <a:rPr lang="en-US" sz="800">
                          <a:solidFill>
                            <a:srgbClr val="0070C0"/>
                          </a:solidFill>
                        </a:rPr>
                        <a:t>Change</a:t>
                      </a:r>
                      <a:endParaRPr lang="en-US" sz="800" dirty="0">
                        <a:solidFill>
                          <a:srgbClr val="0070C0"/>
                        </a:solidFill>
                      </a:endParaRPr>
                    </a:p>
                  </a:txBody>
                  <a:tcPr/>
                </a:tc>
                <a:tc>
                  <a:txBody>
                    <a:bodyPr/>
                    <a:lstStyle/>
                    <a:p>
                      <a:r>
                        <a:rPr lang="en-US" sz="800" dirty="0">
                          <a:solidFill>
                            <a:srgbClr val="0070C0"/>
                          </a:solidFill>
                        </a:rPr>
                        <a:t>Yes</a:t>
                      </a:r>
                    </a:p>
                  </a:txBody>
                  <a:tcPr/>
                </a:tc>
                <a:extLst>
                  <a:ext uri="{0D108BD9-81ED-4DB2-BD59-A6C34878D82A}">
                    <a16:rowId xmlns:a16="http://schemas.microsoft.com/office/drawing/2014/main" val="10007"/>
                  </a:ext>
                </a:extLst>
              </a:tr>
              <a:tr h="288741">
                <a:tc>
                  <a:txBody>
                    <a:bodyPr/>
                    <a:lstStyle/>
                    <a:p>
                      <a:r>
                        <a:rPr lang="en-US" sz="800" dirty="0"/>
                        <a:t>Sunny</a:t>
                      </a:r>
                    </a:p>
                  </a:txBody>
                  <a:tcPr>
                    <a:solidFill>
                      <a:schemeClr val="bg2"/>
                    </a:solidFill>
                  </a:tcPr>
                </a:tc>
                <a:tc>
                  <a:txBody>
                    <a:bodyPr/>
                    <a:lstStyle/>
                    <a:p>
                      <a:r>
                        <a:rPr lang="en-US" sz="800" dirty="0"/>
                        <a:t>Warm</a:t>
                      </a:r>
                    </a:p>
                  </a:txBody>
                  <a:tcPr>
                    <a:solidFill>
                      <a:schemeClr val="bg2"/>
                    </a:solidFill>
                  </a:tcPr>
                </a:tc>
                <a:tc>
                  <a:txBody>
                    <a:bodyPr/>
                    <a:lstStyle/>
                    <a:p>
                      <a:r>
                        <a:rPr lang="en-US" sz="800" dirty="0"/>
                        <a:t>Normal</a:t>
                      </a:r>
                    </a:p>
                  </a:txBody>
                  <a:tcPr>
                    <a:solidFill>
                      <a:schemeClr val="bg2"/>
                    </a:solidFill>
                  </a:tcPr>
                </a:tc>
                <a:tc>
                  <a:txBody>
                    <a:bodyPr/>
                    <a:lstStyle/>
                    <a:p>
                      <a:r>
                        <a:rPr lang="en-US" sz="800" dirty="0"/>
                        <a:t>Strong</a:t>
                      </a:r>
                    </a:p>
                  </a:txBody>
                  <a:tcPr>
                    <a:solidFill>
                      <a:schemeClr val="bg2"/>
                    </a:solidFill>
                  </a:tcPr>
                </a:tc>
                <a:tc>
                  <a:txBody>
                    <a:bodyPr/>
                    <a:lstStyle/>
                    <a:p>
                      <a:r>
                        <a:rPr lang="en-US" sz="800" dirty="0"/>
                        <a:t>Change</a:t>
                      </a:r>
                    </a:p>
                  </a:txBody>
                  <a:tcPr>
                    <a:solidFill>
                      <a:schemeClr val="bg2"/>
                    </a:solidFill>
                  </a:tcPr>
                </a:tc>
                <a:tc>
                  <a:txBody>
                    <a:bodyPr/>
                    <a:lstStyle/>
                    <a:p>
                      <a:r>
                        <a:rPr lang="en-US" sz="800" dirty="0"/>
                        <a:t>????</a:t>
                      </a:r>
                    </a:p>
                  </a:txBody>
                  <a:tcPr>
                    <a:solidFill>
                      <a:schemeClr val="bg2"/>
                    </a:solidFill>
                  </a:tcPr>
                </a:tc>
                <a:extLst>
                  <a:ext uri="{0D108BD9-81ED-4DB2-BD59-A6C34878D82A}">
                    <a16:rowId xmlns:a16="http://schemas.microsoft.com/office/drawing/2014/main" val="10008"/>
                  </a:ext>
                </a:extLst>
              </a:tr>
              <a:tr h="288741">
                <a:tc>
                  <a:txBody>
                    <a:bodyPr/>
                    <a:lstStyle/>
                    <a:p>
                      <a:r>
                        <a:rPr lang="en-US" sz="800" dirty="0"/>
                        <a:t>Rainy</a:t>
                      </a:r>
                    </a:p>
                  </a:txBody>
                  <a:tcPr>
                    <a:solidFill>
                      <a:schemeClr val="bg2"/>
                    </a:solidFill>
                  </a:tcPr>
                </a:tc>
                <a:tc>
                  <a:txBody>
                    <a:bodyPr/>
                    <a:lstStyle/>
                    <a:p>
                      <a:r>
                        <a:rPr lang="en-US" sz="800" dirty="0"/>
                        <a:t>Warm</a:t>
                      </a:r>
                    </a:p>
                  </a:txBody>
                  <a:tcPr>
                    <a:solidFill>
                      <a:schemeClr val="bg2"/>
                    </a:solidFill>
                  </a:tcPr>
                </a:tc>
                <a:tc>
                  <a:txBody>
                    <a:bodyPr/>
                    <a:lstStyle/>
                    <a:p>
                      <a:r>
                        <a:rPr lang="en-US" sz="800" dirty="0"/>
                        <a:t>Normal</a:t>
                      </a:r>
                    </a:p>
                  </a:txBody>
                  <a:tcPr>
                    <a:solidFill>
                      <a:schemeClr val="bg2"/>
                    </a:solidFill>
                  </a:tcPr>
                </a:tc>
                <a:tc>
                  <a:txBody>
                    <a:bodyPr/>
                    <a:lstStyle/>
                    <a:p>
                      <a:r>
                        <a:rPr lang="en-US" sz="800" dirty="0"/>
                        <a:t>Breeze</a:t>
                      </a:r>
                    </a:p>
                  </a:txBody>
                  <a:tcPr>
                    <a:solidFill>
                      <a:schemeClr val="bg2"/>
                    </a:solidFill>
                  </a:tcPr>
                </a:tc>
                <a:tc>
                  <a:txBody>
                    <a:bodyPr/>
                    <a:lstStyle/>
                    <a:p>
                      <a:r>
                        <a:rPr lang="en-US" sz="800" dirty="0"/>
                        <a:t>Same</a:t>
                      </a:r>
                    </a:p>
                  </a:txBody>
                  <a:tcPr>
                    <a:solidFill>
                      <a:schemeClr val="bg2"/>
                    </a:solidFill>
                  </a:tcPr>
                </a:tc>
                <a:tc>
                  <a:txBody>
                    <a:bodyPr/>
                    <a:lstStyle/>
                    <a:p>
                      <a:r>
                        <a:rPr lang="en-US" sz="800" dirty="0"/>
                        <a:t>????</a:t>
                      </a:r>
                    </a:p>
                  </a:txBody>
                  <a:tcPr>
                    <a:solidFill>
                      <a:schemeClr val="bg2"/>
                    </a:solidFill>
                  </a:tcPr>
                </a:tc>
                <a:extLst>
                  <a:ext uri="{0D108BD9-81ED-4DB2-BD59-A6C34878D82A}">
                    <a16:rowId xmlns:a16="http://schemas.microsoft.com/office/drawing/2014/main" val="10009"/>
                  </a:ext>
                </a:extLst>
              </a:tr>
            </a:tbl>
          </a:graphicData>
        </a:graphic>
      </p:graphicFrame>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36F7D8BB-717A-9489-37BA-22BAFA0B1375}"/>
                  </a:ext>
                </a:extLst>
              </p14:cNvPr>
              <p14:cNvContentPartPr/>
              <p14:nvPr/>
            </p14:nvContentPartPr>
            <p14:xfrm>
              <a:off x="176040" y="2511720"/>
              <a:ext cx="6644880" cy="4097880"/>
            </p14:xfrm>
          </p:contentPart>
        </mc:Choice>
        <mc:Fallback>
          <p:pic>
            <p:nvPicPr>
              <p:cNvPr id="3" name="Ink 2">
                <a:extLst>
                  <a:ext uri="{FF2B5EF4-FFF2-40B4-BE49-F238E27FC236}">
                    <a16:creationId xmlns:a16="http://schemas.microsoft.com/office/drawing/2014/main" id="{36F7D8BB-717A-9489-37BA-22BAFA0B1375}"/>
                  </a:ext>
                </a:extLst>
              </p:cNvPr>
              <p:cNvPicPr/>
              <p:nvPr/>
            </p:nvPicPr>
            <p:blipFill>
              <a:blip r:embed="rId4"/>
              <a:stretch>
                <a:fillRect/>
              </a:stretch>
            </p:blipFill>
            <p:spPr>
              <a:xfrm>
                <a:off x="166680" y="2502360"/>
                <a:ext cx="6663600" cy="4116600"/>
              </a:xfrm>
              <a:prstGeom prst="rect">
                <a:avLst/>
              </a:prstGeom>
            </p:spPr>
          </p:pic>
        </mc:Fallback>
      </mc:AlternateContent>
    </p:spTree>
    <p:extLst>
      <p:ext uri="{BB962C8B-B14F-4D97-AF65-F5344CB8AC3E}">
        <p14:creationId xmlns:p14="http://schemas.microsoft.com/office/powerpoint/2010/main" val="30470505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371600"/>
            <a:ext cx="8229600" cy="5257800"/>
          </a:xfrm>
        </p:spPr>
        <p:txBody>
          <a:bodyPr>
            <a:noAutofit/>
          </a:bodyPr>
          <a:lstStyle/>
          <a:p>
            <a:pPr marL="0" indent="0"/>
            <a:r>
              <a:rPr lang="en-US" sz="1400" i="1" dirty="0"/>
              <a:t>P(Enjoy=Yes | X) = P(X | Enjoy=Yes). P(Enjoy=Yes) / P(X)</a:t>
            </a:r>
          </a:p>
          <a:p>
            <a:pPr marL="0" indent="0"/>
            <a:r>
              <a:rPr lang="en-US" sz="1400" i="1" dirty="0"/>
              <a:t>= P(X | Enjoy=Yes). P(Enjoy=Yes)</a:t>
            </a:r>
          </a:p>
          <a:p>
            <a:pPr marL="0" indent="0"/>
            <a:r>
              <a:rPr lang="en-US" sz="1400" i="1" dirty="0"/>
              <a:t>= P(X | Enjoy=Yes). (3/7)</a:t>
            </a:r>
          </a:p>
          <a:p>
            <a:pPr marL="0" indent="0"/>
            <a:r>
              <a:rPr lang="en-US" sz="1400" i="1" dirty="0"/>
              <a:t>= P(Rainy | Enjoy=Yes). P(Warm | Enjoy=Yes). P(Normal | Enjoy=Yes). P(Breeze | Enjoy=Yes). P(Same | Enjoy=Yes).(3/7)</a:t>
            </a:r>
          </a:p>
          <a:p>
            <a:pPr marL="0" indent="0"/>
            <a:r>
              <a:rPr lang="en-US" sz="1400" i="1" dirty="0"/>
              <a:t>= (1/5) . (4/6) . (3/5) . (2/5) . (3/5) . (3/7) </a:t>
            </a:r>
          </a:p>
          <a:p>
            <a:pPr marL="0" indent="0"/>
            <a:r>
              <a:rPr lang="en-US" sz="1400" i="1" dirty="0"/>
              <a:t>=0.00822</a:t>
            </a:r>
          </a:p>
          <a:p>
            <a:pPr marL="0" indent="0"/>
            <a:endParaRPr lang="en-US" sz="1400" i="1" dirty="0"/>
          </a:p>
          <a:p>
            <a:pPr marL="0" indent="0"/>
            <a:endParaRPr lang="en-US" sz="1400" i="1" dirty="0"/>
          </a:p>
          <a:p>
            <a:pPr marL="0" indent="0"/>
            <a:r>
              <a:rPr lang="en-US" sz="1400" i="1" dirty="0">
                <a:solidFill>
                  <a:srgbClr val="7030A0"/>
                </a:solidFill>
              </a:rPr>
              <a:t>P(Enjoy=Yes | X)  &gt; P(Enjoy=No | X)  </a:t>
            </a:r>
            <a:r>
              <a:rPr lang="en-US" sz="1400" i="1" dirty="0">
                <a:solidFill>
                  <a:srgbClr val="7030A0"/>
                </a:solidFill>
                <a:sym typeface="Wingdings" panose="05000000000000000000" pitchFamily="2" charset="2"/>
              </a:rPr>
              <a:t> </a:t>
            </a:r>
            <a:r>
              <a:rPr lang="en-US" sz="1400" dirty="0">
                <a:solidFill>
                  <a:srgbClr val="7030A0"/>
                </a:solidFill>
              </a:rPr>
              <a:t> </a:t>
            </a:r>
            <a:r>
              <a:rPr lang="en-US" sz="1400" dirty="0" err="1">
                <a:solidFill>
                  <a:srgbClr val="7030A0"/>
                </a:solidFill>
              </a:rPr>
              <a:t>EnjoySport</a:t>
            </a:r>
            <a:r>
              <a:rPr lang="en-US" sz="1400" dirty="0">
                <a:solidFill>
                  <a:srgbClr val="7030A0"/>
                </a:solidFill>
              </a:rPr>
              <a:t> = </a:t>
            </a:r>
            <a:r>
              <a:rPr lang="en-US" sz="1400" b="1" dirty="0">
                <a:solidFill>
                  <a:srgbClr val="7030A0"/>
                </a:solidFill>
              </a:rPr>
              <a:t>Yes</a:t>
            </a:r>
            <a:r>
              <a:rPr lang="en-US" sz="1400" b="1" dirty="0"/>
              <a:t> </a:t>
            </a:r>
          </a:p>
          <a:p>
            <a:pPr marL="0" indent="0"/>
            <a:endParaRPr lang="en-US" sz="1400" i="1" dirty="0"/>
          </a:p>
          <a:p>
            <a:pPr marL="0" indent="0"/>
            <a:endParaRPr lang="en-US" sz="1400" i="1" dirty="0"/>
          </a:p>
          <a:p>
            <a:pPr marL="0" indent="0"/>
            <a:endParaRPr lang="en-US" sz="1400" i="1" dirty="0"/>
          </a:p>
          <a:p>
            <a:pPr marL="0" indent="0"/>
            <a:r>
              <a:rPr lang="en-US" sz="1400" i="1" dirty="0"/>
              <a:t>P(Enjoy=No | X) = P(X | Enjoy=No). P(Enjoy=No) / P(X)</a:t>
            </a:r>
            <a:endParaRPr lang="en-US" sz="1400" dirty="0"/>
          </a:p>
          <a:p>
            <a:pPr marL="0" indent="0"/>
            <a:r>
              <a:rPr lang="en-US" sz="1400" i="1" dirty="0"/>
              <a:t>= P(X | Enjoy=No). P(Enjoy=No) </a:t>
            </a:r>
          </a:p>
          <a:p>
            <a:pPr marL="0" indent="0"/>
            <a:r>
              <a:rPr lang="en-US" sz="1400" i="1" dirty="0"/>
              <a:t>= P(X | Enjoy=No). (4/7)</a:t>
            </a:r>
          </a:p>
          <a:p>
            <a:pPr marL="0" indent="0"/>
            <a:r>
              <a:rPr lang="en-US" sz="1400" i="1" dirty="0"/>
              <a:t>= P(Rainy | Enjoy=No). P(Warm | Enjoy=No). P(Normal | Enjoy=No). P(Breeze | Enjoy=No). P(Same | Enjoy=No). (4/7)</a:t>
            </a:r>
          </a:p>
          <a:p>
            <a:pPr marL="0" indent="0"/>
            <a:r>
              <a:rPr lang="en-US" sz="1400" i="1" dirty="0"/>
              <a:t>= (3/6) . (2/7) . (2/6) . (2/6) . (3/6) . (4/7)</a:t>
            </a:r>
          </a:p>
          <a:p>
            <a:pPr marL="0" indent="0"/>
            <a:r>
              <a:rPr lang="en-US" sz="1400" i="1" dirty="0"/>
              <a:t>= 0.00453</a:t>
            </a:r>
            <a:endParaRPr lang="en-US" sz="1400" dirty="0"/>
          </a:p>
          <a:p>
            <a:pPr marL="0" indent="0"/>
            <a:endParaRPr lang="en-US" sz="1400" dirty="0"/>
          </a:p>
          <a:p>
            <a:pPr marL="0" indent="0"/>
            <a:endParaRPr lang="en-US" sz="1400" dirty="0"/>
          </a:p>
        </p:txBody>
      </p:sp>
      <p:graphicFrame>
        <p:nvGraphicFramePr>
          <p:cNvPr id="6" name="Table 5"/>
          <p:cNvGraphicFramePr>
            <a:graphicFrameLocks noGrp="1"/>
          </p:cNvGraphicFramePr>
          <p:nvPr/>
        </p:nvGraphicFramePr>
        <p:xfrm>
          <a:off x="5791200" y="2402541"/>
          <a:ext cx="3352800" cy="2972007"/>
        </p:xfrm>
        <a:graphic>
          <a:graphicData uri="http://schemas.openxmlformats.org/drawingml/2006/table">
            <a:tbl>
              <a:tblPr firstRow="1" bandRow="1">
                <a:tableStyleId>{69012ECD-51FC-41F1-AA8D-1B2483CD663E}</a:tableStyleId>
              </a:tblPr>
              <a:tblGrid>
                <a:gridCol w="443753">
                  <a:extLst>
                    <a:ext uri="{9D8B030D-6E8A-4147-A177-3AD203B41FA5}">
                      <a16:colId xmlns:a16="http://schemas.microsoft.com/office/drawing/2014/main" val="20000"/>
                    </a:ext>
                  </a:extLst>
                </a:gridCol>
                <a:gridCol w="546847">
                  <a:extLst>
                    <a:ext uri="{9D8B030D-6E8A-4147-A177-3AD203B41FA5}">
                      <a16:colId xmlns:a16="http://schemas.microsoft.com/office/drawing/2014/main" val="20001"/>
                    </a:ext>
                  </a:extLst>
                </a:gridCol>
                <a:gridCol w="636494">
                  <a:extLst>
                    <a:ext uri="{9D8B030D-6E8A-4147-A177-3AD203B41FA5}">
                      <a16:colId xmlns:a16="http://schemas.microsoft.com/office/drawing/2014/main" val="20002"/>
                    </a:ext>
                  </a:extLst>
                </a:gridCol>
                <a:gridCol w="493059">
                  <a:extLst>
                    <a:ext uri="{9D8B030D-6E8A-4147-A177-3AD203B41FA5}">
                      <a16:colId xmlns:a16="http://schemas.microsoft.com/office/drawing/2014/main" val="20003"/>
                    </a:ext>
                  </a:extLst>
                </a:gridCol>
                <a:gridCol w="542365">
                  <a:extLst>
                    <a:ext uri="{9D8B030D-6E8A-4147-A177-3AD203B41FA5}">
                      <a16:colId xmlns:a16="http://schemas.microsoft.com/office/drawing/2014/main" val="20004"/>
                    </a:ext>
                  </a:extLst>
                </a:gridCol>
                <a:gridCol w="690282">
                  <a:extLst>
                    <a:ext uri="{9D8B030D-6E8A-4147-A177-3AD203B41FA5}">
                      <a16:colId xmlns:a16="http://schemas.microsoft.com/office/drawing/2014/main" val="20005"/>
                    </a:ext>
                  </a:extLst>
                </a:gridCol>
              </a:tblGrid>
              <a:tr h="373338">
                <a:tc>
                  <a:txBody>
                    <a:bodyPr/>
                    <a:lstStyle/>
                    <a:p>
                      <a:r>
                        <a:rPr lang="en-US" sz="800" dirty="0"/>
                        <a:t>Sky</a:t>
                      </a:r>
                      <a:endParaRPr lang="en-US" sz="800" b="1" dirty="0"/>
                    </a:p>
                  </a:txBody>
                  <a:tcPr/>
                </a:tc>
                <a:tc>
                  <a:txBody>
                    <a:bodyPr/>
                    <a:lstStyle/>
                    <a:p>
                      <a:r>
                        <a:rPr lang="en-US" sz="800" dirty="0" err="1"/>
                        <a:t>AirTemp</a:t>
                      </a:r>
                      <a:endParaRPr lang="en-US" sz="800" b="1" dirty="0"/>
                    </a:p>
                  </a:txBody>
                  <a:tcPr/>
                </a:tc>
                <a:tc>
                  <a:txBody>
                    <a:bodyPr/>
                    <a:lstStyle/>
                    <a:p>
                      <a:r>
                        <a:rPr lang="en-US" sz="800" dirty="0"/>
                        <a:t>Humidity</a:t>
                      </a:r>
                      <a:endParaRPr lang="en-US" sz="800" b="1" dirty="0"/>
                    </a:p>
                  </a:txBody>
                  <a:tcPr/>
                </a:tc>
                <a:tc>
                  <a:txBody>
                    <a:bodyPr/>
                    <a:lstStyle/>
                    <a:p>
                      <a:r>
                        <a:rPr lang="en-US" sz="800" dirty="0"/>
                        <a:t>Wind</a:t>
                      </a:r>
                      <a:endParaRPr lang="en-US" sz="800" b="1" dirty="0"/>
                    </a:p>
                  </a:txBody>
                  <a:tcPr/>
                </a:tc>
                <a:tc>
                  <a:txBody>
                    <a:bodyPr/>
                    <a:lstStyle/>
                    <a:p>
                      <a:r>
                        <a:rPr lang="en-US" sz="800" dirty="0"/>
                        <a:t>Forecast</a:t>
                      </a:r>
                      <a:endParaRPr lang="en-US" sz="800" b="1" dirty="0"/>
                    </a:p>
                  </a:txBody>
                  <a:tcPr/>
                </a:tc>
                <a:tc>
                  <a:txBody>
                    <a:bodyPr/>
                    <a:lstStyle/>
                    <a:p>
                      <a:r>
                        <a:rPr lang="en-US" sz="800" dirty="0"/>
                        <a:t>Enjoy</a:t>
                      </a:r>
                    </a:p>
                    <a:p>
                      <a:r>
                        <a:rPr lang="en-US" sz="800" dirty="0"/>
                        <a:t>Sport?</a:t>
                      </a:r>
                      <a:endParaRPr lang="en-US" sz="800" b="1" i="1" dirty="0"/>
                    </a:p>
                  </a:txBody>
                  <a:tcPr/>
                </a:tc>
                <a:extLst>
                  <a:ext uri="{0D108BD9-81ED-4DB2-BD59-A6C34878D82A}">
                    <a16:rowId xmlns:a16="http://schemas.microsoft.com/office/drawing/2014/main" val="10000"/>
                  </a:ext>
                </a:extLst>
              </a:tr>
              <a:tr h="288741">
                <a:tc>
                  <a:txBody>
                    <a:bodyPr/>
                    <a:lstStyle/>
                    <a:p>
                      <a:r>
                        <a:rPr lang="en-US" sz="800" dirty="0">
                          <a:solidFill>
                            <a:srgbClr val="0070C0"/>
                          </a:solidFill>
                        </a:rPr>
                        <a:t>Sunny</a:t>
                      </a:r>
                    </a:p>
                  </a:txBody>
                  <a:tcPr/>
                </a:tc>
                <a:tc>
                  <a:txBody>
                    <a:bodyPr/>
                    <a:lstStyle/>
                    <a:p>
                      <a:r>
                        <a:rPr lang="en-US" sz="800" dirty="0">
                          <a:solidFill>
                            <a:srgbClr val="0070C0"/>
                          </a:solidFill>
                        </a:rPr>
                        <a:t>Warm</a:t>
                      </a:r>
                    </a:p>
                  </a:txBody>
                  <a:tcPr/>
                </a:tc>
                <a:tc>
                  <a:txBody>
                    <a:bodyPr/>
                    <a:lstStyle/>
                    <a:p>
                      <a:r>
                        <a:rPr lang="en-US" sz="800" dirty="0">
                          <a:solidFill>
                            <a:srgbClr val="0070C0"/>
                          </a:solidFill>
                        </a:rPr>
                        <a:t>Normal</a:t>
                      </a:r>
                    </a:p>
                  </a:txBody>
                  <a:tcPr/>
                </a:tc>
                <a:tc>
                  <a:txBody>
                    <a:bodyPr/>
                    <a:lstStyle/>
                    <a:p>
                      <a:r>
                        <a:rPr lang="en-US" sz="800">
                          <a:solidFill>
                            <a:srgbClr val="0070C0"/>
                          </a:solidFill>
                        </a:rPr>
                        <a:t>Strong</a:t>
                      </a:r>
                      <a:endParaRPr lang="en-US" sz="800" dirty="0">
                        <a:solidFill>
                          <a:srgbClr val="0070C0"/>
                        </a:solidFill>
                      </a:endParaRPr>
                    </a:p>
                  </a:txBody>
                  <a:tcPr/>
                </a:tc>
                <a:tc>
                  <a:txBody>
                    <a:bodyPr/>
                    <a:lstStyle/>
                    <a:p>
                      <a:r>
                        <a:rPr lang="en-US" sz="800">
                          <a:solidFill>
                            <a:srgbClr val="0070C0"/>
                          </a:solidFill>
                        </a:rPr>
                        <a:t>Same</a:t>
                      </a:r>
                      <a:endParaRPr lang="en-US" sz="800" dirty="0">
                        <a:solidFill>
                          <a:srgbClr val="0070C0"/>
                        </a:solidFill>
                      </a:endParaRPr>
                    </a:p>
                  </a:txBody>
                  <a:tcPr/>
                </a:tc>
                <a:tc>
                  <a:txBody>
                    <a:bodyPr/>
                    <a:lstStyle/>
                    <a:p>
                      <a:r>
                        <a:rPr lang="en-US" sz="800" dirty="0">
                          <a:solidFill>
                            <a:srgbClr val="0070C0"/>
                          </a:solidFill>
                        </a:rPr>
                        <a:t>Yes</a:t>
                      </a:r>
                    </a:p>
                  </a:txBody>
                  <a:tcPr/>
                </a:tc>
                <a:extLst>
                  <a:ext uri="{0D108BD9-81ED-4DB2-BD59-A6C34878D82A}">
                    <a16:rowId xmlns:a16="http://schemas.microsoft.com/office/drawing/2014/main" val="10001"/>
                  </a:ext>
                </a:extLst>
              </a:tr>
              <a:tr h="288741">
                <a:tc>
                  <a:txBody>
                    <a:bodyPr/>
                    <a:lstStyle/>
                    <a:p>
                      <a:r>
                        <a:rPr lang="en-US" sz="800" dirty="0"/>
                        <a:t>Sunny</a:t>
                      </a:r>
                    </a:p>
                  </a:txBody>
                  <a:tcPr/>
                </a:tc>
                <a:tc>
                  <a:txBody>
                    <a:bodyPr/>
                    <a:lstStyle/>
                    <a:p>
                      <a:r>
                        <a:rPr lang="en-US" sz="800" dirty="0"/>
                        <a:t>Warm</a:t>
                      </a:r>
                    </a:p>
                  </a:txBody>
                  <a:tcPr/>
                </a:tc>
                <a:tc>
                  <a:txBody>
                    <a:bodyPr/>
                    <a:lstStyle/>
                    <a:p>
                      <a:r>
                        <a:rPr lang="en-US" sz="800"/>
                        <a:t>High</a:t>
                      </a:r>
                      <a:endParaRPr lang="en-US" sz="800" dirty="0"/>
                    </a:p>
                  </a:txBody>
                  <a:tcPr/>
                </a:tc>
                <a:tc>
                  <a:txBody>
                    <a:bodyPr/>
                    <a:lstStyle/>
                    <a:p>
                      <a:r>
                        <a:rPr lang="en-US" sz="800"/>
                        <a:t>Strong</a:t>
                      </a:r>
                      <a:endParaRPr lang="en-US" sz="800" dirty="0"/>
                    </a:p>
                  </a:txBody>
                  <a:tcPr/>
                </a:tc>
                <a:tc>
                  <a:txBody>
                    <a:bodyPr/>
                    <a:lstStyle/>
                    <a:p>
                      <a:r>
                        <a:rPr lang="en-US" sz="800"/>
                        <a:t>Same</a:t>
                      </a:r>
                      <a:endParaRPr lang="en-US" sz="800" dirty="0"/>
                    </a:p>
                  </a:txBody>
                  <a:tcPr/>
                </a:tc>
                <a:tc>
                  <a:txBody>
                    <a:bodyPr/>
                    <a:lstStyle/>
                    <a:p>
                      <a:r>
                        <a:rPr lang="en-US" sz="800" dirty="0"/>
                        <a:t>No</a:t>
                      </a:r>
                    </a:p>
                  </a:txBody>
                  <a:tcPr/>
                </a:tc>
                <a:extLst>
                  <a:ext uri="{0D108BD9-81ED-4DB2-BD59-A6C34878D82A}">
                    <a16:rowId xmlns:a16="http://schemas.microsoft.com/office/drawing/2014/main" val="10002"/>
                  </a:ext>
                </a:extLst>
              </a:tr>
              <a:tr h="288741">
                <a:tc>
                  <a:txBody>
                    <a:bodyPr/>
                    <a:lstStyle/>
                    <a:p>
                      <a:r>
                        <a:rPr lang="en-US" sz="800"/>
                        <a:t>Rainy</a:t>
                      </a:r>
                      <a:endParaRPr lang="en-US" sz="800" dirty="0"/>
                    </a:p>
                  </a:txBody>
                  <a:tcPr/>
                </a:tc>
                <a:tc>
                  <a:txBody>
                    <a:bodyPr/>
                    <a:lstStyle/>
                    <a:p>
                      <a:r>
                        <a:rPr lang="en-US" sz="800"/>
                        <a:t>Cold</a:t>
                      </a:r>
                      <a:endParaRPr lang="en-US" sz="800" dirty="0"/>
                    </a:p>
                  </a:txBody>
                  <a:tcPr/>
                </a:tc>
                <a:tc>
                  <a:txBody>
                    <a:bodyPr/>
                    <a:lstStyle/>
                    <a:p>
                      <a:r>
                        <a:rPr lang="en-US" sz="800"/>
                        <a:t>High</a:t>
                      </a:r>
                      <a:endParaRPr lang="en-US" sz="800" dirty="0"/>
                    </a:p>
                  </a:txBody>
                  <a:tcPr/>
                </a:tc>
                <a:tc>
                  <a:txBody>
                    <a:bodyPr/>
                    <a:lstStyle/>
                    <a:p>
                      <a:r>
                        <a:rPr lang="en-US" sz="800" dirty="0"/>
                        <a:t>Strong</a:t>
                      </a:r>
                    </a:p>
                  </a:txBody>
                  <a:tcPr/>
                </a:tc>
                <a:tc>
                  <a:txBody>
                    <a:bodyPr/>
                    <a:lstStyle/>
                    <a:p>
                      <a:r>
                        <a:rPr lang="en-US" sz="800"/>
                        <a:t>Change</a:t>
                      </a:r>
                      <a:endParaRPr lang="en-US" sz="800" dirty="0"/>
                    </a:p>
                  </a:txBody>
                  <a:tcPr/>
                </a:tc>
                <a:tc>
                  <a:txBody>
                    <a:bodyPr/>
                    <a:lstStyle/>
                    <a:p>
                      <a:r>
                        <a:rPr lang="en-US" sz="800" dirty="0"/>
                        <a:t>No</a:t>
                      </a:r>
                    </a:p>
                  </a:txBody>
                  <a:tcPr/>
                </a:tc>
                <a:extLst>
                  <a:ext uri="{0D108BD9-81ED-4DB2-BD59-A6C34878D82A}">
                    <a16:rowId xmlns:a16="http://schemas.microsoft.com/office/drawing/2014/main" val="10003"/>
                  </a:ext>
                </a:extLst>
              </a:tr>
              <a:tr h="288741">
                <a:tc>
                  <a:txBody>
                    <a:bodyPr/>
                    <a:lstStyle/>
                    <a:p>
                      <a:r>
                        <a:rPr lang="en-US" sz="800" dirty="0">
                          <a:solidFill>
                            <a:srgbClr val="0070C0"/>
                          </a:solidFill>
                        </a:rPr>
                        <a:t>Sunny</a:t>
                      </a:r>
                    </a:p>
                  </a:txBody>
                  <a:tcPr/>
                </a:tc>
                <a:tc>
                  <a:txBody>
                    <a:bodyPr/>
                    <a:lstStyle/>
                    <a:p>
                      <a:r>
                        <a:rPr lang="en-US" sz="800" dirty="0">
                          <a:solidFill>
                            <a:srgbClr val="0070C0"/>
                          </a:solidFill>
                        </a:rPr>
                        <a:t>Warm</a:t>
                      </a:r>
                    </a:p>
                  </a:txBody>
                  <a:tcPr/>
                </a:tc>
                <a:tc>
                  <a:txBody>
                    <a:bodyPr/>
                    <a:lstStyle/>
                    <a:p>
                      <a:r>
                        <a:rPr lang="en-US" sz="800" dirty="0">
                          <a:solidFill>
                            <a:srgbClr val="0070C0"/>
                          </a:solidFill>
                        </a:rPr>
                        <a:t>Normal</a:t>
                      </a:r>
                    </a:p>
                  </a:txBody>
                  <a:tcPr/>
                </a:tc>
                <a:tc>
                  <a:txBody>
                    <a:bodyPr/>
                    <a:lstStyle/>
                    <a:p>
                      <a:r>
                        <a:rPr lang="en-US" sz="800" dirty="0">
                          <a:solidFill>
                            <a:srgbClr val="0070C0"/>
                          </a:solidFill>
                        </a:rPr>
                        <a:t>Breeze</a:t>
                      </a:r>
                    </a:p>
                  </a:txBody>
                  <a:tcPr/>
                </a:tc>
                <a:tc>
                  <a:txBody>
                    <a:bodyPr/>
                    <a:lstStyle/>
                    <a:p>
                      <a:r>
                        <a:rPr lang="en-US" sz="800">
                          <a:solidFill>
                            <a:srgbClr val="0070C0"/>
                          </a:solidFill>
                        </a:rPr>
                        <a:t>Same</a:t>
                      </a:r>
                      <a:endParaRPr lang="en-US" sz="800" dirty="0">
                        <a:solidFill>
                          <a:srgbClr val="0070C0"/>
                        </a:solidFill>
                      </a:endParaRPr>
                    </a:p>
                  </a:txBody>
                  <a:tcPr/>
                </a:tc>
                <a:tc>
                  <a:txBody>
                    <a:bodyPr/>
                    <a:lstStyle/>
                    <a:p>
                      <a:r>
                        <a:rPr lang="en-US" sz="800" dirty="0">
                          <a:solidFill>
                            <a:srgbClr val="0070C0"/>
                          </a:solidFill>
                        </a:rPr>
                        <a:t>Yes</a:t>
                      </a:r>
                    </a:p>
                  </a:txBody>
                  <a:tcPr/>
                </a:tc>
                <a:extLst>
                  <a:ext uri="{0D108BD9-81ED-4DB2-BD59-A6C34878D82A}">
                    <a16:rowId xmlns:a16="http://schemas.microsoft.com/office/drawing/2014/main" val="10004"/>
                  </a:ext>
                </a:extLst>
              </a:tr>
              <a:tr h="288741">
                <a:tc>
                  <a:txBody>
                    <a:bodyPr/>
                    <a:lstStyle/>
                    <a:p>
                      <a:r>
                        <a:rPr lang="en-US" sz="800" dirty="0"/>
                        <a:t>Sunny</a:t>
                      </a:r>
                    </a:p>
                  </a:txBody>
                  <a:tcPr/>
                </a:tc>
                <a:tc>
                  <a:txBody>
                    <a:bodyPr/>
                    <a:lstStyle/>
                    <a:p>
                      <a:r>
                        <a:rPr lang="en-US" sz="800" dirty="0"/>
                        <a:t>Hot</a:t>
                      </a:r>
                    </a:p>
                  </a:txBody>
                  <a:tcPr/>
                </a:tc>
                <a:tc>
                  <a:txBody>
                    <a:bodyPr/>
                    <a:lstStyle/>
                    <a:p>
                      <a:r>
                        <a:rPr lang="en-US" sz="800" dirty="0"/>
                        <a:t>Normal</a:t>
                      </a:r>
                    </a:p>
                  </a:txBody>
                  <a:tcPr/>
                </a:tc>
                <a:tc>
                  <a:txBody>
                    <a:bodyPr/>
                    <a:lstStyle/>
                    <a:p>
                      <a:r>
                        <a:rPr lang="en-US" sz="800" dirty="0"/>
                        <a:t>Breeze</a:t>
                      </a:r>
                    </a:p>
                  </a:txBody>
                  <a:tcPr/>
                </a:tc>
                <a:tc>
                  <a:txBody>
                    <a:bodyPr/>
                    <a:lstStyle/>
                    <a:p>
                      <a:r>
                        <a:rPr lang="en-US" sz="800" dirty="0"/>
                        <a:t>Same</a:t>
                      </a:r>
                    </a:p>
                  </a:txBody>
                  <a:tcPr/>
                </a:tc>
                <a:tc>
                  <a:txBody>
                    <a:bodyPr/>
                    <a:lstStyle/>
                    <a:p>
                      <a:r>
                        <a:rPr lang="en-US" sz="800" dirty="0"/>
                        <a:t>No</a:t>
                      </a:r>
                    </a:p>
                  </a:txBody>
                  <a:tcPr/>
                </a:tc>
                <a:extLst>
                  <a:ext uri="{0D108BD9-81ED-4DB2-BD59-A6C34878D82A}">
                    <a16:rowId xmlns:a16="http://schemas.microsoft.com/office/drawing/2014/main" val="10005"/>
                  </a:ext>
                </a:extLst>
              </a:tr>
              <a:tr h="288741">
                <a:tc>
                  <a:txBody>
                    <a:bodyPr/>
                    <a:lstStyle/>
                    <a:p>
                      <a:r>
                        <a:rPr lang="en-US" sz="800"/>
                        <a:t>Rainy</a:t>
                      </a:r>
                      <a:endParaRPr lang="en-US" sz="800" dirty="0"/>
                    </a:p>
                  </a:txBody>
                  <a:tcPr/>
                </a:tc>
                <a:tc>
                  <a:txBody>
                    <a:bodyPr/>
                    <a:lstStyle/>
                    <a:p>
                      <a:r>
                        <a:rPr lang="en-US" sz="800"/>
                        <a:t>Cold</a:t>
                      </a:r>
                      <a:endParaRPr lang="en-US" sz="800" dirty="0"/>
                    </a:p>
                  </a:txBody>
                  <a:tcPr/>
                </a:tc>
                <a:tc>
                  <a:txBody>
                    <a:bodyPr/>
                    <a:lstStyle/>
                    <a:p>
                      <a:r>
                        <a:rPr lang="en-US" sz="800"/>
                        <a:t>High</a:t>
                      </a:r>
                      <a:endParaRPr lang="en-US" sz="800" dirty="0"/>
                    </a:p>
                  </a:txBody>
                  <a:tcPr/>
                </a:tc>
                <a:tc>
                  <a:txBody>
                    <a:bodyPr/>
                    <a:lstStyle/>
                    <a:p>
                      <a:r>
                        <a:rPr lang="en-US" sz="800"/>
                        <a:t>Strong</a:t>
                      </a:r>
                      <a:endParaRPr lang="en-US" sz="800" dirty="0"/>
                    </a:p>
                  </a:txBody>
                  <a:tcPr/>
                </a:tc>
                <a:tc>
                  <a:txBody>
                    <a:bodyPr/>
                    <a:lstStyle/>
                    <a:p>
                      <a:r>
                        <a:rPr lang="en-US" sz="800"/>
                        <a:t>Change</a:t>
                      </a:r>
                      <a:endParaRPr lang="en-US" sz="800" dirty="0"/>
                    </a:p>
                  </a:txBody>
                  <a:tcPr/>
                </a:tc>
                <a:tc>
                  <a:txBody>
                    <a:bodyPr/>
                    <a:lstStyle/>
                    <a:p>
                      <a:r>
                        <a:rPr lang="en-US" sz="800" dirty="0"/>
                        <a:t>No</a:t>
                      </a:r>
                    </a:p>
                  </a:txBody>
                  <a:tcPr/>
                </a:tc>
                <a:extLst>
                  <a:ext uri="{0D108BD9-81ED-4DB2-BD59-A6C34878D82A}">
                    <a16:rowId xmlns:a16="http://schemas.microsoft.com/office/drawing/2014/main" val="10006"/>
                  </a:ext>
                </a:extLst>
              </a:tr>
              <a:tr h="288741">
                <a:tc>
                  <a:txBody>
                    <a:bodyPr/>
                    <a:lstStyle/>
                    <a:p>
                      <a:r>
                        <a:rPr lang="en-US" sz="800" dirty="0">
                          <a:solidFill>
                            <a:srgbClr val="0070C0"/>
                          </a:solidFill>
                        </a:rPr>
                        <a:t>Sunny</a:t>
                      </a:r>
                    </a:p>
                  </a:txBody>
                  <a:tcPr/>
                </a:tc>
                <a:tc>
                  <a:txBody>
                    <a:bodyPr/>
                    <a:lstStyle/>
                    <a:p>
                      <a:r>
                        <a:rPr lang="en-US" sz="800">
                          <a:solidFill>
                            <a:srgbClr val="0070C0"/>
                          </a:solidFill>
                        </a:rPr>
                        <a:t>Warm</a:t>
                      </a:r>
                      <a:endParaRPr lang="en-US" sz="800" dirty="0">
                        <a:solidFill>
                          <a:srgbClr val="0070C0"/>
                        </a:solidFill>
                      </a:endParaRPr>
                    </a:p>
                  </a:txBody>
                  <a:tcPr/>
                </a:tc>
                <a:tc>
                  <a:txBody>
                    <a:bodyPr/>
                    <a:lstStyle/>
                    <a:p>
                      <a:r>
                        <a:rPr lang="en-US" sz="800">
                          <a:solidFill>
                            <a:srgbClr val="0070C0"/>
                          </a:solidFill>
                        </a:rPr>
                        <a:t>High</a:t>
                      </a:r>
                      <a:endParaRPr lang="en-US" sz="800" dirty="0">
                        <a:solidFill>
                          <a:srgbClr val="0070C0"/>
                        </a:solidFill>
                      </a:endParaRPr>
                    </a:p>
                  </a:txBody>
                  <a:tcPr/>
                </a:tc>
                <a:tc>
                  <a:txBody>
                    <a:bodyPr/>
                    <a:lstStyle/>
                    <a:p>
                      <a:r>
                        <a:rPr lang="en-US" sz="800">
                          <a:solidFill>
                            <a:srgbClr val="0070C0"/>
                          </a:solidFill>
                        </a:rPr>
                        <a:t>Strong</a:t>
                      </a:r>
                      <a:endParaRPr lang="en-US" sz="800" dirty="0">
                        <a:solidFill>
                          <a:srgbClr val="0070C0"/>
                        </a:solidFill>
                      </a:endParaRPr>
                    </a:p>
                  </a:txBody>
                  <a:tcPr/>
                </a:tc>
                <a:tc>
                  <a:txBody>
                    <a:bodyPr/>
                    <a:lstStyle/>
                    <a:p>
                      <a:r>
                        <a:rPr lang="en-US" sz="800">
                          <a:solidFill>
                            <a:srgbClr val="0070C0"/>
                          </a:solidFill>
                        </a:rPr>
                        <a:t>Change</a:t>
                      </a:r>
                      <a:endParaRPr lang="en-US" sz="800" dirty="0">
                        <a:solidFill>
                          <a:srgbClr val="0070C0"/>
                        </a:solidFill>
                      </a:endParaRPr>
                    </a:p>
                  </a:txBody>
                  <a:tcPr/>
                </a:tc>
                <a:tc>
                  <a:txBody>
                    <a:bodyPr/>
                    <a:lstStyle/>
                    <a:p>
                      <a:r>
                        <a:rPr lang="en-US" sz="800" dirty="0">
                          <a:solidFill>
                            <a:srgbClr val="0070C0"/>
                          </a:solidFill>
                        </a:rPr>
                        <a:t>Yes</a:t>
                      </a:r>
                    </a:p>
                  </a:txBody>
                  <a:tcPr/>
                </a:tc>
                <a:extLst>
                  <a:ext uri="{0D108BD9-81ED-4DB2-BD59-A6C34878D82A}">
                    <a16:rowId xmlns:a16="http://schemas.microsoft.com/office/drawing/2014/main" val="10007"/>
                  </a:ext>
                </a:extLst>
              </a:tr>
              <a:tr h="288741">
                <a:tc>
                  <a:txBody>
                    <a:bodyPr/>
                    <a:lstStyle/>
                    <a:p>
                      <a:r>
                        <a:rPr lang="en-US" sz="800" dirty="0"/>
                        <a:t>Sunny</a:t>
                      </a:r>
                    </a:p>
                  </a:txBody>
                  <a:tcPr>
                    <a:solidFill>
                      <a:schemeClr val="bg2"/>
                    </a:solidFill>
                  </a:tcPr>
                </a:tc>
                <a:tc>
                  <a:txBody>
                    <a:bodyPr/>
                    <a:lstStyle/>
                    <a:p>
                      <a:r>
                        <a:rPr lang="en-US" sz="800" dirty="0"/>
                        <a:t>Warm</a:t>
                      </a:r>
                    </a:p>
                  </a:txBody>
                  <a:tcPr>
                    <a:solidFill>
                      <a:schemeClr val="bg2"/>
                    </a:solidFill>
                  </a:tcPr>
                </a:tc>
                <a:tc>
                  <a:txBody>
                    <a:bodyPr/>
                    <a:lstStyle/>
                    <a:p>
                      <a:r>
                        <a:rPr lang="en-US" sz="800" dirty="0"/>
                        <a:t>Normal</a:t>
                      </a:r>
                    </a:p>
                  </a:txBody>
                  <a:tcPr>
                    <a:solidFill>
                      <a:schemeClr val="bg2"/>
                    </a:solidFill>
                  </a:tcPr>
                </a:tc>
                <a:tc>
                  <a:txBody>
                    <a:bodyPr/>
                    <a:lstStyle/>
                    <a:p>
                      <a:r>
                        <a:rPr lang="en-US" sz="800" dirty="0"/>
                        <a:t>Strong</a:t>
                      </a:r>
                    </a:p>
                  </a:txBody>
                  <a:tcPr>
                    <a:solidFill>
                      <a:schemeClr val="bg2"/>
                    </a:solidFill>
                  </a:tcPr>
                </a:tc>
                <a:tc>
                  <a:txBody>
                    <a:bodyPr/>
                    <a:lstStyle/>
                    <a:p>
                      <a:r>
                        <a:rPr lang="en-US" sz="800" dirty="0"/>
                        <a:t>Change</a:t>
                      </a:r>
                    </a:p>
                  </a:txBody>
                  <a:tcPr>
                    <a:solidFill>
                      <a:schemeClr val="bg2"/>
                    </a:solidFill>
                  </a:tcPr>
                </a:tc>
                <a:tc>
                  <a:txBody>
                    <a:bodyPr/>
                    <a:lstStyle/>
                    <a:p>
                      <a:r>
                        <a:rPr lang="en-US" sz="800" dirty="0"/>
                        <a:t>????</a:t>
                      </a:r>
                    </a:p>
                  </a:txBody>
                  <a:tcPr>
                    <a:solidFill>
                      <a:schemeClr val="bg2"/>
                    </a:solidFill>
                  </a:tcPr>
                </a:tc>
                <a:extLst>
                  <a:ext uri="{0D108BD9-81ED-4DB2-BD59-A6C34878D82A}">
                    <a16:rowId xmlns:a16="http://schemas.microsoft.com/office/drawing/2014/main" val="10008"/>
                  </a:ext>
                </a:extLst>
              </a:tr>
              <a:tr h="288741">
                <a:tc>
                  <a:txBody>
                    <a:bodyPr/>
                    <a:lstStyle/>
                    <a:p>
                      <a:r>
                        <a:rPr lang="en-US" sz="800" dirty="0"/>
                        <a:t>Rainy</a:t>
                      </a:r>
                    </a:p>
                  </a:txBody>
                  <a:tcPr>
                    <a:solidFill>
                      <a:schemeClr val="bg2"/>
                    </a:solidFill>
                  </a:tcPr>
                </a:tc>
                <a:tc>
                  <a:txBody>
                    <a:bodyPr/>
                    <a:lstStyle/>
                    <a:p>
                      <a:r>
                        <a:rPr lang="en-US" sz="800" dirty="0"/>
                        <a:t>Warm</a:t>
                      </a:r>
                    </a:p>
                  </a:txBody>
                  <a:tcPr>
                    <a:solidFill>
                      <a:schemeClr val="bg2"/>
                    </a:solidFill>
                  </a:tcPr>
                </a:tc>
                <a:tc>
                  <a:txBody>
                    <a:bodyPr/>
                    <a:lstStyle/>
                    <a:p>
                      <a:r>
                        <a:rPr lang="en-US" sz="800" dirty="0"/>
                        <a:t>Normal</a:t>
                      </a:r>
                    </a:p>
                  </a:txBody>
                  <a:tcPr>
                    <a:solidFill>
                      <a:schemeClr val="bg2"/>
                    </a:solidFill>
                  </a:tcPr>
                </a:tc>
                <a:tc>
                  <a:txBody>
                    <a:bodyPr/>
                    <a:lstStyle/>
                    <a:p>
                      <a:r>
                        <a:rPr lang="en-US" sz="800" dirty="0"/>
                        <a:t>Breeze</a:t>
                      </a:r>
                    </a:p>
                  </a:txBody>
                  <a:tcPr>
                    <a:solidFill>
                      <a:schemeClr val="bg2"/>
                    </a:solidFill>
                  </a:tcPr>
                </a:tc>
                <a:tc>
                  <a:txBody>
                    <a:bodyPr/>
                    <a:lstStyle/>
                    <a:p>
                      <a:r>
                        <a:rPr lang="en-US" sz="800" dirty="0"/>
                        <a:t>Same</a:t>
                      </a:r>
                    </a:p>
                  </a:txBody>
                  <a:tcPr>
                    <a:solidFill>
                      <a:schemeClr val="bg2"/>
                    </a:solidFill>
                  </a:tcPr>
                </a:tc>
                <a:tc>
                  <a:txBody>
                    <a:bodyPr/>
                    <a:lstStyle/>
                    <a:p>
                      <a:r>
                        <a:rPr lang="en-US" sz="800" dirty="0"/>
                        <a:t>????</a:t>
                      </a:r>
                    </a:p>
                  </a:txBody>
                  <a:tcPr>
                    <a:solidFill>
                      <a:schemeClr val="bg2"/>
                    </a:solidFill>
                  </a:tcPr>
                </a:tc>
                <a:extLst>
                  <a:ext uri="{0D108BD9-81ED-4DB2-BD59-A6C34878D82A}">
                    <a16:rowId xmlns:a16="http://schemas.microsoft.com/office/drawing/2014/main" val="10009"/>
                  </a:ext>
                </a:extLst>
              </a:tr>
            </a:tbl>
          </a:graphicData>
        </a:graphic>
      </p:graphicFrame>
      <p:sp>
        <p:nvSpPr>
          <p:cNvPr id="7" name="Content Placeholder 2"/>
          <p:cNvSpPr>
            <a:spLocks noGrp="1"/>
          </p:cNvSpPr>
          <p:nvPr>
            <p:ph sz="quarter" idx="10"/>
          </p:nvPr>
        </p:nvSpPr>
        <p:spPr>
          <a:xfrm>
            <a:off x="304800" y="589597"/>
            <a:ext cx="6324600" cy="609600"/>
          </a:xfrm>
        </p:spPr>
        <p:txBody>
          <a:bodyPr>
            <a:normAutofit/>
          </a:bodyPr>
          <a:lstStyle/>
          <a:p>
            <a:r>
              <a:rPr lang="en-US" altLang="en-US" sz="2000" dirty="0"/>
              <a:t>Example: Play Tennis</a:t>
            </a:r>
            <a:endParaRPr lang="en-IN" sz="2000" dirty="0"/>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1B31786A-872E-320D-5DFB-D5CEE41D381C}"/>
                  </a:ext>
                </a:extLst>
              </p14:cNvPr>
              <p14:cNvContentPartPr/>
              <p14:nvPr/>
            </p14:nvContentPartPr>
            <p14:xfrm>
              <a:off x="419760" y="3141720"/>
              <a:ext cx="4716720" cy="3412440"/>
            </p14:xfrm>
          </p:contentPart>
        </mc:Choice>
        <mc:Fallback>
          <p:pic>
            <p:nvPicPr>
              <p:cNvPr id="3" name="Ink 2">
                <a:extLst>
                  <a:ext uri="{FF2B5EF4-FFF2-40B4-BE49-F238E27FC236}">
                    <a16:creationId xmlns:a16="http://schemas.microsoft.com/office/drawing/2014/main" id="{1B31786A-872E-320D-5DFB-D5CEE41D381C}"/>
                  </a:ext>
                </a:extLst>
              </p:cNvPr>
              <p:cNvPicPr/>
              <p:nvPr/>
            </p:nvPicPr>
            <p:blipFill>
              <a:blip r:embed="rId3"/>
              <a:stretch>
                <a:fillRect/>
              </a:stretch>
            </p:blipFill>
            <p:spPr>
              <a:xfrm>
                <a:off x="410400" y="3132360"/>
                <a:ext cx="4735440" cy="3431160"/>
              </a:xfrm>
              <a:prstGeom prst="rect">
                <a:avLst/>
              </a:prstGeom>
            </p:spPr>
          </p:pic>
        </mc:Fallback>
      </mc:AlternateContent>
    </p:spTree>
    <p:extLst>
      <p:ext uri="{BB962C8B-B14F-4D97-AF65-F5344CB8AC3E}">
        <p14:creationId xmlns:p14="http://schemas.microsoft.com/office/powerpoint/2010/main" val="36425484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274638"/>
            <a:ext cx="8748464" cy="850106"/>
          </a:xfrm>
        </p:spPr>
        <p:txBody>
          <a:bodyPr/>
          <a:lstStyle/>
          <a:p>
            <a:r>
              <a:rPr lang="en-US" sz="2400" b="1" dirty="0">
                <a:latin typeface="+mj-lt"/>
              </a:rPr>
              <a:t>Naïve Bayes: Continuous Features</a:t>
            </a:r>
          </a:p>
        </p:txBody>
      </p:sp>
      <mc:AlternateContent xmlns:mc="http://schemas.openxmlformats.org/markup-compatibility/2006" xmlns:a14="http://schemas.microsoft.com/office/drawing/2010/main">
        <mc:Choice Requires="a14">
          <p:sp>
            <p:nvSpPr>
              <p:cNvPr id="4" name="Text Placeholder 3"/>
              <p:cNvSpPr>
                <a:spLocks noGrp="1"/>
              </p:cNvSpPr>
              <p:nvPr>
                <p:ph type="body" idx="1"/>
              </p:nvPr>
            </p:nvSpPr>
            <p:spPr>
              <a:xfrm>
                <a:off x="212501" y="1487622"/>
                <a:ext cx="8229600" cy="4525963"/>
              </a:xfrm>
            </p:spPr>
            <p:txBody>
              <a:bodyPr>
                <a:normAutofit/>
              </a:bodyPr>
              <a:lstStyle/>
              <a:p>
                <a14:m>
                  <m:oMath xmlns:m="http://schemas.openxmlformats.org/officeDocument/2006/math">
                    <m:sSub>
                      <m:sSubPr>
                        <m:ctrlPr>
                          <a:rPr lang="en-US" sz="1800" i="1" dirty="0" smtClean="0">
                            <a:solidFill>
                              <a:schemeClr val="tx1"/>
                            </a:solidFill>
                            <a:latin typeface="Cambria Math" panose="02040503050406030204" pitchFamily="18" charset="0"/>
                          </a:rPr>
                        </m:ctrlPr>
                      </m:sSubPr>
                      <m:e>
                        <m:r>
                          <m:rPr>
                            <m:sty m:val="p"/>
                          </m:rPr>
                          <a:rPr lang="en-US" sz="1800" i="0" dirty="0">
                            <a:solidFill>
                              <a:schemeClr val="tx1"/>
                            </a:solidFill>
                            <a:latin typeface="Cambria Math" panose="02040503050406030204" pitchFamily="18" charset="0"/>
                          </a:rPr>
                          <m:t>X</m:t>
                        </m:r>
                      </m:e>
                      <m:sub>
                        <m:r>
                          <m:rPr>
                            <m:sty m:val="p"/>
                          </m:rPr>
                          <a:rPr lang="en-US" sz="1800" i="0" dirty="0">
                            <a:solidFill>
                              <a:schemeClr val="tx1"/>
                            </a:solidFill>
                            <a:latin typeface="Cambria Math" panose="02040503050406030204" pitchFamily="18" charset="0"/>
                          </a:rPr>
                          <m:t>i</m:t>
                        </m:r>
                      </m:sub>
                    </m:sSub>
                  </m:oMath>
                </a14:m>
                <a:r>
                  <a:rPr lang="en-US" sz="1800" dirty="0">
                    <a:solidFill>
                      <a:schemeClr val="tx1"/>
                    </a:solidFill>
                    <a:latin typeface="Arial" panose="020B0604020202020204" pitchFamily="34" charset="0"/>
                    <a:cs typeface="Arial" panose="020B0604020202020204" pitchFamily="34" charset="0"/>
                  </a:rPr>
                  <a:t> can be continuous</a:t>
                </a:r>
              </a:p>
              <a:p>
                <a:endParaRPr lang="en-US" sz="1800" dirty="0">
                  <a:solidFill>
                    <a:schemeClr val="tx1"/>
                  </a:solidFill>
                  <a:latin typeface="Arial" panose="020B0604020202020204" pitchFamily="34" charset="0"/>
                  <a:cs typeface="Arial" panose="020B0604020202020204" pitchFamily="34" charset="0"/>
                </a:endParaRPr>
              </a:p>
              <a:p>
                <a:pPr marL="0" indent="0">
                  <a:buNone/>
                </a:pPr>
                <a:r>
                  <a:rPr lang="en-US" sz="1800" dirty="0">
                    <a:solidFill>
                      <a:schemeClr val="tx1"/>
                    </a:solidFill>
                    <a:latin typeface="Arial" panose="020B0604020202020204" pitchFamily="34" charset="0"/>
                    <a:cs typeface="Arial" panose="020B0604020202020204" pitchFamily="34" charset="0"/>
                  </a:rPr>
                  <a:t>Naïve Bayes classifier:</a:t>
                </a:r>
              </a:p>
              <a:p>
                <a:pPr marL="0" indent="0">
                  <a:buNone/>
                </a:pPr>
                <a14:m>
                  <m:oMathPara xmlns:m="http://schemas.openxmlformats.org/officeDocument/2006/math">
                    <m:oMathParaPr>
                      <m:jc m:val="centerGroup"/>
                    </m:oMathParaPr>
                    <m:oMath xmlns:m="http://schemas.openxmlformats.org/officeDocument/2006/math">
                      <m:r>
                        <m:rPr>
                          <m:sty m:val="p"/>
                        </m:rPr>
                        <a:rPr lang="en-US" sz="1800" i="0">
                          <a:solidFill>
                            <a:schemeClr val="tx1"/>
                          </a:solidFill>
                          <a:latin typeface="Cambria Math" panose="02040503050406030204" pitchFamily="18" charset="0"/>
                        </a:rPr>
                        <m:t>Y</m:t>
                      </m:r>
                      <m:r>
                        <a:rPr lang="en-US" sz="1800" i="0">
                          <a:solidFill>
                            <a:schemeClr val="tx1"/>
                          </a:solidFill>
                          <a:latin typeface="Cambria Math" panose="02040503050406030204" pitchFamily="18" charset="0"/>
                        </a:rPr>
                        <m:t>=</m:t>
                      </m:r>
                      <m:func>
                        <m:funcPr>
                          <m:ctrlPr>
                            <a:rPr lang="en-US" sz="1800" i="1">
                              <a:solidFill>
                                <a:schemeClr val="tx1"/>
                              </a:solidFill>
                              <a:latin typeface="Cambria Math" panose="02040503050406030204" pitchFamily="18" charset="0"/>
                            </a:rPr>
                          </m:ctrlPr>
                        </m:funcPr>
                        <m:fName>
                          <m:r>
                            <m:rPr>
                              <m:sty m:val="p"/>
                            </m:rPr>
                            <a:rPr lang="en-US" sz="1800" i="0">
                              <a:solidFill>
                                <a:schemeClr val="tx1"/>
                              </a:solidFill>
                              <a:latin typeface="Cambria Math" panose="02040503050406030204" pitchFamily="18" charset="0"/>
                            </a:rPr>
                            <m:t>arg</m:t>
                          </m:r>
                        </m:fName>
                        <m:e>
                          <m:func>
                            <m:funcPr>
                              <m:ctrlPr>
                                <a:rPr lang="en-US" sz="1800" i="1">
                                  <a:solidFill>
                                    <a:schemeClr val="tx1"/>
                                  </a:solidFill>
                                  <a:latin typeface="Cambria Math" panose="02040503050406030204" pitchFamily="18" charset="0"/>
                                </a:rPr>
                              </m:ctrlPr>
                            </m:funcPr>
                            <m:fName>
                              <m:limLow>
                                <m:limLowPr>
                                  <m:ctrlPr>
                                    <a:rPr lang="en-US" sz="1800" i="1">
                                      <a:solidFill>
                                        <a:schemeClr val="tx1"/>
                                      </a:solidFill>
                                      <a:latin typeface="Cambria Math" panose="02040503050406030204" pitchFamily="18" charset="0"/>
                                    </a:rPr>
                                  </m:ctrlPr>
                                </m:limLowPr>
                                <m:e>
                                  <m:r>
                                    <m:rPr>
                                      <m:sty m:val="p"/>
                                    </m:rPr>
                                    <a:rPr lang="en-US" sz="1800" i="0">
                                      <a:solidFill>
                                        <a:schemeClr val="tx1"/>
                                      </a:solidFill>
                                      <a:latin typeface="Cambria Math" panose="02040503050406030204" pitchFamily="18" charset="0"/>
                                    </a:rPr>
                                    <m:t>max</m:t>
                                  </m:r>
                                </m:e>
                                <m:lim>
                                  <m:r>
                                    <m:rPr>
                                      <m:sty m:val="p"/>
                                    </m:rPr>
                                    <a:rPr lang="en-US" sz="1800" i="0">
                                      <a:solidFill>
                                        <a:schemeClr val="tx1"/>
                                      </a:solidFill>
                                      <a:latin typeface="Cambria Math" panose="02040503050406030204" pitchFamily="18" charset="0"/>
                                    </a:rPr>
                                    <m:t>y</m:t>
                                  </m:r>
                                </m:lim>
                              </m:limLow>
                            </m:fName>
                            <m:e>
                              <m:r>
                                <m:rPr>
                                  <m:sty m:val="p"/>
                                </m:rPr>
                                <a:rPr lang="en-US" sz="1800" i="0">
                                  <a:solidFill>
                                    <a:schemeClr val="tx1"/>
                                  </a:solidFill>
                                  <a:latin typeface="Cambria Math" panose="02040503050406030204" pitchFamily="18" charset="0"/>
                                </a:rPr>
                                <m:t>P</m:t>
                              </m:r>
                              <m:d>
                                <m:dPr>
                                  <m:ctrlPr>
                                    <a:rPr lang="en-US" sz="1800" i="1">
                                      <a:solidFill>
                                        <a:schemeClr val="tx1"/>
                                      </a:solidFill>
                                      <a:latin typeface="Cambria Math" panose="02040503050406030204" pitchFamily="18" charset="0"/>
                                    </a:rPr>
                                  </m:ctrlPr>
                                </m:dPr>
                                <m:e>
                                  <m:r>
                                    <m:rPr>
                                      <m:sty m:val="p"/>
                                    </m:rPr>
                                    <a:rPr lang="en-US" sz="1800" i="0">
                                      <a:solidFill>
                                        <a:schemeClr val="tx1"/>
                                      </a:solidFill>
                                      <a:latin typeface="Cambria Math" panose="02040503050406030204" pitchFamily="18" charset="0"/>
                                    </a:rPr>
                                    <m:t>Y</m:t>
                                  </m:r>
                                  <m:r>
                                    <a:rPr lang="en-US" sz="1800" i="0">
                                      <a:solidFill>
                                        <a:schemeClr val="tx1"/>
                                      </a:solidFill>
                                      <a:latin typeface="Cambria Math" panose="02040503050406030204" pitchFamily="18" charset="0"/>
                                    </a:rPr>
                                    <m:t>=</m:t>
                                  </m:r>
                                  <m:r>
                                    <m:rPr>
                                      <m:sty m:val="p"/>
                                    </m:rPr>
                                    <a:rPr lang="en-US" sz="1800" i="0">
                                      <a:solidFill>
                                        <a:schemeClr val="tx1"/>
                                      </a:solidFill>
                                      <a:latin typeface="Cambria Math" panose="02040503050406030204" pitchFamily="18" charset="0"/>
                                    </a:rPr>
                                    <m:t>y</m:t>
                                  </m:r>
                                </m:e>
                              </m:d>
                              <m:nary>
                                <m:naryPr>
                                  <m:chr m:val="∏"/>
                                  <m:supHide m:val="on"/>
                                  <m:ctrlPr>
                                    <a:rPr lang="en-US" sz="1800" i="1">
                                      <a:solidFill>
                                        <a:schemeClr val="tx1"/>
                                      </a:solidFill>
                                      <a:latin typeface="Cambria Math" panose="02040503050406030204" pitchFamily="18" charset="0"/>
                                    </a:rPr>
                                  </m:ctrlPr>
                                </m:naryPr>
                                <m:sub>
                                  <m:r>
                                    <m:rPr>
                                      <m:sty m:val="p"/>
                                    </m:rPr>
                                    <a:rPr lang="en-US" sz="1800" i="0">
                                      <a:solidFill>
                                        <a:schemeClr val="tx1"/>
                                      </a:solidFill>
                                      <a:latin typeface="Cambria Math" panose="02040503050406030204" pitchFamily="18" charset="0"/>
                                    </a:rPr>
                                    <m:t>i</m:t>
                                  </m:r>
                                </m:sub>
                                <m:sup/>
                                <m:e>
                                  <m:r>
                                    <m:rPr>
                                      <m:sty m:val="p"/>
                                    </m:rPr>
                                    <a:rPr lang="en-US" sz="1800" i="0">
                                      <a:solidFill>
                                        <a:schemeClr val="tx1"/>
                                      </a:solidFill>
                                      <a:latin typeface="Cambria Math" panose="02040503050406030204" pitchFamily="18" charset="0"/>
                                    </a:rPr>
                                    <m:t>P</m:t>
                                  </m:r>
                                  <m:r>
                                    <a:rPr lang="en-US" sz="1800" i="0">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m:rPr>
                                          <m:sty m:val="p"/>
                                        </m:rPr>
                                        <a:rPr lang="en-US" sz="1800" i="0">
                                          <a:solidFill>
                                            <a:schemeClr val="tx1"/>
                                          </a:solidFill>
                                          <a:latin typeface="Cambria Math" panose="02040503050406030204" pitchFamily="18" charset="0"/>
                                        </a:rPr>
                                        <m:t>X</m:t>
                                      </m:r>
                                    </m:e>
                                    <m:sub>
                                      <m:r>
                                        <m:rPr>
                                          <m:sty m:val="p"/>
                                        </m:rPr>
                                        <a:rPr lang="en-US" sz="1800" i="0">
                                          <a:solidFill>
                                            <a:schemeClr val="tx1"/>
                                          </a:solidFill>
                                          <a:latin typeface="Cambria Math" panose="02040503050406030204" pitchFamily="18" charset="0"/>
                                        </a:rPr>
                                        <m:t>i</m:t>
                                      </m:r>
                                    </m:sub>
                                  </m:sSub>
                                  <m:r>
                                    <a:rPr lang="en-US" sz="1800" i="0">
                                      <a:solidFill>
                                        <a:schemeClr val="tx1"/>
                                      </a:solidFill>
                                      <a:latin typeface="Cambria Math" panose="02040503050406030204" pitchFamily="18" charset="0"/>
                                    </a:rPr>
                                    <m:t>|</m:t>
                                  </m:r>
                                  <m:r>
                                    <m:rPr>
                                      <m:sty m:val="p"/>
                                    </m:rPr>
                                    <a:rPr lang="en-US" sz="1800" i="0">
                                      <a:solidFill>
                                        <a:schemeClr val="tx1"/>
                                      </a:solidFill>
                                      <a:latin typeface="Cambria Math" panose="02040503050406030204" pitchFamily="18" charset="0"/>
                                    </a:rPr>
                                    <m:t>Y</m:t>
                                  </m:r>
                                  <m:r>
                                    <a:rPr lang="en-US" sz="1800" i="0">
                                      <a:solidFill>
                                        <a:schemeClr val="tx1"/>
                                      </a:solidFill>
                                      <a:latin typeface="Cambria Math" panose="02040503050406030204" pitchFamily="18" charset="0"/>
                                    </a:rPr>
                                    <m:t>=</m:t>
                                  </m:r>
                                  <m:r>
                                    <m:rPr>
                                      <m:sty m:val="p"/>
                                    </m:rPr>
                                    <a:rPr lang="en-US" sz="1800" i="0">
                                      <a:solidFill>
                                        <a:schemeClr val="tx1"/>
                                      </a:solidFill>
                                      <a:latin typeface="Cambria Math" panose="02040503050406030204" pitchFamily="18" charset="0"/>
                                    </a:rPr>
                                    <m:t>y</m:t>
                                  </m:r>
                                  <m:r>
                                    <a:rPr lang="en-US" sz="1800" i="0">
                                      <a:solidFill>
                                        <a:schemeClr val="tx1"/>
                                      </a:solidFill>
                                      <a:latin typeface="Cambria Math" panose="02040503050406030204" pitchFamily="18" charset="0"/>
                                    </a:rPr>
                                    <m:t>)</m:t>
                                  </m:r>
                                </m:e>
                              </m:nary>
                            </m:e>
                          </m:func>
                        </m:e>
                      </m:func>
                    </m:oMath>
                  </m:oMathPara>
                </a14:m>
                <a:endParaRPr lang="en-US" sz="1800" dirty="0">
                  <a:solidFill>
                    <a:schemeClr val="tx1"/>
                  </a:solidFill>
                  <a:latin typeface="Arial" panose="020B0604020202020204" pitchFamily="34" charset="0"/>
                  <a:cs typeface="Arial" panose="020B0604020202020204" pitchFamily="34" charset="0"/>
                </a:endParaRPr>
              </a:p>
              <a:p>
                <a:pPr marL="0" indent="0">
                  <a:buNone/>
                </a:pPr>
                <a:r>
                  <a:rPr lang="en-US" sz="1800" dirty="0">
                    <a:solidFill>
                      <a:schemeClr val="tx1"/>
                    </a:solidFill>
                    <a:latin typeface="Arial" panose="020B0604020202020204" pitchFamily="34" charset="0"/>
                    <a:cs typeface="Arial" panose="020B0604020202020204" pitchFamily="34" charset="0"/>
                  </a:rPr>
                  <a:t> Assumption: </a:t>
                </a:r>
                <a14:m>
                  <m:oMath xmlns:m="http://schemas.openxmlformats.org/officeDocument/2006/math">
                    <m:r>
                      <m:rPr>
                        <m:sty m:val="p"/>
                      </m:rPr>
                      <a:rPr lang="en-US" sz="1800" i="0" dirty="0">
                        <a:solidFill>
                          <a:schemeClr val="tx1"/>
                        </a:solidFill>
                        <a:latin typeface="Cambria Math" panose="02040503050406030204" pitchFamily="18" charset="0"/>
                      </a:rPr>
                      <m:t>P</m:t>
                    </m:r>
                    <m:r>
                      <a:rPr lang="en-US" sz="1800" i="0" dirty="0">
                        <a:solidFill>
                          <a:schemeClr val="tx1"/>
                        </a:solidFill>
                        <a:latin typeface="Cambria Math" panose="02040503050406030204" pitchFamily="18" charset="0"/>
                      </a:rPr>
                      <m:t>(</m:t>
                    </m:r>
                    <m:sSub>
                      <m:sSubPr>
                        <m:ctrlPr>
                          <a:rPr lang="en-US" sz="1800" i="1" dirty="0">
                            <a:solidFill>
                              <a:schemeClr val="tx1"/>
                            </a:solidFill>
                            <a:latin typeface="Cambria Math" panose="02040503050406030204" pitchFamily="18" charset="0"/>
                          </a:rPr>
                        </m:ctrlPr>
                      </m:sSubPr>
                      <m:e>
                        <m:r>
                          <m:rPr>
                            <m:sty m:val="p"/>
                          </m:rPr>
                          <a:rPr lang="en-US" sz="1800" i="0" dirty="0" err="1">
                            <a:solidFill>
                              <a:schemeClr val="tx1"/>
                            </a:solidFill>
                            <a:latin typeface="Cambria Math" panose="02040503050406030204" pitchFamily="18" charset="0"/>
                          </a:rPr>
                          <m:t>X</m:t>
                        </m:r>
                      </m:e>
                      <m:sub>
                        <m:r>
                          <m:rPr>
                            <m:sty m:val="p"/>
                          </m:rPr>
                          <a:rPr lang="en-US" sz="1800" i="0" dirty="0" err="1">
                            <a:solidFill>
                              <a:schemeClr val="tx1"/>
                            </a:solidFill>
                            <a:latin typeface="Cambria Math" panose="02040503050406030204" pitchFamily="18" charset="0"/>
                          </a:rPr>
                          <m:t>i</m:t>
                        </m:r>
                      </m:sub>
                    </m:sSub>
                    <m:r>
                      <a:rPr lang="en-US" sz="1800" i="0" dirty="0" err="1">
                        <a:solidFill>
                          <a:schemeClr val="tx1"/>
                        </a:solidFill>
                        <a:latin typeface="Cambria Math" panose="02040503050406030204" pitchFamily="18" charset="0"/>
                      </a:rPr>
                      <m:t>|</m:t>
                    </m:r>
                    <m:r>
                      <m:rPr>
                        <m:sty m:val="p"/>
                      </m:rPr>
                      <a:rPr lang="en-US" sz="1800" i="0" dirty="0" err="1">
                        <a:solidFill>
                          <a:schemeClr val="tx1"/>
                        </a:solidFill>
                        <a:latin typeface="Cambria Math" panose="02040503050406030204" pitchFamily="18" charset="0"/>
                      </a:rPr>
                      <m:t>Y</m:t>
                    </m:r>
                    <m:r>
                      <a:rPr lang="en-US" sz="1800" i="0" dirty="0">
                        <a:solidFill>
                          <a:schemeClr val="tx1"/>
                        </a:solidFill>
                        <a:latin typeface="Cambria Math" panose="02040503050406030204" pitchFamily="18" charset="0"/>
                      </a:rPr>
                      <m:t>) </m:t>
                    </m:r>
                  </m:oMath>
                </a14:m>
                <a:r>
                  <a:rPr lang="en-US" sz="1800" dirty="0">
                    <a:solidFill>
                      <a:schemeClr val="tx1"/>
                    </a:solidFill>
                    <a:latin typeface="Arial" panose="020B0604020202020204" pitchFamily="34" charset="0"/>
                    <a:cs typeface="Arial" panose="020B0604020202020204" pitchFamily="34" charset="0"/>
                  </a:rPr>
                  <a:t>has a </a:t>
                </a:r>
                <a:r>
                  <a:rPr lang="en-US" sz="1800" b="1" dirty="0">
                    <a:solidFill>
                      <a:schemeClr val="tx1"/>
                    </a:solidFill>
                    <a:latin typeface="Arial" panose="020B0604020202020204" pitchFamily="34" charset="0"/>
                    <a:cs typeface="Arial" panose="020B0604020202020204" pitchFamily="34" charset="0"/>
                  </a:rPr>
                  <a:t>Gaussian</a:t>
                </a:r>
                <a:r>
                  <a:rPr lang="en-US" sz="1800" dirty="0">
                    <a:solidFill>
                      <a:schemeClr val="tx1"/>
                    </a:solidFill>
                    <a:latin typeface="Arial" panose="020B0604020202020204" pitchFamily="34" charset="0"/>
                    <a:cs typeface="Arial" panose="020B0604020202020204" pitchFamily="34" charset="0"/>
                  </a:rPr>
                  <a:t> distribution  </a:t>
                </a:r>
              </a:p>
              <a:p>
                <a:endParaRPr lang="en-IN" sz="1800" dirty="0">
                  <a:solidFill>
                    <a:schemeClr val="tx1"/>
                  </a:solidFill>
                  <a:latin typeface="Arial" panose="020B0604020202020204" pitchFamily="34" charset="0"/>
                  <a:cs typeface="Arial" panose="020B0604020202020204" pitchFamily="34" charset="0"/>
                </a:endParaRPr>
              </a:p>
            </p:txBody>
          </p:sp>
        </mc:Choice>
        <mc:Fallback xmlns="">
          <p:sp>
            <p:nvSpPr>
              <p:cNvPr id="4" name="Text Placeholder 3"/>
              <p:cNvSpPr>
                <a:spLocks noGrp="1" noRot="1" noChangeAspect="1" noMove="1" noResize="1" noEditPoints="1" noAdjustHandles="1" noChangeArrowheads="1" noChangeShapeType="1" noTextEdit="1"/>
              </p:cNvSpPr>
              <p:nvPr>
                <p:ph type="body" idx="1"/>
              </p:nvPr>
            </p:nvSpPr>
            <p:spPr>
              <a:xfrm>
                <a:off x="212501" y="1487622"/>
                <a:ext cx="8229600" cy="4525963"/>
              </a:xfrm>
              <a:blipFill>
                <a:blip r:embed="rId3"/>
                <a:stretch>
                  <a:fillRect l="-667"/>
                </a:stretch>
              </a:blipFill>
            </p:spPr>
            <p:txBody>
              <a:bodyPr/>
              <a:lstStyle/>
              <a:p>
                <a:r>
                  <a:rPr lang="en-IN">
                    <a:noFill/>
                  </a:rPr>
                  <a:t> </a:t>
                </a:r>
              </a:p>
            </p:txBody>
          </p:sp>
        </mc:Fallback>
      </mc:AlternateContent>
      <p:sp>
        <p:nvSpPr>
          <p:cNvPr id="3" name="Slide Number Placeholder 2"/>
          <p:cNvSpPr>
            <a:spLocks noGrp="1"/>
          </p:cNvSpPr>
          <p:nvPr>
            <p:ph type="sldNum" idx="12"/>
          </p:nvPr>
        </p:nvSpPr>
        <p:spPr/>
        <p:txBody>
          <a:bodyPr/>
          <a:lstStyle/>
          <a:p>
            <a:pPr marL="0" marR="0" lvl="0" indent="0" algn="r" defTabSz="685800" rtl="0" eaLnBrk="1" fontAlgn="base" latinLnBrk="0" hangingPunct="1">
              <a:lnSpc>
                <a:spcPct val="100000"/>
              </a:lnSpc>
              <a:spcBef>
                <a:spcPct val="0"/>
              </a:spcBef>
              <a:spcAft>
                <a:spcPct val="0"/>
              </a:spcAft>
              <a:buClr>
                <a:srgbClr val="000000"/>
              </a:buClr>
              <a:buSzTx/>
              <a:buFont typeface="Arial"/>
              <a:buNone/>
              <a:tabLst/>
              <a:defRPr/>
            </a:pPr>
            <a:fld id="{1081A49A-5B14-409F-93CB-CEF6A4DEA4DC}" type="slidenum">
              <a:rPr kumimoji="0" lang="en-US" sz="1500" b="1" i="0" u="none" strike="noStrike" kern="0" cap="none" spc="0" normalizeH="0" baseline="0" noProof="0">
                <a:ln>
                  <a:noFill/>
                </a:ln>
                <a:solidFill>
                  <a:srgbClr val="0F243E"/>
                </a:solidFill>
                <a:effectLst/>
                <a:uLnTx/>
                <a:uFillTx/>
                <a:latin typeface="Calibri"/>
                <a:ea typeface="Tahoma"/>
                <a:cs typeface="Tahoma"/>
                <a:sym typeface="Tahoma"/>
              </a:rPr>
              <a:pPr marL="0" marR="0" lvl="0" indent="0" algn="r" defTabSz="685800" rtl="0" eaLnBrk="1" fontAlgn="base" latinLnBrk="0" hangingPunct="1">
                <a:lnSpc>
                  <a:spcPct val="100000"/>
                </a:lnSpc>
                <a:spcBef>
                  <a:spcPct val="0"/>
                </a:spcBef>
                <a:spcAft>
                  <a:spcPct val="0"/>
                </a:spcAft>
                <a:buClr>
                  <a:srgbClr val="000000"/>
                </a:buClr>
                <a:buSzTx/>
                <a:buFont typeface="Arial"/>
                <a:buNone/>
                <a:tabLst/>
                <a:defRPr/>
              </a:pPr>
              <a:t>34</a:t>
            </a:fld>
            <a:endParaRPr kumimoji="0" lang="en-US" sz="1500" b="1" i="0" u="none" strike="noStrike" kern="0" cap="none" spc="0" normalizeH="0" baseline="0" noProof="0" dirty="0">
              <a:ln>
                <a:noFill/>
              </a:ln>
              <a:solidFill>
                <a:srgbClr val="0F243E"/>
              </a:solidFill>
              <a:effectLst/>
              <a:uLnTx/>
              <a:uFillTx/>
              <a:latin typeface="Calibri"/>
              <a:ea typeface="Tahoma"/>
              <a:cs typeface="Tahoma"/>
              <a:sym typeface="Tahoma"/>
            </a:endParaRPr>
          </a:p>
        </p:txBody>
      </p:sp>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287FFDEE-7DE8-8042-78F1-3EEC82B43CC7}"/>
                  </a:ext>
                </a:extLst>
              </p14:cNvPr>
              <p14:cNvContentPartPr/>
              <p14:nvPr/>
            </p14:nvContentPartPr>
            <p14:xfrm>
              <a:off x="2280960" y="2031840"/>
              <a:ext cx="6700680" cy="3904920"/>
            </p14:xfrm>
          </p:contentPart>
        </mc:Choice>
        <mc:Fallback>
          <p:pic>
            <p:nvPicPr>
              <p:cNvPr id="5" name="Ink 4">
                <a:extLst>
                  <a:ext uri="{FF2B5EF4-FFF2-40B4-BE49-F238E27FC236}">
                    <a16:creationId xmlns:a16="http://schemas.microsoft.com/office/drawing/2014/main" id="{287FFDEE-7DE8-8042-78F1-3EEC82B43CC7}"/>
                  </a:ext>
                </a:extLst>
              </p:cNvPr>
              <p:cNvPicPr/>
              <p:nvPr/>
            </p:nvPicPr>
            <p:blipFill>
              <a:blip r:embed="rId5"/>
              <a:stretch>
                <a:fillRect/>
              </a:stretch>
            </p:blipFill>
            <p:spPr>
              <a:xfrm>
                <a:off x="2271600" y="2022480"/>
                <a:ext cx="6719400" cy="3923640"/>
              </a:xfrm>
              <a:prstGeom prst="rect">
                <a:avLst/>
              </a:prstGeom>
            </p:spPr>
          </p:pic>
        </mc:Fallback>
      </mc:AlternateContent>
    </p:spTree>
    <p:extLst>
      <p:ext uri="{BB962C8B-B14F-4D97-AF65-F5344CB8AC3E}">
        <p14:creationId xmlns:p14="http://schemas.microsoft.com/office/powerpoint/2010/main" val="2717810284"/>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62" name="Rectangle 2"/>
          <p:cNvSpPr>
            <a:spLocks noGrp="1" noChangeArrowheads="1"/>
          </p:cNvSpPr>
          <p:nvPr>
            <p:ph type="title"/>
          </p:nvPr>
        </p:nvSpPr>
        <p:spPr>
          <a:xfrm>
            <a:off x="160985" y="267301"/>
            <a:ext cx="8336340" cy="850106"/>
          </a:xfrm>
        </p:spPr>
        <p:txBody>
          <a:bodyPr/>
          <a:lstStyle/>
          <a:p>
            <a:r>
              <a:rPr lang="en-US" sz="2400" b="1" dirty="0">
                <a:latin typeface="+mj-lt"/>
              </a:rPr>
              <a:t>The Gaussian Probability Distribution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7EC3043-C391-4CF2-9801-F60DDF1B7214}"/>
                  </a:ext>
                </a:extLst>
              </p:cNvPr>
              <p:cNvSpPr>
                <a:spLocks noGrp="1"/>
              </p:cNvSpPr>
              <p:nvPr>
                <p:ph type="body" idx="1"/>
              </p:nvPr>
            </p:nvSpPr>
            <p:spPr>
              <a:xfrm>
                <a:off x="160985" y="1414378"/>
                <a:ext cx="8841347" cy="4525963"/>
              </a:xfrm>
            </p:spPr>
            <p:txBody>
              <a:bodyPr>
                <a:normAutofit/>
              </a:bodyPr>
              <a:lstStyle/>
              <a:p>
                <a:pPr>
                  <a:lnSpc>
                    <a:spcPct val="150000"/>
                  </a:lnSpc>
                </a:pPr>
                <a:r>
                  <a:rPr lang="en-US" sz="1800" dirty="0">
                    <a:latin typeface="Arial" panose="020B0604020202020204" pitchFamily="34" charset="0"/>
                    <a:cs typeface="Arial" panose="020B0604020202020204" pitchFamily="34" charset="0"/>
                  </a:rPr>
                  <a:t>It is a continuous distribution with pdf:</a:t>
                </a:r>
              </a:p>
              <a:p>
                <a:pPr marL="114300" indent="0">
                  <a:lnSpc>
                    <a:spcPct val="150000"/>
                  </a:lnSpc>
                  <a:buNone/>
                </a:pPr>
                <a:r>
                  <a:rPr lang="en-US" sz="1800" dirty="0">
                    <a:latin typeface="Arial" panose="020B0604020202020204" pitchFamily="34" charset="0"/>
                    <a:cs typeface="Arial" panose="020B0604020202020204" pitchFamily="34" charset="0"/>
                    <a:sym typeface="Symbol" pitchFamily="18" charset="2"/>
                  </a:rPr>
                  <a:t>		</a:t>
                </a:r>
                <a14:m>
                  <m:oMath xmlns:m="http://schemas.openxmlformats.org/officeDocument/2006/math">
                    <m:r>
                      <a:rPr lang="en-US" sz="1800" i="1" dirty="0" smtClean="0">
                        <a:latin typeface="Cambria Math" panose="02040503050406030204" pitchFamily="18" charset="0"/>
                        <a:sym typeface="Symbol" pitchFamily="18" charset="2"/>
                      </a:rPr>
                      <m:t></m:t>
                    </m:r>
                  </m:oMath>
                </a14:m>
                <a:r>
                  <a:rPr lang="en-US" sz="1800" dirty="0">
                    <a:latin typeface="Arial" panose="020B0604020202020204" pitchFamily="34" charset="0"/>
                    <a:cs typeface="Arial" panose="020B0604020202020204" pitchFamily="34" charset="0"/>
                    <a:sym typeface="Symbol" pitchFamily="18" charset="2"/>
                  </a:rPr>
                  <a:t></a:t>
                </a:r>
                <a:r>
                  <a:rPr lang="en-US" sz="1800" dirty="0">
                    <a:latin typeface="Arial" panose="020B0604020202020204" pitchFamily="34" charset="0"/>
                    <a:cs typeface="Arial" panose="020B0604020202020204" pitchFamily="34" charset="0"/>
                  </a:rPr>
                  <a:t>= mean of distribution </a:t>
                </a:r>
              </a:p>
              <a:p>
                <a:pPr marL="114300" indent="0">
                  <a:lnSpc>
                    <a:spcPct val="150000"/>
                  </a:lnSpc>
                  <a:buNone/>
                </a:pPr>
                <a:r>
                  <a:rPr lang="en-US" sz="1800" dirty="0">
                    <a:latin typeface="Arial" panose="020B0604020202020204" pitchFamily="34" charset="0"/>
                    <a:cs typeface="Arial" panose="020B0604020202020204" pitchFamily="34" charset="0"/>
                  </a:rPr>
                  <a:t>		</a:t>
                </a:r>
                <a14:m>
                  <m:oMath xmlns:m="http://schemas.openxmlformats.org/officeDocument/2006/math">
                    <m:sSup>
                      <m:sSupPr>
                        <m:ctrlPr>
                          <a:rPr lang="en-US" sz="1800" b="0" i="1" smtClean="0">
                            <a:latin typeface="Cambria Math" panose="02040503050406030204" pitchFamily="18" charset="0"/>
                          </a:rPr>
                        </m:ctrlPr>
                      </m:sSupPr>
                      <m:e>
                        <m:r>
                          <a:rPr lang="en-US" sz="1800" b="0" i="1" smtClean="0">
                            <a:latin typeface="Cambria Math" panose="02040503050406030204" pitchFamily="18" charset="0"/>
                          </a:rPr>
                          <m:t>𝜎</m:t>
                        </m:r>
                      </m:e>
                      <m:sup>
                        <m:r>
                          <a:rPr lang="en-US" sz="1800" b="0" i="1" smtClean="0">
                            <a:latin typeface="Cambria Math" panose="02040503050406030204" pitchFamily="18" charset="0"/>
                          </a:rPr>
                          <m:t>2</m:t>
                        </m:r>
                      </m:sup>
                    </m:sSup>
                  </m:oMath>
                </a14:m>
                <a:r>
                  <a:rPr lang="en-US" sz="1800" dirty="0">
                    <a:latin typeface="Arial" panose="020B0604020202020204" pitchFamily="34" charset="0"/>
                    <a:cs typeface="Arial" panose="020B0604020202020204" pitchFamily="34" charset="0"/>
                  </a:rPr>
                  <a:t> =  variance of distribution</a:t>
                </a:r>
              </a:p>
              <a:p>
                <a:pPr marL="114300" indent="0">
                  <a:lnSpc>
                    <a:spcPct val="150000"/>
                  </a:lnSpc>
                  <a:buNone/>
                </a:pPr>
                <a:r>
                  <a:rPr lang="en-US" sz="1800" dirty="0">
                    <a:latin typeface="Arial" panose="020B0604020202020204" pitchFamily="34" charset="0"/>
                    <a:cs typeface="Arial" panose="020B0604020202020204" pitchFamily="34" charset="0"/>
                  </a:rPr>
                  <a:t>		</a:t>
                </a:r>
                <a14:m>
                  <m:oMath xmlns:m="http://schemas.openxmlformats.org/officeDocument/2006/math">
                    <m:r>
                      <a:rPr lang="en-US" sz="1800" i="1" dirty="0" smtClean="0">
                        <a:latin typeface="Cambria Math" panose="02040503050406030204" pitchFamily="18" charset="0"/>
                      </a:rPr>
                      <m:t>𝑥</m:t>
                    </m:r>
                  </m:oMath>
                </a14:m>
                <a:r>
                  <a:rPr lang="en-US" sz="1800" dirty="0">
                    <a:latin typeface="Arial" panose="020B0604020202020204" pitchFamily="34" charset="0"/>
                    <a:cs typeface="Arial" panose="020B0604020202020204" pitchFamily="34" charset="0"/>
                  </a:rPr>
                  <a:t> is a continuous variable (</a:t>
                </a:r>
                <a14:m>
                  <m:oMath xmlns:m="http://schemas.openxmlformats.org/officeDocument/2006/math">
                    <m:r>
                      <a:rPr lang="en-US" sz="1800" b="0" i="1" smtClean="0">
                        <a:latin typeface="Cambria Math" panose="02040503050406030204" pitchFamily="18" charset="0"/>
                      </a:rPr>
                      <m:t>−∞≤</m:t>
                    </m:r>
                    <m:r>
                      <a:rPr lang="en-US" sz="1800" b="0" i="1" smtClean="0">
                        <a:latin typeface="Cambria Math" panose="02040503050406030204" pitchFamily="18" charset="0"/>
                      </a:rPr>
                      <m:t>𝑥</m:t>
                    </m:r>
                    <m:r>
                      <a:rPr lang="en-US" sz="1800" b="0" i="1" smtClean="0">
                        <a:latin typeface="Cambria Math" panose="02040503050406030204" pitchFamily="18" charset="0"/>
                      </a:rPr>
                      <m:t>≤∞)           </m:t>
                    </m:r>
                  </m:oMath>
                </a14:m>
                <a:endParaRPr lang="en-US" sz="1800" b="0" i="1" dirty="0">
                  <a:latin typeface="Arial" panose="020B0604020202020204" pitchFamily="34" charset="0"/>
                  <a:cs typeface="Arial" panose="020B0604020202020204" pitchFamily="34" charset="0"/>
                </a:endParaRPr>
              </a:p>
              <a:p>
                <a:pPr marL="114300" indent="0">
                  <a:lnSpc>
                    <a:spcPct val="150000"/>
                  </a:lnSpc>
                  <a:buNone/>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𝑝</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𝑥</m:t>
                          </m:r>
                        </m:e>
                      </m:d>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1</m:t>
                          </m:r>
                        </m:num>
                        <m:den>
                          <m:r>
                            <a:rPr lang="en-US" sz="1800" b="0" i="1" smtClean="0">
                              <a:latin typeface="Cambria Math" panose="02040503050406030204" pitchFamily="18" charset="0"/>
                            </a:rPr>
                            <m:t>𝜎</m:t>
                          </m:r>
                          <m:rad>
                            <m:radPr>
                              <m:degHide m:val="on"/>
                              <m:ctrlPr>
                                <a:rPr lang="en-US" sz="1800" b="0" i="1" smtClean="0">
                                  <a:latin typeface="Cambria Math" panose="02040503050406030204" pitchFamily="18" charset="0"/>
                                </a:rPr>
                              </m:ctrlPr>
                            </m:radPr>
                            <m:deg/>
                            <m:e>
                              <m:r>
                                <a:rPr lang="en-US" sz="1800" b="0" i="1" smtClean="0">
                                  <a:latin typeface="Cambria Math" panose="02040503050406030204" pitchFamily="18" charset="0"/>
                                </a:rPr>
                                <m:t>2</m:t>
                              </m:r>
                              <m:r>
                                <a:rPr lang="en-US" sz="1800" b="0" i="1" smtClean="0">
                                  <a:latin typeface="Cambria Math" panose="02040503050406030204" pitchFamily="18" charset="0"/>
                                </a:rPr>
                                <m:t>𝜋</m:t>
                              </m:r>
                            </m:e>
                          </m:rad>
                        </m:den>
                      </m:f>
                      <m:sSup>
                        <m:sSupPr>
                          <m:ctrlPr>
                            <a:rPr lang="en-US" sz="1800" b="0" i="1" smtClean="0">
                              <a:latin typeface="Cambria Math" panose="02040503050406030204" pitchFamily="18" charset="0"/>
                            </a:rPr>
                          </m:ctrlPr>
                        </m:sSupPr>
                        <m:e>
                          <m:r>
                            <a:rPr lang="en-US" sz="1800" b="0" i="1" smtClean="0">
                              <a:latin typeface="Cambria Math" panose="02040503050406030204" pitchFamily="18" charset="0"/>
                            </a:rPr>
                            <m:t>𝑒</m:t>
                          </m:r>
                        </m:e>
                        <m:sup>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sSup>
                                <m:sSupPr>
                                  <m:ctrlPr>
                                    <a:rPr lang="en-US" sz="1800" b="0" i="1" smtClean="0">
                                      <a:latin typeface="Cambria Math" panose="02040503050406030204" pitchFamily="18" charset="0"/>
                                    </a:rPr>
                                  </m:ctrlPr>
                                </m:sSupPr>
                                <m:e>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𝑥</m:t>
                                      </m:r>
                                      <m:r>
                                        <a:rPr lang="en-US" sz="1800" b="0" i="1" smtClean="0">
                                          <a:latin typeface="Cambria Math" panose="02040503050406030204" pitchFamily="18" charset="0"/>
                                        </a:rPr>
                                        <m:t> −</m:t>
                                      </m:r>
                                      <m:r>
                                        <a:rPr lang="en-US" sz="1800" b="0" i="1" smtClean="0">
                                          <a:latin typeface="Cambria Math" panose="02040503050406030204" pitchFamily="18" charset="0"/>
                                        </a:rPr>
                                        <m:t>𝜇</m:t>
                                      </m:r>
                                    </m:e>
                                  </m:d>
                                </m:e>
                                <m:sup>
                                  <m:r>
                                    <a:rPr lang="en-US" sz="1800" b="0" i="1" smtClean="0">
                                      <a:latin typeface="Cambria Math" panose="02040503050406030204" pitchFamily="18" charset="0"/>
                                    </a:rPr>
                                    <m:t>2</m:t>
                                  </m:r>
                                </m:sup>
                              </m:sSup>
                            </m:num>
                            <m:den>
                              <m:r>
                                <a:rPr lang="en-US" sz="1800" b="0" i="1" smtClean="0">
                                  <a:latin typeface="Cambria Math" panose="02040503050406030204" pitchFamily="18" charset="0"/>
                                </a:rPr>
                                <m:t>2 </m:t>
                              </m:r>
                              <m:sSup>
                                <m:sSupPr>
                                  <m:ctrlPr>
                                    <a:rPr lang="en-US" sz="1800" b="0" i="1" smtClean="0">
                                      <a:latin typeface="Cambria Math" panose="02040503050406030204" pitchFamily="18" charset="0"/>
                                    </a:rPr>
                                  </m:ctrlPr>
                                </m:sSupPr>
                                <m:e>
                                  <m:r>
                                    <a:rPr lang="en-US" sz="1800" b="0" i="1" smtClean="0">
                                      <a:latin typeface="Cambria Math" panose="02040503050406030204" pitchFamily="18" charset="0"/>
                                    </a:rPr>
                                    <m:t>𝜎</m:t>
                                  </m:r>
                                </m:e>
                                <m:sup>
                                  <m:r>
                                    <a:rPr lang="en-US" sz="1800" b="0" i="1" smtClean="0">
                                      <a:latin typeface="Cambria Math" panose="02040503050406030204" pitchFamily="18" charset="0"/>
                                    </a:rPr>
                                    <m:t>2</m:t>
                                  </m:r>
                                </m:sup>
                              </m:sSup>
                            </m:den>
                          </m:f>
                        </m:sup>
                      </m:sSup>
                    </m:oMath>
                  </m:oMathPara>
                </a14:m>
                <a:endParaRPr lang="en-US" sz="1800" dirty="0">
                  <a:latin typeface="Arial" panose="020B0604020202020204" pitchFamily="34" charset="0"/>
                  <a:cs typeface="Arial" panose="020B0604020202020204" pitchFamily="34" charset="0"/>
                </a:endParaRPr>
              </a:p>
              <a:p>
                <a:pPr>
                  <a:lnSpc>
                    <a:spcPct val="150000"/>
                  </a:lnSpc>
                </a:pPr>
                <a:endParaRPr lang="en-US" sz="1800" dirty="0">
                  <a:latin typeface="Arial" panose="020B0604020202020204" pitchFamily="34" charset="0"/>
                  <a:cs typeface="Arial" panose="020B0604020202020204" pitchFamily="34" charset="0"/>
                </a:endParaRPr>
              </a:p>
            </p:txBody>
          </p:sp>
        </mc:Choice>
        <mc:Fallback xmlns="">
          <p:sp>
            <p:nvSpPr>
              <p:cNvPr id="3" name="Content Placeholder 2">
                <a:extLst>
                  <a:ext uri="{FF2B5EF4-FFF2-40B4-BE49-F238E27FC236}">
                    <a16:creationId xmlns:a16="http://schemas.microsoft.com/office/drawing/2014/main" id="{F7EC3043-C391-4CF2-9801-F60DDF1B7214}"/>
                  </a:ext>
                </a:extLst>
              </p:cNvPr>
              <p:cNvSpPr>
                <a:spLocks noGrp="1" noRot="1" noChangeAspect="1" noMove="1" noResize="1" noEditPoints="1" noAdjustHandles="1" noChangeArrowheads="1" noChangeShapeType="1" noTextEdit="1"/>
              </p:cNvSpPr>
              <p:nvPr>
                <p:ph type="body" idx="1"/>
              </p:nvPr>
            </p:nvSpPr>
            <p:spPr>
              <a:xfrm>
                <a:off x="160985" y="1414378"/>
                <a:ext cx="8841347" cy="4525963"/>
              </a:xfrm>
              <a:blipFill>
                <a:blip r:embed="rId3"/>
                <a:stretch>
                  <a:fillRect/>
                </a:stretch>
              </a:blipFill>
            </p:spPr>
            <p:txBody>
              <a:bodyPr/>
              <a:lstStyle/>
              <a:p>
                <a:r>
                  <a:rPr lang="en-US">
                    <a:noFill/>
                  </a:rPr>
                  <a:t> </a:t>
                </a:r>
              </a:p>
            </p:txBody>
          </p:sp>
        </mc:Fallback>
      </mc:AlternateContent>
      <p:sp>
        <p:nvSpPr>
          <p:cNvPr id="2" name="Slide Number Placeholder 1"/>
          <p:cNvSpPr>
            <a:spLocks noGrp="1"/>
          </p:cNvSpPr>
          <p:nvPr>
            <p:ph type="sldNum" idx="12"/>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1081A49A-5B14-409F-93CB-CEF6A4DEA4DC}" type="slidenum">
              <a:rPr kumimoji="0" lang="en-US" sz="1600" b="1" i="0" u="none" strike="noStrike" kern="0" cap="none" spc="0" normalizeH="0" baseline="0" noProof="0" smtClean="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35</a:t>
            </a:fld>
            <a:endParaRPr kumimoji="0" lang="en-US" sz="1600" b="1" i="0" u="none" strike="noStrike" kern="0" cap="none" spc="0" normalizeH="0" baseline="0" noProof="0" dirty="0">
              <a:ln>
                <a:noFill/>
              </a:ln>
              <a:solidFill>
                <a:srgbClr val="000000"/>
              </a:solidFill>
              <a:effectLst/>
              <a:uLnTx/>
              <a:uFillTx/>
              <a:latin typeface="Tahoma"/>
              <a:ea typeface="Tahoma"/>
              <a:cs typeface="Tahoma"/>
              <a:sym typeface="Tahoma"/>
            </a:endParaRPr>
          </a:p>
        </p:txBody>
      </p:sp>
      <p:pic>
        <p:nvPicPr>
          <p:cNvPr id="1116163"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41901" y="4103828"/>
            <a:ext cx="5909929" cy="22752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16165" name="Text Box 5"/>
          <p:cNvSpPr txBox="1">
            <a:spLocks noChangeArrowheads="1"/>
          </p:cNvSpPr>
          <p:nvPr/>
        </p:nvSpPr>
        <p:spPr bwMode="auto">
          <a:xfrm>
            <a:off x="3292078" y="5686425"/>
            <a:ext cx="204788"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685800" rtl="0" eaLnBrk="1" fontAlgn="base" latinLnBrk="0" hangingPunct="1">
              <a:lnSpc>
                <a:spcPct val="100000"/>
              </a:lnSpc>
              <a:spcBef>
                <a:spcPct val="0"/>
              </a:spcBef>
              <a:spcAft>
                <a:spcPct val="0"/>
              </a:spcAft>
              <a:buClr>
                <a:srgbClr val="000000"/>
              </a:buClr>
              <a:buSzTx/>
              <a:buFont typeface="Arial"/>
              <a:buNone/>
              <a:tabLst/>
              <a:defRPr/>
            </a:pPr>
            <a:r>
              <a:rPr kumimoji="0" lang="en-US" sz="1050" b="0" i="1" u="none" strike="noStrike" kern="0" cap="none" spc="0" normalizeH="0" baseline="0" noProof="0">
                <a:ln>
                  <a:noFill/>
                </a:ln>
                <a:solidFill>
                  <a:srgbClr val="0F243E"/>
                </a:solidFill>
                <a:effectLst/>
                <a:uLnTx/>
                <a:uFillTx/>
                <a:latin typeface="Times New Roman" pitchFamily="18" charset="0"/>
                <a:ea typeface="+mn-ea"/>
                <a:cs typeface="Arial"/>
                <a:sym typeface="Arial"/>
              </a:rPr>
              <a:t>x</a:t>
            </a:r>
            <a:endParaRPr kumimoji="0" lang="en-US" sz="1050" b="0" i="0" u="none" strike="noStrike" kern="0" cap="none" spc="0" normalizeH="0" baseline="0" noProof="0">
              <a:ln>
                <a:noFill/>
              </a:ln>
              <a:solidFill>
                <a:srgbClr val="0F243E"/>
              </a:solidFill>
              <a:effectLst/>
              <a:uLnTx/>
              <a:uFillTx/>
              <a:latin typeface="Times New Roman" pitchFamily="18" charset="0"/>
              <a:ea typeface="+mn-ea"/>
              <a:cs typeface="Arial"/>
              <a:sym typeface="Arial"/>
            </a:endParaRPr>
          </a:p>
        </p:txBody>
      </p:sp>
      <mc:AlternateContent xmlns:mc="http://schemas.openxmlformats.org/markup-compatibility/2006">
        <mc:Choice xmlns:p14="http://schemas.microsoft.com/office/powerpoint/2010/main" Requires="p14">
          <p:contentPart p14:bwMode="auto" r:id="rId5">
            <p14:nvContentPartPr>
              <p14:cNvPr id="4" name="Ink 3">
                <a:extLst>
                  <a:ext uri="{FF2B5EF4-FFF2-40B4-BE49-F238E27FC236}">
                    <a16:creationId xmlns:a16="http://schemas.microsoft.com/office/drawing/2014/main" id="{C5EB2FA0-FDE0-27B5-89DF-02F2E72E196C}"/>
                  </a:ext>
                </a:extLst>
              </p14:cNvPr>
              <p14:cNvContentPartPr/>
              <p14:nvPr/>
            </p14:nvContentPartPr>
            <p14:xfrm>
              <a:off x="3086280" y="3484800"/>
              <a:ext cx="3087000" cy="866160"/>
            </p14:xfrm>
          </p:contentPart>
        </mc:Choice>
        <mc:Fallback>
          <p:pic>
            <p:nvPicPr>
              <p:cNvPr id="4" name="Ink 3">
                <a:extLst>
                  <a:ext uri="{FF2B5EF4-FFF2-40B4-BE49-F238E27FC236}">
                    <a16:creationId xmlns:a16="http://schemas.microsoft.com/office/drawing/2014/main" id="{C5EB2FA0-FDE0-27B5-89DF-02F2E72E196C}"/>
                  </a:ext>
                </a:extLst>
              </p:cNvPr>
              <p:cNvPicPr/>
              <p:nvPr/>
            </p:nvPicPr>
            <p:blipFill>
              <a:blip r:embed="rId6"/>
              <a:stretch>
                <a:fillRect/>
              </a:stretch>
            </p:blipFill>
            <p:spPr>
              <a:xfrm>
                <a:off x="3076920" y="3475440"/>
                <a:ext cx="3105720" cy="884880"/>
              </a:xfrm>
              <a:prstGeom prst="rect">
                <a:avLst/>
              </a:prstGeom>
            </p:spPr>
          </p:pic>
        </mc:Fallback>
      </mc:AlternateContent>
    </p:spTree>
    <p:extLst>
      <p:ext uri="{BB962C8B-B14F-4D97-AF65-F5344CB8AC3E}">
        <p14:creationId xmlns:p14="http://schemas.microsoft.com/office/powerpoint/2010/main" val="19556506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5"/>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15F411C5-6F9D-4995-9921-CF4C3A3AC68B}" type="slidenum">
              <a:rPr kumimoji="0" lang="en-US" altLang="ko-KR" sz="1600" b="1" i="0" u="none" strike="noStrike" kern="0" cap="none" spc="0" normalizeH="0" baseline="0" noProof="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36</a:t>
            </a:fld>
            <a:endParaRPr kumimoji="0" lang="en-US" altLang="ko-KR" sz="1600" b="1" i="0" u="none" strike="noStrike" kern="0" cap="none" spc="0" normalizeH="0" baseline="0" noProof="0">
              <a:ln>
                <a:noFill/>
              </a:ln>
              <a:solidFill>
                <a:srgbClr val="000000"/>
              </a:solidFill>
              <a:effectLst/>
              <a:uLnTx/>
              <a:uFillTx/>
              <a:latin typeface="Tahoma"/>
              <a:ea typeface="Tahoma"/>
              <a:cs typeface="Tahoma"/>
              <a:sym typeface="Tahoma"/>
            </a:endParaRPr>
          </a:p>
        </p:txBody>
      </p:sp>
      <p:sp>
        <p:nvSpPr>
          <p:cNvPr id="206850" name="Rectangle 2"/>
          <p:cNvSpPr>
            <a:spLocks noGrp="1" noChangeArrowheads="1"/>
          </p:cNvSpPr>
          <p:nvPr>
            <p:ph type="title"/>
          </p:nvPr>
        </p:nvSpPr>
        <p:spPr>
          <a:xfrm>
            <a:off x="0" y="210244"/>
            <a:ext cx="9173467" cy="850106"/>
          </a:xfrm>
          <a:noFill/>
          <a:ln>
            <a:noFill/>
          </a:ln>
        </p:spPr>
        <p:txBody>
          <a:bodyPr spcFirstLastPara="1" wrap="square" lIns="91425" tIns="45700" rIns="91425" bIns="45700" anchor="ctr" anchorCtr="0">
            <a:noAutofit/>
          </a:bodyPr>
          <a:lstStyle/>
          <a:p>
            <a:r>
              <a:rPr lang="en-US" sz="2400" b="1" dirty="0">
                <a:latin typeface="+mj-lt"/>
              </a:rPr>
              <a:t>Continuous Features : learning and prediction</a:t>
            </a:r>
            <a:endParaRPr lang="en-US" altLang="ko-KR" sz="2400" b="1" baseline="-25000" dirty="0">
              <a:latin typeface="+mj-lt"/>
              <a:sym typeface="Arial"/>
            </a:endParaRPr>
          </a:p>
        </p:txBody>
      </p:sp>
      <mc:AlternateContent xmlns:mc="http://schemas.openxmlformats.org/markup-compatibility/2006" xmlns:a14="http://schemas.microsoft.com/office/drawing/2010/main">
        <mc:Choice Requires="a14">
          <p:sp>
            <p:nvSpPr>
              <p:cNvPr id="206851" name="Rectangle 3"/>
              <p:cNvSpPr>
                <a:spLocks noGrp="1" noChangeArrowheads="1"/>
              </p:cNvSpPr>
              <p:nvPr>
                <p:ph type="body" idx="1"/>
              </p:nvPr>
            </p:nvSpPr>
            <p:spPr>
              <a:xfrm>
                <a:off x="0" y="1600200"/>
                <a:ext cx="9144000" cy="5257800"/>
              </a:xfrm>
            </p:spPr>
            <p:txBody>
              <a:bodyPr>
                <a:normAutofit/>
              </a:bodyPr>
              <a:lstStyle/>
              <a:p>
                <a:pPr>
                  <a:lnSpc>
                    <a:spcPct val="150000"/>
                  </a:lnSpc>
                </a:pPr>
                <a:r>
                  <a:rPr lang="en-US" altLang="ko-KR" sz="1800" dirty="0">
                    <a:solidFill>
                      <a:schemeClr val="tx1"/>
                    </a:solidFill>
                    <a:latin typeface="Arial" panose="020B0604020202020204" pitchFamily="34" charset="0"/>
                    <a:cs typeface="Arial" panose="020B0604020202020204" pitchFamily="34" charset="0"/>
                  </a:rPr>
                  <a:t>For each target value </a:t>
                </a:r>
                <a:r>
                  <a:rPr lang="en-US" altLang="ko-KR" sz="1800" dirty="0" err="1">
                    <a:solidFill>
                      <a:schemeClr val="tx1"/>
                    </a:solidFill>
                    <a:latin typeface="Arial" panose="020B0604020202020204" pitchFamily="34" charset="0"/>
                    <a:cs typeface="Arial" panose="020B0604020202020204" pitchFamily="34" charset="0"/>
                  </a:rPr>
                  <a:t>Y</a:t>
                </a:r>
                <a:r>
                  <a:rPr lang="en-US" altLang="ko-KR" sz="1800" baseline="-25000" dirty="0" err="1">
                    <a:solidFill>
                      <a:schemeClr val="tx1"/>
                    </a:solidFill>
                    <a:latin typeface="Arial" panose="020B0604020202020204" pitchFamily="34" charset="0"/>
                    <a:cs typeface="Arial" panose="020B0604020202020204" pitchFamily="34" charset="0"/>
                  </a:rPr>
                  <a:t>k</a:t>
                </a:r>
                <a:r>
                  <a:rPr lang="en-US" altLang="ko-KR" sz="1800" baseline="-25000" dirty="0">
                    <a:solidFill>
                      <a:schemeClr val="tx1"/>
                    </a:solidFill>
                    <a:latin typeface="Arial" panose="020B0604020202020204" pitchFamily="34" charset="0"/>
                    <a:cs typeface="Arial" panose="020B0604020202020204" pitchFamily="34" charset="0"/>
                  </a:rPr>
                  <a:t> </a:t>
                </a:r>
                <a:r>
                  <a:rPr lang="en-US" altLang="ko-KR" sz="1800" dirty="0">
                    <a:solidFill>
                      <a:schemeClr val="tx1"/>
                    </a:solidFill>
                    <a:latin typeface="Arial" panose="020B0604020202020204" pitchFamily="34" charset="0"/>
                    <a:cs typeface="Arial" panose="020B0604020202020204" pitchFamily="34" charset="0"/>
                  </a:rPr>
                  <a:t> (MLE estimate)</a:t>
                </a:r>
                <a:endParaRPr lang="en-US" altLang="ko-KR" sz="1800" baseline="-25000" dirty="0">
                  <a:solidFill>
                    <a:schemeClr val="tx1"/>
                  </a:solidFill>
                  <a:latin typeface="Arial" panose="020B0604020202020204" pitchFamily="34" charset="0"/>
                  <a:cs typeface="Arial" panose="020B0604020202020204" pitchFamily="34" charset="0"/>
                </a:endParaRPr>
              </a:p>
              <a:p>
                <a:pPr marL="114300" indent="0">
                  <a:lnSpc>
                    <a:spcPct val="150000"/>
                  </a:lnSpc>
                  <a:buNone/>
                </a:pPr>
                <a:r>
                  <a:rPr lang="en-US" altLang="ko-KR" sz="1800" dirty="0">
                    <a:solidFill>
                      <a:schemeClr val="tx1"/>
                    </a:solidFill>
                    <a:latin typeface="Arial" panose="020B0604020202020204" pitchFamily="34" charset="0"/>
                    <a:cs typeface="Arial" panose="020B0604020202020204" pitchFamily="34" charset="0"/>
                  </a:rPr>
                  <a:t>  P(</a:t>
                </a:r>
                <a14:m>
                  <m:oMath xmlns:m="http://schemas.openxmlformats.org/officeDocument/2006/math">
                    <m:r>
                      <m:rPr>
                        <m:sty m:val="p"/>
                      </m:rPr>
                      <a:rPr lang="en-US" sz="1800" i="0">
                        <a:solidFill>
                          <a:schemeClr val="tx1"/>
                        </a:solidFill>
                        <a:latin typeface="Cambria Math" panose="02040503050406030204" pitchFamily="18" charset="0"/>
                      </a:rPr>
                      <m:t>Y</m:t>
                    </m:r>
                    <m:r>
                      <a:rPr lang="en-US" sz="1800" i="0">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m:rPr>
                            <m:sty m:val="p"/>
                          </m:rPr>
                          <a:rPr lang="en-US" sz="1800" i="0">
                            <a:solidFill>
                              <a:schemeClr val="tx1"/>
                            </a:solidFill>
                            <a:latin typeface="Cambria Math" panose="02040503050406030204" pitchFamily="18" charset="0"/>
                          </a:rPr>
                          <m:t>y</m:t>
                        </m:r>
                      </m:e>
                      <m:sub>
                        <m:r>
                          <m:rPr>
                            <m:sty m:val="p"/>
                          </m:rPr>
                          <a:rPr lang="en-US" sz="1800" i="0">
                            <a:solidFill>
                              <a:schemeClr val="tx1"/>
                            </a:solidFill>
                            <a:latin typeface="Cambria Math" panose="02040503050406030204" pitchFamily="18" charset="0"/>
                          </a:rPr>
                          <m:t>k</m:t>
                        </m:r>
                      </m:sub>
                    </m:sSub>
                  </m:oMath>
                </a14:m>
                <a:r>
                  <a:rPr lang="en-US" altLang="ko-KR" sz="1800" dirty="0">
                    <a:solidFill>
                      <a:schemeClr val="tx1"/>
                    </a:solidFill>
                    <a:latin typeface="Arial" panose="020B0604020202020204" pitchFamily="34" charset="0"/>
                    <a:cs typeface="Arial" panose="020B0604020202020204" pitchFamily="34" charset="0"/>
                  </a:rPr>
                  <a:t>) </a:t>
                </a:r>
                <a:r>
                  <a:rPr lang="en-US" altLang="ko-KR" sz="1800" dirty="0">
                    <a:solidFill>
                      <a:schemeClr val="tx1"/>
                    </a:solidFill>
                    <a:latin typeface="Arial" panose="020B0604020202020204" pitchFamily="34" charset="0"/>
                    <a:cs typeface="Arial" panose="020B0604020202020204" pitchFamily="34" charset="0"/>
                    <a:sym typeface="Symbol" panose="05050102010706020507" pitchFamily="18" charset="2"/>
                  </a:rPr>
                  <a:t> </a:t>
                </a:r>
                <a:r>
                  <a:rPr lang="en-US" altLang="ko-KR" sz="1800" dirty="0">
                    <a:solidFill>
                      <a:schemeClr val="tx1"/>
                    </a:solidFill>
                    <a:latin typeface="Arial" panose="020B0604020202020204" pitchFamily="34" charset="0"/>
                    <a:cs typeface="Arial" panose="020B0604020202020204" pitchFamily="34" charset="0"/>
                  </a:rPr>
                  <a:t>No. of instances with </a:t>
                </a:r>
                <a:r>
                  <a:rPr lang="en-US" altLang="ko-KR" sz="1800" dirty="0" err="1">
                    <a:solidFill>
                      <a:schemeClr val="tx1"/>
                    </a:solidFill>
                    <a:latin typeface="Arial" panose="020B0604020202020204" pitchFamily="34" charset="0"/>
                    <a:cs typeface="Arial" panose="020B0604020202020204" pitchFamily="34" charset="0"/>
                  </a:rPr>
                  <a:t>Y</a:t>
                </a:r>
                <a:r>
                  <a:rPr lang="en-US" altLang="ko-KR" sz="1800" baseline="-25000" dirty="0" err="1">
                    <a:solidFill>
                      <a:schemeClr val="tx1"/>
                    </a:solidFill>
                    <a:latin typeface="Arial" panose="020B0604020202020204" pitchFamily="34" charset="0"/>
                    <a:cs typeface="Arial" panose="020B0604020202020204" pitchFamily="34" charset="0"/>
                  </a:rPr>
                  <a:t>k</a:t>
                </a:r>
                <a:r>
                  <a:rPr lang="en-US" altLang="ko-KR" sz="1800" baseline="-25000" dirty="0">
                    <a:solidFill>
                      <a:schemeClr val="tx1"/>
                    </a:solidFill>
                    <a:latin typeface="Arial" panose="020B0604020202020204" pitchFamily="34" charset="0"/>
                    <a:cs typeface="Arial" panose="020B0604020202020204" pitchFamily="34" charset="0"/>
                  </a:rPr>
                  <a:t>  </a:t>
                </a:r>
                <a:r>
                  <a:rPr lang="en-US" altLang="ko-KR" sz="1800" dirty="0">
                    <a:solidFill>
                      <a:schemeClr val="tx1"/>
                    </a:solidFill>
                    <a:latin typeface="Arial" panose="020B0604020202020204" pitchFamily="34" charset="0"/>
                    <a:cs typeface="Arial" panose="020B0604020202020204" pitchFamily="34" charset="0"/>
                  </a:rPr>
                  <a:t>class/No. of Total instances</a:t>
                </a:r>
                <a:r>
                  <a:rPr lang="en-US" altLang="ko-KR" sz="1800" baseline="-25000" dirty="0">
                    <a:solidFill>
                      <a:schemeClr val="tx1"/>
                    </a:solidFill>
                    <a:latin typeface="Arial" panose="020B0604020202020204" pitchFamily="34" charset="0"/>
                    <a:cs typeface="Arial" panose="020B0604020202020204" pitchFamily="34" charset="0"/>
                  </a:rPr>
                  <a:t> </a:t>
                </a:r>
              </a:p>
              <a:p>
                <a:pPr>
                  <a:lnSpc>
                    <a:spcPct val="150000"/>
                  </a:lnSpc>
                </a:pPr>
                <a:r>
                  <a:rPr lang="en-US" altLang="ko-KR" sz="1800" dirty="0">
                    <a:solidFill>
                      <a:schemeClr val="tx1"/>
                    </a:solidFill>
                    <a:latin typeface="Arial" panose="020B0604020202020204" pitchFamily="34" charset="0"/>
                    <a:cs typeface="Arial" panose="020B0604020202020204" pitchFamily="34" charset="0"/>
                  </a:rPr>
                  <a:t>For each attribute value X</a:t>
                </a:r>
                <a:r>
                  <a:rPr lang="en-US" altLang="ko-KR" sz="1800" baseline="-25000" dirty="0">
                    <a:solidFill>
                      <a:schemeClr val="tx1"/>
                    </a:solidFill>
                    <a:latin typeface="Arial" panose="020B0604020202020204" pitchFamily="34" charset="0"/>
                    <a:cs typeface="Arial" panose="020B0604020202020204" pitchFamily="34" charset="0"/>
                  </a:rPr>
                  <a:t>i</a:t>
                </a:r>
                <a:r>
                  <a:rPr lang="en-US" altLang="ko-KR" sz="1800" dirty="0">
                    <a:solidFill>
                      <a:schemeClr val="tx1"/>
                    </a:solidFill>
                    <a:latin typeface="Arial" panose="020B0604020202020204" pitchFamily="34" charset="0"/>
                    <a:cs typeface="Arial" panose="020B0604020202020204" pitchFamily="34" charset="0"/>
                  </a:rPr>
                  <a:t> estimate </a:t>
                </a:r>
                <a14:m>
                  <m:oMath xmlns:m="http://schemas.openxmlformats.org/officeDocument/2006/math">
                    <m:r>
                      <m:rPr>
                        <m:sty m:val="p"/>
                      </m:rPr>
                      <a:rPr lang="en-US" sz="1800" i="0">
                        <a:solidFill>
                          <a:schemeClr val="tx1"/>
                        </a:solidFill>
                        <a:latin typeface="Cambria Math" panose="02040503050406030204" pitchFamily="18" charset="0"/>
                      </a:rPr>
                      <m:t>P</m:t>
                    </m:r>
                    <m:r>
                      <a:rPr lang="en-US" sz="1800" i="0">
                        <a:solidFill>
                          <a:schemeClr val="tx1"/>
                        </a:solidFill>
                        <a:latin typeface="Cambria Math" panose="02040503050406030204" pitchFamily="18" charset="0"/>
                      </a:rPr>
                      <m:t> </m:t>
                    </m:r>
                    <m:d>
                      <m:dPr>
                        <m:endChr m:val="|"/>
                        <m:ctrlPr>
                          <a:rPr lang="en-US" sz="1800" i="1">
                            <a:solidFill>
                              <a:schemeClr val="tx1"/>
                            </a:solidFill>
                            <a:latin typeface="Cambria Math" panose="02040503050406030204" pitchFamily="18" charset="0"/>
                          </a:rPr>
                        </m:ctrlPr>
                      </m:dPr>
                      <m:e>
                        <m:sSub>
                          <m:sSubPr>
                            <m:ctrlPr>
                              <a:rPr lang="en-US" sz="1800" i="1">
                                <a:solidFill>
                                  <a:schemeClr val="tx1"/>
                                </a:solidFill>
                                <a:latin typeface="Cambria Math" panose="02040503050406030204" pitchFamily="18" charset="0"/>
                              </a:rPr>
                            </m:ctrlPr>
                          </m:sSubPr>
                          <m:e>
                            <m:r>
                              <m:rPr>
                                <m:sty m:val="p"/>
                              </m:rPr>
                              <a:rPr lang="en-US" sz="1800" i="0">
                                <a:solidFill>
                                  <a:schemeClr val="tx1"/>
                                </a:solidFill>
                                <a:latin typeface="Cambria Math" panose="02040503050406030204" pitchFamily="18" charset="0"/>
                              </a:rPr>
                              <m:t>X</m:t>
                            </m:r>
                          </m:e>
                          <m:sub>
                            <m:r>
                              <m:rPr>
                                <m:sty m:val="p"/>
                              </m:rPr>
                              <a:rPr lang="en-US" sz="1800" i="0">
                                <a:solidFill>
                                  <a:schemeClr val="tx1"/>
                                </a:solidFill>
                                <a:latin typeface="Cambria Math" panose="02040503050406030204" pitchFamily="18" charset="0"/>
                              </a:rPr>
                              <m:t>i</m:t>
                            </m:r>
                          </m:sub>
                        </m:sSub>
                      </m:e>
                    </m:d>
                    <m:r>
                      <m:rPr>
                        <m:sty m:val="p"/>
                      </m:rPr>
                      <a:rPr lang="en-US" sz="1800" i="0">
                        <a:solidFill>
                          <a:schemeClr val="tx1"/>
                        </a:solidFill>
                        <a:latin typeface="Cambria Math" panose="02040503050406030204" pitchFamily="18" charset="0"/>
                      </a:rPr>
                      <m:t>Y</m:t>
                    </m:r>
                    <m:r>
                      <a:rPr lang="en-US" sz="1800" i="0">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m:rPr>
                            <m:sty m:val="p"/>
                          </m:rPr>
                          <a:rPr lang="en-US" sz="1800" i="0">
                            <a:solidFill>
                              <a:schemeClr val="tx1"/>
                            </a:solidFill>
                            <a:latin typeface="Cambria Math" panose="02040503050406030204" pitchFamily="18" charset="0"/>
                          </a:rPr>
                          <m:t>y</m:t>
                        </m:r>
                      </m:e>
                      <m:sub>
                        <m:r>
                          <m:rPr>
                            <m:sty m:val="p"/>
                          </m:rPr>
                          <a:rPr lang="en-US" sz="1800" i="0">
                            <a:solidFill>
                              <a:schemeClr val="tx1"/>
                            </a:solidFill>
                            <a:latin typeface="Cambria Math" panose="02040503050406030204" pitchFamily="18" charset="0"/>
                          </a:rPr>
                          <m:t>k</m:t>
                        </m:r>
                      </m:sub>
                    </m:sSub>
                    <m:r>
                      <a:rPr lang="en-US" sz="1800" i="0">
                        <a:solidFill>
                          <a:schemeClr val="tx1"/>
                        </a:solidFill>
                        <a:latin typeface="Cambria Math" panose="02040503050406030204" pitchFamily="18" charset="0"/>
                      </a:rPr>
                      <m:t>)</m:t>
                    </m:r>
                  </m:oMath>
                </a14:m>
                <a:endParaRPr lang="en-US" altLang="ko-KR" sz="1800" dirty="0">
                  <a:solidFill>
                    <a:schemeClr val="tx1"/>
                  </a:solidFill>
                  <a:latin typeface="Arial" panose="020B0604020202020204" pitchFamily="34" charset="0"/>
                  <a:cs typeface="Arial" panose="020B0604020202020204" pitchFamily="34" charset="0"/>
                  <a:sym typeface="Symbol" panose="05050102010706020507" pitchFamily="18" charset="2"/>
                </a:endParaRPr>
              </a:p>
              <a:p>
                <a:pPr lvl="1">
                  <a:lnSpc>
                    <a:spcPct val="150000"/>
                  </a:lnSpc>
                </a:pPr>
                <a:r>
                  <a:rPr lang="en-IN" sz="1800" dirty="0">
                    <a:solidFill>
                      <a:schemeClr val="tx1"/>
                    </a:solidFill>
                    <a:latin typeface="Arial" panose="020B0604020202020204" pitchFamily="34" charset="0"/>
                    <a:cs typeface="Arial" panose="020B0604020202020204" pitchFamily="34" charset="0"/>
                  </a:rPr>
                  <a:t>class conditional mean , variance</a:t>
                </a:r>
                <a:endParaRPr lang="en-US" altLang="ko-KR" sz="1800" dirty="0">
                  <a:solidFill>
                    <a:schemeClr val="tx1"/>
                  </a:solidFill>
                  <a:latin typeface="Arial" panose="020B0604020202020204" pitchFamily="34" charset="0"/>
                  <a:cs typeface="Arial" panose="020B0604020202020204" pitchFamily="34" charset="0"/>
                  <a:sym typeface="Symbol" panose="05050102010706020507" pitchFamily="18" charset="2"/>
                </a:endParaRPr>
              </a:p>
              <a:p>
                <a:pPr>
                  <a:lnSpc>
                    <a:spcPct val="150000"/>
                  </a:lnSpc>
                </a:pPr>
                <a:endParaRPr lang="en-US" altLang="ko-KR" sz="1800" dirty="0">
                  <a:solidFill>
                    <a:schemeClr val="tx1"/>
                  </a:solidFill>
                  <a:latin typeface="Arial" panose="020B0604020202020204" pitchFamily="34" charset="0"/>
                  <a:cs typeface="Arial" panose="020B0604020202020204" pitchFamily="34" charset="0"/>
                  <a:sym typeface="Symbol" panose="05050102010706020507" pitchFamily="18" charset="2"/>
                </a:endParaRPr>
              </a:p>
              <a:p>
                <a:pPr>
                  <a:lnSpc>
                    <a:spcPct val="150000"/>
                  </a:lnSpc>
                </a:pPr>
                <a:r>
                  <a:rPr lang="en-US" altLang="ko-KR" sz="1800" dirty="0">
                    <a:solidFill>
                      <a:schemeClr val="tx1"/>
                    </a:solidFill>
                    <a:latin typeface="Arial" panose="020B0604020202020204" pitchFamily="34" charset="0"/>
                    <a:cs typeface="Arial" panose="020B0604020202020204" pitchFamily="34" charset="0"/>
                  </a:rPr>
                  <a:t>Classify New Instance(x)</a:t>
                </a:r>
              </a:p>
              <a:p>
                <a:pPr marL="114300" indent="0">
                  <a:lnSpc>
                    <a:spcPct val="150000"/>
                  </a:lnSpc>
                  <a:buNone/>
                </a:pPr>
                <a:r>
                  <a:rPr lang="en-US" sz="1800" dirty="0">
                    <a:solidFill>
                      <a:schemeClr val="tx1"/>
                    </a:solidFill>
                    <a:latin typeface="Arial" panose="020B0604020202020204" pitchFamily="34" charset="0"/>
                    <a:cs typeface="Arial" panose="020B0604020202020204" pitchFamily="34" charset="0"/>
                  </a:rPr>
                  <a:t>Pick the most probable (MAP)  Y</a:t>
                </a:r>
              </a:p>
              <a:p>
                <a:pPr marL="0" indent="0">
                  <a:lnSpc>
                    <a:spcPct val="150000"/>
                  </a:lnSpc>
                  <a:buNone/>
                </a:pPr>
                <a14:m>
                  <m:oMathPara xmlns:m="http://schemas.openxmlformats.org/officeDocument/2006/math">
                    <m:oMathParaPr>
                      <m:jc m:val="centerGroup"/>
                    </m:oMathParaPr>
                    <m:oMath xmlns:m="http://schemas.openxmlformats.org/officeDocument/2006/math">
                      <m:acc>
                        <m:accPr>
                          <m:chr m:val="̂"/>
                          <m:ctrlPr>
                            <a:rPr lang="en-US" sz="1800" i="1" dirty="0" smtClean="0">
                              <a:solidFill>
                                <a:schemeClr val="tx1"/>
                              </a:solidFill>
                              <a:latin typeface="Cambria Math" panose="02040503050406030204" pitchFamily="18" charset="0"/>
                            </a:rPr>
                          </m:ctrlPr>
                        </m:accPr>
                        <m:e>
                          <m:r>
                            <m:rPr>
                              <m:sty m:val="p"/>
                            </m:rPr>
                            <a:rPr lang="en-US" sz="1800" i="0" dirty="0">
                              <a:solidFill>
                                <a:schemeClr val="tx1"/>
                              </a:solidFill>
                              <a:latin typeface="Cambria Math" panose="02040503050406030204" pitchFamily="18" charset="0"/>
                            </a:rPr>
                            <m:t>Y</m:t>
                          </m:r>
                        </m:e>
                      </m:acc>
                      <m:r>
                        <a:rPr lang="en-US" sz="1800" i="0" dirty="0">
                          <a:solidFill>
                            <a:schemeClr val="tx1"/>
                          </a:solidFill>
                          <a:latin typeface="Cambria Math" panose="02040503050406030204" pitchFamily="18" charset="0"/>
                        </a:rPr>
                        <m:t>←</m:t>
                      </m:r>
                      <m:func>
                        <m:funcPr>
                          <m:ctrlPr>
                            <a:rPr lang="en-US" sz="1800" i="1" dirty="0">
                              <a:solidFill>
                                <a:schemeClr val="tx1"/>
                              </a:solidFill>
                              <a:latin typeface="Cambria Math" panose="02040503050406030204" pitchFamily="18" charset="0"/>
                            </a:rPr>
                          </m:ctrlPr>
                        </m:funcPr>
                        <m:fName>
                          <m:limLow>
                            <m:limLowPr>
                              <m:ctrlPr>
                                <a:rPr lang="en-US" sz="1800" i="1" dirty="0">
                                  <a:solidFill>
                                    <a:schemeClr val="tx1"/>
                                  </a:solidFill>
                                  <a:latin typeface="Cambria Math" panose="02040503050406030204" pitchFamily="18" charset="0"/>
                                </a:rPr>
                              </m:ctrlPr>
                            </m:limLowPr>
                            <m:e>
                              <m:r>
                                <m:rPr>
                                  <m:sty m:val="p"/>
                                </m:rPr>
                                <a:rPr lang="en-US" sz="1800" i="0" dirty="0">
                                  <a:solidFill>
                                    <a:schemeClr val="tx1"/>
                                  </a:solidFill>
                                  <a:latin typeface="Cambria Math" panose="02040503050406030204" pitchFamily="18" charset="0"/>
                                </a:rPr>
                                <m:t>argmax</m:t>
                              </m:r>
                            </m:e>
                            <m:lim>
                              <m:sSub>
                                <m:sSubPr>
                                  <m:ctrlPr>
                                    <a:rPr lang="en-US" sz="1800" i="1" dirty="0">
                                      <a:solidFill>
                                        <a:schemeClr val="tx1"/>
                                      </a:solidFill>
                                      <a:latin typeface="Cambria Math" panose="02040503050406030204" pitchFamily="18" charset="0"/>
                                    </a:rPr>
                                  </m:ctrlPr>
                                </m:sSubPr>
                                <m:e>
                                  <m:r>
                                    <m:rPr>
                                      <m:sty m:val="p"/>
                                    </m:rPr>
                                    <a:rPr lang="en-US" sz="1800" i="0" dirty="0">
                                      <a:solidFill>
                                        <a:schemeClr val="tx1"/>
                                      </a:solidFill>
                                      <a:latin typeface="Cambria Math" panose="02040503050406030204" pitchFamily="18" charset="0"/>
                                    </a:rPr>
                                    <m:t>y</m:t>
                                  </m:r>
                                </m:e>
                                <m:sub>
                                  <m:r>
                                    <m:rPr>
                                      <m:sty m:val="p"/>
                                    </m:rPr>
                                    <a:rPr lang="en-US" sz="1800" i="0" dirty="0">
                                      <a:solidFill>
                                        <a:schemeClr val="tx1"/>
                                      </a:solidFill>
                                      <a:latin typeface="Cambria Math" panose="02040503050406030204" pitchFamily="18" charset="0"/>
                                    </a:rPr>
                                    <m:t>k</m:t>
                                  </m:r>
                                </m:sub>
                              </m:sSub>
                            </m:lim>
                          </m:limLow>
                        </m:fName>
                        <m:e>
                          <m:r>
                            <m:rPr>
                              <m:sty m:val="p"/>
                            </m:rPr>
                            <a:rPr lang="en-US" sz="1800" i="0">
                              <a:solidFill>
                                <a:schemeClr val="tx1"/>
                              </a:solidFill>
                              <a:latin typeface="Cambria Math" panose="02040503050406030204" pitchFamily="18" charset="0"/>
                            </a:rPr>
                            <m:t>P</m:t>
                          </m:r>
                          <m:d>
                            <m:dPr>
                              <m:ctrlPr>
                                <a:rPr lang="en-US" sz="1800" i="1">
                                  <a:solidFill>
                                    <a:schemeClr val="tx1"/>
                                  </a:solidFill>
                                  <a:latin typeface="Cambria Math" panose="02040503050406030204" pitchFamily="18" charset="0"/>
                                </a:rPr>
                              </m:ctrlPr>
                            </m:dPr>
                            <m:e>
                              <m:r>
                                <m:rPr>
                                  <m:sty m:val="p"/>
                                </m:rPr>
                                <a:rPr lang="en-US" sz="1800" i="0">
                                  <a:solidFill>
                                    <a:schemeClr val="tx1"/>
                                  </a:solidFill>
                                  <a:latin typeface="Cambria Math" panose="02040503050406030204" pitchFamily="18" charset="0"/>
                                </a:rPr>
                                <m:t>Y</m:t>
                              </m:r>
                              <m:r>
                                <a:rPr lang="en-US" sz="1800" i="0">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m:rPr>
                                      <m:sty m:val="p"/>
                                    </m:rPr>
                                    <a:rPr lang="en-US" sz="1800" i="0">
                                      <a:solidFill>
                                        <a:schemeClr val="tx1"/>
                                      </a:solidFill>
                                      <a:latin typeface="Cambria Math" panose="02040503050406030204" pitchFamily="18" charset="0"/>
                                    </a:rPr>
                                    <m:t>y</m:t>
                                  </m:r>
                                </m:e>
                                <m:sub>
                                  <m:r>
                                    <m:rPr>
                                      <m:sty m:val="p"/>
                                    </m:rPr>
                                    <a:rPr lang="en-US" sz="1800" i="0">
                                      <a:solidFill>
                                        <a:schemeClr val="tx1"/>
                                      </a:solidFill>
                                      <a:latin typeface="Cambria Math" panose="02040503050406030204" pitchFamily="18" charset="0"/>
                                    </a:rPr>
                                    <m:t>k</m:t>
                                  </m:r>
                                </m:sub>
                              </m:sSub>
                            </m:e>
                          </m:d>
                          <m:sSub>
                            <m:sSubPr>
                              <m:ctrlPr>
                                <a:rPr lang="en-US" sz="1800" i="1">
                                  <a:solidFill>
                                    <a:schemeClr val="tx1"/>
                                  </a:solidFill>
                                  <a:latin typeface="Cambria Math" panose="02040503050406030204" pitchFamily="18" charset="0"/>
                                </a:rPr>
                              </m:ctrlPr>
                            </m:sSubPr>
                            <m:e>
                              <m:r>
                                <m:rPr>
                                  <m:sty m:val="p"/>
                                </m:rPr>
                                <a:rPr lang="en-US" sz="1800" i="0">
                                  <a:solidFill>
                                    <a:schemeClr val="tx1"/>
                                  </a:solidFill>
                                  <a:latin typeface="Cambria Math" panose="02040503050406030204" pitchFamily="18" charset="0"/>
                                </a:rPr>
                                <m:t>Π</m:t>
                              </m:r>
                            </m:e>
                            <m:sub>
                              <m:r>
                                <m:rPr>
                                  <m:sty m:val="p"/>
                                </m:rPr>
                                <a:rPr lang="en-US" sz="1800" i="0">
                                  <a:solidFill>
                                    <a:schemeClr val="tx1"/>
                                  </a:solidFill>
                                  <a:latin typeface="Cambria Math" panose="02040503050406030204" pitchFamily="18" charset="0"/>
                                </a:rPr>
                                <m:t>i</m:t>
                              </m:r>
                            </m:sub>
                          </m:sSub>
                          <m:r>
                            <m:rPr>
                              <m:sty m:val="p"/>
                            </m:rPr>
                            <a:rPr lang="en-US" sz="1800" i="0">
                              <a:solidFill>
                                <a:schemeClr val="tx1"/>
                              </a:solidFill>
                              <a:latin typeface="Cambria Math" panose="02040503050406030204" pitchFamily="18" charset="0"/>
                            </a:rPr>
                            <m:t>P</m:t>
                          </m:r>
                          <m:d>
                            <m:dPr>
                              <m:endChr m:val="|"/>
                              <m:ctrlPr>
                                <a:rPr lang="en-US" sz="1800" i="1">
                                  <a:solidFill>
                                    <a:schemeClr val="tx1"/>
                                  </a:solidFill>
                                  <a:latin typeface="Cambria Math" panose="02040503050406030204" pitchFamily="18" charset="0"/>
                                </a:rPr>
                              </m:ctrlPr>
                            </m:dPr>
                            <m:e>
                              <m:sSub>
                                <m:sSubPr>
                                  <m:ctrlPr>
                                    <a:rPr lang="en-US" sz="1800" i="1">
                                      <a:solidFill>
                                        <a:schemeClr val="tx1"/>
                                      </a:solidFill>
                                      <a:latin typeface="Cambria Math" panose="02040503050406030204" pitchFamily="18" charset="0"/>
                                    </a:rPr>
                                  </m:ctrlPr>
                                </m:sSubPr>
                                <m:e>
                                  <m:r>
                                    <m:rPr>
                                      <m:sty m:val="p"/>
                                    </m:rPr>
                                    <a:rPr lang="en-US" sz="1800" i="0">
                                      <a:solidFill>
                                        <a:schemeClr val="tx1"/>
                                      </a:solidFill>
                                      <a:latin typeface="Cambria Math" panose="02040503050406030204" pitchFamily="18" charset="0"/>
                                    </a:rPr>
                                    <m:t>X</m:t>
                                  </m:r>
                                </m:e>
                                <m:sub>
                                  <m:r>
                                    <m:rPr>
                                      <m:sty m:val="p"/>
                                    </m:rPr>
                                    <a:rPr lang="en-US" sz="1800" i="0">
                                      <a:solidFill>
                                        <a:schemeClr val="tx1"/>
                                      </a:solidFill>
                                      <a:latin typeface="Cambria Math" panose="02040503050406030204" pitchFamily="18" charset="0"/>
                                    </a:rPr>
                                    <m:t>i</m:t>
                                  </m:r>
                                </m:sub>
                              </m:sSub>
                            </m:e>
                          </m:d>
                          <m:r>
                            <m:rPr>
                              <m:sty m:val="p"/>
                            </m:rPr>
                            <a:rPr lang="en-US" sz="1800" i="0">
                              <a:solidFill>
                                <a:schemeClr val="tx1"/>
                              </a:solidFill>
                              <a:latin typeface="Cambria Math" panose="02040503050406030204" pitchFamily="18" charset="0"/>
                            </a:rPr>
                            <m:t>Y</m:t>
                          </m:r>
                          <m:r>
                            <a:rPr lang="en-US" sz="1800" i="0">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m:rPr>
                                  <m:sty m:val="p"/>
                                </m:rPr>
                                <a:rPr lang="en-US" sz="1800" i="0">
                                  <a:solidFill>
                                    <a:schemeClr val="tx1"/>
                                  </a:solidFill>
                                  <a:latin typeface="Cambria Math" panose="02040503050406030204" pitchFamily="18" charset="0"/>
                                </a:rPr>
                                <m:t>y</m:t>
                              </m:r>
                            </m:e>
                            <m:sub>
                              <m:r>
                                <m:rPr>
                                  <m:sty m:val="p"/>
                                </m:rPr>
                                <a:rPr lang="en-US" sz="1800" i="0">
                                  <a:solidFill>
                                    <a:schemeClr val="tx1"/>
                                  </a:solidFill>
                                  <a:latin typeface="Cambria Math" panose="02040503050406030204" pitchFamily="18" charset="0"/>
                                </a:rPr>
                                <m:t>k</m:t>
                              </m:r>
                            </m:sub>
                          </m:sSub>
                          <m:r>
                            <a:rPr lang="en-US" sz="1800" i="0">
                              <a:solidFill>
                                <a:schemeClr val="tx1"/>
                              </a:solidFill>
                              <a:latin typeface="Cambria Math" panose="02040503050406030204" pitchFamily="18" charset="0"/>
                            </a:rPr>
                            <m:t>)</m:t>
                          </m:r>
                        </m:e>
                      </m:func>
                    </m:oMath>
                  </m:oMathPara>
                </a14:m>
                <a:endParaRPr lang="en-US" altLang="ko-KR" sz="1800" dirty="0">
                  <a:solidFill>
                    <a:schemeClr val="tx1"/>
                  </a:solidFill>
                  <a:latin typeface="Arial" panose="020B0604020202020204" pitchFamily="34" charset="0"/>
                  <a:cs typeface="Arial" panose="020B0604020202020204" pitchFamily="34" charset="0"/>
                </a:endParaRPr>
              </a:p>
              <a:p>
                <a:pPr>
                  <a:lnSpc>
                    <a:spcPct val="150000"/>
                  </a:lnSpc>
                </a:pPr>
                <a:endParaRPr lang="en-US" altLang="ko-KR" sz="1800" dirty="0">
                  <a:solidFill>
                    <a:schemeClr val="tx1"/>
                  </a:solidFill>
                  <a:latin typeface="Arial" panose="020B0604020202020204" pitchFamily="34" charset="0"/>
                  <a:cs typeface="Arial" panose="020B0604020202020204" pitchFamily="34" charset="0"/>
                </a:endParaRPr>
              </a:p>
            </p:txBody>
          </p:sp>
        </mc:Choice>
        <mc:Fallback xmlns="">
          <p:sp>
            <p:nvSpPr>
              <p:cNvPr id="206851" name="Rectangle 3"/>
              <p:cNvSpPr>
                <a:spLocks noGrp="1" noRot="1" noChangeAspect="1" noMove="1" noResize="1" noEditPoints="1" noAdjustHandles="1" noChangeArrowheads="1" noChangeShapeType="1" noTextEdit="1"/>
              </p:cNvSpPr>
              <p:nvPr>
                <p:ph type="body" idx="1"/>
              </p:nvPr>
            </p:nvSpPr>
            <p:spPr>
              <a:xfrm>
                <a:off x="0" y="1600200"/>
                <a:ext cx="9144000" cy="5257800"/>
              </a:xfrm>
              <a:blipFill>
                <a:blip r:embed="rId2"/>
                <a:stretch>
                  <a:fillRect/>
                </a:stretch>
              </a:blipFill>
            </p:spPr>
            <p:txBody>
              <a:bodyPr/>
              <a:lstStyle/>
              <a:p>
                <a:r>
                  <a:rPr lang="en-IN">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F85B476D-FCEF-71EC-4C77-DBB42661ED90}"/>
                  </a:ext>
                </a:extLst>
              </p14:cNvPr>
              <p14:cNvContentPartPr/>
              <p14:nvPr/>
            </p14:nvContentPartPr>
            <p14:xfrm>
              <a:off x="2683800" y="3501360"/>
              <a:ext cx="5312160" cy="2023920"/>
            </p14:xfrm>
          </p:contentPart>
        </mc:Choice>
        <mc:Fallback>
          <p:pic>
            <p:nvPicPr>
              <p:cNvPr id="2" name="Ink 1">
                <a:extLst>
                  <a:ext uri="{FF2B5EF4-FFF2-40B4-BE49-F238E27FC236}">
                    <a16:creationId xmlns:a16="http://schemas.microsoft.com/office/drawing/2014/main" id="{F85B476D-FCEF-71EC-4C77-DBB42661ED90}"/>
                  </a:ext>
                </a:extLst>
              </p:cNvPr>
              <p:cNvPicPr/>
              <p:nvPr/>
            </p:nvPicPr>
            <p:blipFill>
              <a:blip r:embed="rId4"/>
              <a:stretch>
                <a:fillRect/>
              </a:stretch>
            </p:blipFill>
            <p:spPr>
              <a:xfrm>
                <a:off x="2674440" y="3492000"/>
                <a:ext cx="5330880" cy="2042640"/>
              </a:xfrm>
              <a:prstGeom prst="rect">
                <a:avLst/>
              </a:prstGeom>
            </p:spPr>
          </p:pic>
        </mc:Fallback>
      </mc:AlternateContent>
    </p:spTree>
    <p:extLst>
      <p:ext uri="{BB962C8B-B14F-4D97-AF65-F5344CB8AC3E}">
        <p14:creationId xmlns:p14="http://schemas.microsoft.com/office/powerpoint/2010/main" val="40103925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274638"/>
            <a:ext cx="7473456" cy="850106"/>
          </a:xfrm>
        </p:spPr>
        <p:txBody>
          <a:bodyPr/>
          <a:lstStyle/>
          <a:p>
            <a:r>
              <a:rPr lang="en-US" sz="2400" b="1" dirty="0">
                <a:latin typeface="+mj-lt"/>
              </a:rPr>
              <a:t>Continuous Features : learning</a:t>
            </a:r>
          </a:p>
        </p:txBody>
      </p:sp>
      <mc:AlternateContent xmlns:mc="http://schemas.openxmlformats.org/markup-compatibility/2006" xmlns:a14="http://schemas.microsoft.com/office/drawing/2010/main">
        <mc:Choice Requires="a14">
          <p:sp>
            <p:nvSpPr>
              <p:cNvPr id="14" name="Content Placeholder 3">
                <a:extLst>
                  <a:ext uri="{FF2B5EF4-FFF2-40B4-BE49-F238E27FC236}">
                    <a16:creationId xmlns:a16="http://schemas.microsoft.com/office/drawing/2014/main" id="{2258283C-FBAC-497B-A8C6-457F9AFE1CD8}"/>
                  </a:ext>
                </a:extLst>
              </p:cNvPr>
              <p:cNvSpPr>
                <a:spLocks noGrp="1"/>
              </p:cNvSpPr>
              <p:nvPr>
                <p:ph type="body" idx="1"/>
              </p:nvPr>
            </p:nvSpPr>
            <p:spPr/>
            <p:txBody>
              <a:bodyPr>
                <a:normAutofit/>
              </a:bodyPr>
              <a:lstStyle/>
              <a:p>
                <a:r>
                  <a:rPr lang="en-US" sz="1800" dirty="0">
                    <a:latin typeface="Arial" panose="020B0604020202020204" pitchFamily="34" charset="0"/>
                    <a:cs typeface="Arial" panose="020B0604020202020204" pitchFamily="34" charset="0"/>
                  </a:rPr>
                  <a:t> </a:t>
                </a:r>
                <a14:m>
                  <m:oMath xmlns:m="http://schemas.openxmlformats.org/officeDocument/2006/math">
                    <m:r>
                      <a:rPr lang="en-US" sz="1800" i="1" dirty="0" smtClean="0">
                        <a:latin typeface="Cambria Math" panose="02040503050406030204" pitchFamily="18" charset="0"/>
                      </a:rPr>
                      <m:t>𝑃</m:t>
                    </m:r>
                    <m:r>
                      <a:rPr lang="en-US" sz="1800" i="1" dirty="0" smtClean="0">
                        <a:latin typeface="Cambria Math" panose="02040503050406030204" pitchFamily="18" charset="0"/>
                      </a:rPr>
                      <m:t>(</m:t>
                    </m:r>
                    <m:sSub>
                      <m:sSubPr>
                        <m:ctrlPr>
                          <a:rPr lang="en-US" sz="1800" b="0" i="1" dirty="0" smtClean="0">
                            <a:latin typeface="Cambria Math" panose="02040503050406030204" pitchFamily="18" charset="0"/>
                          </a:rPr>
                        </m:ctrlPr>
                      </m:sSubPr>
                      <m:e>
                        <m:r>
                          <a:rPr lang="en-US" sz="1800" i="1" dirty="0" err="1">
                            <a:latin typeface="Cambria Math" panose="02040503050406030204" pitchFamily="18" charset="0"/>
                          </a:rPr>
                          <m:t>𝑋</m:t>
                        </m:r>
                      </m:e>
                      <m:sub>
                        <m:r>
                          <a:rPr lang="en-US" sz="1800" i="1" dirty="0" err="1">
                            <a:latin typeface="Cambria Math" panose="02040503050406030204" pitchFamily="18" charset="0"/>
                          </a:rPr>
                          <m:t>𝑖</m:t>
                        </m:r>
                      </m:sub>
                    </m:sSub>
                    <m:r>
                      <a:rPr lang="en-US" sz="1800" i="1" dirty="0" err="1">
                        <a:latin typeface="Cambria Math" panose="02040503050406030204" pitchFamily="18" charset="0"/>
                      </a:rPr>
                      <m:t>|</m:t>
                    </m:r>
                    <m:r>
                      <a:rPr lang="en-US" sz="1800" i="1" dirty="0" err="1">
                        <a:latin typeface="Cambria Math" panose="02040503050406030204" pitchFamily="18" charset="0"/>
                      </a:rPr>
                      <m:t>𝑌</m:t>
                    </m:r>
                    <m:r>
                      <a:rPr lang="en-US" sz="1800" i="1" dirty="0">
                        <a:latin typeface="Cambria Math" panose="02040503050406030204" pitchFamily="18" charset="0"/>
                      </a:rPr>
                      <m:t>) </m:t>
                    </m:r>
                  </m:oMath>
                </a14:m>
                <a:r>
                  <a:rPr lang="en-US" sz="1800" dirty="0">
                    <a:latin typeface="Arial" panose="020B0604020202020204" pitchFamily="34" charset="0"/>
                    <a:cs typeface="Arial" panose="020B0604020202020204" pitchFamily="34" charset="0"/>
                  </a:rPr>
                  <a:t>is Gaussian</a:t>
                </a:r>
              </a:p>
              <a:p>
                <a:r>
                  <a:rPr lang="en-US" sz="1800" dirty="0">
                    <a:latin typeface="Arial" panose="020B0604020202020204" pitchFamily="34" charset="0"/>
                    <a:cs typeface="Arial" panose="020B0604020202020204" pitchFamily="34" charset="0"/>
                  </a:rPr>
                  <a:t> Training: estimate mean and standard deviation</a:t>
                </a:r>
              </a:p>
              <a:p>
                <a:pPr lvl="1"/>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𝜇</m:t>
                        </m:r>
                      </m:e>
                      <m:sub>
                        <m:r>
                          <a:rPr lang="en-US" sz="1800" b="0" i="1" smtClean="0">
                            <a:latin typeface="Cambria Math" panose="02040503050406030204" pitchFamily="18" charset="0"/>
                          </a:rPr>
                          <m:t>𝑖</m:t>
                        </m:r>
                      </m:sub>
                    </m:sSub>
                    <m:r>
                      <a:rPr lang="en-US" sz="1800" b="0" i="1" smtClean="0">
                        <a:latin typeface="Cambria Math" panose="02040503050406030204" pitchFamily="18" charset="0"/>
                      </a:rPr>
                      <m:t>=</m:t>
                    </m:r>
                    <m:r>
                      <a:rPr lang="en-US" sz="1800" b="0" i="1" smtClean="0">
                        <a:latin typeface="Cambria Math" panose="02040503050406030204" pitchFamily="18" charset="0"/>
                      </a:rPr>
                      <m:t>𝐸</m:t>
                    </m:r>
                    <m:d>
                      <m:dPr>
                        <m:begChr m:val="["/>
                        <m:endChr m:val="]"/>
                        <m:ctrlPr>
                          <a:rPr lang="en-US" sz="1800" b="0" i="1" smtClean="0">
                            <a:latin typeface="Cambria Math" panose="02040503050406030204" pitchFamily="18" charset="0"/>
                          </a:rPr>
                        </m:ctrlPr>
                      </m:d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𝑋</m:t>
                            </m:r>
                          </m:e>
                          <m:sub>
                            <m:r>
                              <a:rPr lang="en-US" sz="1800" b="0" i="1" smtClean="0">
                                <a:latin typeface="Cambria Math" panose="02040503050406030204" pitchFamily="18" charset="0"/>
                              </a:rPr>
                              <m:t>𝑖</m:t>
                            </m:r>
                          </m:sub>
                        </m:sSub>
                      </m:e>
                      <m:e>
                        <m:r>
                          <a:rPr lang="en-US" sz="1800" b="0" i="1" smtClean="0">
                            <a:latin typeface="Cambria Math" panose="02040503050406030204" pitchFamily="18" charset="0"/>
                          </a:rPr>
                          <m:t>𝑌</m:t>
                        </m:r>
                        <m:r>
                          <a:rPr lang="en-US" sz="1800" b="0" i="1" smtClean="0">
                            <a:latin typeface="Cambria Math" panose="02040503050406030204" pitchFamily="18" charset="0"/>
                          </a:rPr>
                          <m:t>=</m:t>
                        </m:r>
                        <m:r>
                          <a:rPr lang="en-US" sz="1800" b="0" i="1" smtClean="0">
                            <a:latin typeface="Cambria Math" panose="02040503050406030204" pitchFamily="18" charset="0"/>
                          </a:rPr>
                          <m:t>𝑦</m:t>
                        </m:r>
                      </m:e>
                    </m:d>
                  </m:oMath>
                </a14:m>
                <a:endParaRPr lang="en-US" sz="1800" b="0" dirty="0">
                  <a:latin typeface="Arial" panose="020B0604020202020204" pitchFamily="34" charset="0"/>
                  <a:cs typeface="Arial" panose="020B0604020202020204" pitchFamily="34" charset="0"/>
                </a:endParaRPr>
              </a:p>
              <a:p>
                <a:pPr lvl="1"/>
                <a14:m>
                  <m:oMath xmlns:m="http://schemas.openxmlformats.org/officeDocument/2006/math">
                    <m:sSubSup>
                      <m:sSubSupPr>
                        <m:ctrlPr>
                          <a:rPr lang="en-US" sz="1800" b="0" i="1" smtClean="0">
                            <a:latin typeface="Cambria Math" panose="02040503050406030204" pitchFamily="18" charset="0"/>
                          </a:rPr>
                        </m:ctrlPr>
                      </m:sSubSupPr>
                      <m:e>
                        <m:r>
                          <a:rPr lang="en-US" sz="1800" b="0" i="1" smtClean="0">
                            <a:latin typeface="Cambria Math" panose="02040503050406030204" pitchFamily="18" charset="0"/>
                          </a:rPr>
                          <m:t>𝜎</m:t>
                        </m:r>
                      </m:e>
                      <m:sub>
                        <m:r>
                          <a:rPr lang="en-US" sz="1800" b="0" i="1" smtClean="0">
                            <a:latin typeface="Cambria Math" panose="02040503050406030204" pitchFamily="18" charset="0"/>
                          </a:rPr>
                          <m:t>𝑖</m:t>
                        </m:r>
                      </m:sub>
                      <m:sup>
                        <m:r>
                          <a:rPr lang="en-US" sz="1800" b="0" i="1" smtClean="0">
                            <a:latin typeface="Cambria Math" panose="02040503050406030204" pitchFamily="18" charset="0"/>
                          </a:rPr>
                          <m:t>2</m:t>
                        </m:r>
                      </m:sup>
                    </m:sSubSup>
                    <m:r>
                      <a:rPr lang="en-US" sz="1800" b="0" i="1" smtClean="0">
                        <a:latin typeface="Cambria Math" panose="02040503050406030204" pitchFamily="18" charset="0"/>
                      </a:rPr>
                      <m:t>=</m:t>
                    </m:r>
                    <m:r>
                      <a:rPr lang="en-US" sz="1800" b="0" i="1" smtClean="0">
                        <a:latin typeface="Cambria Math" panose="02040503050406030204" pitchFamily="18" charset="0"/>
                      </a:rPr>
                      <m:t>𝐸</m:t>
                    </m:r>
                    <m:d>
                      <m:dPr>
                        <m:begChr m:val="["/>
                        <m:endChr m:val="]"/>
                        <m:ctrlPr>
                          <a:rPr lang="en-US" sz="1800" b="0" i="1" smtClean="0">
                            <a:latin typeface="Cambria Math" panose="02040503050406030204" pitchFamily="18" charset="0"/>
                          </a:rPr>
                        </m:ctrlPr>
                      </m:dPr>
                      <m:e>
                        <m:sSup>
                          <m:sSupPr>
                            <m:ctrlPr>
                              <a:rPr lang="en-US" sz="1800" b="0" i="1" smtClean="0">
                                <a:latin typeface="Cambria Math" panose="02040503050406030204" pitchFamily="18" charset="0"/>
                              </a:rPr>
                            </m:ctrlPr>
                          </m:sSupPr>
                          <m:e>
                            <m:d>
                              <m:dPr>
                                <m:ctrlPr>
                                  <a:rPr lang="en-US" sz="1800" b="0" i="1" smtClean="0">
                                    <a:latin typeface="Cambria Math" panose="02040503050406030204" pitchFamily="18" charset="0"/>
                                  </a:rPr>
                                </m:ctrlPr>
                              </m:d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𝑋</m:t>
                                    </m:r>
                                  </m:e>
                                  <m:sub>
                                    <m:r>
                                      <a:rPr lang="en-US" sz="1800" b="0" i="1" smtClean="0">
                                        <a:latin typeface="Cambria Math" panose="02040503050406030204" pitchFamily="18" charset="0"/>
                                      </a:rPr>
                                      <m:t>𝑖</m:t>
                                    </m:r>
                                  </m:sub>
                                </m:sSub>
                                <m:r>
                                  <a:rPr lang="en-US" sz="1800" b="0" i="0"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𝜇</m:t>
                                    </m:r>
                                  </m:e>
                                  <m:sub>
                                    <m:r>
                                      <a:rPr lang="en-US" sz="1800" b="0" i="1" smtClean="0">
                                        <a:latin typeface="Cambria Math" panose="02040503050406030204" pitchFamily="18" charset="0"/>
                                      </a:rPr>
                                      <m:t>𝑖</m:t>
                                    </m:r>
                                  </m:sub>
                                </m:sSub>
                              </m:e>
                            </m:d>
                          </m:e>
                          <m:sup>
                            <m:r>
                              <a:rPr lang="en-US" sz="1800" b="0" i="1" smtClean="0">
                                <a:latin typeface="Cambria Math" panose="02040503050406030204" pitchFamily="18" charset="0"/>
                              </a:rPr>
                              <m:t>2</m:t>
                            </m:r>
                          </m:sup>
                        </m:sSup>
                      </m:e>
                      <m:e>
                        <m:r>
                          <a:rPr lang="en-US" sz="1800" b="0" i="1" smtClean="0">
                            <a:latin typeface="Cambria Math" panose="02040503050406030204" pitchFamily="18" charset="0"/>
                          </a:rPr>
                          <m:t>𝑌</m:t>
                        </m:r>
                        <m:r>
                          <a:rPr lang="en-US" sz="1800" b="0" i="1" smtClean="0">
                            <a:latin typeface="Cambria Math" panose="02040503050406030204" pitchFamily="18" charset="0"/>
                          </a:rPr>
                          <m:t>=</m:t>
                        </m:r>
                        <m:r>
                          <a:rPr lang="en-US" sz="1800" b="0" i="1" smtClean="0">
                            <a:latin typeface="Cambria Math" panose="02040503050406030204" pitchFamily="18" charset="0"/>
                          </a:rPr>
                          <m:t>𝑦</m:t>
                        </m:r>
                      </m:e>
                    </m:d>
                  </m:oMath>
                </a14:m>
                <a:endParaRPr lang="en-US" sz="1800" b="0" dirty="0">
                  <a:latin typeface="Arial" panose="020B0604020202020204" pitchFamily="34" charset="0"/>
                  <a:cs typeface="Arial" panose="020B0604020202020204" pitchFamily="34" charset="0"/>
                </a:endParaRPr>
              </a:p>
              <a:p>
                <a:endParaRPr lang="en-US" sz="1800" b="0" dirty="0">
                  <a:latin typeface="Arial" panose="020B0604020202020204" pitchFamily="34" charset="0"/>
                  <a:cs typeface="Arial" panose="020B0604020202020204" pitchFamily="34" charset="0"/>
                </a:endParaRPr>
              </a:p>
              <a:p>
                <a:endParaRPr lang="en-US" sz="1800" dirty="0">
                  <a:latin typeface="Arial" panose="020B0604020202020204" pitchFamily="34" charset="0"/>
                  <a:cs typeface="Arial" panose="020B0604020202020204" pitchFamily="34" charset="0"/>
                </a:endParaRPr>
              </a:p>
              <a:p>
                <a:endParaRPr lang="en-US" sz="1800" dirty="0">
                  <a:latin typeface="Arial" panose="020B0604020202020204" pitchFamily="34" charset="0"/>
                  <a:cs typeface="Arial" panose="020B0604020202020204" pitchFamily="34" charset="0"/>
                </a:endParaRPr>
              </a:p>
              <a:p>
                <a:endParaRPr lang="en-US" sz="1800" dirty="0">
                  <a:latin typeface="Arial" panose="020B0604020202020204" pitchFamily="34" charset="0"/>
                  <a:cs typeface="Arial" panose="020B0604020202020204" pitchFamily="34" charset="0"/>
                </a:endParaRPr>
              </a:p>
            </p:txBody>
          </p:sp>
        </mc:Choice>
        <mc:Fallback xmlns="">
          <p:sp>
            <p:nvSpPr>
              <p:cNvPr id="14" name="Content Placeholder 3">
                <a:extLst>
                  <a:ext uri="{FF2B5EF4-FFF2-40B4-BE49-F238E27FC236}">
                    <a16:creationId xmlns:a16="http://schemas.microsoft.com/office/drawing/2014/main" id="{2258283C-FBAC-497B-A8C6-457F9AFE1CD8}"/>
                  </a:ext>
                </a:extLst>
              </p:cNvPr>
              <p:cNvSpPr>
                <a:spLocks noGrp="1" noRot="1" noChangeAspect="1" noMove="1" noResize="1" noEditPoints="1" noAdjustHandles="1" noChangeArrowheads="1" noChangeShapeType="1" noTextEdit="1"/>
              </p:cNvSpPr>
              <p:nvPr>
                <p:ph type="body" idx="1"/>
              </p:nvPr>
            </p:nvSpPr>
            <p:spPr>
              <a:blipFill>
                <a:blip r:embed="rId3"/>
                <a:stretch>
                  <a:fillRect/>
                </a:stretch>
              </a:blipFill>
            </p:spPr>
            <p:txBody>
              <a:bodyPr/>
              <a:lstStyle/>
              <a:p>
                <a:r>
                  <a:rPr lang="en-IN">
                    <a:noFill/>
                  </a:rPr>
                  <a:t> </a:t>
                </a:r>
              </a:p>
            </p:txBody>
          </p:sp>
        </mc:Fallback>
      </mc:AlternateContent>
      <p:sp>
        <p:nvSpPr>
          <p:cNvPr id="3" name="Slide Number Placeholder 2"/>
          <p:cNvSpPr>
            <a:spLocks noGrp="1"/>
          </p:cNvSpPr>
          <p:nvPr>
            <p:ph type="sldNum" idx="12"/>
          </p:nvPr>
        </p:nvSpPr>
        <p:spPr/>
        <p:txBody>
          <a:bodyPr/>
          <a:lstStyle/>
          <a:p>
            <a:pPr marL="0" marR="0" lvl="0" indent="0" algn="r" defTabSz="685800" rtl="0" eaLnBrk="1" fontAlgn="base" latinLnBrk="0" hangingPunct="1">
              <a:lnSpc>
                <a:spcPct val="100000"/>
              </a:lnSpc>
              <a:spcBef>
                <a:spcPct val="0"/>
              </a:spcBef>
              <a:spcAft>
                <a:spcPct val="0"/>
              </a:spcAft>
              <a:buClr>
                <a:srgbClr val="000000"/>
              </a:buClr>
              <a:buSzTx/>
              <a:buFont typeface="Arial"/>
              <a:buNone/>
              <a:tabLst/>
              <a:defRPr/>
            </a:pPr>
            <a:fld id="{1081A49A-5B14-409F-93CB-CEF6A4DEA4DC}" type="slidenum">
              <a:rPr kumimoji="0" lang="en-US" sz="1500" b="1" i="0" u="none" strike="noStrike" kern="0" cap="none" spc="0" normalizeH="0" baseline="0" noProof="0">
                <a:ln>
                  <a:noFill/>
                </a:ln>
                <a:solidFill>
                  <a:srgbClr val="0F243E"/>
                </a:solidFill>
                <a:effectLst/>
                <a:uLnTx/>
                <a:uFillTx/>
                <a:latin typeface="Calibri"/>
                <a:ea typeface="Tahoma"/>
                <a:cs typeface="Tahoma"/>
                <a:sym typeface="Tahoma"/>
              </a:rPr>
              <a:pPr marL="0" marR="0" lvl="0" indent="0" algn="r" defTabSz="685800" rtl="0" eaLnBrk="1" fontAlgn="base" latinLnBrk="0" hangingPunct="1">
                <a:lnSpc>
                  <a:spcPct val="100000"/>
                </a:lnSpc>
                <a:spcBef>
                  <a:spcPct val="0"/>
                </a:spcBef>
                <a:spcAft>
                  <a:spcPct val="0"/>
                </a:spcAft>
                <a:buClr>
                  <a:srgbClr val="000000"/>
                </a:buClr>
                <a:buSzTx/>
                <a:buFont typeface="Arial"/>
                <a:buNone/>
                <a:tabLst/>
                <a:defRPr/>
              </a:pPr>
              <a:t>37</a:t>
            </a:fld>
            <a:endParaRPr kumimoji="0" lang="en-US" sz="1500" b="1" i="0" u="none" strike="noStrike" kern="0" cap="none" spc="0" normalizeH="0" baseline="0" noProof="0" dirty="0">
              <a:ln>
                <a:noFill/>
              </a:ln>
              <a:solidFill>
                <a:srgbClr val="0F243E"/>
              </a:solidFill>
              <a:effectLst/>
              <a:uLnTx/>
              <a:uFillTx/>
              <a:latin typeface="Calibri"/>
              <a:ea typeface="Tahoma"/>
              <a:cs typeface="Tahoma"/>
              <a:sym typeface="Tahoma"/>
            </a:endParaRPr>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A18317CF-64EB-49A3-849E-BAED31EA77FF}"/>
                  </a:ext>
                </a:extLst>
              </p:cNvPr>
              <p:cNvGraphicFramePr>
                <a:graphicFrameLocks noGrp="1"/>
              </p:cNvGraphicFramePr>
              <p:nvPr/>
            </p:nvGraphicFramePr>
            <p:xfrm>
              <a:off x="1497264" y="3649133"/>
              <a:ext cx="5370676" cy="1601215"/>
            </p:xfrm>
            <a:graphic>
              <a:graphicData uri="http://schemas.openxmlformats.org/drawingml/2006/table">
                <a:tbl>
                  <a:tblPr firstRow="1" bandRow="1">
                    <a:tableStyleId>{5940675A-B579-460E-94D1-54222C63F5DA}</a:tableStyleId>
                  </a:tblPr>
                  <a:tblGrid>
                    <a:gridCol w="1342669">
                      <a:extLst>
                        <a:ext uri="{9D8B030D-6E8A-4147-A177-3AD203B41FA5}">
                          <a16:colId xmlns:a16="http://schemas.microsoft.com/office/drawing/2014/main" val="2578614894"/>
                        </a:ext>
                      </a:extLst>
                    </a:gridCol>
                    <a:gridCol w="1342669">
                      <a:extLst>
                        <a:ext uri="{9D8B030D-6E8A-4147-A177-3AD203B41FA5}">
                          <a16:colId xmlns:a16="http://schemas.microsoft.com/office/drawing/2014/main" val="1677797204"/>
                        </a:ext>
                      </a:extLst>
                    </a:gridCol>
                    <a:gridCol w="1342669">
                      <a:extLst>
                        <a:ext uri="{9D8B030D-6E8A-4147-A177-3AD203B41FA5}">
                          <a16:colId xmlns:a16="http://schemas.microsoft.com/office/drawing/2014/main" val="4068048454"/>
                        </a:ext>
                      </a:extLst>
                    </a:gridCol>
                    <a:gridCol w="1342669">
                      <a:extLst>
                        <a:ext uri="{9D8B030D-6E8A-4147-A177-3AD203B41FA5}">
                          <a16:colId xmlns:a16="http://schemas.microsoft.com/office/drawing/2014/main" val="3559188498"/>
                        </a:ext>
                      </a:extLst>
                    </a:gridCol>
                  </a:tblGrid>
                  <a:tr h="320243">
                    <a:tc>
                      <a:txBody>
                        <a:bodyPr/>
                        <a:lstStyle/>
                        <a:p>
                          <a:pPr/>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US" dirty="0" smtClean="0">
                                        <a:latin typeface="Cambria Math" panose="02040503050406030204" pitchFamily="18" charset="0"/>
                                      </a:rPr>
                                      <m:t>𝑋</m:t>
                                    </m:r>
                                  </m:e>
                                  <m:sub>
                                    <m:r>
                                      <a:rPr lang="en-US" dirty="0" smtClean="0">
                                        <a:latin typeface="Cambria Math" panose="02040503050406030204" pitchFamily="18" charset="0"/>
                                      </a:rPr>
                                      <m:t>1</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US" dirty="0" smtClean="0">
                                        <a:latin typeface="Cambria Math" panose="02040503050406030204" pitchFamily="18" charset="0"/>
                                      </a:rPr>
                                      <m:t>𝑋</m:t>
                                    </m:r>
                                  </m:e>
                                  <m:sub>
                                    <m:r>
                                      <a:rPr lang="en-US" dirty="0" smtClean="0">
                                        <a:latin typeface="Cambria Math" panose="02040503050406030204" pitchFamily="18" charset="0"/>
                                      </a:rPr>
                                      <m:t>2</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US" dirty="0" smtClean="0">
                                        <a:latin typeface="Cambria Math" panose="02040503050406030204" pitchFamily="18" charset="0"/>
                                      </a:rPr>
                                      <m:t>𝑋</m:t>
                                    </m:r>
                                  </m:e>
                                  <m:sub>
                                    <m:r>
                                      <a:rPr lang="en-US" dirty="0" smtClean="0">
                                        <a:latin typeface="Cambria Math" panose="02040503050406030204" pitchFamily="18" charset="0"/>
                                      </a:rPr>
                                      <m:t>3</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dirty="0" smtClean="0">
                                    <a:latin typeface="Cambria Math" panose="02040503050406030204" pitchFamily="18" charset="0"/>
                                  </a:rPr>
                                  <m:t>𝑌</m:t>
                                </m:r>
                              </m:oMath>
                            </m:oMathPara>
                          </a14:m>
                          <a:endParaRPr lang="en-US" dirty="0"/>
                        </a:p>
                      </a:txBody>
                      <a:tcPr>
                        <a:solidFill>
                          <a:schemeClr val="accent1">
                            <a:lumMod val="20000"/>
                            <a:lumOff val="80000"/>
                          </a:schemeClr>
                        </a:solidFill>
                      </a:tcPr>
                    </a:tc>
                    <a:extLst>
                      <a:ext uri="{0D108BD9-81ED-4DB2-BD59-A6C34878D82A}">
                        <a16:rowId xmlns:a16="http://schemas.microsoft.com/office/drawing/2014/main" val="3853379125"/>
                      </a:ext>
                    </a:extLst>
                  </a:tr>
                  <a:tr h="320243">
                    <a:tc>
                      <a:txBody>
                        <a:bodyPr/>
                        <a:lstStyle/>
                        <a:p>
                          <a:pPr/>
                          <a14:m>
                            <m:oMathPara xmlns:m="http://schemas.openxmlformats.org/officeDocument/2006/math">
                              <m:oMathParaPr>
                                <m:jc m:val="centerGroup"/>
                              </m:oMathParaPr>
                              <m:oMath xmlns:m="http://schemas.openxmlformats.org/officeDocument/2006/math">
                                <m:r>
                                  <a:rPr lang="en-US" dirty="0" smtClean="0">
                                    <a:latin typeface="Cambria Math" panose="02040503050406030204" pitchFamily="18" charset="0"/>
                                  </a:rPr>
                                  <m:t>2</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dirty="0" smtClean="0">
                                    <a:latin typeface="Cambria Math" panose="02040503050406030204" pitchFamily="18" charset="0"/>
                                  </a:rPr>
                                  <m:t>3</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dirty="0" smtClean="0">
                                    <a:latin typeface="Cambria Math" panose="02040503050406030204" pitchFamily="18" charset="0"/>
                                  </a:rPr>
                                  <m:t>1</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dirty="0" smtClean="0">
                                    <a:latin typeface="Cambria Math" panose="02040503050406030204" pitchFamily="18" charset="0"/>
                                  </a:rPr>
                                  <m:t>1</m:t>
                                </m:r>
                              </m:oMath>
                            </m:oMathPara>
                          </a14:m>
                          <a:endParaRPr lang="en-US" dirty="0"/>
                        </a:p>
                      </a:txBody>
                      <a:tcPr>
                        <a:solidFill>
                          <a:schemeClr val="accent1">
                            <a:lumMod val="20000"/>
                            <a:lumOff val="80000"/>
                          </a:schemeClr>
                        </a:solidFill>
                      </a:tcPr>
                    </a:tc>
                    <a:extLst>
                      <a:ext uri="{0D108BD9-81ED-4DB2-BD59-A6C34878D82A}">
                        <a16:rowId xmlns:a16="http://schemas.microsoft.com/office/drawing/2014/main" val="4254688235"/>
                      </a:ext>
                    </a:extLst>
                  </a:tr>
                  <a:tr h="320243">
                    <a:tc>
                      <a:txBody>
                        <a:bodyPr/>
                        <a:lstStyle/>
                        <a:p>
                          <a:pPr/>
                          <a14:m>
                            <m:oMathPara xmlns:m="http://schemas.openxmlformats.org/officeDocument/2006/math">
                              <m:oMathParaPr>
                                <m:jc m:val="centerGroup"/>
                              </m:oMathParaPr>
                              <m:oMath xmlns:m="http://schemas.openxmlformats.org/officeDocument/2006/math">
                                <m:r>
                                  <a:rPr lang="en-US" dirty="0" smtClean="0">
                                    <a:latin typeface="Cambria Math" panose="02040503050406030204" pitchFamily="18" charset="0"/>
                                  </a:rPr>
                                  <m:t>−1.2</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dirty="0" smtClean="0">
                                    <a:latin typeface="Cambria Math" panose="02040503050406030204" pitchFamily="18" charset="0"/>
                                  </a:rPr>
                                  <m:t>2</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dirty="0" smtClean="0">
                                    <a:latin typeface="Cambria Math" panose="02040503050406030204" pitchFamily="18" charset="0"/>
                                  </a:rPr>
                                  <m:t>0.4</m:t>
                                </m:r>
                              </m:oMath>
                            </m:oMathPara>
                          </a14:m>
                          <a:endParaRPr lang="en-US"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dirty="0" smtClean="0">
                                    <a:latin typeface="Cambria Math" panose="02040503050406030204" pitchFamily="18" charset="0"/>
                                  </a:rPr>
                                  <m:t>1</m:t>
                                </m:r>
                              </m:oMath>
                            </m:oMathPara>
                          </a14:m>
                          <a:endParaRPr lang="en-US" dirty="0"/>
                        </a:p>
                      </a:txBody>
                      <a:tcPr>
                        <a:solidFill>
                          <a:schemeClr val="accent1">
                            <a:lumMod val="20000"/>
                            <a:lumOff val="80000"/>
                          </a:schemeClr>
                        </a:solidFill>
                      </a:tcPr>
                    </a:tc>
                    <a:extLst>
                      <a:ext uri="{0D108BD9-81ED-4DB2-BD59-A6C34878D82A}">
                        <a16:rowId xmlns:a16="http://schemas.microsoft.com/office/drawing/2014/main" val="3307702494"/>
                      </a:ext>
                    </a:extLst>
                  </a:tr>
                  <a:tr h="320243">
                    <a:tc>
                      <a:txBody>
                        <a:bodyPr/>
                        <a:lstStyle/>
                        <a:p>
                          <a:pPr/>
                          <a14:m>
                            <m:oMathPara xmlns:m="http://schemas.openxmlformats.org/officeDocument/2006/math">
                              <m:oMathParaPr>
                                <m:jc m:val="centerGroup"/>
                              </m:oMathParaPr>
                              <m:oMath xmlns:m="http://schemas.openxmlformats.org/officeDocument/2006/math">
                                <m:r>
                                  <a:rPr lang="en-US" dirty="0" smtClean="0">
                                    <a:latin typeface="Cambria Math" panose="02040503050406030204" pitchFamily="18" charset="0"/>
                                  </a:rPr>
                                  <m:t>1.2</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dirty="0" smtClean="0">
                                    <a:latin typeface="Cambria Math" panose="02040503050406030204" pitchFamily="18" charset="0"/>
                                  </a:rPr>
                                  <m:t>0.3</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dirty="0" smtClean="0">
                                    <a:latin typeface="Cambria Math" panose="02040503050406030204" pitchFamily="18" charset="0"/>
                                  </a:rPr>
                                  <m:t>0</m:t>
                                </m:r>
                              </m:oMath>
                            </m:oMathPara>
                          </a14:m>
                          <a:endParaRPr lang="en-US"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a:txBody>
                      <a:tcPr>
                        <a:solidFill>
                          <a:schemeClr val="accent1">
                            <a:lumMod val="20000"/>
                            <a:lumOff val="80000"/>
                          </a:schemeClr>
                        </a:solidFill>
                      </a:tcPr>
                    </a:tc>
                    <a:extLst>
                      <a:ext uri="{0D108BD9-81ED-4DB2-BD59-A6C34878D82A}">
                        <a16:rowId xmlns:a16="http://schemas.microsoft.com/office/drawing/2014/main" val="1104592594"/>
                      </a:ext>
                    </a:extLst>
                  </a:tr>
                  <a:tr h="320243">
                    <a:tc>
                      <a:txBody>
                        <a:bodyPr/>
                        <a:lstStyle/>
                        <a:p>
                          <a:pPr/>
                          <a14:m>
                            <m:oMathPara xmlns:m="http://schemas.openxmlformats.org/officeDocument/2006/math">
                              <m:oMathParaPr>
                                <m:jc m:val="centerGroup"/>
                              </m:oMathParaPr>
                              <m:oMath xmlns:m="http://schemas.openxmlformats.org/officeDocument/2006/math">
                                <m:r>
                                  <a:rPr lang="en-US" dirty="0" smtClean="0">
                                    <a:latin typeface="Cambria Math" panose="02040503050406030204" pitchFamily="18" charset="0"/>
                                  </a:rPr>
                                  <m:t>2.2</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dirty="0" smtClean="0">
                                    <a:latin typeface="Cambria Math" panose="02040503050406030204" pitchFamily="18" charset="0"/>
                                  </a:rPr>
                                  <m:t>1.1</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dirty="0" smtClean="0">
                                    <a:latin typeface="Cambria Math" panose="02040503050406030204" pitchFamily="18" charset="0"/>
                                  </a:rPr>
                                  <m:t>0</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dirty="0" smtClean="0">
                                    <a:latin typeface="Cambria Math" panose="02040503050406030204" pitchFamily="18" charset="0"/>
                                  </a:rPr>
                                  <m:t>1</m:t>
                                </m:r>
                              </m:oMath>
                            </m:oMathPara>
                          </a14:m>
                          <a:endParaRPr lang="en-US" dirty="0"/>
                        </a:p>
                      </a:txBody>
                      <a:tcPr>
                        <a:solidFill>
                          <a:schemeClr val="accent1">
                            <a:lumMod val="20000"/>
                            <a:lumOff val="80000"/>
                          </a:schemeClr>
                        </a:solidFill>
                      </a:tcPr>
                    </a:tc>
                    <a:extLst>
                      <a:ext uri="{0D108BD9-81ED-4DB2-BD59-A6C34878D82A}">
                        <a16:rowId xmlns:a16="http://schemas.microsoft.com/office/drawing/2014/main" val="3175371600"/>
                      </a:ext>
                    </a:extLst>
                  </a:tr>
                </a:tbl>
              </a:graphicData>
            </a:graphic>
          </p:graphicFrame>
        </mc:Choice>
        <mc:Fallback xmlns="">
          <p:graphicFrame>
            <p:nvGraphicFramePr>
              <p:cNvPr id="4" name="Table 3">
                <a:extLst>
                  <a:ext uri="{FF2B5EF4-FFF2-40B4-BE49-F238E27FC236}">
                    <a16:creationId xmlns:a16="http://schemas.microsoft.com/office/drawing/2014/main" id="{A18317CF-64EB-49A3-849E-BAED31EA77FF}"/>
                  </a:ext>
                </a:extLst>
              </p:cNvPr>
              <p:cNvGraphicFramePr>
                <a:graphicFrameLocks noGrp="1"/>
              </p:cNvGraphicFramePr>
              <p:nvPr>
                <p:extLst>
                  <p:ext uri="{D42A27DB-BD31-4B8C-83A1-F6EECF244321}">
                    <p14:modId xmlns:p14="http://schemas.microsoft.com/office/powerpoint/2010/main" val="1638164966"/>
                  </p:ext>
                </p:extLst>
              </p:nvPr>
            </p:nvGraphicFramePr>
            <p:xfrm>
              <a:off x="1497264" y="2791883"/>
              <a:ext cx="5370676" cy="1828800"/>
            </p:xfrm>
            <a:graphic>
              <a:graphicData uri="http://schemas.openxmlformats.org/drawingml/2006/table">
                <a:tbl>
                  <a:tblPr firstRow="1" bandRow="1">
                    <a:tableStyleId>{5940675A-B579-460E-94D1-54222C63F5DA}</a:tableStyleId>
                  </a:tblPr>
                  <a:tblGrid>
                    <a:gridCol w="1342669">
                      <a:extLst>
                        <a:ext uri="{9D8B030D-6E8A-4147-A177-3AD203B41FA5}">
                          <a16:colId xmlns:a16="http://schemas.microsoft.com/office/drawing/2014/main" val="2578614894"/>
                        </a:ext>
                      </a:extLst>
                    </a:gridCol>
                    <a:gridCol w="1342669">
                      <a:extLst>
                        <a:ext uri="{9D8B030D-6E8A-4147-A177-3AD203B41FA5}">
                          <a16:colId xmlns:a16="http://schemas.microsoft.com/office/drawing/2014/main" val="1677797204"/>
                        </a:ext>
                      </a:extLst>
                    </a:gridCol>
                    <a:gridCol w="1342669">
                      <a:extLst>
                        <a:ext uri="{9D8B030D-6E8A-4147-A177-3AD203B41FA5}">
                          <a16:colId xmlns:a16="http://schemas.microsoft.com/office/drawing/2014/main" val="4068048454"/>
                        </a:ext>
                      </a:extLst>
                    </a:gridCol>
                    <a:gridCol w="1342669">
                      <a:extLst>
                        <a:ext uri="{9D8B030D-6E8A-4147-A177-3AD203B41FA5}">
                          <a16:colId xmlns:a16="http://schemas.microsoft.com/office/drawing/2014/main" val="3559188498"/>
                        </a:ext>
                      </a:extLst>
                    </a:gridCol>
                  </a:tblGrid>
                  <a:tr h="365760">
                    <a:tc>
                      <a:txBody>
                        <a:bodyPr/>
                        <a:lstStyle/>
                        <a:p>
                          <a:endParaRPr lang="en-US"/>
                        </a:p>
                      </a:txBody>
                      <a:tcPr>
                        <a:blipFill>
                          <a:blip r:embed="rId4"/>
                          <a:stretch>
                            <a:fillRect l="-452" t="-1667" r="-300000" b="-406667"/>
                          </a:stretch>
                        </a:blipFill>
                      </a:tcPr>
                    </a:tc>
                    <a:tc>
                      <a:txBody>
                        <a:bodyPr/>
                        <a:lstStyle/>
                        <a:p>
                          <a:endParaRPr lang="en-US"/>
                        </a:p>
                      </a:txBody>
                      <a:tcPr>
                        <a:blipFill>
                          <a:blip r:embed="rId4"/>
                          <a:stretch>
                            <a:fillRect l="-100909" t="-1667" r="-201364" b="-406667"/>
                          </a:stretch>
                        </a:blipFill>
                      </a:tcPr>
                    </a:tc>
                    <a:tc>
                      <a:txBody>
                        <a:bodyPr/>
                        <a:lstStyle/>
                        <a:p>
                          <a:endParaRPr lang="en-US"/>
                        </a:p>
                      </a:txBody>
                      <a:tcPr>
                        <a:blipFill>
                          <a:blip r:embed="rId4"/>
                          <a:stretch>
                            <a:fillRect l="-200000" t="-1667" r="-100452" b="-406667"/>
                          </a:stretch>
                        </a:blipFill>
                      </a:tcPr>
                    </a:tc>
                    <a:tc>
                      <a:txBody>
                        <a:bodyPr/>
                        <a:lstStyle/>
                        <a:p>
                          <a:endParaRPr lang="en-US"/>
                        </a:p>
                      </a:txBody>
                      <a:tcPr>
                        <a:blipFill>
                          <a:blip r:embed="rId4"/>
                          <a:stretch>
                            <a:fillRect l="-301364" t="-1667" r="-909" b="-406667"/>
                          </a:stretch>
                        </a:blipFill>
                      </a:tcPr>
                    </a:tc>
                    <a:extLst>
                      <a:ext uri="{0D108BD9-81ED-4DB2-BD59-A6C34878D82A}">
                        <a16:rowId xmlns:a16="http://schemas.microsoft.com/office/drawing/2014/main" val="3853379125"/>
                      </a:ext>
                    </a:extLst>
                  </a:tr>
                  <a:tr h="365760">
                    <a:tc>
                      <a:txBody>
                        <a:bodyPr/>
                        <a:lstStyle/>
                        <a:p>
                          <a:endParaRPr lang="en-US"/>
                        </a:p>
                      </a:txBody>
                      <a:tcPr>
                        <a:blipFill>
                          <a:blip r:embed="rId4"/>
                          <a:stretch>
                            <a:fillRect l="-452" t="-101667" r="-300000" b="-306667"/>
                          </a:stretch>
                        </a:blipFill>
                      </a:tcPr>
                    </a:tc>
                    <a:tc>
                      <a:txBody>
                        <a:bodyPr/>
                        <a:lstStyle/>
                        <a:p>
                          <a:endParaRPr lang="en-US"/>
                        </a:p>
                      </a:txBody>
                      <a:tcPr>
                        <a:blipFill>
                          <a:blip r:embed="rId4"/>
                          <a:stretch>
                            <a:fillRect l="-100909" t="-101667" r="-201364" b="-306667"/>
                          </a:stretch>
                        </a:blipFill>
                      </a:tcPr>
                    </a:tc>
                    <a:tc>
                      <a:txBody>
                        <a:bodyPr/>
                        <a:lstStyle/>
                        <a:p>
                          <a:endParaRPr lang="en-US"/>
                        </a:p>
                      </a:txBody>
                      <a:tcPr>
                        <a:blipFill>
                          <a:blip r:embed="rId4"/>
                          <a:stretch>
                            <a:fillRect l="-200000" t="-101667" r="-100452" b="-306667"/>
                          </a:stretch>
                        </a:blipFill>
                      </a:tcPr>
                    </a:tc>
                    <a:tc>
                      <a:txBody>
                        <a:bodyPr/>
                        <a:lstStyle/>
                        <a:p>
                          <a:endParaRPr lang="en-US"/>
                        </a:p>
                      </a:txBody>
                      <a:tcPr>
                        <a:blipFill>
                          <a:blip r:embed="rId4"/>
                          <a:stretch>
                            <a:fillRect l="-301364" t="-101667" r="-909" b="-306667"/>
                          </a:stretch>
                        </a:blipFill>
                      </a:tcPr>
                    </a:tc>
                    <a:extLst>
                      <a:ext uri="{0D108BD9-81ED-4DB2-BD59-A6C34878D82A}">
                        <a16:rowId xmlns:a16="http://schemas.microsoft.com/office/drawing/2014/main" val="4254688235"/>
                      </a:ext>
                    </a:extLst>
                  </a:tr>
                  <a:tr h="365760">
                    <a:tc>
                      <a:txBody>
                        <a:bodyPr/>
                        <a:lstStyle/>
                        <a:p>
                          <a:endParaRPr lang="en-US"/>
                        </a:p>
                      </a:txBody>
                      <a:tcPr>
                        <a:blipFill>
                          <a:blip r:embed="rId4"/>
                          <a:stretch>
                            <a:fillRect l="-452" t="-198361" r="-300000" b="-201639"/>
                          </a:stretch>
                        </a:blipFill>
                      </a:tcPr>
                    </a:tc>
                    <a:tc>
                      <a:txBody>
                        <a:bodyPr/>
                        <a:lstStyle/>
                        <a:p>
                          <a:endParaRPr lang="en-US"/>
                        </a:p>
                      </a:txBody>
                      <a:tcPr>
                        <a:blipFill>
                          <a:blip r:embed="rId4"/>
                          <a:stretch>
                            <a:fillRect l="-100909" t="-198361" r="-201364" b="-201639"/>
                          </a:stretch>
                        </a:blipFill>
                      </a:tcPr>
                    </a:tc>
                    <a:tc>
                      <a:txBody>
                        <a:bodyPr/>
                        <a:lstStyle/>
                        <a:p>
                          <a:endParaRPr lang="en-US"/>
                        </a:p>
                      </a:txBody>
                      <a:tcPr>
                        <a:blipFill>
                          <a:blip r:embed="rId4"/>
                          <a:stretch>
                            <a:fillRect l="-200000" t="-198361" r="-100452" b="-201639"/>
                          </a:stretch>
                        </a:blipFill>
                      </a:tcPr>
                    </a:tc>
                    <a:tc>
                      <a:txBody>
                        <a:bodyPr/>
                        <a:lstStyle/>
                        <a:p>
                          <a:endParaRPr lang="en-US"/>
                        </a:p>
                      </a:txBody>
                      <a:tcPr>
                        <a:blipFill>
                          <a:blip r:embed="rId4"/>
                          <a:stretch>
                            <a:fillRect l="-301364" t="-198361" r="-909" b="-201639"/>
                          </a:stretch>
                        </a:blipFill>
                      </a:tcPr>
                    </a:tc>
                    <a:extLst>
                      <a:ext uri="{0D108BD9-81ED-4DB2-BD59-A6C34878D82A}">
                        <a16:rowId xmlns:a16="http://schemas.microsoft.com/office/drawing/2014/main" val="3307702494"/>
                      </a:ext>
                    </a:extLst>
                  </a:tr>
                  <a:tr h="365760">
                    <a:tc>
                      <a:txBody>
                        <a:bodyPr/>
                        <a:lstStyle/>
                        <a:p>
                          <a:endParaRPr lang="en-US"/>
                        </a:p>
                      </a:txBody>
                      <a:tcPr>
                        <a:blipFill>
                          <a:blip r:embed="rId4"/>
                          <a:stretch>
                            <a:fillRect l="-452" t="-303333" r="-300000" b="-105000"/>
                          </a:stretch>
                        </a:blipFill>
                      </a:tcPr>
                    </a:tc>
                    <a:tc>
                      <a:txBody>
                        <a:bodyPr/>
                        <a:lstStyle/>
                        <a:p>
                          <a:endParaRPr lang="en-US"/>
                        </a:p>
                      </a:txBody>
                      <a:tcPr>
                        <a:blipFill>
                          <a:blip r:embed="rId4"/>
                          <a:stretch>
                            <a:fillRect l="-100909" t="-303333" r="-201364" b="-105000"/>
                          </a:stretch>
                        </a:blipFill>
                      </a:tcPr>
                    </a:tc>
                    <a:tc>
                      <a:txBody>
                        <a:bodyPr/>
                        <a:lstStyle/>
                        <a:p>
                          <a:endParaRPr lang="en-US"/>
                        </a:p>
                      </a:txBody>
                      <a:tcPr>
                        <a:blipFill>
                          <a:blip r:embed="rId4"/>
                          <a:stretch>
                            <a:fillRect l="-200000" t="-303333" r="-100452" b="-105000"/>
                          </a:stretch>
                        </a:blipFill>
                      </a:tcPr>
                    </a:tc>
                    <a:tc>
                      <a:txBody>
                        <a:bodyPr/>
                        <a:lstStyle/>
                        <a:p>
                          <a:endParaRPr lang="en-US"/>
                        </a:p>
                      </a:txBody>
                      <a:tcPr>
                        <a:blipFill>
                          <a:blip r:embed="rId4"/>
                          <a:stretch>
                            <a:fillRect l="-301364" t="-303333" r="-909" b="-105000"/>
                          </a:stretch>
                        </a:blipFill>
                      </a:tcPr>
                    </a:tc>
                    <a:extLst>
                      <a:ext uri="{0D108BD9-81ED-4DB2-BD59-A6C34878D82A}">
                        <a16:rowId xmlns:a16="http://schemas.microsoft.com/office/drawing/2014/main" val="1104592594"/>
                      </a:ext>
                    </a:extLst>
                  </a:tr>
                  <a:tr h="365760">
                    <a:tc>
                      <a:txBody>
                        <a:bodyPr/>
                        <a:lstStyle/>
                        <a:p>
                          <a:endParaRPr lang="en-US"/>
                        </a:p>
                      </a:txBody>
                      <a:tcPr>
                        <a:blipFill>
                          <a:blip r:embed="rId4"/>
                          <a:stretch>
                            <a:fillRect l="-452" t="-403333" r="-300000" b="-5000"/>
                          </a:stretch>
                        </a:blipFill>
                      </a:tcPr>
                    </a:tc>
                    <a:tc>
                      <a:txBody>
                        <a:bodyPr/>
                        <a:lstStyle/>
                        <a:p>
                          <a:endParaRPr lang="en-US"/>
                        </a:p>
                      </a:txBody>
                      <a:tcPr>
                        <a:blipFill>
                          <a:blip r:embed="rId4"/>
                          <a:stretch>
                            <a:fillRect l="-100909" t="-403333" r="-201364" b="-5000"/>
                          </a:stretch>
                        </a:blipFill>
                      </a:tcPr>
                    </a:tc>
                    <a:tc>
                      <a:txBody>
                        <a:bodyPr/>
                        <a:lstStyle/>
                        <a:p>
                          <a:endParaRPr lang="en-US"/>
                        </a:p>
                      </a:txBody>
                      <a:tcPr>
                        <a:blipFill>
                          <a:blip r:embed="rId4"/>
                          <a:stretch>
                            <a:fillRect l="-200000" t="-403333" r="-100452" b="-5000"/>
                          </a:stretch>
                        </a:blipFill>
                      </a:tcPr>
                    </a:tc>
                    <a:tc>
                      <a:txBody>
                        <a:bodyPr/>
                        <a:lstStyle/>
                        <a:p>
                          <a:endParaRPr lang="en-US"/>
                        </a:p>
                      </a:txBody>
                      <a:tcPr>
                        <a:blipFill>
                          <a:blip r:embed="rId4"/>
                          <a:stretch>
                            <a:fillRect l="-301364" t="-403333" r="-909" b="-5000"/>
                          </a:stretch>
                        </a:blipFill>
                      </a:tcPr>
                    </a:tc>
                    <a:extLst>
                      <a:ext uri="{0D108BD9-81ED-4DB2-BD59-A6C34878D82A}">
                        <a16:rowId xmlns:a16="http://schemas.microsoft.com/office/drawing/2014/main" val="3175371600"/>
                      </a:ext>
                    </a:extLst>
                  </a:tr>
                </a:tbl>
              </a:graphicData>
            </a:graphic>
          </p:graphicFrame>
        </mc:Fallback>
      </mc:AlternateContent>
      <mc:AlternateContent xmlns:mc="http://schemas.openxmlformats.org/markup-compatibility/2006">
        <mc:Choice xmlns:p14="http://schemas.microsoft.com/office/powerpoint/2010/main" Requires="p14">
          <p:contentPart p14:bwMode="auto" r:id="rId5">
            <p14:nvContentPartPr>
              <p14:cNvPr id="5" name="Ink 4">
                <a:extLst>
                  <a:ext uri="{FF2B5EF4-FFF2-40B4-BE49-F238E27FC236}">
                    <a16:creationId xmlns:a16="http://schemas.microsoft.com/office/drawing/2014/main" id="{0CB276CA-4982-22D5-DBBF-2ED6203CA503}"/>
                  </a:ext>
                </a:extLst>
              </p14:cNvPr>
              <p14:cNvContentPartPr/>
              <p14:nvPr/>
            </p14:nvContentPartPr>
            <p14:xfrm>
              <a:off x="1046160" y="1778760"/>
              <a:ext cx="7866720" cy="4723920"/>
            </p14:xfrm>
          </p:contentPart>
        </mc:Choice>
        <mc:Fallback>
          <p:pic>
            <p:nvPicPr>
              <p:cNvPr id="5" name="Ink 4">
                <a:extLst>
                  <a:ext uri="{FF2B5EF4-FFF2-40B4-BE49-F238E27FC236}">
                    <a16:creationId xmlns:a16="http://schemas.microsoft.com/office/drawing/2014/main" id="{0CB276CA-4982-22D5-DBBF-2ED6203CA503}"/>
                  </a:ext>
                </a:extLst>
              </p:cNvPr>
              <p:cNvPicPr/>
              <p:nvPr/>
            </p:nvPicPr>
            <p:blipFill>
              <a:blip r:embed="rId6"/>
              <a:stretch>
                <a:fillRect/>
              </a:stretch>
            </p:blipFill>
            <p:spPr>
              <a:xfrm>
                <a:off x="1036800" y="1769400"/>
                <a:ext cx="7885440" cy="4742640"/>
              </a:xfrm>
              <a:prstGeom prst="rect">
                <a:avLst/>
              </a:prstGeom>
            </p:spPr>
          </p:pic>
        </mc:Fallback>
      </mc:AlternateContent>
    </p:spTree>
    <p:extLst>
      <p:ext uri="{BB962C8B-B14F-4D97-AF65-F5344CB8AC3E}">
        <p14:creationId xmlns:p14="http://schemas.microsoft.com/office/powerpoint/2010/main" val="4243202198"/>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CFC6F175-3B47-4144-AEF4-1406FE065C15}"/>
                  </a:ext>
                </a:extLst>
              </p:cNvPr>
              <p:cNvSpPr>
                <a:spLocks noGrp="1"/>
              </p:cNvSpPr>
              <p:nvPr>
                <p:ph type="body" idx="1"/>
              </p:nvPr>
            </p:nvSpPr>
            <p:spPr>
              <a:xfrm>
                <a:off x="186930" y="1711349"/>
                <a:ext cx="8229600" cy="4525963"/>
              </a:xfrm>
            </p:spPr>
            <p:txBody>
              <a:bodyPr>
                <a:normAutofit/>
              </a:bodyPr>
              <a:lstStyle/>
              <a:p>
                <a:pPr lvl="1"/>
                <a:endParaRPr lang="en-US" sz="1800" b="0" i="1" dirty="0">
                  <a:latin typeface="Arial" panose="020B0604020202020204" pitchFamily="34" charset="0"/>
                  <a:cs typeface="Arial" panose="020B0604020202020204" pitchFamily="34" charset="0"/>
                </a:endParaRPr>
              </a:p>
              <a:p>
                <a:pPr lvl="1"/>
                <a:endParaRPr lang="en-US" sz="1800" i="1" dirty="0">
                  <a:latin typeface="Arial" panose="020B0604020202020204" pitchFamily="34" charset="0"/>
                  <a:cs typeface="Arial" panose="020B0604020202020204" pitchFamily="34" charset="0"/>
                </a:endParaRPr>
              </a:p>
              <a:p>
                <a:pPr lvl="1"/>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𝜇</m:t>
                        </m:r>
                      </m:e>
                      <m:sub>
                        <m:r>
                          <a:rPr lang="en-US" sz="1800" b="0" i="1" smtClean="0">
                            <a:latin typeface="Cambria Math" panose="02040503050406030204" pitchFamily="18" charset="0"/>
                          </a:rPr>
                          <m:t>𝑖</m:t>
                        </m:r>
                      </m:sub>
                    </m:sSub>
                    <m:r>
                      <a:rPr lang="en-US" sz="1800" b="0" i="1" smtClean="0">
                        <a:latin typeface="Cambria Math" panose="02040503050406030204" pitchFamily="18" charset="0"/>
                      </a:rPr>
                      <m:t>=</m:t>
                    </m:r>
                    <m:r>
                      <a:rPr lang="en-US" sz="1800" b="0" i="1" smtClean="0">
                        <a:latin typeface="Cambria Math" panose="02040503050406030204" pitchFamily="18" charset="0"/>
                      </a:rPr>
                      <m:t>𝐸</m:t>
                    </m:r>
                    <m:d>
                      <m:dPr>
                        <m:begChr m:val="["/>
                        <m:endChr m:val="]"/>
                        <m:ctrlPr>
                          <a:rPr lang="en-US" sz="1800" b="0" i="1" smtClean="0">
                            <a:latin typeface="Cambria Math" panose="02040503050406030204" pitchFamily="18" charset="0"/>
                          </a:rPr>
                        </m:ctrlPr>
                      </m:d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𝑋</m:t>
                            </m:r>
                          </m:e>
                          <m:sub>
                            <m:r>
                              <a:rPr lang="en-US" sz="1800" b="0" i="1" smtClean="0">
                                <a:latin typeface="Cambria Math" panose="02040503050406030204" pitchFamily="18" charset="0"/>
                              </a:rPr>
                              <m:t>𝑖</m:t>
                            </m:r>
                          </m:sub>
                        </m:sSub>
                      </m:e>
                      <m:e>
                        <m:r>
                          <a:rPr lang="en-US" sz="1800" b="0" i="1" smtClean="0">
                            <a:latin typeface="Cambria Math" panose="02040503050406030204" pitchFamily="18" charset="0"/>
                          </a:rPr>
                          <m:t>𝑌</m:t>
                        </m:r>
                        <m:r>
                          <a:rPr lang="en-US" sz="1800" b="0" i="1" smtClean="0">
                            <a:latin typeface="Cambria Math" panose="02040503050406030204" pitchFamily="18" charset="0"/>
                          </a:rPr>
                          <m:t>=</m:t>
                        </m:r>
                        <m:r>
                          <a:rPr lang="en-US" sz="1800" b="0" i="1" smtClean="0">
                            <a:latin typeface="Cambria Math" panose="02040503050406030204" pitchFamily="18" charset="0"/>
                          </a:rPr>
                          <m:t>𝑦</m:t>
                        </m:r>
                      </m:e>
                    </m:d>
                  </m:oMath>
                </a14:m>
                <a:endParaRPr lang="en-US" sz="1800" b="0" dirty="0">
                  <a:latin typeface="Arial" panose="020B0604020202020204" pitchFamily="34" charset="0"/>
                  <a:cs typeface="Arial" panose="020B0604020202020204" pitchFamily="34" charset="0"/>
                </a:endParaRPr>
              </a:p>
              <a:p>
                <a:pPr lvl="1"/>
                <a14:m>
                  <m:oMath xmlns:m="http://schemas.openxmlformats.org/officeDocument/2006/math">
                    <m:sSubSup>
                      <m:sSubSupPr>
                        <m:ctrlPr>
                          <a:rPr lang="en-US" sz="1800" b="0" i="1" smtClean="0">
                            <a:latin typeface="Cambria Math" panose="02040503050406030204" pitchFamily="18" charset="0"/>
                          </a:rPr>
                        </m:ctrlPr>
                      </m:sSubSupPr>
                      <m:e>
                        <m:r>
                          <a:rPr lang="en-US" sz="1800" b="0" i="1" smtClean="0">
                            <a:latin typeface="Cambria Math" panose="02040503050406030204" pitchFamily="18" charset="0"/>
                          </a:rPr>
                          <m:t>𝜎</m:t>
                        </m:r>
                      </m:e>
                      <m:sub>
                        <m:r>
                          <a:rPr lang="en-US" sz="1800" b="0" i="1" smtClean="0">
                            <a:latin typeface="Cambria Math" panose="02040503050406030204" pitchFamily="18" charset="0"/>
                          </a:rPr>
                          <m:t>𝑖</m:t>
                        </m:r>
                      </m:sub>
                      <m:sup>
                        <m:r>
                          <a:rPr lang="en-US" sz="1800" b="0" i="1" smtClean="0">
                            <a:latin typeface="Cambria Math" panose="02040503050406030204" pitchFamily="18" charset="0"/>
                          </a:rPr>
                          <m:t>2</m:t>
                        </m:r>
                      </m:sup>
                    </m:sSubSup>
                    <m:r>
                      <a:rPr lang="en-US" sz="1800" b="0" i="1" smtClean="0">
                        <a:latin typeface="Cambria Math" panose="02040503050406030204" pitchFamily="18" charset="0"/>
                      </a:rPr>
                      <m:t>=</m:t>
                    </m:r>
                    <m:r>
                      <a:rPr lang="en-US" sz="1800" b="0" i="1" smtClean="0">
                        <a:latin typeface="Cambria Math" panose="02040503050406030204" pitchFamily="18" charset="0"/>
                      </a:rPr>
                      <m:t>𝐸</m:t>
                    </m:r>
                    <m:d>
                      <m:dPr>
                        <m:begChr m:val="["/>
                        <m:endChr m:val="]"/>
                        <m:ctrlPr>
                          <a:rPr lang="en-US" sz="1800" b="0" i="1" smtClean="0">
                            <a:latin typeface="Cambria Math" panose="02040503050406030204" pitchFamily="18" charset="0"/>
                          </a:rPr>
                        </m:ctrlPr>
                      </m:dPr>
                      <m:e>
                        <m:sSup>
                          <m:sSupPr>
                            <m:ctrlPr>
                              <a:rPr lang="en-US" sz="1800" b="0" i="1" smtClean="0">
                                <a:latin typeface="Cambria Math" panose="02040503050406030204" pitchFamily="18" charset="0"/>
                              </a:rPr>
                            </m:ctrlPr>
                          </m:sSupPr>
                          <m:e>
                            <m:d>
                              <m:dPr>
                                <m:ctrlPr>
                                  <a:rPr lang="en-US" sz="1800" b="0" i="1" smtClean="0">
                                    <a:latin typeface="Cambria Math" panose="02040503050406030204" pitchFamily="18" charset="0"/>
                                  </a:rPr>
                                </m:ctrlPr>
                              </m:d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𝑋</m:t>
                                    </m:r>
                                  </m:e>
                                  <m:sub>
                                    <m:r>
                                      <a:rPr lang="en-US" sz="1800" b="0" i="1" smtClean="0">
                                        <a:latin typeface="Cambria Math" panose="02040503050406030204" pitchFamily="18" charset="0"/>
                                      </a:rPr>
                                      <m:t>𝑖</m:t>
                                    </m:r>
                                  </m:sub>
                                </m:sSub>
                                <m:r>
                                  <a:rPr lang="en-US" sz="1800" b="0" i="0"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𝜇</m:t>
                                    </m:r>
                                  </m:e>
                                  <m:sub>
                                    <m:r>
                                      <a:rPr lang="en-US" sz="1800" b="0" i="1" smtClean="0">
                                        <a:latin typeface="Cambria Math" panose="02040503050406030204" pitchFamily="18" charset="0"/>
                                      </a:rPr>
                                      <m:t>𝑖</m:t>
                                    </m:r>
                                  </m:sub>
                                </m:sSub>
                              </m:e>
                            </m:d>
                          </m:e>
                          <m:sup>
                            <m:r>
                              <a:rPr lang="en-US" sz="1800" b="0" i="1" smtClean="0">
                                <a:latin typeface="Cambria Math" panose="02040503050406030204" pitchFamily="18" charset="0"/>
                              </a:rPr>
                              <m:t>2</m:t>
                            </m:r>
                          </m:sup>
                        </m:sSup>
                      </m:e>
                      <m:e>
                        <m:r>
                          <a:rPr lang="en-US" sz="1800" b="0" i="1" smtClean="0">
                            <a:latin typeface="Cambria Math" panose="02040503050406030204" pitchFamily="18" charset="0"/>
                          </a:rPr>
                          <m:t>𝑌</m:t>
                        </m:r>
                        <m:r>
                          <a:rPr lang="en-US" sz="1800" b="0" i="1" smtClean="0">
                            <a:latin typeface="Cambria Math" panose="02040503050406030204" pitchFamily="18" charset="0"/>
                          </a:rPr>
                          <m:t>=</m:t>
                        </m:r>
                        <m:r>
                          <a:rPr lang="en-US" sz="1800" b="0" i="1" smtClean="0">
                            <a:latin typeface="Cambria Math" panose="02040503050406030204" pitchFamily="18" charset="0"/>
                          </a:rPr>
                          <m:t>𝑦</m:t>
                        </m:r>
                      </m:e>
                    </m:d>
                  </m:oMath>
                </a14:m>
                <a:endParaRPr lang="en-US" sz="1800" b="0" dirty="0">
                  <a:latin typeface="Arial" panose="020B0604020202020204" pitchFamily="34" charset="0"/>
                  <a:cs typeface="Arial" panose="020B0604020202020204" pitchFamily="34" charset="0"/>
                </a:endParaRPr>
              </a:p>
              <a:p>
                <a:pPr lvl="1"/>
                <a:endParaRPr lang="en-US" sz="1800" b="0" dirty="0">
                  <a:latin typeface="Arial" panose="020B0604020202020204" pitchFamily="34" charset="0"/>
                  <a:cs typeface="Arial" panose="020B0604020202020204" pitchFamily="34" charset="0"/>
                </a:endParaRPr>
              </a:p>
              <a:p>
                <a:pPr lvl="1"/>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𝜇</m:t>
                        </m:r>
                      </m:e>
                      <m:sub>
                        <m:r>
                          <a:rPr lang="en-US" sz="1800" b="0" i="1" smtClean="0">
                            <a:latin typeface="Cambria Math" panose="02040503050406030204" pitchFamily="18" charset="0"/>
                          </a:rPr>
                          <m:t>1</m:t>
                        </m:r>
                      </m:sub>
                    </m:sSub>
                    <m:r>
                      <a:rPr lang="en-US" sz="1800" b="0" i="1" smtClean="0">
                        <a:latin typeface="Cambria Math" panose="02040503050406030204" pitchFamily="18" charset="0"/>
                      </a:rPr>
                      <m:t>=</m:t>
                    </m:r>
                    <m:r>
                      <a:rPr lang="en-US" sz="1800" b="0" i="1" smtClean="0">
                        <a:latin typeface="Cambria Math" panose="02040503050406030204" pitchFamily="18" charset="0"/>
                      </a:rPr>
                      <m:t>𝐸</m:t>
                    </m:r>
                    <m:d>
                      <m:dPr>
                        <m:begChr m:val="["/>
                        <m:endChr m:val="]"/>
                        <m:ctrlPr>
                          <a:rPr lang="en-US" sz="1800" b="0" i="1" smtClean="0">
                            <a:latin typeface="Cambria Math" panose="02040503050406030204" pitchFamily="18" charset="0"/>
                          </a:rPr>
                        </m:ctrlPr>
                      </m:d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𝑋</m:t>
                            </m:r>
                          </m:e>
                          <m:sub>
                            <m:r>
                              <a:rPr lang="en-US" sz="1800" b="0" i="1" smtClean="0">
                                <a:latin typeface="Cambria Math" panose="02040503050406030204" pitchFamily="18" charset="0"/>
                              </a:rPr>
                              <m:t>1</m:t>
                            </m:r>
                          </m:sub>
                        </m:sSub>
                      </m:e>
                      <m:e>
                        <m:r>
                          <a:rPr lang="en-US" sz="1800" b="0" i="1" smtClean="0">
                            <a:latin typeface="Cambria Math" panose="02040503050406030204" pitchFamily="18" charset="0"/>
                          </a:rPr>
                          <m:t>𝑌</m:t>
                        </m:r>
                        <m:r>
                          <a:rPr lang="en-US" sz="1800" b="0" i="1" smtClean="0">
                            <a:latin typeface="Cambria Math" panose="02040503050406030204" pitchFamily="18" charset="0"/>
                          </a:rPr>
                          <m:t>=1</m:t>
                        </m:r>
                      </m:e>
                    </m:d>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r>
                          <a:rPr lang="en-US" sz="1800" i="1">
                            <a:latin typeface="Cambria Math" panose="02040503050406030204" pitchFamily="18" charset="0"/>
                          </a:rPr>
                          <m:t>2+</m:t>
                        </m:r>
                        <m:d>
                          <m:dPr>
                            <m:ctrlPr>
                              <a:rPr lang="en-US" sz="1800" i="1">
                                <a:latin typeface="Cambria Math" panose="02040503050406030204" pitchFamily="18" charset="0"/>
                              </a:rPr>
                            </m:ctrlPr>
                          </m:dPr>
                          <m:e>
                            <m:r>
                              <a:rPr lang="en-US" sz="1800" i="1">
                                <a:latin typeface="Cambria Math" panose="02040503050406030204" pitchFamily="18" charset="0"/>
                              </a:rPr>
                              <m:t>−1.2</m:t>
                            </m:r>
                          </m:e>
                        </m:d>
                        <m:r>
                          <a:rPr lang="en-US" sz="1800" i="1">
                            <a:latin typeface="Cambria Math" panose="02040503050406030204" pitchFamily="18" charset="0"/>
                          </a:rPr>
                          <m:t>+</m:t>
                        </m:r>
                        <m:r>
                          <a:rPr lang="en-US" sz="1800" b="0" i="1" smtClean="0">
                            <a:latin typeface="Cambria Math" panose="02040503050406030204" pitchFamily="18" charset="0"/>
                          </a:rPr>
                          <m:t>2.2</m:t>
                        </m:r>
                      </m:num>
                      <m:den>
                        <m:r>
                          <a:rPr lang="en-US" sz="1800" b="0" i="1" smtClean="0">
                            <a:latin typeface="Cambria Math" panose="02040503050406030204" pitchFamily="18" charset="0"/>
                          </a:rPr>
                          <m:t>3</m:t>
                        </m:r>
                      </m:den>
                    </m:f>
                    <m:r>
                      <a:rPr lang="en-US" sz="1800" b="0" i="1" smtClean="0">
                        <a:latin typeface="Cambria Math" panose="02040503050406030204" pitchFamily="18" charset="0"/>
                      </a:rPr>
                      <m:t>=1</m:t>
                    </m:r>
                  </m:oMath>
                </a14:m>
                <a:endParaRPr lang="en-US" sz="1800" b="0" dirty="0">
                  <a:latin typeface="Arial" panose="020B0604020202020204" pitchFamily="34" charset="0"/>
                  <a:cs typeface="Arial" panose="020B0604020202020204" pitchFamily="34" charset="0"/>
                </a:endParaRPr>
              </a:p>
              <a:p>
                <a:pPr lvl="1"/>
                <a14:m>
                  <m:oMath xmlns:m="http://schemas.openxmlformats.org/officeDocument/2006/math">
                    <m:sSubSup>
                      <m:sSubSupPr>
                        <m:ctrlPr>
                          <a:rPr lang="en-US" sz="1800" b="0" i="1" smtClean="0">
                            <a:latin typeface="Cambria Math" panose="02040503050406030204" pitchFamily="18" charset="0"/>
                          </a:rPr>
                        </m:ctrlPr>
                      </m:sSubSupPr>
                      <m:e>
                        <m:r>
                          <a:rPr lang="en-US" sz="1800" b="0" i="1" smtClean="0">
                            <a:latin typeface="Cambria Math" panose="02040503050406030204" pitchFamily="18" charset="0"/>
                          </a:rPr>
                          <m:t>𝜎</m:t>
                        </m:r>
                      </m:e>
                      <m:sub>
                        <m:r>
                          <a:rPr lang="en-US" sz="1800" b="0" i="1" smtClean="0">
                            <a:latin typeface="Cambria Math" panose="02040503050406030204" pitchFamily="18" charset="0"/>
                          </a:rPr>
                          <m:t>1</m:t>
                        </m:r>
                      </m:sub>
                      <m:sup>
                        <m:r>
                          <a:rPr lang="en-US" sz="1800" b="0" i="1" smtClean="0">
                            <a:latin typeface="Cambria Math" panose="02040503050406030204" pitchFamily="18" charset="0"/>
                          </a:rPr>
                          <m:t>2</m:t>
                        </m:r>
                      </m:sup>
                    </m:sSubSup>
                    <m:r>
                      <a:rPr lang="en-US" sz="1800" b="0" i="1" smtClean="0">
                        <a:latin typeface="Cambria Math" panose="02040503050406030204" pitchFamily="18" charset="0"/>
                      </a:rPr>
                      <m:t>=</m:t>
                    </m:r>
                    <m:r>
                      <a:rPr lang="en-US" sz="1800" b="0" i="1" smtClean="0">
                        <a:latin typeface="Cambria Math" panose="02040503050406030204" pitchFamily="18" charset="0"/>
                      </a:rPr>
                      <m:t>𝐸</m:t>
                    </m:r>
                    <m:d>
                      <m:dPr>
                        <m:begChr m:val="["/>
                        <m:endChr m:val="]"/>
                        <m:ctrlPr>
                          <a:rPr lang="en-US" sz="1800" b="0" i="1" smtClean="0">
                            <a:latin typeface="Cambria Math" panose="02040503050406030204" pitchFamily="18" charset="0"/>
                          </a:rPr>
                        </m:ctrlPr>
                      </m:dPr>
                      <m:e>
                        <m:d>
                          <m:dPr>
                            <m:ctrlPr>
                              <a:rPr lang="en-US" sz="1800" b="0" i="1" smtClean="0">
                                <a:latin typeface="Cambria Math" panose="02040503050406030204" pitchFamily="18" charset="0"/>
                              </a:rPr>
                            </m:ctrlPr>
                          </m:d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𝑋</m:t>
                                </m:r>
                              </m:e>
                              <m:sub>
                                <m:r>
                                  <a:rPr lang="en-US" sz="1800" b="0" i="1" smtClean="0">
                                    <a:latin typeface="Cambria Math" panose="02040503050406030204" pitchFamily="18" charset="0"/>
                                  </a:rPr>
                                  <m:t>1</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𝜇</m:t>
                                </m:r>
                              </m:e>
                              <m:sub>
                                <m:r>
                                  <a:rPr lang="en-US" sz="1800" b="0" i="1" smtClean="0">
                                    <a:latin typeface="Cambria Math" panose="02040503050406030204" pitchFamily="18" charset="0"/>
                                  </a:rPr>
                                  <m:t>1</m:t>
                                </m:r>
                              </m:sub>
                            </m:sSub>
                          </m:e>
                        </m:d>
                      </m:e>
                      <m:e>
                        <m:r>
                          <a:rPr lang="en-US" sz="1800" b="0" i="1" smtClean="0">
                            <a:latin typeface="Cambria Math" panose="02040503050406030204" pitchFamily="18" charset="0"/>
                          </a:rPr>
                          <m:t>𝑌</m:t>
                        </m:r>
                        <m:r>
                          <a:rPr lang="en-US" sz="1800" b="0" i="1" smtClean="0">
                            <a:latin typeface="Cambria Math" panose="02040503050406030204" pitchFamily="18" charset="0"/>
                          </a:rPr>
                          <m:t>=1</m:t>
                        </m:r>
                      </m:e>
                    </m:d>
                    <m:r>
                      <a:rPr lang="en-US" sz="1800" b="0" i="1" smtClean="0">
                        <a:latin typeface="Cambria Math" panose="02040503050406030204" pitchFamily="18" charset="0"/>
                      </a:rPr>
                      <m:t>=</m:t>
                    </m:r>
                  </m:oMath>
                </a14:m>
                <a:endParaRPr lang="en-US" sz="1800" b="0" i="1" dirty="0">
                  <a:latin typeface="Arial" panose="020B0604020202020204" pitchFamily="34" charset="0"/>
                  <a:cs typeface="Arial" panose="020B0604020202020204" pitchFamily="34" charset="0"/>
                </a:endParaRPr>
              </a:p>
              <a:p>
                <a:pPr marL="571500" lvl="1" indent="0">
                  <a:buNone/>
                </a:pPr>
                <a14:m>
                  <m:oMathPara xmlns:m="http://schemas.openxmlformats.org/officeDocument/2006/math">
                    <m:oMathParaPr>
                      <m:jc m:val="centerGroup"/>
                    </m:oMathParaPr>
                    <m:oMath xmlns:m="http://schemas.openxmlformats.org/officeDocument/2006/math">
                      <m:f>
                        <m:fPr>
                          <m:ctrlPr>
                            <a:rPr lang="en-US" sz="1800" b="0" i="1" smtClean="0">
                              <a:latin typeface="Cambria Math" panose="02040503050406030204" pitchFamily="18" charset="0"/>
                            </a:rPr>
                          </m:ctrlPr>
                        </m:fPr>
                        <m:num>
                          <m:sSup>
                            <m:sSupPr>
                              <m:ctrlPr>
                                <a:rPr lang="en-US" sz="1800" b="0" i="1" smtClean="0">
                                  <a:latin typeface="Cambria Math" panose="02040503050406030204" pitchFamily="18" charset="0"/>
                                </a:rPr>
                              </m:ctrlPr>
                            </m:sSupPr>
                            <m:e>
                              <m:sSup>
                                <m:sSupPr>
                                  <m:ctrlPr>
                                    <a:rPr lang="en-US" sz="1800" i="1">
                                      <a:latin typeface="Cambria Math" panose="02040503050406030204" pitchFamily="18" charset="0"/>
                                    </a:rPr>
                                  </m:ctrlPr>
                                </m:sSupPr>
                                <m:e>
                                  <m:d>
                                    <m:dPr>
                                      <m:ctrlPr>
                                        <a:rPr lang="en-US" sz="1800" i="1">
                                          <a:latin typeface="Cambria Math" panose="02040503050406030204" pitchFamily="18" charset="0"/>
                                        </a:rPr>
                                      </m:ctrlPr>
                                    </m:dPr>
                                    <m:e>
                                      <m:r>
                                        <a:rPr lang="en-US" sz="1800" i="1">
                                          <a:latin typeface="Cambria Math" panose="02040503050406030204" pitchFamily="18" charset="0"/>
                                        </a:rPr>
                                        <m:t>2−1</m:t>
                                      </m:r>
                                    </m:e>
                                  </m:d>
                                </m:e>
                                <m:sup>
                                  <m:r>
                                    <a:rPr lang="en-US" sz="1800" i="1">
                                      <a:latin typeface="Cambria Math" panose="02040503050406030204" pitchFamily="18" charset="0"/>
                                    </a:rPr>
                                    <m:t>2</m:t>
                                  </m:r>
                                </m:sup>
                              </m:sSup>
                              <m:r>
                                <a:rPr lang="en-US" sz="1800" i="1">
                                  <a:latin typeface="Cambria Math" panose="02040503050406030204" pitchFamily="18" charset="0"/>
                                </a:rPr>
                                <m:t>+</m:t>
                              </m:r>
                              <m:sSup>
                                <m:sSupPr>
                                  <m:ctrlPr>
                                    <a:rPr lang="en-US" sz="1800" i="1">
                                      <a:latin typeface="Cambria Math" panose="02040503050406030204" pitchFamily="18" charset="0"/>
                                    </a:rPr>
                                  </m:ctrlPr>
                                </m:sSupPr>
                                <m:e>
                                  <m:d>
                                    <m:dPr>
                                      <m:ctrlPr>
                                        <a:rPr lang="en-US" sz="1800" i="1">
                                          <a:latin typeface="Cambria Math" panose="02040503050406030204" pitchFamily="18" charset="0"/>
                                        </a:rPr>
                                      </m:ctrlPr>
                                    </m:dPr>
                                    <m:e>
                                      <m:r>
                                        <a:rPr lang="en-US" sz="1800" i="1">
                                          <a:latin typeface="Cambria Math" panose="02040503050406030204" pitchFamily="18" charset="0"/>
                                        </a:rPr>
                                        <m:t>−1.2 −1</m:t>
                                      </m:r>
                                    </m:e>
                                  </m:d>
                                </m:e>
                                <m:sup>
                                  <m:r>
                                    <a:rPr lang="en-US" sz="1800" i="1">
                                      <a:latin typeface="Cambria Math" panose="02040503050406030204" pitchFamily="18" charset="0"/>
                                    </a:rPr>
                                    <m:t>2</m:t>
                                  </m:r>
                                </m:sup>
                              </m:sSup>
                              <m:r>
                                <a:rPr lang="en-US" sz="1800" i="1">
                                  <a:latin typeface="Cambria Math" panose="02040503050406030204" pitchFamily="18" charset="0"/>
                                </a:rPr>
                                <m:t>+</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2.2 −1</m:t>
                                  </m:r>
                                </m:e>
                              </m:d>
                            </m:e>
                            <m:sup>
                              <m:r>
                                <a:rPr lang="en-US" sz="1800" b="0" i="1" smtClean="0">
                                  <a:latin typeface="Cambria Math" panose="02040503050406030204" pitchFamily="18" charset="0"/>
                                </a:rPr>
                                <m:t>2</m:t>
                              </m:r>
                            </m:sup>
                          </m:sSup>
                        </m:num>
                        <m:den>
                          <m:r>
                            <a:rPr lang="en-US" sz="1800" b="0" i="1" smtClean="0">
                              <a:latin typeface="Cambria Math" panose="02040503050406030204" pitchFamily="18" charset="0"/>
                            </a:rPr>
                            <m:t>3</m:t>
                          </m:r>
                        </m:den>
                      </m:f>
                      <m:r>
                        <a:rPr lang="en-US" sz="1800" b="0" i="1" smtClean="0">
                          <a:latin typeface="Cambria Math" panose="02040503050406030204" pitchFamily="18" charset="0"/>
                        </a:rPr>
                        <m:t>=2.43</m:t>
                      </m:r>
                    </m:oMath>
                  </m:oMathPara>
                </a14:m>
                <a:endParaRPr lang="en-US" sz="1800" b="0" dirty="0">
                  <a:latin typeface="Arial" panose="020B0604020202020204" pitchFamily="34" charset="0"/>
                  <a:cs typeface="Arial" panose="020B0604020202020204" pitchFamily="34" charset="0"/>
                </a:endParaRPr>
              </a:p>
              <a:p>
                <a:endParaRPr lang="en-US" sz="1800" b="0" dirty="0">
                  <a:latin typeface="Arial" panose="020B0604020202020204" pitchFamily="34" charset="0"/>
                  <a:cs typeface="Arial" panose="020B0604020202020204" pitchFamily="34" charset="0"/>
                </a:endParaRPr>
              </a:p>
              <a:p>
                <a:endParaRPr lang="en-US" sz="1800" dirty="0">
                  <a:latin typeface="Arial" panose="020B0604020202020204" pitchFamily="34" charset="0"/>
                  <a:cs typeface="Arial" panose="020B0604020202020204" pitchFamily="34" charset="0"/>
                </a:endParaRPr>
              </a:p>
              <a:p>
                <a:endParaRPr lang="en-US" sz="1800" dirty="0">
                  <a:latin typeface="Arial" panose="020B0604020202020204" pitchFamily="34" charset="0"/>
                  <a:cs typeface="Arial" panose="020B0604020202020204" pitchFamily="34" charset="0"/>
                </a:endParaRPr>
              </a:p>
              <a:p>
                <a:endParaRPr lang="en-US" sz="1800" dirty="0">
                  <a:latin typeface="Arial" panose="020B0604020202020204" pitchFamily="34" charset="0"/>
                  <a:cs typeface="Arial" panose="020B0604020202020204" pitchFamily="34" charset="0"/>
                </a:endParaRPr>
              </a:p>
            </p:txBody>
          </p:sp>
        </mc:Choice>
        <mc:Fallback xmlns="">
          <p:sp>
            <p:nvSpPr>
              <p:cNvPr id="4" name="Content Placeholder 3">
                <a:extLst>
                  <a:ext uri="{FF2B5EF4-FFF2-40B4-BE49-F238E27FC236}">
                    <a16:creationId xmlns:a16="http://schemas.microsoft.com/office/drawing/2014/main" id="{CFC6F175-3B47-4144-AEF4-1406FE065C15}"/>
                  </a:ext>
                </a:extLst>
              </p:cNvPr>
              <p:cNvSpPr>
                <a:spLocks noGrp="1" noRot="1" noChangeAspect="1" noMove="1" noResize="1" noEditPoints="1" noAdjustHandles="1" noChangeArrowheads="1" noChangeShapeType="1" noTextEdit="1"/>
              </p:cNvSpPr>
              <p:nvPr>
                <p:ph type="body" idx="1"/>
              </p:nvPr>
            </p:nvSpPr>
            <p:spPr>
              <a:xfrm>
                <a:off x="186930" y="1711349"/>
                <a:ext cx="8229600" cy="4525963"/>
              </a:xfrm>
              <a:blipFill>
                <a:blip r:embed="rId3"/>
                <a:stretch>
                  <a:fillRect/>
                </a:stretch>
              </a:blipFill>
            </p:spPr>
            <p:txBody>
              <a:bodyPr/>
              <a:lstStyle/>
              <a:p>
                <a:r>
                  <a:rPr lang="en-IN">
                    <a:noFill/>
                  </a:rPr>
                  <a:t> </a:t>
                </a:r>
              </a:p>
            </p:txBody>
          </p:sp>
        </mc:Fallback>
      </mc:AlternateContent>
      <p:sp>
        <p:nvSpPr>
          <p:cNvPr id="3" name="Slide Number Placeholder 2"/>
          <p:cNvSpPr>
            <a:spLocks noGrp="1"/>
          </p:cNvSpPr>
          <p:nvPr>
            <p:ph type="sldNum" idx="12"/>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1081A49A-5B14-409F-93CB-CEF6A4DEA4DC}" type="slidenum">
              <a:rPr kumimoji="0" lang="en-US" sz="1600" b="1" i="0" u="none" strike="noStrike" kern="0" cap="none" spc="0" normalizeH="0" baseline="0" noProof="0" smtClean="0">
                <a:ln>
                  <a:noFill/>
                </a:ln>
                <a:solidFill>
                  <a:srgbClr val="000000"/>
                </a:solidFill>
                <a:effectLst/>
                <a:uLnTx/>
                <a:uFillTx/>
                <a:latin typeface="Tahoma"/>
                <a:ea typeface="Tahoma"/>
                <a:cs typeface="Tahoma"/>
                <a:sym typeface="Tahoma"/>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38</a:t>
            </a:fld>
            <a:endParaRPr kumimoji="0" lang="en-US" sz="1600" b="1" i="0" u="none" strike="noStrike" kern="0" cap="none" spc="0" normalizeH="0" baseline="0" noProof="0" dirty="0">
              <a:ln>
                <a:noFill/>
              </a:ln>
              <a:solidFill>
                <a:srgbClr val="000000"/>
              </a:solidFill>
              <a:effectLst/>
              <a:uLnTx/>
              <a:uFillTx/>
              <a:latin typeface="Tahoma"/>
              <a:ea typeface="Tahoma"/>
              <a:cs typeface="Tahoma"/>
              <a:sym typeface="Tahoma"/>
            </a:endParaRPr>
          </a:p>
        </p:txBody>
      </p:sp>
      <mc:AlternateContent xmlns:mc="http://schemas.openxmlformats.org/markup-compatibility/2006" xmlns:a14="http://schemas.microsoft.com/office/drawing/2010/main">
        <mc:Choice Requires="a14">
          <p:graphicFrame>
            <p:nvGraphicFramePr>
              <p:cNvPr id="12" name="Table 11">
                <a:extLst>
                  <a:ext uri="{FF2B5EF4-FFF2-40B4-BE49-F238E27FC236}">
                    <a16:creationId xmlns:a16="http://schemas.microsoft.com/office/drawing/2014/main" id="{AF28B67A-1183-44FE-B8D0-BB0DE7C5E20E}"/>
                  </a:ext>
                </a:extLst>
              </p:cNvPr>
              <p:cNvGraphicFramePr>
                <a:graphicFrameLocks noGrp="1"/>
              </p:cNvGraphicFramePr>
              <p:nvPr/>
            </p:nvGraphicFramePr>
            <p:xfrm>
              <a:off x="5286404" y="1581476"/>
              <a:ext cx="3551816" cy="1524000"/>
            </p:xfrm>
            <a:graphic>
              <a:graphicData uri="http://schemas.openxmlformats.org/drawingml/2006/table">
                <a:tbl>
                  <a:tblPr firstRow="1" bandRow="1">
                    <a:tableStyleId>{5940675A-B579-460E-94D1-54222C63F5DA}</a:tableStyleId>
                  </a:tblPr>
                  <a:tblGrid>
                    <a:gridCol w="887954">
                      <a:extLst>
                        <a:ext uri="{9D8B030D-6E8A-4147-A177-3AD203B41FA5}">
                          <a16:colId xmlns:a16="http://schemas.microsoft.com/office/drawing/2014/main" val="2578614894"/>
                        </a:ext>
                      </a:extLst>
                    </a:gridCol>
                    <a:gridCol w="887954">
                      <a:extLst>
                        <a:ext uri="{9D8B030D-6E8A-4147-A177-3AD203B41FA5}">
                          <a16:colId xmlns:a16="http://schemas.microsoft.com/office/drawing/2014/main" val="1677797204"/>
                        </a:ext>
                      </a:extLst>
                    </a:gridCol>
                    <a:gridCol w="887954">
                      <a:extLst>
                        <a:ext uri="{9D8B030D-6E8A-4147-A177-3AD203B41FA5}">
                          <a16:colId xmlns:a16="http://schemas.microsoft.com/office/drawing/2014/main" val="4068048454"/>
                        </a:ext>
                      </a:extLst>
                    </a:gridCol>
                    <a:gridCol w="887954">
                      <a:extLst>
                        <a:ext uri="{9D8B030D-6E8A-4147-A177-3AD203B41FA5}">
                          <a16:colId xmlns:a16="http://schemas.microsoft.com/office/drawing/2014/main" val="3559188498"/>
                        </a:ext>
                      </a:extLst>
                    </a:gridCol>
                  </a:tblGrid>
                  <a:tr h="274523">
                    <a:tc>
                      <a:txBody>
                        <a:bodyPr/>
                        <a:lstStyle/>
                        <a:p>
                          <a:pPr/>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US" dirty="0" smtClean="0">
                                        <a:latin typeface="Cambria Math" panose="02040503050406030204" pitchFamily="18" charset="0"/>
                                      </a:rPr>
                                      <m:t>𝑋</m:t>
                                    </m:r>
                                  </m:e>
                                  <m:sub>
                                    <m:r>
                                      <a:rPr lang="en-US" dirty="0" smtClean="0">
                                        <a:latin typeface="Cambria Math" panose="02040503050406030204" pitchFamily="18" charset="0"/>
                                      </a:rPr>
                                      <m:t>1</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US" dirty="0" smtClean="0">
                                        <a:latin typeface="Cambria Math" panose="02040503050406030204" pitchFamily="18" charset="0"/>
                                      </a:rPr>
                                      <m:t>𝑋</m:t>
                                    </m:r>
                                  </m:e>
                                  <m:sub>
                                    <m:r>
                                      <a:rPr lang="en-US" dirty="0" smtClean="0">
                                        <a:latin typeface="Cambria Math" panose="02040503050406030204" pitchFamily="18" charset="0"/>
                                      </a:rPr>
                                      <m:t>2</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US" dirty="0" smtClean="0">
                                        <a:latin typeface="Cambria Math" panose="02040503050406030204" pitchFamily="18" charset="0"/>
                                      </a:rPr>
                                      <m:t>𝑋</m:t>
                                    </m:r>
                                  </m:e>
                                  <m:sub>
                                    <m:r>
                                      <a:rPr lang="en-US" dirty="0" smtClean="0">
                                        <a:latin typeface="Cambria Math" panose="02040503050406030204" pitchFamily="18" charset="0"/>
                                      </a:rPr>
                                      <m:t>3</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dirty="0" smtClean="0">
                                    <a:latin typeface="Cambria Math" panose="02040503050406030204" pitchFamily="18" charset="0"/>
                                  </a:rPr>
                                  <m:t>𝑌</m:t>
                                </m:r>
                              </m:oMath>
                            </m:oMathPara>
                          </a14:m>
                          <a:endParaRPr lang="en-US" dirty="0"/>
                        </a:p>
                      </a:txBody>
                      <a:tcPr>
                        <a:solidFill>
                          <a:schemeClr val="accent1">
                            <a:lumMod val="20000"/>
                            <a:lumOff val="80000"/>
                          </a:schemeClr>
                        </a:solidFill>
                      </a:tcPr>
                    </a:tc>
                    <a:extLst>
                      <a:ext uri="{0D108BD9-81ED-4DB2-BD59-A6C34878D82A}">
                        <a16:rowId xmlns:a16="http://schemas.microsoft.com/office/drawing/2014/main" val="3853379125"/>
                      </a:ext>
                    </a:extLst>
                  </a:tr>
                  <a:tr h="274523">
                    <a:tc>
                      <a:txBody>
                        <a:bodyPr/>
                        <a:lstStyle/>
                        <a:p>
                          <a:pPr/>
                          <a14:m>
                            <m:oMathPara xmlns:m="http://schemas.openxmlformats.org/officeDocument/2006/math">
                              <m:oMathParaPr>
                                <m:jc m:val="centerGroup"/>
                              </m:oMathParaPr>
                              <m:oMath xmlns:m="http://schemas.openxmlformats.org/officeDocument/2006/math">
                                <m:r>
                                  <a:rPr lang="en-US" dirty="0" smtClean="0">
                                    <a:latin typeface="Cambria Math" panose="02040503050406030204" pitchFamily="18" charset="0"/>
                                  </a:rPr>
                                  <m:t>2</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dirty="0" smtClean="0">
                                    <a:latin typeface="Cambria Math" panose="02040503050406030204" pitchFamily="18" charset="0"/>
                                  </a:rPr>
                                  <m:t>3</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dirty="0" smtClean="0">
                                    <a:latin typeface="Cambria Math" panose="02040503050406030204" pitchFamily="18" charset="0"/>
                                  </a:rPr>
                                  <m:t>1</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dirty="0" smtClean="0">
                                    <a:latin typeface="Cambria Math" panose="02040503050406030204" pitchFamily="18" charset="0"/>
                                  </a:rPr>
                                  <m:t>1</m:t>
                                </m:r>
                              </m:oMath>
                            </m:oMathPara>
                          </a14:m>
                          <a:endParaRPr lang="en-US" dirty="0"/>
                        </a:p>
                      </a:txBody>
                      <a:tcPr>
                        <a:solidFill>
                          <a:schemeClr val="accent1">
                            <a:lumMod val="20000"/>
                            <a:lumOff val="80000"/>
                          </a:schemeClr>
                        </a:solidFill>
                      </a:tcPr>
                    </a:tc>
                    <a:extLst>
                      <a:ext uri="{0D108BD9-81ED-4DB2-BD59-A6C34878D82A}">
                        <a16:rowId xmlns:a16="http://schemas.microsoft.com/office/drawing/2014/main" val="4254688235"/>
                      </a:ext>
                    </a:extLst>
                  </a:tr>
                  <a:tr h="274523">
                    <a:tc>
                      <a:txBody>
                        <a:bodyPr/>
                        <a:lstStyle/>
                        <a:p>
                          <a:pPr/>
                          <a14:m>
                            <m:oMathPara xmlns:m="http://schemas.openxmlformats.org/officeDocument/2006/math">
                              <m:oMathParaPr>
                                <m:jc m:val="centerGroup"/>
                              </m:oMathParaPr>
                              <m:oMath xmlns:m="http://schemas.openxmlformats.org/officeDocument/2006/math">
                                <m:r>
                                  <a:rPr lang="en-US" dirty="0" smtClean="0">
                                    <a:latin typeface="Cambria Math" panose="02040503050406030204" pitchFamily="18" charset="0"/>
                                  </a:rPr>
                                  <m:t>−1.2</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dirty="0" smtClean="0">
                                    <a:latin typeface="Cambria Math" panose="02040503050406030204" pitchFamily="18" charset="0"/>
                                  </a:rPr>
                                  <m:t>2</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dirty="0" smtClean="0">
                                    <a:latin typeface="Cambria Math" panose="02040503050406030204" pitchFamily="18" charset="0"/>
                                  </a:rPr>
                                  <m:t>0.4</m:t>
                                </m:r>
                              </m:oMath>
                            </m:oMathPara>
                          </a14:m>
                          <a:endParaRPr lang="en-US"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dirty="0" smtClean="0">
                                    <a:latin typeface="Cambria Math" panose="02040503050406030204" pitchFamily="18" charset="0"/>
                                  </a:rPr>
                                  <m:t>1</m:t>
                                </m:r>
                              </m:oMath>
                            </m:oMathPara>
                          </a14:m>
                          <a:endParaRPr lang="en-US" dirty="0"/>
                        </a:p>
                      </a:txBody>
                      <a:tcPr>
                        <a:solidFill>
                          <a:schemeClr val="accent1">
                            <a:lumMod val="20000"/>
                            <a:lumOff val="80000"/>
                          </a:schemeClr>
                        </a:solidFill>
                      </a:tcPr>
                    </a:tc>
                    <a:extLst>
                      <a:ext uri="{0D108BD9-81ED-4DB2-BD59-A6C34878D82A}">
                        <a16:rowId xmlns:a16="http://schemas.microsoft.com/office/drawing/2014/main" val="3307702494"/>
                      </a:ext>
                    </a:extLst>
                  </a:tr>
                  <a:tr h="274523">
                    <a:tc>
                      <a:txBody>
                        <a:bodyPr/>
                        <a:lstStyle/>
                        <a:p>
                          <a:pPr/>
                          <a14:m>
                            <m:oMathPara xmlns:m="http://schemas.openxmlformats.org/officeDocument/2006/math">
                              <m:oMathParaPr>
                                <m:jc m:val="centerGroup"/>
                              </m:oMathParaPr>
                              <m:oMath xmlns:m="http://schemas.openxmlformats.org/officeDocument/2006/math">
                                <m:r>
                                  <a:rPr lang="en-US" dirty="0" smtClean="0">
                                    <a:latin typeface="Cambria Math" panose="02040503050406030204" pitchFamily="18" charset="0"/>
                                  </a:rPr>
                                  <m:t>1.2</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dirty="0" smtClean="0">
                                    <a:latin typeface="Cambria Math" panose="02040503050406030204" pitchFamily="18" charset="0"/>
                                  </a:rPr>
                                  <m:t>0.3</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dirty="0" smtClean="0">
                                    <a:latin typeface="Cambria Math" panose="02040503050406030204" pitchFamily="18" charset="0"/>
                                  </a:rPr>
                                  <m:t>0</m:t>
                                </m:r>
                              </m:oMath>
                            </m:oMathPara>
                          </a14:m>
                          <a:endParaRPr lang="en-US"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a:txBody>
                      <a:tcPr>
                        <a:solidFill>
                          <a:schemeClr val="accent1">
                            <a:lumMod val="20000"/>
                            <a:lumOff val="80000"/>
                          </a:schemeClr>
                        </a:solidFill>
                      </a:tcPr>
                    </a:tc>
                    <a:extLst>
                      <a:ext uri="{0D108BD9-81ED-4DB2-BD59-A6C34878D82A}">
                        <a16:rowId xmlns:a16="http://schemas.microsoft.com/office/drawing/2014/main" val="1104592594"/>
                      </a:ext>
                    </a:extLst>
                  </a:tr>
                  <a:tr h="274523">
                    <a:tc>
                      <a:txBody>
                        <a:bodyPr/>
                        <a:lstStyle/>
                        <a:p>
                          <a:pPr/>
                          <a14:m>
                            <m:oMathPara xmlns:m="http://schemas.openxmlformats.org/officeDocument/2006/math">
                              <m:oMathParaPr>
                                <m:jc m:val="centerGroup"/>
                              </m:oMathParaPr>
                              <m:oMath xmlns:m="http://schemas.openxmlformats.org/officeDocument/2006/math">
                                <m:r>
                                  <a:rPr lang="en-US" dirty="0" smtClean="0">
                                    <a:latin typeface="Cambria Math" panose="02040503050406030204" pitchFamily="18" charset="0"/>
                                  </a:rPr>
                                  <m:t>2.2</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dirty="0" smtClean="0">
                                    <a:latin typeface="Cambria Math" panose="02040503050406030204" pitchFamily="18" charset="0"/>
                                  </a:rPr>
                                  <m:t>1.1</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dirty="0" smtClean="0">
                                    <a:latin typeface="Cambria Math" panose="02040503050406030204" pitchFamily="18" charset="0"/>
                                  </a:rPr>
                                  <m:t>0</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dirty="0" smtClean="0">
                                    <a:latin typeface="Cambria Math" panose="02040503050406030204" pitchFamily="18" charset="0"/>
                                  </a:rPr>
                                  <m:t>1</m:t>
                                </m:r>
                              </m:oMath>
                            </m:oMathPara>
                          </a14:m>
                          <a:endParaRPr lang="en-US" dirty="0"/>
                        </a:p>
                      </a:txBody>
                      <a:tcPr>
                        <a:solidFill>
                          <a:schemeClr val="accent1">
                            <a:lumMod val="20000"/>
                            <a:lumOff val="80000"/>
                          </a:schemeClr>
                        </a:solidFill>
                      </a:tcPr>
                    </a:tc>
                    <a:extLst>
                      <a:ext uri="{0D108BD9-81ED-4DB2-BD59-A6C34878D82A}">
                        <a16:rowId xmlns:a16="http://schemas.microsoft.com/office/drawing/2014/main" val="3175371600"/>
                      </a:ext>
                    </a:extLst>
                  </a:tr>
                </a:tbl>
              </a:graphicData>
            </a:graphic>
          </p:graphicFrame>
        </mc:Choice>
        <mc:Fallback xmlns="">
          <p:graphicFrame>
            <p:nvGraphicFramePr>
              <p:cNvPr id="12" name="Table 11">
                <a:extLst>
                  <a:ext uri="{FF2B5EF4-FFF2-40B4-BE49-F238E27FC236}">
                    <a16:creationId xmlns:a16="http://schemas.microsoft.com/office/drawing/2014/main" xmlns:a14="http://schemas.microsoft.com/office/drawing/2010/main" xmlns="" id="{AF28B67A-1183-44FE-B8D0-BB0DE7C5E20E}"/>
                  </a:ext>
                </a:extLst>
              </p:cNvPr>
              <p:cNvGraphicFramePr>
                <a:graphicFrameLocks noGrp="1"/>
              </p:cNvGraphicFramePr>
              <p:nvPr>
                <p:extLst>
                  <p:ext uri="{D42A27DB-BD31-4B8C-83A1-F6EECF244321}">
                    <p14:modId xmlns:p14="http://schemas.microsoft.com/office/powerpoint/2010/main" val="1958760187"/>
                  </p:ext>
                </p:extLst>
              </p:nvPr>
            </p:nvGraphicFramePr>
            <p:xfrm>
              <a:off x="5286404" y="1581476"/>
              <a:ext cx="3551816" cy="1524000"/>
            </p:xfrm>
            <a:graphic>
              <a:graphicData uri="http://schemas.openxmlformats.org/drawingml/2006/table">
                <a:tbl>
                  <a:tblPr firstRow="1" bandRow="1">
                    <a:tableStyleId>{5940675A-B579-460E-94D1-54222C63F5DA}</a:tableStyleId>
                  </a:tblPr>
                  <a:tblGrid>
                    <a:gridCol w="887954">
                      <a:extLst>
                        <a:ext uri="{9D8B030D-6E8A-4147-A177-3AD203B41FA5}">
                          <a16:colId xmlns:a16="http://schemas.microsoft.com/office/drawing/2014/main" xmlns:a14="http://schemas.microsoft.com/office/drawing/2010/main" xmlns="" val="2578614894"/>
                        </a:ext>
                      </a:extLst>
                    </a:gridCol>
                    <a:gridCol w="887954">
                      <a:extLst>
                        <a:ext uri="{9D8B030D-6E8A-4147-A177-3AD203B41FA5}">
                          <a16:colId xmlns:a16="http://schemas.microsoft.com/office/drawing/2014/main" xmlns:a14="http://schemas.microsoft.com/office/drawing/2010/main" xmlns="" val="1677797204"/>
                        </a:ext>
                      </a:extLst>
                    </a:gridCol>
                    <a:gridCol w="887954">
                      <a:extLst>
                        <a:ext uri="{9D8B030D-6E8A-4147-A177-3AD203B41FA5}">
                          <a16:colId xmlns:a16="http://schemas.microsoft.com/office/drawing/2014/main" xmlns:a14="http://schemas.microsoft.com/office/drawing/2010/main" xmlns="" val="4068048454"/>
                        </a:ext>
                      </a:extLst>
                    </a:gridCol>
                    <a:gridCol w="887954">
                      <a:extLst>
                        <a:ext uri="{9D8B030D-6E8A-4147-A177-3AD203B41FA5}">
                          <a16:colId xmlns:a16="http://schemas.microsoft.com/office/drawing/2014/main" xmlns:a14="http://schemas.microsoft.com/office/drawing/2010/main" xmlns="" val="3559188498"/>
                        </a:ext>
                      </a:extLst>
                    </a:gridCol>
                  </a:tblGrid>
                  <a:tr h="304800">
                    <a:tc>
                      <a:txBody>
                        <a:bodyPr/>
                        <a:lstStyle/>
                        <a:p>
                          <a:endParaRPr lang="en-US"/>
                        </a:p>
                      </a:txBody>
                      <a:tcPr>
                        <a:blipFill rotWithShape="0">
                          <a:blip r:embed="rId4"/>
                          <a:stretch>
                            <a:fillRect l="-685" t="-2000" r="-300685" b="-406000"/>
                          </a:stretch>
                        </a:blipFill>
                      </a:tcPr>
                    </a:tc>
                    <a:tc>
                      <a:txBody>
                        <a:bodyPr/>
                        <a:lstStyle/>
                        <a:p>
                          <a:endParaRPr lang="en-US"/>
                        </a:p>
                      </a:txBody>
                      <a:tcPr>
                        <a:blipFill rotWithShape="0">
                          <a:blip r:embed="rId4"/>
                          <a:stretch>
                            <a:fillRect l="-100685" t="-2000" r="-200685" b="-406000"/>
                          </a:stretch>
                        </a:blipFill>
                      </a:tcPr>
                    </a:tc>
                    <a:tc>
                      <a:txBody>
                        <a:bodyPr/>
                        <a:lstStyle/>
                        <a:p>
                          <a:endParaRPr lang="en-US"/>
                        </a:p>
                      </a:txBody>
                      <a:tcPr>
                        <a:blipFill rotWithShape="0">
                          <a:blip r:embed="rId4"/>
                          <a:stretch>
                            <a:fillRect l="-202069" t="-2000" r="-102069" b="-406000"/>
                          </a:stretch>
                        </a:blipFill>
                      </a:tcPr>
                    </a:tc>
                    <a:tc>
                      <a:txBody>
                        <a:bodyPr/>
                        <a:lstStyle/>
                        <a:p>
                          <a:endParaRPr lang="en-US"/>
                        </a:p>
                      </a:txBody>
                      <a:tcPr>
                        <a:blipFill rotWithShape="0">
                          <a:blip r:embed="rId4"/>
                          <a:stretch>
                            <a:fillRect l="-300000" t="-2000" r="-1370" b="-406000"/>
                          </a:stretch>
                        </a:blipFill>
                      </a:tcPr>
                    </a:tc>
                    <a:extLst>
                      <a:ext uri="{0D108BD9-81ED-4DB2-BD59-A6C34878D82A}">
                        <a16:rowId xmlns:a16="http://schemas.microsoft.com/office/drawing/2014/main" xmlns:a14="http://schemas.microsoft.com/office/drawing/2010/main" xmlns="" val="3853379125"/>
                      </a:ext>
                    </a:extLst>
                  </a:tr>
                  <a:tr h="304800">
                    <a:tc>
                      <a:txBody>
                        <a:bodyPr/>
                        <a:lstStyle/>
                        <a:p>
                          <a:endParaRPr lang="en-US"/>
                        </a:p>
                      </a:txBody>
                      <a:tcPr>
                        <a:blipFill rotWithShape="0">
                          <a:blip r:embed="rId4"/>
                          <a:stretch>
                            <a:fillRect l="-685" t="-102000" r="-300685" b="-306000"/>
                          </a:stretch>
                        </a:blipFill>
                      </a:tcPr>
                    </a:tc>
                    <a:tc>
                      <a:txBody>
                        <a:bodyPr/>
                        <a:lstStyle/>
                        <a:p>
                          <a:endParaRPr lang="en-US"/>
                        </a:p>
                      </a:txBody>
                      <a:tcPr>
                        <a:blipFill rotWithShape="0">
                          <a:blip r:embed="rId4"/>
                          <a:stretch>
                            <a:fillRect l="-100685" t="-102000" r="-200685" b="-306000"/>
                          </a:stretch>
                        </a:blipFill>
                      </a:tcPr>
                    </a:tc>
                    <a:tc>
                      <a:txBody>
                        <a:bodyPr/>
                        <a:lstStyle/>
                        <a:p>
                          <a:endParaRPr lang="en-US"/>
                        </a:p>
                      </a:txBody>
                      <a:tcPr>
                        <a:blipFill rotWithShape="0">
                          <a:blip r:embed="rId4"/>
                          <a:stretch>
                            <a:fillRect l="-202069" t="-102000" r="-102069" b="-306000"/>
                          </a:stretch>
                        </a:blipFill>
                      </a:tcPr>
                    </a:tc>
                    <a:tc>
                      <a:txBody>
                        <a:bodyPr/>
                        <a:lstStyle/>
                        <a:p>
                          <a:endParaRPr lang="en-US"/>
                        </a:p>
                      </a:txBody>
                      <a:tcPr>
                        <a:blipFill rotWithShape="0">
                          <a:blip r:embed="rId4"/>
                          <a:stretch>
                            <a:fillRect l="-300000" t="-102000" r="-1370" b="-306000"/>
                          </a:stretch>
                        </a:blipFill>
                      </a:tcPr>
                    </a:tc>
                    <a:extLst>
                      <a:ext uri="{0D108BD9-81ED-4DB2-BD59-A6C34878D82A}">
                        <a16:rowId xmlns:a16="http://schemas.microsoft.com/office/drawing/2014/main" xmlns:a14="http://schemas.microsoft.com/office/drawing/2010/main" xmlns="" val="4254688235"/>
                      </a:ext>
                    </a:extLst>
                  </a:tr>
                  <a:tr h="304800">
                    <a:tc>
                      <a:txBody>
                        <a:bodyPr/>
                        <a:lstStyle/>
                        <a:p>
                          <a:endParaRPr lang="en-US"/>
                        </a:p>
                      </a:txBody>
                      <a:tcPr>
                        <a:blipFill rotWithShape="0">
                          <a:blip r:embed="rId4"/>
                          <a:stretch>
                            <a:fillRect l="-685" t="-198039" r="-300685" b="-200000"/>
                          </a:stretch>
                        </a:blipFill>
                      </a:tcPr>
                    </a:tc>
                    <a:tc>
                      <a:txBody>
                        <a:bodyPr/>
                        <a:lstStyle/>
                        <a:p>
                          <a:endParaRPr lang="en-US"/>
                        </a:p>
                      </a:txBody>
                      <a:tcPr>
                        <a:blipFill rotWithShape="0">
                          <a:blip r:embed="rId4"/>
                          <a:stretch>
                            <a:fillRect l="-100685" t="-198039" r="-200685" b="-200000"/>
                          </a:stretch>
                        </a:blipFill>
                      </a:tcPr>
                    </a:tc>
                    <a:tc>
                      <a:txBody>
                        <a:bodyPr/>
                        <a:lstStyle/>
                        <a:p>
                          <a:endParaRPr lang="en-US"/>
                        </a:p>
                      </a:txBody>
                      <a:tcPr>
                        <a:blipFill rotWithShape="0">
                          <a:blip r:embed="rId4"/>
                          <a:stretch>
                            <a:fillRect l="-202069" t="-198039" r="-102069" b="-200000"/>
                          </a:stretch>
                        </a:blipFill>
                      </a:tcPr>
                    </a:tc>
                    <a:tc>
                      <a:txBody>
                        <a:bodyPr/>
                        <a:lstStyle/>
                        <a:p>
                          <a:endParaRPr lang="en-US"/>
                        </a:p>
                      </a:txBody>
                      <a:tcPr>
                        <a:blipFill rotWithShape="0">
                          <a:blip r:embed="rId4"/>
                          <a:stretch>
                            <a:fillRect l="-300000" t="-198039" r="-1370" b="-200000"/>
                          </a:stretch>
                        </a:blipFill>
                      </a:tcPr>
                    </a:tc>
                    <a:extLst>
                      <a:ext uri="{0D108BD9-81ED-4DB2-BD59-A6C34878D82A}">
                        <a16:rowId xmlns:a16="http://schemas.microsoft.com/office/drawing/2014/main" xmlns:a14="http://schemas.microsoft.com/office/drawing/2010/main" xmlns="" val="3307702494"/>
                      </a:ext>
                    </a:extLst>
                  </a:tr>
                  <a:tr h="304800">
                    <a:tc>
                      <a:txBody>
                        <a:bodyPr/>
                        <a:lstStyle/>
                        <a:p>
                          <a:endParaRPr lang="en-US"/>
                        </a:p>
                      </a:txBody>
                      <a:tcPr>
                        <a:blipFill rotWithShape="0">
                          <a:blip r:embed="rId4"/>
                          <a:stretch>
                            <a:fillRect l="-685" t="-304000" r="-300685" b="-104000"/>
                          </a:stretch>
                        </a:blipFill>
                      </a:tcPr>
                    </a:tc>
                    <a:tc>
                      <a:txBody>
                        <a:bodyPr/>
                        <a:lstStyle/>
                        <a:p>
                          <a:endParaRPr lang="en-US"/>
                        </a:p>
                      </a:txBody>
                      <a:tcPr>
                        <a:blipFill rotWithShape="0">
                          <a:blip r:embed="rId4"/>
                          <a:stretch>
                            <a:fillRect l="-100685" t="-304000" r="-200685" b="-104000"/>
                          </a:stretch>
                        </a:blipFill>
                      </a:tcPr>
                    </a:tc>
                    <a:tc>
                      <a:txBody>
                        <a:bodyPr/>
                        <a:lstStyle/>
                        <a:p>
                          <a:endParaRPr lang="en-US"/>
                        </a:p>
                      </a:txBody>
                      <a:tcPr>
                        <a:blipFill rotWithShape="0">
                          <a:blip r:embed="rId4"/>
                          <a:stretch>
                            <a:fillRect l="-202069" t="-304000" r="-102069" b="-104000"/>
                          </a:stretch>
                        </a:blipFill>
                      </a:tcPr>
                    </a:tc>
                    <a:tc>
                      <a:txBody>
                        <a:bodyPr/>
                        <a:lstStyle/>
                        <a:p>
                          <a:endParaRPr lang="en-US"/>
                        </a:p>
                      </a:txBody>
                      <a:tcPr>
                        <a:blipFill rotWithShape="0">
                          <a:blip r:embed="rId4"/>
                          <a:stretch>
                            <a:fillRect l="-300000" t="-304000" r="-1370" b="-104000"/>
                          </a:stretch>
                        </a:blipFill>
                      </a:tcPr>
                    </a:tc>
                    <a:extLst>
                      <a:ext uri="{0D108BD9-81ED-4DB2-BD59-A6C34878D82A}">
                        <a16:rowId xmlns:a16="http://schemas.microsoft.com/office/drawing/2014/main" xmlns:a14="http://schemas.microsoft.com/office/drawing/2010/main" xmlns="" val="1104592594"/>
                      </a:ext>
                    </a:extLst>
                  </a:tr>
                  <a:tr h="304800">
                    <a:tc>
                      <a:txBody>
                        <a:bodyPr/>
                        <a:lstStyle/>
                        <a:p>
                          <a:endParaRPr lang="en-US"/>
                        </a:p>
                      </a:txBody>
                      <a:tcPr>
                        <a:blipFill rotWithShape="0">
                          <a:blip r:embed="rId4"/>
                          <a:stretch>
                            <a:fillRect l="-685" t="-404000" r="-300685" b="-4000"/>
                          </a:stretch>
                        </a:blipFill>
                      </a:tcPr>
                    </a:tc>
                    <a:tc>
                      <a:txBody>
                        <a:bodyPr/>
                        <a:lstStyle/>
                        <a:p>
                          <a:endParaRPr lang="en-US"/>
                        </a:p>
                      </a:txBody>
                      <a:tcPr>
                        <a:blipFill rotWithShape="0">
                          <a:blip r:embed="rId4"/>
                          <a:stretch>
                            <a:fillRect l="-100685" t="-404000" r="-200685" b="-4000"/>
                          </a:stretch>
                        </a:blipFill>
                      </a:tcPr>
                    </a:tc>
                    <a:tc>
                      <a:txBody>
                        <a:bodyPr/>
                        <a:lstStyle/>
                        <a:p>
                          <a:endParaRPr lang="en-US"/>
                        </a:p>
                      </a:txBody>
                      <a:tcPr>
                        <a:blipFill rotWithShape="0">
                          <a:blip r:embed="rId4"/>
                          <a:stretch>
                            <a:fillRect l="-202069" t="-404000" r="-102069" b="-4000"/>
                          </a:stretch>
                        </a:blipFill>
                      </a:tcPr>
                    </a:tc>
                    <a:tc>
                      <a:txBody>
                        <a:bodyPr/>
                        <a:lstStyle/>
                        <a:p>
                          <a:endParaRPr lang="en-US"/>
                        </a:p>
                      </a:txBody>
                      <a:tcPr>
                        <a:blipFill rotWithShape="0">
                          <a:blip r:embed="rId4"/>
                          <a:stretch>
                            <a:fillRect l="-300000" t="-404000" r="-1370" b="-4000"/>
                          </a:stretch>
                        </a:blipFill>
                      </a:tcPr>
                    </a:tc>
                    <a:extLst>
                      <a:ext uri="{0D108BD9-81ED-4DB2-BD59-A6C34878D82A}">
                        <a16:rowId xmlns:a16="http://schemas.microsoft.com/office/drawing/2014/main" xmlns:a14="http://schemas.microsoft.com/office/drawing/2010/main" xmlns="" val="3175371600"/>
                      </a:ext>
                    </a:extLst>
                  </a:tr>
                </a:tbl>
              </a:graphicData>
            </a:graphic>
          </p:graphicFrame>
        </mc:Fallback>
      </mc:AlternateContent>
      <p:sp>
        <p:nvSpPr>
          <p:cNvPr id="8" name="Title 1"/>
          <p:cNvSpPr>
            <a:spLocks noGrp="1"/>
          </p:cNvSpPr>
          <p:nvPr>
            <p:ph type="title"/>
          </p:nvPr>
        </p:nvSpPr>
        <p:spPr>
          <a:xfrm>
            <a:off x="395536" y="274638"/>
            <a:ext cx="7473456" cy="850106"/>
          </a:xfrm>
        </p:spPr>
        <p:txBody>
          <a:bodyPr/>
          <a:lstStyle/>
          <a:p>
            <a:r>
              <a:rPr lang="en-US" sz="2400" b="1" dirty="0">
                <a:latin typeface="+mj-lt"/>
              </a:rPr>
              <a:t>Continuous Features : learning</a:t>
            </a:r>
          </a:p>
        </p:txBody>
      </p:sp>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54291528-76C2-D4F3-54E1-A5E0A4F9E339}"/>
                  </a:ext>
                </a:extLst>
              </p14:cNvPr>
              <p14:cNvContentPartPr/>
              <p14:nvPr/>
            </p14:nvContentPartPr>
            <p14:xfrm>
              <a:off x="960120" y="2022840"/>
              <a:ext cx="6983640" cy="3438360"/>
            </p14:xfrm>
          </p:contentPart>
        </mc:Choice>
        <mc:Fallback>
          <p:pic>
            <p:nvPicPr>
              <p:cNvPr id="2" name="Ink 1">
                <a:extLst>
                  <a:ext uri="{FF2B5EF4-FFF2-40B4-BE49-F238E27FC236}">
                    <a16:creationId xmlns:a16="http://schemas.microsoft.com/office/drawing/2014/main" id="{54291528-76C2-D4F3-54E1-A5E0A4F9E339}"/>
                  </a:ext>
                </a:extLst>
              </p:cNvPr>
              <p:cNvPicPr/>
              <p:nvPr/>
            </p:nvPicPr>
            <p:blipFill>
              <a:blip r:embed="rId6"/>
              <a:stretch>
                <a:fillRect/>
              </a:stretch>
            </p:blipFill>
            <p:spPr>
              <a:xfrm>
                <a:off x="950760" y="2013480"/>
                <a:ext cx="7002360" cy="3457080"/>
              </a:xfrm>
              <a:prstGeom prst="rect">
                <a:avLst/>
              </a:prstGeom>
            </p:spPr>
          </p:pic>
        </mc:Fallback>
      </mc:AlternateContent>
    </p:spTree>
    <p:extLst>
      <p:ext uri="{BB962C8B-B14F-4D97-AF65-F5344CB8AC3E}">
        <p14:creationId xmlns:p14="http://schemas.microsoft.com/office/powerpoint/2010/main" val="3895050915"/>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371600"/>
            <a:ext cx="8229600" cy="5257800"/>
          </a:xfrm>
        </p:spPr>
        <p:txBody>
          <a:bodyPr>
            <a:noAutofit/>
          </a:bodyPr>
          <a:lstStyle/>
          <a:p>
            <a:pPr marL="0" indent="0"/>
            <a:r>
              <a:rPr lang="en-US" sz="1400" i="1" dirty="0"/>
              <a:t>P(Enjoy=Yes | X) = P(X | Enjoy=Yes). P(Enjoy=Yes) / P(X)</a:t>
            </a:r>
          </a:p>
          <a:p>
            <a:pPr marL="0" indent="0"/>
            <a:r>
              <a:rPr lang="en-US" sz="1400" i="1" dirty="0"/>
              <a:t>= P(X | Enjoy=Yes). P(Enjoy=Yes)</a:t>
            </a:r>
          </a:p>
          <a:p>
            <a:pPr marL="0" indent="0"/>
            <a:r>
              <a:rPr lang="en-US" sz="1400" i="1" dirty="0"/>
              <a:t>= P(X | Enjoy=Yes). (3/7)</a:t>
            </a:r>
          </a:p>
          <a:p>
            <a:pPr marL="0" indent="0"/>
            <a:r>
              <a:rPr lang="en-US" sz="1400" i="1" dirty="0"/>
              <a:t>= P(Rainy | Enjoy=Yes). P(Warm | Enjoy=Yes). </a:t>
            </a:r>
            <a:r>
              <a:rPr lang="en-US" sz="1400" i="1" dirty="0">
                <a:solidFill>
                  <a:srgbClr val="0070C0"/>
                </a:solidFill>
              </a:rPr>
              <a:t>P(60 | Enjoy=Yes)</a:t>
            </a:r>
            <a:r>
              <a:rPr lang="en-US" sz="1400" i="1" dirty="0"/>
              <a:t>. P(Breeze | Enjoy=Yes). P(Same | Enjoy=Yes).(3/7)</a:t>
            </a:r>
          </a:p>
          <a:p>
            <a:pPr marL="0" indent="0"/>
            <a:r>
              <a:rPr lang="en-US" sz="1400" i="1" dirty="0"/>
              <a:t>= (1/3) . (3/3) . </a:t>
            </a:r>
            <a:r>
              <a:rPr lang="en-US" sz="1400" i="1" dirty="0">
                <a:solidFill>
                  <a:srgbClr val="0070C0"/>
                </a:solidFill>
              </a:rPr>
              <a:t>0.15*10</a:t>
            </a:r>
            <a:r>
              <a:rPr lang="en-US" sz="1400" i="1" baseline="30000" dirty="0">
                <a:solidFill>
                  <a:srgbClr val="0070C0"/>
                </a:solidFill>
              </a:rPr>
              <a:t>-95</a:t>
            </a:r>
            <a:r>
              <a:rPr lang="en-US" sz="1400" i="1" dirty="0">
                <a:solidFill>
                  <a:srgbClr val="0070C0"/>
                </a:solidFill>
              </a:rPr>
              <a:t> </a:t>
            </a:r>
            <a:r>
              <a:rPr lang="en-US" sz="1400" i="1" dirty="0"/>
              <a:t>. (1/3) . (2/3) . (3/7)</a:t>
            </a:r>
          </a:p>
          <a:p>
            <a:pPr marL="0" indent="0"/>
            <a:endParaRPr lang="en-US" sz="1400" i="1" dirty="0"/>
          </a:p>
          <a:p>
            <a:pPr marL="0" indent="0"/>
            <a:endParaRPr lang="en-US" sz="1400" i="1" dirty="0"/>
          </a:p>
          <a:p>
            <a:pPr marL="0" indent="0"/>
            <a:endParaRPr lang="en-US" sz="1400" i="1" dirty="0"/>
          </a:p>
          <a:p>
            <a:pPr marL="0" indent="0"/>
            <a:r>
              <a:rPr lang="en-US" sz="1400" b="1" dirty="0"/>
              <a:t> </a:t>
            </a:r>
          </a:p>
          <a:p>
            <a:pPr marL="0" indent="0"/>
            <a:endParaRPr lang="en-US" sz="1400" i="1" dirty="0"/>
          </a:p>
          <a:p>
            <a:pPr marL="0" indent="0"/>
            <a:endParaRPr lang="en-US" sz="1400" i="1" dirty="0"/>
          </a:p>
          <a:p>
            <a:pPr marL="0" indent="0"/>
            <a:endParaRPr lang="en-US" sz="1400" i="1" dirty="0"/>
          </a:p>
          <a:p>
            <a:pPr marL="0" indent="0"/>
            <a:endParaRPr lang="en-US" sz="1400" i="1" dirty="0"/>
          </a:p>
          <a:p>
            <a:pPr marL="0" indent="0"/>
            <a:r>
              <a:rPr lang="en-US" sz="1400" i="1" dirty="0"/>
              <a:t>P(Enjoy=No | X) = P(X | Enjoy=No). P(Enjoy=No) / P(X)</a:t>
            </a:r>
            <a:endParaRPr lang="en-US" sz="1400" dirty="0"/>
          </a:p>
          <a:p>
            <a:pPr marL="0" indent="0"/>
            <a:r>
              <a:rPr lang="en-US" sz="1400" i="1" dirty="0"/>
              <a:t>= P(X | Enjoy=No). P(Enjoy=No) </a:t>
            </a:r>
          </a:p>
          <a:p>
            <a:pPr marL="0" indent="0"/>
            <a:r>
              <a:rPr lang="en-US" sz="1400" i="1" dirty="0"/>
              <a:t>= P(X | Enjoy=No). (4/7)</a:t>
            </a:r>
          </a:p>
          <a:p>
            <a:pPr marL="0" indent="0"/>
            <a:r>
              <a:rPr lang="en-US" sz="1400" i="1" dirty="0"/>
              <a:t>= P(Rainy | Enjoy=No). P(Warm | Enjoy=No). </a:t>
            </a:r>
            <a:r>
              <a:rPr lang="en-US" sz="1400" i="1" dirty="0">
                <a:solidFill>
                  <a:srgbClr val="0070C0"/>
                </a:solidFill>
              </a:rPr>
              <a:t>P(60 | Enjoy=No)</a:t>
            </a:r>
            <a:r>
              <a:rPr lang="en-US" sz="1400" i="1" dirty="0"/>
              <a:t>. P(Breeze | Enjoy=No). P(Same | Enjoy=No). (4/7)</a:t>
            </a:r>
          </a:p>
          <a:p>
            <a:pPr marL="0" indent="0"/>
            <a:r>
              <a:rPr lang="en-US" sz="1400" i="1" dirty="0"/>
              <a:t>= (2/4) . (1/4) . </a:t>
            </a:r>
            <a:r>
              <a:rPr lang="en-US" sz="1400" i="1" dirty="0">
                <a:solidFill>
                  <a:srgbClr val="0070C0"/>
                </a:solidFill>
              </a:rPr>
              <a:t>0.02 </a:t>
            </a:r>
            <a:r>
              <a:rPr lang="en-US" sz="1400" i="1" dirty="0"/>
              <a:t>. (1/4) . (2/4) . (4/7)</a:t>
            </a:r>
          </a:p>
          <a:p>
            <a:pPr marL="0" indent="0"/>
            <a:endParaRPr lang="en-US" sz="1400" dirty="0"/>
          </a:p>
          <a:p>
            <a:pPr marL="0" indent="0"/>
            <a:endParaRPr lang="en-US" sz="1400" dirty="0"/>
          </a:p>
          <a:p>
            <a:pPr marL="0" indent="0"/>
            <a:endParaRPr lang="en-US" sz="1400" dirty="0"/>
          </a:p>
        </p:txBody>
      </p:sp>
      <p:graphicFrame>
        <p:nvGraphicFramePr>
          <p:cNvPr id="6" name="Table 5"/>
          <p:cNvGraphicFramePr>
            <a:graphicFrameLocks noGrp="1"/>
          </p:cNvGraphicFramePr>
          <p:nvPr/>
        </p:nvGraphicFramePr>
        <p:xfrm>
          <a:off x="6234953" y="2424953"/>
          <a:ext cx="2909047" cy="2683266"/>
        </p:xfrm>
        <a:graphic>
          <a:graphicData uri="http://schemas.openxmlformats.org/drawingml/2006/table">
            <a:tbl>
              <a:tblPr firstRow="1" bandRow="1">
                <a:tableStyleId>{69012ECD-51FC-41F1-AA8D-1B2483CD663E}</a:tableStyleId>
              </a:tblPr>
              <a:tblGrid>
                <a:gridCol w="546847">
                  <a:extLst>
                    <a:ext uri="{9D8B030D-6E8A-4147-A177-3AD203B41FA5}">
                      <a16:colId xmlns:a16="http://schemas.microsoft.com/office/drawing/2014/main" val="20000"/>
                    </a:ext>
                  </a:extLst>
                </a:gridCol>
                <a:gridCol w="636494">
                  <a:extLst>
                    <a:ext uri="{9D8B030D-6E8A-4147-A177-3AD203B41FA5}">
                      <a16:colId xmlns:a16="http://schemas.microsoft.com/office/drawing/2014/main" val="20001"/>
                    </a:ext>
                  </a:extLst>
                </a:gridCol>
                <a:gridCol w="493059">
                  <a:extLst>
                    <a:ext uri="{9D8B030D-6E8A-4147-A177-3AD203B41FA5}">
                      <a16:colId xmlns:a16="http://schemas.microsoft.com/office/drawing/2014/main" val="20002"/>
                    </a:ext>
                  </a:extLst>
                </a:gridCol>
                <a:gridCol w="542365">
                  <a:extLst>
                    <a:ext uri="{9D8B030D-6E8A-4147-A177-3AD203B41FA5}">
                      <a16:colId xmlns:a16="http://schemas.microsoft.com/office/drawing/2014/main" val="20003"/>
                    </a:ext>
                  </a:extLst>
                </a:gridCol>
                <a:gridCol w="690282">
                  <a:extLst>
                    <a:ext uri="{9D8B030D-6E8A-4147-A177-3AD203B41FA5}">
                      <a16:colId xmlns:a16="http://schemas.microsoft.com/office/drawing/2014/main" val="20004"/>
                    </a:ext>
                  </a:extLst>
                </a:gridCol>
              </a:tblGrid>
              <a:tr h="373338">
                <a:tc>
                  <a:txBody>
                    <a:bodyPr/>
                    <a:lstStyle/>
                    <a:p>
                      <a:r>
                        <a:rPr lang="en-US" sz="800" dirty="0" err="1"/>
                        <a:t>AirTemp</a:t>
                      </a:r>
                      <a:endParaRPr lang="en-US" sz="800" b="1" dirty="0"/>
                    </a:p>
                  </a:txBody>
                  <a:tcPr/>
                </a:tc>
                <a:tc>
                  <a:txBody>
                    <a:bodyPr/>
                    <a:lstStyle/>
                    <a:p>
                      <a:r>
                        <a:rPr lang="en-US" sz="800" dirty="0"/>
                        <a:t>Sky</a:t>
                      </a:r>
                      <a:endParaRPr lang="en-US" sz="800" b="1" dirty="0"/>
                    </a:p>
                  </a:txBody>
                  <a:tcPr/>
                </a:tc>
                <a:tc>
                  <a:txBody>
                    <a:bodyPr/>
                    <a:lstStyle/>
                    <a:p>
                      <a:r>
                        <a:rPr lang="en-US" sz="800" dirty="0"/>
                        <a:t>Wind</a:t>
                      </a:r>
                      <a:endParaRPr lang="en-US" sz="800" b="1" dirty="0"/>
                    </a:p>
                  </a:txBody>
                  <a:tcPr/>
                </a:tc>
                <a:tc>
                  <a:txBody>
                    <a:bodyPr/>
                    <a:lstStyle/>
                    <a:p>
                      <a:r>
                        <a:rPr lang="en-US" sz="800" dirty="0"/>
                        <a:t>Forecast</a:t>
                      </a:r>
                      <a:endParaRPr lang="en-US" sz="800" b="1" dirty="0"/>
                    </a:p>
                  </a:txBody>
                  <a:tcPr/>
                </a:tc>
                <a:tc>
                  <a:txBody>
                    <a:bodyPr/>
                    <a:lstStyle/>
                    <a:p>
                      <a:r>
                        <a:rPr lang="en-US" sz="800" dirty="0"/>
                        <a:t>Enjoy</a:t>
                      </a:r>
                    </a:p>
                    <a:p>
                      <a:r>
                        <a:rPr lang="en-US" sz="800" dirty="0"/>
                        <a:t>Sport?</a:t>
                      </a:r>
                      <a:endParaRPr lang="en-US" sz="800" b="1" i="1" dirty="0"/>
                    </a:p>
                  </a:txBody>
                  <a:tcPr/>
                </a:tc>
                <a:extLst>
                  <a:ext uri="{0D108BD9-81ED-4DB2-BD59-A6C34878D82A}">
                    <a16:rowId xmlns:a16="http://schemas.microsoft.com/office/drawing/2014/main" val="10000"/>
                  </a:ext>
                </a:extLst>
              </a:tr>
              <a:tr h="288741">
                <a:tc>
                  <a:txBody>
                    <a:bodyPr/>
                    <a:lstStyle/>
                    <a:p>
                      <a:r>
                        <a:rPr lang="en-US" sz="800" dirty="0">
                          <a:solidFill>
                            <a:srgbClr val="0070C0"/>
                          </a:solidFill>
                        </a:rPr>
                        <a:t>Warm</a:t>
                      </a:r>
                    </a:p>
                  </a:txBody>
                  <a:tcPr/>
                </a:tc>
                <a:tc>
                  <a:txBody>
                    <a:bodyPr/>
                    <a:lstStyle/>
                    <a:p>
                      <a:r>
                        <a:rPr lang="en-US" sz="800" dirty="0">
                          <a:solidFill>
                            <a:srgbClr val="0070C0"/>
                          </a:solidFill>
                        </a:rPr>
                        <a:t>Sunny</a:t>
                      </a:r>
                    </a:p>
                  </a:txBody>
                  <a:tcPr/>
                </a:tc>
                <a:tc>
                  <a:txBody>
                    <a:bodyPr/>
                    <a:lstStyle/>
                    <a:p>
                      <a:r>
                        <a:rPr lang="en-US" sz="800">
                          <a:solidFill>
                            <a:srgbClr val="0070C0"/>
                          </a:solidFill>
                        </a:rPr>
                        <a:t>Strong</a:t>
                      </a:r>
                      <a:endParaRPr lang="en-US" sz="800" dirty="0">
                        <a:solidFill>
                          <a:srgbClr val="0070C0"/>
                        </a:solidFill>
                      </a:endParaRPr>
                    </a:p>
                  </a:txBody>
                  <a:tcPr/>
                </a:tc>
                <a:tc>
                  <a:txBody>
                    <a:bodyPr/>
                    <a:lstStyle/>
                    <a:p>
                      <a:r>
                        <a:rPr lang="en-US" sz="800">
                          <a:solidFill>
                            <a:srgbClr val="0070C0"/>
                          </a:solidFill>
                        </a:rPr>
                        <a:t>Same</a:t>
                      </a:r>
                      <a:endParaRPr lang="en-US" sz="800" dirty="0">
                        <a:solidFill>
                          <a:srgbClr val="0070C0"/>
                        </a:solidFill>
                      </a:endParaRPr>
                    </a:p>
                  </a:txBody>
                  <a:tcPr/>
                </a:tc>
                <a:tc>
                  <a:txBody>
                    <a:bodyPr/>
                    <a:lstStyle/>
                    <a:p>
                      <a:r>
                        <a:rPr lang="en-US" sz="800" dirty="0">
                          <a:solidFill>
                            <a:srgbClr val="0070C0"/>
                          </a:solidFill>
                        </a:rPr>
                        <a:t>Yes</a:t>
                      </a:r>
                    </a:p>
                  </a:txBody>
                  <a:tcPr/>
                </a:tc>
                <a:extLst>
                  <a:ext uri="{0D108BD9-81ED-4DB2-BD59-A6C34878D82A}">
                    <a16:rowId xmlns:a16="http://schemas.microsoft.com/office/drawing/2014/main" val="10001"/>
                  </a:ext>
                </a:extLst>
              </a:tr>
              <a:tr h="288741">
                <a:tc>
                  <a:txBody>
                    <a:bodyPr/>
                    <a:lstStyle/>
                    <a:p>
                      <a:r>
                        <a:rPr lang="en-US" sz="800" dirty="0"/>
                        <a:t>Warm</a:t>
                      </a:r>
                    </a:p>
                  </a:txBody>
                  <a:tcPr/>
                </a:tc>
                <a:tc>
                  <a:txBody>
                    <a:bodyPr/>
                    <a:lstStyle/>
                    <a:p>
                      <a:r>
                        <a:rPr lang="en-US" sz="800" dirty="0"/>
                        <a:t>Sunny</a:t>
                      </a:r>
                    </a:p>
                  </a:txBody>
                  <a:tcPr/>
                </a:tc>
                <a:tc>
                  <a:txBody>
                    <a:bodyPr/>
                    <a:lstStyle/>
                    <a:p>
                      <a:r>
                        <a:rPr lang="en-US" sz="800"/>
                        <a:t>Strong</a:t>
                      </a:r>
                      <a:endParaRPr lang="en-US" sz="800" dirty="0"/>
                    </a:p>
                  </a:txBody>
                  <a:tcPr/>
                </a:tc>
                <a:tc>
                  <a:txBody>
                    <a:bodyPr/>
                    <a:lstStyle/>
                    <a:p>
                      <a:r>
                        <a:rPr lang="en-US" sz="800"/>
                        <a:t>Same</a:t>
                      </a:r>
                      <a:endParaRPr lang="en-US" sz="800" dirty="0"/>
                    </a:p>
                  </a:txBody>
                  <a:tcPr/>
                </a:tc>
                <a:tc>
                  <a:txBody>
                    <a:bodyPr/>
                    <a:lstStyle/>
                    <a:p>
                      <a:r>
                        <a:rPr lang="en-US" sz="800" dirty="0"/>
                        <a:t>No</a:t>
                      </a:r>
                    </a:p>
                  </a:txBody>
                  <a:tcPr/>
                </a:tc>
                <a:extLst>
                  <a:ext uri="{0D108BD9-81ED-4DB2-BD59-A6C34878D82A}">
                    <a16:rowId xmlns:a16="http://schemas.microsoft.com/office/drawing/2014/main" val="10002"/>
                  </a:ext>
                </a:extLst>
              </a:tr>
              <a:tr h="288741">
                <a:tc>
                  <a:txBody>
                    <a:bodyPr/>
                    <a:lstStyle/>
                    <a:p>
                      <a:r>
                        <a:rPr lang="en-US" sz="800"/>
                        <a:t>Cold</a:t>
                      </a:r>
                      <a:endParaRPr lang="en-US" sz="800" dirty="0"/>
                    </a:p>
                  </a:txBody>
                  <a:tcPr/>
                </a:tc>
                <a:tc>
                  <a:txBody>
                    <a:bodyPr/>
                    <a:lstStyle/>
                    <a:p>
                      <a:r>
                        <a:rPr lang="en-US" sz="800"/>
                        <a:t>Rainy</a:t>
                      </a:r>
                      <a:endParaRPr lang="en-US" sz="800" dirty="0"/>
                    </a:p>
                  </a:txBody>
                  <a:tcPr/>
                </a:tc>
                <a:tc>
                  <a:txBody>
                    <a:bodyPr/>
                    <a:lstStyle/>
                    <a:p>
                      <a:r>
                        <a:rPr lang="en-US" sz="800" dirty="0"/>
                        <a:t>Strong</a:t>
                      </a:r>
                    </a:p>
                  </a:txBody>
                  <a:tcPr/>
                </a:tc>
                <a:tc>
                  <a:txBody>
                    <a:bodyPr/>
                    <a:lstStyle/>
                    <a:p>
                      <a:r>
                        <a:rPr lang="en-US" sz="800"/>
                        <a:t>Change</a:t>
                      </a:r>
                      <a:endParaRPr lang="en-US" sz="800" dirty="0"/>
                    </a:p>
                  </a:txBody>
                  <a:tcPr/>
                </a:tc>
                <a:tc>
                  <a:txBody>
                    <a:bodyPr/>
                    <a:lstStyle/>
                    <a:p>
                      <a:r>
                        <a:rPr lang="en-US" sz="800" dirty="0"/>
                        <a:t>No</a:t>
                      </a:r>
                    </a:p>
                  </a:txBody>
                  <a:tcPr/>
                </a:tc>
                <a:extLst>
                  <a:ext uri="{0D108BD9-81ED-4DB2-BD59-A6C34878D82A}">
                    <a16:rowId xmlns:a16="http://schemas.microsoft.com/office/drawing/2014/main" val="10003"/>
                  </a:ext>
                </a:extLst>
              </a:tr>
              <a:tr h="288741">
                <a:tc>
                  <a:txBody>
                    <a:bodyPr/>
                    <a:lstStyle/>
                    <a:p>
                      <a:r>
                        <a:rPr lang="en-US" sz="800" dirty="0">
                          <a:solidFill>
                            <a:srgbClr val="0070C0"/>
                          </a:solidFill>
                        </a:rPr>
                        <a:t>Warm</a:t>
                      </a:r>
                    </a:p>
                  </a:txBody>
                  <a:tcPr/>
                </a:tc>
                <a:tc>
                  <a:txBody>
                    <a:bodyPr/>
                    <a:lstStyle/>
                    <a:p>
                      <a:r>
                        <a:rPr lang="en-US" sz="800" dirty="0">
                          <a:solidFill>
                            <a:srgbClr val="0070C0"/>
                          </a:solidFill>
                        </a:rPr>
                        <a:t>Rainy</a:t>
                      </a:r>
                    </a:p>
                  </a:txBody>
                  <a:tcPr/>
                </a:tc>
                <a:tc>
                  <a:txBody>
                    <a:bodyPr/>
                    <a:lstStyle/>
                    <a:p>
                      <a:r>
                        <a:rPr lang="en-US" sz="800" dirty="0">
                          <a:solidFill>
                            <a:srgbClr val="0070C0"/>
                          </a:solidFill>
                        </a:rPr>
                        <a:t>Breeze</a:t>
                      </a:r>
                    </a:p>
                  </a:txBody>
                  <a:tcPr/>
                </a:tc>
                <a:tc>
                  <a:txBody>
                    <a:bodyPr/>
                    <a:lstStyle/>
                    <a:p>
                      <a:r>
                        <a:rPr lang="en-US" sz="800">
                          <a:solidFill>
                            <a:srgbClr val="0070C0"/>
                          </a:solidFill>
                        </a:rPr>
                        <a:t>Same</a:t>
                      </a:r>
                      <a:endParaRPr lang="en-US" sz="800" dirty="0">
                        <a:solidFill>
                          <a:srgbClr val="0070C0"/>
                        </a:solidFill>
                      </a:endParaRPr>
                    </a:p>
                  </a:txBody>
                  <a:tcPr/>
                </a:tc>
                <a:tc>
                  <a:txBody>
                    <a:bodyPr/>
                    <a:lstStyle/>
                    <a:p>
                      <a:r>
                        <a:rPr lang="en-US" sz="800" dirty="0">
                          <a:solidFill>
                            <a:srgbClr val="0070C0"/>
                          </a:solidFill>
                        </a:rPr>
                        <a:t>Yes</a:t>
                      </a:r>
                    </a:p>
                  </a:txBody>
                  <a:tcPr/>
                </a:tc>
                <a:extLst>
                  <a:ext uri="{0D108BD9-81ED-4DB2-BD59-A6C34878D82A}">
                    <a16:rowId xmlns:a16="http://schemas.microsoft.com/office/drawing/2014/main" val="10004"/>
                  </a:ext>
                </a:extLst>
              </a:tr>
              <a:tr h="288741">
                <a:tc>
                  <a:txBody>
                    <a:bodyPr/>
                    <a:lstStyle/>
                    <a:p>
                      <a:r>
                        <a:rPr lang="en-US" sz="800" dirty="0"/>
                        <a:t>Hot</a:t>
                      </a:r>
                    </a:p>
                  </a:txBody>
                  <a:tcPr/>
                </a:tc>
                <a:tc>
                  <a:txBody>
                    <a:bodyPr/>
                    <a:lstStyle/>
                    <a:p>
                      <a:r>
                        <a:rPr lang="en-US" sz="800" dirty="0"/>
                        <a:t>Sunny</a:t>
                      </a:r>
                    </a:p>
                  </a:txBody>
                  <a:tcPr/>
                </a:tc>
                <a:tc>
                  <a:txBody>
                    <a:bodyPr/>
                    <a:lstStyle/>
                    <a:p>
                      <a:r>
                        <a:rPr lang="en-US" sz="800" dirty="0"/>
                        <a:t>Breeze</a:t>
                      </a:r>
                    </a:p>
                  </a:txBody>
                  <a:tcPr/>
                </a:tc>
                <a:tc>
                  <a:txBody>
                    <a:bodyPr/>
                    <a:lstStyle/>
                    <a:p>
                      <a:r>
                        <a:rPr lang="en-US" sz="800" dirty="0"/>
                        <a:t>Same</a:t>
                      </a:r>
                    </a:p>
                  </a:txBody>
                  <a:tcPr/>
                </a:tc>
                <a:tc>
                  <a:txBody>
                    <a:bodyPr/>
                    <a:lstStyle/>
                    <a:p>
                      <a:r>
                        <a:rPr lang="en-US" sz="800" dirty="0"/>
                        <a:t>No</a:t>
                      </a:r>
                    </a:p>
                  </a:txBody>
                  <a:tcPr/>
                </a:tc>
                <a:extLst>
                  <a:ext uri="{0D108BD9-81ED-4DB2-BD59-A6C34878D82A}">
                    <a16:rowId xmlns:a16="http://schemas.microsoft.com/office/drawing/2014/main" val="10005"/>
                  </a:ext>
                </a:extLst>
              </a:tr>
              <a:tr h="288741">
                <a:tc>
                  <a:txBody>
                    <a:bodyPr/>
                    <a:lstStyle/>
                    <a:p>
                      <a:r>
                        <a:rPr lang="en-US" sz="800"/>
                        <a:t>Cold</a:t>
                      </a:r>
                      <a:endParaRPr lang="en-US" sz="800" dirty="0"/>
                    </a:p>
                  </a:txBody>
                  <a:tcPr/>
                </a:tc>
                <a:tc>
                  <a:txBody>
                    <a:bodyPr/>
                    <a:lstStyle/>
                    <a:p>
                      <a:r>
                        <a:rPr lang="en-US" sz="800"/>
                        <a:t>Rainy</a:t>
                      </a:r>
                      <a:endParaRPr lang="en-US" sz="800" dirty="0"/>
                    </a:p>
                  </a:txBody>
                  <a:tcPr/>
                </a:tc>
                <a:tc>
                  <a:txBody>
                    <a:bodyPr/>
                    <a:lstStyle/>
                    <a:p>
                      <a:r>
                        <a:rPr lang="en-US" sz="800"/>
                        <a:t>Strong</a:t>
                      </a:r>
                      <a:endParaRPr lang="en-US" sz="800" dirty="0"/>
                    </a:p>
                  </a:txBody>
                  <a:tcPr/>
                </a:tc>
                <a:tc>
                  <a:txBody>
                    <a:bodyPr/>
                    <a:lstStyle/>
                    <a:p>
                      <a:r>
                        <a:rPr lang="en-US" sz="800"/>
                        <a:t>Change</a:t>
                      </a:r>
                      <a:endParaRPr lang="en-US" sz="800" dirty="0"/>
                    </a:p>
                  </a:txBody>
                  <a:tcPr/>
                </a:tc>
                <a:tc>
                  <a:txBody>
                    <a:bodyPr/>
                    <a:lstStyle/>
                    <a:p>
                      <a:r>
                        <a:rPr lang="en-US" sz="800" dirty="0"/>
                        <a:t>No</a:t>
                      </a:r>
                    </a:p>
                  </a:txBody>
                  <a:tcPr/>
                </a:tc>
                <a:extLst>
                  <a:ext uri="{0D108BD9-81ED-4DB2-BD59-A6C34878D82A}">
                    <a16:rowId xmlns:a16="http://schemas.microsoft.com/office/drawing/2014/main" val="10006"/>
                  </a:ext>
                </a:extLst>
              </a:tr>
              <a:tr h="288741">
                <a:tc>
                  <a:txBody>
                    <a:bodyPr/>
                    <a:lstStyle/>
                    <a:p>
                      <a:r>
                        <a:rPr lang="en-US" sz="800">
                          <a:solidFill>
                            <a:srgbClr val="0070C0"/>
                          </a:solidFill>
                        </a:rPr>
                        <a:t>Warm</a:t>
                      </a:r>
                      <a:endParaRPr lang="en-US" sz="800" dirty="0">
                        <a:solidFill>
                          <a:srgbClr val="0070C0"/>
                        </a:solidFill>
                      </a:endParaRPr>
                    </a:p>
                  </a:txBody>
                  <a:tcPr/>
                </a:tc>
                <a:tc>
                  <a:txBody>
                    <a:bodyPr/>
                    <a:lstStyle/>
                    <a:p>
                      <a:r>
                        <a:rPr lang="en-US" sz="800" dirty="0">
                          <a:solidFill>
                            <a:srgbClr val="0070C0"/>
                          </a:solidFill>
                        </a:rPr>
                        <a:t>Sunny</a:t>
                      </a:r>
                    </a:p>
                  </a:txBody>
                  <a:tcPr/>
                </a:tc>
                <a:tc>
                  <a:txBody>
                    <a:bodyPr/>
                    <a:lstStyle/>
                    <a:p>
                      <a:r>
                        <a:rPr lang="en-US" sz="800">
                          <a:solidFill>
                            <a:srgbClr val="0070C0"/>
                          </a:solidFill>
                        </a:rPr>
                        <a:t>Strong</a:t>
                      </a:r>
                      <a:endParaRPr lang="en-US" sz="800" dirty="0">
                        <a:solidFill>
                          <a:srgbClr val="0070C0"/>
                        </a:solidFill>
                      </a:endParaRPr>
                    </a:p>
                  </a:txBody>
                  <a:tcPr/>
                </a:tc>
                <a:tc>
                  <a:txBody>
                    <a:bodyPr/>
                    <a:lstStyle/>
                    <a:p>
                      <a:r>
                        <a:rPr lang="en-US" sz="800">
                          <a:solidFill>
                            <a:srgbClr val="0070C0"/>
                          </a:solidFill>
                        </a:rPr>
                        <a:t>Change</a:t>
                      </a:r>
                      <a:endParaRPr lang="en-US" sz="800" dirty="0">
                        <a:solidFill>
                          <a:srgbClr val="0070C0"/>
                        </a:solidFill>
                      </a:endParaRPr>
                    </a:p>
                  </a:txBody>
                  <a:tcPr/>
                </a:tc>
                <a:tc>
                  <a:txBody>
                    <a:bodyPr/>
                    <a:lstStyle/>
                    <a:p>
                      <a:r>
                        <a:rPr lang="en-US" sz="800" dirty="0">
                          <a:solidFill>
                            <a:srgbClr val="0070C0"/>
                          </a:solidFill>
                        </a:rPr>
                        <a:t>Yes</a:t>
                      </a:r>
                    </a:p>
                  </a:txBody>
                  <a:tcPr/>
                </a:tc>
                <a:extLst>
                  <a:ext uri="{0D108BD9-81ED-4DB2-BD59-A6C34878D82A}">
                    <a16:rowId xmlns:a16="http://schemas.microsoft.com/office/drawing/2014/main" val="10007"/>
                  </a:ext>
                </a:extLst>
              </a:tr>
              <a:tr h="288741">
                <a:tc>
                  <a:txBody>
                    <a:bodyPr/>
                    <a:lstStyle/>
                    <a:p>
                      <a:r>
                        <a:rPr lang="en-US" sz="800" dirty="0"/>
                        <a:t>Warm</a:t>
                      </a:r>
                    </a:p>
                  </a:txBody>
                  <a:tcPr>
                    <a:solidFill>
                      <a:schemeClr val="bg2"/>
                    </a:solidFill>
                  </a:tcPr>
                </a:tc>
                <a:tc>
                  <a:txBody>
                    <a:bodyPr/>
                    <a:lstStyle/>
                    <a:p>
                      <a:r>
                        <a:rPr lang="en-US" sz="800" dirty="0"/>
                        <a:t>Rainy</a:t>
                      </a:r>
                    </a:p>
                  </a:txBody>
                  <a:tcPr>
                    <a:solidFill>
                      <a:schemeClr val="bg2"/>
                    </a:solidFill>
                  </a:tcPr>
                </a:tc>
                <a:tc>
                  <a:txBody>
                    <a:bodyPr/>
                    <a:lstStyle/>
                    <a:p>
                      <a:r>
                        <a:rPr lang="en-US" sz="800" dirty="0"/>
                        <a:t>Breeze</a:t>
                      </a:r>
                    </a:p>
                  </a:txBody>
                  <a:tcPr>
                    <a:solidFill>
                      <a:schemeClr val="bg2"/>
                    </a:solidFill>
                  </a:tcPr>
                </a:tc>
                <a:tc>
                  <a:txBody>
                    <a:bodyPr/>
                    <a:lstStyle/>
                    <a:p>
                      <a:r>
                        <a:rPr lang="en-US" sz="800" dirty="0"/>
                        <a:t>Same</a:t>
                      </a:r>
                    </a:p>
                  </a:txBody>
                  <a:tcPr>
                    <a:solidFill>
                      <a:schemeClr val="bg2"/>
                    </a:solidFill>
                  </a:tcPr>
                </a:tc>
                <a:tc>
                  <a:txBody>
                    <a:bodyPr/>
                    <a:lstStyle/>
                    <a:p>
                      <a:r>
                        <a:rPr lang="en-US" sz="800" dirty="0"/>
                        <a:t>????</a:t>
                      </a:r>
                    </a:p>
                  </a:txBody>
                  <a:tcPr>
                    <a:solidFill>
                      <a:schemeClr val="bg2"/>
                    </a:solidFill>
                  </a:tcPr>
                </a:tc>
                <a:extLst>
                  <a:ext uri="{0D108BD9-81ED-4DB2-BD59-A6C34878D82A}">
                    <a16:rowId xmlns:a16="http://schemas.microsoft.com/office/drawing/2014/main" val="10008"/>
                  </a:ext>
                </a:extLst>
              </a:tr>
            </a:tbl>
          </a:graphicData>
        </a:graphic>
      </p:graphicFrame>
      <p:graphicFrame>
        <p:nvGraphicFramePr>
          <p:cNvPr id="7" name="Table 6"/>
          <p:cNvGraphicFramePr>
            <a:graphicFrameLocks noGrp="1"/>
          </p:cNvGraphicFramePr>
          <p:nvPr/>
        </p:nvGraphicFramePr>
        <p:xfrm>
          <a:off x="4876800" y="2424953"/>
          <a:ext cx="1286522" cy="2683266"/>
        </p:xfrm>
        <a:graphic>
          <a:graphicData uri="http://schemas.openxmlformats.org/drawingml/2006/table">
            <a:tbl>
              <a:tblPr firstRow="1" bandRow="1">
                <a:tableStyleId>{69012ECD-51FC-41F1-AA8D-1B2483CD663E}</a:tableStyleId>
              </a:tblPr>
              <a:tblGrid>
                <a:gridCol w="592455">
                  <a:extLst>
                    <a:ext uri="{9D8B030D-6E8A-4147-A177-3AD203B41FA5}">
                      <a16:colId xmlns:a16="http://schemas.microsoft.com/office/drawing/2014/main" val="20000"/>
                    </a:ext>
                  </a:extLst>
                </a:gridCol>
                <a:gridCol w="694067">
                  <a:extLst>
                    <a:ext uri="{9D8B030D-6E8A-4147-A177-3AD203B41FA5}">
                      <a16:colId xmlns:a16="http://schemas.microsoft.com/office/drawing/2014/main" val="20001"/>
                    </a:ext>
                  </a:extLst>
                </a:gridCol>
              </a:tblGrid>
              <a:tr h="373338">
                <a:tc>
                  <a:txBody>
                    <a:bodyPr/>
                    <a:lstStyle/>
                    <a:p>
                      <a:r>
                        <a:rPr lang="en-US" sz="800" dirty="0"/>
                        <a:t>Humidity</a:t>
                      </a:r>
                      <a:endParaRPr lang="en-US" sz="800" b="1" dirty="0"/>
                    </a:p>
                  </a:txBody>
                  <a:tcPr/>
                </a:tc>
                <a:tc>
                  <a:txBody>
                    <a:bodyPr/>
                    <a:lstStyle/>
                    <a:p>
                      <a:r>
                        <a:rPr lang="en-US" sz="800" dirty="0"/>
                        <a:t>Enjoy</a:t>
                      </a:r>
                    </a:p>
                    <a:p>
                      <a:r>
                        <a:rPr lang="en-US" sz="800" dirty="0"/>
                        <a:t>Sport?</a:t>
                      </a:r>
                      <a:endParaRPr lang="en-US" sz="800" b="1" i="1" dirty="0"/>
                    </a:p>
                  </a:txBody>
                  <a:tcPr/>
                </a:tc>
                <a:extLst>
                  <a:ext uri="{0D108BD9-81ED-4DB2-BD59-A6C34878D82A}">
                    <a16:rowId xmlns:a16="http://schemas.microsoft.com/office/drawing/2014/main" val="10000"/>
                  </a:ext>
                </a:extLst>
              </a:tr>
              <a:tr h="288741">
                <a:tc>
                  <a:txBody>
                    <a:bodyPr/>
                    <a:lstStyle/>
                    <a:p>
                      <a:r>
                        <a:rPr lang="en-US" sz="800" dirty="0">
                          <a:solidFill>
                            <a:srgbClr val="0070C0"/>
                          </a:solidFill>
                        </a:rPr>
                        <a:t>85</a:t>
                      </a:r>
                    </a:p>
                  </a:txBody>
                  <a:tcPr/>
                </a:tc>
                <a:tc>
                  <a:txBody>
                    <a:bodyPr/>
                    <a:lstStyle/>
                    <a:p>
                      <a:r>
                        <a:rPr lang="en-US" sz="800" dirty="0">
                          <a:solidFill>
                            <a:srgbClr val="0070C0"/>
                          </a:solidFill>
                        </a:rPr>
                        <a:t>Yes</a:t>
                      </a:r>
                    </a:p>
                  </a:txBody>
                  <a:tcPr/>
                </a:tc>
                <a:extLst>
                  <a:ext uri="{0D108BD9-81ED-4DB2-BD59-A6C34878D82A}">
                    <a16:rowId xmlns:a16="http://schemas.microsoft.com/office/drawing/2014/main" val="10001"/>
                  </a:ext>
                </a:extLst>
              </a:tr>
              <a:tr h="288741">
                <a:tc>
                  <a:txBody>
                    <a:bodyPr/>
                    <a:lstStyle/>
                    <a:p>
                      <a:r>
                        <a:rPr lang="en-US" sz="800" dirty="0"/>
                        <a:t>80</a:t>
                      </a:r>
                    </a:p>
                  </a:txBody>
                  <a:tcPr/>
                </a:tc>
                <a:tc>
                  <a:txBody>
                    <a:bodyPr/>
                    <a:lstStyle/>
                    <a:p>
                      <a:r>
                        <a:rPr lang="en-US" sz="800" dirty="0"/>
                        <a:t>No</a:t>
                      </a:r>
                    </a:p>
                  </a:txBody>
                  <a:tcPr/>
                </a:tc>
                <a:extLst>
                  <a:ext uri="{0D108BD9-81ED-4DB2-BD59-A6C34878D82A}">
                    <a16:rowId xmlns:a16="http://schemas.microsoft.com/office/drawing/2014/main" val="10002"/>
                  </a:ext>
                </a:extLst>
              </a:tr>
              <a:tr h="288741">
                <a:tc>
                  <a:txBody>
                    <a:bodyPr/>
                    <a:lstStyle/>
                    <a:p>
                      <a:r>
                        <a:rPr lang="en-US" sz="800" dirty="0"/>
                        <a:t>70</a:t>
                      </a:r>
                    </a:p>
                  </a:txBody>
                  <a:tcPr/>
                </a:tc>
                <a:tc>
                  <a:txBody>
                    <a:bodyPr/>
                    <a:lstStyle/>
                    <a:p>
                      <a:r>
                        <a:rPr lang="en-US" sz="800" dirty="0"/>
                        <a:t>No</a:t>
                      </a:r>
                    </a:p>
                  </a:txBody>
                  <a:tcPr/>
                </a:tc>
                <a:extLst>
                  <a:ext uri="{0D108BD9-81ED-4DB2-BD59-A6C34878D82A}">
                    <a16:rowId xmlns:a16="http://schemas.microsoft.com/office/drawing/2014/main" val="10003"/>
                  </a:ext>
                </a:extLst>
              </a:tr>
              <a:tr h="288741">
                <a:tc>
                  <a:txBody>
                    <a:bodyPr/>
                    <a:lstStyle/>
                    <a:p>
                      <a:r>
                        <a:rPr lang="en-US" sz="800" dirty="0">
                          <a:solidFill>
                            <a:srgbClr val="0070C0"/>
                          </a:solidFill>
                        </a:rPr>
                        <a:t>83</a:t>
                      </a:r>
                    </a:p>
                  </a:txBody>
                  <a:tcPr/>
                </a:tc>
                <a:tc>
                  <a:txBody>
                    <a:bodyPr/>
                    <a:lstStyle/>
                    <a:p>
                      <a:r>
                        <a:rPr lang="en-US" sz="800" dirty="0">
                          <a:solidFill>
                            <a:srgbClr val="0070C0"/>
                          </a:solidFill>
                        </a:rPr>
                        <a:t>Yes</a:t>
                      </a:r>
                    </a:p>
                  </a:txBody>
                  <a:tcPr/>
                </a:tc>
                <a:extLst>
                  <a:ext uri="{0D108BD9-81ED-4DB2-BD59-A6C34878D82A}">
                    <a16:rowId xmlns:a16="http://schemas.microsoft.com/office/drawing/2014/main" val="10004"/>
                  </a:ext>
                </a:extLst>
              </a:tr>
              <a:tr h="288741">
                <a:tc>
                  <a:txBody>
                    <a:bodyPr/>
                    <a:lstStyle/>
                    <a:p>
                      <a:r>
                        <a:rPr lang="en-US" sz="800" dirty="0"/>
                        <a:t>90</a:t>
                      </a:r>
                    </a:p>
                  </a:txBody>
                  <a:tcPr/>
                </a:tc>
                <a:tc>
                  <a:txBody>
                    <a:bodyPr/>
                    <a:lstStyle/>
                    <a:p>
                      <a:r>
                        <a:rPr lang="en-US" sz="800" dirty="0"/>
                        <a:t>No</a:t>
                      </a:r>
                    </a:p>
                  </a:txBody>
                  <a:tcPr/>
                </a:tc>
                <a:extLst>
                  <a:ext uri="{0D108BD9-81ED-4DB2-BD59-A6C34878D82A}">
                    <a16:rowId xmlns:a16="http://schemas.microsoft.com/office/drawing/2014/main" val="10005"/>
                  </a:ext>
                </a:extLst>
              </a:tr>
              <a:tr h="288741">
                <a:tc>
                  <a:txBody>
                    <a:bodyPr/>
                    <a:lstStyle/>
                    <a:p>
                      <a:r>
                        <a:rPr lang="en-US" sz="800" dirty="0"/>
                        <a:t>50</a:t>
                      </a:r>
                    </a:p>
                  </a:txBody>
                  <a:tcPr/>
                </a:tc>
                <a:tc>
                  <a:txBody>
                    <a:bodyPr/>
                    <a:lstStyle/>
                    <a:p>
                      <a:r>
                        <a:rPr lang="en-US" sz="800" dirty="0"/>
                        <a:t>No</a:t>
                      </a:r>
                    </a:p>
                  </a:txBody>
                  <a:tcPr/>
                </a:tc>
                <a:extLst>
                  <a:ext uri="{0D108BD9-81ED-4DB2-BD59-A6C34878D82A}">
                    <a16:rowId xmlns:a16="http://schemas.microsoft.com/office/drawing/2014/main" val="10006"/>
                  </a:ext>
                </a:extLst>
              </a:tr>
              <a:tr h="288741">
                <a:tc>
                  <a:txBody>
                    <a:bodyPr/>
                    <a:lstStyle/>
                    <a:p>
                      <a:r>
                        <a:rPr lang="en-US" sz="800" dirty="0">
                          <a:solidFill>
                            <a:srgbClr val="0070C0"/>
                          </a:solidFill>
                        </a:rPr>
                        <a:t>85</a:t>
                      </a:r>
                    </a:p>
                  </a:txBody>
                  <a:tcPr/>
                </a:tc>
                <a:tc>
                  <a:txBody>
                    <a:bodyPr/>
                    <a:lstStyle/>
                    <a:p>
                      <a:r>
                        <a:rPr lang="en-US" sz="800" dirty="0">
                          <a:solidFill>
                            <a:srgbClr val="0070C0"/>
                          </a:solidFill>
                        </a:rPr>
                        <a:t>Yes</a:t>
                      </a:r>
                    </a:p>
                  </a:txBody>
                  <a:tcPr/>
                </a:tc>
                <a:extLst>
                  <a:ext uri="{0D108BD9-81ED-4DB2-BD59-A6C34878D82A}">
                    <a16:rowId xmlns:a16="http://schemas.microsoft.com/office/drawing/2014/main" val="10007"/>
                  </a:ext>
                </a:extLst>
              </a:tr>
              <a:tr h="288741">
                <a:tc>
                  <a:txBody>
                    <a:bodyPr/>
                    <a:lstStyle/>
                    <a:p>
                      <a:r>
                        <a:rPr lang="en-US" sz="800" dirty="0"/>
                        <a:t>60</a:t>
                      </a:r>
                    </a:p>
                  </a:txBody>
                  <a:tcPr>
                    <a:solidFill>
                      <a:schemeClr val="bg2"/>
                    </a:solidFill>
                  </a:tcPr>
                </a:tc>
                <a:tc>
                  <a:txBody>
                    <a:bodyPr/>
                    <a:lstStyle/>
                    <a:p>
                      <a:r>
                        <a:rPr lang="en-US" sz="800" dirty="0"/>
                        <a:t>????</a:t>
                      </a:r>
                    </a:p>
                  </a:txBody>
                  <a:tcPr>
                    <a:solidFill>
                      <a:schemeClr val="bg2"/>
                    </a:solidFill>
                  </a:tcPr>
                </a:tc>
                <a:extLst>
                  <a:ext uri="{0D108BD9-81ED-4DB2-BD59-A6C34878D82A}">
                    <a16:rowId xmlns:a16="http://schemas.microsoft.com/office/drawing/2014/main" val="10008"/>
                  </a:ext>
                </a:extLst>
              </a:tr>
            </a:tbl>
          </a:graphicData>
        </a:graphic>
      </p:graphicFrame>
      <p:sp>
        <p:nvSpPr>
          <p:cNvPr id="8" name="Content Placeholder 2"/>
          <p:cNvSpPr>
            <a:spLocks noGrp="1"/>
          </p:cNvSpPr>
          <p:nvPr>
            <p:ph sz="quarter" idx="10"/>
          </p:nvPr>
        </p:nvSpPr>
        <p:spPr>
          <a:xfrm>
            <a:off x="304800" y="589597"/>
            <a:ext cx="6324600" cy="609600"/>
          </a:xfrm>
        </p:spPr>
        <p:txBody>
          <a:bodyPr>
            <a:normAutofit/>
          </a:bodyPr>
          <a:lstStyle/>
          <a:p>
            <a:r>
              <a:rPr lang="en-US" altLang="en-US" sz="2000" dirty="0"/>
              <a:t>Example: Play Tennis</a:t>
            </a:r>
            <a:endParaRPr lang="en-IN" sz="2000" dirty="0"/>
          </a:p>
        </p:txBody>
      </p:sp>
      <mc:AlternateContent xmlns:mc="http://schemas.openxmlformats.org/markup-compatibility/2006" xmlns:a14="http://schemas.microsoft.com/office/drawing/2010/main">
        <mc:Choice Requires="a14">
          <p:sp>
            <p:nvSpPr>
              <p:cNvPr id="3" name="Rectangle 2"/>
              <p:cNvSpPr/>
              <p:nvPr/>
            </p:nvSpPr>
            <p:spPr>
              <a:xfrm>
                <a:off x="26937" y="3105251"/>
                <a:ext cx="4778231" cy="598112"/>
              </a:xfrm>
              <a:prstGeom prst="rect">
                <a:avLst/>
              </a:prstGeom>
            </p:spPr>
            <p:txBody>
              <a:bodyPr wrap="square">
                <a:spAutoFit/>
              </a:bodyPr>
              <a:lstStyle/>
              <a:p>
                <a:pPr marL="457200" marR="0" lvl="1" indent="0" algn="l" defTabSz="914400" rtl="0" eaLnBrk="1" fontAlgn="base" latinLnBrk="0" hangingPunct="1">
                  <a:lnSpc>
                    <a:spcPct val="100000"/>
                  </a:lnSpc>
                  <a:spcBef>
                    <a:spcPct val="0"/>
                  </a:spcBef>
                  <a:spcAft>
                    <a:spcPct val="0"/>
                  </a:spcAft>
                  <a:buClrTx/>
                  <a:buSzTx/>
                  <a:buFontTx/>
                  <a:buNone/>
                  <a:tabLst/>
                  <a:defRPr/>
                </a:pPr>
                <a14:m>
                  <m:oMath xmlns:m="http://schemas.openxmlformats.org/officeDocument/2006/math">
                    <m:sSub>
                      <m:sSubPr>
                        <m:ctrlPr>
                          <a:rPr kumimoji="0" lang="en-US" sz="16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ctrlPr>
                      </m:sSubPr>
                      <m:e>
                        <m:r>
                          <m:rPr>
                            <m:sty m:val="p"/>
                          </m:rPr>
                          <a:rPr kumimoji="0" lang="en-US" sz="1600" b="0" i="0" u="none" strike="noStrike" kern="1200" cap="none" spc="0" normalizeH="0" baseline="0" noProof="0">
                            <a:ln>
                              <a:noFill/>
                            </a:ln>
                            <a:solidFill>
                              <a:srgbClr val="0070C0"/>
                            </a:solidFill>
                            <a:effectLst/>
                            <a:uLnTx/>
                            <a:uFillTx/>
                            <a:latin typeface="Cambria Math" panose="02040503050406030204" pitchFamily="18" charset="0"/>
                            <a:ea typeface="+mn-ea"/>
                            <a:cs typeface="+mn-cs"/>
                          </a:rPr>
                          <m:t>μ</m:t>
                        </m:r>
                      </m:e>
                      <m:sub>
                        <m:r>
                          <m:rPr>
                            <m:sty m:val="p"/>
                          </m:rPr>
                          <a:rPr kumimoji="0" lang="en-US" sz="1600" b="0" i="0" u="none" strike="noStrike" kern="1200" cap="none" spc="0" normalizeH="0" baseline="0" noProof="0">
                            <a:ln>
                              <a:noFill/>
                            </a:ln>
                            <a:solidFill>
                              <a:srgbClr val="0070C0"/>
                            </a:solidFill>
                            <a:effectLst/>
                            <a:uLnTx/>
                            <a:uFillTx/>
                            <a:latin typeface="Cambria Math" panose="02040503050406030204" pitchFamily="18" charset="0"/>
                            <a:ea typeface="+mn-ea"/>
                            <a:cs typeface="+mn-cs"/>
                          </a:rPr>
                          <m:t>i</m:t>
                        </m:r>
                      </m:sub>
                    </m:sSub>
                    <m:r>
                      <a:rPr kumimoji="0" lang="en-US" sz="1600" b="0" i="0" u="none" strike="noStrike" kern="1200" cap="none" spc="0" normalizeH="0" baseline="0" noProof="0">
                        <a:ln>
                          <a:noFill/>
                        </a:ln>
                        <a:solidFill>
                          <a:srgbClr val="0070C0"/>
                        </a:solidFill>
                        <a:effectLst/>
                        <a:uLnTx/>
                        <a:uFillTx/>
                        <a:latin typeface="Cambria Math" panose="02040503050406030204" pitchFamily="18" charset="0"/>
                        <a:ea typeface="+mn-ea"/>
                        <a:cs typeface="+mn-cs"/>
                      </a:rPr>
                      <m:t>=</m:t>
                    </m:r>
                    <m:r>
                      <m:rPr>
                        <m:sty m:val="p"/>
                      </m:rPr>
                      <a:rPr kumimoji="0" lang="en-US" sz="1600" b="0" i="0" u="none" strike="noStrike" kern="1200" cap="none" spc="0" normalizeH="0" baseline="0" noProof="0">
                        <a:ln>
                          <a:noFill/>
                        </a:ln>
                        <a:solidFill>
                          <a:srgbClr val="0070C0"/>
                        </a:solidFill>
                        <a:effectLst/>
                        <a:uLnTx/>
                        <a:uFillTx/>
                        <a:latin typeface="Cambria Math" panose="02040503050406030204" pitchFamily="18" charset="0"/>
                        <a:ea typeface="+mn-ea"/>
                        <a:cs typeface="+mn-cs"/>
                      </a:rPr>
                      <m:t>E</m:t>
                    </m:r>
                    <m:d>
                      <m:dPr>
                        <m:begChr m:val="["/>
                        <m:endChr m:val="]"/>
                        <m:ctrlPr>
                          <a:rPr kumimoji="0" lang="en-US" sz="16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m:ctrlPr>
                      </m:dPr>
                      <m:e>
                        <m:sSub>
                          <m:sSubPr>
                            <m:ctrlPr>
                              <a:rPr kumimoji="0" lang="en-US" sz="16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m:ctrlPr>
                          </m:sSubPr>
                          <m:e>
                            <m:r>
                              <m:rPr>
                                <m:sty m:val="p"/>
                              </m:rPr>
                              <a:rPr kumimoji="0" lang="en-US" sz="1600" b="0" i="0" u="none" strike="noStrike" kern="1200" cap="none" spc="0" normalizeH="0" baseline="0" noProof="0">
                                <a:ln>
                                  <a:noFill/>
                                </a:ln>
                                <a:solidFill>
                                  <a:srgbClr val="0070C0"/>
                                </a:solidFill>
                                <a:effectLst/>
                                <a:uLnTx/>
                                <a:uFillTx/>
                                <a:latin typeface="Cambria Math" panose="02040503050406030204" pitchFamily="18" charset="0"/>
                                <a:ea typeface="+mn-ea"/>
                                <a:cs typeface="+mn-cs"/>
                              </a:rPr>
                              <m:t>X</m:t>
                            </m:r>
                          </m:e>
                          <m:sub>
                            <m:r>
                              <m:rPr>
                                <m:sty m:val="p"/>
                              </m:rPr>
                              <a:rPr kumimoji="0" lang="en-US" sz="1600" b="0" i="0" u="none" strike="noStrike" kern="1200" cap="none" spc="0" normalizeH="0" baseline="0" noProof="0">
                                <a:ln>
                                  <a:noFill/>
                                </a:ln>
                                <a:solidFill>
                                  <a:srgbClr val="0070C0"/>
                                </a:solidFill>
                                <a:effectLst/>
                                <a:uLnTx/>
                                <a:uFillTx/>
                                <a:latin typeface="Cambria Math" panose="02040503050406030204" pitchFamily="18" charset="0"/>
                                <a:ea typeface="+mn-ea"/>
                                <a:cs typeface="+mn-cs"/>
                              </a:rPr>
                              <m:t>i</m:t>
                            </m:r>
                          </m:sub>
                        </m:sSub>
                      </m:e>
                      <m:e>
                        <m:r>
                          <m:rPr>
                            <m:sty m:val="p"/>
                          </m:rPr>
                          <a:rPr kumimoji="0" lang="en-US" sz="1600" b="0" i="0" u="none" strike="noStrike" kern="1200" cap="none" spc="0" normalizeH="0" baseline="0" noProof="0">
                            <a:ln>
                              <a:noFill/>
                            </a:ln>
                            <a:solidFill>
                              <a:srgbClr val="0070C0"/>
                            </a:solidFill>
                            <a:effectLst/>
                            <a:uLnTx/>
                            <a:uFillTx/>
                            <a:latin typeface="Cambria Math" panose="02040503050406030204" pitchFamily="18" charset="0"/>
                            <a:ea typeface="+mn-ea"/>
                            <a:cs typeface="+mn-cs"/>
                          </a:rPr>
                          <m:t>Y</m:t>
                        </m:r>
                        <m:r>
                          <a:rPr kumimoji="0" lang="en-US" sz="1600" b="0" i="0" u="none" strike="noStrike" kern="1200" cap="none" spc="0" normalizeH="0" baseline="0" noProof="0">
                            <a:ln>
                              <a:noFill/>
                            </a:ln>
                            <a:solidFill>
                              <a:srgbClr val="0070C0"/>
                            </a:solidFill>
                            <a:effectLst/>
                            <a:uLnTx/>
                            <a:uFillTx/>
                            <a:latin typeface="Cambria Math" panose="02040503050406030204" pitchFamily="18" charset="0"/>
                            <a:ea typeface="+mn-ea"/>
                            <a:cs typeface="+mn-cs"/>
                          </a:rPr>
                          <m:t>=</m:t>
                        </m:r>
                        <m:r>
                          <m:rPr>
                            <m:sty m:val="p"/>
                          </m:rPr>
                          <a:rPr kumimoji="0" lang="en-US" sz="1600" b="0" i="0" u="none" strike="noStrike" kern="1200" cap="none" spc="0" normalizeH="0" baseline="0" noProof="0">
                            <a:ln>
                              <a:noFill/>
                            </a:ln>
                            <a:solidFill>
                              <a:srgbClr val="0070C0"/>
                            </a:solidFill>
                            <a:effectLst/>
                            <a:uLnTx/>
                            <a:uFillTx/>
                            <a:latin typeface="Cambria Math" panose="02040503050406030204" pitchFamily="18" charset="0"/>
                            <a:ea typeface="+mn-ea"/>
                            <a:cs typeface="+mn-cs"/>
                          </a:rPr>
                          <m:t>yes</m:t>
                        </m:r>
                      </m:e>
                    </m:d>
                  </m:oMath>
                </a14:m>
                <a:r>
                  <a:rPr kumimoji="0" lang="en-US" sz="1600" b="0" i="0" u="none" strike="noStrike" kern="1200" cap="none" spc="0" normalizeH="0" baseline="0" noProof="0" dirty="0">
                    <a:ln>
                      <a:noFill/>
                    </a:ln>
                    <a:solidFill>
                      <a:srgbClr val="0070C0"/>
                    </a:solidFill>
                    <a:effectLst/>
                    <a:uLnTx/>
                    <a:uFillTx/>
                    <a:latin typeface="Arial" panose="020B0604020202020204" pitchFamily="34" charset="0"/>
                    <a:ea typeface="+mn-ea"/>
                    <a:cs typeface="Arial" panose="020B0604020202020204" pitchFamily="34" charset="0"/>
                  </a:rPr>
                  <a:t> = 84.33</a:t>
                </a:r>
              </a:p>
              <a:p>
                <a:pPr marL="457200" marR="0" lvl="1" indent="0" algn="l" defTabSz="914400" rtl="0" eaLnBrk="1" fontAlgn="base" latinLnBrk="0" hangingPunct="1">
                  <a:lnSpc>
                    <a:spcPct val="100000"/>
                  </a:lnSpc>
                  <a:spcBef>
                    <a:spcPct val="0"/>
                  </a:spcBef>
                  <a:spcAft>
                    <a:spcPct val="0"/>
                  </a:spcAft>
                  <a:buClrTx/>
                  <a:buSzTx/>
                  <a:buFontTx/>
                  <a:buNone/>
                  <a:tabLst/>
                  <a:defRPr/>
                </a:pPr>
                <a14:m>
                  <m:oMath xmlns:m="http://schemas.openxmlformats.org/officeDocument/2006/math">
                    <m:sSubSup>
                      <m:sSubSupPr>
                        <m:ctrlPr>
                          <a:rPr kumimoji="0" lang="en-US" sz="16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m:ctrlPr>
                      </m:sSubSupPr>
                      <m:e>
                        <m:r>
                          <m:rPr>
                            <m:sty m:val="p"/>
                          </m:rPr>
                          <a:rPr kumimoji="0" lang="en-US" sz="1600" b="0" i="0" u="none" strike="noStrike" kern="1200" cap="none" spc="0" normalizeH="0" baseline="0" noProof="0">
                            <a:ln>
                              <a:noFill/>
                            </a:ln>
                            <a:solidFill>
                              <a:srgbClr val="0070C0"/>
                            </a:solidFill>
                            <a:effectLst/>
                            <a:uLnTx/>
                            <a:uFillTx/>
                            <a:latin typeface="Cambria Math" panose="02040503050406030204" pitchFamily="18" charset="0"/>
                            <a:ea typeface="+mn-ea"/>
                            <a:cs typeface="+mn-cs"/>
                          </a:rPr>
                          <m:t>σ</m:t>
                        </m:r>
                      </m:e>
                      <m:sub>
                        <m:r>
                          <m:rPr>
                            <m:sty m:val="p"/>
                          </m:rPr>
                          <a:rPr kumimoji="0" lang="en-US" sz="1600" b="0" i="0" u="none" strike="noStrike" kern="1200" cap="none" spc="0" normalizeH="0" baseline="0" noProof="0">
                            <a:ln>
                              <a:noFill/>
                            </a:ln>
                            <a:solidFill>
                              <a:srgbClr val="0070C0"/>
                            </a:solidFill>
                            <a:effectLst/>
                            <a:uLnTx/>
                            <a:uFillTx/>
                            <a:latin typeface="Cambria Math" panose="02040503050406030204" pitchFamily="18" charset="0"/>
                            <a:ea typeface="+mn-ea"/>
                            <a:cs typeface="+mn-cs"/>
                          </a:rPr>
                          <m:t>i</m:t>
                        </m:r>
                      </m:sub>
                      <m:sup>
                        <m:r>
                          <a:rPr kumimoji="0" lang="en-US" sz="1600" b="0" i="0" u="none" strike="noStrike" kern="1200" cap="none" spc="0" normalizeH="0" baseline="0" noProof="0">
                            <a:ln>
                              <a:noFill/>
                            </a:ln>
                            <a:solidFill>
                              <a:srgbClr val="0070C0"/>
                            </a:solidFill>
                            <a:effectLst/>
                            <a:uLnTx/>
                            <a:uFillTx/>
                            <a:latin typeface="Cambria Math" panose="02040503050406030204" pitchFamily="18" charset="0"/>
                            <a:ea typeface="+mn-ea"/>
                            <a:cs typeface="+mn-cs"/>
                          </a:rPr>
                          <m:t>2</m:t>
                        </m:r>
                      </m:sup>
                    </m:sSubSup>
                    <m:r>
                      <a:rPr kumimoji="0" lang="en-US" sz="1600" b="0" i="0" u="none" strike="noStrike" kern="1200" cap="none" spc="0" normalizeH="0" baseline="0" noProof="0">
                        <a:ln>
                          <a:noFill/>
                        </a:ln>
                        <a:solidFill>
                          <a:srgbClr val="0070C0"/>
                        </a:solidFill>
                        <a:effectLst/>
                        <a:uLnTx/>
                        <a:uFillTx/>
                        <a:latin typeface="Cambria Math" panose="02040503050406030204" pitchFamily="18" charset="0"/>
                        <a:ea typeface="+mn-ea"/>
                        <a:cs typeface="+mn-cs"/>
                      </a:rPr>
                      <m:t>=</m:t>
                    </m:r>
                    <m:r>
                      <m:rPr>
                        <m:sty m:val="p"/>
                      </m:rPr>
                      <a:rPr kumimoji="0" lang="en-US" sz="1600" b="0" i="0" u="none" strike="noStrike" kern="1200" cap="none" spc="0" normalizeH="0" baseline="0" noProof="0">
                        <a:ln>
                          <a:noFill/>
                        </a:ln>
                        <a:solidFill>
                          <a:srgbClr val="0070C0"/>
                        </a:solidFill>
                        <a:effectLst/>
                        <a:uLnTx/>
                        <a:uFillTx/>
                        <a:latin typeface="Cambria Math" panose="02040503050406030204" pitchFamily="18" charset="0"/>
                        <a:ea typeface="+mn-ea"/>
                        <a:cs typeface="+mn-cs"/>
                      </a:rPr>
                      <m:t>E</m:t>
                    </m:r>
                    <m:d>
                      <m:dPr>
                        <m:begChr m:val="["/>
                        <m:endChr m:val="]"/>
                        <m:ctrlPr>
                          <a:rPr kumimoji="0" lang="en-US" sz="16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m:ctrlPr>
                      </m:dPr>
                      <m:e>
                        <m:sSup>
                          <m:sSupPr>
                            <m:ctrlPr>
                              <a:rPr kumimoji="0" lang="en-US" sz="16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m:ctrlPr>
                          </m:sSupPr>
                          <m:e>
                            <m:d>
                              <m:dPr>
                                <m:ctrlPr>
                                  <a:rPr kumimoji="0" lang="en-US" sz="16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m:ctrlPr>
                              </m:dPr>
                              <m:e>
                                <m:sSub>
                                  <m:sSubPr>
                                    <m:ctrlPr>
                                      <a:rPr kumimoji="0" lang="en-US" sz="16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m:ctrlPr>
                                  </m:sSubPr>
                                  <m:e>
                                    <m:r>
                                      <m:rPr>
                                        <m:sty m:val="p"/>
                                      </m:rPr>
                                      <a:rPr kumimoji="0" lang="en-US" sz="1600" b="0" i="0" u="none" strike="noStrike" kern="1200" cap="none" spc="0" normalizeH="0" baseline="0" noProof="0">
                                        <a:ln>
                                          <a:noFill/>
                                        </a:ln>
                                        <a:solidFill>
                                          <a:srgbClr val="0070C0"/>
                                        </a:solidFill>
                                        <a:effectLst/>
                                        <a:uLnTx/>
                                        <a:uFillTx/>
                                        <a:latin typeface="Cambria Math" panose="02040503050406030204" pitchFamily="18" charset="0"/>
                                        <a:ea typeface="+mn-ea"/>
                                        <a:cs typeface="+mn-cs"/>
                                      </a:rPr>
                                      <m:t>X</m:t>
                                    </m:r>
                                  </m:e>
                                  <m:sub>
                                    <m:r>
                                      <m:rPr>
                                        <m:sty m:val="p"/>
                                      </m:rPr>
                                      <a:rPr kumimoji="0" lang="en-US" sz="1600" b="0" i="0" u="none" strike="noStrike" kern="1200" cap="none" spc="0" normalizeH="0" baseline="0" noProof="0">
                                        <a:ln>
                                          <a:noFill/>
                                        </a:ln>
                                        <a:solidFill>
                                          <a:srgbClr val="0070C0"/>
                                        </a:solidFill>
                                        <a:effectLst/>
                                        <a:uLnTx/>
                                        <a:uFillTx/>
                                        <a:latin typeface="Cambria Math" panose="02040503050406030204" pitchFamily="18" charset="0"/>
                                        <a:ea typeface="+mn-ea"/>
                                        <a:cs typeface="+mn-cs"/>
                                      </a:rPr>
                                      <m:t>i</m:t>
                                    </m:r>
                                  </m:sub>
                                </m:sSub>
                                <m:r>
                                  <a:rPr kumimoji="0" lang="en-US" sz="1600" b="0" i="0" u="none" strike="noStrike" kern="1200" cap="none" spc="0" normalizeH="0" baseline="0" noProof="0">
                                    <a:ln>
                                      <a:noFill/>
                                    </a:ln>
                                    <a:solidFill>
                                      <a:srgbClr val="0070C0"/>
                                    </a:solidFill>
                                    <a:effectLst/>
                                    <a:uLnTx/>
                                    <a:uFillTx/>
                                    <a:latin typeface="Cambria Math" panose="02040503050406030204" pitchFamily="18" charset="0"/>
                                    <a:ea typeface="+mn-ea"/>
                                    <a:cs typeface="+mn-cs"/>
                                  </a:rPr>
                                  <m:t>−</m:t>
                                </m:r>
                                <m:sSub>
                                  <m:sSubPr>
                                    <m:ctrlPr>
                                      <a:rPr kumimoji="0" lang="en-US" sz="16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m:ctrlPr>
                                  </m:sSubPr>
                                  <m:e>
                                    <m:r>
                                      <m:rPr>
                                        <m:sty m:val="p"/>
                                      </m:rPr>
                                      <a:rPr kumimoji="0" lang="en-US" sz="1600" b="0" i="0" u="none" strike="noStrike" kern="1200" cap="none" spc="0" normalizeH="0" baseline="0" noProof="0">
                                        <a:ln>
                                          <a:noFill/>
                                        </a:ln>
                                        <a:solidFill>
                                          <a:srgbClr val="0070C0"/>
                                        </a:solidFill>
                                        <a:effectLst/>
                                        <a:uLnTx/>
                                        <a:uFillTx/>
                                        <a:latin typeface="Cambria Math" panose="02040503050406030204" pitchFamily="18" charset="0"/>
                                        <a:ea typeface="+mn-ea"/>
                                        <a:cs typeface="+mn-cs"/>
                                      </a:rPr>
                                      <m:t>μ</m:t>
                                    </m:r>
                                  </m:e>
                                  <m:sub>
                                    <m:r>
                                      <m:rPr>
                                        <m:sty m:val="p"/>
                                      </m:rPr>
                                      <a:rPr kumimoji="0" lang="en-US" sz="1600" b="0" i="0" u="none" strike="noStrike" kern="1200" cap="none" spc="0" normalizeH="0" baseline="0" noProof="0">
                                        <a:ln>
                                          <a:noFill/>
                                        </a:ln>
                                        <a:solidFill>
                                          <a:srgbClr val="0070C0"/>
                                        </a:solidFill>
                                        <a:effectLst/>
                                        <a:uLnTx/>
                                        <a:uFillTx/>
                                        <a:latin typeface="Cambria Math" panose="02040503050406030204" pitchFamily="18" charset="0"/>
                                        <a:ea typeface="+mn-ea"/>
                                        <a:cs typeface="+mn-cs"/>
                                      </a:rPr>
                                      <m:t>i</m:t>
                                    </m:r>
                                  </m:sub>
                                </m:sSub>
                              </m:e>
                            </m:d>
                          </m:e>
                          <m:sup>
                            <m:r>
                              <a:rPr kumimoji="0" lang="en-US" sz="1600" b="0" i="0" u="none" strike="noStrike" kern="1200" cap="none" spc="0" normalizeH="0" baseline="0" noProof="0">
                                <a:ln>
                                  <a:noFill/>
                                </a:ln>
                                <a:solidFill>
                                  <a:srgbClr val="0070C0"/>
                                </a:solidFill>
                                <a:effectLst/>
                                <a:uLnTx/>
                                <a:uFillTx/>
                                <a:latin typeface="Cambria Math" panose="02040503050406030204" pitchFamily="18" charset="0"/>
                                <a:ea typeface="+mn-ea"/>
                                <a:cs typeface="+mn-cs"/>
                              </a:rPr>
                              <m:t>2</m:t>
                            </m:r>
                          </m:sup>
                        </m:sSup>
                      </m:e>
                      <m:e>
                        <m:r>
                          <m:rPr>
                            <m:sty m:val="p"/>
                          </m:rPr>
                          <a:rPr kumimoji="0" lang="en-US" sz="1600" b="0" i="0" u="none" strike="noStrike" kern="1200" cap="none" spc="0" normalizeH="0" baseline="0" noProof="0">
                            <a:ln>
                              <a:noFill/>
                            </a:ln>
                            <a:solidFill>
                              <a:srgbClr val="0070C0"/>
                            </a:solidFill>
                            <a:effectLst/>
                            <a:uLnTx/>
                            <a:uFillTx/>
                            <a:latin typeface="Cambria Math" panose="02040503050406030204" pitchFamily="18" charset="0"/>
                            <a:ea typeface="+mn-ea"/>
                            <a:cs typeface="+mn-cs"/>
                          </a:rPr>
                          <m:t>Y</m:t>
                        </m:r>
                        <m:r>
                          <a:rPr kumimoji="0" lang="en-US" sz="1600" b="0" i="0" u="none" strike="noStrike" kern="1200" cap="none" spc="0" normalizeH="0" baseline="0" noProof="0">
                            <a:ln>
                              <a:noFill/>
                            </a:ln>
                            <a:solidFill>
                              <a:srgbClr val="0070C0"/>
                            </a:solidFill>
                            <a:effectLst/>
                            <a:uLnTx/>
                            <a:uFillTx/>
                            <a:latin typeface="Cambria Math" panose="02040503050406030204" pitchFamily="18" charset="0"/>
                            <a:ea typeface="+mn-ea"/>
                            <a:cs typeface="+mn-cs"/>
                          </a:rPr>
                          <m:t>=</m:t>
                        </m:r>
                        <m:r>
                          <m:rPr>
                            <m:sty m:val="p"/>
                          </m:rPr>
                          <a:rPr kumimoji="0" lang="en-US" sz="1600" b="0" i="0" u="none" strike="noStrike" kern="1200" cap="none" spc="0" normalizeH="0" baseline="0" noProof="0">
                            <a:ln>
                              <a:noFill/>
                            </a:ln>
                            <a:solidFill>
                              <a:srgbClr val="0070C0"/>
                            </a:solidFill>
                            <a:effectLst/>
                            <a:uLnTx/>
                            <a:uFillTx/>
                            <a:latin typeface="Cambria Math" panose="02040503050406030204" pitchFamily="18" charset="0"/>
                            <a:ea typeface="+mn-ea"/>
                            <a:cs typeface="+mn-cs"/>
                          </a:rPr>
                          <m:t>yes</m:t>
                        </m:r>
                      </m:e>
                    </m:d>
                  </m:oMath>
                </a14:m>
                <a:r>
                  <a:rPr kumimoji="0" lang="en-US" sz="1600" b="0" i="0" u="none" strike="noStrike" kern="1200" cap="none" spc="0" normalizeH="0" baseline="0" noProof="0" dirty="0">
                    <a:ln>
                      <a:noFill/>
                    </a:ln>
                    <a:solidFill>
                      <a:srgbClr val="0070C0"/>
                    </a:solidFill>
                    <a:effectLst/>
                    <a:uLnTx/>
                    <a:uFillTx/>
                    <a:latin typeface="Arial" panose="020B0604020202020204" pitchFamily="34" charset="0"/>
                    <a:ea typeface="+mn-ea"/>
                    <a:cs typeface="Arial" panose="020B0604020202020204" pitchFamily="34" charset="0"/>
                  </a:rPr>
                  <a:t> = 1.15</a:t>
                </a:r>
              </a:p>
            </p:txBody>
          </p:sp>
        </mc:Choice>
        <mc:Fallback xmlns="">
          <p:sp>
            <p:nvSpPr>
              <p:cNvPr id="3" name="Rectangle 2"/>
              <p:cNvSpPr>
                <a:spLocks noRot="1" noChangeAspect="1" noMove="1" noResize="1" noEditPoints="1" noAdjustHandles="1" noChangeArrowheads="1" noChangeShapeType="1" noTextEdit="1"/>
              </p:cNvSpPr>
              <p:nvPr/>
            </p:nvSpPr>
            <p:spPr>
              <a:xfrm>
                <a:off x="26937" y="3105251"/>
                <a:ext cx="4778231" cy="598112"/>
              </a:xfrm>
              <a:prstGeom prst="rect">
                <a:avLst/>
              </a:prstGeom>
              <a:blipFill>
                <a:blip r:embed="rId2"/>
                <a:stretch>
                  <a:fillRect t="-3030" b="-1111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Rectangle 3"/>
              <p:cNvSpPr/>
              <p:nvPr/>
            </p:nvSpPr>
            <p:spPr>
              <a:xfrm>
                <a:off x="4038600" y="860643"/>
                <a:ext cx="5181600" cy="338554"/>
              </a:xfrm>
              <a:prstGeom prst="rect">
                <a:avLst/>
              </a:prstGeom>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Tahoma" charset="0"/>
                    <a:ea typeface="+mn-ea"/>
                    <a:cs typeface="+mn-cs"/>
                  </a:rPr>
                  <a:t>P(X|Y) ~ N(</a:t>
                </a:r>
                <a:r>
                  <a:rPr kumimoji="0" lang="en-US" sz="1600" b="0" i="0" u="none" strike="noStrike" kern="1200" cap="none" spc="0" normalizeH="0" baseline="0" noProof="0" dirty="0">
                    <a:ln>
                      <a:noFill/>
                    </a:ln>
                    <a:solidFill>
                      <a:prstClr val="black"/>
                    </a:solidFill>
                    <a:effectLst/>
                    <a:uLnTx/>
                    <a:uFillTx/>
                    <a:latin typeface="Tahoma" charset="0"/>
                    <a:ea typeface="+mn-ea"/>
                    <a:cs typeface="+mn-cs"/>
                    <a:sym typeface="Symbol" panose="05050102010706020507" pitchFamily="18" charset="2"/>
                  </a:rPr>
                  <a:t>, </a:t>
                </a:r>
                <a:r>
                  <a:rPr kumimoji="0" lang="en-US" sz="1600" b="0" i="0" u="none" strike="noStrike" kern="1200" cap="none" spc="0" normalizeH="0" baseline="30000" noProof="0" dirty="0">
                    <a:ln>
                      <a:noFill/>
                    </a:ln>
                    <a:solidFill>
                      <a:prstClr val="black"/>
                    </a:solidFill>
                    <a:effectLst/>
                    <a:uLnTx/>
                    <a:uFillTx/>
                    <a:latin typeface="Tahoma" charset="0"/>
                    <a:ea typeface="+mn-ea"/>
                    <a:cs typeface="+mn-cs"/>
                    <a:sym typeface="Symbol" panose="05050102010706020507" pitchFamily="18" charset="2"/>
                  </a:rPr>
                  <a:t>2</a:t>
                </a:r>
                <a:r>
                  <a:rPr kumimoji="0" lang="en-US" sz="1600" b="0" i="0" u="none" strike="noStrike" kern="1200" cap="none" spc="0" normalizeH="0" baseline="0" noProof="0" dirty="0">
                    <a:ln>
                      <a:noFill/>
                    </a:ln>
                    <a:solidFill>
                      <a:prstClr val="black"/>
                    </a:solidFill>
                    <a:effectLst/>
                    <a:uLnTx/>
                    <a:uFillTx/>
                    <a:latin typeface="Tahoma" charset="0"/>
                    <a:ea typeface="+mn-ea"/>
                    <a:cs typeface="+mn-cs"/>
                    <a:sym typeface="Symbol" panose="05050102010706020507" pitchFamily="18" charset="2"/>
                  </a:rPr>
                  <a:t>) </a:t>
                </a:r>
                <a14:m>
                  <m:oMath xmlns:m="http://schemas.openxmlformats.org/officeDocument/2006/math">
                    <m:r>
                      <a:rPr kumimoji="0" lang="en-US" sz="1600" b="0"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  </m:t>
                    </m:r>
                    <m:r>
                      <m:rPr>
                        <m:sty m:val="p"/>
                      </m:rPr>
                      <a:rPr kumimoji="0" lang="en-US" sz="1600" b="0"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GaussianNB</m:t>
                    </m:r>
                  </m:oMath>
                </a14:m>
                <a:r>
                  <a:rPr kumimoji="0" lang="en-US" sz="1600" b="0" i="0" u="none" strike="noStrike" kern="1200" cap="none" spc="0" normalizeH="0" baseline="0" noProof="0" dirty="0">
                    <a:ln>
                      <a:noFill/>
                    </a:ln>
                    <a:solidFill>
                      <a:prstClr val="black"/>
                    </a:solidFill>
                    <a:effectLst/>
                    <a:uLnTx/>
                    <a:uFillTx/>
                    <a:latin typeface="Tahoma" charset="0"/>
                    <a:ea typeface="+mn-ea"/>
                    <a:cs typeface="+mn-cs"/>
                  </a:rPr>
                  <a:t> (X</a:t>
                </a:r>
                <a:r>
                  <a:rPr kumimoji="0" lang="en-US" sz="1600" b="0" i="0" u="none" strike="noStrike" kern="1200" cap="none" spc="0" normalizeH="0" baseline="-25000" noProof="0" dirty="0">
                    <a:ln>
                      <a:noFill/>
                    </a:ln>
                    <a:solidFill>
                      <a:prstClr val="black"/>
                    </a:solidFill>
                    <a:effectLst/>
                    <a:uLnTx/>
                    <a:uFillTx/>
                    <a:latin typeface="Tahoma" charset="0"/>
                    <a:ea typeface="+mn-ea"/>
                    <a:cs typeface="+mn-cs"/>
                  </a:rPr>
                  <a:t>i </a:t>
                </a:r>
                <a:r>
                  <a:rPr kumimoji="0" lang="en-US" sz="1600" b="0" i="0" u="none" strike="noStrike" kern="1200" cap="none" spc="0" normalizeH="0" baseline="0" noProof="0" dirty="0">
                    <a:ln>
                      <a:noFill/>
                    </a:ln>
                    <a:solidFill>
                      <a:prstClr val="black"/>
                    </a:solidFill>
                    <a:effectLst/>
                    <a:uLnTx/>
                    <a:uFillTx/>
                    <a:latin typeface="Tahoma" charset="0"/>
                    <a:ea typeface="+mn-ea"/>
                    <a:cs typeface="+mn-cs"/>
                  </a:rPr>
                  <a:t>– real valued)</a:t>
                </a:r>
                <a:r>
                  <a:rPr kumimoji="0" lang="en-US" sz="1600" b="0" i="0" u="none" strike="noStrike" kern="1200" cap="none" spc="0" normalizeH="0" baseline="-25000" noProof="0" dirty="0">
                    <a:ln>
                      <a:noFill/>
                    </a:ln>
                    <a:solidFill>
                      <a:prstClr val="black"/>
                    </a:solidFill>
                    <a:effectLst/>
                    <a:uLnTx/>
                    <a:uFillTx/>
                    <a:latin typeface="Tahoma" charset="0"/>
                    <a:ea typeface="+mn-ea"/>
                    <a:cs typeface="+mn-cs"/>
                  </a:rPr>
                  <a:t> </a:t>
                </a:r>
              </a:p>
            </p:txBody>
          </p:sp>
        </mc:Choice>
        <mc:Fallback xmlns="">
          <p:sp>
            <p:nvSpPr>
              <p:cNvPr id="4" name="Rectangle 3"/>
              <p:cNvSpPr>
                <a:spLocks noRot="1" noChangeAspect="1" noMove="1" noResize="1" noEditPoints="1" noAdjustHandles="1" noChangeArrowheads="1" noChangeShapeType="1" noTextEdit="1"/>
              </p:cNvSpPr>
              <p:nvPr/>
            </p:nvSpPr>
            <p:spPr>
              <a:xfrm>
                <a:off x="4038600" y="860643"/>
                <a:ext cx="5181600" cy="338554"/>
              </a:xfrm>
              <a:prstGeom prst="rect">
                <a:avLst/>
              </a:prstGeom>
              <a:blipFill>
                <a:blip r:embed="rId3"/>
                <a:stretch>
                  <a:fillRect l="-706" t="-5357" b="-21429"/>
                </a:stretch>
              </a:blipFill>
            </p:spPr>
            <p:txBody>
              <a:bodyPr/>
              <a:lstStyle/>
              <a:p>
                <a:r>
                  <a:rPr lang="en-IN">
                    <a:noFill/>
                  </a:rPr>
                  <a:t> </a:t>
                </a:r>
              </a:p>
            </p:txBody>
          </p:sp>
        </mc:Fallback>
      </mc:AlternateContent>
      <p:cxnSp>
        <p:nvCxnSpPr>
          <p:cNvPr id="9" name="Straight Arrow Connector 8"/>
          <p:cNvCxnSpPr>
            <a:stCxn id="4" idx="2"/>
          </p:cNvCxnSpPr>
          <p:nvPr/>
        </p:nvCxnSpPr>
        <p:spPr>
          <a:xfrm flipH="1">
            <a:off x="5029200" y="1199197"/>
            <a:ext cx="1600200" cy="122575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0" name="Rectangle 9"/>
              <p:cNvSpPr/>
              <p:nvPr/>
            </p:nvSpPr>
            <p:spPr>
              <a:xfrm>
                <a:off x="0" y="3804686"/>
                <a:ext cx="4114800" cy="598112"/>
              </a:xfrm>
              <a:prstGeom prst="rect">
                <a:avLst/>
              </a:prstGeom>
            </p:spPr>
            <p:txBody>
              <a:bodyPr wrap="square">
                <a:spAutoFit/>
              </a:bodyPr>
              <a:lstStyle/>
              <a:p>
                <a:pPr marL="457200" marR="0" lvl="1" indent="0" algn="l" defTabSz="914400" rtl="0" eaLnBrk="1" fontAlgn="base" latinLnBrk="0" hangingPunct="1">
                  <a:lnSpc>
                    <a:spcPct val="100000"/>
                  </a:lnSpc>
                  <a:spcBef>
                    <a:spcPct val="0"/>
                  </a:spcBef>
                  <a:spcAft>
                    <a:spcPct val="0"/>
                  </a:spcAft>
                  <a:buClrTx/>
                  <a:buSzTx/>
                  <a:buFontTx/>
                  <a:buNone/>
                  <a:tabLst/>
                  <a:defRPr/>
                </a:pPr>
                <a14:m>
                  <m:oMath xmlns:m="http://schemas.openxmlformats.org/officeDocument/2006/math">
                    <m:sSub>
                      <m:sSubPr>
                        <m:ctrlPr>
                          <a:rPr kumimoji="0" lang="en-US" sz="16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ctrlPr>
                      </m:sSubPr>
                      <m:e>
                        <m:r>
                          <m:rPr>
                            <m:sty m:val="p"/>
                          </m:rPr>
                          <a:rPr kumimoji="0" lang="en-US" sz="1600" b="0" i="0" u="none" strike="noStrike" kern="1200" cap="none" spc="0" normalizeH="0" baseline="0" noProof="0">
                            <a:ln>
                              <a:noFill/>
                            </a:ln>
                            <a:solidFill>
                              <a:srgbClr val="0070C0"/>
                            </a:solidFill>
                            <a:effectLst/>
                            <a:uLnTx/>
                            <a:uFillTx/>
                            <a:latin typeface="Cambria Math" panose="02040503050406030204" pitchFamily="18" charset="0"/>
                            <a:ea typeface="+mn-ea"/>
                            <a:cs typeface="+mn-cs"/>
                          </a:rPr>
                          <m:t>μ</m:t>
                        </m:r>
                      </m:e>
                      <m:sub>
                        <m:r>
                          <m:rPr>
                            <m:sty m:val="p"/>
                          </m:rPr>
                          <a:rPr kumimoji="0" lang="en-US" sz="1600" b="0" i="0" u="none" strike="noStrike" kern="1200" cap="none" spc="0" normalizeH="0" baseline="0" noProof="0">
                            <a:ln>
                              <a:noFill/>
                            </a:ln>
                            <a:solidFill>
                              <a:srgbClr val="0070C0"/>
                            </a:solidFill>
                            <a:effectLst/>
                            <a:uLnTx/>
                            <a:uFillTx/>
                            <a:latin typeface="Cambria Math" panose="02040503050406030204" pitchFamily="18" charset="0"/>
                            <a:ea typeface="+mn-ea"/>
                            <a:cs typeface="+mn-cs"/>
                          </a:rPr>
                          <m:t>i</m:t>
                        </m:r>
                      </m:sub>
                    </m:sSub>
                    <m:r>
                      <a:rPr kumimoji="0" lang="en-US" sz="1600" b="0" i="0" u="none" strike="noStrike" kern="1200" cap="none" spc="0" normalizeH="0" baseline="0" noProof="0">
                        <a:ln>
                          <a:noFill/>
                        </a:ln>
                        <a:solidFill>
                          <a:srgbClr val="0070C0"/>
                        </a:solidFill>
                        <a:effectLst/>
                        <a:uLnTx/>
                        <a:uFillTx/>
                        <a:latin typeface="Cambria Math" panose="02040503050406030204" pitchFamily="18" charset="0"/>
                        <a:ea typeface="+mn-ea"/>
                        <a:cs typeface="+mn-cs"/>
                      </a:rPr>
                      <m:t>=</m:t>
                    </m:r>
                    <m:r>
                      <m:rPr>
                        <m:sty m:val="p"/>
                      </m:rPr>
                      <a:rPr kumimoji="0" lang="en-US" sz="1600" b="0" i="0" u="none" strike="noStrike" kern="1200" cap="none" spc="0" normalizeH="0" baseline="0" noProof="0">
                        <a:ln>
                          <a:noFill/>
                        </a:ln>
                        <a:solidFill>
                          <a:srgbClr val="0070C0"/>
                        </a:solidFill>
                        <a:effectLst/>
                        <a:uLnTx/>
                        <a:uFillTx/>
                        <a:latin typeface="Cambria Math" panose="02040503050406030204" pitchFamily="18" charset="0"/>
                        <a:ea typeface="+mn-ea"/>
                        <a:cs typeface="+mn-cs"/>
                      </a:rPr>
                      <m:t>E</m:t>
                    </m:r>
                    <m:d>
                      <m:dPr>
                        <m:begChr m:val="["/>
                        <m:endChr m:val="]"/>
                        <m:ctrlPr>
                          <a:rPr kumimoji="0" lang="en-US" sz="16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m:ctrlPr>
                      </m:dPr>
                      <m:e>
                        <m:sSub>
                          <m:sSubPr>
                            <m:ctrlPr>
                              <a:rPr kumimoji="0" lang="en-US" sz="16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m:ctrlPr>
                          </m:sSubPr>
                          <m:e>
                            <m:r>
                              <m:rPr>
                                <m:sty m:val="p"/>
                              </m:rPr>
                              <a:rPr kumimoji="0" lang="en-US" sz="1600" b="0" i="0" u="none" strike="noStrike" kern="1200" cap="none" spc="0" normalizeH="0" baseline="0" noProof="0">
                                <a:ln>
                                  <a:noFill/>
                                </a:ln>
                                <a:solidFill>
                                  <a:srgbClr val="0070C0"/>
                                </a:solidFill>
                                <a:effectLst/>
                                <a:uLnTx/>
                                <a:uFillTx/>
                                <a:latin typeface="Cambria Math" panose="02040503050406030204" pitchFamily="18" charset="0"/>
                                <a:ea typeface="+mn-ea"/>
                                <a:cs typeface="+mn-cs"/>
                              </a:rPr>
                              <m:t>X</m:t>
                            </m:r>
                          </m:e>
                          <m:sub>
                            <m:r>
                              <m:rPr>
                                <m:sty m:val="p"/>
                              </m:rPr>
                              <a:rPr kumimoji="0" lang="en-US" sz="1600" b="0" i="0" u="none" strike="noStrike" kern="1200" cap="none" spc="0" normalizeH="0" baseline="0" noProof="0">
                                <a:ln>
                                  <a:noFill/>
                                </a:ln>
                                <a:solidFill>
                                  <a:srgbClr val="0070C0"/>
                                </a:solidFill>
                                <a:effectLst/>
                                <a:uLnTx/>
                                <a:uFillTx/>
                                <a:latin typeface="Cambria Math" panose="02040503050406030204" pitchFamily="18" charset="0"/>
                                <a:ea typeface="+mn-ea"/>
                                <a:cs typeface="+mn-cs"/>
                              </a:rPr>
                              <m:t>i</m:t>
                            </m:r>
                          </m:sub>
                        </m:sSub>
                      </m:e>
                      <m:e>
                        <m:r>
                          <m:rPr>
                            <m:sty m:val="p"/>
                          </m:rPr>
                          <a:rPr kumimoji="0" lang="en-US" sz="1600" b="0" i="0" u="none" strike="noStrike" kern="1200" cap="none" spc="0" normalizeH="0" baseline="0" noProof="0">
                            <a:ln>
                              <a:noFill/>
                            </a:ln>
                            <a:solidFill>
                              <a:srgbClr val="0070C0"/>
                            </a:solidFill>
                            <a:effectLst/>
                            <a:uLnTx/>
                            <a:uFillTx/>
                            <a:latin typeface="Cambria Math" panose="02040503050406030204" pitchFamily="18" charset="0"/>
                            <a:ea typeface="+mn-ea"/>
                            <a:cs typeface="+mn-cs"/>
                          </a:rPr>
                          <m:t>Y</m:t>
                        </m:r>
                        <m:r>
                          <a:rPr kumimoji="0" lang="en-US" sz="1600" b="0" i="0" u="none" strike="noStrike" kern="1200" cap="none" spc="0" normalizeH="0" baseline="0" noProof="0">
                            <a:ln>
                              <a:noFill/>
                            </a:ln>
                            <a:solidFill>
                              <a:srgbClr val="0070C0"/>
                            </a:solidFill>
                            <a:effectLst/>
                            <a:uLnTx/>
                            <a:uFillTx/>
                            <a:latin typeface="Cambria Math" panose="02040503050406030204" pitchFamily="18" charset="0"/>
                            <a:ea typeface="+mn-ea"/>
                            <a:cs typeface="+mn-cs"/>
                          </a:rPr>
                          <m:t>=</m:t>
                        </m:r>
                        <m:r>
                          <m:rPr>
                            <m:sty m:val="p"/>
                          </m:rPr>
                          <a:rPr kumimoji="0" lang="en-IN" sz="1600" b="0" i="0"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no</m:t>
                        </m:r>
                      </m:e>
                    </m:d>
                  </m:oMath>
                </a14:m>
                <a:r>
                  <a:rPr kumimoji="0" lang="en-US" sz="1600" b="0" i="0" u="none" strike="noStrike" kern="1200" cap="none" spc="0" normalizeH="0" baseline="0" noProof="0" dirty="0">
                    <a:ln>
                      <a:noFill/>
                    </a:ln>
                    <a:solidFill>
                      <a:srgbClr val="0070C0"/>
                    </a:solidFill>
                    <a:effectLst/>
                    <a:uLnTx/>
                    <a:uFillTx/>
                    <a:latin typeface="Arial" panose="020B0604020202020204" pitchFamily="34" charset="0"/>
                    <a:ea typeface="+mn-ea"/>
                    <a:cs typeface="Arial" panose="020B0604020202020204" pitchFamily="34" charset="0"/>
                  </a:rPr>
                  <a:t> = 72.5</a:t>
                </a:r>
              </a:p>
              <a:p>
                <a:pPr marL="457200" marR="0" lvl="1" indent="0" algn="l" defTabSz="914400" rtl="0" eaLnBrk="1" fontAlgn="base" latinLnBrk="0" hangingPunct="1">
                  <a:lnSpc>
                    <a:spcPct val="100000"/>
                  </a:lnSpc>
                  <a:spcBef>
                    <a:spcPct val="0"/>
                  </a:spcBef>
                  <a:spcAft>
                    <a:spcPct val="0"/>
                  </a:spcAft>
                  <a:buClrTx/>
                  <a:buSzTx/>
                  <a:buFontTx/>
                  <a:buNone/>
                  <a:tabLst/>
                  <a:defRPr/>
                </a:pPr>
                <a14:m>
                  <m:oMath xmlns:m="http://schemas.openxmlformats.org/officeDocument/2006/math">
                    <m:sSubSup>
                      <m:sSubSupPr>
                        <m:ctrlPr>
                          <a:rPr kumimoji="0" lang="en-US" sz="16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m:ctrlPr>
                      </m:sSubSupPr>
                      <m:e>
                        <m:r>
                          <m:rPr>
                            <m:sty m:val="p"/>
                          </m:rPr>
                          <a:rPr kumimoji="0" lang="en-US" sz="1600" b="0" i="0" u="none" strike="noStrike" kern="1200" cap="none" spc="0" normalizeH="0" baseline="0" noProof="0">
                            <a:ln>
                              <a:noFill/>
                            </a:ln>
                            <a:solidFill>
                              <a:srgbClr val="0070C0"/>
                            </a:solidFill>
                            <a:effectLst/>
                            <a:uLnTx/>
                            <a:uFillTx/>
                            <a:latin typeface="Cambria Math" panose="02040503050406030204" pitchFamily="18" charset="0"/>
                            <a:ea typeface="+mn-ea"/>
                            <a:cs typeface="+mn-cs"/>
                          </a:rPr>
                          <m:t>σ</m:t>
                        </m:r>
                      </m:e>
                      <m:sub>
                        <m:r>
                          <m:rPr>
                            <m:sty m:val="p"/>
                          </m:rPr>
                          <a:rPr kumimoji="0" lang="en-US" sz="1600" b="0" i="0" u="none" strike="noStrike" kern="1200" cap="none" spc="0" normalizeH="0" baseline="0" noProof="0">
                            <a:ln>
                              <a:noFill/>
                            </a:ln>
                            <a:solidFill>
                              <a:srgbClr val="0070C0"/>
                            </a:solidFill>
                            <a:effectLst/>
                            <a:uLnTx/>
                            <a:uFillTx/>
                            <a:latin typeface="Cambria Math" panose="02040503050406030204" pitchFamily="18" charset="0"/>
                            <a:ea typeface="+mn-ea"/>
                            <a:cs typeface="+mn-cs"/>
                          </a:rPr>
                          <m:t>i</m:t>
                        </m:r>
                      </m:sub>
                      <m:sup>
                        <m:r>
                          <a:rPr kumimoji="0" lang="en-US" sz="1600" b="0" i="0" u="none" strike="noStrike" kern="1200" cap="none" spc="0" normalizeH="0" baseline="0" noProof="0">
                            <a:ln>
                              <a:noFill/>
                            </a:ln>
                            <a:solidFill>
                              <a:srgbClr val="0070C0"/>
                            </a:solidFill>
                            <a:effectLst/>
                            <a:uLnTx/>
                            <a:uFillTx/>
                            <a:latin typeface="Cambria Math" panose="02040503050406030204" pitchFamily="18" charset="0"/>
                            <a:ea typeface="+mn-ea"/>
                            <a:cs typeface="+mn-cs"/>
                          </a:rPr>
                          <m:t>2</m:t>
                        </m:r>
                      </m:sup>
                    </m:sSubSup>
                    <m:r>
                      <a:rPr kumimoji="0" lang="en-US" sz="1600" b="0" i="0" u="none" strike="noStrike" kern="1200" cap="none" spc="0" normalizeH="0" baseline="0" noProof="0">
                        <a:ln>
                          <a:noFill/>
                        </a:ln>
                        <a:solidFill>
                          <a:srgbClr val="0070C0"/>
                        </a:solidFill>
                        <a:effectLst/>
                        <a:uLnTx/>
                        <a:uFillTx/>
                        <a:latin typeface="Cambria Math" panose="02040503050406030204" pitchFamily="18" charset="0"/>
                        <a:ea typeface="+mn-ea"/>
                        <a:cs typeface="+mn-cs"/>
                      </a:rPr>
                      <m:t>=</m:t>
                    </m:r>
                    <m:r>
                      <m:rPr>
                        <m:sty m:val="p"/>
                      </m:rPr>
                      <a:rPr kumimoji="0" lang="en-US" sz="1600" b="0" i="0" u="none" strike="noStrike" kern="1200" cap="none" spc="0" normalizeH="0" baseline="0" noProof="0">
                        <a:ln>
                          <a:noFill/>
                        </a:ln>
                        <a:solidFill>
                          <a:srgbClr val="0070C0"/>
                        </a:solidFill>
                        <a:effectLst/>
                        <a:uLnTx/>
                        <a:uFillTx/>
                        <a:latin typeface="Cambria Math" panose="02040503050406030204" pitchFamily="18" charset="0"/>
                        <a:ea typeface="+mn-ea"/>
                        <a:cs typeface="+mn-cs"/>
                      </a:rPr>
                      <m:t>E</m:t>
                    </m:r>
                    <m:d>
                      <m:dPr>
                        <m:begChr m:val="["/>
                        <m:endChr m:val="]"/>
                        <m:ctrlPr>
                          <a:rPr kumimoji="0" lang="en-US" sz="16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m:ctrlPr>
                      </m:dPr>
                      <m:e>
                        <m:sSup>
                          <m:sSupPr>
                            <m:ctrlPr>
                              <a:rPr kumimoji="0" lang="en-US" sz="16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m:ctrlPr>
                          </m:sSupPr>
                          <m:e>
                            <m:d>
                              <m:dPr>
                                <m:ctrlPr>
                                  <a:rPr kumimoji="0" lang="en-US" sz="16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m:ctrlPr>
                              </m:dPr>
                              <m:e>
                                <m:sSub>
                                  <m:sSubPr>
                                    <m:ctrlPr>
                                      <a:rPr kumimoji="0" lang="en-US" sz="16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m:ctrlPr>
                                  </m:sSubPr>
                                  <m:e>
                                    <m:r>
                                      <m:rPr>
                                        <m:sty m:val="p"/>
                                      </m:rPr>
                                      <a:rPr kumimoji="0" lang="en-US" sz="1600" b="0" i="0" u="none" strike="noStrike" kern="1200" cap="none" spc="0" normalizeH="0" baseline="0" noProof="0">
                                        <a:ln>
                                          <a:noFill/>
                                        </a:ln>
                                        <a:solidFill>
                                          <a:srgbClr val="0070C0"/>
                                        </a:solidFill>
                                        <a:effectLst/>
                                        <a:uLnTx/>
                                        <a:uFillTx/>
                                        <a:latin typeface="Cambria Math" panose="02040503050406030204" pitchFamily="18" charset="0"/>
                                        <a:ea typeface="+mn-ea"/>
                                        <a:cs typeface="+mn-cs"/>
                                      </a:rPr>
                                      <m:t>X</m:t>
                                    </m:r>
                                  </m:e>
                                  <m:sub>
                                    <m:r>
                                      <m:rPr>
                                        <m:sty m:val="p"/>
                                      </m:rPr>
                                      <a:rPr kumimoji="0" lang="en-US" sz="1600" b="0" i="0" u="none" strike="noStrike" kern="1200" cap="none" spc="0" normalizeH="0" baseline="0" noProof="0">
                                        <a:ln>
                                          <a:noFill/>
                                        </a:ln>
                                        <a:solidFill>
                                          <a:srgbClr val="0070C0"/>
                                        </a:solidFill>
                                        <a:effectLst/>
                                        <a:uLnTx/>
                                        <a:uFillTx/>
                                        <a:latin typeface="Cambria Math" panose="02040503050406030204" pitchFamily="18" charset="0"/>
                                        <a:ea typeface="+mn-ea"/>
                                        <a:cs typeface="+mn-cs"/>
                                      </a:rPr>
                                      <m:t>i</m:t>
                                    </m:r>
                                  </m:sub>
                                </m:sSub>
                                <m:r>
                                  <a:rPr kumimoji="0" lang="en-US" sz="1600" b="0" i="0" u="none" strike="noStrike" kern="1200" cap="none" spc="0" normalizeH="0" baseline="0" noProof="0">
                                    <a:ln>
                                      <a:noFill/>
                                    </a:ln>
                                    <a:solidFill>
                                      <a:srgbClr val="0070C0"/>
                                    </a:solidFill>
                                    <a:effectLst/>
                                    <a:uLnTx/>
                                    <a:uFillTx/>
                                    <a:latin typeface="Cambria Math" panose="02040503050406030204" pitchFamily="18" charset="0"/>
                                    <a:ea typeface="+mn-ea"/>
                                    <a:cs typeface="+mn-cs"/>
                                  </a:rPr>
                                  <m:t>−</m:t>
                                </m:r>
                                <m:sSub>
                                  <m:sSubPr>
                                    <m:ctrlPr>
                                      <a:rPr kumimoji="0" lang="en-US" sz="16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m:ctrlPr>
                                  </m:sSubPr>
                                  <m:e>
                                    <m:r>
                                      <m:rPr>
                                        <m:sty m:val="p"/>
                                      </m:rPr>
                                      <a:rPr kumimoji="0" lang="en-US" sz="1600" b="0" i="0" u="none" strike="noStrike" kern="1200" cap="none" spc="0" normalizeH="0" baseline="0" noProof="0">
                                        <a:ln>
                                          <a:noFill/>
                                        </a:ln>
                                        <a:solidFill>
                                          <a:srgbClr val="0070C0"/>
                                        </a:solidFill>
                                        <a:effectLst/>
                                        <a:uLnTx/>
                                        <a:uFillTx/>
                                        <a:latin typeface="Cambria Math" panose="02040503050406030204" pitchFamily="18" charset="0"/>
                                        <a:ea typeface="+mn-ea"/>
                                        <a:cs typeface="+mn-cs"/>
                                      </a:rPr>
                                      <m:t>μ</m:t>
                                    </m:r>
                                  </m:e>
                                  <m:sub>
                                    <m:r>
                                      <m:rPr>
                                        <m:sty m:val="p"/>
                                      </m:rPr>
                                      <a:rPr kumimoji="0" lang="en-US" sz="1600" b="0" i="0" u="none" strike="noStrike" kern="1200" cap="none" spc="0" normalizeH="0" baseline="0" noProof="0">
                                        <a:ln>
                                          <a:noFill/>
                                        </a:ln>
                                        <a:solidFill>
                                          <a:srgbClr val="0070C0"/>
                                        </a:solidFill>
                                        <a:effectLst/>
                                        <a:uLnTx/>
                                        <a:uFillTx/>
                                        <a:latin typeface="Cambria Math" panose="02040503050406030204" pitchFamily="18" charset="0"/>
                                        <a:ea typeface="+mn-ea"/>
                                        <a:cs typeface="+mn-cs"/>
                                      </a:rPr>
                                      <m:t>i</m:t>
                                    </m:r>
                                  </m:sub>
                                </m:sSub>
                              </m:e>
                            </m:d>
                          </m:e>
                          <m:sup>
                            <m:r>
                              <a:rPr kumimoji="0" lang="en-US" sz="1600" b="0" i="0" u="none" strike="noStrike" kern="1200" cap="none" spc="0" normalizeH="0" baseline="0" noProof="0">
                                <a:ln>
                                  <a:noFill/>
                                </a:ln>
                                <a:solidFill>
                                  <a:srgbClr val="0070C0"/>
                                </a:solidFill>
                                <a:effectLst/>
                                <a:uLnTx/>
                                <a:uFillTx/>
                                <a:latin typeface="Cambria Math" panose="02040503050406030204" pitchFamily="18" charset="0"/>
                                <a:ea typeface="+mn-ea"/>
                                <a:cs typeface="+mn-cs"/>
                              </a:rPr>
                              <m:t>2</m:t>
                            </m:r>
                          </m:sup>
                        </m:sSup>
                      </m:e>
                      <m:e>
                        <m:r>
                          <m:rPr>
                            <m:sty m:val="p"/>
                          </m:rPr>
                          <a:rPr kumimoji="0" lang="en-US" sz="1600" b="0" i="0" u="none" strike="noStrike" kern="1200" cap="none" spc="0" normalizeH="0" baseline="0" noProof="0">
                            <a:ln>
                              <a:noFill/>
                            </a:ln>
                            <a:solidFill>
                              <a:srgbClr val="0070C0"/>
                            </a:solidFill>
                            <a:effectLst/>
                            <a:uLnTx/>
                            <a:uFillTx/>
                            <a:latin typeface="Cambria Math" panose="02040503050406030204" pitchFamily="18" charset="0"/>
                            <a:ea typeface="+mn-ea"/>
                            <a:cs typeface="+mn-cs"/>
                          </a:rPr>
                          <m:t>Y</m:t>
                        </m:r>
                        <m:r>
                          <a:rPr kumimoji="0" lang="en-US" sz="1600" b="0" i="0" u="none" strike="noStrike" kern="1200" cap="none" spc="0" normalizeH="0" baseline="0" noProof="0">
                            <a:ln>
                              <a:noFill/>
                            </a:ln>
                            <a:solidFill>
                              <a:srgbClr val="0070C0"/>
                            </a:solidFill>
                            <a:effectLst/>
                            <a:uLnTx/>
                            <a:uFillTx/>
                            <a:latin typeface="Cambria Math" panose="02040503050406030204" pitchFamily="18" charset="0"/>
                            <a:ea typeface="+mn-ea"/>
                            <a:cs typeface="+mn-cs"/>
                          </a:rPr>
                          <m:t>=</m:t>
                        </m:r>
                        <m:r>
                          <m:rPr>
                            <m:sty m:val="p"/>
                          </m:rPr>
                          <a:rPr kumimoji="0" lang="en-IN" sz="1600" b="0" i="0"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no</m:t>
                        </m:r>
                      </m:e>
                    </m:d>
                  </m:oMath>
                </a14:m>
                <a:r>
                  <a:rPr kumimoji="0" lang="en-US" sz="1600" b="0" i="0" u="none" strike="noStrike" kern="1200" cap="none" spc="0" normalizeH="0" baseline="0" noProof="0" dirty="0">
                    <a:ln>
                      <a:noFill/>
                    </a:ln>
                    <a:solidFill>
                      <a:srgbClr val="0070C0"/>
                    </a:solidFill>
                    <a:effectLst/>
                    <a:uLnTx/>
                    <a:uFillTx/>
                    <a:latin typeface="Arial" panose="020B0604020202020204" pitchFamily="34" charset="0"/>
                    <a:ea typeface="+mn-ea"/>
                    <a:cs typeface="Arial" panose="020B0604020202020204" pitchFamily="34" charset="0"/>
                  </a:rPr>
                  <a:t> = 17.08</a:t>
                </a:r>
              </a:p>
            </p:txBody>
          </p:sp>
        </mc:Choice>
        <mc:Fallback xmlns="">
          <p:sp>
            <p:nvSpPr>
              <p:cNvPr id="10" name="Rectangle 9"/>
              <p:cNvSpPr>
                <a:spLocks noRot="1" noChangeAspect="1" noMove="1" noResize="1" noEditPoints="1" noAdjustHandles="1" noChangeArrowheads="1" noChangeShapeType="1" noTextEdit="1"/>
              </p:cNvSpPr>
              <p:nvPr/>
            </p:nvSpPr>
            <p:spPr>
              <a:xfrm>
                <a:off x="0" y="3804686"/>
                <a:ext cx="4114800" cy="598112"/>
              </a:xfrm>
              <a:prstGeom prst="rect">
                <a:avLst/>
              </a:prstGeom>
              <a:blipFill>
                <a:blip r:embed="rId4"/>
                <a:stretch>
                  <a:fillRect t="-3061" b="-12245"/>
                </a:stretch>
              </a:blipFill>
            </p:spPr>
            <p:txBody>
              <a:bodyPr/>
              <a:lstStyle/>
              <a:p>
                <a:r>
                  <a:rPr lang="en-IN">
                    <a:noFill/>
                  </a:rPr>
                  <a:t> </a:t>
                </a:r>
              </a:p>
            </p:txBody>
          </p:sp>
        </mc:Fallback>
      </mc:AlternateContent>
      <mc:AlternateContent xmlns:mc="http://schemas.openxmlformats.org/markup-compatibility/2006">
        <mc:Choice xmlns:p14="http://schemas.microsoft.com/office/powerpoint/2010/main" Requires="p14">
          <p:contentPart p14:bwMode="auto" r:id="rId5">
            <p14:nvContentPartPr>
              <p14:cNvPr id="5" name="Ink 4">
                <a:extLst>
                  <a:ext uri="{FF2B5EF4-FFF2-40B4-BE49-F238E27FC236}">
                    <a16:creationId xmlns:a16="http://schemas.microsoft.com/office/drawing/2014/main" id="{854E24CD-D665-FC02-086A-6B063A72E55F}"/>
                  </a:ext>
                </a:extLst>
              </p14:cNvPr>
              <p14:cNvContentPartPr/>
              <p14:nvPr/>
            </p14:nvContentPartPr>
            <p14:xfrm>
              <a:off x="317520" y="154440"/>
              <a:ext cx="8831160" cy="6378120"/>
            </p14:xfrm>
          </p:contentPart>
        </mc:Choice>
        <mc:Fallback>
          <p:pic>
            <p:nvPicPr>
              <p:cNvPr id="5" name="Ink 4">
                <a:extLst>
                  <a:ext uri="{FF2B5EF4-FFF2-40B4-BE49-F238E27FC236}">
                    <a16:creationId xmlns:a16="http://schemas.microsoft.com/office/drawing/2014/main" id="{854E24CD-D665-FC02-086A-6B063A72E55F}"/>
                  </a:ext>
                </a:extLst>
              </p:cNvPr>
              <p:cNvPicPr/>
              <p:nvPr/>
            </p:nvPicPr>
            <p:blipFill>
              <a:blip r:embed="rId6"/>
              <a:stretch>
                <a:fillRect/>
              </a:stretch>
            </p:blipFill>
            <p:spPr>
              <a:xfrm>
                <a:off x="308160" y="145080"/>
                <a:ext cx="8849880" cy="6396840"/>
              </a:xfrm>
              <a:prstGeom prst="rect">
                <a:avLst/>
              </a:prstGeom>
            </p:spPr>
          </p:pic>
        </mc:Fallback>
      </mc:AlternateContent>
    </p:spTree>
    <p:extLst>
      <p:ext uri="{BB962C8B-B14F-4D97-AF65-F5344CB8AC3E}">
        <p14:creationId xmlns:p14="http://schemas.microsoft.com/office/powerpoint/2010/main" val="38962052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a:spLocks noGrp="1"/>
          </p:cNvSpPr>
          <p:nvPr>
            <p:ph sz="quarter" idx="10"/>
          </p:nvPr>
        </p:nvSpPr>
        <p:spPr>
          <a:xfrm>
            <a:off x="304800" y="589597"/>
            <a:ext cx="7543800" cy="609600"/>
          </a:xfrm>
        </p:spPr>
        <p:txBody>
          <a:bodyPr>
            <a:noAutofit/>
          </a:bodyPr>
          <a:lstStyle/>
          <a:p>
            <a:pPr marL="271463" lvl="0" indent="-42863" fontAlgn="auto">
              <a:lnSpc>
                <a:spcPct val="100000"/>
              </a:lnSpc>
              <a:spcAft>
                <a:spcPts val="0"/>
              </a:spcAft>
              <a:buClr>
                <a:prstClr val="black"/>
              </a:buClr>
              <a:buSzPts val="3600"/>
            </a:pPr>
            <a:r>
              <a:rPr lang="en-IN" sz="2400" spc="0" dirty="0">
                <a:solidFill>
                  <a:prstClr val="black"/>
                </a:solidFill>
                <a:ea typeface="Cambria" panose="02040503050406030204" pitchFamily="18" charset="0"/>
                <a:sym typeface="Arial"/>
              </a:rPr>
              <a:t>Additional Exercises – For Student’s Practice</a:t>
            </a:r>
          </a:p>
        </p:txBody>
      </p:sp>
      <p:sp>
        <p:nvSpPr>
          <p:cNvPr id="2" name="Rectangle 1"/>
          <p:cNvSpPr/>
          <p:nvPr/>
        </p:nvSpPr>
        <p:spPr>
          <a:xfrm>
            <a:off x="314793" y="1524000"/>
            <a:ext cx="8372008" cy="1676741"/>
          </a:xfrm>
          <a:prstGeom prst="rect">
            <a:avLst/>
          </a:prstGeom>
        </p:spPr>
        <p:txBody>
          <a:bodyPr wrap="square">
            <a:spAutoFit/>
          </a:bodyPr>
          <a:lstStyle/>
          <a:p>
            <a:pPr marL="0" marR="0" lvl="0" indent="0" algn="l" defTabSz="914400" rtl="0" eaLnBrk="1" fontAlgn="base" latinLnBrk="0" hangingPunct="1">
              <a:lnSpc>
                <a:spcPct val="107000"/>
              </a:lnSpc>
              <a:spcBef>
                <a:spcPct val="0"/>
              </a:spcBef>
              <a:spcAft>
                <a:spcPts val="800"/>
              </a:spcAft>
              <a:buClrTx/>
              <a:buSzPts val="1100"/>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Times New Roman" panose="02020603050405020304" pitchFamily="18" charset="0"/>
                <a:cs typeface="Arial" panose="020B0604020202020204" pitchFamily="34" charset="0"/>
              </a:rPr>
              <a:t>As a part of efforts to improve students’ performance in the exams, you have been given the data showing  number of study hours spent by students, their gender and   their final results as pass or fail. Using this sample dataset, apply Naïve Bayes classification technique, to classify the below test case: </a:t>
            </a:r>
          </a:p>
          <a:p>
            <a:pPr marL="0" marR="0" lvl="0" indent="0" algn="l" defTabSz="914400" rtl="0" eaLnBrk="1" fontAlgn="base" latinLnBrk="0" hangingPunct="1">
              <a:lnSpc>
                <a:spcPct val="107000"/>
              </a:lnSpc>
              <a:spcBef>
                <a:spcPct val="0"/>
              </a:spcBef>
              <a:spcAft>
                <a:spcPts val="800"/>
              </a:spcAft>
              <a:buClrTx/>
              <a:buSzPts val="1100"/>
              <a:buFontTx/>
              <a:buNone/>
              <a:tabLst/>
              <a:defRPr/>
            </a:pPr>
            <a:r>
              <a:rPr kumimoji="0" lang="en-US" sz="1800" b="1" i="0" u="none" strike="noStrike" kern="1200" cap="none" spc="0" normalizeH="0" baseline="0" noProof="0" dirty="0">
                <a:ln>
                  <a:noFill/>
                </a:ln>
                <a:solidFill>
                  <a:srgbClr val="000000"/>
                </a:solidFill>
                <a:effectLst/>
                <a:uLnTx/>
                <a:uFillTx/>
                <a:latin typeface="Arial" panose="020B0604020202020204" pitchFamily="34" charset="0"/>
                <a:ea typeface="Times New Roman" panose="02020603050405020304" pitchFamily="18" charset="0"/>
                <a:cs typeface="Arial" panose="020B0604020202020204" pitchFamily="34" charset="0"/>
              </a:rPr>
              <a:t>{No of study hours = 3.5, Gender=”male”} either as “Pass”, or “Fail”.</a:t>
            </a:r>
            <a:endParaRPr kumimoji="0" lang="en-IN"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graphicFrame>
        <p:nvGraphicFramePr>
          <p:cNvPr id="3" name="Table 2"/>
          <p:cNvGraphicFramePr>
            <a:graphicFrameLocks noGrp="1"/>
          </p:cNvGraphicFramePr>
          <p:nvPr/>
        </p:nvGraphicFramePr>
        <p:xfrm>
          <a:off x="5954843" y="3352800"/>
          <a:ext cx="3200400" cy="2979992"/>
        </p:xfrm>
        <a:graphic>
          <a:graphicData uri="http://schemas.openxmlformats.org/drawingml/2006/table">
            <a:tbl>
              <a:tblPr firstRow="1" firstCol="1" bandRow="1">
                <a:tableStyleId>{5940675A-B579-460E-94D1-54222C63F5DA}</a:tableStyleId>
              </a:tblPr>
              <a:tblGrid>
                <a:gridCol w="1371600">
                  <a:extLst>
                    <a:ext uri="{9D8B030D-6E8A-4147-A177-3AD203B41FA5}">
                      <a16:colId xmlns:a16="http://schemas.microsoft.com/office/drawing/2014/main" val="777838724"/>
                    </a:ext>
                  </a:extLst>
                </a:gridCol>
                <a:gridCol w="996696">
                  <a:extLst>
                    <a:ext uri="{9D8B030D-6E8A-4147-A177-3AD203B41FA5}">
                      <a16:colId xmlns:a16="http://schemas.microsoft.com/office/drawing/2014/main" val="3973926251"/>
                    </a:ext>
                  </a:extLst>
                </a:gridCol>
                <a:gridCol w="832104">
                  <a:extLst>
                    <a:ext uri="{9D8B030D-6E8A-4147-A177-3AD203B41FA5}">
                      <a16:colId xmlns:a16="http://schemas.microsoft.com/office/drawing/2014/main" val="2482708395"/>
                    </a:ext>
                  </a:extLst>
                </a:gridCol>
              </a:tblGrid>
              <a:tr h="0">
                <a:tc>
                  <a:txBody>
                    <a:bodyPr/>
                    <a:lstStyle/>
                    <a:p>
                      <a:pPr algn="ctr">
                        <a:lnSpc>
                          <a:spcPct val="107000"/>
                        </a:lnSpc>
                        <a:spcAft>
                          <a:spcPts val="800"/>
                        </a:spcAft>
                      </a:pPr>
                      <a:r>
                        <a:rPr lang="en-IN" sz="1600" dirty="0">
                          <a:effectLst/>
                          <a:latin typeface="Arial" panose="020B0604020202020204" pitchFamily="34" charset="0"/>
                          <a:cs typeface="Arial" panose="020B0604020202020204" pitchFamily="34" charset="0"/>
                        </a:rPr>
                        <a:t>No of study hours</a:t>
                      </a:r>
                      <a:endParaRPr lang="en-IN" sz="1400" dirty="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solidFill>
                      <a:schemeClr val="bg1">
                        <a:lumMod val="95000"/>
                      </a:schemeClr>
                    </a:solidFill>
                  </a:tcPr>
                </a:tc>
                <a:tc>
                  <a:txBody>
                    <a:bodyPr/>
                    <a:lstStyle/>
                    <a:p>
                      <a:pPr algn="just">
                        <a:lnSpc>
                          <a:spcPct val="115000"/>
                        </a:lnSpc>
                        <a:spcAft>
                          <a:spcPts val="0"/>
                        </a:spcAft>
                      </a:pPr>
                      <a:r>
                        <a:rPr lang="en-IN" sz="1600">
                          <a:effectLst/>
                          <a:latin typeface="Arial" panose="020B0604020202020204" pitchFamily="34" charset="0"/>
                          <a:cs typeface="Arial" panose="020B0604020202020204" pitchFamily="34" charset="0"/>
                        </a:rPr>
                        <a:t>Gender</a:t>
                      </a:r>
                      <a:endParaRPr lang="en-IN" sz="140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solidFill>
                      <a:schemeClr val="bg1">
                        <a:lumMod val="95000"/>
                      </a:schemeClr>
                    </a:solidFill>
                  </a:tcPr>
                </a:tc>
                <a:tc>
                  <a:txBody>
                    <a:bodyPr/>
                    <a:lstStyle/>
                    <a:p>
                      <a:pPr algn="just">
                        <a:lnSpc>
                          <a:spcPct val="107000"/>
                        </a:lnSpc>
                        <a:spcAft>
                          <a:spcPts val="800"/>
                        </a:spcAft>
                      </a:pPr>
                      <a:r>
                        <a:rPr lang="en-IN" sz="1600" dirty="0">
                          <a:effectLst/>
                          <a:latin typeface="Arial" panose="020B0604020202020204" pitchFamily="34" charset="0"/>
                          <a:cs typeface="Arial" panose="020B0604020202020204" pitchFamily="34" charset="0"/>
                        </a:rPr>
                        <a:t>Final result</a:t>
                      </a:r>
                      <a:endParaRPr lang="en-IN" sz="1400" dirty="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solidFill>
                      <a:schemeClr val="bg1">
                        <a:lumMod val="95000"/>
                      </a:schemeClr>
                    </a:solidFill>
                  </a:tcPr>
                </a:tc>
                <a:extLst>
                  <a:ext uri="{0D108BD9-81ED-4DB2-BD59-A6C34878D82A}">
                    <a16:rowId xmlns:a16="http://schemas.microsoft.com/office/drawing/2014/main" val="163015298"/>
                  </a:ext>
                </a:extLst>
              </a:tr>
              <a:tr h="0">
                <a:tc>
                  <a:txBody>
                    <a:bodyPr/>
                    <a:lstStyle/>
                    <a:p>
                      <a:pPr algn="ctr">
                        <a:lnSpc>
                          <a:spcPct val="107000"/>
                        </a:lnSpc>
                        <a:spcAft>
                          <a:spcPts val="800"/>
                        </a:spcAft>
                      </a:pPr>
                      <a:r>
                        <a:rPr lang="en-IN" sz="1600">
                          <a:effectLst/>
                          <a:latin typeface="Arial" panose="020B0604020202020204" pitchFamily="34" charset="0"/>
                          <a:cs typeface="Arial" panose="020B0604020202020204" pitchFamily="34" charset="0"/>
                        </a:rPr>
                        <a:t>4.5</a:t>
                      </a:r>
                      <a:endParaRPr lang="en-IN" sz="140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tc>
                <a:tc>
                  <a:txBody>
                    <a:bodyPr/>
                    <a:lstStyle/>
                    <a:p>
                      <a:pPr algn="just">
                        <a:lnSpc>
                          <a:spcPct val="115000"/>
                        </a:lnSpc>
                        <a:spcAft>
                          <a:spcPts val="0"/>
                        </a:spcAft>
                      </a:pPr>
                      <a:r>
                        <a:rPr lang="en-IN" sz="1600">
                          <a:effectLst/>
                          <a:latin typeface="Arial" panose="020B0604020202020204" pitchFamily="34" charset="0"/>
                          <a:cs typeface="Arial" panose="020B0604020202020204" pitchFamily="34" charset="0"/>
                        </a:rPr>
                        <a:t>Male</a:t>
                      </a:r>
                      <a:endParaRPr lang="en-IN" sz="140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tc>
                <a:tc>
                  <a:txBody>
                    <a:bodyPr/>
                    <a:lstStyle/>
                    <a:p>
                      <a:pPr algn="just">
                        <a:lnSpc>
                          <a:spcPct val="107000"/>
                        </a:lnSpc>
                        <a:spcAft>
                          <a:spcPts val="800"/>
                        </a:spcAft>
                      </a:pPr>
                      <a:r>
                        <a:rPr lang="en-IN" sz="1600" dirty="0">
                          <a:effectLst/>
                          <a:latin typeface="Arial" panose="020B0604020202020204" pitchFamily="34" charset="0"/>
                          <a:cs typeface="Arial" panose="020B0604020202020204" pitchFamily="34" charset="0"/>
                        </a:rPr>
                        <a:t>Pass</a:t>
                      </a:r>
                      <a:endParaRPr lang="en-IN" sz="1400" dirty="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solidFill>
                      <a:schemeClr val="bg1">
                        <a:lumMod val="95000"/>
                      </a:schemeClr>
                    </a:solidFill>
                  </a:tcPr>
                </a:tc>
                <a:extLst>
                  <a:ext uri="{0D108BD9-81ED-4DB2-BD59-A6C34878D82A}">
                    <a16:rowId xmlns:a16="http://schemas.microsoft.com/office/drawing/2014/main" val="3741492180"/>
                  </a:ext>
                </a:extLst>
              </a:tr>
              <a:tr h="0">
                <a:tc>
                  <a:txBody>
                    <a:bodyPr/>
                    <a:lstStyle/>
                    <a:p>
                      <a:pPr algn="ctr">
                        <a:lnSpc>
                          <a:spcPct val="107000"/>
                        </a:lnSpc>
                        <a:spcAft>
                          <a:spcPts val="800"/>
                        </a:spcAft>
                      </a:pPr>
                      <a:r>
                        <a:rPr lang="en-IN" sz="1600">
                          <a:effectLst/>
                          <a:latin typeface="Arial" panose="020B0604020202020204" pitchFamily="34" charset="0"/>
                          <a:cs typeface="Arial" panose="020B0604020202020204" pitchFamily="34" charset="0"/>
                        </a:rPr>
                        <a:t>7</a:t>
                      </a:r>
                      <a:endParaRPr lang="en-IN" sz="140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tc>
                <a:tc>
                  <a:txBody>
                    <a:bodyPr/>
                    <a:lstStyle/>
                    <a:p>
                      <a:pPr algn="just">
                        <a:lnSpc>
                          <a:spcPct val="115000"/>
                        </a:lnSpc>
                        <a:spcAft>
                          <a:spcPts val="0"/>
                        </a:spcAft>
                      </a:pPr>
                      <a:r>
                        <a:rPr lang="en-IN" sz="1600">
                          <a:effectLst/>
                          <a:latin typeface="Arial" panose="020B0604020202020204" pitchFamily="34" charset="0"/>
                          <a:cs typeface="Arial" panose="020B0604020202020204" pitchFamily="34" charset="0"/>
                        </a:rPr>
                        <a:t>Female</a:t>
                      </a:r>
                      <a:endParaRPr lang="en-IN" sz="140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tc>
                <a:tc>
                  <a:txBody>
                    <a:bodyPr/>
                    <a:lstStyle/>
                    <a:p>
                      <a:pPr algn="just">
                        <a:lnSpc>
                          <a:spcPct val="107000"/>
                        </a:lnSpc>
                        <a:spcAft>
                          <a:spcPts val="800"/>
                        </a:spcAft>
                      </a:pPr>
                      <a:r>
                        <a:rPr lang="en-IN" sz="1600">
                          <a:effectLst/>
                          <a:latin typeface="Arial" panose="020B0604020202020204" pitchFamily="34" charset="0"/>
                          <a:cs typeface="Arial" panose="020B0604020202020204" pitchFamily="34" charset="0"/>
                        </a:rPr>
                        <a:t>Pass</a:t>
                      </a:r>
                      <a:endParaRPr lang="en-IN" sz="140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solidFill>
                      <a:schemeClr val="bg1">
                        <a:lumMod val="95000"/>
                      </a:schemeClr>
                    </a:solidFill>
                  </a:tcPr>
                </a:tc>
                <a:extLst>
                  <a:ext uri="{0D108BD9-81ED-4DB2-BD59-A6C34878D82A}">
                    <a16:rowId xmlns:a16="http://schemas.microsoft.com/office/drawing/2014/main" val="23477928"/>
                  </a:ext>
                </a:extLst>
              </a:tr>
              <a:tr h="0">
                <a:tc>
                  <a:txBody>
                    <a:bodyPr/>
                    <a:lstStyle/>
                    <a:p>
                      <a:pPr algn="ctr">
                        <a:lnSpc>
                          <a:spcPct val="107000"/>
                        </a:lnSpc>
                        <a:spcAft>
                          <a:spcPts val="800"/>
                        </a:spcAft>
                      </a:pPr>
                      <a:r>
                        <a:rPr lang="en-IN" sz="1600">
                          <a:effectLst/>
                          <a:latin typeface="Arial" panose="020B0604020202020204" pitchFamily="34" charset="0"/>
                          <a:cs typeface="Arial" panose="020B0604020202020204" pitchFamily="34" charset="0"/>
                        </a:rPr>
                        <a:t>2</a:t>
                      </a:r>
                      <a:endParaRPr lang="en-IN" sz="140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tc>
                <a:tc>
                  <a:txBody>
                    <a:bodyPr/>
                    <a:lstStyle/>
                    <a:p>
                      <a:pPr algn="just">
                        <a:lnSpc>
                          <a:spcPct val="115000"/>
                        </a:lnSpc>
                        <a:spcAft>
                          <a:spcPts val="0"/>
                        </a:spcAft>
                      </a:pPr>
                      <a:r>
                        <a:rPr lang="en-IN" sz="1600">
                          <a:effectLst/>
                          <a:latin typeface="Arial" panose="020B0604020202020204" pitchFamily="34" charset="0"/>
                          <a:cs typeface="Arial" panose="020B0604020202020204" pitchFamily="34" charset="0"/>
                        </a:rPr>
                        <a:t>Male</a:t>
                      </a:r>
                      <a:endParaRPr lang="en-IN" sz="140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tc>
                <a:tc>
                  <a:txBody>
                    <a:bodyPr/>
                    <a:lstStyle/>
                    <a:p>
                      <a:pPr algn="just">
                        <a:lnSpc>
                          <a:spcPct val="107000"/>
                        </a:lnSpc>
                        <a:spcAft>
                          <a:spcPts val="800"/>
                        </a:spcAft>
                      </a:pPr>
                      <a:r>
                        <a:rPr lang="en-IN" sz="1600">
                          <a:effectLst/>
                          <a:latin typeface="Arial" panose="020B0604020202020204" pitchFamily="34" charset="0"/>
                          <a:cs typeface="Arial" panose="020B0604020202020204" pitchFamily="34" charset="0"/>
                        </a:rPr>
                        <a:t>Fail</a:t>
                      </a:r>
                      <a:endParaRPr lang="en-IN" sz="140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solidFill>
                      <a:schemeClr val="bg1">
                        <a:lumMod val="95000"/>
                      </a:schemeClr>
                    </a:solidFill>
                  </a:tcPr>
                </a:tc>
                <a:extLst>
                  <a:ext uri="{0D108BD9-81ED-4DB2-BD59-A6C34878D82A}">
                    <a16:rowId xmlns:a16="http://schemas.microsoft.com/office/drawing/2014/main" val="3404121548"/>
                  </a:ext>
                </a:extLst>
              </a:tr>
              <a:tr h="0">
                <a:tc>
                  <a:txBody>
                    <a:bodyPr/>
                    <a:lstStyle/>
                    <a:p>
                      <a:pPr algn="ctr">
                        <a:lnSpc>
                          <a:spcPct val="107000"/>
                        </a:lnSpc>
                        <a:spcAft>
                          <a:spcPts val="800"/>
                        </a:spcAft>
                      </a:pPr>
                      <a:r>
                        <a:rPr lang="en-IN" sz="1600">
                          <a:effectLst/>
                          <a:latin typeface="Arial" panose="020B0604020202020204" pitchFamily="34" charset="0"/>
                          <a:cs typeface="Arial" panose="020B0604020202020204" pitchFamily="34" charset="0"/>
                        </a:rPr>
                        <a:t>4</a:t>
                      </a:r>
                      <a:endParaRPr lang="en-IN" sz="140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tc>
                <a:tc>
                  <a:txBody>
                    <a:bodyPr/>
                    <a:lstStyle/>
                    <a:p>
                      <a:pPr algn="just">
                        <a:lnSpc>
                          <a:spcPct val="115000"/>
                        </a:lnSpc>
                        <a:spcAft>
                          <a:spcPts val="0"/>
                        </a:spcAft>
                      </a:pPr>
                      <a:r>
                        <a:rPr lang="en-IN" sz="1600">
                          <a:effectLst/>
                          <a:latin typeface="Arial" panose="020B0604020202020204" pitchFamily="34" charset="0"/>
                          <a:cs typeface="Arial" panose="020B0604020202020204" pitchFamily="34" charset="0"/>
                        </a:rPr>
                        <a:t>Female</a:t>
                      </a:r>
                      <a:endParaRPr lang="en-IN" sz="140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tc>
                <a:tc>
                  <a:txBody>
                    <a:bodyPr/>
                    <a:lstStyle/>
                    <a:p>
                      <a:pPr algn="just">
                        <a:lnSpc>
                          <a:spcPct val="107000"/>
                        </a:lnSpc>
                        <a:spcAft>
                          <a:spcPts val="800"/>
                        </a:spcAft>
                      </a:pPr>
                      <a:r>
                        <a:rPr lang="en-IN" sz="1600">
                          <a:effectLst/>
                          <a:latin typeface="Arial" panose="020B0604020202020204" pitchFamily="34" charset="0"/>
                          <a:cs typeface="Arial" panose="020B0604020202020204" pitchFamily="34" charset="0"/>
                        </a:rPr>
                        <a:t>Fail</a:t>
                      </a:r>
                      <a:endParaRPr lang="en-IN" sz="140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solidFill>
                      <a:schemeClr val="bg1">
                        <a:lumMod val="95000"/>
                      </a:schemeClr>
                    </a:solidFill>
                  </a:tcPr>
                </a:tc>
                <a:extLst>
                  <a:ext uri="{0D108BD9-81ED-4DB2-BD59-A6C34878D82A}">
                    <a16:rowId xmlns:a16="http://schemas.microsoft.com/office/drawing/2014/main" val="4232945973"/>
                  </a:ext>
                </a:extLst>
              </a:tr>
              <a:tr h="0">
                <a:tc>
                  <a:txBody>
                    <a:bodyPr/>
                    <a:lstStyle/>
                    <a:p>
                      <a:pPr algn="ctr">
                        <a:lnSpc>
                          <a:spcPct val="107000"/>
                        </a:lnSpc>
                        <a:spcAft>
                          <a:spcPts val="800"/>
                        </a:spcAft>
                      </a:pPr>
                      <a:r>
                        <a:rPr lang="en-IN" sz="1600">
                          <a:effectLst/>
                          <a:latin typeface="Arial" panose="020B0604020202020204" pitchFamily="34" charset="0"/>
                          <a:cs typeface="Arial" panose="020B0604020202020204" pitchFamily="34" charset="0"/>
                        </a:rPr>
                        <a:t>2.5</a:t>
                      </a:r>
                      <a:endParaRPr lang="en-IN" sz="140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tc>
                <a:tc>
                  <a:txBody>
                    <a:bodyPr/>
                    <a:lstStyle/>
                    <a:p>
                      <a:pPr algn="just">
                        <a:lnSpc>
                          <a:spcPct val="115000"/>
                        </a:lnSpc>
                        <a:spcAft>
                          <a:spcPts val="0"/>
                        </a:spcAft>
                      </a:pPr>
                      <a:r>
                        <a:rPr lang="en-IN" sz="1600">
                          <a:effectLst/>
                          <a:latin typeface="Arial" panose="020B0604020202020204" pitchFamily="34" charset="0"/>
                          <a:cs typeface="Arial" panose="020B0604020202020204" pitchFamily="34" charset="0"/>
                        </a:rPr>
                        <a:t>Male</a:t>
                      </a:r>
                      <a:endParaRPr lang="en-IN" sz="140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tc>
                <a:tc>
                  <a:txBody>
                    <a:bodyPr/>
                    <a:lstStyle/>
                    <a:p>
                      <a:pPr algn="just">
                        <a:lnSpc>
                          <a:spcPct val="107000"/>
                        </a:lnSpc>
                        <a:spcAft>
                          <a:spcPts val="800"/>
                        </a:spcAft>
                      </a:pPr>
                      <a:r>
                        <a:rPr lang="en-IN" sz="1600">
                          <a:effectLst/>
                          <a:latin typeface="Arial" panose="020B0604020202020204" pitchFamily="34" charset="0"/>
                          <a:cs typeface="Arial" panose="020B0604020202020204" pitchFamily="34" charset="0"/>
                        </a:rPr>
                        <a:t>Fail</a:t>
                      </a:r>
                      <a:endParaRPr lang="en-IN" sz="140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solidFill>
                      <a:schemeClr val="bg1">
                        <a:lumMod val="95000"/>
                      </a:schemeClr>
                    </a:solidFill>
                  </a:tcPr>
                </a:tc>
                <a:extLst>
                  <a:ext uri="{0D108BD9-81ED-4DB2-BD59-A6C34878D82A}">
                    <a16:rowId xmlns:a16="http://schemas.microsoft.com/office/drawing/2014/main" val="3367730247"/>
                  </a:ext>
                </a:extLst>
              </a:tr>
              <a:tr h="0">
                <a:tc>
                  <a:txBody>
                    <a:bodyPr/>
                    <a:lstStyle/>
                    <a:p>
                      <a:pPr algn="ctr">
                        <a:lnSpc>
                          <a:spcPct val="107000"/>
                        </a:lnSpc>
                        <a:spcAft>
                          <a:spcPts val="800"/>
                        </a:spcAft>
                      </a:pPr>
                      <a:r>
                        <a:rPr lang="en-IN" sz="1600">
                          <a:effectLst/>
                          <a:latin typeface="Arial" panose="020B0604020202020204" pitchFamily="34" charset="0"/>
                          <a:cs typeface="Arial" panose="020B0604020202020204" pitchFamily="34" charset="0"/>
                        </a:rPr>
                        <a:t>3</a:t>
                      </a:r>
                      <a:endParaRPr lang="en-IN" sz="140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tc>
                <a:tc>
                  <a:txBody>
                    <a:bodyPr/>
                    <a:lstStyle/>
                    <a:p>
                      <a:pPr algn="just">
                        <a:lnSpc>
                          <a:spcPct val="115000"/>
                        </a:lnSpc>
                        <a:spcAft>
                          <a:spcPts val="0"/>
                        </a:spcAft>
                      </a:pPr>
                      <a:r>
                        <a:rPr lang="en-IN" sz="1600">
                          <a:effectLst/>
                          <a:latin typeface="Arial" panose="020B0604020202020204" pitchFamily="34" charset="0"/>
                          <a:cs typeface="Arial" panose="020B0604020202020204" pitchFamily="34" charset="0"/>
                        </a:rPr>
                        <a:t>Female</a:t>
                      </a:r>
                      <a:endParaRPr lang="en-IN" sz="140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tc>
                <a:tc>
                  <a:txBody>
                    <a:bodyPr/>
                    <a:lstStyle/>
                    <a:p>
                      <a:pPr algn="just">
                        <a:lnSpc>
                          <a:spcPct val="107000"/>
                        </a:lnSpc>
                        <a:spcAft>
                          <a:spcPts val="800"/>
                        </a:spcAft>
                      </a:pPr>
                      <a:r>
                        <a:rPr lang="en-IN" sz="1600">
                          <a:effectLst/>
                          <a:latin typeface="Arial" panose="020B0604020202020204" pitchFamily="34" charset="0"/>
                          <a:cs typeface="Arial" panose="020B0604020202020204" pitchFamily="34" charset="0"/>
                        </a:rPr>
                        <a:t>Fail</a:t>
                      </a:r>
                      <a:endParaRPr lang="en-IN" sz="140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solidFill>
                      <a:schemeClr val="bg1">
                        <a:lumMod val="95000"/>
                      </a:schemeClr>
                    </a:solidFill>
                  </a:tcPr>
                </a:tc>
                <a:extLst>
                  <a:ext uri="{0D108BD9-81ED-4DB2-BD59-A6C34878D82A}">
                    <a16:rowId xmlns:a16="http://schemas.microsoft.com/office/drawing/2014/main" val="2427801666"/>
                  </a:ext>
                </a:extLst>
              </a:tr>
              <a:tr h="320675">
                <a:tc>
                  <a:txBody>
                    <a:bodyPr/>
                    <a:lstStyle/>
                    <a:p>
                      <a:pPr algn="ctr">
                        <a:lnSpc>
                          <a:spcPct val="115000"/>
                        </a:lnSpc>
                        <a:spcAft>
                          <a:spcPts val="0"/>
                        </a:spcAft>
                      </a:pPr>
                      <a:r>
                        <a:rPr lang="en-IN" sz="1600">
                          <a:effectLst/>
                          <a:latin typeface="Arial" panose="020B0604020202020204" pitchFamily="34" charset="0"/>
                          <a:cs typeface="Arial" panose="020B0604020202020204" pitchFamily="34" charset="0"/>
                        </a:rPr>
                        <a:t>8.3</a:t>
                      </a:r>
                      <a:endParaRPr lang="en-IN" sz="140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tc>
                <a:tc>
                  <a:txBody>
                    <a:bodyPr/>
                    <a:lstStyle/>
                    <a:p>
                      <a:pPr algn="just">
                        <a:lnSpc>
                          <a:spcPct val="115000"/>
                        </a:lnSpc>
                        <a:spcAft>
                          <a:spcPts val="0"/>
                        </a:spcAft>
                      </a:pPr>
                      <a:r>
                        <a:rPr lang="en-IN" sz="1600">
                          <a:effectLst/>
                          <a:latin typeface="Arial" panose="020B0604020202020204" pitchFamily="34" charset="0"/>
                          <a:cs typeface="Arial" panose="020B0604020202020204" pitchFamily="34" charset="0"/>
                        </a:rPr>
                        <a:t>Male</a:t>
                      </a:r>
                      <a:endParaRPr lang="en-IN" sz="140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tc>
                <a:tc>
                  <a:txBody>
                    <a:bodyPr/>
                    <a:lstStyle/>
                    <a:p>
                      <a:pPr algn="just">
                        <a:lnSpc>
                          <a:spcPct val="115000"/>
                        </a:lnSpc>
                        <a:spcAft>
                          <a:spcPts val="0"/>
                        </a:spcAft>
                      </a:pPr>
                      <a:r>
                        <a:rPr lang="en-IN" sz="1600">
                          <a:effectLst/>
                          <a:latin typeface="Arial" panose="020B0604020202020204" pitchFamily="34" charset="0"/>
                          <a:cs typeface="Arial" panose="020B0604020202020204" pitchFamily="34" charset="0"/>
                        </a:rPr>
                        <a:t>Fail</a:t>
                      </a:r>
                      <a:endParaRPr lang="en-IN" sz="140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solidFill>
                      <a:schemeClr val="bg1">
                        <a:lumMod val="95000"/>
                      </a:schemeClr>
                    </a:solidFill>
                  </a:tcPr>
                </a:tc>
                <a:extLst>
                  <a:ext uri="{0D108BD9-81ED-4DB2-BD59-A6C34878D82A}">
                    <a16:rowId xmlns:a16="http://schemas.microsoft.com/office/drawing/2014/main" val="942412077"/>
                  </a:ext>
                </a:extLst>
              </a:tr>
              <a:tr h="360680">
                <a:tc>
                  <a:txBody>
                    <a:bodyPr/>
                    <a:lstStyle/>
                    <a:p>
                      <a:pPr algn="ctr">
                        <a:lnSpc>
                          <a:spcPct val="115000"/>
                        </a:lnSpc>
                        <a:spcAft>
                          <a:spcPts val="0"/>
                        </a:spcAft>
                      </a:pPr>
                      <a:r>
                        <a:rPr lang="en-IN" sz="1600">
                          <a:effectLst/>
                          <a:latin typeface="Arial" panose="020B0604020202020204" pitchFamily="34" charset="0"/>
                          <a:cs typeface="Arial" panose="020B0604020202020204" pitchFamily="34" charset="0"/>
                        </a:rPr>
                        <a:t>8</a:t>
                      </a:r>
                      <a:endParaRPr lang="en-IN" sz="140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tc>
                <a:tc>
                  <a:txBody>
                    <a:bodyPr/>
                    <a:lstStyle/>
                    <a:p>
                      <a:pPr algn="just">
                        <a:lnSpc>
                          <a:spcPct val="115000"/>
                        </a:lnSpc>
                        <a:spcAft>
                          <a:spcPts val="0"/>
                        </a:spcAft>
                      </a:pPr>
                      <a:r>
                        <a:rPr lang="en-IN" sz="1600">
                          <a:effectLst/>
                          <a:latin typeface="Arial" panose="020B0604020202020204" pitchFamily="34" charset="0"/>
                          <a:cs typeface="Arial" panose="020B0604020202020204" pitchFamily="34" charset="0"/>
                        </a:rPr>
                        <a:t>Female</a:t>
                      </a:r>
                      <a:endParaRPr lang="en-IN" sz="140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tc>
                <a:tc>
                  <a:txBody>
                    <a:bodyPr/>
                    <a:lstStyle/>
                    <a:p>
                      <a:pPr algn="just">
                        <a:lnSpc>
                          <a:spcPct val="115000"/>
                        </a:lnSpc>
                        <a:spcAft>
                          <a:spcPts val="0"/>
                        </a:spcAft>
                      </a:pPr>
                      <a:r>
                        <a:rPr lang="en-IN" sz="1600">
                          <a:effectLst/>
                          <a:latin typeface="Arial" panose="020B0604020202020204" pitchFamily="34" charset="0"/>
                          <a:cs typeface="Arial" panose="020B0604020202020204" pitchFamily="34" charset="0"/>
                        </a:rPr>
                        <a:t>Pass</a:t>
                      </a:r>
                      <a:endParaRPr lang="en-IN" sz="140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solidFill>
                      <a:schemeClr val="bg1">
                        <a:lumMod val="95000"/>
                      </a:schemeClr>
                    </a:solidFill>
                  </a:tcPr>
                </a:tc>
                <a:extLst>
                  <a:ext uri="{0D108BD9-81ED-4DB2-BD59-A6C34878D82A}">
                    <a16:rowId xmlns:a16="http://schemas.microsoft.com/office/drawing/2014/main" val="1300297249"/>
                  </a:ext>
                </a:extLst>
              </a:tr>
              <a:tr h="0">
                <a:tc>
                  <a:txBody>
                    <a:bodyPr/>
                    <a:lstStyle/>
                    <a:p>
                      <a:pPr algn="ctr">
                        <a:lnSpc>
                          <a:spcPct val="115000"/>
                        </a:lnSpc>
                        <a:spcAft>
                          <a:spcPts val="0"/>
                        </a:spcAft>
                      </a:pPr>
                      <a:r>
                        <a:rPr lang="en-IN" sz="1600" dirty="0">
                          <a:effectLst/>
                          <a:latin typeface="Arial" panose="020B0604020202020204" pitchFamily="34" charset="0"/>
                          <a:cs typeface="Arial" panose="020B0604020202020204" pitchFamily="34" charset="0"/>
                        </a:rPr>
                        <a:t>9</a:t>
                      </a:r>
                      <a:endParaRPr lang="en-IN" sz="1400" dirty="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tc>
                <a:tc>
                  <a:txBody>
                    <a:bodyPr/>
                    <a:lstStyle/>
                    <a:p>
                      <a:pPr algn="just">
                        <a:lnSpc>
                          <a:spcPct val="115000"/>
                        </a:lnSpc>
                        <a:spcAft>
                          <a:spcPts val="0"/>
                        </a:spcAft>
                      </a:pPr>
                      <a:r>
                        <a:rPr lang="en-IN" sz="1600">
                          <a:effectLst/>
                          <a:latin typeface="Arial" panose="020B0604020202020204" pitchFamily="34" charset="0"/>
                          <a:cs typeface="Arial" panose="020B0604020202020204" pitchFamily="34" charset="0"/>
                        </a:rPr>
                        <a:t>Male</a:t>
                      </a:r>
                      <a:endParaRPr lang="en-IN" sz="140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tc>
                <a:tc>
                  <a:txBody>
                    <a:bodyPr/>
                    <a:lstStyle/>
                    <a:p>
                      <a:pPr algn="just">
                        <a:lnSpc>
                          <a:spcPct val="115000"/>
                        </a:lnSpc>
                        <a:spcAft>
                          <a:spcPts val="0"/>
                        </a:spcAft>
                      </a:pPr>
                      <a:r>
                        <a:rPr lang="en-IN" sz="1600" dirty="0">
                          <a:effectLst/>
                          <a:latin typeface="Arial" panose="020B0604020202020204" pitchFamily="34" charset="0"/>
                          <a:cs typeface="Arial" panose="020B0604020202020204" pitchFamily="34" charset="0"/>
                        </a:rPr>
                        <a:t>Pass</a:t>
                      </a:r>
                      <a:endParaRPr lang="en-IN" sz="1400" dirty="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solidFill>
                      <a:schemeClr val="bg1">
                        <a:lumMod val="95000"/>
                      </a:schemeClr>
                    </a:solidFill>
                  </a:tcPr>
                </a:tc>
                <a:extLst>
                  <a:ext uri="{0D108BD9-81ED-4DB2-BD59-A6C34878D82A}">
                    <a16:rowId xmlns:a16="http://schemas.microsoft.com/office/drawing/2014/main" val="3757199545"/>
                  </a:ext>
                </a:extLst>
              </a:tr>
            </a:tbl>
          </a:graphicData>
        </a:graphic>
      </p:graphicFrame>
      <mc:AlternateContent xmlns:mc="http://schemas.openxmlformats.org/markup-compatibility/2006" xmlns:a14="http://schemas.microsoft.com/office/drawing/2010/main">
        <mc:Choice Requires="a14">
          <p:sp>
            <p:nvSpPr>
              <p:cNvPr id="12" name="Rectangle 11"/>
              <p:cNvSpPr/>
              <p:nvPr/>
            </p:nvSpPr>
            <p:spPr>
              <a:xfrm>
                <a:off x="609600" y="3962400"/>
                <a:ext cx="5181600" cy="338554"/>
              </a:xfrm>
              <a:prstGeom prst="rect">
                <a:avLst/>
              </a:prstGeom>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Tahoma" charset="0"/>
                    <a:ea typeface="+mn-ea"/>
                    <a:cs typeface="+mn-cs"/>
                  </a:rPr>
                  <a:t>Tip: P(X|Y) ~ N(</a:t>
                </a:r>
                <a:r>
                  <a:rPr kumimoji="0" lang="en-US" sz="1600" b="0" i="0" u="none" strike="noStrike" kern="1200" cap="none" spc="0" normalizeH="0" baseline="0" noProof="0" dirty="0">
                    <a:ln>
                      <a:noFill/>
                    </a:ln>
                    <a:solidFill>
                      <a:prstClr val="black"/>
                    </a:solidFill>
                    <a:effectLst/>
                    <a:uLnTx/>
                    <a:uFillTx/>
                    <a:latin typeface="Tahoma" charset="0"/>
                    <a:ea typeface="+mn-ea"/>
                    <a:cs typeface="+mn-cs"/>
                    <a:sym typeface="Symbol" panose="05050102010706020507" pitchFamily="18" charset="2"/>
                  </a:rPr>
                  <a:t>, </a:t>
                </a:r>
                <a:r>
                  <a:rPr kumimoji="0" lang="en-US" sz="1600" b="0" i="0" u="none" strike="noStrike" kern="1200" cap="none" spc="0" normalizeH="0" baseline="30000" noProof="0" dirty="0">
                    <a:ln>
                      <a:noFill/>
                    </a:ln>
                    <a:solidFill>
                      <a:prstClr val="black"/>
                    </a:solidFill>
                    <a:effectLst/>
                    <a:uLnTx/>
                    <a:uFillTx/>
                    <a:latin typeface="Tahoma" charset="0"/>
                    <a:ea typeface="+mn-ea"/>
                    <a:cs typeface="+mn-cs"/>
                    <a:sym typeface="Symbol" panose="05050102010706020507" pitchFamily="18" charset="2"/>
                  </a:rPr>
                  <a:t>2</a:t>
                </a:r>
                <a:r>
                  <a:rPr kumimoji="0" lang="en-US" sz="1600" b="0" i="0" u="none" strike="noStrike" kern="1200" cap="none" spc="0" normalizeH="0" baseline="0" noProof="0" dirty="0">
                    <a:ln>
                      <a:noFill/>
                    </a:ln>
                    <a:solidFill>
                      <a:prstClr val="black"/>
                    </a:solidFill>
                    <a:effectLst/>
                    <a:uLnTx/>
                    <a:uFillTx/>
                    <a:latin typeface="Tahoma" charset="0"/>
                    <a:ea typeface="+mn-ea"/>
                    <a:cs typeface="+mn-cs"/>
                    <a:sym typeface="Symbol" panose="05050102010706020507" pitchFamily="18" charset="2"/>
                  </a:rPr>
                  <a:t>) </a:t>
                </a:r>
                <a14:m>
                  <m:oMath xmlns:m="http://schemas.openxmlformats.org/officeDocument/2006/math">
                    <m:r>
                      <a:rPr kumimoji="0" lang="en-US" sz="1600" b="0"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  </m:t>
                    </m:r>
                    <m:r>
                      <m:rPr>
                        <m:sty m:val="p"/>
                      </m:rPr>
                      <a:rPr kumimoji="0" lang="en-US" sz="1600" b="0"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GaussianNB</m:t>
                    </m:r>
                  </m:oMath>
                </a14:m>
                <a:r>
                  <a:rPr kumimoji="0" lang="en-US" sz="1600" b="0" i="0" u="none" strike="noStrike" kern="1200" cap="none" spc="0" normalizeH="0" baseline="0" noProof="0" dirty="0">
                    <a:ln>
                      <a:noFill/>
                    </a:ln>
                    <a:solidFill>
                      <a:prstClr val="black"/>
                    </a:solidFill>
                    <a:effectLst/>
                    <a:uLnTx/>
                    <a:uFillTx/>
                    <a:latin typeface="Tahoma" charset="0"/>
                    <a:ea typeface="+mn-ea"/>
                    <a:cs typeface="+mn-cs"/>
                  </a:rPr>
                  <a:t> (X</a:t>
                </a:r>
                <a:r>
                  <a:rPr kumimoji="0" lang="en-US" sz="1600" b="0" i="0" u="none" strike="noStrike" kern="1200" cap="none" spc="0" normalizeH="0" baseline="-25000" noProof="0" dirty="0">
                    <a:ln>
                      <a:noFill/>
                    </a:ln>
                    <a:solidFill>
                      <a:prstClr val="black"/>
                    </a:solidFill>
                    <a:effectLst/>
                    <a:uLnTx/>
                    <a:uFillTx/>
                    <a:latin typeface="Tahoma" charset="0"/>
                    <a:ea typeface="+mn-ea"/>
                    <a:cs typeface="+mn-cs"/>
                  </a:rPr>
                  <a:t>i </a:t>
                </a:r>
                <a:r>
                  <a:rPr kumimoji="0" lang="en-US" sz="1600" b="0" i="0" u="none" strike="noStrike" kern="1200" cap="none" spc="0" normalizeH="0" baseline="0" noProof="0" dirty="0">
                    <a:ln>
                      <a:noFill/>
                    </a:ln>
                    <a:solidFill>
                      <a:prstClr val="black"/>
                    </a:solidFill>
                    <a:effectLst/>
                    <a:uLnTx/>
                    <a:uFillTx/>
                    <a:latin typeface="Tahoma" charset="0"/>
                    <a:ea typeface="+mn-ea"/>
                    <a:cs typeface="+mn-cs"/>
                  </a:rPr>
                  <a:t>– real valued)</a:t>
                </a:r>
                <a:r>
                  <a:rPr kumimoji="0" lang="en-US" sz="1600" b="0" i="0" u="none" strike="noStrike" kern="1200" cap="none" spc="0" normalizeH="0" baseline="-25000" noProof="0" dirty="0">
                    <a:ln>
                      <a:noFill/>
                    </a:ln>
                    <a:solidFill>
                      <a:prstClr val="black"/>
                    </a:solidFill>
                    <a:effectLst/>
                    <a:uLnTx/>
                    <a:uFillTx/>
                    <a:latin typeface="Tahoma" charset="0"/>
                    <a:ea typeface="+mn-ea"/>
                    <a:cs typeface="+mn-cs"/>
                  </a:rPr>
                  <a:t> </a:t>
                </a:r>
              </a:p>
            </p:txBody>
          </p:sp>
        </mc:Choice>
        <mc:Fallback xmlns="">
          <p:sp>
            <p:nvSpPr>
              <p:cNvPr id="12" name="Rectangle 11"/>
              <p:cNvSpPr>
                <a:spLocks noRot="1" noChangeAspect="1" noMove="1" noResize="1" noEditPoints="1" noAdjustHandles="1" noChangeArrowheads="1" noChangeShapeType="1" noTextEdit="1"/>
              </p:cNvSpPr>
              <p:nvPr/>
            </p:nvSpPr>
            <p:spPr>
              <a:xfrm>
                <a:off x="609600" y="3962400"/>
                <a:ext cx="5181600" cy="338554"/>
              </a:xfrm>
              <a:prstGeom prst="rect">
                <a:avLst/>
              </a:prstGeom>
              <a:blipFill>
                <a:blip r:embed="rId2"/>
                <a:stretch>
                  <a:fillRect l="-588" t="-5357" b="-21429"/>
                </a:stretch>
              </a:blipFill>
            </p:spPr>
            <p:txBody>
              <a:bodyPr/>
              <a:lstStyle/>
              <a:p>
                <a:r>
                  <a:rPr lang="en-IN">
                    <a:noFill/>
                  </a:rPr>
                  <a:t> </a:t>
                </a:r>
              </a:p>
            </p:txBody>
          </p:sp>
        </mc:Fallback>
      </mc:AlternateContent>
      <p:cxnSp>
        <p:nvCxnSpPr>
          <p:cNvPr id="14" name="Straight Arrow Connector 13"/>
          <p:cNvCxnSpPr/>
          <p:nvPr/>
        </p:nvCxnSpPr>
        <p:spPr>
          <a:xfrm flipV="1">
            <a:off x="5257800" y="3657600"/>
            <a:ext cx="914400" cy="45720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8B77A03E-2466-7776-23F5-310DA6F999DC}"/>
                  </a:ext>
                </a:extLst>
              </p14:cNvPr>
              <p14:cNvContentPartPr/>
              <p14:nvPr/>
            </p14:nvContentPartPr>
            <p14:xfrm>
              <a:off x="261720" y="776160"/>
              <a:ext cx="8492760" cy="5272200"/>
            </p14:xfrm>
          </p:contentPart>
        </mc:Choice>
        <mc:Fallback>
          <p:pic>
            <p:nvPicPr>
              <p:cNvPr id="4" name="Ink 3">
                <a:extLst>
                  <a:ext uri="{FF2B5EF4-FFF2-40B4-BE49-F238E27FC236}">
                    <a16:creationId xmlns:a16="http://schemas.microsoft.com/office/drawing/2014/main" id="{8B77A03E-2466-7776-23F5-310DA6F999DC}"/>
                  </a:ext>
                </a:extLst>
              </p:cNvPr>
              <p:cNvPicPr/>
              <p:nvPr/>
            </p:nvPicPr>
            <p:blipFill>
              <a:blip r:embed="rId4"/>
              <a:stretch>
                <a:fillRect/>
              </a:stretch>
            </p:blipFill>
            <p:spPr>
              <a:xfrm>
                <a:off x="252360" y="766800"/>
                <a:ext cx="8511480" cy="5290920"/>
              </a:xfrm>
              <a:prstGeom prst="rect">
                <a:avLst/>
              </a:prstGeom>
            </p:spPr>
          </p:pic>
        </mc:Fallback>
      </mc:AlternateContent>
    </p:spTree>
    <p:extLst>
      <p:ext uri="{BB962C8B-B14F-4D97-AF65-F5344CB8AC3E}">
        <p14:creationId xmlns:p14="http://schemas.microsoft.com/office/powerpoint/2010/main" val="306602758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a:spLocks noGrp="1"/>
          </p:cNvSpPr>
          <p:nvPr>
            <p:ph sz="quarter" idx="10"/>
          </p:nvPr>
        </p:nvSpPr>
        <p:spPr>
          <a:xfrm>
            <a:off x="304800" y="589597"/>
            <a:ext cx="7543800" cy="609600"/>
          </a:xfrm>
        </p:spPr>
        <p:txBody>
          <a:bodyPr>
            <a:noAutofit/>
          </a:bodyPr>
          <a:lstStyle/>
          <a:p>
            <a:pPr marL="271463" lvl="0" indent="-42863" fontAlgn="auto">
              <a:lnSpc>
                <a:spcPct val="100000"/>
              </a:lnSpc>
              <a:spcAft>
                <a:spcPts val="0"/>
              </a:spcAft>
              <a:buClr>
                <a:prstClr val="black"/>
              </a:buClr>
              <a:buSzPts val="3600"/>
            </a:pPr>
            <a:r>
              <a:rPr lang="en-IN" sz="2400" spc="0" dirty="0">
                <a:solidFill>
                  <a:prstClr val="black"/>
                </a:solidFill>
                <a:ea typeface="Cambria" panose="02040503050406030204" pitchFamily="18" charset="0"/>
                <a:sym typeface="Arial"/>
              </a:rPr>
              <a:t>Additional Exercises – For Student’s Practice</a:t>
            </a:r>
          </a:p>
        </p:txBody>
      </p:sp>
      <p:graphicFrame>
        <p:nvGraphicFramePr>
          <p:cNvPr id="3" name="Table 2"/>
          <p:cNvGraphicFramePr>
            <a:graphicFrameLocks noGrp="1"/>
          </p:cNvGraphicFramePr>
          <p:nvPr/>
        </p:nvGraphicFramePr>
        <p:xfrm>
          <a:off x="5954843" y="3352800"/>
          <a:ext cx="3200400" cy="2979992"/>
        </p:xfrm>
        <a:graphic>
          <a:graphicData uri="http://schemas.openxmlformats.org/drawingml/2006/table">
            <a:tbl>
              <a:tblPr firstRow="1" firstCol="1" bandRow="1">
                <a:tableStyleId>{5940675A-B579-460E-94D1-54222C63F5DA}</a:tableStyleId>
              </a:tblPr>
              <a:tblGrid>
                <a:gridCol w="1371600">
                  <a:extLst>
                    <a:ext uri="{9D8B030D-6E8A-4147-A177-3AD203B41FA5}">
                      <a16:colId xmlns:a16="http://schemas.microsoft.com/office/drawing/2014/main" val="777838724"/>
                    </a:ext>
                  </a:extLst>
                </a:gridCol>
                <a:gridCol w="996696">
                  <a:extLst>
                    <a:ext uri="{9D8B030D-6E8A-4147-A177-3AD203B41FA5}">
                      <a16:colId xmlns:a16="http://schemas.microsoft.com/office/drawing/2014/main" val="3973926251"/>
                    </a:ext>
                  </a:extLst>
                </a:gridCol>
                <a:gridCol w="832104">
                  <a:extLst>
                    <a:ext uri="{9D8B030D-6E8A-4147-A177-3AD203B41FA5}">
                      <a16:colId xmlns:a16="http://schemas.microsoft.com/office/drawing/2014/main" val="2482708395"/>
                    </a:ext>
                  </a:extLst>
                </a:gridCol>
              </a:tblGrid>
              <a:tr h="0">
                <a:tc>
                  <a:txBody>
                    <a:bodyPr/>
                    <a:lstStyle/>
                    <a:p>
                      <a:pPr algn="ctr">
                        <a:lnSpc>
                          <a:spcPct val="107000"/>
                        </a:lnSpc>
                        <a:spcAft>
                          <a:spcPts val="800"/>
                        </a:spcAft>
                      </a:pPr>
                      <a:r>
                        <a:rPr lang="en-IN" sz="1600" dirty="0">
                          <a:effectLst/>
                          <a:latin typeface="Arial" panose="020B0604020202020204" pitchFamily="34" charset="0"/>
                          <a:cs typeface="Arial" panose="020B0604020202020204" pitchFamily="34" charset="0"/>
                        </a:rPr>
                        <a:t>No of study hours</a:t>
                      </a:r>
                      <a:endParaRPr lang="en-IN" sz="1400" dirty="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solidFill>
                      <a:schemeClr val="bg1">
                        <a:lumMod val="95000"/>
                      </a:schemeClr>
                    </a:solidFill>
                  </a:tcPr>
                </a:tc>
                <a:tc>
                  <a:txBody>
                    <a:bodyPr/>
                    <a:lstStyle/>
                    <a:p>
                      <a:pPr algn="just">
                        <a:lnSpc>
                          <a:spcPct val="115000"/>
                        </a:lnSpc>
                        <a:spcAft>
                          <a:spcPts val="0"/>
                        </a:spcAft>
                      </a:pPr>
                      <a:r>
                        <a:rPr lang="en-IN" sz="1600">
                          <a:effectLst/>
                          <a:latin typeface="Arial" panose="020B0604020202020204" pitchFamily="34" charset="0"/>
                          <a:cs typeface="Arial" panose="020B0604020202020204" pitchFamily="34" charset="0"/>
                        </a:rPr>
                        <a:t>Gender</a:t>
                      </a:r>
                      <a:endParaRPr lang="en-IN" sz="140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solidFill>
                      <a:schemeClr val="bg1">
                        <a:lumMod val="95000"/>
                      </a:schemeClr>
                    </a:solidFill>
                  </a:tcPr>
                </a:tc>
                <a:tc>
                  <a:txBody>
                    <a:bodyPr/>
                    <a:lstStyle/>
                    <a:p>
                      <a:pPr algn="just">
                        <a:lnSpc>
                          <a:spcPct val="107000"/>
                        </a:lnSpc>
                        <a:spcAft>
                          <a:spcPts val="800"/>
                        </a:spcAft>
                      </a:pPr>
                      <a:r>
                        <a:rPr lang="en-IN" sz="1600" dirty="0">
                          <a:effectLst/>
                          <a:latin typeface="Arial" panose="020B0604020202020204" pitchFamily="34" charset="0"/>
                          <a:cs typeface="Arial" panose="020B0604020202020204" pitchFamily="34" charset="0"/>
                        </a:rPr>
                        <a:t>Final result</a:t>
                      </a:r>
                      <a:endParaRPr lang="en-IN" sz="1400" dirty="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solidFill>
                      <a:schemeClr val="bg1">
                        <a:lumMod val="95000"/>
                      </a:schemeClr>
                    </a:solidFill>
                  </a:tcPr>
                </a:tc>
                <a:extLst>
                  <a:ext uri="{0D108BD9-81ED-4DB2-BD59-A6C34878D82A}">
                    <a16:rowId xmlns:a16="http://schemas.microsoft.com/office/drawing/2014/main" val="163015298"/>
                  </a:ext>
                </a:extLst>
              </a:tr>
              <a:tr h="0">
                <a:tc>
                  <a:txBody>
                    <a:bodyPr/>
                    <a:lstStyle/>
                    <a:p>
                      <a:pPr algn="ctr">
                        <a:lnSpc>
                          <a:spcPct val="107000"/>
                        </a:lnSpc>
                        <a:spcAft>
                          <a:spcPts val="800"/>
                        </a:spcAft>
                      </a:pPr>
                      <a:r>
                        <a:rPr lang="en-IN" sz="1600">
                          <a:effectLst/>
                          <a:latin typeface="Arial" panose="020B0604020202020204" pitchFamily="34" charset="0"/>
                          <a:cs typeface="Arial" panose="020B0604020202020204" pitchFamily="34" charset="0"/>
                        </a:rPr>
                        <a:t>4.5</a:t>
                      </a:r>
                      <a:endParaRPr lang="en-IN" sz="140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tc>
                <a:tc>
                  <a:txBody>
                    <a:bodyPr/>
                    <a:lstStyle/>
                    <a:p>
                      <a:pPr algn="just">
                        <a:lnSpc>
                          <a:spcPct val="115000"/>
                        </a:lnSpc>
                        <a:spcAft>
                          <a:spcPts val="0"/>
                        </a:spcAft>
                      </a:pPr>
                      <a:r>
                        <a:rPr lang="en-IN" sz="1600">
                          <a:effectLst/>
                          <a:latin typeface="Arial" panose="020B0604020202020204" pitchFamily="34" charset="0"/>
                          <a:cs typeface="Arial" panose="020B0604020202020204" pitchFamily="34" charset="0"/>
                        </a:rPr>
                        <a:t>Male</a:t>
                      </a:r>
                      <a:endParaRPr lang="en-IN" sz="140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tc>
                <a:tc>
                  <a:txBody>
                    <a:bodyPr/>
                    <a:lstStyle/>
                    <a:p>
                      <a:pPr algn="just">
                        <a:lnSpc>
                          <a:spcPct val="107000"/>
                        </a:lnSpc>
                        <a:spcAft>
                          <a:spcPts val="800"/>
                        </a:spcAft>
                      </a:pPr>
                      <a:r>
                        <a:rPr lang="en-IN" sz="1600" dirty="0">
                          <a:effectLst/>
                          <a:latin typeface="Arial" panose="020B0604020202020204" pitchFamily="34" charset="0"/>
                          <a:cs typeface="Arial" panose="020B0604020202020204" pitchFamily="34" charset="0"/>
                        </a:rPr>
                        <a:t>Pass</a:t>
                      </a:r>
                      <a:endParaRPr lang="en-IN" sz="1400" dirty="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solidFill>
                      <a:schemeClr val="bg1">
                        <a:lumMod val="95000"/>
                      </a:schemeClr>
                    </a:solidFill>
                  </a:tcPr>
                </a:tc>
                <a:extLst>
                  <a:ext uri="{0D108BD9-81ED-4DB2-BD59-A6C34878D82A}">
                    <a16:rowId xmlns:a16="http://schemas.microsoft.com/office/drawing/2014/main" val="3741492180"/>
                  </a:ext>
                </a:extLst>
              </a:tr>
              <a:tr h="0">
                <a:tc>
                  <a:txBody>
                    <a:bodyPr/>
                    <a:lstStyle/>
                    <a:p>
                      <a:pPr algn="ctr">
                        <a:lnSpc>
                          <a:spcPct val="107000"/>
                        </a:lnSpc>
                        <a:spcAft>
                          <a:spcPts val="800"/>
                        </a:spcAft>
                      </a:pPr>
                      <a:r>
                        <a:rPr lang="en-IN" sz="1600">
                          <a:effectLst/>
                          <a:latin typeface="Arial" panose="020B0604020202020204" pitchFamily="34" charset="0"/>
                          <a:cs typeface="Arial" panose="020B0604020202020204" pitchFamily="34" charset="0"/>
                        </a:rPr>
                        <a:t>7</a:t>
                      </a:r>
                      <a:endParaRPr lang="en-IN" sz="140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tc>
                <a:tc>
                  <a:txBody>
                    <a:bodyPr/>
                    <a:lstStyle/>
                    <a:p>
                      <a:pPr algn="just">
                        <a:lnSpc>
                          <a:spcPct val="115000"/>
                        </a:lnSpc>
                        <a:spcAft>
                          <a:spcPts val="0"/>
                        </a:spcAft>
                      </a:pPr>
                      <a:r>
                        <a:rPr lang="en-IN" sz="1600">
                          <a:effectLst/>
                          <a:latin typeface="Arial" panose="020B0604020202020204" pitchFamily="34" charset="0"/>
                          <a:cs typeface="Arial" panose="020B0604020202020204" pitchFamily="34" charset="0"/>
                        </a:rPr>
                        <a:t>Female</a:t>
                      </a:r>
                      <a:endParaRPr lang="en-IN" sz="140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tc>
                <a:tc>
                  <a:txBody>
                    <a:bodyPr/>
                    <a:lstStyle/>
                    <a:p>
                      <a:pPr algn="just">
                        <a:lnSpc>
                          <a:spcPct val="107000"/>
                        </a:lnSpc>
                        <a:spcAft>
                          <a:spcPts val="800"/>
                        </a:spcAft>
                      </a:pPr>
                      <a:r>
                        <a:rPr lang="en-IN" sz="1600">
                          <a:effectLst/>
                          <a:latin typeface="Arial" panose="020B0604020202020204" pitchFamily="34" charset="0"/>
                          <a:cs typeface="Arial" panose="020B0604020202020204" pitchFamily="34" charset="0"/>
                        </a:rPr>
                        <a:t>Pass</a:t>
                      </a:r>
                      <a:endParaRPr lang="en-IN" sz="140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solidFill>
                      <a:schemeClr val="bg1">
                        <a:lumMod val="95000"/>
                      </a:schemeClr>
                    </a:solidFill>
                  </a:tcPr>
                </a:tc>
                <a:extLst>
                  <a:ext uri="{0D108BD9-81ED-4DB2-BD59-A6C34878D82A}">
                    <a16:rowId xmlns:a16="http://schemas.microsoft.com/office/drawing/2014/main" val="23477928"/>
                  </a:ext>
                </a:extLst>
              </a:tr>
              <a:tr h="0">
                <a:tc>
                  <a:txBody>
                    <a:bodyPr/>
                    <a:lstStyle/>
                    <a:p>
                      <a:pPr algn="ctr">
                        <a:lnSpc>
                          <a:spcPct val="107000"/>
                        </a:lnSpc>
                        <a:spcAft>
                          <a:spcPts val="800"/>
                        </a:spcAft>
                      </a:pPr>
                      <a:r>
                        <a:rPr lang="en-IN" sz="1600">
                          <a:effectLst/>
                          <a:latin typeface="Arial" panose="020B0604020202020204" pitchFamily="34" charset="0"/>
                          <a:cs typeface="Arial" panose="020B0604020202020204" pitchFamily="34" charset="0"/>
                        </a:rPr>
                        <a:t>2</a:t>
                      </a:r>
                      <a:endParaRPr lang="en-IN" sz="140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tc>
                <a:tc>
                  <a:txBody>
                    <a:bodyPr/>
                    <a:lstStyle/>
                    <a:p>
                      <a:pPr algn="just">
                        <a:lnSpc>
                          <a:spcPct val="115000"/>
                        </a:lnSpc>
                        <a:spcAft>
                          <a:spcPts val="0"/>
                        </a:spcAft>
                      </a:pPr>
                      <a:r>
                        <a:rPr lang="en-IN" sz="1600">
                          <a:effectLst/>
                          <a:latin typeface="Arial" panose="020B0604020202020204" pitchFamily="34" charset="0"/>
                          <a:cs typeface="Arial" panose="020B0604020202020204" pitchFamily="34" charset="0"/>
                        </a:rPr>
                        <a:t>Male</a:t>
                      </a:r>
                      <a:endParaRPr lang="en-IN" sz="140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tc>
                <a:tc>
                  <a:txBody>
                    <a:bodyPr/>
                    <a:lstStyle/>
                    <a:p>
                      <a:pPr algn="just">
                        <a:lnSpc>
                          <a:spcPct val="107000"/>
                        </a:lnSpc>
                        <a:spcAft>
                          <a:spcPts val="800"/>
                        </a:spcAft>
                      </a:pPr>
                      <a:r>
                        <a:rPr lang="en-IN" sz="1600">
                          <a:effectLst/>
                          <a:latin typeface="Arial" panose="020B0604020202020204" pitchFamily="34" charset="0"/>
                          <a:cs typeface="Arial" panose="020B0604020202020204" pitchFamily="34" charset="0"/>
                        </a:rPr>
                        <a:t>Fail</a:t>
                      </a:r>
                      <a:endParaRPr lang="en-IN" sz="140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solidFill>
                      <a:schemeClr val="bg1">
                        <a:lumMod val="95000"/>
                      </a:schemeClr>
                    </a:solidFill>
                  </a:tcPr>
                </a:tc>
                <a:extLst>
                  <a:ext uri="{0D108BD9-81ED-4DB2-BD59-A6C34878D82A}">
                    <a16:rowId xmlns:a16="http://schemas.microsoft.com/office/drawing/2014/main" val="3404121548"/>
                  </a:ext>
                </a:extLst>
              </a:tr>
              <a:tr h="0">
                <a:tc>
                  <a:txBody>
                    <a:bodyPr/>
                    <a:lstStyle/>
                    <a:p>
                      <a:pPr algn="ctr">
                        <a:lnSpc>
                          <a:spcPct val="107000"/>
                        </a:lnSpc>
                        <a:spcAft>
                          <a:spcPts val="800"/>
                        </a:spcAft>
                      </a:pPr>
                      <a:r>
                        <a:rPr lang="en-IN" sz="1600">
                          <a:effectLst/>
                          <a:latin typeface="Arial" panose="020B0604020202020204" pitchFamily="34" charset="0"/>
                          <a:cs typeface="Arial" panose="020B0604020202020204" pitchFamily="34" charset="0"/>
                        </a:rPr>
                        <a:t>4</a:t>
                      </a:r>
                      <a:endParaRPr lang="en-IN" sz="140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tc>
                <a:tc>
                  <a:txBody>
                    <a:bodyPr/>
                    <a:lstStyle/>
                    <a:p>
                      <a:pPr algn="just">
                        <a:lnSpc>
                          <a:spcPct val="115000"/>
                        </a:lnSpc>
                        <a:spcAft>
                          <a:spcPts val="0"/>
                        </a:spcAft>
                      </a:pPr>
                      <a:r>
                        <a:rPr lang="en-IN" sz="1600">
                          <a:effectLst/>
                          <a:latin typeface="Arial" panose="020B0604020202020204" pitchFamily="34" charset="0"/>
                          <a:cs typeface="Arial" panose="020B0604020202020204" pitchFamily="34" charset="0"/>
                        </a:rPr>
                        <a:t>Female</a:t>
                      </a:r>
                      <a:endParaRPr lang="en-IN" sz="140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tc>
                <a:tc>
                  <a:txBody>
                    <a:bodyPr/>
                    <a:lstStyle/>
                    <a:p>
                      <a:pPr algn="just">
                        <a:lnSpc>
                          <a:spcPct val="107000"/>
                        </a:lnSpc>
                        <a:spcAft>
                          <a:spcPts val="800"/>
                        </a:spcAft>
                      </a:pPr>
                      <a:r>
                        <a:rPr lang="en-IN" sz="1600">
                          <a:effectLst/>
                          <a:latin typeface="Arial" panose="020B0604020202020204" pitchFamily="34" charset="0"/>
                          <a:cs typeface="Arial" panose="020B0604020202020204" pitchFamily="34" charset="0"/>
                        </a:rPr>
                        <a:t>Fail</a:t>
                      </a:r>
                      <a:endParaRPr lang="en-IN" sz="140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solidFill>
                      <a:schemeClr val="bg1">
                        <a:lumMod val="95000"/>
                      </a:schemeClr>
                    </a:solidFill>
                  </a:tcPr>
                </a:tc>
                <a:extLst>
                  <a:ext uri="{0D108BD9-81ED-4DB2-BD59-A6C34878D82A}">
                    <a16:rowId xmlns:a16="http://schemas.microsoft.com/office/drawing/2014/main" val="4232945973"/>
                  </a:ext>
                </a:extLst>
              </a:tr>
              <a:tr h="0">
                <a:tc>
                  <a:txBody>
                    <a:bodyPr/>
                    <a:lstStyle/>
                    <a:p>
                      <a:pPr algn="ctr">
                        <a:lnSpc>
                          <a:spcPct val="107000"/>
                        </a:lnSpc>
                        <a:spcAft>
                          <a:spcPts val="800"/>
                        </a:spcAft>
                      </a:pPr>
                      <a:r>
                        <a:rPr lang="en-IN" sz="1600" dirty="0">
                          <a:effectLst/>
                          <a:latin typeface="Arial" panose="020B0604020202020204" pitchFamily="34" charset="0"/>
                          <a:cs typeface="Arial" panose="020B0604020202020204" pitchFamily="34" charset="0"/>
                        </a:rPr>
                        <a:t>2.5</a:t>
                      </a:r>
                      <a:endParaRPr lang="en-IN" sz="1400" dirty="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tc>
                <a:tc>
                  <a:txBody>
                    <a:bodyPr/>
                    <a:lstStyle/>
                    <a:p>
                      <a:pPr algn="just">
                        <a:lnSpc>
                          <a:spcPct val="115000"/>
                        </a:lnSpc>
                        <a:spcAft>
                          <a:spcPts val="0"/>
                        </a:spcAft>
                      </a:pPr>
                      <a:r>
                        <a:rPr lang="en-IN" sz="1600">
                          <a:effectLst/>
                          <a:latin typeface="Arial" panose="020B0604020202020204" pitchFamily="34" charset="0"/>
                          <a:cs typeface="Arial" panose="020B0604020202020204" pitchFamily="34" charset="0"/>
                        </a:rPr>
                        <a:t>Male</a:t>
                      </a:r>
                      <a:endParaRPr lang="en-IN" sz="140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tc>
                <a:tc>
                  <a:txBody>
                    <a:bodyPr/>
                    <a:lstStyle/>
                    <a:p>
                      <a:pPr algn="just">
                        <a:lnSpc>
                          <a:spcPct val="107000"/>
                        </a:lnSpc>
                        <a:spcAft>
                          <a:spcPts val="800"/>
                        </a:spcAft>
                      </a:pPr>
                      <a:r>
                        <a:rPr lang="en-IN" sz="1600">
                          <a:effectLst/>
                          <a:latin typeface="Arial" panose="020B0604020202020204" pitchFamily="34" charset="0"/>
                          <a:cs typeface="Arial" panose="020B0604020202020204" pitchFamily="34" charset="0"/>
                        </a:rPr>
                        <a:t>Fail</a:t>
                      </a:r>
                      <a:endParaRPr lang="en-IN" sz="140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solidFill>
                      <a:schemeClr val="bg1">
                        <a:lumMod val="95000"/>
                      </a:schemeClr>
                    </a:solidFill>
                  </a:tcPr>
                </a:tc>
                <a:extLst>
                  <a:ext uri="{0D108BD9-81ED-4DB2-BD59-A6C34878D82A}">
                    <a16:rowId xmlns:a16="http://schemas.microsoft.com/office/drawing/2014/main" val="3367730247"/>
                  </a:ext>
                </a:extLst>
              </a:tr>
              <a:tr h="0">
                <a:tc>
                  <a:txBody>
                    <a:bodyPr/>
                    <a:lstStyle/>
                    <a:p>
                      <a:pPr algn="ctr">
                        <a:lnSpc>
                          <a:spcPct val="107000"/>
                        </a:lnSpc>
                        <a:spcAft>
                          <a:spcPts val="800"/>
                        </a:spcAft>
                      </a:pPr>
                      <a:r>
                        <a:rPr lang="en-IN" sz="1600">
                          <a:effectLst/>
                          <a:latin typeface="Arial" panose="020B0604020202020204" pitchFamily="34" charset="0"/>
                          <a:cs typeface="Arial" panose="020B0604020202020204" pitchFamily="34" charset="0"/>
                        </a:rPr>
                        <a:t>3</a:t>
                      </a:r>
                      <a:endParaRPr lang="en-IN" sz="140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tc>
                <a:tc>
                  <a:txBody>
                    <a:bodyPr/>
                    <a:lstStyle/>
                    <a:p>
                      <a:pPr algn="just">
                        <a:lnSpc>
                          <a:spcPct val="115000"/>
                        </a:lnSpc>
                        <a:spcAft>
                          <a:spcPts val="0"/>
                        </a:spcAft>
                      </a:pPr>
                      <a:r>
                        <a:rPr lang="en-IN" sz="1600">
                          <a:effectLst/>
                          <a:latin typeface="Arial" panose="020B0604020202020204" pitchFamily="34" charset="0"/>
                          <a:cs typeface="Arial" panose="020B0604020202020204" pitchFamily="34" charset="0"/>
                        </a:rPr>
                        <a:t>Female</a:t>
                      </a:r>
                      <a:endParaRPr lang="en-IN" sz="140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tc>
                <a:tc>
                  <a:txBody>
                    <a:bodyPr/>
                    <a:lstStyle/>
                    <a:p>
                      <a:pPr algn="just">
                        <a:lnSpc>
                          <a:spcPct val="107000"/>
                        </a:lnSpc>
                        <a:spcAft>
                          <a:spcPts val="800"/>
                        </a:spcAft>
                      </a:pPr>
                      <a:r>
                        <a:rPr lang="en-IN" sz="1600">
                          <a:effectLst/>
                          <a:latin typeface="Arial" panose="020B0604020202020204" pitchFamily="34" charset="0"/>
                          <a:cs typeface="Arial" panose="020B0604020202020204" pitchFamily="34" charset="0"/>
                        </a:rPr>
                        <a:t>Fail</a:t>
                      </a:r>
                      <a:endParaRPr lang="en-IN" sz="140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solidFill>
                      <a:schemeClr val="bg1">
                        <a:lumMod val="95000"/>
                      </a:schemeClr>
                    </a:solidFill>
                  </a:tcPr>
                </a:tc>
                <a:extLst>
                  <a:ext uri="{0D108BD9-81ED-4DB2-BD59-A6C34878D82A}">
                    <a16:rowId xmlns:a16="http://schemas.microsoft.com/office/drawing/2014/main" val="2427801666"/>
                  </a:ext>
                </a:extLst>
              </a:tr>
              <a:tr h="320675">
                <a:tc>
                  <a:txBody>
                    <a:bodyPr/>
                    <a:lstStyle/>
                    <a:p>
                      <a:pPr algn="ctr">
                        <a:lnSpc>
                          <a:spcPct val="115000"/>
                        </a:lnSpc>
                        <a:spcAft>
                          <a:spcPts val="0"/>
                        </a:spcAft>
                      </a:pPr>
                      <a:r>
                        <a:rPr lang="en-IN" sz="1600">
                          <a:effectLst/>
                          <a:latin typeface="Arial" panose="020B0604020202020204" pitchFamily="34" charset="0"/>
                          <a:cs typeface="Arial" panose="020B0604020202020204" pitchFamily="34" charset="0"/>
                        </a:rPr>
                        <a:t>8.3</a:t>
                      </a:r>
                      <a:endParaRPr lang="en-IN" sz="140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tc>
                <a:tc>
                  <a:txBody>
                    <a:bodyPr/>
                    <a:lstStyle/>
                    <a:p>
                      <a:pPr algn="just">
                        <a:lnSpc>
                          <a:spcPct val="115000"/>
                        </a:lnSpc>
                        <a:spcAft>
                          <a:spcPts val="0"/>
                        </a:spcAft>
                      </a:pPr>
                      <a:r>
                        <a:rPr lang="en-IN" sz="1600">
                          <a:effectLst/>
                          <a:latin typeface="Arial" panose="020B0604020202020204" pitchFamily="34" charset="0"/>
                          <a:cs typeface="Arial" panose="020B0604020202020204" pitchFamily="34" charset="0"/>
                        </a:rPr>
                        <a:t>Male</a:t>
                      </a:r>
                      <a:endParaRPr lang="en-IN" sz="140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tc>
                <a:tc>
                  <a:txBody>
                    <a:bodyPr/>
                    <a:lstStyle/>
                    <a:p>
                      <a:pPr algn="just">
                        <a:lnSpc>
                          <a:spcPct val="115000"/>
                        </a:lnSpc>
                        <a:spcAft>
                          <a:spcPts val="0"/>
                        </a:spcAft>
                      </a:pPr>
                      <a:r>
                        <a:rPr lang="en-IN" sz="1600">
                          <a:effectLst/>
                          <a:latin typeface="Arial" panose="020B0604020202020204" pitchFamily="34" charset="0"/>
                          <a:cs typeface="Arial" panose="020B0604020202020204" pitchFamily="34" charset="0"/>
                        </a:rPr>
                        <a:t>Fail</a:t>
                      </a:r>
                      <a:endParaRPr lang="en-IN" sz="140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solidFill>
                      <a:schemeClr val="bg1">
                        <a:lumMod val="95000"/>
                      </a:schemeClr>
                    </a:solidFill>
                  </a:tcPr>
                </a:tc>
                <a:extLst>
                  <a:ext uri="{0D108BD9-81ED-4DB2-BD59-A6C34878D82A}">
                    <a16:rowId xmlns:a16="http://schemas.microsoft.com/office/drawing/2014/main" val="942412077"/>
                  </a:ext>
                </a:extLst>
              </a:tr>
              <a:tr h="360680">
                <a:tc>
                  <a:txBody>
                    <a:bodyPr/>
                    <a:lstStyle/>
                    <a:p>
                      <a:pPr algn="ctr">
                        <a:lnSpc>
                          <a:spcPct val="115000"/>
                        </a:lnSpc>
                        <a:spcAft>
                          <a:spcPts val="0"/>
                        </a:spcAft>
                      </a:pPr>
                      <a:r>
                        <a:rPr lang="en-IN" sz="1600">
                          <a:effectLst/>
                          <a:latin typeface="Arial" panose="020B0604020202020204" pitchFamily="34" charset="0"/>
                          <a:cs typeface="Arial" panose="020B0604020202020204" pitchFamily="34" charset="0"/>
                        </a:rPr>
                        <a:t>8</a:t>
                      </a:r>
                      <a:endParaRPr lang="en-IN" sz="140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tc>
                <a:tc>
                  <a:txBody>
                    <a:bodyPr/>
                    <a:lstStyle/>
                    <a:p>
                      <a:pPr algn="just">
                        <a:lnSpc>
                          <a:spcPct val="115000"/>
                        </a:lnSpc>
                        <a:spcAft>
                          <a:spcPts val="0"/>
                        </a:spcAft>
                      </a:pPr>
                      <a:r>
                        <a:rPr lang="en-IN" sz="1600">
                          <a:effectLst/>
                          <a:latin typeface="Arial" panose="020B0604020202020204" pitchFamily="34" charset="0"/>
                          <a:cs typeface="Arial" panose="020B0604020202020204" pitchFamily="34" charset="0"/>
                        </a:rPr>
                        <a:t>Female</a:t>
                      </a:r>
                      <a:endParaRPr lang="en-IN" sz="140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tc>
                <a:tc>
                  <a:txBody>
                    <a:bodyPr/>
                    <a:lstStyle/>
                    <a:p>
                      <a:pPr algn="just">
                        <a:lnSpc>
                          <a:spcPct val="115000"/>
                        </a:lnSpc>
                        <a:spcAft>
                          <a:spcPts val="0"/>
                        </a:spcAft>
                      </a:pPr>
                      <a:r>
                        <a:rPr lang="en-IN" sz="1600">
                          <a:effectLst/>
                          <a:latin typeface="Arial" panose="020B0604020202020204" pitchFamily="34" charset="0"/>
                          <a:cs typeface="Arial" panose="020B0604020202020204" pitchFamily="34" charset="0"/>
                        </a:rPr>
                        <a:t>Pass</a:t>
                      </a:r>
                      <a:endParaRPr lang="en-IN" sz="140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solidFill>
                      <a:schemeClr val="bg1">
                        <a:lumMod val="95000"/>
                      </a:schemeClr>
                    </a:solidFill>
                  </a:tcPr>
                </a:tc>
                <a:extLst>
                  <a:ext uri="{0D108BD9-81ED-4DB2-BD59-A6C34878D82A}">
                    <a16:rowId xmlns:a16="http://schemas.microsoft.com/office/drawing/2014/main" val="1300297249"/>
                  </a:ext>
                </a:extLst>
              </a:tr>
              <a:tr h="0">
                <a:tc>
                  <a:txBody>
                    <a:bodyPr/>
                    <a:lstStyle/>
                    <a:p>
                      <a:pPr algn="ctr">
                        <a:lnSpc>
                          <a:spcPct val="115000"/>
                        </a:lnSpc>
                        <a:spcAft>
                          <a:spcPts val="0"/>
                        </a:spcAft>
                      </a:pPr>
                      <a:r>
                        <a:rPr lang="en-IN" sz="1600" dirty="0">
                          <a:effectLst/>
                          <a:latin typeface="Arial" panose="020B0604020202020204" pitchFamily="34" charset="0"/>
                          <a:cs typeface="Arial" panose="020B0604020202020204" pitchFamily="34" charset="0"/>
                        </a:rPr>
                        <a:t>9</a:t>
                      </a:r>
                      <a:endParaRPr lang="en-IN" sz="1400" dirty="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tc>
                <a:tc>
                  <a:txBody>
                    <a:bodyPr/>
                    <a:lstStyle/>
                    <a:p>
                      <a:pPr algn="just">
                        <a:lnSpc>
                          <a:spcPct val="115000"/>
                        </a:lnSpc>
                        <a:spcAft>
                          <a:spcPts val="0"/>
                        </a:spcAft>
                      </a:pPr>
                      <a:r>
                        <a:rPr lang="en-IN" sz="1600">
                          <a:effectLst/>
                          <a:latin typeface="Arial" panose="020B0604020202020204" pitchFamily="34" charset="0"/>
                          <a:cs typeface="Arial" panose="020B0604020202020204" pitchFamily="34" charset="0"/>
                        </a:rPr>
                        <a:t>Male</a:t>
                      </a:r>
                      <a:endParaRPr lang="en-IN" sz="140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tc>
                <a:tc>
                  <a:txBody>
                    <a:bodyPr/>
                    <a:lstStyle/>
                    <a:p>
                      <a:pPr algn="just">
                        <a:lnSpc>
                          <a:spcPct val="115000"/>
                        </a:lnSpc>
                        <a:spcAft>
                          <a:spcPts val="0"/>
                        </a:spcAft>
                      </a:pPr>
                      <a:r>
                        <a:rPr lang="en-IN" sz="1600" dirty="0">
                          <a:effectLst/>
                          <a:latin typeface="Arial" panose="020B0604020202020204" pitchFamily="34" charset="0"/>
                          <a:cs typeface="Arial" panose="020B0604020202020204" pitchFamily="34" charset="0"/>
                        </a:rPr>
                        <a:t>Pass</a:t>
                      </a:r>
                      <a:endParaRPr lang="en-IN" sz="1400" dirty="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solidFill>
                      <a:schemeClr val="bg1">
                        <a:lumMod val="95000"/>
                      </a:schemeClr>
                    </a:solidFill>
                  </a:tcPr>
                </a:tc>
                <a:extLst>
                  <a:ext uri="{0D108BD9-81ED-4DB2-BD59-A6C34878D82A}">
                    <a16:rowId xmlns:a16="http://schemas.microsoft.com/office/drawing/2014/main" val="3757199545"/>
                  </a:ext>
                </a:extLst>
              </a:tr>
            </a:tbl>
          </a:graphicData>
        </a:graphic>
      </p:graphicFrame>
      <p:sp>
        <p:nvSpPr>
          <p:cNvPr id="8" name="Content Placeholder 1"/>
          <p:cNvSpPr>
            <a:spLocks noGrp="1"/>
          </p:cNvSpPr>
          <p:nvPr>
            <p:ph idx="1"/>
          </p:nvPr>
        </p:nvSpPr>
        <p:spPr>
          <a:xfrm>
            <a:off x="304800" y="1371600"/>
            <a:ext cx="8229600" cy="5257800"/>
          </a:xfrm>
        </p:spPr>
        <p:txBody>
          <a:bodyPr>
            <a:noAutofit/>
          </a:bodyPr>
          <a:lstStyle/>
          <a:p>
            <a:pPr marL="0" indent="0"/>
            <a:r>
              <a:rPr lang="en-US" sz="1400" i="1" dirty="0"/>
              <a:t>P(Pass | X) = P(X | Pass). P(Pass) / P(X)</a:t>
            </a:r>
          </a:p>
          <a:p>
            <a:pPr marL="0" indent="0"/>
            <a:r>
              <a:rPr lang="en-US" sz="1400" i="1" dirty="0"/>
              <a:t>= P(X | Pass). P(Pass)</a:t>
            </a:r>
          </a:p>
          <a:p>
            <a:pPr marL="0" indent="0"/>
            <a:r>
              <a:rPr lang="en-US" sz="1400" i="1" dirty="0"/>
              <a:t>= P(X | Pass). (0.44)</a:t>
            </a:r>
          </a:p>
          <a:p>
            <a:pPr marL="0" indent="0"/>
            <a:r>
              <a:rPr lang="en-US" sz="1400" i="1" dirty="0"/>
              <a:t>= P(Male | Pass). </a:t>
            </a:r>
            <a:r>
              <a:rPr lang="en-US" sz="1400" i="1" dirty="0">
                <a:solidFill>
                  <a:srgbClr val="0070C0"/>
                </a:solidFill>
              </a:rPr>
              <a:t>P(3.5 | Pass)</a:t>
            </a:r>
            <a:r>
              <a:rPr lang="en-US" sz="1400" i="1" dirty="0"/>
              <a:t>.(0.44)</a:t>
            </a:r>
          </a:p>
          <a:p>
            <a:pPr marL="0" indent="0"/>
            <a:r>
              <a:rPr lang="en-US" sz="1400" i="1" dirty="0"/>
              <a:t>= (2/4). </a:t>
            </a:r>
            <a:r>
              <a:rPr lang="en-US" sz="1400" i="1" dirty="0">
                <a:solidFill>
                  <a:srgbClr val="0070C0"/>
                </a:solidFill>
              </a:rPr>
              <a:t>0.1056 </a:t>
            </a:r>
            <a:r>
              <a:rPr lang="en-US" sz="1400" i="1" dirty="0"/>
              <a:t> . (0.44) = 0.0235</a:t>
            </a:r>
          </a:p>
          <a:p>
            <a:pPr marL="0" indent="0"/>
            <a:endParaRPr lang="en-US" sz="1400" i="1" dirty="0"/>
          </a:p>
          <a:p>
            <a:pPr marL="0" indent="0"/>
            <a:endParaRPr lang="en-US" sz="1400" i="1" dirty="0"/>
          </a:p>
          <a:p>
            <a:pPr marL="0" indent="0"/>
            <a:endParaRPr lang="en-US" sz="1400" i="1" dirty="0"/>
          </a:p>
          <a:p>
            <a:pPr marL="0" indent="0"/>
            <a:r>
              <a:rPr lang="en-US" sz="1400" b="1" dirty="0"/>
              <a:t> </a:t>
            </a:r>
          </a:p>
          <a:p>
            <a:pPr marL="0" indent="0"/>
            <a:endParaRPr lang="en-US" sz="1400" i="1" dirty="0"/>
          </a:p>
          <a:p>
            <a:pPr marL="0" indent="0"/>
            <a:endParaRPr lang="en-US" sz="1400" i="1" dirty="0"/>
          </a:p>
          <a:p>
            <a:pPr marL="0" indent="0"/>
            <a:endParaRPr lang="en-US" sz="1400" i="1" dirty="0"/>
          </a:p>
          <a:p>
            <a:pPr marL="0" indent="0"/>
            <a:endParaRPr lang="en-US" sz="1400" i="1" dirty="0"/>
          </a:p>
          <a:p>
            <a:pPr marL="0" indent="0"/>
            <a:r>
              <a:rPr lang="en-US" sz="1400" i="1"/>
              <a:t>P(Fail </a:t>
            </a:r>
            <a:r>
              <a:rPr lang="en-US" sz="1400" i="1" dirty="0"/>
              <a:t>| X) = P(X | Fail). P(Fail) / P(X)</a:t>
            </a:r>
          </a:p>
          <a:p>
            <a:pPr marL="0" indent="0"/>
            <a:r>
              <a:rPr lang="en-US" sz="1400" i="1" dirty="0"/>
              <a:t>= P(X | Fail). P(Fail)</a:t>
            </a:r>
          </a:p>
          <a:p>
            <a:pPr marL="0" indent="0"/>
            <a:r>
              <a:rPr lang="en-US" sz="1400" i="1" dirty="0"/>
              <a:t>= P(X | Fail). (0.56)</a:t>
            </a:r>
          </a:p>
          <a:p>
            <a:pPr marL="0" indent="0"/>
            <a:r>
              <a:rPr lang="en-US" sz="1400" i="1" dirty="0"/>
              <a:t>= P(Male | Fail). </a:t>
            </a:r>
            <a:r>
              <a:rPr lang="en-US" sz="1400" i="1" dirty="0">
                <a:solidFill>
                  <a:srgbClr val="0070C0"/>
                </a:solidFill>
              </a:rPr>
              <a:t>P(3.5 | Fail)</a:t>
            </a:r>
            <a:r>
              <a:rPr lang="en-US" sz="1400" i="1" dirty="0"/>
              <a:t>.(0.56)</a:t>
            </a:r>
          </a:p>
          <a:p>
            <a:pPr marL="0" indent="0"/>
            <a:r>
              <a:rPr lang="en-US" sz="1400" i="1" dirty="0"/>
              <a:t>= (3/5). </a:t>
            </a:r>
            <a:r>
              <a:rPr lang="en-US" sz="1400" i="1" dirty="0">
                <a:solidFill>
                  <a:srgbClr val="0070C0"/>
                </a:solidFill>
              </a:rPr>
              <a:t>0.1846 </a:t>
            </a:r>
            <a:r>
              <a:rPr lang="en-US" sz="1400" i="1" dirty="0"/>
              <a:t> . (0.56) = 0.0615</a:t>
            </a:r>
          </a:p>
          <a:p>
            <a:pPr marL="0" indent="0"/>
            <a:endParaRPr lang="en-US" sz="1400" i="1" dirty="0"/>
          </a:p>
          <a:p>
            <a:pPr marL="0" indent="0"/>
            <a:endParaRPr lang="en-US" sz="1400" dirty="0"/>
          </a:p>
          <a:p>
            <a:pPr marL="0" indent="0"/>
            <a:endParaRPr lang="en-US" sz="1400" dirty="0"/>
          </a:p>
          <a:p>
            <a:pPr marL="0" indent="0"/>
            <a:endParaRPr lang="en-US" sz="1400" dirty="0"/>
          </a:p>
        </p:txBody>
      </p:sp>
      <p:pic>
        <p:nvPicPr>
          <p:cNvPr id="9" name="Picture 8"/>
          <p:cNvPicPr/>
          <p:nvPr/>
        </p:nvPicPr>
        <p:blipFill>
          <a:blip r:embed="rId2"/>
          <a:stretch>
            <a:fillRect/>
          </a:stretch>
        </p:blipFill>
        <p:spPr>
          <a:xfrm>
            <a:off x="457200" y="3276600"/>
            <a:ext cx="3657600" cy="609600"/>
          </a:xfrm>
          <a:prstGeom prst="rect">
            <a:avLst/>
          </a:prstGeom>
          <a:ln>
            <a:solidFill>
              <a:srgbClr val="C00000"/>
            </a:solidFill>
          </a:ln>
        </p:spPr>
      </p:pic>
    </p:spTree>
    <p:extLst>
      <p:ext uri="{BB962C8B-B14F-4D97-AF65-F5344CB8AC3E}">
        <p14:creationId xmlns:p14="http://schemas.microsoft.com/office/powerpoint/2010/main" val="37514265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1981200"/>
            <a:ext cx="6096000" cy="1143000"/>
          </a:xfrm>
        </p:spPr>
        <p:txBody>
          <a:bodyPr/>
          <a:lstStyle/>
          <a:p>
            <a:r>
              <a:rPr lang="en-US" dirty="0"/>
              <a:t>Thank you !</a:t>
            </a:r>
          </a:p>
        </p:txBody>
      </p:sp>
      <p:sp>
        <p:nvSpPr>
          <p:cNvPr id="4" name="Google Shape;359;p10"/>
          <p:cNvSpPr txBox="1"/>
          <p:nvPr/>
        </p:nvSpPr>
        <p:spPr>
          <a:xfrm>
            <a:off x="533400" y="2743200"/>
            <a:ext cx="8292600" cy="3352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base" latinLnBrk="0" hangingPunct="1">
              <a:lnSpc>
                <a:spcPct val="150000"/>
              </a:lnSpc>
              <a:spcBef>
                <a:spcPts val="0"/>
              </a:spcBef>
              <a:spcAft>
                <a:spcPts val="0"/>
              </a:spcAft>
              <a:buClr>
                <a:srgbClr val="000000"/>
              </a:buClr>
              <a:buSzPts val="1400"/>
              <a:buFont typeface="Arial"/>
              <a:buNone/>
              <a:tabLst/>
              <a:defRPr/>
            </a:pPr>
            <a:r>
              <a:rPr kumimoji="0" lang="en-IN" sz="1600" b="1" i="0" u="none" strike="noStrike" kern="1200" cap="none" spc="0" normalizeH="0" baseline="0" noProof="0" dirty="0">
                <a:ln>
                  <a:noFill/>
                </a:ln>
                <a:solidFill>
                  <a:srgbClr val="000000"/>
                </a:solidFill>
                <a:effectLst/>
                <a:uLnTx/>
                <a:uFillTx/>
                <a:latin typeface="Arial"/>
                <a:ea typeface="Arial"/>
                <a:cs typeface="Arial"/>
                <a:sym typeface="Arial"/>
              </a:rPr>
              <a:t>Required Reading for completed session : </a:t>
            </a:r>
            <a:r>
              <a:rPr kumimoji="0" lang="en-IN" sz="1600" b="0" i="0" u="none" strike="noStrike" kern="1200" cap="none" spc="0" normalizeH="0" baseline="0" noProof="0" dirty="0">
                <a:ln>
                  <a:noFill/>
                </a:ln>
                <a:solidFill>
                  <a:srgbClr val="000000"/>
                </a:solidFill>
                <a:effectLst/>
                <a:uLnTx/>
                <a:uFillTx/>
                <a:latin typeface="Arial"/>
                <a:ea typeface="Arial"/>
                <a:cs typeface="Arial"/>
                <a:sym typeface="Arial"/>
              </a:rPr>
              <a:t> </a:t>
            </a:r>
          </a:p>
          <a:p>
            <a:pPr marL="542925" marR="0" lvl="0" indent="0" algn="l" defTabSz="914400" rtl="0" eaLnBrk="1" fontAlgn="base" latinLnBrk="0" hangingPunct="1">
              <a:lnSpc>
                <a:spcPct val="150000"/>
              </a:lnSpc>
              <a:spcBef>
                <a:spcPts val="0"/>
              </a:spcBef>
              <a:spcAft>
                <a:spcPts val="0"/>
              </a:spcAft>
              <a:buClr>
                <a:srgbClr val="000000"/>
              </a:buClr>
              <a:buSzPts val="1400"/>
              <a:buFontTx/>
              <a:buNone/>
              <a:tabLst/>
              <a:defRPr/>
            </a:pPr>
            <a:r>
              <a:rPr kumimoji="0" lang="en-IN" sz="1600" b="0" i="0" u="none" strike="noStrike" kern="1200" cap="none" spc="0" normalizeH="0" baseline="0" noProof="0" dirty="0">
                <a:ln>
                  <a:noFill/>
                </a:ln>
                <a:solidFill>
                  <a:srgbClr val="000000"/>
                </a:solidFill>
                <a:effectLst/>
                <a:uLnTx/>
                <a:uFillTx/>
                <a:latin typeface="Arial"/>
                <a:ea typeface="Arial"/>
                <a:cs typeface="Arial"/>
                <a:sym typeface="Arial"/>
              </a:rPr>
              <a:t>T1 - Chapter  # 8   (</a:t>
            </a:r>
            <a:r>
              <a:rPr kumimoji="0" lang="en-US" sz="1600" b="0" i="0" u="none" strike="noStrike" kern="1200" cap="none" spc="0" normalizeH="0" baseline="0" noProof="0" dirty="0">
                <a:ln>
                  <a:noFill/>
                </a:ln>
                <a:solidFill>
                  <a:prstClr val="black"/>
                </a:solidFill>
                <a:effectLst/>
                <a:uLnTx/>
                <a:uFillTx/>
                <a:latin typeface="Tahoma" charset="0"/>
                <a:ea typeface="+mn-ea"/>
                <a:cs typeface="+mn-cs"/>
              </a:rPr>
              <a:t>Tom M. Mitchell, Machine Learning)</a:t>
            </a:r>
          </a:p>
          <a:p>
            <a:pPr marL="542925" lvl="0">
              <a:lnSpc>
                <a:spcPct val="150000"/>
              </a:lnSpc>
              <a:spcBef>
                <a:spcPts val="0"/>
              </a:spcBef>
              <a:spcAft>
                <a:spcPts val="0"/>
              </a:spcAft>
              <a:buClr>
                <a:srgbClr val="000000"/>
              </a:buClr>
              <a:buSzPts val="1400"/>
              <a:defRPr/>
            </a:pPr>
            <a:r>
              <a:rPr lang="en-IN" dirty="0">
                <a:solidFill>
                  <a:srgbClr val="000000"/>
                </a:solidFill>
                <a:latin typeface="Arial"/>
                <a:ea typeface="Arial"/>
                <a:cs typeface="Arial"/>
                <a:sym typeface="Arial"/>
              </a:rPr>
              <a:t>T1 - Chapter  # 6   (</a:t>
            </a:r>
            <a:r>
              <a:rPr lang="en-US" dirty="0">
                <a:solidFill>
                  <a:prstClr val="black"/>
                </a:solidFill>
              </a:rPr>
              <a:t>Tom M. Mitchell, Machine Learning)</a:t>
            </a:r>
            <a:endParaRPr lang="en-IN" dirty="0">
              <a:solidFill>
                <a:srgbClr val="000000"/>
              </a:solidFill>
              <a:latin typeface="Arial"/>
              <a:ea typeface="Arial"/>
              <a:cs typeface="Arial"/>
              <a:sym typeface="Arial"/>
            </a:endParaRPr>
          </a:p>
          <a:p>
            <a:pPr marL="542925" lvl="0">
              <a:lnSpc>
                <a:spcPct val="150000"/>
              </a:lnSpc>
              <a:spcBef>
                <a:spcPts val="0"/>
              </a:spcBef>
              <a:spcAft>
                <a:spcPts val="0"/>
              </a:spcAft>
              <a:buClr>
                <a:srgbClr val="000000"/>
              </a:buClr>
              <a:buSzPts val="1400"/>
              <a:defRPr/>
            </a:pPr>
            <a:r>
              <a:rPr lang="en-IN" dirty="0">
                <a:solidFill>
                  <a:srgbClr val="000000"/>
                </a:solidFill>
                <a:latin typeface="Arial"/>
                <a:ea typeface="Arial"/>
                <a:cs typeface="Arial"/>
                <a:sym typeface="Arial"/>
              </a:rPr>
              <a:t>R1 – Chapter # 3  (</a:t>
            </a:r>
            <a:r>
              <a:rPr lang="en-US" dirty="0">
                <a:solidFill>
                  <a:prstClr val="black"/>
                </a:solidFill>
              </a:rPr>
              <a:t>Christopher M. </a:t>
            </a:r>
            <a:r>
              <a:rPr lang="en-US" dirty="0" err="1">
                <a:solidFill>
                  <a:prstClr val="black"/>
                </a:solidFill>
              </a:rPr>
              <a:t>Bhisop</a:t>
            </a:r>
            <a:r>
              <a:rPr lang="en-US" dirty="0">
                <a:solidFill>
                  <a:prstClr val="black"/>
                </a:solidFill>
              </a:rPr>
              <a:t>, Pattern Recognition &amp; Machine Learning) &amp; Refresh your MFDS  &amp; ISM parallel course basics </a:t>
            </a:r>
            <a:endParaRPr lang="en-IN" dirty="0">
              <a:solidFill>
                <a:srgbClr val="000000"/>
              </a:solidFill>
              <a:latin typeface="Arial"/>
              <a:ea typeface="Arial"/>
              <a:cs typeface="Arial"/>
              <a:sym typeface="Arial"/>
            </a:endParaRPr>
          </a:p>
          <a:p>
            <a:pPr marL="542925" marR="0" lvl="0" indent="0" algn="l" defTabSz="914400" rtl="0" eaLnBrk="1" fontAlgn="base" latinLnBrk="0" hangingPunct="1">
              <a:lnSpc>
                <a:spcPct val="150000"/>
              </a:lnSpc>
              <a:spcBef>
                <a:spcPts val="0"/>
              </a:spcBef>
              <a:spcAft>
                <a:spcPts val="0"/>
              </a:spcAft>
              <a:buClr>
                <a:srgbClr val="000000"/>
              </a:buClr>
              <a:buSzPts val="1400"/>
              <a:buFontTx/>
              <a:buNone/>
              <a:tabLst/>
              <a:defRPr/>
            </a:pPr>
            <a:endParaRPr kumimoji="0" lang="en-US" sz="1600" b="0" i="0" u="none" strike="noStrike" kern="1200" cap="none" spc="0" normalizeH="0" baseline="0" noProof="0" dirty="0">
              <a:ln>
                <a:noFill/>
              </a:ln>
              <a:solidFill>
                <a:prstClr val="black"/>
              </a:solidFill>
              <a:effectLst/>
              <a:uLnTx/>
              <a:uFillTx/>
              <a:latin typeface="Tahoma" charset="0"/>
              <a:ea typeface="+mn-ea"/>
              <a:cs typeface="+mn-cs"/>
            </a:endParaRPr>
          </a:p>
          <a:p>
            <a:pPr marL="0" marR="0" lvl="0" indent="0" algn="l" defTabSz="914400" rtl="0" eaLnBrk="1" fontAlgn="base"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a:p>
            <a:pPr marL="0" marR="0" lvl="0" indent="0" algn="l" defTabSz="914400" rtl="0" eaLnBrk="1" fontAlgn="base"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a:p>
            <a:pPr marL="0" marR="0" lvl="0" indent="0" algn="l" defTabSz="914400" rtl="0" eaLnBrk="1" fontAlgn="base"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a:p>
            <a:pPr marL="0" marR="0" lvl="0" indent="0" algn="l" defTabSz="914400" rtl="0" eaLnBrk="1" fontAlgn="base"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a:p>
            <a:pPr marL="0" marR="0" lvl="0" indent="0" algn="l" defTabSz="914400" rtl="0" eaLnBrk="1" fontAlgn="base"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a:p>
            <a:pPr marL="0" marR="0" lvl="0" indent="0" algn="l" defTabSz="914400" rtl="0" eaLnBrk="1" fontAlgn="base"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a:p>
            <a:pPr marL="0" marR="0" lvl="0" indent="0" algn="l" defTabSz="914400" rtl="0" eaLnBrk="1" fontAlgn="base" latinLnBrk="0" hangingPunct="1">
              <a:lnSpc>
                <a:spcPct val="100000"/>
              </a:lnSpc>
              <a:spcBef>
                <a:spcPts val="0"/>
              </a:spcBef>
              <a:spcAft>
                <a:spcPts val="0"/>
              </a:spcAft>
              <a:buClr>
                <a:srgbClr val="000000"/>
              </a:buClr>
              <a:buSzPts val="1400"/>
              <a:buFont typeface="Arial"/>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33285977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NKNOELEADERBOARD" val="974704708"/>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ags/tag5.xml><?xml version="1.0" encoding="utf-8"?>
<p:tagLst xmlns:a="http://schemas.openxmlformats.org/drawingml/2006/main" xmlns:r="http://schemas.openxmlformats.org/officeDocument/2006/relationships" xmlns:p="http://schemas.openxmlformats.org/presentationml/2006/main">
  <p:tag name="MM_SLIDE_TYPE" val="6"/>
</p:tagLst>
</file>

<file path=ppt/tags/tag6.xml><?xml version="1.0" encoding="utf-8"?>
<p:tagLst xmlns:a="http://schemas.openxmlformats.org/drawingml/2006/main" xmlns:r="http://schemas.openxmlformats.org/officeDocument/2006/relationships" xmlns:p="http://schemas.openxmlformats.org/presentationml/2006/main">
  <p:tag name="MM_SLIDE_TYPE" val="6"/>
</p:tagLst>
</file>

<file path=ppt/tags/tag7.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5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1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6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17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18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2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2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4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2.xml><?xml version="1.0" encoding="utf-8"?>
<a:theme xmlns:a="http://schemas.openxmlformats.org/drawingml/2006/main" name="24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3.xml><?xml version="1.0" encoding="utf-8"?>
<a:theme xmlns:a="http://schemas.openxmlformats.org/drawingml/2006/main" name="1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4.xml><?xml version="1.0" encoding="utf-8"?>
<a:theme xmlns:a="http://schemas.openxmlformats.org/drawingml/2006/main" name="19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5.xml><?xml version="1.0" encoding="utf-8"?>
<a:theme xmlns:a="http://schemas.openxmlformats.org/drawingml/2006/main" name="26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6.xml><?xml version="1.0" encoding="utf-8"?>
<a:theme xmlns:a="http://schemas.openxmlformats.org/drawingml/2006/main" name="3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7.xml><?xml version="1.0" encoding="utf-8"?>
<a:theme xmlns:a="http://schemas.openxmlformats.org/drawingml/2006/main" name="34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8.xml><?xml version="1.0" encoding="utf-8"?>
<a:theme xmlns:a="http://schemas.openxmlformats.org/drawingml/2006/main" name="29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9.xml><?xml version="1.0" encoding="utf-8"?>
<a:theme xmlns:a="http://schemas.openxmlformats.org/drawingml/2006/main" name="30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0.xml><?xml version="1.0" encoding="utf-8"?>
<a:theme xmlns:a="http://schemas.openxmlformats.org/drawingml/2006/main" name="20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1.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A75E3588147654284604D4E812B6D70" ma:contentTypeVersion="28" ma:contentTypeDescription="Create a new document." ma:contentTypeScope="" ma:versionID="45fe0a9bbd19f6ad34d294261b2f2a24">
  <xsd:schema xmlns:xsd="http://www.w3.org/2001/XMLSchema" xmlns:xs="http://www.w3.org/2001/XMLSchema" xmlns:p="http://schemas.microsoft.com/office/2006/metadata/properties" xmlns:ns2="0a2451e9-b2b7-43a3-aada-52e3e0c35c47" targetNamespace="http://schemas.microsoft.com/office/2006/metadata/properties" ma:root="true" ma:fieldsID="e5dfeec73c4e396fa1243c79a8a53c2f" ns2:_="">
    <xsd:import namespace="0a2451e9-b2b7-43a3-aada-52e3e0c35c47"/>
    <xsd:element name="properties">
      <xsd:complexType>
        <xsd:sequence>
          <xsd:element name="documentManagement">
            <xsd:complexType>
              <xsd:all>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Teachers" minOccurs="0"/>
                <xsd:element ref="ns2:Students" minOccurs="0"/>
                <xsd:element ref="ns2:Student_Groups" minOccurs="0"/>
                <xsd:element ref="ns2:Distribution_Groups" minOccurs="0"/>
                <xsd:element ref="ns2:LMS_Mappings" minOccurs="0"/>
                <xsd:element ref="ns2:Invited_Teachers" minOccurs="0"/>
                <xsd:element ref="ns2:Invited_Students" minOccurs="0"/>
                <xsd:element ref="ns2:Self_Registration_Enabled" minOccurs="0"/>
                <xsd:element ref="ns2:Has_Teacher_Only_SectionGroup" minOccurs="0"/>
                <xsd:element ref="ns2:Is_Collaboration_Space_Locked" minOccurs="0"/>
                <xsd:element ref="ns2:IsNotebookLocked" minOccurs="0"/>
                <xsd:element ref="ns2:Teams_Channel_Section_Location" minOccurs="0"/>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a2451e9-b2b7-43a3-aada-52e3e0c35c47" elementFormDefault="qualified">
    <xsd:import namespace="http://schemas.microsoft.com/office/2006/documentManagement/types"/>
    <xsd:import namespace="http://schemas.microsoft.com/office/infopath/2007/PartnerControls"/>
    <xsd:element name="NotebookType" ma:index="8" nillable="true" ma:displayName="Notebook Type" ma:internalName="NotebookType">
      <xsd:simpleType>
        <xsd:restriction base="dms:Text"/>
      </xsd:simpleType>
    </xsd:element>
    <xsd:element name="FolderType" ma:index="9" nillable="true" ma:displayName="Folder Type" ma:internalName="FolderType">
      <xsd:simpleType>
        <xsd:restriction base="dms:Text"/>
      </xsd:simpleType>
    </xsd:element>
    <xsd:element name="CultureName" ma:index="10" nillable="true" ma:displayName="Culture Name" ma:internalName="CultureName">
      <xsd:simpleType>
        <xsd:restriction base="dms:Text"/>
      </xsd:simpleType>
    </xsd:element>
    <xsd:element name="AppVersion" ma:index="11" nillable="true" ma:displayName="App Version" ma:internalName="AppVersion">
      <xsd:simpleType>
        <xsd:restriction base="dms:Text"/>
      </xsd:simpleType>
    </xsd:element>
    <xsd:element name="TeamsChannelId" ma:index="12" nillable="true" ma:displayName="Teams Channel Id" ma:internalName="TeamsChannelId">
      <xsd:simpleType>
        <xsd:restriction base="dms:Text"/>
      </xsd:simpleType>
    </xsd:element>
    <xsd:element name="Owner" ma:index="13"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14" nillable="true" ma:displayName="Math Settings" ma:internalName="Math_Settings">
      <xsd:simpleType>
        <xsd:restriction base="dms:Text"/>
      </xsd:simpleType>
    </xsd:element>
    <xsd:element name="DefaultSectionNames" ma:index="15" nillable="true" ma:displayName="Default Section Names" ma:internalName="DefaultSectionNames">
      <xsd:simpleType>
        <xsd:restriction base="dms:Note">
          <xsd:maxLength value="255"/>
        </xsd:restriction>
      </xsd:simpleType>
    </xsd:element>
    <xsd:element name="Templates" ma:index="16" nillable="true" ma:displayName="Templates" ma:internalName="Templates">
      <xsd:simpleType>
        <xsd:restriction base="dms:Note">
          <xsd:maxLength value="255"/>
        </xsd:restriction>
      </xsd:simpleType>
    </xsd:element>
    <xsd:element name="Teachers" ma:index="17"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18"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19"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0" nillable="true" ma:displayName="Distribution Groups" ma:internalName="Distribution_Groups">
      <xsd:simpleType>
        <xsd:restriction base="dms:Note">
          <xsd:maxLength value="255"/>
        </xsd:restriction>
      </xsd:simpleType>
    </xsd:element>
    <xsd:element name="LMS_Mappings" ma:index="21" nillable="true" ma:displayName="LMS Mappings" ma:internalName="LMS_Mappings">
      <xsd:simpleType>
        <xsd:restriction base="dms:Note">
          <xsd:maxLength value="255"/>
        </xsd:restriction>
      </xsd:simpleType>
    </xsd:element>
    <xsd:element name="Invited_Teachers" ma:index="22" nillable="true" ma:displayName="Invited Teachers" ma:internalName="Invited_Teachers">
      <xsd:simpleType>
        <xsd:restriction base="dms:Note">
          <xsd:maxLength value="255"/>
        </xsd:restriction>
      </xsd:simpleType>
    </xsd:element>
    <xsd:element name="Invited_Students" ma:index="23" nillable="true" ma:displayName="Invited Students" ma:internalName="Invited_Students">
      <xsd:simpleType>
        <xsd:restriction base="dms:Note">
          <xsd:maxLength value="255"/>
        </xsd:restriction>
      </xsd:simpleType>
    </xsd:element>
    <xsd:element name="Self_Registration_Enabled" ma:index="24" nillable="true" ma:displayName="Self Registration Enabled" ma:internalName="Self_Registration_Enabled">
      <xsd:simpleType>
        <xsd:restriction base="dms:Boolean"/>
      </xsd:simpleType>
    </xsd:element>
    <xsd:element name="Has_Teacher_Only_SectionGroup" ma:index="25" nillable="true" ma:displayName="Has Teacher Only SectionGroup" ma:internalName="Has_Teacher_Only_SectionGroup">
      <xsd:simpleType>
        <xsd:restriction base="dms:Boolean"/>
      </xsd:simpleType>
    </xsd:element>
    <xsd:element name="Is_Collaboration_Space_Locked" ma:index="26" nillable="true" ma:displayName="Is Collaboration Space Locked" ma:internalName="Is_Collaboration_Space_Locked">
      <xsd:simpleType>
        <xsd:restriction base="dms:Boolean"/>
      </xsd:simpleType>
    </xsd:element>
    <xsd:element name="IsNotebookLocked" ma:index="27" nillable="true" ma:displayName="Is Notebook Locked" ma:internalName="IsNotebookLocked">
      <xsd:simpleType>
        <xsd:restriction base="dms:Boolean"/>
      </xsd:simpleType>
    </xsd:element>
    <xsd:element name="Teams_Channel_Section_Location" ma:index="28" nillable="true" ma:displayName="Teams Channel Section Location" ma:internalName="Teams_Channel_Section_Location">
      <xsd:simpleType>
        <xsd:restriction base="dms:Text"/>
      </xsd:simpleType>
    </xsd:element>
    <xsd:element name="MediaServiceMetadata" ma:index="29" nillable="true" ma:displayName="MediaServiceMetadata" ma:hidden="true" ma:internalName="MediaServiceMetadata" ma:readOnly="true">
      <xsd:simpleType>
        <xsd:restriction base="dms:Note"/>
      </xsd:simpleType>
    </xsd:element>
    <xsd:element name="MediaServiceFastMetadata" ma:index="30" nillable="true" ma:displayName="MediaServiceFastMetadata" ma:hidden="true" ma:internalName="MediaServiceFastMetadata" ma:readOnly="true">
      <xsd:simpleType>
        <xsd:restriction base="dms:Note"/>
      </xsd:simpleType>
    </xsd:element>
    <xsd:element name="MediaServiceSearchProperties" ma:index="31" nillable="true" ma:displayName="MediaServiceSearchProperties" ma:hidden="true" ma:internalName="MediaServiceSearchProperties" ma:readOnly="true">
      <xsd:simpleType>
        <xsd:restriction base="dms:Note"/>
      </xsd:simpleType>
    </xsd:element>
    <xsd:element name="MediaServiceDateTaken" ma:index="32" nillable="true" ma:displayName="MediaServiceDateTaken" ma:hidden="true" ma:indexed="true" ma:internalName="MediaServiceDateTaken" ma:readOnly="true">
      <xsd:simpleType>
        <xsd:restriction base="dms:Text"/>
      </xsd:simpleType>
    </xsd:element>
    <xsd:element name="MediaServiceGenerationTime" ma:index="33" nillable="true" ma:displayName="MediaServiceGenerationTime" ma:hidden="true" ma:internalName="MediaServiceGenerationTime" ma:readOnly="true">
      <xsd:simpleType>
        <xsd:restriction base="dms:Text"/>
      </xsd:simpleType>
    </xsd:element>
    <xsd:element name="MediaServiceEventHashCode" ma:index="34" nillable="true" ma:displayName="MediaServiceEventHashCode" ma:hidden="true" ma:internalName="MediaServiceEventHashCode" ma:readOnly="true">
      <xsd:simpleType>
        <xsd:restriction base="dms:Text"/>
      </xsd:simpleType>
    </xsd:element>
    <xsd:element name="MediaLengthInSeconds" ma:index="3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FolderType xmlns="0a2451e9-b2b7-43a3-aada-52e3e0c35c47" xsi:nil="true"/>
    <CultureName xmlns="0a2451e9-b2b7-43a3-aada-52e3e0c35c47" xsi:nil="true"/>
    <LMS_Mappings xmlns="0a2451e9-b2b7-43a3-aada-52e3e0c35c47" xsi:nil="true"/>
    <Invited_Students xmlns="0a2451e9-b2b7-43a3-aada-52e3e0c35c47" xsi:nil="true"/>
    <IsNotebookLocked xmlns="0a2451e9-b2b7-43a3-aada-52e3e0c35c47" xsi:nil="true"/>
    <Math_Settings xmlns="0a2451e9-b2b7-43a3-aada-52e3e0c35c47" xsi:nil="true"/>
    <Self_Registration_Enabled xmlns="0a2451e9-b2b7-43a3-aada-52e3e0c35c47" xsi:nil="true"/>
    <Teachers xmlns="0a2451e9-b2b7-43a3-aada-52e3e0c35c47">
      <UserInfo>
        <DisplayName/>
        <AccountId xsi:nil="true"/>
        <AccountType/>
      </UserInfo>
    </Teachers>
    <Students xmlns="0a2451e9-b2b7-43a3-aada-52e3e0c35c47">
      <UserInfo>
        <DisplayName/>
        <AccountId xsi:nil="true"/>
        <AccountType/>
      </UserInfo>
    </Students>
    <Student_Groups xmlns="0a2451e9-b2b7-43a3-aada-52e3e0c35c47">
      <UserInfo>
        <DisplayName/>
        <AccountId xsi:nil="true"/>
        <AccountType/>
      </UserInfo>
    </Student_Groups>
    <Templates xmlns="0a2451e9-b2b7-43a3-aada-52e3e0c35c47" xsi:nil="true"/>
    <Has_Teacher_Only_SectionGroup xmlns="0a2451e9-b2b7-43a3-aada-52e3e0c35c47" xsi:nil="true"/>
    <NotebookType xmlns="0a2451e9-b2b7-43a3-aada-52e3e0c35c47" xsi:nil="true"/>
    <Distribution_Groups xmlns="0a2451e9-b2b7-43a3-aada-52e3e0c35c47" xsi:nil="true"/>
    <AppVersion xmlns="0a2451e9-b2b7-43a3-aada-52e3e0c35c47" xsi:nil="true"/>
    <Invited_Teachers xmlns="0a2451e9-b2b7-43a3-aada-52e3e0c35c47" xsi:nil="true"/>
    <Teams_Channel_Section_Location xmlns="0a2451e9-b2b7-43a3-aada-52e3e0c35c47" xsi:nil="true"/>
    <Owner xmlns="0a2451e9-b2b7-43a3-aada-52e3e0c35c47">
      <UserInfo>
        <DisplayName/>
        <AccountId xsi:nil="true"/>
        <AccountType/>
      </UserInfo>
    </Owner>
    <DefaultSectionNames xmlns="0a2451e9-b2b7-43a3-aada-52e3e0c35c47" xsi:nil="true"/>
    <TeamsChannelId xmlns="0a2451e9-b2b7-43a3-aada-52e3e0c35c47" xsi:nil="true"/>
    <Is_Collaboration_Space_Locked xmlns="0a2451e9-b2b7-43a3-aada-52e3e0c35c47" xsi:nil="true"/>
  </documentManagement>
</p:properties>
</file>

<file path=customXml/itemProps1.xml><?xml version="1.0" encoding="utf-8"?>
<ds:datastoreItem xmlns:ds="http://schemas.openxmlformats.org/officeDocument/2006/customXml" ds:itemID="{DD9D0B36-E6C0-4AE4-8988-F490E4B3CA1E}"/>
</file>

<file path=customXml/itemProps2.xml><?xml version="1.0" encoding="utf-8"?>
<ds:datastoreItem xmlns:ds="http://schemas.openxmlformats.org/officeDocument/2006/customXml" ds:itemID="{E4B4D259-2370-4BA7-B2C8-96258AB6E34E}"/>
</file>

<file path=customXml/itemProps3.xml><?xml version="1.0" encoding="utf-8"?>
<ds:datastoreItem xmlns:ds="http://schemas.openxmlformats.org/officeDocument/2006/customXml" ds:itemID="{098CF511-9DA2-43E5-8D3F-24CC3CE7585C}"/>
</file>

<file path=docProps/app.xml><?xml version="1.0" encoding="utf-8"?>
<Properties xmlns="http://schemas.openxmlformats.org/officeDocument/2006/extended-properties" xmlns:vt="http://schemas.openxmlformats.org/officeDocument/2006/docPropsVTypes">
  <Template>IS-ZC351-LEC-03</Template>
  <TotalTime>0</TotalTime>
  <Words>3257</Words>
  <Application>Microsoft Office PowerPoint</Application>
  <PresentationFormat>On-screen Show (4:3)</PresentationFormat>
  <Paragraphs>1193</Paragraphs>
  <Slides>42</Slides>
  <Notes>14</Notes>
  <HiddenSlides>0</HiddenSlides>
  <MMClips>0</MMClips>
  <ScaleCrop>false</ScaleCrop>
  <HeadingPairs>
    <vt:vector size="4" baseType="variant">
      <vt:variant>
        <vt:lpstr>Theme</vt:lpstr>
      </vt:variant>
      <vt:variant>
        <vt:i4>20</vt:i4>
      </vt:variant>
      <vt:variant>
        <vt:lpstr>Slide Titles</vt:lpstr>
      </vt:variant>
      <vt:variant>
        <vt:i4>42</vt:i4>
      </vt:variant>
    </vt:vector>
  </HeadingPairs>
  <TitlesOfParts>
    <vt:vector size="62" baseType="lpstr">
      <vt:lpstr>1_Office Theme</vt:lpstr>
      <vt:lpstr>Office Theme</vt:lpstr>
      <vt:lpstr>2_Office Theme</vt:lpstr>
      <vt:lpstr>5_Office Theme</vt:lpstr>
      <vt:lpstr>12_Office Theme</vt:lpstr>
      <vt:lpstr>6_Office Theme</vt:lpstr>
      <vt:lpstr>17_Office Theme</vt:lpstr>
      <vt:lpstr>18_Office Theme</vt:lpstr>
      <vt:lpstr>21_Office Theme</vt:lpstr>
      <vt:lpstr>23_Office Theme</vt:lpstr>
      <vt:lpstr>4_Office Theme</vt:lpstr>
      <vt:lpstr>24_Office Theme</vt:lpstr>
      <vt:lpstr>11_Office Theme</vt:lpstr>
      <vt:lpstr>19_Office Theme</vt:lpstr>
      <vt:lpstr>26_Office Theme</vt:lpstr>
      <vt:lpstr>31_Office Theme</vt:lpstr>
      <vt:lpstr>34_Office Theme</vt:lpstr>
      <vt:lpstr>29_Office Theme</vt:lpstr>
      <vt:lpstr>30_Office Theme</vt:lpstr>
      <vt:lpstr>20_Office Theme</vt:lpstr>
      <vt:lpstr>PowerPoint Presentation</vt:lpstr>
      <vt:lpstr>Machine Learning</vt:lpstr>
      <vt:lpstr>PowerPoint Presentation</vt:lpstr>
      <vt:lpstr>PowerPoint Presentation</vt:lpstr>
      <vt:lpstr>PowerPoint Presentation</vt:lpstr>
      <vt:lpstr>Example :</vt:lpstr>
      <vt:lpstr>Example :</vt:lpstr>
      <vt:lpstr>Most Probable Classification of New Instances</vt:lpstr>
      <vt:lpstr>ML setting</vt:lpstr>
      <vt:lpstr>PowerPoint Presentation</vt:lpstr>
      <vt:lpstr>Example 1 : Bayes Optimal Classifier</vt:lpstr>
      <vt:lpstr>Gibbs Classifier</vt:lpstr>
      <vt:lpstr>Parameter Estimation in ML - Summary</vt:lpstr>
      <vt:lpstr>Naïve Bayes Classifier</vt:lpstr>
      <vt:lpstr>PowerPoint Presentation</vt:lpstr>
      <vt:lpstr>PowerPoint Presentation</vt:lpstr>
      <vt:lpstr>Example: Digit Recognition</vt:lpstr>
      <vt:lpstr>Generative models for classification</vt:lpstr>
      <vt:lpstr>The Bayes Classifier</vt:lpstr>
      <vt:lpstr>Naïve Bayes conditional Independence assumption</vt:lpstr>
      <vt:lpstr>Naïve Bayes classifier: Prediction</vt:lpstr>
      <vt:lpstr>PowerPoint Presentation</vt:lpstr>
      <vt:lpstr>PowerPoint Presentation</vt:lpstr>
      <vt:lpstr>PowerPoint Presentation</vt:lpstr>
      <vt:lpstr>PowerPoint Presentation</vt:lpstr>
      <vt:lpstr>PowerPoint Presentation</vt:lpstr>
      <vt:lpstr>Naïve Bayes Algorithm – discrete Xi</vt:lpstr>
      <vt:lpstr>PowerPoint Presentation</vt:lpstr>
      <vt:lpstr>PowerPoint Presentation</vt:lpstr>
      <vt:lpstr>Smoothing</vt:lpstr>
      <vt:lpstr>PowerPoint Presentation</vt:lpstr>
      <vt:lpstr>PowerPoint Presentation</vt:lpstr>
      <vt:lpstr>PowerPoint Presentation</vt:lpstr>
      <vt:lpstr>Naïve Bayes: Continuous Features</vt:lpstr>
      <vt:lpstr>The Gaussian Probability Distribution</vt:lpstr>
      <vt:lpstr>Continuous Features : learning and prediction</vt:lpstr>
      <vt:lpstr>Continuous Features : learning</vt:lpstr>
      <vt:lpstr>Continuous Features : learning</vt:lpstr>
      <vt:lpstr>PowerPoint Presentation</vt:lpstr>
      <vt:lpstr>PowerPoint Presentation</vt:lpstr>
      <vt:lpstr>PowerPoint Presentation</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Neha Vinayak .</cp:lastModifiedBy>
  <cp:revision>2</cp:revision>
  <dcterms:created xsi:type="dcterms:W3CDTF">2021-11-12T07:04:08Z</dcterms:created>
  <dcterms:modified xsi:type="dcterms:W3CDTF">2026-01-17T07:11:50Z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0x0101000A75E3588147654284604D4E812B6D70</vt:lpwstr>
  </property>
</Properties>
</file>