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3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ink/ink13.xml" ContentType="application/inkml+xml"/>
  <Override PartName="/ppt/ink/ink12.xml" ContentType="application/inkml+xml"/>
  <Override PartName="/ppt/ink/ink11.xml" ContentType="application/inkml+xml"/>
  <Override PartName="/ppt/ink/ink10.xml" ContentType="application/inkml+xml"/>
  <Override PartName="/ppt/ink/ink9.xml" ContentType="application/inkml+xml"/>
  <Override PartName="/ppt/ink/ink8.xml" ContentType="application/inkml+xml"/>
  <Override PartName="/ppt/ink/ink6.xml" ContentType="application/inkml+xml"/>
  <Override PartName="/ppt/ink/ink5.xml" ContentType="application/inkml+xml"/>
  <Override PartName="/ppt/ink/ink7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ink/ink4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3" r:id="rId2"/>
    <p:sldMasterId id="2147483929" r:id="rId3"/>
  </p:sldMasterIdLst>
  <p:notesMasterIdLst>
    <p:notesMasterId r:id="rId23"/>
  </p:notesMasterIdLst>
  <p:sldIdLst>
    <p:sldId id="256" r:id="rId4"/>
    <p:sldId id="257" r:id="rId5"/>
    <p:sldId id="333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66" r:id="rId17"/>
    <p:sldId id="367" r:id="rId18"/>
    <p:sldId id="368" r:id="rId19"/>
    <p:sldId id="345" r:id="rId20"/>
    <p:sldId id="346" r:id="rId21"/>
    <p:sldId id="347" r:id="rId2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Tahoma" panose="020B0604030504040204" pitchFamily="3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0" roundtripDataSignature="AMtx7mgJWA0O6wrBsIGaoblK1aYvMzBT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14C621-CB00-45AA-B9A0-9D18F376423F}">
  <a:tblStyle styleId="{7814C621-CB00-45AA-B9A0-9D18F376423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21" Type="http://schemas.openxmlformats.org/officeDocument/2006/relationships/slide" Target="slides/slide18.xml"/><Relationship Id="rId141" Type="http://schemas.openxmlformats.org/officeDocument/2006/relationships/presProps" Target="presProps.xml"/><Relationship Id="rId146" Type="http://schemas.openxmlformats.org/officeDocument/2006/relationships/customXml" Target="../customXml/item2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6.fntdata"/><Relationship Id="rId140" Type="http://customschemas.google.com/relationships/presentationmetadata" Target="metadata"/><Relationship Id="rId145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14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14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147" Type="http://schemas.openxmlformats.org/officeDocument/2006/relationships/customXml" Target="../customXml/item3.xml"/><Relationship Id="rId8" Type="http://schemas.openxmlformats.org/officeDocument/2006/relationships/slide" Target="slides/slide5.xml"/><Relationship Id="rId142" Type="http://schemas.openxmlformats.org/officeDocument/2006/relationships/viewProps" Target="viewProps.xml"/><Relationship Id="rId3" Type="http://schemas.openxmlformats.org/officeDocument/2006/relationships/slideMaster" Target="slideMasters/slideMaster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6478 12012 10 0,'0'-46'7'0,"0"-38"2"0,12 13 18 0,-12 12 3 0,12 22-6 0,0 26-11 0,0 70-1 0,1 108 1 0,-13 36-3 0,0-14-4 0,0-57-6 0,0-25-8 0,11-59-60 0,12-48-13 0</inkml:trace>
  <inkml:trace contextRef="#ctx0" brushRef="#br0">6836 12311 93 0,'0'-36'39'0,"0"12"-20"0,0 1 1 0,-12 23-24 0,12 12-98 0,0-12 53 0</inkml:trace>
  <inkml:trace contextRef="#ctx0" brushRef="#br0">8396 11978 42 0,'0'-24'4'0,"12"0"7"0,-12 48 21 0,11 71-18 0,1 23-5 0,-24-10-2 0,-24-36-2 0,-11-13-2 0,23-47-2 0,24-71-1 0,24-49-1 0,12 24 0 0,11-21 1 0,1-16 0 0,24 3 0 0,-1 70 0 0,-11 72 3 0,-38 107 3 0,-9 24-2 0,-1-36-2 0,12-24-5 0,-1-35-59 0,-10-47-5 0</inkml:trace>
  <inkml:trace contextRef="#ctx0" brushRef="#br0">8324 12204 60 0,'-12'0'5'0,"-12"-12"2"0,72-13 12 0,71 14-13 0,72-12-4 0,11 23-24 0,-47 0-54 0</inkml:trace>
  <inkml:trace contextRef="#ctx0" brushRef="#br0">9372 12073 46 0,'0'0'0'0,"-24"-48"27"0,-11 25-13 0,-49 23-6 0,-11 35-3 0,12 13 0 0,11 11 0 0,48 14-5 0,24-15 0 0,48-22-3 0,58-59-4 0,14-73 3 0,-36-34-1 0,-37 9 4 0,-35 27 6 0,-36 58 9 0,0 24-7 0,-12 60-5 0,25 59-1 0,22 1-4 0,14-3-10 0,22-21-11 0,37-60-36 0,-61-24 42 0</inkml:trace>
  <inkml:trace contextRef="#ctx0" brushRef="#br0">9991 12096 59 0,'0'0'0'0,"-35"-34"20"0,-13 9 11 0,-35 37-21 0,-1 35-7 0,25 13-3 0,46-12 0 0,38-12-1 0,22-25-2 0,24-34-2 0,37-61 1 0,-37-48-1 0,-35-21 6 0,-36 80 8 0,-24 50 1 0,-11 71-6 0,11 95 1 0,24 12-4 0,59-36 0 0,48-72-8 0,24-59-92 0</inkml:trace>
  <inkml:trace contextRef="#ctx0" brushRef="#br0">11230 12109 33 0,'0'-13'12'0,"13"-34"10"0,33 10-1 0,-10 27-13 0,12 20-2 0,-25 27 1 0,1-1-1 0,-24-12-2 0,0 0-2 0,0-1-2 0,0-23 2 0,0-12-1 0,12-11 0 0,-1-2-1 0,2-22 0 0,23 0-1 0,23-1 1 0,1 24 1 0,-1 35-1 0,-35 26 1 0,-12 22-1 0,-12-11 0 0,0-24 0 0,0-12 1 0,12-24-2 0,24-35 0 0,11-3 0 0,37 29 0 0,-13-16 1 0,-35 49 0 0,-25 13 0 0,-11 9 0 0,0-10 0 0,25 0 0 0,10-12 0 0,37-24-2 0,-13 1-2 0,-11-2 4 0,-24 13 0 0,-24 24-1 0,12-1 1 0,12-23-2 0,22 0 2 0,3-23-1 0,-26-13-3 0,-23-35 0 0,-23 12 4 0,-1 22-1 0,-12 26 1 0,1 34 1 0,23 36 1 0,0 2-2 0,24-14-2 0,35-23 2 0,25-24 1 0,23-24-2 0,-12-23 1 0,-11-14 0 0,-48 14 0 0,-14 12 0 0,-10-1 0 0,-10 12 1 0,-14 24-1 0,12 0 0 0,-12 12 0 0,24 0 0 0,0 1 0 0,24-2-1 0,12 1 2 0,10 23-2 0,-21 12 1 0,-25-10 2 0,11-13-1 0,26-14-1 0,22 3 1 0,36-26-2 0,-11 3 1 0,-25 10-3 0,-59 0-27 0,-12 0-43 0</inkml:trace>
  <inkml:trace contextRef="#ctx0" brushRef="#br0">13135 11941 43 0,'0'0'0'0,"-36"0"12"0,60 0-8 0,24-23 0 0,11-25 1 0,-11 1 4 0,-48-1-6 0,-12 13-2 0,-37 23 8 0,-21 47 3 0,33 49-5 0,26-1-2 0,59-22-2 0,58-27-1 0,26-34-11 0,-25-34-78 0</inkml:trace>
  <inkml:trace contextRef="#ctx0" brushRef="#br0">14754 11847 81 0,'0'0'0'0,"0"-24"6"0,48-24-5 0,-48-12 9 0,-36 37 5 0,-48 23-12 0,-46 36-1 0,35 11-2 0,59 14 1 0,36-3-2 0,48-11 1 0,22-22-2 0,62-73-1 0,-25-59-3 0,-47-48-4 0,-24 25 7 0,-36 34 5 0,0 60 7 0,0 60-1 0,-36 131 1 0,0 35-3 0,12-35-6 0,24-61-4 0,0-69-36 0,24-25-35 0</inkml:trace>
  <inkml:trace contextRef="#ctx0" brushRef="#br0">15206 11894 54 0,'0'0'12'0,"25"0"-9"0,22-24-1 0,-35-10 5 0,12-27-5 0,-12 14-1 0,-24-13 0 0,-24 36-1 0,0 11 1 0,-11 13 5 0,0 25 0 0,11 23-3 0,0 11-1 0,23 1 0 0,2-13-1 0,22 1 0 0,14-36 1 0,11-35-2 0,23-14 1 0,-11 14 0 0,-24 35-1 0,-12 36-1 0,11-1 1 0,25-47-3 0,24-24 1 0,23-59 2 0,-13-60-10 0,26-24 3 0,-48 48 3 0,-36 35 6 0,-24 25 5 0,-24 47-2 0,-1 36-2 0,-10 60 2 0,-12 34-2 0,22 24-1 0,38-21 0 0,10-37-1 0,48-38 1 0,25-21-2 0,23-38-4 0,-23-34 1 0,-26-1 3 0,-34-11-2 0,-11-13-1 0,-2 25 2 0,-23 23 1 0,-23 12 0 0,-13 12 4 0,0 12-1 0,11 22-2 0,-9 3 1 0,-3 23 0 0,14-13 1 0,23-23 0 0,48-24-1 0,23 0-1 0,-11 37-1 0,-37-14-3 0,-11-12-26 0,-35-22-46 0</inkml:trace>
  <inkml:trace contextRef="#ctx0" brushRef="#br0">15755 11371 120 0,'11'-24'5'0,"109"0"-5"0,69 12 2 0,-81 1-2 0,-72 11 3 0,-72-25-18 0,-47 13-94 0</inkml:trace>
  <inkml:trace contextRef="#ctx0" brushRef="#br0">6739 13502 19 0,'0'0'11'0,"-46"-37"14"0,10 3 6 0,24-26-14 0,24 12-6 0,24 24-8 0,10 1 1 0,26 23-1 0,-12 23 0 0,0 13-3 0,-37 0 1 0,-23 35-1 0,-70 2 1 0,-3 9 1 0,14-22-2 0,0-26 1 0,23 3 1 0,11-24 4 0,14-13-3 0,47 0 0 0,36 0 0 0,35 0 1 0,-12-13-1 0,-36 13-2 0,-47 0-25 0,-12-12-105 0</inkml:trace>
  <inkml:trace contextRef="#ctx0" brushRef="#br0">7335 13573 161 0,'0'0'0'0,"-59"-12"8"0,46 0 1 0,26-1-7 0,-1 13-3 0,-1 0-22 0</inkml:trace>
  <inkml:trace contextRef="#ctx0" brushRef="#br0">9218 13264 57 0,'-13'35'19'0,"-11"97"1"0,1 10-13 0,-1-35-2 0,12-46-4 0,12-50-26 0,12-22-53 0</inkml:trace>
  <inkml:trace contextRef="#ctx0" brushRef="#br0">9134 13454 11 0,'-12'-48'19'0,"-1"-71"2"0,26-13-3 0,46 61-7 0,1 48 7 0,0 59-3 0,-25 59-8 0,-47-11-2 0,-60-25 0 0,-10-34-2 0,21-50-2 0,50 13-2 0,35 72 1 0,47 72 0 0,13 10-1 0,-13-35-29 0,1-84-66 0</inkml:trace>
  <inkml:trace contextRef="#ctx0" brushRef="#br0">9551 13561 71 0,'0'0'25'0,"-25"0"-17"0,38 12 14 0,23 1-19 0,47-50-6 0,-36-22-13 0,-23 0 11 0,-36 34 6 0,-36 61 11 0,-11 37-8 0,12 21-2 0,35-46-3 0,71-14-2 0,60-21-15 0,36-13-4 0,0-13 13 0,-12 2 5 0,-24-36 2 0,-48-13 8 0,-71 13 17 0,-47 36-3 0,-37 11-12 0,-11 58-5 0,24 2-1 0,46-13-2 0,50-23-1 0,34-12-1 0,25-37 0 0,-1-46-1 0,-12-59-4 0,-48-37 5 0,-23 49 9 0,-11 47-2 0,11 58-1 0,0 60-3 0,-12 49 0 0,-1 34 0 0,13-9-1 0,0-16-2 0,36-57-16 0,25-36-29 0,21-59 1 0,-21-13 35 0,-14 2 41 0,-10-3 6 0,-14 13-8 0,-12 25-14 0,-11 11-6 0,-23 47-6 0,-1 24 0 0,12 12-2 0,37-34 1 0,-2-13-2 0,24-60-1 0,13-10 2 0,-12 21 0 0,-13 13 1 0,-35 12 2 0,0 48-2 0,0-13-9 0,0 13-47 0,36-37-7 0</inkml:trace>
  <inkml:trace contextRef="#ctx0" brushRef="#br0">11385 13347 61 0,'0'-12'7'0,"-36"-13"13"0,-13 14 2 0,-8 72-12 0,20 21-6 0,49 2-3 0,47-37 0 0,49-34-2 0,11-50-7 0,-1-34 5 0,-46-24 4 0,-72 59 8 0,-72 36 2 0,-11 59-3 0,48 13-5 0,82-14-2 0,72-8-3 0,35-50-28 0,-47-13-65 0</inkml:trace>
  <inkml:trace contextRef="#ctx0" brushRef="#br0">13373 13239 61 0,'0'-23'7'0,"0"-13"0"0,23 11 19 0,13 38-21 0,-11 47 1 0,-2-1-2 0,-23-11-1 0,-12 0-2 0,12-25 0 0,0-23 0 0,0-35-2 0,24-1 0 0,12-23 1 0,-12 11-1 0,22-12 1 0,15 37 0 0,-13 12 0 0,-25 45 1 0,-12-10-1 0,-11 23 1 0,0 1-1 0,0-12 1 0,0-24-2 0,0-12 1 0,25-25-2 0,35-9-1 0,11-14 2 0,1 12 3 0,-1 12-1 0,-47 24 1 0,-12 24-1 0,0 23-2 0,-12 13 1 0,24-24 0 0,11-24-2 0,25-12 0 0,23-37-1 0,12-21 1 0,-23 34 4 0,-47 24-1 0,-14 24-2 0,1 23 2 0,11-23-1 0,37-12-1 0,-13-60 1 0,0-11 2 0,-58-1-2 0,-48 37-1 0,-25 33 0 0,38 40-10 0,46-27-29 0,82 1-22 0</inkml:trace>
  <inkml:trace contextRef="#ctx0" brushRef="#br0">15112 13180 31 0,'83'-35'25'0,"-72"11"9"0,-58-13-18 0,-85 62-12 0,38 21-4 0,58 4-1 0,48-16-1 0,84-34-5 0,-2-47-2 0,-21-48 2 0,-39-60 1 0,-34 37 11 0,0 68 5 0,-23 40-3 0,-1 81-5 0,0 60-2 0,37 0 1 0,34-36-1 0,36-35 0 0,26-48 1 0,-3-48-2 0,13-37 1 0,-24-21 0 0,-59 46 3 0,-36 25-2 0,-48 35 2 0,-24 47-3 0,36 14 1 0,61-15-2 0,46-22 1 0,48-36-2 0,11-73-1 0,13-80 3 0,-23-38 3 0,-72 83 5 0,-48 74-5 0,-71 93-2 0,-13 84 0 0,71-1-1 0,110-10 0 0,69-49-3 0,24-72-16 0,-83-70-77 0</inkml:trace>
  <inkml:trace contextRef="#ctx0" brushRef="#br0">17708 12835 35 0,'0'-61'29'0,"0"40"-18"0,-12 8 13 0,-48 60-13 0,-11 24-5 0,12 0-4 0,46 2-1 0,37-38-1 0,35-22 0 0,37-26 0 0,71-106 1 0,-131 96 0 0,-36 11 1 0,-12 24-1 0,0 11-1 0,12 13 0 0,12 0-1 0,23-13-2 0,13-23-2 0,-24-34-3 0,-1-16 4 0,-23-8 4 0,-11 22 1 0,-37 25 0 0,12 11 0 0,1 34-1 0,11 26 0 0,24-24-1 0,36-11 0 0,46-38 0 0,14-24-1 0,-1 14 2 0,1 12 1 0,-61 58 1 0,-12-10-2 0,-34-14 2 0,-24-12-2 0,23-11 1 0,12-34-1 0,35 9 0 0,24-11 0 0,-10 13 0 0,9 23 1 0,-9 11 0 0,-26 1-1 0,-23 12 1 0,-11 0 1 0,-14-11-1 0,25-26 1 0,25-35-3 0,34 25 1 0,13-1-1 0,-26 24 1 0,-9 24 0 0,-25 10 0 0,12-21 0 0,23-13 1 0,37-24-2 0,11-23 0 0,-59 23 2 0,-36 35 3 0,-13 49 2 0,-10 35-2 0,-1 13-3 0,12 10-1 0,1-70 3 0,11-36 0 0,0-83-5 0,23-96-7 0,13-47-6 0,11 120 16 0,1 105-1 0,0 60 4 0,-36 12-2 0,-72-47 0 0,-35-36-9 0,47-48-16 0,48 25-3 0,48 23 23 0,35 12 4 0,11-24 1 0,38-47 3 0,-13-62 2 0,1-34-3 0,-49 37-1 0,-83 71 2 0,-24 23 8 0,-23 37-7 0,11 69-1 0,12 49 0 0,36 12-1 0,36-47-1 0,35-49-1 0,25-47-3 0,23-47-6 0,-12-3 5 0,-59-8 1 0,-48 11 2 0,-36 34 3 0,-24 13 2 0,13 60-1 0,35 11-2 0,24 0-2 0,48-23 0 0,47-36-7 0,48-47-35 0,-60-13-40 0</inkml:trace>
  <inkml:trace contextRef="#ctx0" brushRef="#br0">20112 12716 29 0,'-11'-36'18'0,"71"12"-16"0,11 12 16 0,-12 48-3 0,-23 37-8 0,-59-27-1 0,-37-10-2 0,24-36-4 0,25-24-5 0,46-23-6 0,37-1-3 0,11 35 10 0,-47-10 11 0,-36 23 4 0,-36 0-4 0,0 23-5 0,12 38-2 0,24-14-1 0,36-23 2 0,24-12-2 0,-1-48 0 0,13-35-3 0,-26 11 3 0,-33 49 8 0,-26 34 7 0,-9 59-4 0,22-21-8 0,35-38-10 0,24-23-69 0,-46 0 48 0</inkml:trace>
  <inkml:trace contextRef="#ctx0" brushRef="#br0">20815 12466 49 0,'-23'-23'36'0,"-13"10"-72"0,36 13-11 0</inkml:trace>
  <inkml:trace contextRef="#ctx0" brushRef="#br0">20875 12847 94 0,'0'0'3'0,"-12"0"-5"0,72-48-6 0,11-35-1 0,-12-60-20 0,-10-58 20 0,-37 57 21 0,-2 96-8 0,3 24-1 0,-13 12 4 0,0 35 4 0,-23 38-5 0,-13 33-3 0,0 38-1 0,0 12-2 0,36-39 0 0,24-44 0 0,12-38 0 0,22-23-2 0,27-47-2 0,-14-1-1 0,-35 0 5 0,-36-11 1 0,0 35 1 0,-11 0 0 0,11 24 2 0,-25 36-2 0,1 23-1 0,12 1-1 0,24-24 0 0,12-11 0 0,24-25 1 0,11-37 0 0,13-23-1 0,-13 36 1 0,-47 36 6 0,-24 84 1 0,-35 35-2 0,-1-12-2 0,-11-12-4 0,11-59-8 0,24-59-67 0,24-2 45 0</inkml:trace>
  <inkml:trace contextRef="#ctx0" brushRef="#br0">21102 12347 104 0,'0'-48'13'0,"119"37"-13"0,71 11-2 0,1 11-28 0,-60 1-11 0,-60-35 38 0,-71 10 18 0,-12 1-69 0</inkml:trace>
  <inkml:trace contextRef="#ctx0" brushRef="#br0">6907 14490 74 0,'-12'-37'18'0,"12"26"-23"0,36-12 11 0,0 11 0 0,11 12 2 0,-11 12-1 0,-24 22-2 0,-24 27-1 0,0-26-2 0,24 1-1 0,48 12-1 0,22 11 0 0,-69-11 8 0,-49-25 4 0,-23-10-7 0,-13-1-14 0,36-12-96 0,36 0 73 0</inkml:trace>
  <inkml:trace contextRef="#ctx0" brushRef="#br0">7562 14574 118 0,'0'0'43'0,"-25"-13"-32"0,-21-11-9 0,10 24-133 0</inkml:trace>
  <inkml:trace contextRef="#ctx0" brushRef="#br0">9741 14442 25 0,'0'0'0'0,"24"-23"9"0,12-14 14 0,-12 14-10 0,-12 12 1 0,-1-14-4 0,-11 0-4 0,0 15-3 0,-23 10-3 0,-24 23 1 0,-14 14 0 0,-10 22-1 0,11 0 0 0,37-11 0 0,46 12 0 0,49 11-1 0,-1-12 1 0,-22-11 0 0,-62-24 2 0,-70-24 2 0,-13-13 0 0,49 2-5 0,83 11-94 0</inkml:trace>
  <inkml:trace contextRef="#ctx0" brushRef="#br0">10075 14335 21 0,'0'-12'21'0,"0"-13"10"0,0 38-1 0,-12 83-16 0,-12 23-7 0,12-12-4 0,12-36-13 0,23-46-68 0,-10-25 45 0</inkml:trace>
  <inkml:trace contextRef="#ctx0" brushRef="#br0">9932 14549 59 0,'0'0'0'0,"0"0"10"0,59-12 10 0,60 1-12 0,24-1-3 0,-71 12-1 0,-48-11 5 0,-24 11 0 0,-24 23-8 0,12 48-1 0,0 11 0 0,49-21-1 0,20-38 1 0,4-23 1 0,-15-47 0 0,-33-24-1 0,-26 0 1 0,-58 23 0 0,24 12-1 0,1 49 0 0,33 21-1 0,37 3 0 0,35-14-3 0,35-12-1 0,26-34 2 0,0-1 3 0,-49-11 2 0,-59 23 4 0,-24 12-2 0,-25 71-2 0,26 48 2 0,-1 11-2 0,12 14-3 0,12-37 1 0,-12-59 0 0,0-48-3 0,-12-107 0 0,1-119-2 0,34 23 0 0,37 143 3 0,-2 72 4 0,-9 47 2 0,-62 2-2 0,-57-14-1 0,-37-34-24 0,48-13-76 0</inkml:trace>
  <inkml:trace contextRef="#ctx0" brushRef="#br0">12159 14800 72 0,'-11'11'2'0,"-2"1"-3"0,26-24 10 0,33-59-5 0,14-48 0 0,-12-36-2 0,-2-23-2 0,-21 70 0 0,-14 61 0 0,-11 23 4 0,0 37 2 0,-11 105-2 0,-1 13-3 0,12 12 0 0,12-83 0 0,24-37 1 0,-1-23-1 0,12-12 0 0,2-36-1 0,10-23-1 0,-11 12 1 0,-24 11 1 0,-12 0 0 0,-12 14-1 0,-12 34 0 0,-12 11 0 0,24-1-1 0,0 27 1 0,46 10-2 0,15 24 1 0,-25 25 1 0,-24-37 2 0,0-34 1 0,35-25-3 0,25-36-33 0,-25 13-45 0</inkml:trace>
  <inkml:trace contextRef="#ctx0" brushRef="#br0">12278 14277 62 0,'-24'0'17'0,"36"-25"-16"0,106-23 1 0,97 0-17 0,-96 37-47 0</inkml:trace>
  <inkml:trace contextRef="#ctx0" brushRef="#br0">13195 14608 79 0,'0'0'5'0,"0"-11"-13"0,35-12 16 0,-12-2-4 0,13-21 0 0,-23-27-2 0,10 14-1 0,-23-1 0 0,0 37-1 0,-23 12 0 0,-13 22 0 0,-13 24 3 0,-9 37 1 0,9 11-2 0,26-24-1 0,0-11-1 0,35-25-1 0,22-23-1 0,15-34 1 0,-1-14 2 0,-2 0-1 0,-10 12 2 0,-23 1-1 0,-1 23 2 0,-12 12-2 0,-12 35 0 0,-1 13-1 0,26-12 0 0,10-1 0 0,25-23-3 0,11 1 0 0,1-50 2 0,0 14 2 0,-14-13 1 0,-10-12 1 0,0 13-2 0,-36 22 0 0,0 13 0 0,-11 25-1 0,11 21 0 0,11-9-1 0,49-13-3 0,23-12-5 0,13-48 5 0,-36 12 3 0,-37 0 10 0,-11 24 1 0,-12 0-3 0,0 24-5 0,-12 13-1 0,1-14 0 0,-1-23 0 0,-1-12 1 0,26-36-1 0,33-11-1 0,15 11 0 0,10 24-1 0,-35 12 1 0,-25 37 0 0,2-2 1 0,-26 25-2 0,13 11 1 0,36-23-2 0,12-24-4 0,24-12-3 0,-1-12 3 0,-23-24 5 0,-1-23 2 0,1-1 1 0,-24 36 4 0,-24 12-2 0,0 24-1 0,-24 12 0 0,24 12-3 0,24 11-1 0,12-23-3 0,22-12-6 0,3-24 8 0,-2-24 2 0,-11 1 2 0,-37 35 7 0,-11 24-4 0,-11 10-3 0,-1-9-1 0,12-25 0 0,0-12-1 0,0-24-2 0,23-23 0 0,25 36 0 0,-24 23 1 0,24 11 0 0,11 1 1 0,25-24 0 0,23 1 0 0,-36-14-2 0,-47 0 0 0,-24 15 3 0,-48 57 4 0,25 48-2 0,23 1-3 0,0 23-5 0,-13-24-31 0,-46-59-44 0</inkml:trace>
  <inkml:trace contextRef="#ctx0" brushRef="#br0">14957 13942 98 0,'-36'-25'28'0,"-11"25"-37"0,-25 25-90 0</inkml:trace>
  <inkml:trace contextRef="#ctx0" brushRef="#br0">13707 14001 89 0,'0'0'0'0,"-60"-34"14"0,120 34-54 0,-26 0-18 0</inkml:trace>
  <inkml:trace contextRef="#ctx0" brushRef="#br0">15278 14311 5 0,'0'-13'9'0,"36"-8"-1"0,0 8-7 0,-12-11 0 0,-11 0 4 0,-2 1 8 0,-22-2-5 0,-2 13-3 0,13 1 0 0,-12 11-2 0,0 0 0 0,-12 23 3 0,-24 25-2 0,1 0-2 0,11-1-1 0,36 1-1 0,24-36 0 0,24-24-1 0,-1-36 1 0,-23 14 0 0,-12 9 1 0,-12 84 4 0,-12 49-3 0,-12 58-1 0,-12 37-2 0,-11-61 3 0,-1-70 0 0,24-72 2 0,13-95-1 0,22-49-1 0,61 26-1 0,23 22-1 0,48 13-17 0,-71 24-48 0</inkml:trace>
  <inkml:trace contextRef="#ctx0" brushRef="#br0">16635 14466 16 0,'0'0'6'0,"61"-36"12"0,22-23 6 0,0-1-14 0,-23-11-7 0,-36 11-2 0,-36 2 1 0,-36 58-2 0,-22 23 5 0,-3 84 1 0,26 23-3 0,70-34-1 0,61-60-1 0,59-47-12 0,11-73-54 0,-130 72 45 0</inkml:trace>
  <inkml:trace contextRef="#ctx0" brushRef="#br0">17291 14311 40 0,'0'0'31'0,"0"24"-24"0,24-24 3 0,-12-12-7 0,0-13-3 0,-12-33 0 0,-12 11 0 0,0 34 0 0,-12 13 0 0,0 13 3 0,-12 34 5 0,-11 11-3 0,-13 15-4 0,36-2 0 0,12-47-2 0,48-24 1 0,24-36-1 0,-1-23 2 0,-35 36-1 0,0 10 3 0,-24 26 4 0,12 10-7 0,12 1 0 0,10 11 0 0,2-23 0 0,25-12-2 0,-2-35 1 0,0-24-1 0,1-1 0 0,-12 12 1 0,-36-12 1 0,-12 13 1 0,0 23-1 0,-12 12-1 0,-24 24 1 0,12 12 1 0,24-12-1 0,12 11 0 0,12-11 1 0,24 24-2 0,-24 0 1 0,-12 0 0 0,-24-13 0 0,24-23-1 0,35-13-2 0,13-8 1 0,10-29 1 0,-34-44-1 0,0-13-4 0,0 35 2 0,-24 25 1 0,-12-14 2 0,0 27 0 0,-12 34 0 0,12 0 1 0,0 0 0 0,0 11 1 0,-12 12 3 0,-12 27-1 0,13 21 1 0,-14 11-2 0,25-22 0 0,0-13-1 0,0 13 0 0,0-12 0 0,25-24-1 0,-2-14 1 0,13-10 0 0,0-34-1 0,12-14 1 0,-25 12-1 0,1 24 0 0,-24 12 2 0,-12 48-1 0,12-24 0 0,24-12-1 0,24-24-2 0,-1-35 2 0,-24 34 1 0,-23 85 8 0,-11 106-3 0,-14-11-1 0,-21-24-4 0,-2-49-8 0,24-69-114 0</inkml:trace>
  <inkml:trace contextRef="#ctx0" brushRef="#br0">18851 14382 102 0,'-25'-11'-2'0,"-33"-25"-64"0,58 36 36 0</inkml:trace>
  <inkml:trace contextRef="#ctx0" brushRef="#br0">7241 15514 56 0,'11'-12'29'0,"0"-12"16"0,2 24-23 0,-26 36-8 0,-33 12-7 0,-38 23-7 0,-11-12 1 0,47-11-3 0,25-12 2 0,23-36 0 0,23 0 0 0,1-25 0 0,12 38 0 0,24-1-1 0,22 0 2 0,-33-24-1 0,-38-13 1 0,-11 14-1 0,-23-37 2 0,11 2-1 0,0-4 2 0,12 87-3 0,12 70 4 0,-12 12-2 0,12-24-1 0,0-35-32 0,-1-47-90 0</inkml:trace>
  <inkml:trace contextRef="#ctx0" brushRef="#br0">7514 15883 164 0,'0'0'0'0,"-36"-24"25"0,25 24-10 0,11-12-54 0,11 12-89 0</inkml:trace>
  <inkml:trace contextRef="#ctx0" brushRef="#br0">9073 15776 59 0,'0'-12'26'0,"-22"24"22"0,-26 95-25 0,24 48-14 0,24-12-5 0,12-60-2 0,-24-35-6 0,-1-36-80 0,13-12 38 0</inkml:trace>
  <inkml:trace contextRef="#ctx0" brushRef="#br0">8991 15800 34 0,'0'-36'33'0,"-12"-36"16"0,-1 13-30 0,62-1-8 0,9 37-4 0,14 11-3 0,-24 47-2 0,-12 38 2 0,-36 9-1 0,-36-22 2 0,-35-1-3 0,0-23-2 0,47-36-1 0,12 0 1 0,12 36-1 0,36 47 1 0,35 24 0 0,12-13-1 0,-11-21 1 0,-48-25 0 0,-1-37-1 0,-23-11-100 0</inkml:trace>
  <inkml:trace contextRef="#ctx0" brushRef="#br0">9490 16203 69 0,'-11'0'21'0,"35"-10"-1"0,36-26-9 0,35 0-8 0,-12 0-1 0,-59-11 2 0,-24 11 4 0,-36 11 2 0,-11 25-3 0,11 25-1 0,0 46-2 0,12 1-2 0,35-1 0 0,25-34-1 0,36-26-3 0,71-59-140 0</inkml:trace>
  <inkml:trace contextRef="#ctx0" brushRef="#br0">10241 16203 25 0,'0'-22'36'0,"0"-14"2"0,12-11-25 0,-12-1-3 0,-12 0-1 0,-11 23-1 0,-13 2-3 0,0 23-1 0,-24 48 0 0,1 35-2 0,0-11-2 0,35-13 0 0,48-35-3 0,35-24-7 0,13-47 6 0,-37 11 4 0,1 11 5 0,-13 14 2 0,-23 35-1 0,13 71-3 0,-1 48-3 0,-12 24-3 0,0-36 5 0,-25-48-2 0,2-58 2 0,-1-38-3 0,1-70-3 0,-1-48-1 0,11 48 6 0,37-38-1 0,48 16-11 0,35 9-12 0,-12 0 16 0,-23 37 11 0,-60 34 18 0,-12 25-10 0,0 13-11 0,0 47-1 0,0-12 0 0,12-1 0 0,-12-35 0 0,22 0 1 0,27-36-3 0,10-12 1 0,-35 0 0 0,0 24 0 0,-12 36 3 0,12 12-2 0,12 0 0 0,10-36 0 0,39-12-1 0,-27-60 1 0,-9-58-1 0,22-49-2 0,1 48 6 0,-60 83 8 0,-24 59-4 0,-48 133-5 0,24 22 0 0,49 1-3 0,46-83 1 0,24-60-17 0,-23-48-107 0</inkml:trace>
  <inkml:trace contextRef="#ctx0" brushRef="#br0">11385 16109 41 0,'0'0'11'0,"22"0"35"0,14-24-22 0,0-11-16 0,-11-1-4 0,-2-12-3 0,1-12-1 0,-36 13-1 0,-12 23 2 0,-12 11 0 0,0 38 3 0,-11 23-1 0,0 34-1 0,23 14 1 0,12-24-3 0,12-48 2 0,36-24 0 0,35-71-3 0,-23 0 0 0,-12 34 2 0,-36 61 2 0,11 47-1 0,-11-11-2 0,24-24 1 0,36-24-3 0,23-36-5 0,-23-36 5 0,-14-11 2 0,-21-1 1 0,-14 1-1 0,14 11 1 0,-25 25-1 0,0 23 2 0,-12 12-1 0,-24 12 1 0,23 0-1 0,3-2-1 0,10-10 0 0,0 13 0 0,0-1 1 0,-12 0 0 0,12 1-1 0,0-13 0 0,0 11 0 0,0 1 0 0,12-1 1 0,-2 14-1 0,39-13 0 0,10-1 0 0,1-11-1 0,-24 0 0 0,-36 36 0 0,-12 24 1 0,-1-12 0 0,26-25 0 0,35-12 0 0,11-11-3 0,2-47 1 0,-4-24 2 0,-20 11 0 0,-13 49 5 0,-24 11-1 0,0 71 0 0,0 13-4 0,12-50 0 0,0-21-30 0,10-13-78 0</inkml:trace>
  <inkml:trace contextRef="#ctx0" brushRef="#br0">12444 15680 81 0,'-12'0'35'0,"0"-23"-1"0,12 35-43 0,12-12-93 0</inkml:trace>
  <inkml:trace contextRef="#ctx0" brushRef="#br0">12742 15883 47 0,'0'0'21'0,"-24"-24"21"0,35 0-15 0,25 1-18 0,24 23-5 0,-13 60-1 0,-34 22-1 0,-49-9 1 0,-35-27-3 0,71-21-4 0,47 9-2 0,13 37 4 0,-24 38 0 0,-60-2 6 0,-48-60 5 0,-11-34 1 0,34-61-4 0,39-36-2 0,56-10-3 0,50 22-1 0,12 23-33 0,-1 15-98 0</inkml:trace>
  <inkml:trace contextRef="#ctx0" brushRef="#br0">13349 16109 67 0,'0'0'12'0,"13"-59"14"0,10-14-7 0,-12 15-12 0,2 11-1 0,-26 10 2 0,-10 2-2 0,12 23-1 0,-13 12-3 0,-25 34 2 0,2 27-2 0,0 10 0 0,23 2-2 0,12-39 1 0,36-22-1 0,35-47 0 0,-12 11 0 0,-22 12 0 0,-1 48 1 0,11 24-3 0,13-49 2 0,35-22 0 0,1-49 0 0,-13-47-1 0,0-48-9 0,12-12 6 0,-47 60 5 0,-36 46 1 0,-11 15-1 0,11 34-2 0,-25 12-1 0,-11 48 1 0,0 35 2 0,2 49-1 0,-3 10 0 0,26-11-1 0,11-48 0 0,36-47 1 0,23-60 1 0,13-36 1 0,11-11-2 0,-36 10 1 0,-11 51 3 0,-13 20 2 0,-23 40-2 0,0-16-2 0,13 3-2 0,11-26 1 0,24 1-2 0,-1-24 2 0,-11 1-1 0,-12 11 0 0,-1 11-1 0,14 1 1 0,10-12 1 0,12-23-1 0,-23-14 0 0,-36 3 0 0,-36-26 1 0,-11 36-1 0,-1 12 0 0,0 36-1 0,25 11 0 0,35 2 0 0,36-26-1 0,35-35-4 0,-12 12 4 0,-23 24 3 0,-24 24 1 0,-1-12 0 0,36-37-1 0,25-21 0 0,-12-3-1 0,-60 37 0 0,-24 48 4 0,24-12-6 0,-1-36-41 0,-11-13-78 0</inkml:trace>
  <inkml:trace contextRef="#ctx0" brushRef="#br0">14802 15491 35 0,'-12'0'-28'0</inkml:trace>
  <inkml:trace contextRef="#ctx0" brushRef="#br0">13504 15407 130 0,'0'0'0'0,"48"-24"23"0,166 11-33 0,35 13-120 0</inkml:trace>
  <inkml:trace contextRef="#ctx0" brushRef="#br0">8300 16835 135 0,'12'-23'1'0,"72"11"-17"0,69 24 15 0,134-1 1 0,213-45 8 0,203-16-2 0,119 4-3 0,83 10 0 0,58 0-1 0,-9 12 2 0,-109 24 0 0,-225 0 0 0,-287 0 5 0,-238-13 7 0,-107-21-4 0,-59 22-9 0,-1 0-4 0,13 12-67 0,59 12-27 0</inkml:trace>
  <inkml:trace contextRef="#ctx0" brushRef="#br0">22233 4668 20 0,'0'0'6'0,"-12"-37"20"0,35 3-5 0,-23 21-9 0,13 13-1 0,-13-12-3 0,12 0-4 0,-12-1 1 0,-12 13-1 0,-24 13-1 0,0 11-2 0,1 12-2 0,-14 12 1 0,2-14 1 0,12 16-1 0,23 8 0 0,12-22 0 0,47 0-1 0,13-1 1 0,23 13 1 0,-36-1-3 0,-34-10 3 0,-60-14 3 0,-26 25-4 0,-10-14 4 0,58-21-8 0,25-13-72 0,0 0 38 0</inkml:trace>
  <inkml:trace contextRef="#ctx0" brushRef="#br0">22578 4655 57 0,'24'-35'5'0,"-12"35"10"0,-12 82-1 0,-36 39-4 0,11-27-5 0,25-33-3 0,0-50 1 0,-11-72 1 0,11-69-4 0,11 0 0 0,2 34 0 0,35 37 0 0,-24 35 0 0,11 95 3 0,13 37 1 0,-12 10-2 0,0-34-1 0,11-26-38 0,-35-45-43 0</inkml:trace>
  <inkml:trace contextRef="#ctx0" brushRef="#br0">22602 4870 58 0,'-13'0'14'0,"-10"-13"7"0,71-21-13 0,47-26-7 0,23-1-30 0,-69 50-40 0</inkml:trace>
  <inkml:trace contextRef="#ctx0" brushRef="#br0">23019 4547 36 0,'0'-11'20'0,"-13"22"5"0,2 50-11 0,11 22-7 0,0-11-3 0,24-37-3 0,-12-23 2 0,-12-36 1 0,-12-23-2 0,-12-1-2 0,12-12 1 0,12 1-1 0,12 0 0 0,-1 22 1 0,14 37-1 0,10 37 2 0,1 34 1 0,11-24 0 0,-11-23-1 0,-24-24 2 0,12-71-2 0,12-48-1 0,1 46-2 0,-14 73 1 0,11 73 0 0,15 22 2 0,-2-24-1 0,-23-34 1 0,-12-26-5 0,-12-35-93 0,0 24 62 0</inkml:trace>
  <inkml:trace contextRef="#ctx0" brushRef="#br0">21244 4810 65 0,'-12'-12'15'0,"-11"0"-3"0,58 131 5 0,37 109-6 0,23-2-4 0,-35-71-4 0,-36-50 0 0,-14-57-12 0,-32-83-103 0</inkml:trace>
  <inkml:trace contextRef="#ctx0" brushRef="#br0">21030 4810 48 0,'-47'-12'21'0,"11"0"9"0,72-22-23 0,83-27-4 0,214-94-2 0,72-35-1 0,35 23-2 0,-35 49-1 0,-71 22 0 0,-59 12 1 0,-86 38 2 0,-82 33 1 0,-71 13 3 0,-12 59 1 0,24 121-1 0,11 80 4 0,13-9-1 0,-1-60-1 0,-24-26-3 0,-10-44-2 0,-26-62 1 0,1-71-62 0,-12-1 0 0</inkml:trace>
  <inkml:trace contextRef="#ctx0" brushRef="#br0">21423 5906 33 0,'-59'0'10'0,"34"0"18"0,14 0-18 0,58 0 0 0,119-36 0 0,145-60 0 0,81-59-10 0,37 0-1 0,-36 50-3 0,-72 9 5 0,-106 48-1 0,-119 12 10 0,-73 36 3 0,-23-12-10 0,11-1-2 0,50 3-4 0,-15-1-2 0,3-2-4 0,-49 13-82 0</inkml:trace>
  <inkml:trace contextRef="#ctx0" brushRef="#br0">22210 6418 31 0,'-25'-12'30'0,"13"35"-4"0,12 61-12 0,37 35-7 0,10-23-6 0,-12-25 2 0,-11-37-1 0,-36-21 4 0,12-26-5 0,-24-33 1 0,-12-38 0 0,13 13-2 0,-1 12 2 0,0-25-1 0,1 13-4 0,23 23 3 0,11 36 2 0,25 72-2 0,36 35-1 0,-13-12 3 0,-11-47-3 0,-24-24 3 0,-14-72 1 0,-10-47-2 0,13-23 0 0,23 9 0 0,12 50-1 0,-2 60-1 0,15 82 1 0,-14 48 0 0,-11-12 1 0,1-12 0 0,-14-47-3 0,-12-36-31 0,2-24-55 0</inkml:trace>
  <inkml:trace contextRef="#ctx0" brushRef="#br0">23113 6525 12 0,'0'0'0'0,"13"-23"23"0,10-14 0 0,-23-10-12 0,0-1-3 0,0 0-2 0,-23 13-3 0,-1 11-1 0,-12 0 4 0,1 24-2 0,-1 24-2 0,0 23 0 0,11 1-1 0,15 23-1 0,-2-23 1 0,24 0-1 0,11-25-1 0,25-46 2 0,-1-37-1 0,1 1 2 0,-36 34-1 0,-1 25 3 0,38 25 2 0,-14 10-5 0,13 1-1 0,-24-11-18 0,24-14-42 0,-37-35 21 0</inkml:trace>
  <inkml:trace contextRef="#ctx0" brushRef="#br0">23376 5882 22 0,'0'0'0'0,"-12"-71"29"0,12 71-6 0,12 84-7 0,12 58-7 0,0 0-6 0,10-24-2 0,-9-57-4 0,11-25-37 0,-25-49-10 0</inkml:trace>
  <inkml:trace contextRef="#ctx0" brushRef="#br0">23626 5822 1 0,'-24'-95'18'0,"24"47"15"0,-12 36-12 0,12 85-7 0,24 69-6 0,12 1-2 0,12-36-6 0,-25-47 2 0,-12-49 2 0,-11-82 0 0,0-24-3 0,25 71-1 0,11 48-1 0,10 23 4 0,3 1 0 0,-13-13-3 0,-13 1-7 0,-10-24-60 0</inkml:trace>
  <inkml:trace contextRef="#ctx0" brushRef="#br0">23305 6144 62 0,'-24'-23'12'0,"60"-14"-10"0,105-47-1 0,27 25-3 0,-73 59-73 0</inkml:trace>
  <inkml:trace contextRef="#ctx0" brushRef="#br0">22007 7453 47 0,'-48'12'20'0,"24"24"-6"0,24-24 2 0,48-12-5 0,83-73-9 0,107-92-1 0,131-26-2 0,59 13-3 0,-22 11 3 0,-86 48 8 0,-105 35 5 0,-106 37-9 0,-86 35-1 0,-46 12-15 0,-62 25-59 0,61-14 46 0</inkml:trace>
  <inkml:trace contextRef="#ctx0" brushRef="#br0">21971 7632 24 0,'-60'36'11'0,"1"-1"11"0,23-11 1 0,36-35-15 0,119-60-6 0,72-50 0 0,225-81-3 0,12 12-2 0,14-1 0 0,-73 60 6 0,-119 36 11 0,-95 24-5 0,-108 47-8 0,-47 11-20 0,-34 13-48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15945 6429 12 0,'0'0'8'0,"-13"-11"-6"0,26-1 11 0,-13 12 3 0,12-12-4 0,-12 12-3 0,-12 0 0 0,-11 12-6 0,-13-12 0 0,0 12 0 0,-12-1 0 0,1-11-2 0,22 12-1 0,-10 12 1 0,23-12-1 0,12 0 2 0,0 1 0 0,12 10-2 0,0 12-1 0,-12 12 2 0,12 3 1 0,-12 8-2 0,0 26 0 0,-12-13 1 0,12 0 0 0,-12 1 1 0,12 11-1 0,-12-11 0 0,1 11 1 0,11-36-1 0,11 24 0 0,1-21 0 0,0-16-2 0,0 3 1 0,-12-14 1 0,11 1-5 0,38-12-47 0,-14-12 2 0</inkml:trace>
  <inkml:trace contextRef="#ctx0" brushRef="#br0">16553 6525 63 0,'-12'-12'1'0,"-12"-12"1"0,71 0-1 0,24 0 0 0,-22 24 4 0,10 0-2 0,-11 11-1 0,-23 2-1 0,-4 11 1 0,-8-11 2 0,-13 10-1 0,0 12-2 0,12 12-1 0,-12 24 1 0,11 13 0 0,14-13-2 0,-25 25 2 0,0 0 0 0,0 11 0 0,0-12-2 0,0-12 2 0,0-24 0 0,-12 2 0 0,-1-1-2 0,13-1 2 0,-11-13-1 0,-1-21 0 0,-11-13 3 0,-13 1 5 0,0-13 1 0,-23 0-2 0,-2-13-3 0,14 13-2 0,23-12-2 0,1 0-51 0,10 12-14 0</inkml:trace>
  <inkml:trace contextRef="#ctx0" brushRef="#br0">17636 6489 18 0,'-47'13'11'0,"23"-13"-1"0,24 0-4 0,11-25 0 0,37 0 6 0,24-21-5 0,10-13-2 0,38-25-2 0,23 13-1 0,-36 34-4 0,-35 14 3 0,-26-1 0 0,3 0 1 0,-26-23 0 0,2 35 1 0,-37 0 0 0,-1-1-1 0,-34 13 0 0,12 0-1 0,-1-11 0 0,0-1 0 0,12 12 2 0,0 0 1 0,24 0-3 0,12 0 0 0,12 0-1 0,12 0 0 0,0 0 0 0,11-11 0 0,-11-2 0 0,11-11 0 0,-23 11 0 0,-11 13 0 0,-13 13 4 0,-13 11-1 0,2 12-1 0,-13 0 0 0,-1 10 0 0,14 4-1 0,-1-4 0 0,-1-21 0 0,13-25 0 0,0 0 2 0,0 11-3 0,0-11 1 0,-11 0-26 0,11-11-65 0</inkml:trace>
  <inkml:trace contextRef="#ctx0" brushRef="#br0">13741 8394 8 0,'0'0'6'0,"13"-12"1"0,-13 12 18 0,12 0 5 0,-12 130-22 0,11-34-5 0,14 0 1 0,-25-25-1 0,11 0-1 0,-11-11 0 0,13-23-1 0,-13-26 1 0,23-1 0 0,1 3 0 0,48-13-1 0,11 0 0 0,24 0-1 0,12 0 2 0,36 0-2 0,11 0 0 0,25-13-1 0,48 26 1 0,-38-13 0 0,26 0 1 0,-1-13-2 0,-23 3 3 0,-12 10-2 0,-25 0 2 0,-23 0-3 0,-36 0 2 0,1-11-1 0,-1 11 2 0,-12-13-2 0,-24 13 1 0,-23-12 0 0,-12 12 1 0,-1-25 0 0,-24 2 2 0,-22-13-1 0,0 1-1 0,11-37 0 0,11 1-2 0,-11 35 1 0,11 24-1 0,-11 24-1 0,-11 35 2 0,11 1 0 0,0 0-1 0,-11-12 1 0,-13-1-28 0,12-35-45 0</inkml:trace>
  <inkml:trace contextRef="#ctx0" brushRef="#br0">1202 8275 62 0,'0'0'1'0,"-11"-12"7"0,22 60 23 0,14 11-3 0,-14 36-11 0,2-11-7 0,-13-37-2 0,0-35 4 0,-13-12 0 0,-10-59-7 0,10-12-5 0,2 11 1 0,22-12-1 0,2 37 2 0,-1 23-2 0,-1 12-2 0,25 47 0 0,12 1 2 0,-25-1 0 0,2-10 3 0,-25-37 0 0,0-13 3 0,0-45-5 0,11-15-1 0,14 25 0 0,10 1-1 0,-11 35 0 0,0 24 0 0,0 35 2 0,0 1 0 0,-1-12-1 0,13 1-1 0,0-37 2 0,0-13 0 0,-1-35 0 0,1 1 1 0,-13 0-3 0,2 22 1 0,-25-10 1 0,11 35-2 0,-11 10 1 0,24 3-2 0,12 24 2 0,-12-3 1 0,-1-9 0 0,13-13 0 0,-24-12 0 0,24-37-2 0,12-22 1 0,-24 24 1 0,-14 11-1 0,-10 24 0 0,13 24 0 0,10-1-1 0,-10-11 0 0,-13 0 3 0,0-49 0 0,23 16 0 0,2 32-4 0,10 24 2 0,25-23-1 0,-12 1 2 0,-25-50-6 0,-23-34-68 0,-12 35-31 0</inkml:trace>
  <inkml:trace contextRef="#ctx0" brushRef="#br0">2132 7834 49 0,'-12'-13'5'0,"-47"-8"-1"0,69 42-20 0,3-8-20 0</inkml:trace>
  <inkml:trace contextRef="#ctx0" brushRef="#br0">1334 9073 93 0,'-12'0'4'0,"-119"35"-2"0,106-24 3 0,38-34-1 0,119-59 8 0,165-62-2 0,84 12-4 0,-59 27-4 0,-132 55-1 0,-107 4 2 0,-72 21 0 0,-33 14-45 0,-109 83-38 0,95-62 62 0</inkml:trace>
  <inkml:trace contextRef="#ctx0" brushRef="#br0">1322 9192 16 0,'0'0'0'0,"-166"82"24"0,35-32-11 0,72-16 2 0,34-22-6 0,37-12-1 0,143-96 6 0,178-70 4 0,120 1-10 0,-36 56-7 0,-167 50 2 0,-180 22 17 0,-70 14-3 0,-47-12-16 0,0 47-140 0</inkml:trace>
  <inkml:trace contextRef="#ctx0" brushRef="#br0">15755 7775 31 0,'0'0'3'0,"0"-12"-3"0,0 12 5 0,0 0 8 0,0-13 7 0,-12 2 0 0,-1-1-11 0,13 12-6 0,0-11-1 0,-11-2 1 0,-1 1 4 0,-12-11 2 0,0 11-4 0,1 1-3 0,-1 11-1 0,-1-13-1 0,2-11 2 0,-24 11 0 0,11 13 0 0,-12-11-2 0,13 11 1 0,-1-12 1 0,-12 1-1 0,12-1 0 0,-11 12 1 0,-1 0-1 0,0 0-1 0,1 0 1 0,-1 12-1 0,1-1 0 0,-13-11 1 0,-12 23-1 0,13 2 0 0,11-13-1 0,-11 12 2 0,-1-12-2 0,13 23 2 0,23 1-1 0,-1 0 0 0,2 0 0 0,0 11 0 0,-1-11-1 0,12 12 1 0,0-14 0 0,12 3 1 0,12-1-1 0,24 12 0 0,-13-14 0 0,25 3 1 0,0-3-1 0,-1-9 2 0,12 0-2 0,1-2 1 0,12 1 0 0,-1 0 2 0,13-24-2 0,-1 11-1 0,1-11 1 0,11 0 0 0,-24 0 1 0,1 0-1 0,-1-11-1 0,-1-1 1 0,-9 0-2 0,-1-1 4 0,-2-10-1 0,-22-1 0 0,0 12-2 0,-24-13 1 0,12-9 0 0,0-3 1 0,12 3-3 0,-24 9 5 0,-12-21-3 0,-24-4 2 0,12 4-3 0,12-2 2 0,-12 12-2 0,-24 11 0 0,-47-9-57 0,47 34-32 0</inkml:trace>
  <inkml:trace contextRef="#ctx0" brushRef="#br0">16362 8275 35 0,'-24'11'20'0,"12"14"-9"0,12-13 18 0,0-24 9 0,12-36-31 0,-1-34-2 0,2-62-2 0,-1-35 0 0,0 48 0 0,24 60-2 0,-12 35 0 0,22 36 0 0,-10 59-1 0,24 83 0 0,12 2 0 0,-13-25 1 0,-23-35-2 0,-24-50 3 0,-12-34 3 0,-36-58 0 0,-35-26-3 0,-36 37-1 0,-12 23-2 0,-12 11 3 0,11 13-3 0,61 0 1 0,59 0 1 0,12 0-2 0,71-23 3 0,84-12-4 0,35-12 3 0,-59 10-1 0,-71 14 1 0,-59 12-1 0,-74 32 0 0,-70 63-1 0,-47 48 1 0,35-1 0 0,71-24 2 0,48-48-3 0,12-36 2 0,36-23-3 0,0-23-155 0</inkml:trace>
  <inkml:trace contextRef="#ctx0" brushRef="#br0">14552 6276 10 0,'-13'-25'6'0,"26"13"-11"0,10-12 5 0,-23 12 12 0,-11-12 7 0,-1 0-8 0,12 1-9 0,-13-1 1 0,-10 0 5 0,-11 0 3 0,-3 12-6 0,1 1-3 0,-11 11-1 0,-14 0 2 0,3 11 6 0,9 12-1 0,13 2-5 0,-10 0 0 0,10 9 1 0,-25-10 3 0,15 12-4 0,-1 12 1 0,10 11-3 0,13 13-2 0,1-14 3 0,-2 26 1 0,2-24 0 0,23 12 0 0,12-1-2 0,-1 0-1 0,2-23 1 0,22 11 0 0,1-11 1 0,12 0-1 0,22-23 3 0,3-4-5 0,-26 4 2 0,1-13-1 0,12 1 3 0,-2-13-2 0,14-13 0 0,-24 1-1 0,0-34 2 0,-12 9-1 0,-2-10-1 0,2 10 1 0,-11-34-1 0,10 24 0 0,-11-1 1 0,-12 0-1 0,-1-11 1 0,-11-1 0 0,0-11 2 0,13 23-4 0,-1-11 2 0,-60-50 5 0,-11 51-4 0,-2-14 2 0,27 1-2 0,11 23-2 0,-14 48-1 0,-118 48-70 0,84-12-13 0</inkml:trace>
  <inkml:trace contextRef="#ctx0" brushRef="#br0">13087 11836 42 0,'-83'-25'29'0,"35"25"-22"0,36 0 8 0,24-12-4 0,60 12 1 0,71 0 0 0,82 0-4 0,38 0-3 0,-13 0-1 0,-47 0 0 0,-96 12-1 0,-83-12-1 0,-24 0-2 0,-60 0-26 0,-47 0-31 0,23 12-4 0</inkml:trace>
  <inkml:trace contextRef="#ctx0" brushRef="#br0">13302 11907 38 0,'-85'-13'12'0,"-45"37"-7"0,60-24 1 0,21 12 12 0,37-12-7 0,60-12 1 0,95 1 5 0,72-2-9 0,34 1-5 0,-22 12-1 0,-61 0-1 0,-82 12 1 0,-72-12-2 0,-24 0-13 0,-61 0-40 0,-9-12-9 0</inkml:trace>
  <inkml:trace contextRef="#ctx0" brushRef="#br0">13110 11954 20 0,'-106'0'28'0,"10"24"-20"0,49 0 15 0,47-24-9 0,83 0-2 0,96-36 3 0,47 24-4 0,2-1-5 0,-51 13-4 0,-9 0 0 0,-75 0-2 0,-56-11-2 0,-61 11-10 0,-71 11-39 0,-48 2-15 0</inkml:trace>
  <inkml:trace contextRef="#ctx0" brushRef="#br0">13253 11978 9 0,'0'0'0'0,"-143"0"10"0,61 13-6 0,82-13 24 0,131-25-11 0,83-11 2 0,47 13-4 0,-10 10-2 0,-60 1-2 0,-84 12-3 0,-60 0-4 0,-34 0-1 0,-26-12-1 0,-46 12-29 0,23 0-62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6632 10848 9 0,'-23'0'12'0,"23"-13"-6"0,12 13-3 0,12 0 5 0,36 0 0 0,23 0-3 0,47 0-1 0,38 0-1 0,34 0-1 0,24 0 3 0,25 0-4 0,22-12 3 0,49 12 1 0,35-12 0 0,35 12-4 0,50-13 1 0,10 2-2 0,1 11 1 0,10 0 0 0,514 11 3 0,-453-11-4 0,0 0 1 0,-11 0-2 0,-1 13 6 0,-48 11-2 0,-23-11-3 0,-37 8 2 0,-34-8-2 0,-73-13 1 0,-59 0 1 0,-72-13 8 0,-81-8 6 0,-73 8-2 0,-2-11-8 0,-10 0-6 0,-34 12-98 0</inkml:trace>
  <inkml:trace contextRef="#ctx0" brushRef="#br0">19077 9918 69 0,'-12'-12'3'0,"-23"12"1"0,-26 48 19 0,-10 23-8 0,35 11-11 0,25-9-3 0,35-14 0 0,23-11 1 0,25-36 0 0,23-24 0 0,-13-24 0 0,15-24 0 0,-38 1-1 0,-23-24-1 0,-36-1 1 0,-36-11 0 0,-35 1 0 0,-14 34-1 0,27 36 0 0,-14 24-1 0,13 13 0 0,12 45 0 0,34 26 0 0,49 11 1 0,36 12 1 0,35-36 3 0,-37-23 0 0,-57-48-1 0,-13 0-12 0,0 0-81 0</inkml:trace>
  <inkml:trace contextRef="#ctx0" brushRef="#br0">19695 10216 82 0,'0'-12'17'0,"0"47"-4"0,0 72 5 0,0 14-5 0,0-27-1 0,0-46-2 0,0-14-4 0,0-34-3 0,0-34-58 0,0 22-37 0</inkml:trace>
  <inkml:trace contextRef="#ctx0" brushRef="#br0">20316 10180 58 0,'-48'-12'7'0,"12"12"0"0,36-11 17 0,36 11-8 0,35 0-1 0,1 0-7 0,-60 0-7 0,-12 0-16 0,-12 0-81 0</inkml:trace>
  <inkml:trace contextRef="#ctx0" brushRef="#br0">20911 10144 124 0,'0'0'0'0,"-12"-12"0"0,48 12 1 0,-24 0 0 0,-12 12-23 0,0 1-55 0</inkml:trace>
  <inkml:trace contextRef="#ctx0" brushRef="#br0">21352 10132 115 0,'-24'-12'3'0,"24"12"-7"0,24 0-88 0</inkml:trace>
  <inkml:trace contextRef="#ctx0" brushRef="#br0">21840 10180 117 0,'-12'-12'6'0,"0"1"-19"0,24 11-66 0</inkml:trace>
  <inkml:trace contextRef="#ctx0" brushRef="#br0">22840 9716 79 0,'-24'-36'32'0,"-11"24"-34"0,11 60 2 0,-72 35 0 0,13 12 3 0,71 13 0 0,60-37-1 0,35-12 0 0,24-47 0 0,1-36 0 0,-37-47 0 0,-48-36 0 0,-10 12-2 0,-26-13 0 0,-23 1 2 0,-10 59-2 0,-26 48-2 0,1 60 1 0,47 47 0 0,60-23 1 0,59 12 0 0,-36-50 2 0,-23-10-6 0,-24-13-110 0</inkml:trace>
  <inkml:trace contextRef="#ctx0" brushRef="#br0">23555 10442 7 0,'0'0'0'0,"11"-36"24"0,1-24 10 0,-47 1-3 0,-25 34-18 0,-11 25-12 0,10 37 1 0,15-1-2 0,22 12 1 0,12-1-2 0,37-10 2 0,21-26 1 0,38-35 1 0,-1-60-2 0,-24-35 1 0,-23-25-2 0,-36 39 0 0,0-16-2 0,0 27 3 0,-12 70-2 0,12 60-3 0,-24 107 5 0,-23 59 1 0,35-23 2 0,12-85 3 0,0-44 4 0,0-39 2 0,0-11 1 0,12-36-19 0,-12 24-105 0</inkml:trace>
  <inkml:trace contextRef="#ctx0" brushRef="#br0">8312 16050 43 0,'0'0'18'0,"-24"-23"-10"0,12 34 5 0,-11 12-5 0,23-11-1 0,47 0 0 0,25 1-2 0,23-13 0 0,36 11-2 0,12-11-1 0,25 0 0 0,9-11 0 0,14-2 1 0,-1 13 0 0,1 0-1 0,11-12-2 0,13 0 0 0,23 12 1 0,-13 0-1 0,-21 0-3 0,-14 0 4 0,12 0-1 0,25 0 0 0,0 0-1 0,-27 0 2 0,15 0 0 0,-13-11-2 0,2 11 1 0,-14 0 0 0,155-12 2 0,-190 1-1 0,-1 11 0 0,-11 0-1 0,1 0 1 0,-1 11-2 0,-13-11 3 0,-10 0-1 0,-25 0-1 0,-1 0 0 0,-22 0 0 0,-23 12 1 0,-14-12 2 0,-12 11 0 0,-10-11 2 0,-1 0 1 0,-1-11 3 0,-11-1-4 0,0-12-6 0,0 24-132 0</inkml:trace>
  <inkml:trace contextRef="#ctx0" brushRef="#br0">6824 9584 41 0,'0'0'0'0,"-13"0"27"0,49 0 5 0,71 0-21 0,49 0-1 0,-3 0-8 0,-56 0-2 0,-74 0-13 0,-35 0-86 0</inkml:trace>
  <inkml:trace contextRef="#ctx0" brushRef="#br0">6884 9680 50 0,'-60'0'37'0,"24"12"-28"0,72-24 7 0,58 0-8 0,38-1-1 0,-1 2-2 0,-36-1-4 0,-47 12-1 0,-24 0-16 0,-37 12-18 0,-46 12 9 0,-12 0 20 0,-1-11 6 0,59-2-40 0</inkml:trace>
  <inkml:trace contextRef="#ctx0" brushRef="#br0">10622 9525 33 0,'-23'0'12'0,"23"0"-11"0,-12 0 24 0,12 12-18 0,-13-12-5 0,13 0-16 0,0 13-41 0</inkml:trace>
  <inkml:trace contextRef="#ctx0" brushRef="#br0">8455 9680 21 0,'0'0'12'0,"-24"12"2"0,12-12 10 0,12 0-9 0,0 0-10 0,36-12 1 0,24 12-2 0,35-12 1 0,-13-1-1 0,-10 2-1 0,-36 11 1 0,-12 0-3 0,-24-12-8 0,0 12-51 0</inkml:trace>
  <inkml:trace contextRef="#ctx0" brushRef="#br0">8515 9726 63 0,'-24'0'5'0,"36"13"-6"0,34-26 1 0,39 3 0 0,-14 10 1 0,-48-11 0 0,-23 11 3 0,-11 11-2 0,-1-11-1 0,12 0 5 0,0 0-1 0,12-11-3 0,-12 11-2 0,0 0 7 0,0 0-4 0,0 0-1 0,0 0-1 0,0 0 0 0,11 0 0 0,-11 0 0 0,13 0-1 0,-13 11 1 0,0-11-1 0,0 0 1 0,0 0 2 0,0 0 8 0,12 0-10 0,-12 0-1 0,-12 0-11 0,12 10-77 0</inkml:trace>
  <inkml:trace contextRef="#ctx0" brushRef="#br0">10563 14503 8 0,'-12'0'15'0,"12"0"-1"0,0 0 0 0,-13 0 0 0,13 0 2 0,0-13-2 0,-11 13-1 0,11 0-6 0,0 0-4 0,0 0-2 0,0 0 3 0,-12 0 2 0,12-12 1 0,0 12-5 0,23-12-1 0,26 12-1 0,10 0 0 0,25 12 0 0,11-12 0 0,-1 0 0 0,15 12 0 0,-26 1 0 0,-24-13 1 0,-35 0-1 0,12 0 1 0,0-13-1 0,-13 13 0 0,-12 13-1 0,-11-2-37 0,0 1-40 0</inkml:trace>
  <inkml:trace contextRef="#ctx0" brushRef="#br0">10359 14704 8 0,'0'0'13'0,"-10"0"17"0,-1 0-12 0,11-12-6 0,11 12 1 0,12 0-9 0,25-13-1 0,23 13-1 0,12 0-2 0,1 0 0 0,-12-10 2 0,-13 10 0 0,-11-11 2 0,-2 11-1 0,-10 0 0 0,-11-13 0 0,-25 13 2 0,11 0 2 0,-11 0-4 0,0 0 0 0,0-12-2 0,0 12 1 0,0-12-2 0,0 12 1 0,13 0 0 0,-13 0 0 0,0 0-1 0,12 0-22 0,-1 0-71 0</inkml:trace>
  <inkml:trace contextRef="#ctx0" brushRef="#br0">10776 14574 24 0,'0'0'7'0,"0"-13"13"0,0 13-9 0,0 0-11 0,13 0-55 0</inkml:trace>
  <inkml:trace contextRef="#ctx0" brushRef="#br0">11694 14453 40 0,'0'0'10'0,"0"-11"13"0,0 11-13 0,12 0-79 0</inkml:trace>
  <inkml:trace contextRef="#ctx0" brushRef="#br0">12348 14419 68 0,'-36'0'19'0,"26"-12"9"0,33-13-21 0,84 14-4 0,1-1-2 0,-37 12 1 0,-47 0-1 0,0 0-21 0,-12 12-66 0</inkml:trace>
  <inkml:trace contextRef="#ctx0" brushRef="#br0">12420 14478 19 0,'-36'0'17'0,"-46"12"22"0,70-12-13 0,34 0-18 0,50-12-1 0,35 0-3 0,-11-1-2 0,-48 2 0 0,-12 11-5 0,-24 0-32 0,-12 24-41 0</inkml:trace>
  <inkml:trace contextRef="#ctx0" brushRef="#br0">12409 14537 22 0,'-25'0'14'0,"14"12"21"0,11-12-28 0,84 0-5 0,-1 0-1 0,-36-12 1 0,-35 1 11 0,-12-1-8 0,-12 12-8 0,0 0-47 0,12 0 8 0</inkml:trace>
  <inkml:trace contextRef="#ctx0" brushRef="#br0">17303 6917 21 0,'0'0'5'0,"-36"0"1"0,23 12-6 0,13 0 7 0,0 1 7 0,0-13-7 0,13 0-2 0,35-13-1 0,11 13 0 0,0-12 0 0,1 12-1 0,-24-12-1 0,-12 1-1 0,-12 11 1 0,-12 0-7 0,24 0-29 0,-12 0-9 0</inkml:trace>
  <inkml:trace contextRef="#ctx0" brushRef="#br0">17112 7096 24 0,'0'0'4'0,"-24"-12"1"0,13 24-4 0,34 1 1 0,13-13 1 0,-11-13 6 0,9 13-1 0,2 0-3 0,24 0-3 0,10 0-1 0,2-12 0 0,12 12 1 0,-36 0-1 0,-1 0 4 0,1 0 0 0,-12-12-2 0,-24 12-2 0,1 0 0 0,-13-13 13 0,0 13-14 0,23 0 0 0,-23 0 0 0,0 0 0 0,11-10 4 0,1 10-5 0,-1-11-17 0,-11 11-58 0</inkml:trace>
  <inkml:trace contextRef="#ctx0" brushRef="#br0">9622 14834 33 0,'0'0'0'0,"-59"-46"44"0,11 21-18 0,-23 25-5 0,-1 0-10 0,48 13-2 0,24-13-3 0,36 0 0 0,59 0-2 0,48 12 0 0,72-12-3 0,58 0-1 0,73-12 1 0,47-1-1 0,47 2 2 0,1 22-4 0,-12 2 2 0,-25 11 1 0,-34 10 0 0,-61-21-4 0,-59-1 4 0,-35-12-1 0,-37 0 1 0,-71 0 0 0,-71 0 2 0,-12-12 0 0,0-24 0 0,0-23-1 0,-2-1 0 0,-9-24 1 0,-13-34-1 0,12-84 0 0,24-48 1 0,11 47-1 0,1 36-1 0,-25-11 0 0,2 11-1 0,-14-1 2 0,-11 38-1 0,0 34-1 0,0 50 0 0,-23-2 0 0,-13 24 0 0,-23 0 0 0,-2-10-1 0,-33 9 1 0,-25 13-2 0,-72-12 1 0,-59 1 0 0,-59-2 1 0,-96 13 2 0,-48 12-2 0,-11 0 2 0,23-11-1 0,24 11 1 0,36 11-2 0,0 37 3 0,36-25-3 0,83 14 2 0,119-24-2 0,84-2 0 0,59-1-1 0,10-10 0 0,15 13 2 0,-1-1-1 0,-12 0 1 0,-12-12-2 0,0 13 2 0,11 10-2 0,-11 13 2 0,13 10-3 0,-13 38 3 0,12 24-3 0,12 35 1 0,-2 47-1 0,3 36 0 0,-25 1 1 0,-12-1-2 0,-1-24 4 0,2-23 1 0,22-60-1 0,2-36 1 0,10-23 3 0,-23-2-1 0,0-45 1 0,0-37 2 0,0-95-151 0,13 84 89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5681 16693 45 0,'-11'0'6'0,"-38"-12"26"0,25-12 1 0,12 12-11 0,12 1-12 0,36 22-7 0,70-22-6 0,37-2 2 0,-11 13 1 0,-49 24-1 0,-47-24 2 0,-12 0-1 0,0-11 2 0,0-2-2 0,-12 1 0 0,-12 12-66 0,0 0-4 0</inkml:trace>
  <inkml:trace contextRef="#ctx0" brushRef="#br0">5919 16454 35 0,'0'0'0'0,"-13"-12"40"0,2 12-6 0,11 0-24 0,0 0-6 0,24 24 2 0,11-11-1 0,1-2-1 0,12 12-1 0,-12-10-1 0,11-1 0 0,-23 0-2 0,12 12-1 0,-12-14 2 0,-14 3 1 0,-10-13 0 0,0 0 4 0,-10 24 6 0,-26 23-8 0,-24 13-2 0,13-24 0 0,11 0-1 0,12-13 0 0,1 1 0 0,10 0 1 0,26-35-16 0,10 11-100 0</inkml:trace>
  <inkml:trace contextRef="#ctx0" brushRef="#br0">8800 15110 34 0,'-11'0'8'0,"22"-25"11"0,13 0-13 0,24-21-7 0,-36 21-54 0</inkml:trace>
  <inkml:trace contextRef="#ctx0" brushRef="#br0">8920 14716 2 0,'0'0'0'0,"12"-47"1"0,-12 11 1 0,11 0-3 0,1 13-3 0</inkml:trace>
  <inkml:trace contextRef="#ctx0" brushRef="#br0">9073 14156 34 0,'0'-34'7'0,"13"-3"-6"0,10 1-3 0,2 1-21 0,-25-1 6 0</inkml:trace>
  <inkml:trace contextRef="#ctx0" brushRef="#br0">9181 13704 14 0,'-11'-24'3'0,"34"-36"-7"0,-11 49-7 0</inkml:trace>
  <inkml:trace contextRef="#ctx0" brushRef="#br0">9003 14740 10 0,'0'0'2'0,"-12"-36"6"0,12 1-3 0,-12-13-5 0,24-12 0 0,0-23 0 0,0 0-3 0,12 23-9 0,-12 36 2 0</inkml:trace>
  <inkml:trace contextRef="#ctx0" brushRef="#br0">9051 14122 5 0,'12'-50'9'0,"11"-8"-5"0,13 11-8 0,-13-3-3 0,-23-8 1 0</inkml:trace>
  <inkml:trace contextRef="#ctx0" brushRef="#br0">9313 13360 4 0,'0'-25'-1'0,"0"25"-2"0</inkml:trace>
  <inkml:trace contextRef="#ctx0" brushRef="#br0">9396 13109 0 0,'12'-25'0'0</inkml:trace>
  <inkml:trace contextRef="#ctx0" brushRef="#br0">9526 12847 0 0,'0'-36'1'0,"37"-47"-1"0,-3 11-1 0,-9 25 1 0,-1-14 0 0,-12 15 0 0,12-2 0 0</inkml:trace>
  <inkml:trace contextRef="#ctx0" brushRef="#br0">9848 12167 3 0,'0'0'1'0,"12"-46"0"0,12-2-6 0,-24 37 5 0</inkml:trace>
  <inkml:trace contextRef="#ctx0" brushRef="#br0">10277 11728 0 0,'36'-24'1'0,"23"-24"0"0,13 2 0 0,-1-4 0 0,13 3-2 0,-13 12 1 0,-11 12 1 0,-25-2 4 0,25 0-3 0,11-21-1 0,24 10-1 0,-11 24 1 0,-13 1-1 0,1-14 0 0,10 0-1 0,25-9 1 0,-22 10-1 0,-14 11 2 0,1 13-1 0,11-11 1 0,12 11-1 0,23-12 0 0,-21 1 0 0,-2-2 0 0,-13 1-1 0,-9 0 1 0,22 1 0 0,0-1-4 0,0 1 3 0,1 11 1 0,-1-13-1 0,0 1 2 0,0 0-2 0,-11-1 1 0,11 2-1 0,12 11 1 0,25-12 0 0,10 12 0 0,-23-11 1 0,-23 11-1 0,-25 11 2 0,-12-11 4 0,-11 0 3 0,-23 0-7 0,9-11 0 0,-9-1-7 0,-25 12-17 0</inkml:trace>
  <inkml:trace contextRef="#ctx0" brushRef="#br0">14897 6988 28 0,'-36'-23'20'0,"36"23"4"0,0-11 1 0,0 22-16 0,25 62-3 0,-14 21-2 0,-11 1-2 0,12 0 1 0,12-23 0 0,0-26-1 0,-12-9-3 0,-12-1 2 0,0-36-1 0,12 24 1 0,12-12 1 0,23-12 1 0,60 0-1 0,36-12-1 0,12-1-1 0,11 13 2 0,2 0-3 0,34 13 1 0,12-1 1 0,1 23-1 0,-49-11 0 0,1-12 1 0,0 0 0 0,-48-12 0 0,1-12-1 0,-27-13 0 0,14 2 0 0,-35 0 1 0,12 23-1 0,0-12 1 0,-1-1-1 0,-12 13 0 0,-35-11 1 0,-13 11-1 0,-10-12 1 0,11 1-1 0,0-14 2 0,-14-21 0 0,3 9-2 0,-13-23 1 0,12-11 0 0,-12 11 0 0,0 37 1 0,0 11 0 0,-12 47-2 0,12 25 1 0,-13-13 0 0,13 24-3 0,-10-21-107 0</inkml:trace>
  <inkml:trace contextRef="#ctx0" brushRef="#br0">11087 9466 47 0,'-25'-24'13'0,"14"0"9"0,11 24-11 0,11-12 2 0,14 12-4 0,11-11-2 0,47 11-1 0,47 0-2 0,26-13-4 0,22 13 4 0,25 0-1 0,35-12 2 0,35 0-1 0,36-1-1 0,26 3-2 0,-1-1 0 0,11 11 0 0,-12-13 2 0,12 13 1 0,1-12-3 0,22 12 1 0,14-12-1 0,11 12 0 0,23 0 0 0,-10 12 1 0,-37 0-2 0,-24-12-1 0,0 0 3 0,-11 0-2 0,-49 0 1 0,-33 13-1 0,-75-13 0 0,-58 0-1 0,-72 0 2 0,-34 0-4 0,-60-13-36 0,-49 13-63 0</inkml:trace>
  <inkml:trace contextRef="#ctx0" brushRef="#br0">11004 9550 83 0,'-13'-25'7'0,"26"13"-6"0,22-1 3 0,13-10 19 0,35 12-12 0,60 11-7 0,48-12-5 0,47 0 3 0,48 12 1 0,59-13 1 0,60 2 2 0,34 11-2 0,39-12-1 0,21 1-1 0,2-2-1 0,10 1-1 0,-10-13 1 0,-13 15-1 0,-12 10 2 0,14-11-2 0,-134-2-1 0,-46 1 2 0,-24 0 0 0,-36 12-1 0,-96 0 1 0,-11 0-1 0,-95-13 2 0,-36 2 5 0,12 11-1 0,-12-12-3 0,0 1-2 0,-12 11-42 0,0 0-56 0</inkml:trace>
  <inkml:trace contextRef="#ctx0" brushRef="#br0">8872 17026 3 0,'0'0'13'0,"0"-24"17"0,0-13-7 0,0 15 2 0,0 10-6 0,0 0-5 0,0 12-3 0,0 36-2 0,0 47-4 0,0 36-2 0,0-1-2 0,0-22-2 0,12-37-1 0,-12-22 1 0,-12-37-59 0,12-24-20 0</inkml:trace>
  <inkml:trace contextRef="#ctx0" brushRef="#br0">8610 17312 39 0,'0'-12'18'0,"0"0"24"0,0 24-23 0,36 24-8 0,-1 11-8 0,12 0-3 0,2-10-2 0,-14-26-33 0,25-34-54 0</inkml:trace>
  <inkml:trace contextRef="#ctx0" brushRef="#br0">8955 17300 27 0,'0'0'12'0,"-12"12"37"0,1 59-18 0,-1-11-22 0,1-13-7 0,-14 14-22 0,13-50-79 0</inkml:trace>
  <inkml:trace contextRef="#ctx0" brushRef="#br0">10944 16978 50 0,'0'-13'3'0,"-12"3"33"0,-1 57 3 0,-10 60-27 0,10 36-10 0,26-49-2 0,-13-33-1 0,12-49-10 0,-12-12-82 0,0 0 63 0</inkml:trace>
  <inkml:trace contextRef="#ctx0" brushRef="#br0">10753 17193 47 0,'-11'-36'29'0,"11"12"21"0,-12 61-36 0,35 21-11 0,49 38-2 0,-1-24-5 0,-12-25 3 0,-10-35-20 0,-2-71-32 0,-23-37 29 0,-12 84 56 0,-37 36 8 0,2 23-22 0,12 1-17 0,-2 0-18 0,13-25-89 0</inkml:trace>
  <inkml:trace contextRef="#ctx0" brushRef="#br0">13492 17062 37 0,'0'-36'17'0,"12"-12"24"0,-12 48-10 0,0 71-17 0,0 61-9 0,0-13-4 0,12-60-1 0,-12-11-21 0,0-36-84 0,0-12 87 0</inkml:trace>
  <inkml:trace contextRef="#ctx0" brushRef="#br0">13362 17228 46 0,'-13'-24'29'0,"13"13"10"0,24 70-19 0,24 25-15 0,-12-13-7 0,-13-11-21 0,1-37-83 0</inkml:trace>
  <inkml:trace contextRef="#ctx0" brushRef="#br0">13598 17419 55 0,'-10'0'3'0,"-1"36"31"0,-2-1-27 0,13-24-64 0,0-11 24 0</inkml:trace>
  <inkml:trace contextRef="#ctx0" brushRef="#br0">16041 16965 38 0,'0'-22'22'0,"12"44"15"0,-12 75-13 0,-12 34-15 0,12-24-8 0,0-24-1 0,0-47-14 0,-12-12-90 0</inkml:trace>
  <inkml:trace contextRef="#ctx0" brushRef="#br0">15826 17204 60 0,'0'0'0'0,"12"-59"23"0,12 47 5 0,12 60-14 0,23 12-10 0,-23-1-4 0,0 0-2 0,-1-35-3 0,-11-11-27 0,-1-26-29 0,2-24 37 0</inkml:trace>
  <inkml:trace contextRef="#ctx0" brushRef="#br0">16183 17288 1 0,'0'0'4'0,"12"-47"33"0,-12 34 16 0,-23 26-28 0,-2 21-12 0,2 15-9 0,10-14-3 0,2-11 0 0,-1-11-39 0,12-13-52 0</inkml:trace>
  <inkml:trace contextRef="#ctx0" brushRef="#br0">8562 17978 0 0,'-13'0'13'0,"13"0"2"0,0-12-3 0,0 12 16 0,-10-11-18 0,10-12-4 0,10-2-2 0,3 13 0 0,-1-1 1 0,12 2 1 0,-1 11-1 0,2 0-2 0,10 11 0 0,1 14-2 0,-12-13 3 0,-1-12-1 0,13-24 4 0,-12 0-1 0,-12 1-2 0,-12-14-9 0,12 14-77 0,-12 23 37 0</inkml:trace>
  <inkml:trace contextRef="#ctx0" brushRef="#br0">8621 18108 1 0,'0'0'1'0,"0"0"11"0,-11 13 5 0,11-13 5 0,-12-13-9 0,12 3 0 0,0-2-3 0,0 12-4 0,0-12-4 0,12-12 2 0,12 0 1 0,-1 1-2 0,-10 23-1 0,9 11-2 0,3 25-4 0,11-12 4 0,0-12 2 0,11-24 4 0,-35-25-1 0,0 26-1 0,-12-1-7 0,0 1-65 0,12-2 18 0</inkml:trace>
  <inkml:trace contextRef="#ctx0" brushRef="#br0">9145 17824 31 0,'0'-24'33'0,"-23"12"3"0,10 24-20 0,2 12-10 0,-1 11-3 0,-1 13-7 0,13 11 1 0,36-11-1 0,-11-25 4 0,22-10 2 0,-10-37 4 0,10-24 0 0,-24 2 3 0,2-4-2 0,-25 16 1 0,-12-14 2 0,-12-12 0 0,-12 25-2 0,0 23-6 0,1 36-6 0,-13 47-30 0,35-35-83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7467 15966 42 0,'-96'-47'9'0,"-34"23"8"0,-12 12-2 0,-26 12 11 0,-24 60 1 0,26 58-14 0,36 74-6 0,70 34-6 0,71 47-2 0,50 13-4 0,34-49-2 0,48-93 2 0,24-62 2 0,47-69 6 0,24-97 4 0,-47-46 4 0,-37-50-3 0,-59-46 0 0,-47-34-3 0,-36 45 2 0,-48 49 3 0,-96-14-4 0,-93 38-3 0,-25 94 1 0,-1 60-2 0,-22 95-2 0,22 84-34 0,157-60-110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3668 3012 4 0,'-12'0'15'0,"-24"0"-10"0,1 0 1 0,22-12 12 0,2 12-2 0,-1 0-5 0,-12 12-3 0,-1-12 4 0,15 11 5 0,-2-11 0 0,0 0-4 0,12 0-5 0,12-11-1 0,35-1 0 0,36 1-3 0,24-1-2 0,25 0 0 0,23 12 0 0,11 0 0 0,-11 12-1 0,24 11 0 0,-13-11-1 0,24-1 3 0,-47-11-1 0,-59-11 1 0,-59 11-1 0,-25 11-4 0,47 2-61 0,-12-1-24 0</inkml:trace>
  <inkml:trace contextRef="#ctx0" brushRef="#br0">5788 3096 12 0,'0'0'0'0,"-24"0"20"0,0 0 3 0,0-12 7 0,12 1-1 0,24 11-20 0,24 0-4 0,46 0 3 0,26-13-1 0,12 1 1 0,58 0-2 0,-11 12-4 0,12-13-2 0,-1 13 1 0,1 0 1 0,23 0-1 0,36-11 0 0,23-1 1 0,-10 1-2 0,-36-1 2 0,-60 12-1 0,-37 0 0 0,-10 0-2 0,58 0 2 0,-46 0-1 0,-13-12 1 0,-48 12-1 0,-36 0 4 0,2-13-2 0,-1 2-9 0,12 11-110 0</inkml:trace>
  <inkml:trace contextRef="#ctx0" brushRef="#br0">15027 7227 27 0,'-10'0'15'0,"-38"-13"25"0,48 2-13 0,0 11-6 0,12 0-8 0,12 24-7 0,-2 13-2 0,-22 34 0 0,13 0-1 0,-13 13-3 0,0-13 2 0,0 0 0 0,0 24 1 0,0-47-2 0,0-12 0 0,0-13 0 0,-13 1 0 0,13-11-1 0,-10 10 1 0,10 1-1 0,0-12 1 0,10 0 0 0,26-12 0 0,25 11 0 0,21-11-1 0,-10 12 1 0,12-1-1 0,11-11 0 0,12 0 1 0,24 0 0 0,-12 13-1 0,-11-1 1 0,-1 0-1 0,24 1 1 0,12-13 0 0,23 11-1 0,-23-11 1 0,24-11 0 0,34 11-1 0,3 0 0 0,-14 0-1 0,-24 0 2 0,-10 11-1 0,-38-11 0 0,2 0 1 0,-1 12-1 0,0-1 2 0,-35-11-2 0,-25 0 0 0,-36-11 1 0,-10 11 0 0,-1-12 1 0,-1-12-2 0,-11 12 1 0,0-13-2 0,0-21-6 0,-11-2-18 0,-1 12-35 0,12 11-20 0</inkml:trace>
  <inkml:trace contextRef="#ctx0" brushRef="#br0">18266 7465 7 0,'-10'0'18'0,"10"-25"12"0,0 15 3 0,0-1-14 0,23 22-6 0,-23 49 3 0,0 22-2 0,0 2-8 0,0-1-2 0,12-1 0 0,-12-21 0 0,-12-25 0 0,12-24 0 0,0-12 1 0,36-12-58 0,-24-1-17 0</inkml:trace>
  <inkml:trace contextRef="#ctx0" brushRef="#br0">22471 6441 18 0,'-25'-23'25'0,"14"11"5"0,-14-13-3 0,15 25-2 0,-26 13-13 0,12 58-6 0,-12 12 0 0,24-11-4 0,24-14-1 0,12-8-2 0,12-16 1 0,0-34 1 0,10-23 2 0,3-13-1 0,-2-35 0 0,-36 12 0 0,2 11 3 0,-37-12 1 0,-11 13 0 0,-26-1-4 0,15 36-1 0,10 12-2 0,12 12-30 0,24 36-102 0</inkml:trace>
  <inkml:trace contextRef="#ctx0" brushRef="#br0">22852 6370 71 0,'0'-36'11'0,"-12"24"16"0,-12-13-5 0,12 15-18 0,48 20-63 0,-12 3-8 0</inkml:trace>
  <inkml:trace contextRef="#ctx0" brushRef="#br0">23197 6048 4 0,'-12'-23'15'0,"24"-25"8"0,-12 37-7 0,0 34 0 0,0 96-5 0,0 36-7 0,12-48-2 0,0-48 2 0,-12-47 2 0,0-35 6 0,-24-85-10 0,12-35 2 0,12 60-4 0,0 59 0 0,0 12-7 0,12 48-97 0</inkml:trace>
  <inkml:trace contextRef="#ctx0" brushRef="#br0">22709 7335 38 0,'0'-13'1'0,"-24"-22"7"0,0 35 13 0,-12 35-11 0,25 37-1 0,11 24-1 0,0-14-7 0,11-9 1 0,37-39-1 0,24-22 1 0,-13-47 0 0,-23-37 0 0,-24-22 3 0,-37-2 2 0,-21 12 1 0,-14 61-5 0,0 11-4 0,37 24-51 0,23 23-15 0</inkml:trace>
  <inkml:trace contextRef="#ctx0" brushRef="#br0">23031 7346 83 0,'0'-11'4'0,"0"-14"15"0,0 13-14 0,24 12-32 0,0 12-50 0</inkml:trace>
  <inkml:trace contextRef="#ctx0" brushRef="#br0">23424 7013 16 0,'0'-12'0'0,"0"-24"5"0,0 25 9 0,-12-2-3 0,12 13 7 0,0 0-7 0,-12 36-8 0,-12 12-1 0,12-1-2 0,12-23 1 0,48-24-2 0,-2 13 1 0,15 21-1 0,-14 14 1 0,-11 0 1 0,-12 0 8 0,-36-13 4 0,-36 12-5 0,-35 3-5 0,36-29-1 0,35-21-27 0,12-71-64 0</inkml:trace>
  <inkml:trace contextRef="#ctx0" brushRef="#br0">23412 7072 21 0,'-25'-23'26'0,"25"-38"-1"0,71 2-10 0,14 13-12 0,-38 33-1 0,-35 13-1 0,25 0-54 0,-37 0 21 0</inkml:trace>
  <inkml:trace contextRef="#ctx0" brushRef="#br0">3787 7132 104 0,'0'0'0'0,"-119"-36"14"0,107 49-9 0,107-26 2 0,84 1 3 0,0 0 3 0,-24-11-3 0,-36 12-6 0,-48 11-2 0,-12 0-52 0,-46 0-43 0</inkml:trace>
  <inkml:trace contextRef="#ctx0" brushRef="#br0">4037 7180 102 0,'0'0'0'0,"-120"11"27"0,133 1-16 0,117-47 2 0,62-1 0 0,-26 13-2 0,-58 10-3 0,-50 1-1 0,-45 0 0 0,-13-1-2 0,-13 3-4 0,-34 10 0 0,-24 23-29 0,23 25-124 0</inkml:trace>
  <inkml:trace contextRef="#ctx0" brushRef="#br0">18100 6620 0 0,'-11'0'4'0,"-12"0"26"0,-2 0-2 0,1-13-3 0,12 13-10 0,0 0-6 0,-11 13 0 0,10-13-1 0,26 0-4 0,34-13-2 0,36 13-1 0,37-11 5 0,23 11-3 0,11 0 1 0,-34 0 2 0,-49 0 0 0,1 0-3 0,-26 0 2 0,-10-12-1 0,-11-12-3 0,10 12-5 0,1 12-142 0</inkml:trace>
  <inkml:trace contextRef="#ctx0" brushRef="#br0">18732 6418 1 0,'-12'0'28'0,"0"0"21"0,12 0-13 0,-12 0-17 0,36 0-12 0,36 11-3 0,11 1 1 0,-11 12-3 0,-13 0 1 0,0 0-1 0,-11-12 1 0,-24-12-2 0,-12 11 3 0,-12 1-1 0,-24 24 0 0,-34 12-2 0,-3-2 4 0,37-21-1 0,0 0 1 0,14-2-4 0,22 1 4 0,0-12-5 0,0-24 6 0,12-1-39 0,11 2-102 0</inkml:trace>
  <inkml:trace contextRef="#ctx0" brushRef="#br0">20613 8882 55 0,'0'0'0'0,"12"-60"34"0,12 26-9 0,35 9-12 0,-22 61-7 0,33 83 7 0,-10-12-3 0,48 12-5 0,-38-23-1 0,-45-37 0 0,-25 0-1 0,-12-35-48 0,-1-48-58 0</inkml:trace>
  <inkml:trace contextRef="#ctx0" brushRef="#br0">20983 9169 24 0,'0'0'0'0,"-12"-61"30"0,1 26-2 0,11 23-2 0,-49 83 3 0,-34 37-11 0,-13-13-7 0,25-12-6 0,46-35-6 0,74-37-132 0</inkml:trace>
  <inkml:trace contextRef="#ctx0" brushRef="#br0">20363 9810 76 0,'0'0'0'0,"-72"13"11"0,49-13 23 0,94-13-21 0,120-21 1 0,71 9-1 0,12 25-7 0,-84 0-4 0,-71 12-2 0,-83 1-66 0,-36-13-1 0</inkml:trace>
  <inkml:trace contextRef="#ctx0" brushRef="#br0">20542 10191 75 0,'-36'-23'35'0,"23"-1"-29"0,50 0 18 0,33 24-11 0,38 24-4 0,-48 48-6 0,-49 11-1 0,-45-12 2 0,-50-24-1 0,-11 3 1 0,22-4 4 0,39-21-4 0,57-14-1 0,85-11-1 0,47-24-1 0,-25 12 0 0,-82 12-1 0,-48 12-9 0,-36-12-150 0</inkml:trace>
  <inkml:trace contextRef="#ctx0" brushRef="#br0">21733 8977 57 0,'-36'-13'15'0,"23"13"9"0,26-10-8 0,70-1-5 0,48 11 5 0,12 0-7 0,-36 0-6 0,-47 0 0 0,-37-13-6 0,-10 1-33 0,-37 24-36 0,12-12 43 0</inkml:trace>
  <inkml:trace contextRef="#ctx0" brushRef="#br0">21745 9001 64 0,'-12'-12'21'0,"12"12"8"0,0 0-17 0,0 12-2 0,23 24-4 0,13-12 1 0,24 11-3 0,-1 1 0 0,1 24-2 0,-24-1-1 0,-24-11 1 0,-36 11 3 0,0 1-3 0,-25 11 0 0,-21-10 0 0,-14-3 0 0,25 2 0 0,34-36-2 0,50 0 2 0,82-24 0 0,24 0-1 0,-24 0-3 0,-71 10 4 0,-25-10 0 0,2-10-157 0</inkml:trace>
  <inkml:trace contextRef="#ctx0" brushRef="#br0">22876 9073 48 0,'0'-12'25'0,"-24"-12"0"0,-12 24-13 0,-23 48-2 0,-25 36 0 0,49 10-6 0,58 1-1 0,37-11-2 0,12-26 1 0,23-45 1 0,-13-37 1 0,-21-59-1 0,-26-24-1 0,-11-23-2 0,-24-2 0 0,-35 38 1 0,-37 57 1 0,-11 13-2 0,10 48-1 0,27 47 0 0,46 25 1 0,71 0-1 0,47-14 3 0,-22-34-56 0,-72-36-19 0</inkml:trace>
  <inkml:trace contextRef="#ctx0" brushRef="#br0">23340 9596 45 0,'0'0'7'0,"11"0"25"0,2-23-1 0,-1-25-10 0,-12 0-2 0,-12 13-11 0,12 11-4 0,0 12 0 0,0 24-5 0,-13 47 1 0,13 25 1 0,0 10 0 0,13 2 0 0,-13-24 4 0,-24-48 4 0,-35-13-2 0,-13-22-3 0,37-60-24 0,10-13-134 0</inkml:trace>
  <inkml:trace contextRef="#ctx0" brushRef="#br0">23436 9299 109 0,'0'-12'6'0,"0"-12"-2"0,0 24-28 0</inkml:trace>
  <inkml:trace contextRef="#ctx0" brushRef="#br0">23686 8727 79 0,'0'-60'28'0,"0"26"-23"0,35-3 15 0,1 37-14 0,0 37-4 0,0 10 1 0,-36 11-1 0,-24-8 2 0,-49-4 0 0,14-10-1 0,36-13 0 0,35 2 0 0,58-25 0 0,27 0-2 0,-38 0 2 0,-36 0-13 0,-10 0-125 0</inkml:trace>
  <inkml:trace contextRef="#ctx0" brushRef="#br0">18982 9119 10 0,'0'-34'34'0,"-13"-26"-13"0,13-11-6 0,13 35 3 0,-1 11 2 0,12 38-13 0,11 70 3 0,25 13-4 0,11 22-1 0,-59 74 2 0,-107-145-2 0,-1-35 0 0,73-71 1 0,46-12-5 0,61 21-2 0,23 27-12 0,-23 23-97 0,-72 0 77 0</inkml:trace>
  <inkml:trace contextRef="#ctx0" brushRef="#br0">18601 9763 75 0,'-60'0'10'0,"25"0"16"0,58-12-6 0,97-23-5 0,153-13-4 0,73 24-5 0,-49 12-4 0,-142 12 0 0,-144 0 5 0,-34 0-19 0,-36 0-119 0</inkml:trace>
  <inkml:trace contextRef="#ctx0" brushRef="#br0">18649 9989 98 0,'0'0'0'0,"11"-35"8"0,25 23 9 0,12 72-8 0,-2 45 1 0,-21 16-4 0,-1 9-4 0,-37-34 1 0,-33-37 2 0,-14-47 2 0,23-70 0 0,3-39-3 0,45 39-1 0,49-15-2 0,35 25-5 0,36 25-94 0,-108 23 49 0</inkml:trace>
  <inkml:trace contextRef="#ctx0" brushRef="#br0">19399 10061 112 0,'-49'-25'5'0,"-9"14"-4"0,-27 47 9 0,39 47 1 0,34 12-6 0,47 1-2 0,49-48 1 0,-2-37 1 0,-33-59 1 0,-14-59-3 0,-35-12 0 0,-48 24-4 0,1 24 1 0,-12 59-1 0,11 24-1 0,12 59 1 0,36 11 4 0,36 15-3 0,46-14 0 0,3-12-147 0</inkml:trace>
  <inkml:trace contextRef="#ctx0" brushRef="#br0">19542 10549 66 0,'-13'-11'11'0,"26"-26"-4"0,-1 3 25 0,-12-3-7 0,0 13 4 0,0 12-15 0,-12 1-9 0,24 11-4 0,-1 23-2 0,1 49 2 0,-12 35 1 0,0 1 2 0,0-50 2 0,-23-34 2 0,-13-12-3 0,-36-12-7 0,12-71-90 0,60 35-8 0</inkml:trace>
  <inkml:trace contextRef="#ctx0" brushRef="#br0">19708 10168 87 0,'12'-24'72'0,"-12"0"-66"0,-12 11-36 0,12 26-60 0</inkml:trace>
  <inkml:trace contextRef="#ctx0" brushRef="#br0">20197 11692 133 0,'-24'-11'12'0,"-24"-14"-7"0,96 0 3 0,70 4 4 0,38 32-10 0,-61 12-28 0,-71-11-96 0</inkml:trace>
  <inkml:trace contextRef="#ctx0" brushRef="#br0">20268 11811 125 0,'-60'0'14'0,"25"25"-1"0,81-14 6 0,122-59-17 0,45 24-31 0,-116 12-103 0</inkml:trace>
  <inkml:trace contextRef="#ctx0" brushRef="#br0">21518 11275 7 0,'12'0'9'0,"-12"-25"31"0,11 4-15 0,2-4-4 0,10 0-1 0,2 14-4 0,-1 35-3 0,11 59-1 0,-12 47-5 0,26 14-3 0,22-25-1 0,-23-35 0 0,-12-37-1 0,-25-23 1 0,-11-24 4 0,0-24-5 0,-11 0-9 0,11-11-13 0,0 10 7 0,0-9 5 0,-12 9 7 0,12-21 0 0,-11-4 1 0,11 16 0 0,0-3 0 0,-13 26 2 0,1 46 10 0,-72 96 0 0,12 0-5 0,14-47 0 0,34-25-4 0,12-36-1 0,12-10 0 0,0-13-2 0,0 0-34 0,0-13-87 0</inkml:trace>
  <inkml:trace contextRef="#ctx0" brushRef="#br0">22364 11610 161 0,'0'0'5'0,"0"-13"-1"0,0 13 0 0,0 0 0 0,0 13-7 0,0-2-63 0,24-11-23 0</inkml:trace>
  <inkml:trace contextRef="#ctx0" brushRef="#br0">22912 11240 104 0,'0'0'0'0,"12"-61"14"0,-36 38 21 0,-36 12-17 0,1 58-12 0,-1 36-3 0,0 13-2 0,49 11-1 0,46-12-1 0,48-37 2 0,13-33 0 0,-1-50 0 0,1-46-1 0,-38-23 1 0,-22-13 0 0,-23-2 1 0,-13-9-1 0,-36-1 1 0,-24 59-1 0,49 49-1 0,-74-1 1 0,3 48-1 0,21 59-1 0,38 12-1 0,46 0 1 0,50-23-1 0,22-13-30 0,-11-23-96 0</inkml:trace>
  <inkml:trace contextRef="#ctx0" brushRef="#br0">23400 11811 48 0,'0'12'21'0,"0"1"20"0,24-26-9 0,-1-35-14 0,1 1-3 0,-24 0-7 0,0 10-3 0,0 24-1 0,-13 13-1 0,-9 50-3 0,-2 55 0 0,-1 27 0 0,14-1-1 0,11-47 3 0,0-50 6 0,-25-21 2 0,-21-13-8 0,-14-13-1 0,36-10-8 0,12-36-81 0,36 23 5 0</inkml:trace>
  <inkml:trace contextRef="#ctx0" brushRef="#br0">23650 11382 133 0,'0'-48'32'0,"-11"14"-12"0,-14 9-17 0,25 37-39 0,-12 12-88 0</inkml:trace>
  <inkml:trace contextRef="#ctx0" brushRef="#br0">5834 7072 30 0,'-11'-23'42'0,"0"12"-22"0,11 11-11 0,0 34 7 0,11 50-4 0,0-1-3 0,-11 13-5 0,-11-1-1 0,11-12-2 0,-11-1 1 0,11-21-1 0,0-26 1 0,0-10 0 0,35-14 1 0,1-11-1 0,23 0-2 0,37 0 0 0,23 0 0 0,48 0 0 0,35 0-2 0,24 0 3 0,24 12-2 0,36-1 0 0,24 2 0 0,47-1 1 0,0 0-1 0,23 1 1 0,14-13-2 0,10 0 2 0,26-13-2 0,22 13 3 0,-11 0-5 0,-24 24 3 0,-12-14 0 0,-37-10 1 0,-34 0-1 0,-36 0 1 0,-25-10 1 0,-10-14-3 0,-61 0 2 0,-23 0 2 0,-61 12-2 0,-47-12 0 0,1 0 1 0,12 13-1 0,0-1 1 0,-25 12 0 0,-23 0 0 0,-12-24 0 0,-2 12 3 0,3 0-3 0,11-12 1 0,-25 1 0 0,2-14 0 0,-13-22-1 0,0-12 1 0,-13 23 2 0,13 0 1 0,0 14 2 0,0 21-4 0,-11 72-2 0,-1 13-3 0,-12-1 4 0,24 0-23 0,0-11-99 0</inkml:trace>
  <inkml:trace contextRef="#ctx0" brushRef="#br0">2787 12167 67 0,'-13'-23'26'0,"13"23"5"0,-11 0-10 0,-1 36-9 0,12 12 0 0,12-13-3 0,12 13-3 0,-1 13-4 0,2-27-1 0,22-10 0 0,25-61 4 0,59-45-2 0,84-37-3 0,-2 23 3 0,-47 12 0 0,-70 50 1 0,-60 10 2 0,-36 11-2 0,0 13-1 0,0 0-3 0,0-11 0 0,12-1-29 0,25 1-64 0,-37 11 40 0</inkml:trace>
  <inkml:trace contextRef="#ctx0" brushRef="#br0">2894 14788 24 0,'0'0'2'0,"-24"-12"12"0,24-1 11 0,0 26-12 0,24-13-2 0,12 24-2 0,-12 10-2 0,-2 16-3 0,3 8-3 0,11-34 1 0,-12-12-1 0,23-12 2 0,0-23-4 0,14-37 3 0,34-24-2 0,24-11 1 0,0 0 0 0,-23 48 0 0,-37-1 1 0,-59 36 2 0,11 1-1 0,-11-2-1 0,0 1-2 0,13 24-23 0,-13 24-79 0</inkml:trace>
  <inkml:trace contextRef="#ctx0" brushRef="#br0">19327 13168 79 0,'0'-23'4'0,"-13"-1"1"0,2 37 4 0,-12 45 3 0,-25 37-2 0,0 1-3 0,13 11-6 0,23-11 0 0,36-14-1 0,22-46 1 0,39-24 0 0,22-24 0 0,-11-24 0 0,-37-23 0 0,-25-24-1 0,-9-12 0 0,-25-1 1 0,-12 13-1 0,-24 11 0 0,-23 1 0 0,11 23 0 0,1 37 0 0,11 22-2 0,0 25 2 0,0 47-2 0,36-11 3 0,47 11-2 0,14-12 2 0,-2-23-2 0,-23-12-5 0,0-11-41 0,-24-4-16 0</inkml:trace>
  <inkml:trace contextRef="#ctx0" brushRef="#br0">19899 13917 43 0,'0'-21'5'0,"0"-16"6"0,36-10 3 0,-25 10 7 0,1 3-2 0,-12-3-9 0,0 13-2 0,0 1-4 0,0 23-2 0,-12 23-2 0,1 38 0 0,11 10 1 0,11 71-1 0,1-35 0 0,0-23 3 0,-24-49 4 0,-36-11 2 0,1-12-5 0,-13-12-2 0,24-48-3 0,13-35-33 0,23-12-93 0</inkml:trace>
  <inkml:trace contextRef="#ctx0" brushRef="#br0">20030 13442 87 0,'-12'-24'26'0,"-24"0"-23"0,12 1 19 0,12 23-17 0,24 0-15 0,0 0-113 0</inkml:trace>
  <inkml:trace contextRef="#ctx0" brushRef="#br0">20363 13406 33 0,'-24'-12'18'0,"12"1"10"0,1 11-13 0,46-12-9 0,48 1-3 0,13 11-2 0,-36 0-7 0,-25 0-46 0,-35 0 11 0</inkml:trace>
  <inkml:trace contextRef="#ctx0" brushRef="#br0">20363 13586 70 0,'-47'0'10'0,"22"11"7"0,50-22-5 0,34-2-10 0,48 1 1 0,-11-13-27 0,-49 25-55 0</inkml:trace>
  <inkml:trace contextRef="#ctx0" brushRef="#br0">21078 13192 59 0,'0'-12'4'0,"-25"-23"4"0,14 35 16 0,-14 60-13 0,-9 22-6 0,22-9-4 0,35-2 0 0,13-37 0 0,24-9 1 0,10-25-1 0,2-48 0 0,-24-23-1 0,-23-1-1 0,-14-11 2 0,-22 1-1 0,-26 21 2 0,-22-10-2 0,-1 48-1 0,13 23 0 0,23 11 1 0,-24 36-1 0,24 25 2 0,35-1-1 0,50 1-1 0,21-25-24 0,2 1-63 0</inkml:trace>
  <inkml:trace contextRef="#ctx0" brushRef="#br0">21566 13704 26 0,'0'0'0'0,"-12"-13"10"0,12-10 12 0,23 0-7 0,2-13 4 0,-25-12-4 0,0 23-7 0,-12 15 0 0,12 10-4 0,-13 23-3 0,13 61-1 0,13 24 0 0,-13-14 1 0,0-33 3 0,-36-27 7 0,0-22-4 0,-11 0-4 0,-1-36-2 0,0-35-49 0,37 23-42 0</inkml:trace>
  <inkml:trace contextRef="#ctx0" brushRef="#br0">21673 13228 106 0,'0'0'0'0,"-71"-36"10"0,46 12-10 0,38 24-23 0,10-13-62 0</inkml:trace>
  <inkml:trace contextRef="#ctx0" brushRef="#br0">22185 13310 57 0,'-59'-23'24'0,"34"23"3"0,25 0-18 0,25 0-4 0,59 0-3 0,10 0-1 0,-10 0 0 0,-49-11 2 0,-35 11 1 0,-35 0-2 0,-49 0-2 0,-23 11 0 0,11 1 0 0,60-1 2 0,49-11-2 0,82-11 1 0,24-1-2 0,-23 1 2 0,-61-1 2 0,-35 0-1 0,-13 12-50 0,26-13-44 0</inkml:trace>
  <inkml:trace contextRef="#ctx0" brushRef="#br0">23233 12929 54 0,'0'0'2'0,"-12"-34"12"0,0 22 19 0,0 35-24 0,-11 50 0 0,-25-2-4 0,1 0-2 0,-26-12 0 0,1-23 0 0,14-13-2 0,9-23 1 0,15-11-1 0,-14-25 0 0,24 12-1 0,12-23-1 0,12 10 1 0,12-10 0 0,24 23-1 0,0 24 1 0,-13 0-1 0,13 24 1 0,12 36-1 0,-14 23 1 0,2 13-1 0,0-12 1 0,0-38 0 0,-12 2 2 0,-11-37 2 0,-2-11 0 0,-11 0-3 0,12-11-1 0,-12-12-42 0,0-2-53 0</inkml:trace>
  <inkml:trace contextRef="#ctx0" brushRef="#br0">23639 12703 40 0,'0'-23'38'0,"11"-1"4"0,1 12-25 0,-1 24-11 0,37 48-1 0,0 23-1 0,0 13-3 0,-13 11 0 0,-12-12 0 0,-23-12 1 0,-23-11-1 0,-12-48 3 0,-25-13 0 0,1-46-1 0,34-25 0 0,14 13-2 0,35-14-1 0,59 14-10 0,23 12-99 0,-93 35 69 0</inkml:trace>
  <inkml:trace contextRef="#ctx0" brushRef="#br0">24162 12764 67 0,'-24'-24'17'0,"24"12"10"0,61-13-18 0,9 25-3 0,14 0 1 0,-25 0-4 0,-11-11 2 0,-24-1-3 0,-1 1-1 0,-23-2 0 0,-12 13 0 0,-12-12-1 0,1 24 0 0,-13 12-1 0,12 24 2 0,-1 35-4 0,25 35 3 0,13 3-1 0,-26-37 0 0,-21-50 5 0,-14-34 8 0,0-13-4 0,25-8-4 0,12 8-13 0,22-11-81 0,1 11 26 0</inkml:trace>
  <inkml:trace contextRef="#ctx0" brushRef="#br0">24816 12728 95 0,'0'-25'5'0,"-23"-22"23"0,10 35-9 0,-10 60-13 0,-24 71-1 0,-1 24-2 0,36-24-1 0,12-37 0 0,36-57 0 0,12-37-66 0,-25-22-34 0</inkml:trace>
  <inkml:trace contextRef="#ctx0" brushRef="#br0">24984 12835 49 0,'-12'-24'44'0,"-1"12"-3"0,-10 48-32 0,-1 24-8 0,1 82 0 0,46-106 0 0,24-12 2 0,1-37-2 0,0-34-4 0,-36-24 3 0,-12 11 1 0,0-22 0 0,-24 11 0 0,0 34-1 0,-23 37-4 0,-2 37 2 0,2 34 2 0,47-12 2 0,24 0 0 0,35-22-19 0,1-14-94 0</inkml:trace>
  <inkml:trace contextRef="#ctx0" brushRef="#br0">25174 12514 62 0,'0'23'8'0,"24"84"28"0,12 96-14 0,-12 11-8 0,-48-47-10 0,-49-72-1 0,16-58-63 0,32-26-19 0</inkml:trace>
  <inkml:trace contextRef="#ctx0" brushRef="#br0">23458 13597 59 0,'-46'0'3'0,"46"-11"-1"0,35 11 11 0,132 0-11 0,155-50 1 0,105 40 0 0,-10 10-2 0,-118 35 2 0,-156-23 4 0,-119-24-2 0,-72 0-105 0</inkml:trace>
  <inkml:trace contextRef="#ctx0" brushRef="#br0">23698 13896 77 0,'0'-50'8'0,"83"16"8"0,0 34 1 0,24 59-13 0,-35 37-5 0,-61 9 1 0,-58-9 1 0,-24-37 1 0,-13-22-1 0,37-49 4 0,35-60-2 0,48-11-2 0,35 35 0 0,36 13-15 0,12 22-100 0</inkml:trace>
  <inkml:trace contextRef="#ctx0" brushRef="#br0">24544 13896 70 0,'-13'-25'21'0,"-11"25"0"0,-59 46-10 0,35 38-11 0,35-13 0 0,38-21 0 0,47-27 1 0,12-23-1 0,-2-60 0 0,-34-24 1 0,-36-21 2 0,-12-16-1 0,-24 26 0 0,-24 60-2 0,-11 35-1 0,-12 71 2 0,47 0-2 0,35 1-1 0,37-14 0 0,24-8-46 0,-25-50-28 0</inkml:trace>
  <inkml:trace contextRef="#ctx0" brushRef="#br0">24876 14193 39 0,'0'-13'29'0,"0"-22"-25"0,13-1-1 0,10 12 2 0,1-12 6 0,-24 1 15 0,0 11-10 0,0 24-10 0,0 24-6 0,0 71-3 0,0 36 4 0,-13-36 7 0,-21-48 0 0,-26-22-7 0,0-61-20 0,35-24-109 0</inkml:trace>
  <inkml:trace contextRef="#ctx0" brushRef="#br0">24995 13917 117 0,'-11'0'6'0,"11"-10"12"0,0-1-5 0,11-2-65 0,-11 13-37 0</inkml:trace>
  <inkml:trace contextRef="#ctx0" brushRef="#br0">6609 13109 6 0,'-11'0'22'0,"11"-12"6"0,-12 12-12 0,-1 12-6 0,13 47-1 0,25 49 2 0,-14 81-3 0,12 98-3 0,-23 58-8 0,13 11 2 0,11-80 5 0,12-75-2 0,-24-71 1 0,0-105 0 0,11-84-58 0,-23 35 12 0</inkml:trace>
  <inkml:trace contextRef="#ctx0" brushRef="#br0">6443 12979 28 0,'0'-25'4'0,"-13"0"19"0,-23 14 0 0,13 11-13 0,23 11-4 0,59-11-2 0,61-11-2 0,59-1 0 0,59-11 2 0,36-2 2 0,22 14-1 0,39-12-1 0,22-2-4 0,60 0 2 0,35-9-3 0,1 10 2 0,10 24-2 0,-9 0 1 0,22 12-2 0,12-12 1 0,0 12 1 0,1-12-1 0,-13 13 0 0,-36-2 0 0,-70-1 2 0,-37 3 0 0,-35-1 1 0,-24 0-2 0,-36 1 1 0,-71-13 0 0,-48 11-1 0,-24 1 0 0,-12-12 0 0,2 0 1 0,21 0-2 0,1 11 1 0,-35-11 0 0,-49 0 1 0,-11-11-1 0,24 11 1 0,12-12-1 0,-1 12 0 0,-11 0 0 0,-24 0 0 0,-12 12 1 0,0-12-1 0,0 11 0 0,0 2 1 0,12-1-2 0,0 11 1 0,0-11 1 0,11 12-1 0,0 0 0 0,2 12-1 0,11-13 2 0,-24 13-1 0,22 0 0 0,-21 1-1 0,-1 21 1 0,-12 2 0 0,0 11 0 0,-12 0 0 0,24 13 0 0,-12-1 0 0,0 13 0 0,-12-1 1 0,-23 24-1 0,23 24 2 0,12 36-1 0,-12 10-1 0,0-10 2 0,-24-36 3 0,12-13-1 0,24-34-1 0,0-24 0 0,11-24-3 0,-11-25 2 0,0-36-49 0,0 3-26 0</inkml:trace>
  <inkml:trace contextRef="#ctx0" brushRef="#br0">6729 15204 47 0,'-12'-23'10'0,"0"23"11"0,12-12-1 0,0 12-12 0,59-12 1 0,24-1-4 0,49 2 0 0,34-1-2 0,13-12-2 0,34 12 2 0,15 12 0 0,11-12-1 0,22 12-1 0,23 0 1 0,15 0 0 0,23 0 0 0,-2 0 0 0,15-13-4 0,33 13 3 0,13-10-1 0,25 10 0 0,10 0 0 0,1 0 1 0,0 0 0 0,-36 0 1 0,0 0-1 0,-24 10-2 0,13 15 3 0,-13-25 0 0,-48 12-2 0,-23-12 0 0,-60 13 0 0,-35-13 1 0,-37 0 0 0,-22 0-1 0,-49 0 0 0,-11 0 0 0,-14 11 0 0,-9-11 2 0,-13-11 5 0,-1-2-3 0,24-24 1 0,-34 27-4 0,-25-14 0 0,-12 24-2 0,-1 0-108 0,13 0 59 0</inkml:trace>
  <inkml:trace contextRef="#ctx0" brushRef="#br0">16791 14490 46 0,'-36'0'16'0,"24"0"8"0,0 0-12 0,24 13 2 0,61-2-2 0,9-11-4 0,-11 0-3 0,-47 0-1 0,-37 0 0 0,-21-11 0 0,-50 22 0 0,13-11-1 0,23 0-1 0,48 0-1 0,36 0-1 0,35 0 0 0,1 0 0 0,-36 0 1 0,-25 0 0 0,-46 12 1 0,-13-12-1 0,-11 0 1 0,48 0-1 0,11 0-1 0,57 0 1 0,4 0-1 0,-26-12 0 0,-35 12 1 0,-11 0 0 0,-25 0-1 0,12 0 0 0,24 0-25 0,0 12-87 0</inkml:trace>
  <inkml:trace contextRef="#ctx0" brushRef="#br0">17517 14514 17 0,'0'0'0'0,"-24"12"20"0,0-12 21 0,1 0-5 0,10 0-7 0,-10 0-16 0,-13 0-10 0,13 0 1 0,11 11-1 0,24-11 0 0,59 12-1 0,47-24 1 0,50 12-3 0,-1 0 3 0,-13 0-1 0,-58 0 0 0,-49-11-1 0,-23-1 2 0,-12 1-7 0,-48-2-18 0,-23 26-30 0,-13-2-43 0</inkml:trace>
  <inkml:trace contextRef="#ctx0" brushRef="#br0">17469 14597 58 0,'-72'0'14'0,"2"11"16"0,46-11-14 0,24 0-6 0,58 0 1 0,74-11 10 0,71-1-8 0,11 1-6 0,-47 11-2 0,-60 0 1 0,-59 0-1 0,-36 0 0 0,-24-13-3 0,-12 13-1 0,12-12-19 0,-12 12-135 0</inkml:trace>
  <inkml:trace contextRef="#ctx0" brushRef="#br0">16660 14574 15 0,'0'0'6'0,"0"0"33"0,-12-13-5 0,12 13-10 0,-24 0-11 0,12 0-7 0,12 0-3 0,12 0-23 0,12 0-73 0</inkml:trace>
  <inkml:trace contextRef="#ctx0" brushRef="#br0">16850 14574 65 0,'-13'0'13'0,"13"-13"3"0,0 13 19 0,0 0-17 0,13 0-35 0,10 13-84 0</inkml:trace>
  <inkml:trace contextRef="#ctx0" brushRef="#br0">17374 14442 46 0,'-13'0'9'0,"13"-12"25"0,-10 1-11 0,10 11-12 0,0 0-10 0,23 11-93 0</inkml:trace>
  <inkml:trace contextRef="#ctx0" brushRef="#br0">16053 14371 19 0,'-60'0'26'0,"35"0"-9"0,25 11 2 0,36 37 1 0,35 0-8 0,26 11-6 0,34 12 2 0,47-10 0 0,72-26-2 0,84-23-4 0,23-12 1 0,-1 0-1 0,-21-24 0 0,-50-35 0 0,-70 11 0 0,-60-23 0 0,-36-24 1 0,-24-36-2 0,-47-24 2 0,-48 0 0 0,-84 0-2 0,-36 12 0 0,-23-11 1 0,-11 11-2 0,-37 24 1 0,-34 23-1 0,-37 25 1 0,35 24-2 0,0 58 0 0,-9 37 0 0,9 48 0 0,0 22-1 0,12 1 1 0,13 12 1 0,0-13 0 0,24 26-1 0,82 11 0 0,73 11 1 0,94 1-2 0,71-24 2 0,133-35-43 0,-156-85-42 0</inkml:trace>
  <inkml:trace contextRef="#ctx0" brushRef="#br0">18911 14942 40 0,'0'-47'21'0,"11"36"5"0,25-2-14 0,11 37-5 0,61 47 0 0,22 36-1 0,13 24-1 0,-34 12 1 0,-50 12-3 0,-12 12-2 0,-35 11 3 0,-37-11-2 0,-57 12 0 0,-85-25-1 0,-47 1-3 0,-49-23 3 0,-46-14-2 0,-84-23-1 0,-59-11 0 0,-72-25 3 0,-59-11 1 0,-1-12-3 0,48-13 4 0,60 0 0 0,59 2-3 0,36 0-1 0,59-14-1 0,84 1 3 0,107-35 5 0,83-27 1 0,60 39-4 0,48-24-1 0,23-13 0 0,24 0 0 0,12 1 1 0,-35-1-2 0,-48 25 1 0,-36 10-1 0,-13 13 1 0,-34 0-1 0,-24 0 1 0,-26 24 2 0,-21 24-2 0,-1 11 0 0,36-11-1 0,47-12-1 0,36-1-1 0,47 1 1 0,25 35-1 0,12 0-1 0,-49 0 0 0,1-34 0 0,-25-13 2 0,2-24 1 0,-13 0 1 0,0-36-151 0</inkml:trace>
  <inkml:trace contextRef="#ctx0" brushRef="#br0">5097 14704 57 0,'-24'-35'16'0,"12"-1"24"0,12 24-9 0,12 83-10 0,25 25-12 0,22-13-3 0,36-70 1 0,23-74 0 0,50-46-4 0,-25 24-2 0,-72 47 0 0,-47 36-5 0,0 11-142 0</inkml:trace>
  <inkml:trace contextRef="#ctx0" brushRef="#br0">16946 15038 85 0,'0'0'0'0,"23"-36"4"0,-12 84 24 0,-22 59-12 0,0 1-10 0,46-50 2 0,60-45 0 0,71-84-4 0,38-25-2 0,-14 37-1 0,-106 22 5 0,-72 24-2 0,-1 3-10 0,12 33-122 0</inkml:trace>
  <inkml:trace contextRef="#ctx0" brushRef="#br0">6013 16789 33 0,'0'0'0'0,"0"-61"20"0,-23 14 6 0,-36 0-10 0,-13-3-10 0,-23 4 2 0,-24-13 3 0,-37 34-5 0,-57-10-3 0,-37 11 0 0,10 24 2 0,27-12 0 0,23 12 0 0,12 12-2 0,-3 12-3 0,4 36-1 0,22 11 2 0,35 0 1 0,14 1 4 0,10 24-4 0,13-2-3 0,12 13 0 0,10-23 2 0,14 23-1 0,12 0-2 0,10 1 0 0,38-3 0 0,34-21 4 0,61 24-10 0,58-13 3 0,60-24-2 0,26-11 0 0,20-24 5 0,-9-1-2 0,-2-11 1 0,-22-12 3 0,-1-12-1 0,-36-23 2 0,-12-37 6 0,-22-24 4 0,-38-35-5 0,-22-12 2 0,-13-35-13 0,-36 11 13 0,-35-71 0 0,-24-13 0 0,-83 61 2 0,-24 59-3 0,-12 35-27 0,23 50-103 0</inkml:trace>
  <inkml:trace contextRef="#ctx0" brushRef="#br0">16195 13907 16 0,'0'0'30'0,"0"-11"3"0,0 11-3 0,0-13-9 0,0 13-7 0,0 0-6 0,48 0-4 0,24 13-2 0,11-2-2 0,-35-1 1 0,-38 3-1 0,-10-13 3 0,-34 0-1 0,-2 0-1 0,-12 0 0 0,0 0 0 0,-11 0 0 0,11 0 0 0,37 0 0 0,11 0 0 0,59 0 0 0,25 0-1 0,-13 0 0 0,-35 0 0 0,-36 0 2 0,-12 0-1 0,-36 0 1 0,-35 0-2 0,-1 24 1 0,13-11-1 0,35-2 0 0,36 1 0 0,0-1 0 0,48-11 1 0,23 0-1 0,-22-11 0 0,-15 11 0 0,-21-12 0 0,-13 24 0 0,0-12 0 0,0 0-4 0,0 0-9 0,0 11-62 0,0-11 24 0</inkml:trace>
  <inkml:trace contextRef="#ctx0" brushRef="#br0">23328 12883 15 0,'0'0'25'0,"0"-12"5"0,12-1-15 0,-12 13 1 0,0-23-6 0,0 12-3 0,-12-26-3 0,12 14 1 0,-23-1 0 0,-25-13 0 0,0 14-3 0,13-1 2 0,-26-11-3 0,14 12 3 0,-13 10-4 0,-12-11 3 0,14 24 0 0,-14 0-2 0,25 0 0 0,-25 12-1 0,1 13 1 0,-1-14 0 0,12 12 0 0,1 1-1 0,0 12 1 0,-13 25-1 0,13-15 0 0,11-10 0 0,13 12 1 0,-14-2-2 0,-10 15 4 0,24-1-3 0,11-1 0 0,12 12 0 0,0 25-1 0,12-12 1 0,12-13 1 0,-12 13 0 0,12-2 0 0,24-11-1 0,-1-11 2 0,37-1-1 0,-1-11-1 0,1-12 0 0,11-11 1 0,-12-14-1 0,25-1 1 0,-1-10-1 0,-12-10 0 0,-12-14 0 0,1 12 0 0,-12-24 0 0,-13 0 0 0,12 1 0 0,1 12-1 0,-13-27 2 0,-11 16 0 0,-11-14 0 0,-2 0 0 0,13 13 0 0,-24-26-1 0,12 14 1 0,-12-11 0 0,1-15-1 0,-2 14 2 0,1-14-1 0,-12-9 1 0,0 11 1 0,-12 11-1 0,-36 1 0 0,24 0-1 0,0 9 0 0,0 4 0 0,13 34-5 0,-1 12-127 0</inkml:trace>
  <inkml:trace contextRef="#ctx0" brushRef="#br0">24519 14823 2 0,'-12'-12'23'0,"-24"12"12"0,13 0-6 0,10 0-14 0,26 0-10 0,70-11-2 0,12 11 0 0,-23-12-1 0,-26 12 5 0,-33-12 3 0,-13-1-3 0,-35 13-6 0,-37 0 3 0,-11 0-4 0,23 0 1 0,37 0-1 0,23 0 1 0,71 0-1 0,24-11 0 0,-1 11-2 0,-45 0 3 0,-37 0 0 0,-24-12 2 0,-47 12-2 0,-37 0 2 0,-23 0-2 0,48 0-1 0,58 12 0 0,49-12 0 0,60 0 0 0,-1 0 1 0,-23 0-4 0,-49 0 3 0,-36 0 1 0,-45 0 2 0,-50 0-2 0,14 0-1 0,58 0 0 0,23 0 0 0,73 11 0 0,23-11 0 0,1 0 0 0,-36 0-1 0,-48 0 0 0,-24 0 4 0,-48 0-3 0,13 0 0 0,23 13 0 0,36-1 0 0,12 0-1 0,24-12 1 0,-25 0 0 0,14-12 1 0,-25 12-1 0,0 0 1 0,11 0-3 0,-11 0 2 0,12 0 1 0,0-12-1 0,-12 12 0 0,0 0 0 0,12 0 0 0,0 0 0 0,-12-13-1 0,12 13 0 0,-12 13-2 0,0-13-1 0,0 0 3 0,12 0 0 0,-12 0 1 0,0 0 0 0,12 0-1 0,-12-13-6 0,0 13 2 0,0 0 3 0,12 0 1 0,-12 0 0 0,12 0-7 0,-12 0-6 0,0 0 5 0,0 13 5 0,0-13 1 0,0 0-7 0,12 0-22 0,-12 0 2 0,0 0 20 0,0 12 1 0,0-12 6 0</inkml:trace>
  <inkml:trace contextRef="#ctx0" brushRef="#br0">24578 14752 0 0,'0'0'2'0,"-23"0"13"0,12-12 8 0,-2 1-2 0,1 11-5 0,12-13-9 0,25 13-5 0,34-12-1 0,12 12 0 0,-23-12-2 0,-13 12 4 0,-12-13 2 0,-23 13 5 0,0 0-2 0,-23 0-6 0,-24 0 0 0,-13 0 0 0,1 13-1 0,12-1 1 0,10 0-2 0,14-12 0 0,10 0 0 0,26 0 1 0,34 0 0 0,36-12 0 0,-23 0-1 0,-12 12-2 0,-26 0 3 0,-9 0 1 0,-13 0 2 0,-47 0-2 0,-37 12 0 0,13 0-1 0,11-12-1 0,49 13 1 0,-2-13-1 0,37 0 0 0,36 0 0 0,35 0 1 0,-11-13-3 0,-25 1 3 0,-36 12-1 0,-23 0 2 0,-23-12-1 0,-48 12 0 0,-25 0 1 0,25 0-1 0,35 0-1 0,24 0 0 0,24 0 1 0,47 0-1 0,13 0 0 0,-12 0-3 0,-36 0 4 0,-24 0 0 0,0 0 0 0,-36 0 1 0,12 0-1 0,-12 0-1 0,1 0 0 0,10 0 1 0,14 0-1 0,22 0 0 0,37 0 0 0,-12 0 0 0,0 0-2 0,-24 0 2 0,-12 0 0 0,0 0 0 0,-36 0 3 0,0 0-3 0,-11 0 0 0,23 0 0 0,12 0 0 0,12 12 0 0,36-12 0 0,11-12 0 0,13 12-1 0,-36-13 0 0,-12 13 1 0,-2 0 0 0,-10 0 0 0,0 0 0 0,0 0 0 0,0 0-1 0,0 0-35 0,0 0-17 0,0 0 4 0</inkml:trace>
  <inkml:trace contextRef="#ctx0" brushRef="#br0">20804 16145 86 0,'0'-13'21'0,"11"-21"7"0,-22 21 10 0,-48 73-29 0,-37 48-3 0,37-3-3 0,59-21-2 0,59-24-1 0,37-49 0 0,10-58-2 0,26-72 2 0,-62 25 2 0,-70 10 0 0,-47-12-2 0,-24-11 1 0,-13 60-2 0,25 47 1 0,-1 71-1 0,25 48 0 0,46 12 0 0,73-59 1 0,11-26-12 0,12-33-75 0,-71-26 14 0</inkml:trace>
  <inkml:trace contextRef="#ctx0" brushRef="#br0">21268 16264 85 0,'0'0'0'0,"-12"48"60"0,-12 59-26 0,1 24-21 0,-1-47-6 0,12-50-10 0,24-21-122 0,-12-13 75 0</inkml:trace>
  <inkml:trace contextRef="#ctx0" brushRef="#br0">21339 15692 81 0,'0'-12'3'0,"60"-59"35"0,-12 47-4 0,-12 72-19 0,-36 59-2 0,-48 0-4 0,36-71-4 0,60-36 0 0,71-71-7 0,-12 35-61 0,-84 36-40 0</inkml:trace>
  <inkml:trace contextRef="#ctx0" brushRef="#br0">21971 16157 123 0,'-24'-12'11'0,"48"-12"14"0,59 24-20 0,48-12-6 0,-24 12-71 0,-83-11-1 0</inkml:trace>
  <inkml:trace contextRef="#ctx0" brushRef="#br0">22280 15919 69 0,'-47'12'49'0,"-36"84"-10"0,47 34-30 0,36-71-8 0,0 1-8 0,23 22-114 0</inkml:trace>
  <inkml:trace contextRef="#ctx0" brushRef="#br0">22709 15966 136 0,'-12'0'9'0,"-35"61"16"0,-1 69-15 0,12 0-11 0,48-34 1 0,48-48-4 0,11-60 1 0,1-72 1 0,-1-35 1 0,-35-36 2 0,-48 48 0 0,-48 25 4 0,1 45-3 0,-13 61-2 0,48 71-1 0,36 1 0 0,72 23-93 0,-73-95 39 0</inkml:trace>
  <inkml:trace contextRef="#ctx0" brushRef="#br0">23019 16395 79 0,'0'-37'34'0,"47"3"-2"0,-11 34-24 0,0 34-7 0,-25 27 3 0,-47 10 0 0,-22-11 4 0,-2-26 4 0,48-21-4 0,12-1-4 0,59-12-4 0,37-25-19 0,-13-46-128 0</inkml:trace>
  <inkml:trace contextRef="#ctx0" brushRef="#br0">23126 15585 57 0,'12'-23'6'0,"47"-25"24"0,-11 48-6 0,-12 71-3 0,-48 48-8 0,-24-47 0 0,36-36-5 0,36-36-3 0,46-36-7 0,14 24-67 0,-72 12-10 0</inkml:trace>
  <inkml:trace contextRef="#ctx0" brushRef="#br0">23566 16014 99 0,'0'0'6'0,"-23"0"10"0,46 0-49 0,1 0-43 0</inkml:trace>
  <inkml:trace contextRef="#ctx0" brushRef="#br0">23900 16109 53 0,'0'-11'30'0,"0"-2"-105"0</inkml:trace>
  <inkml:trace contextRef="#ctx0" brushRef="#br0">24256 16085 63 0,'0'-12'4'0,"36"0"-18"0,-23 12-30 0</inkml:trace>
  <inkml:trace contextRef="#ctx0" brushRef="#br0">19495 15954 26 0,'0'-35'62'0,"0"-12"-25"0,-13 10-11 0,26 24-12 0,10 3-8 0,24 57-4 0,-11 60 3 0,0 72-4 0,-12-12-1 0,-24-37 0 0,-36-46 2 0,-12-36-1 0,-11-48 4 0,36-84-2 0,23 13 1 0,34 10-2 0,14 3-2 0,24 11-37 0,-26 47-101 0</inkml:trace>
  <inkml:trace contextRef="#ctx0" brushRef="#br0">19065 16835 106 0,'0'0'0'0,"-60"-12"39"0,60 12-13 0,108-11-21 0,165-12 0 0,49 23-2 0,-95 11-2 0,-120-11 0 0,-83 12 1 0,-24-12-66 0,-11 0-11 0</inkml:trace>
  <inkml:trace contextRef="#ctx0" brushRef="#br0">18946 17145 61 0,'0'-48'35'0,"23"0"20"0,13 37-39 0,0 47-9 0,24 47-6 0,-24 35-3 0,-12 3-3 0,-24-27 0 0,0-33 13 0,-36-15-6 0,0-21 1 0,0-25 3 0,1-37 1 0,22-47-16 0,61 2 14 0,12 9 1 0,23 15-3 0,-11 45-21 0,-1 13-140 0</inkml:trace>
  <inkml:trace contextRef="#ctx0" brushRef="#br0">19577 17216 82 0,'-12'-46'44'0,"-11"21"3"0,-37 50-37 0,12 33-9 0,13 14-3 0,35-13-1 0,35 1-1 0,1-1 0 0,-11-36 3 0,34-10 3 0,0-60 0 0,13-13 2 0,-37 12 3 0,-11-11-4 0,-1 0 1 0,-23-25 0 0,-23 24-2 0,-1 25-1 0,-35 11-1 0,11 24 1 0,-11 36-4 0,34 10 2 0,14 27-2 0,35-2 0 0,11-23 1 0,37-24-27 0,-26-24-112 0</inkml:trace>
  <inkml:trace contextRef="#ctx0" brushRef="#br0">19958 17288 96 0,'12'-24'14'0,"12"12"32"0,-24 35-30 0,-24 73-3 0,-11-12-3 0,10-13-2 0,25-46 14 0,0-14-21 0,0-11-90 0,0-36-29 0</inkml:trace>
  <inkml:trace contextRef="#ctx0" brushRef="#br0">20590 15514 62 0,'-36'-48'20'0,"-48"60"33"0,-70 131-20 0,-1 167-20 0,72 59-11 0,117-48-1 0,62-119-1 0,12-82-10 0,-13-120-79 0,-72 0 33 0</inkml:trace>
  <inkml:trace contextRef="#ctx0" brushRef="#br0">24424 15407 102 0,'36'-60'5'0,"71"108"5"0,36 226-2 0,-12 166-7 0,-167-59-3 0,-95-132 6 0,-48-141 19 0,25-72-13 0,130-72-54 0,36 12-47 0</inkml:trace>
  <inkml:trace contextRef="#ctx0" brushRef="#br0">22947 16860 61 0,'0'0'19'0,"12"11"27"0,-83 73-13 0,-49 35-19 0,25-23-12 0,24-25-12 0,35-24-106 0,23-47 78 0</inkml:trace>
  <inkml:trace contextRef="#ctx0" brushRef="#br0">22531 16894 81 0,'0'0'0'0,"22"-23"57"0,50 95-40 0,37 59-15 0,-3 11-6 0,-46-34-40 0,-36-73-52 0</inkml:trace>
  <inkml:trace contextRef="#ctx0" brushRef="#br0">23960 16835 90 0,'0'-23'23'0,"-36"58"8"0,-49 73-11 0,-45-1-14 0,23-24-8 0,60-35-82 0,35-37 12 0</inkml:trace>
  <inkml:trace contextRef="#ctx0" brushRef="#br0">23543 16907 87 0,'12'-13'35'0,"59"2"-17"0,60 83-12 0,12 35-10 0,-59 12-29 0,-50-48-70 0</inkml:trace>
  <inkml:trace contextRef="#ctx0" brushRef="#br0">24805 16812 98 0,'-36'0'26'0,"-35"71"7"0,-24 48-26 0,23-24-5 0,-11 1-16 0,23-61-104 0,48-22 89 0</inkml:trace>
  <inkml:trace contextRef="#ctx0" brushRef="#br0">24424 16919 104 0,'24'0'13'0,"83"71"11"0,60 1-18 0,-13 36-13 0,-35-3-86 0,-95-80 60 0</inkml:trace>
  <inkml:trace contextRef="#ctx0" brushRef="#br0">21102 17062 64 0,'0'0'0'0,"-12"0"15"0,-84 0 17 0,13-24 9 0,12 12-21 0,82 12-11 0,73 23-8 0,95-10 0 0,12-1-1 0,-97 0-3 0,-106-12 6 0,-143 0 0 0,-60 11-2 0,2 12 0 0,117-10-1 0,120-13 0 0,95 0 1 0,60 0-2 0,-13 0 1 0,-130 12 1 0,-119-12 0 0,-95 0 0 0,-37 12-1 0,108-12 2 0,143 0-1 0,107 13 2 0,23-26-5 0,-58 49-106 0,-108-36 51 0</inkml:trace>
  <inkml:trace contextRef="#ctx0" brushRef="#br0">18790 12644 54 0,'0'-59'12'0,"-10"11"13"0,-14 1 4 0,24 34-15 0,0 13-11 0,34 96 9 0,15 118 3 0,-1 167-7 0,0 96-7 0,-14-73-1 0,2-71-1 0,-11-94 3 0,-14-72 1 0,1-108 0 0,-12-72-24 0,12-81-96 0</inkml:trace>
  <inkml:trace contextRef="#ctx0" brushRef="#br0">18732 12477 110 0,'0'0'0'0,"-24"-84"22"0,12 50 5 0,12 10-10 0,36 24-14 0,83-13-1 0,143-21 2 0,131 9-1 0,71 2 1 0,59 0-1 0,62 10-1 0,46 26-3 0,36 10-2 0,-1 0-2 0,-22-11 1 0,-38 12 6 0,-129-1 4 0,-119 2 4 0,-85 0-6 0,-82-14-4 0,-108-1 2 0,-36-20 5 0,-34-26-3 0,-13 24-9 0,-24 12-54 0,-59 48-55 0</inkml:trace>
  <inkml:trace contextRef="#ctx0" brushRef="#br0">18994 14704 81 0,'0'0'0'0,"-48"-12"21"0,13 12 7 0,22 12-15 0,13 0 1 0,24 12-4 0,23-1-3 0,73 2-1 0,83-2 0 0,93-11-3 0,98-1-2 0,58 2-1 0,85 24 0 0,22-3 1 0,48-10-2 0,13-11-4 0,23 10-7 0,0 1 5 0,-48 0 5 0,-142-12 5 0,-132 10-2 0,-154-22 0 0,-36 0-1 0,-107 0 5 0,-48 0-3 0,-155-10-1 0,-84-2 0 0,-82-12-4 0,-118 12 5 0,-97-12 0 0,-12 1 7 0,1-25 2 0,-13 25-5 0,-12-2-4 0,13 25 0 0,59 0-2 0,84 0 1 0,105 0-2 0,98-12 2 0,82 12-2 0,84 0 2 0,71 0-3 0,36 0 2 0,46 0 0 0,26-13-2 0,22 13-12 0,-10 0-15 0,-61 13-86 0</inkml:trace>
  <inkml:trace contextRef="#ctx0" brushRef="#br0">18862 12466 16 0,'0'-73'42'0,"0"15"-4"0,0 22-9 0,0 12-16 0,13 37-8 0,-13 105 17 0,12 156-11 0,-37 191-5 0,2 70-5 0,23-106-2 0,59-131 3 0,-11-108 0 0,-12-108 3 0,-13-92 3 0,13-122-35 0,0-57-106 0</inkml:trace>
  <inkml:trace contextRef="#ctx0" brushRef="#br0">18803 12490 66 0,'-13'-13'54'0,"-94"-21"-41"0,50 21-3 0,32-11 6 0,61 11-9 0,95 13 0 0,142-10-2 0,132-1 1 0,119-14-3 0,131 25-2 0,72 0-1 0,47 12-2 0,34 22-4 0,-21 3-1 0,-109 10 8 0,-177-22 7 0,-155-13 2 0,-156-49 0 0,-107 3-1 0,-47 9-12 0,-36 25-37 0,-12 12-66 0</inkml:trace>
  <inkml:trace contextRef="#ctx0" brushRef="#br0">23447 14122 25 0,'0'-13'16'0,"-11"-24"27"0,11 14-6 0,0 12-14 0,0 11-16 0,-12 34 0 0,0 16-1 0,0 21-4 0,-1 0 0 0,-10 13-1 0,10-13 0 0,13-24-1 0,-11-10 1 0,11-26 0 0,0 1 1 0,0-1-1 0,11-11 0 0,2 12 0 0,-1-12 0 0,24 12-1 0,-1-12 0 0,37 0-1 0,-1 0 0 0,37 13-1 0,11-2 0 0,-12 1 0 0,23-1 1 0,-10 2 0 0,11-1 1 0,-24 0-1 0,0 1 1 0,24-2 0 0,-1-11-2 0,-10 0 5 0,-48 0-1 0,-25 0-1 0,13-11 0 0,-12-2 0 0,-14 1 0 0,3 12 0 0,23-12 0 0,-25-1-1 0,-24 13 2 0,-11-11-1 0,0-12 0 0,0-2 0 0,13 2-1 0,-13-13 1 0,12-1 0 0,-12-9-1 0,0-13 1 0,0 22 0 0,0 3 2 0,0 21-3 0,0 1 0 0,0 12-2 0,0 25 0 0,-12 46 1 0,-1 0-1 0,2 13 0 0,11-38 0 0,-12 2 2 0,12-37 1 0,0-11 3 0,0 0-3 0,0-11-1 0,-13 22-1 0,3 2 0 0,-2 11 1 0,0-11-1 0,-12-2 2 0,0 12-3 0,-1-11 2 0,14 0 0 0,-12 1 0 0,0-2-1 0,-2-11 2 0,-23 0-3 0,1-11 3 0,-25-2-2 0,1 13 0 0,-13 0-2 0,-23 0 7 0,-12 13-4 0,-13-13 1 0,-22 0 0 0,23 0 0 0,-12 11 0 0,24 1 0 0,12-12 1 0,35 11 0 0,13-11 0 0,23 0-2 0,-12 0 2 0,12 0-2 0,-22-11 2 0,34 11-1 0,-12-12-1 0,11 1 1 0,14-2 0 0,-1-11 0 0,1-23 0 0,-12-24 1 0,10 0 0 0,13 10-1 0,0 14 0 0,0 0 0 0,0-13 0 0,0-1 0 0,0 38 0 0,0-1-1 0,-12 12 0 0,12-11 1 0,0 11-1 0,0 12-1 0,0 0-2 0,0 35 1 0,0 24-1 0,0 25 0 0,0 0 2 0,0-13-1 0,0-11 1 0,-12-12 1 0,12-14 0 0,0-9-1 0,0-13 2 0,0-12-1 0,12 0 2 0,-12 0-2 0,36 0-1 0,23 0 0 0,24 0-1 0,36 13 0 0,13-2-1 0,9-1-1 0,15 3 3 0,-13-13 0 0,36 12-1 0,-25-12 2 0,-11 12 0 0,-35-12-4 0,-1 0 6 0,-13 0 1 0,-22 0-3 0,-24 0 1 0,0 0 0 0,-1-12 0 0,-11 12-1 0,-12 0 1 0,-12-12-2 0,-12 12 3 0,12 0-1 0,-12-13-1 0,12 13 0 0,0-21 2 0,-12-16-3 0,12-23 2 0,-12 2 1 0,0-3-1 0,10 14 0 0,-10-13 0 0,0 2-1 0,0-3 1 0,-10 38 0 0,-2-2-1 0,12 25 0 0,0 12-2 0,0 35 1 0,12 14-1 0,-12 10 1 0,0-11-1 0,0-1 2 0,-12 0-1 0,12-22 0 0,-12-26 2 0,12-22 1 0,0-2-1 0,0 1-1 0,0 12-21 0,0 12-10 0,-12-12-86 0</inkml:trace>
  <inkml:trace contextRef="#ctx0" brushRef="#br0">20173 2667 60 0,'0'-25'6'0,"-36"-21"4"0,11 34 0 0,-21 24 3 0,-14 59 3 0,-11 25-7 0,23 34-8 0,24-34 2 0,12-12-2 0,48-26 2 0,12-11-2 0,23-47 1 0,24-23-1 0,-11-36 0 0,-25-1-1 0,-23-11 1 0,-25-1 0 0,-11-24-2 0,-11 14 1 0,-14 22 2 0,-22 1-2 0,-13 34 0 0,-10 2-1 0,10 23 1 0,24 23 0 0,12 25 1 0,24 25-2 0,24-15 2 0,-12-22-1 0,24 59 0 0,12-11 0 0,-1-26-4 0,-11-21-65 0,-12-13 9 0</inkml:trace>
  <inkml:trace contextRef="#ctx0" brushRef="#br0">20554 3299 56 0,'-12'-25'30'0,"12"-10"-21"0,36-1-3 0,-14-12 2 0,-9 24 13 0,-13 12-9 0,-13 0-7 0,13 36-2 0,13 36 0 0,-13 23-1 0,23 97 2 0,-23-146-1 0,0-10 4 0,-36-24-2 0,-46 0-2 0,-2-24-5 0,13-10-37 0,47-16-72 0</inkml:trace>
  <inkml:trace contextRef="#ctx0" brushRef="#br0">20685 2847 109 0,'0'0'0'0,"-49"-61"1"0,26 49-63 0,23 1 27 0</inkml:trace>
  <inkml:trace contextRef="#ctx0" brushRef="#br0">21030 2858 83 0,'0'0'14'0,"12"0"-14"0,36-24-9 0,22 0-45 0,-45 24 26 0</inkml:trace>
  <inkml:trace contextRef="#ctx0" brushRef="#br0">20983 3073 75 0,'0'0'0'0,"-60"11"25"0,60 1-20 0,83-48-9 0,60-24-51 0,-83 49 12 0</inkml:trace>
  <inkml:trace contextRef="#ctx0" brushRef="#br0">21971 2703 81 0,'0'-24'12'0,"-12"0"-10"0,0 48 1 0,-59 47 8 0,23 37 4 0,12-25-9 0,36-24-4 0,48-23-2 0,11-24 2 0,25-24-3 0,11-35 1 0,-36-13-2 0,-11-1 3 0,-23-21-2 0,-38-1 1 0,-23-12-1 0,-35 24 1 0,0 46-1 0,-1 13 1 0,13 49 1 0,23 22-1 0,49 24 1 0,57-12-2 0,24 1-7 0,14-26-58 0,-95-33 31 0</inkml:trace>
  <inkml:trace contextRef="#ctx0" brushRef="#br0">22388 3060 20 0,'0'0'0'0,"22"-12"2"0,14-24 14 0,-23 13 22 0,-13-1-4 0,0 11-21 0,0 13-8 0,0 37 5 0,-13 47-5 0,13 10-3 0,0 1-1 0,13-24 2 0,-13-23 4 0,-36-36 1 0,-11-1-3 0,-13-22-6 0,13-24-38 0,22-37-78 0</inkml:trace>
  <inkml:trace contextRef="#ctx0" brushRef="#br0">22614 2655 81 0,'0'-13'32'0,"-36"-21"-14"0,24 34-16 0,-12 0-27 0,13 0-68 0</inkml:trace>
  <inkml:trace contextRef="#ctx0" brushRef="#br0">22983 2918 123 0,'-49'-25'9'0,"15"25"-1"0,81 0-8 0,48-12 0 0,37 12 2 0,-49 0-2 0,-59 12 1 0,-24-24-31 0,24-1-66 0</inkml:trace>
  <inkml:trace contextRef="#ctx0" brushRef="#br0">24126 2477 63 0,'0'-11'7'0,"24"-26"5"0,-24 24-2 0,0 38 13 0,-36 46-7 0,-24 25-5 0,1 11-7 0,-12-36-2 0,22-23-3 0,-9-14 5 0,-2-44-2 0,24-38 0 0,24 1-3 0,1-1 0 0,22 25-1 0,12-14 1 0,38 13 0 0,-15 24 1 0,-10 36-1 0,-11 47 4 0,11 1-2 0,-1-25 0 0,-11-23-1 0,-12 0 1 0,-12-24 0 0,0-12-9 0,0-25-72 0,0 25 41 0</inkml:trace>
  <inkml:trace contextRef="#ctx0" brushRef="#br0">24460 2357 37 0,'0'-12'14'0,"0"1"4"0,0-12-2 0,0-2-12 0,24 25 3 0,11 25 5 0,1 69-5 0,0 38-2 0,-36-14-1 0,0-35-2 0,-13-24 0 0,-21-22 1 0,-15-37 1 0,-22-60-1 0,23 12-1 0,25 14-2 0,58 9-1 0,48-23-2 0,49 0-19 0,-37 14-47 0,-83 34 39 0</inkml:trace>
  <inkml:trace contextRef="#ctx0" brushRef="#br0">24744 2311 44 0,'0'0'0'0,"-10"-13"13"0,20 1-11 0,26 0 2 0,0-1 7 0,13 13-8 0,-25 0-1 0,-13-11 1 0,-11-12-1 0,0 23 0 0,-24-12 2 0,13 12-2 0,-25 35-1 0,12 49 1 0,12 35 0 0,-1 12 0 0,2-23 4 0,-14-37 7 0,3-48-5 0,10-12 4 0,-12-34-8 0,12-25-26 0,24 25-51 0,-12 23 32 0</inkml:trace>
  <inkml:trace contextRef="#ctx0" brushRef="#br0">24162 3215 87 0,'-12'0'14'0,"-48"-37"-7"0,96 14-6 0,71-13-2 0,84-10 7 0,-12 21 2 0,-38 13-1 0,-44-1-4 0,-62 13-12 0,-22-11-58 0,-13 11 21 0</inkml:trace>
  <inkml:trace contextRef="#ctx0" brushRef="#br0">24174 3381 69 0,'0'-11'17'0,"-12"-26"-10"0,72 26-6 0,-1 22 8 0,1 26 5 0,-25 47-8 0,-23 10-3 0,-47-12 0 0,-26-45 1 0,2-24 0 0,12-73 0 0,23 12-2 0,36 12-2 0,47-12-10 0,25 1-63 0,-38 35 21 0</inkml:trace>
  <inkml:trace contextRef="#ctx0" brushRef="#br0">24662 3346 13 0,'0'0'4'0,"24"-36"10"0,-24 25 27 0,-24 11-13 0,-35 34-6 0,0 50-16 0,59-13-4 0,23-34-1 0,36-26 0 0,1-35 0 0,-12-34 1 0,-48-38-2 0,-24 12-2 0,-24 59 3 0,12 25-1 0,1 61 0 0,11-1 1 0,60-1-42 0,-1-34-35 0</inkml:trace>
  <inkml:trace contextRef="#ctx0" brushRef="#br0">24936 3620 60 0,'0'0'0'0,"0"0"27"0,0-36-26 0,12-12 1 0,-12 0 18 0,-12 25 5 0,12 23-16 0,0 23-7 0,-13 73 0 0,13 34 3 0,-11-46 1 0,-25-24 3 0,-24-49-6 0,-12-45-45 0,26-50-79 0</inkml:trace>
  <inkml:trace contextRef="#ctx0" brushRef="#br0">24923 3274 68 0,'13'-25'36'0,"10"25"-22"0,-34 0-37 0,-25 0-65 0</inkml:trace>
  <inkml:trace contextRef="#ctx0" brushRef="#br0">476 17288 49 0,'-47'0'14'0,"-36"24"17"0,11 0-4 0,13-1-6 0,47-23-7 0,48 0-6 0,118-71 2 0,95-1-3 0,14 1-2 0,-84 59-1 0,-131 24-4 0,-60 47 3 0,-24-47-33 0,0-12-109 0</inkml:trace>
  <inkml:trace contextRef="#ctx0" brushRef="#br0">714 17049 95 0,'0'0'3'0,"-36"-23"16"0,36 23 8 0,13 0-19 0,35 12 3 0,11 12-6 0,48-12 1 0,13-24-2 0,-13-1 0 0,-73 13 3 0,-34 0 1 0,-10 25 4 0,-50 58-3 0,-47 48-3 0,11 0-2 0,49-36-1 0,22-71 13 0,14 12-16 0,11-13 0 0,0-11-11 0,11-36-179 0</inkml:trace>
  <inkml:trace contextRef="#ctx0" brushRef="#br0">3168 14335 15 0,'0'-12'7'0,"12"-23"27"0,12 24-2 0,-12-14-12 0,-12 13-3 0,0-1-7 0,-12 2-5 0,-12-12-2 0,-24 10 4 0,-11 1-1 0,-13 12-1 0,-23 12-1 0,-1 24-2 0,13 0-1 0,23 0 0 0,1 24-1 0,-12 34 1 0,-1 13-1 0,13 36 1 0,11 36 0 0,36 23 0 0,12-23 2 0,12-61 1 0,-12-47 1 0,-12-21 1 0,-12-16 0 0,-12-21-1 0,13-37-2 0,-1-36-3 0,12-11 0 0,-23 11 0 0,-14 2 2 0,13 8-2 0,13 4 1 0,35 10-2 0,-1 24 0 0,-11 24-1 0,13 47 2 0,-1 14 0 0,12 45 0 0,0-35 1 0,10-35 0 0,2 0-2 0,0-37 2 0,-11-11 2 0,10-35-1 0,13-37 0 0,10 1-5 0,3-1 3 0,-13 14-1 0,-25 21 3 0,-23 61-2 0,-35 47-1 0,-37 13 5 0,26 0-3 0,-3-25 6 0,13-13-7 0,24-33 5 0,0-1-2 0,12-24-1 0,12-47-40 0,24 23-131 0</inkml:trace>
  <inkml:trace contextRef="#ctx0" brushRef="#br0">16731 14608 9 0,'0'-11'12'0,"-12"11"-3"0,12 0 1 0,-12-12 1 0,24 12-3 0,24 0-5 0,36 0-1 0,47-11 2 0,12 11-1 0,0 0 0 0,-24 0-3 0,-25 0 3 0,14-13-1 0,12-11 0 0,-1 24-1 0,-37-11-1 0,-9 11 1 0,-15-12-1 0,15 12 0 0,10 0 2 0,-22 0-1 0,-26 0-1 0,1 0 1 0,-12-11-1 0,-12 11 1 0,0 0-1 0,-12 0 0 0,-35 0 1 0,-26 0 0 0,-10 0-1 0,-24 11 0 0,-24-11 0 0,-12 0 0 0,11 12 0 0,2-1 0 0,11 1 0 0,0 13 1 0,-12-14-1 0,0-11 0 0,12 12-1 0,48-12 2 0,35 0-1 0,23 0-1 0,2 0 2 0,11 0-2 0,11 0 2 0,14 0-1 0,10-12 0 0,48 12 1 0,25 0 0 0,22 0-1 0,2 0 1 0,-1-11-1 0,0 11-1 0,-1 0 3 0,-10 0-1 0,-13 0 0 0,-12-13-1 0,-36 13 1 0,-22 0 0 0,10 0-1 0,1 0 0 0,-12 0 0 0,-25 0 0 0,-11 0 1 0,-11 0 0 0,-37 0 0 0,-11 0-1 0,-25 0 1 0,-35 0-1 0,-36 0 0 0,-11-12 0 0,10 24 0 0,2 1 0 0,22-13 0 0,26 11 0 0,22 1 0 0,-94-1-1 0,83-11 1 0,35 0 1 0,12 0-1 0,25 0 0 0,-2 0 1 0,25 0-1 0,25 0 0 0,9 0 0 0,27 0 0 0,21-11 0 0,38 11 0 0,11 0 1 0,12 11-1 0,-13-11 0 0,2 0 1 0,-13 0-2 0,-12 0 2 0,1-11 0 0,-37 11-1 0,12 0 0 0,-11-12 1 0,-2 12-1 0,-21 0 0 0,-1 0 0 0,-2 0 0 0,3 0 0 0,-37 0 0 0,11 0 0 0,-11 0 0 0,0 0 0 0,0 0 0 0,0 0 0 0,-12 12 1 0,0-24 0 0,0 12-1 0,-12 0 1 0,12 0-6 0,0 0-69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11087 6084 17 0,'0'0'24'0,"0"-13"29"0,0-10-18 0,11 12-19 0,2 11-9 0,10 0-2 0,-11 23 1 0,0 13-1 0,0 12-1 0,0 11-2 0,-12 1-1 0,12-1 1 0,-24 0 1 0,12-11 0 0,-12 0-2 0,0 0 1 0,0-13-2 0,0 1 1 0,1 0 0 0,11-11-1 0,0-4 0 0,0 4 2 0,11 0-3 0,13-14 2 0,12 1 1 0,13-1-1 0,21-11 0 0,24 0-1 0,50 0-1 0,11-11 1 0,12-1 0 0,-1 12 1 0,0 0-1 0,-10 0 0 0,-1 0 1 0,-12 0-1 0,12-11 1 0,-25 11-1 0,-10 11 1 0,-13-11-2 0,-12-11 1 0,-12-2 1 0,-23 13-1 0,-12-12 0 0,-25 0 1 0,1-11-1 0,-24 12 0 0,12-26 1 0,-12-10 0 0,-12-1 0 0,-12-12-1 0,1 24 1 0,11 1-1 0,24 22 0 0,-12 26-1 0,0 58 1 0,0 0 0 0,-12 0 0 0,24-10 1 0,35 10-40 0,-23-48-66 0</inkml:trace>
  <inkml:trace contextRef="#ctx0" brushRef="#br0">12765 6525 10 0,'-36'0'21'0,"-34"-23"21"0,22 23-21 0,24-13-5 0,60 13-10 0,70 0 0 0,37 0 2 0,25 13 0 0,-25-2-5 0,-96 1 0 0,-60-12 6 0,-69 11-6 0,-73 1-2 0,-11 0 0 0,23 1 1 0,83-2-1 0,48-11 1 0,84 0 0 0,71-11 1 0,11 11-2 0,1-13 2 0,-71 13-3 0,-74 0 4 0,-68 0 0 0,-73 0-4 0,-48 13 1 0,48-13 0 0,96 11-1 0,81-11 2 0,86-11-2 0,47 11 1 0,-2 11-2 0,-69-11 2 0,-84 0 1 0,-84 0-1 0,-70 0 0 0,-25 0-1 0,48 0 1 0,95 0-1 0,71 0 1 0,25 0-2 0,-13-11 3 0,-47 11-10 0,-24 0-107 0</inkml:trace>
  <inkml:trace contextRef="#ctx0" brushRef="#br0">12623 6584 10 0,'0'0'22'0,"-12"-11"15"0,-12 11-23 0,12 0-6 0,12-13-2 0,72 1 1 0,46 0 1 0,38 12-2 0,-1-11 2 0,-14 11-1 0,-56-12-3 0,-49 1-1 0,-25 11-1 0,-35 11-128 0</inkml:trace>
  <inkml:trace contextRef="#ctx0" brushRef="#br0">12563 6584 18 0,'-59'-11'34'0,"35"-2"1"0,35 1-21 0,61-11-4 0,83 11 1 0,24 1-3 0,-36 11-2 0,-60 0 1 0,-71 0 3 0,-24-13-4 0,12 13-5 0,-13 0 0 0,13 0 0 0,0 0 0 0,0 0-1 0,-11 0 2 0,-1 13-8 0,12-13-16 0,12 0-81 0</inkml:trace>
  <inkml:trace contextRef="#ctx0" brushRef="#br0">19375 4453 6 0,'0'0'0'0,"-12"-11"8"0,-12 11-7 0,12 0-1 0,12 0 1 0,0 23 0 0,0 1-1 0,0 0 0 0,0-1 2 0,0 25 2 0,12-12 4 0,-12-1 1 0,0 37 1 0,11-26-1 0,2 27 4 0,-1-14 0 0,-1 1-4 0,2 11-3 0,-13 1 1 0,0 11 0 0,12 12 2 0,11-11-3 0,-11-13 0 0,0 2-1 0,-24 9-2 0,0 12-1 0,12-10 1 0,12 0 0 0,0-1-1 0,0 13 0 0,-36 22-1 0,12 3 1 0,12-27 0 0,0 25 0 0,0-12 0 0,0-12 2 0,0 24-1 0,0 0-1 0,0-10-1 0,12-15 0 0,-12 13-1 0,12-24 2 0,-12 25-2 0,0-1 0 0,0-12 1 0,12 0-1 0,0-11 1 0,12-1-1 0,-1 12 0 0,-10 24 0 0,10-46 0 0,-23 9 1 0,0-11-3 0,0-11 3 0,0-36 1 0,0-24-34 0,0-36-85 0</inkml:trace>
  <inkml:trace contextRef="#ctx0" brushRef="#br0">16980 7727 34 0,'-22'0'6'0,"-14"-11"-4"0,23-2 12 0,2-11 25 0,22 13-19 0,26 11-5 0,33 0-5 0,38-12-3 0,22-12-1 0,26 12-1 0,-13 24-2 0,12-12 1 0,0 0 2 0,48-12-1 0,33 0-1 0,15 12-2 0,-24 0-1 0,-25 0-4 0,-13 0 5 0,15 0 0 0,9 12-1 0,2-12-4 0,-36 12 4 0,12-12-1 0,-13-12 1 0,13 12-1 0,-1 0-1 0,-11 12 1 0,12-24 1 0,-1 12-4 0,1-12 1 0,-1 12 3 0,-11 12-1 0,-12-12-1 0,-1 0 0 0,1 12 0 0,-37-12 1 0,-34 13 0 0,-24-13 0 0,-25 0 0 0,1 0 0 0,-36 0 0 0,-12 0 1 0,0 0-23 0,-23-13-83 0</inkml:trace>
  <inkml:trace contextRef="#ctx0" brushRef="#br0">19470 4536 0 0,'0'-23'6'0,"-24"11"6"0,12-13-8 0,0 14-2 0,12 11 1 0,0 0 2 0,-11-12 1 0,-1 12-3 0,-1 0 0 0,2 0 0 0,-1 12 3 0,-1-1-3 0,13 14-2 0,0 10 0 0,0 13 2 0,-11 23 0 0,-1 47 0 0,12 37-3 0,0 71 0 0,0 61-8 0,0-13-47 0</inkml:trace>
  <inkml:trace contextRef="#ctx0" brushRef="#br0">19495 7584 10 0,'0'0'4'0,"11"-12"27"0,1 12-12 0,-1-11-11 0,-11 11-3 0,13-12 3 0,-13 0 10 0,0-1-3 0,-13 13-8 0,-10 0-3 0,-1 13 3 0,0-1 1 0,0 23 0 0,-11 1-4 0,22 0-1 0,13-13-2 0,13 14 1 0,22-26 0 0,13-11 0 0,-24-11-1 0,-1-2 0 0,2-11 1 0,-25-10-1 0,0-3 1 0,-12 24 0 0,-1-10 2 0,-10 23-2 0,12 0-1 0,-2 0 0 0,-11 12 0 0,0 12 0 0,-11 0 0 0,35-11 0 0,12 10 0 0,-1 0 0 0,25-11 0 0,-12-12 1 0,12-12-1 0,-12-11 0 0,-12 0 0 0,-12-2 0 0,-12-11 0 0,-12 1 0 0,1 23-1 0,-26-1 1 0,25 26-2 0,1-1 1 0,-1 0 0 0,12 11 1 0,-1 13-1 0,13 0-1 0,13-24 2 0,23-1-2 0,11-11 2 0,2-11 1 0,-26-12-3 0,-23-2 2 0,-23 0 0 0,-2 2-1 0,-11 23 1 0,24 12-5 0,12 24-67 0,0-11-18 0</inkml:trace>
  <inkml:trace contextRef="#ctx0" brushRef="#br0">19529 7513 9 0,'0'0'28'0,"0"0"-17"0,-11 0-1 0,11 0 3 0,0 0 1 0,0-12 0 0,0 12-9 0,0 0-3 0,11 0 1 0,14-11 0 0,9-26 0 0,3 3 0 0,-1-16-2 0,23 3 0 0,1-24-3 0,11 0 2 0,13-13 2 0,-1-11-2 0,11 0 1 0,-21 35 0 0,-14 1-1 0,-12-13 1 0,37-11-1 0,23-13-1 0,11-11 0 0,-10 0 2 0,-1 11 1 0,-11-9-2 0,-1 9 1 0,-11 0-1 0,11-11 2 0,25 0-2 0,-14 0 1 0,1 13-1 0,-12-3 2 0,25-11-1 0,-1 3 0 0,-12-3 0 0,-1 13 2 0,14-1-1 0,-25 1-2 0,-23 24 0 0,-36 34 2 0,-14 3 1 0,-9 21 0 0,-1 1-2 0,-1 0 0 0,2 12-1 0,-1 0 1 0,-24 12-13 0,-24-12-103 0</inkml:trace>
  <inkml:trace contextRef="#ctx0" brushRef="#br0">19470 7549 12 0,'-12'12'29'0,"0"-12"-19"0,0 0 11 0,24 0 12 0,0 0-16 0,-12 11-6 0,0-11-1 0,0 0 0 0,0 0-1 0,0 0-7 0,0 0 3 0,-24-23-2 0,-24-13-1 0,-24-24-1 0,-22-11-1 0,-1-13 2 0,-25 0-1 0,13-34 1 0,-23-1-1 0,-37-12 1 0,-36-37-2 0,-23-8 0 0,0-16 2 0,1 3-2 0,-27-3-2 0,14 3 4 0,-13-3-2 0,26-10 0 0,11 23-1 0,35 13 2 0,48 47-2 0,60 47 6 0,35 35-3 0,36 27 0 0,0 10 10 0,0 10-15 0,0 15-78 0,12-13-16 0</inkml:trace>
  <inkml:trace contextRef="#ctx0" brushRef="#br0">22531 7419 29 0,'-12'-25'11'0,"0"13"12"0,12-1-1 0,0 13-4 0,0 0-13 0,46 25-1 0,15 11-1 0,10-1 0 0,-11 1-1 0,-12 0-2 0,-1-1 1 0,-11-12 1 0,0-23 0 0,-1 13 1 0,-23-1 2 0,-12-12 3 0,-35 12-3 0,-25 24-1 0,-47 23-2 0,11 1 1 0,24-13 0 0,36-10-1 0,2-3-1 0,-3-21 1 0,26-1-2 0,47-12-127 0</inkml:trace>
  <inkml:trace contextRef="#ctx0" brushRef="#br0">19695 11597 16 0,'0'-12'5'0,"13"-24"-2"0,10 13 20 0,-23-2 10 0,-23-10-7 0,-36-1-14 0,-36 24-7 0,-13-1-2 0,-11 26-3 0,-1 11 3 0,2 12 4 0,11 12-1 0,23 47-5 0,48-1 2 0,13 14-3 0,35 23 2 0,24-23 0 0,46-26 0 0,26 2-2 0,22-37 1 0,26 0 1 0,-24-34 0 0,-26-37 0 0,13-36-2 0,-36-11 2 0,-35-13-2 0,-12-21 0 0,-24-27 1 0,-48 1 0 0,-35 0 1 0,-1 35 0 0,13 50-1 0,-14 33-1 0,-45 60-44 0,47-10-60 0</inkml:trace>
  <inkml:trace contextRef="#ctx0" brushRef="#br0">19649 9537 53 0,'-12'-37'10'0,"0"26"-7"0,-12-24 0 0,-12-1 3 0,-34 36 4 0,-14 0-3 0,-35 24-2 0,-12 34-4 0,0 15-1 0,23 34 1 0,48 0 6 0,24 24-4 0,25 0-2 0,47-23 1 0,35-14 0 0,60-33 1 0,36-15-1 0,24-34 0 0,-37-24-1 0,-24-34 1 0,-58-38-2 0,-23-12 2 0,-38-23 0 0,-46-13-1 0,-13-10 5 0,-23 11 1 0,-1 60-5 0,-34 47-17 0,-39 48-81 0</inkml:trace>
  <inkml:trace contextRef="#ctx0" brushRef="#br0">19089 11132 25 0,'-48'0'33'0,"12"-12"-16"0,36 12-6 0,60 0-3 0,46-12-2 0,37 12-5 0,-35 0-40 0,-84 0-12 0</inkml:trace>
  <inkml:trace contextRef="#ctx0" brushRef="#br0">19053 11216 90 0,'-59'-24'10'0,"47"24"-7"0,95 0-1 0,48-13-1 0,48 2-18 0,-84 22-57 0</inkml:trace>
  <inkml:trace contextRef="#ctx0" brushRef="#br0">17553 13406 54 0,'23'-46'6'0,"2"-15"27"0,-37 49-7 0,-37 24-10 0,-45 60-4 0,-1 59-8 0,23 12-2 0,60-24-1 0,48-12-1 0,35-11 1 0,37-62 1 0,-1-21 0 0,0-73 1 0,-48-23-1 0,-11-36 0 0,-12 0-1 0,-12-12 0 0,-24 0 1 0,-131-24-2 0,35 131 1 0,0 37-2 0,38 58 0 0,22 36-1 0,36 25 1 0,47-2-1 0,0-47 2 0,2-24-7 0,10-23-114 0</inkml:trace>
  <inkml:trace contextRef="#ctx0" brushRef="#br0">18077 14240 44 0,'0'-13'37'0,"23"-21"3"0,-10-3-22 0,-1 14-8 0,-1-13-3 0,-11 11-3 0,12-9 0 0,0 10 0 0,-12 0 0 0,0 12 0 0,0 35-4 0,0 37 0 0,0 47 0 0,0 48-1 0,0-12 0 0,-12-35 2 0,-36-49 2 0,14-34 5 0,-15-25 0 0,2-13-4 0,11-11-3 0,12 0-1 0,12-12-53 0,24-11-67 0</inkml:trace>
  <inkml:trace contextRef="#ctx0" brushRef="#br0">18256 13728 46 0,'0'-12'38'0,"-12"12"1"0,-12 12-26 0,24 1-6 0,0-2 2 0,0-11 0 0,24 0-75 0,-24 12 7 0</inkml:trace>
  <inkml:trace contextRef="#ctx0" brushRef="#br0">17553 13846 16 0,'0'-11'30'0,"-13"-1"6"0,13-12-10 0,13 24-11 0,10 0-6 0,2 24-2 0,22-1-3 0,-11-23-2 0,1 0 0 0,-14 0-52 0,-23 0-35 0</inkml:trace>
  <inkml:trace contextRef="#ctx0" brushRef="#br0">15850 13680 49 0,'12'-23'19'0,"12"-25"1"0,0 25 4 0,-36-2-11 0,-12 0-3 0,-24 15-4 0,-35-1 0 0,-1 11-2 0,1 21-1 0,24 29-2 0,35 9-1 0,36 12-1 0,59 12 1 0,-11 14-1 0,-24-26 1 0,-36-24 0 0,-60-47 6 0,-23-13 1 0,-25-34-7 0,108 47-57 0,23 24-21 0</inkml:trace>
  <inkml:trace contextRef="#ctx0" brushRef="#br0">15945 13752 64 0,'0'0'0'0,"0"-36"28"0,0 11 5 0,0 38-27 0,-13 24 0 0,13 34-3 0,0 0 1 0,13-24-3 0,23-23 1 0,24-11-22 0,-13-13-85 0</inkml:trace>
  <inkml:trace contextRef="#ctx0" brushRef="#br0">16124 13526 54 0,'0'-24'15'0,"0"-13"-1"0,0 26-16 0,12 35-66 0</inkml:trace>
  <inkml:trace contextRef="#ctx0" brushRef="#br0">16362 13859 6 0,'24'-24'30'0,"-24"-12"2"0,0 1-13 0,0 12-3 0,-12-2-6 0,0 0-3 0,-1 2 0 0,-10 12-2 0,-13-1 2 0,2 24-3 0,-3 11-2 0,1 38-2 0,13 10 0 0,-1-24 0 0,35-10 0 0,14-37 1 0,10-25-1 0,14-23 0 0,-15 12 0 0,-9 13 1 0,-14 23-1 0,1 11-1 0,-12 73 1 0,0 47-1 0,-12 35 1 0,-24-45 3 0,-11-63 7 0,11-45-1 0,1-26-4 0,10-45-11 0,25 8-126 0</inkml:trace>
  <inkml:trace contextRef="#ctx0" brushRef="#br0">16541 13741 64 0,'0'0'0'0,"12"-50"38"0,-12 50-11 0,0 50-15 0,0 32-5 0,0-9-2 0,0-39 0 0,0-22 0 0,0-47 0 0,35-26-3 0,12 27-1 0,-11 45-2 0,0 37 0 0,-24 11 2 0,-12-35-1 0,12 0-8 0,0-24-69 0,-12 0 23 0</inkml:trace>
  <inkml:trace contextRef="#ctx0" brushRef="#br0">17231 13073 100 0,'0'0'0'0,"-23"-12"22"0,-49 96 6 0,-48 131-22 0,62 82-7 0,69-58 1 0,36-74 1 0,2-58 0 0,-2-59-9 0,-11-48-124 0</inkml:trace>
  <inkml:trace contextRef="#ctx0" brushRef="#br0">18470 13216 86 0,'-12'-36'7'0,"-1"1"26"0,38 95-14 0,34 166-12 0,38 142-7 0,-74-11-2 0,-95-154 9 0,-11-84 4 0,23-83-5 0,60-36-11 0,47-36-126 0</inkml:trace>
  <inkml:trace contextRef="#ctx0" brushRef="#br0">11658 11359 12 0,'0'0'11'0,"-11"-12"23"0,-1 12-2 0,-1-13-13 0,13 13-4 0,0-11-3 0,0 11-5 0,0-12 1 0,13 12-5 0,46-11-1 0,60-2 0 0,96 13-1 0,-13 0-2 0,0 0 2 0,-35 0-1 0,-24 13 1 0,-49-2-1 0,-45 1 0 0,-26-12 1 0,-23 11 2 0,-47-11-2 0,-49 0 3 0,-46 13-4 0,-24-13 0 0,-1 0-1 0,12 12 4 0,23-12-3 0,38 0 0 0,-2 0 0 0,49 0 1 0,-1 0-2 0,24 0 2 0,12 0-1 0,12-12 2 0,24-1-2 0,36 13 1 0,47-11-2 0,59-1 2 0,37 24-3 0,-13-1 3 0,-35 14-1 0,-59-13 2 0,-50-1-3 0,-33-11 3 0,-37 0 0 0,-71 0-1 0,-48 0-1 0,-35 12 0 0,-13 12 1 0,24-12 0 0,47 0-2 0,50 1 2 0,70-13-1 0,59-25-1 0,131-11 1 0,73 13-2 0,-2 11 2 0,-70 12 1 0,-73-12-1 0,-82 12-1 0,-36-13 3 0,-23 13-2 0,-36 0-26 0,23 0-110 0</inkml:trace>
  <inkml:trace contextRef="#ctx0" brushRef="#br0">10694 10538 1 0,'0'0'0'0,"0"-13"20"0,0 13-5 0,-11 0-10 0,-2-12 7 0,13 12-3 0,-12 0-4 0,12 0-2 0,0 12-1 0,0 24 4 0,-12 0-1 0,12 23 2 0,0 24 4 0,-12 13 0 0,0 11-5 0,-11 0 0 0,-2 0 4 0,14-23-4 0,-1-24-1 0,12-26-1 0,12-21-1 0,-12-13 2 0,-25 0-10 0,-22-36-128 0</inkml:trace>
  <inkml:trace contextRef="#ctx0" brushRef="#br0">10706 10467 10 0,'0'-13'10'0,"-12"13"16"0,12-12-7 0,-11 0-5 0,-2 12-6 0,1 0-2 0,0 0-3 0,36 0 9 0,36 0-4 0,35 0-3 0,35 0-2 0,38-13-2 0,-2 13 0 0,1 0-1 0,-1-11 1 0,0 11 1 0,26 0 1 0,10 0-2 0,0 11 0 0,-46 2-1 0,10-13 2 0,0 0-2 0,-34-13-1 0,-26 13 1 0,1-23 1 0,-10 23-1 0,-2 0 1 0,-12-11-2 0,-23 22 2 0,-48-11-1 0,1 0 2 0,-2 0-1 0,-1 23-2 0,3 27 1 0,-13 21 0 0,0 34 1 0,-13 50 0 0,3 25 3 0,-1-13 0 0,11-25 1 0,0-11-2 0,11-12-2 0,-1-59 2 0,-10-47-1 0,-34-74-137 0</inkml:trace>
  <inkml:trace contextRef="#ctx0" brushRef="#br0">10538 11418 16 0,'0'0'8'0,"13"-13"4"0,-13 2 13 0,-13 11-8 0,13 0-5 0,0 0-5 0,13 24 1 0,-1 13 0 0,-1-3-3 0,25-10 0 0,12-11-3 0,24-13 4 0,35 0-2 0,36 11 1 0,0-11 0 0,0 0-3 0,-2 0-1 0,-21-11-3 0,0 11 4 0,-1 0-1 0,24 0 1 0,-1 11-1 0,-11-11-1 0,-11 12 0 0,-2-12 1 0,2 11-1 0,-1-11 0 0,0 0 0 0,-12 0 0 0,-12 0 0 0,1-11 0 0,-1 11-1 0,0 0 2 0,-12 0-1 0,-23 0 0 0,-12 0 0 0,-1 0 1 0,1 0-2 0,-12 0 2 0,-13 0 0 0,0 0 2 0,-23 0 7 0,0-12-5 0,0 1-5 0,-23 11-50 0,0 0-44 0</inkml:trace>
  <inkml:trace contextRef="#ctx0" brushRef="#br0">19529 10668 9 0,'25'0'3'0,"34"-36"19"0,-35 13 16 0,-48-14-10 0,-24 3-7 0,-11-3-15 0,-1 14-2 0,-36-13 3 0,-34 24-1 0,-1-1-3 0,0 38 0 0,24 11-3 0,0 35 1 0,12 23 1 0,11 38-2 0,25-1-1 0,47-24 2 0,47 12-1 0,62-35 1 0,45-37 1 0,59-23 0 0,1-24-2 0,-23-37 2 0,-59-9 1 0,-61-26-1 0,-11-36 0 0,-37 3 0 0,-22-3-2 0,-48 13 4 0,-25 11-4 0,-23 24 0 0,0 13 1 0,0 23-1 0,-24 24-1 0,-12 24 0 0,0 36 1 0,48 23-1 0,0 24-1 0,47 12 1 0,48-12 0 0,48 0 1 0,35-11-1 0,48-37 1 0,36-11 0 0,-1-25 1 0,-12-34 0 0,-34-37 0 0,-25-48 1 0,-35-70 0 0,-24 35 0 0,-36 13 1 0,-48 10 1 0,-47 13-3 0,-48 12-7 0,12 83-30 0,12 47-79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17433 7834 5 0,'-23'0'9'0,"-1"0"14"0,12 0-13 0,-1 0-1 0,-57 12-6 0,-13 0 1 0,47-12 3 0,59 13 4 0,85-13-6 0,58 11 2 0,25-11 0 0,-37-11-2 0,-83 11-3 0,-71 11-1 0,-34-11 0 0,-85 12 0 0,-84-1-1 0,-23 14-1 0,11-13 4 0,36-1-3 0,49 1 2 0,94-12-1 0,96 11 4 0,117-22-1 0,63-1-1 0,9 1-2 0,-58-1 2 0,-96 0 1 0,-72-1 1 0,-23-10-2 0,0 23-3 0,-11 12-110 0</inkml:trace>
  <inkml:trace contextRef="#ctx0" brushRef="#br0">21756 7989 30 0,'-130'0'4'0,"45"24"-3"0,39-11 0 0,22-13 6 0,36 11 2 0,71-11-4 0,96-11 0 0,59-14 1 0,0 13-1 0,-36 12-3 0,-83 0-1 0,-95 12 1 0,-48-12 0 0,-83 25-2 0,-59-2 0 0,-38 12 2 0,-21-11-1 0,-2-1-1 0,37 2 0 0,59-13 2 0,83-12 1 0,109 0-5 0,129-24 1 0,71 0 3 0,37 12 1 0,-36 1 0 0,-119-2 1 0,-120 13-2 0,-23 0-1 0,-36 13-47 0,25-2 9 0</inkml:trace>
  <inkml:trace contextRef="#ctx0" brushRef="#br0">13409 10120 34 0,'-13'-13'3'0,"13"38"-3"0,13 0 5 0,58-2 5 0,72-12-3 0,83 2-3 0,72-1 1 0,71 0-1 0,24-1-3 0,24-22 2 0,23-1-2 0,-11 0 2 0,0-35 0 0,-12-3-1 0,-36-8-1 0,-71-14 2 0,-96-24-1 0,-94 2 1 0,-50-25 1 0,-34-12 0 0,-24-11-1 0,-60-13 0 0,-83-37 0 0,-60 3 1 0,-11 22-2 0,-24 12-1 0,-36 25 0 0,-46 9 1 0,-3 3-1 0,-34 34 0 0,-36 49 0 0,-36 35-3 0,82 23 2 0,39 25 1 0,-26 0-2 0,13 47-3 0,35-1-2 0,71 27 5 0,37 9-2 0,58 13 2 0,37 36-2 0,35 47 2 0,24 13 1 0,71-38 0 0,61-34 1 0,82-36 1 0,36-23 0 0,71-74 1 0,2 3 0 0,-85-13-77 0</inkml:trace>
  <inkml:trace contextRef="#ctx0" brushRef="#br0">23519 17324 3 0,'0'0'-3'0</inkml:trace>
  <inkml:trace contextRef="#ctx0" brushRef="#br0">23543 17216 11 0,'0'0'0'0,"0"0"10"0,0 0-6 0,0 0 4 0,-36 0 2 0,-47 12-3 0,-24 1-3 0,23 10 0 0,72-12-2 0,12 2 2 0,12 11 7 0,60-12 4 0,130-24-2 0,143 0-7 0,48 12-5 0,-47 12-3 0,-96-12 4 0,-107 0-3 0,-96 0 3 0,-47 0 4 0,0-12-23 0,-108 0-24 0,-93 12-1 0,165 0 28 0</inkml:trace>
  <inkml:trace contextRef="#ctx0" brushRef="#br0">23340 17407 69 0,'-35'-11'5'0,"-49"11"-3"0,72 0 15 0,131-25-2 0,179 0 0 0,155 15-10 0,23 10-7 0,-119 23 1 0,-178-11-2 0,-166-12 17 0,-50-12-6 0,1-11-5 0,12 23-46 0,-11 10-41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7669 13812 32 0,'-25'0'15'0,"25"-13"-12"0,13 13 0 0,10 0-2 0,26 0 2 0,34 0 0 0,36 0 0 0,60-12-2 0,23-11-1 0,25 11 2 0,-2 1-1 0,38-14-1 0,-13 13 2 0,36 12 0 0,11 0-4 0,-23 0 4 0,12-13-2 0,-36 26-1 0,-24-13 1 0,12 12 1 0,-23-12-1 0,-37 12-2 0,-47 1 3 0,-47-2 0 0,-48-11 18 0,-36 0 21 0,-24 0-39 0,0 0 1 0,12 0-75 0,0 0 34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14600 4846 2 0,'46'-12'14'0,"26"1"8"0,24-2-10 0,35 1-7 0,36 12-1 0,47-25-1 0,36 25-1 0,12-10 0 0,24 10-1 0,24 10 0 0,-1 3-1 0,0 11 1 0,-22-11-2 0,-2-2 2 0,-24-11 0 0,-57 12-2 0,-61-1 2 0,-48-11 6 0,-35-11 2 0,-13 11-5 0,-36 11-22 0,-11 2-44 0</inkml:trace>
  <inkml:trace contextRef="#ctx0" brushRef="#br0">2311 5370 14 0,'0'-11'8'0,"0"11"2"0,35 0-10 0,25 11 1 0,-1 1 2 0,13-12 5 0,-1 0 2 0,36-12-2 0,36 1-2 0,11 11-4 0,25-13 0 0,12 13 1 0,-1 0 1 0,25 0-1 0,22 0-1 0,-9-12 1 0,10 12-3 0,-12 0 1 0,0-12-1 0,-11 12 2 0,-26 0-3 0,-33 24 1 0,-37-11-1 0,-36-2 2 0,-23-11 0 0,-48-11 7 0,0-2 0 0,-12 13-6 0,0 0-5 0,12 0-73 0</inkml:trace>
  <inkml:trace contextRef="#ctx0" brushRef="#br0">24780 5858 3 0,'13'-47'20'0,"-1"-1"7"0,-12 12-15 0,-36 36-13 0,-47 84-5 0,-59 71 12 0,10 23 13 0,37-35-6 0,23-24-10 0,37-36 0 0,11-59 0 0,-12-35 1 0,0-62-2 0,12 2-1 0,13 0 0 0,11 23 0 0,11 1-1 0,1 47 0 0,-12 23-1 0,-23 49-1 0,-2-1 1 0,14 12 1 0,-14 1 0 0,14-2-2 0,-12-21 2 0,23-26 1 0,11-23 3 0,84-49-1 0,25 16-3 0,-25 21 1 0,-59 0-1 0,-24 0 0 0,-24 0-29 0,12 11-35 0</inkml:trace>
  <inkml:trace contextRef="#ctx0" brushRef="#br0">13432 6536 1 0,'-11'0'5'0,"-1"0"17"0,-1-11 4 0,13-1-7 0,0 12-15 0,25 0 1 0,46 0-2 0,25 12 1 0,-25-1 1 0,-11 1-2 0,-49-12-1 0,-22 0 7 0,-25 0-7 0,-36 0-1 0,-11-12 2 0,12 12 0 0,23 0-1 0,35 12-4 0,13 0 2 0,49-12 2 0,46 0 0 0,-1 13-1 0,-21-2-1 0,-39-11 1 0,-21 0 2 0,-48 0-3 0,-37 0 2 0,-23 0-2 0,23-11 0 0,49 11 0 0,23 0 1 0,35 0-2 0,37-13 2 0,-13 13-2 0,-48-12 2 0,-11 12 0 0,-11-12 0 0,-1 1-2 0,12 11 3 0,-13 0-3 0,26 0 0 0,-1 11 1 0,-12 1-1 0,11-12-3 0,2 0-13 0,-13 0-75 0</inkml:trace>
  <inkml:trace contextRef="#ctx0" brushRef="#br0">3180 7905 0 0,'0'-11'1'0,"0"-1"6"0,0-24 4 0,0 24 13 0,0-11 2 0,0 12-8 0,0-2-5 0,0 1-4 0,0 37-6 0,0 33 2 0,0 26 0 0,0 0-2 0,0-13-1 0,0-12-1 0,0-23 0 0,11-26 0 0,14-31 3 0,10-40-4 0,14 1 1 0,-2 13-2 0,-24 35 0 0,-11 12 0 0,12 25 1 0,0 9-1 0,24 3 2 0,10-26 0 0,-9-47 0 0,-26-35 1 0,-23-25 1 0,-23 37-1 0,-1 24-2 0,24 24-16 0,11 57-58 0,-11-34 41 0</inkml:trace>
  <inkml:trace contextRef="#ctx0" brushRef="#br0">3823 8131 45 0,'-12'0'17'0,"-24"25"-14"0,12 21 18 0,-12 15-6 0,36-13-6 0,36-25-4 0,24-23-3 0,0-35 0 0,-37-37 0 0,-46 26 5 0,-37 21-2 0,0 13-6 0,49 36-55 0,11-24-9 0</inkml:trace>
  <inkml:trace contextRef="#ctx0" brushRef="#br0">4205 8001 98 0,'0'0'7'0,"-13"-25"0"0,73 14 0 0,-1-1-5 0,25 12-9 0,-13 12-92 0</inkml:trace>
  <inkml:trace contextRef="#ctx0" brushRef="#br0">4298 8131 17 0,'-46'25'39'0,"22"-13"-20"0,35-24 6 0,48 0-10 0,26-1-12 0,22 2-8 0,-13-1-98 0</inkml:trace>
  <inkml:trace contextRef="#ctx0" brushRef="#br0">4918 7775 3 0,'0'0'0'0,"0"-12"26"0,-11-1 26 0,-1 13-23 0,0 25-21 0,0 21-7 0,-1 4 0 0,26-27 0 0,-1 1 0 0,0-12 0 0,35 0-1 0,12-1 2 0,1 25-2 0,-11 1-1 0,-26 9 4 0,-23-10 1 0,-23 0 0 0,-26-12 2 0,-11-24 5 0,24-24-7 0,25 11-1 0,11 13-4 0,11 0 2 0,2 13-2 0,10-1-21 0,-10 0-92 0</inkml:trace>
  <inkml:trace contextRef="#ctx0" brushRef="#br0">4929 7821 33 0,'0'0'0'0,"-34"-21"43"0,22 8-13 0,12 1-22 0,59-13 0 0,48 2 0 0,1 12 1 0,-37 22-3 0,-35 1-2 0,-24-12 0 0,0-12-21 0</inkml:trace>
  <inkml:trace contextRef="#ctx0" brushRef="#br0">17446 7239 26 0,'0'0'32'0,"0"-12"-13"0,36 12 1 0,71-13-3 0,48-10-9 0,-24 23-5 0,-60 12-1 0,-71-12 0 0,-83 11 0 0,-59-11-1 0,-14-11-1 0,73 11 2 0,70 0 1 0,61-12-2 0,59-11 0 0,24 11-1 0,-59 24-19 0,-72 11-72 0</inkml:trace>
  <inkml:trace contextRef="#ctx0" brushRef="#br0">15791 8202 79 0,'-12'-10'9'0,"-72"-14"-1"0,72 24-5 0,12 0 1 0,72 0 4 0,47 0-3 0,60 0-1 0,-37 13-4 0,-70-2 2 0,-60-1 0 0,-60-10 0 0,-72 0-3 0,-69 13 2 0,-3-1-2 0,74-12 3 0,106-12 3 0,107-11-5 0,60-1 2 0,12 24-2 0,-84 13-26 0,-72 8-64 0</inkml:trace>
  <inkml:trace contextRef="#ctx0" brushRef="#br0">3263 8763 5 0,'0'0'9'0,"0"-25"10"0,-12 14-3 0,12-1-2 0,0 1 4 0,0 11 3 0,-12-12-10 0,12 24-9 0,0 11-3 0,-12 25 3 0,12 11 0 0,-11 13 1 0,11-14-2 0,0-8 0 0,11-16 0 0,1-21 1 0,-12-13 4 0,24-24-4 0,-12-24 0 0,13 13-1 0,-2-13-1 0,1 24 0 0,-12 1 1 0,-1 23-3 0,1 11 1 0,12 37 1 0,12-2 0 0,12 4-1 0,-2-39 2 0,-10-11-1 0,-11-24 3 0,-2-13-1 0,-11-9-2 0,-12-13 2 0,0-1 5 0,-12 36-1 0,0 0-4 0,1 24-5 0,22 24-38 0,1 12-47 0</inkml:trace>
  <inkml:trace contextRef="#ctx0" brushRef="#br0">3906 9096 20 0,'0'0'12'0,"-12"-11"-11"0,12-1 23 0,0 0 0 0,0-1 1 0,0 2-9 0,0-1-9 0,0 12-4 0,0-11 0 0,0 11 3 0,0 23-2 0,0-12-4 0,0 26 1 0,0-3-1 0,0 27 3 0,0-14-2 0,0 0 1 0,0-34 0 0,0-1 1 0,12-12 3 0,-12 0-3 0,0-12-5 0,11-1-41 0,-11 13-51 0</inkml:trace>
  <inkml:trace contextRef="#ctx0" brushRef="#br0">3275 9739 2 0,'0'0'12'0,"0"0"16"0,0 0-3 0,0-13-5 0,12 3-12 0,-12-1-2 0,0 22 5 0,0 36-5 0,-12 25-2 0,12-13-1 0,12 1-2 0,-12-37 1 0,13-11 2 0,-13-36-1 0,34-35-3 0,-9 23 0 0,-2 13 0 0,-12 46-1 0,2 13 1 0,11 0-1 0,12-24 3 0,11-24-2 0,-11-49 1 0,-24-10 1 0,-24 24 4 0,-24 23-5 0,23 24-24 0,26 12-79 0</inkml:trace>
  <inkml:trace contextRef="#ctx0" brushRef="#br0">3787 9954 69 0,'0'0'2'0,"12"-12"6"0,36 12 23 0,-24 35-20 0,11 1-6 0,-35 12 4 0,-25-2-1 0,-21 4-2 0,10-27 0 0,36 1-3 0,0-24-1 0,36 0 0 0,23-36-2 0,37-12-52 0,-49 25-37 0</inkml:trace>
  <inkml:trace contextRef="#ctx0" brushRef="#br0">4298 9192 101 0,'0'0'0'0,"-46"-36"22"0,81-1-22 0,25 14-3 0,23 12-29 0,-59 22-48 0</inkml:trace>
  <inkml:trace contextRef="#ctx0" brushRef="#br0">4275 9287 110 0,'0'0'0'0,"-36"12"11"0,72-12-1 0,60-12-24 0,-37-1-71 0</inkml:trace>
  <inkml:trace contextRef="#ctx0" brushRef="#br0">5133 9014 73 0,'-36'-13'22'0,"12"13"-13"0,24-12 13 0,37 0-13 0,33 12-3 0,26 0-2 0,-13-13-3 0,-35 3-17 0,11 10-100 0</inkml:trace>
  <inkml:trace contextRef="#ctx0" brushRef="#br0">5847 8788 89 0,'-24'-13'4'0,"13"13"1"0,-37 24 12 0,0 36-9 0,36 11 0 0,35-12-5 0,26 0-1 0,9-34-1 0,3-13 1 0,-25-36 0 0,-13-23 0 0,-11-24 0 0,-24-2 5 0,-11 14 2 0,-13 23-5 0,11 24-8 0,14 24-52 0,11 1-13 0</inkml:trace>
  <inkml:trace contextRef="#ctx0" brushRef="#br0">6312 8882 127 0,'0'0'4'0,"-25"-23"9"0,14 10-10 0,-1 13-30 0,12 13-67 0</inkml:trace>
  <inkml:trace contextRef="#ctx0" brushRef="#br0">6562 8822 72 0,'0'0'4'0,"0"-11"21"0,-12 11 0 0,1 48-16 0,-14 23-7 0,37-24-1 0,24-10 1 0,23-26 0 0,1-11 0 0,-12-61 0 0,-25 3 1 0,-36-14 4 0,-33 13 2 0,-15 35-6 0,15 24-3 0,22 24-10 0,1 47-54 0,10-24-20 0</inkml:trace>
  <inkml:trace contextRef="#ctx0" brushRef="#br0">6954 8738 59 0,'-11'-11'21'0,"-1"-12"3"0,24 11-12 0,-1 0-7 0,14-1 4 0,-2 2 1 0,1-1-5 0,24 24-4 0,-12 24-1 0,-36 23 0 0,-36-11 3 0,-12-1-2 0,36-23 0 0,72 36-1 0,-14-13-1 0,-33-23 1 0,-47 0 5 0,-63-1-2 0,26 2-3 0,24 46-91 0,47-59 45 0</inkml:trace>
  <inkml:trace contextRef="#ctx0" brushRef="#br0">4668 10061 125 0,'-12'-12'6'0,"-35"12"-3"0,58 0-2 0,73-13-6 0,23 13-100 0</inkml:trace>
  <inkml:trace contextRef="#ctx0" brushRef="#br0">4740 10228 115 0,'-36'0'9'0,"48"11"-10"0,71-34-54 0,-71 11 11 0</inkml:trace>
  <inkml:trace contextRef="#ctx0" brushRef="#br0">5419 10107 123 0,'-60'-21'17'0,"83"21"-18"0,48-13-49 0,-22 1-29 0</inkml:trace>
  <inkml:trace contextRef="#ctx0" brushRef="#br0">6157 9894 112 0,'0'0'2'0,"-48"0"-3"0,13 37 14 0,-1 45-4 0,47-9-2 0,37-27-3 0,24-10-2 0,-1-24 0 0,-11-60 1 0,-48-35 0 0,-24-35 0 0,-60 34 2 0,13 60-4 0,23 36-19 0,12 23-107 0</inkml:trace>
  <inkml:trace contextRef="#ctx0" brushRef="#br0">6466 9989 81 0,'0'-12'66'0,"-36"-11"-55"0,36 0-9 0,25 23-43 0,-14 11-66 0</inkml:trace>
  <inkml:trace contextRef="#ctx0" brushRef="#br0">6775 9858 60 0,'0'-11'9'0,"-11"11"18"0,11 34 3 0,-12 39-18 0,48-2-6 0,12-23-1 0,11-35-1 0,-23-50 2 0,-36-35 0 0,-24-11 1 0,-36 36-1 0,13 35-9 0,-1 35-50 0,48 0-54 0</inkml:trace>
  <inkml:trace contextRef="#ctx0" brushRef="#br0">7050 9823 52 0,'0'0'15'0,"-12"-13"-13"0,24-10 24 0,0 23-3 0,12-11-10 0,-11 11-8 0,21-13-3 0,-11 49-1 0,-10 23 2 0,-1-11-1 0,24 0 0 0,10-13-2 0,-21 12 7 0,-50 14 5 0,-57-26-7 0,-13 1-4 0,47-24-93 0,48-12 40 0</inkml:trace>
  <inkml:trace contextRef="#ctx0" brushRef="#br0">5382 10073 18 0,'-23'13'23'0,"-13"-2"24"0,59-11-20 0,50 0-15 0,81-24-6 0,13 12-3 0,-107 12 0 0,-72 0-122 0</inkml:trace>
  <inkml:trace contextRef="#ctx0" brushRef="#br0">18839 13013 64 0,'-36'-11'6'0,"13"11"-5"0,23 0 15 0,10-12-7 0,51 1 1 0,57-14 0 0,38 13-1 0,11 12-5 0,-37 0-3 0,-70 12 0 0,-60-12 2 0,-71 0-2 0,-37-12-1 0,-34 12 1 0,-25 12-1 0,-12 0 3 0,60 1-3 0,95-13 1 0,48 0 0 0,60 0-1 0,71 0-1 0,23 0 2 0,-23 11 0 0,-96-11 0 0,-72 0 0 0,-58 0 0 0,-59 0 0 0,-14 12-2 0,26-12 3 0,70 11-2 0,71-11 0 0,97 0-2 0,83-11 4 0,-25-1-3 0,-94 24-18 0,-73 11-78 0</inkml:trace>
  <inkml:trace contextRef="#ctx0" brushRef="#br0">5061 5382 3 0,'0'0'3'0,"-35"-12"8"0,10-12 3 0,2 12 3 0,-13-13-6 0,23 25-6 0,26 13-4 0,35-1 2 0,59-12 2 0,60 0 0 0,11 12-2 0,13-12-2 0,-36 0 1 0,-60 0 1 0,-59 0 3 0,-49-12 1 0,-34 0-6 0,-60-1 0 0,-72 38-1 0,-35 0 1 0,-12 9 0 0,107-22-2 0,83-12 1 0,48 0 1 0,83 0 3 0,108-35-1 0,34 11-3 0,2 0 1 0,-72 0 1 0,-96 1 0 0,-71 11 3 0,-119 12-4 0,-94 12-1 0,-62-1 2 0,37 12-1 0,118-10-2 0,97-13 1 0,94 0 2 0,96-24-2 0,70 12 0 0,26-11-1 0,-73 23 1 0,-94 0 1 0,-121 0 1 0,-93 0-1 0,-107 23-1 0,-26 13 1 0,24-12 0 0,96-11-1 0,107-13-1 0,72 11 2 0,95-22-1 0,60-2 0 0,23-11-1 0,-60 11 2 0,-119 2 0 0,-94 11 0 0,-106 24-1 0,-110 24 1 0,-23-13 0 0,72-10-2 0,154-14 0 0,96 1 2 0,118-12-1 0,97-23 1 0,34 10-2 0,-35-11 1 0,-107 24 0 0,-119 0 1 0,-60-11 1 0,-48 11-2 0,2 0 0 0,10 0 0 0,26 11-1 0,21 13-26 0,13 23-74 0</inkml:trace>
  <inkml:trace contextRef="#ctx0" brushRef="#br0">18994 12906 6 0,'0'0'4'0,"-83"0"14"0,-60 0 0 0,24 23-1 0,47-10-6 0,60-13-6 0,73 0-2 0,81 0 2 0,36 12-3 0,1 0 0 0,-61-12 1 0,-81 13 3 0,-49-13 6 0,-119 0-9 0,-131 0 0 0,-60-13-2 0,96 13 1 0,155 0-1 0,106 0 0 0,96 13-1 0,107-13 2 0,13 23-4 0,-49-12 3 0,-108 1-1 0,-81-12 2 0,-84-12-2 0,-120-11 2 0,-118 12-1 0,166 11 0 0,82 0-1 0,122 0 0 0,141 0 1 0,59 0-3 0,-46 0 3 0,-96 0-2 0,-83-13 3 0,-107 1-2 0,-108 12 0 0,-71-12 2 0,-48 12-1 0,168 12-2 0,106 0 2 0,107 1-2 0,130-2 2 0,39-11-2 0,-38 0 1 0,-107 0 0 0,-83 0 0 0,-84-24 0 0,-107 12 2 0,-118 0 0 0,23 12-1 0,119 0-3 0,131 12 2 0,95 0 1 0,132-12-1 0,34 13-1 0,-58-13-1 0,-96 11 3 0,-83-11 0 0,-107-11-1 0,-131-2 1 0,-48 1 0 0,60 12-1 0,154 12 0 0,96 1-1 0,107-2 2 0,83 1-1 0,-12-12-2 0,-83 11 2 0,-83-11 0 0,-72-11 0 0,-108-1 0 0,-93 1 2 0,70 11-2 0,119 0 0 0,109 0 0 0,116 11 0 0,26 1-2 0,-74-12 2 0,-105-23 1 0,-118-14-1 0,-13 1 0 0,47 13 0 0,48 23-11 0,23 35-92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8943 6084 9 0,'-11'-13'7'0,"-25"-10"8"0,36 12-11 0,0-1-3 0,13 12 4 0,-2 12 3 0,1 11-2 0,-1 13-2 0,12 23-1 0,-10 12-1 0,11-34 0 0,-12-13-1 0,24-14 2 0,58-68 4 0,2-26-6 0,47-34 0 0,12-3 0 0,-25 16-1 0,-46 45 1 0,-36 24 3 0,-1 11-1 0,-35 2-1 0,-1 12 0 0,-22 34-88 0</inkml:trace>
  <inkml:trace contextRef="#ctx0" brushRef="#br0">6824 8084 4 0,'-13'0'13'0,"-10"0"7"0,10-12-6 0,26 0-8 0,-1 1 0 0,-1-1-1 0,2 12 0 0,-1 12 1 0,23 11-2 0,1 25-3 0,-12 0 0 0,12-1 1 0,-13 1 0 0,1-12 1 0,0-1-2 0,-12 1-1 0,0-12 1 0,12-11 1 0,10-26 0 0,2-24 0 0,37-21-2 0,10-26-1 0,24-11 1 0,0 1 1 0,1 10-1 0,-13 13 0 0,-35 11 1 0,-26 36 0 0,-21 0 2 0,-13 24-1 0,0 0-2 0,-13 24-19 0,-10 10-65 0</inkml:trace>
  <inkml:trace contextRef="#ctx0" brushRef="#br0">2132 5763 3 0,'-25'-12'9'0,"2"12"-2"0,10 0 9 0,13 0 10 0,0 0-16 0,-22 12-3 0,-14 47-1 0,-24-11-4 0,12-12 2 0,14-13 1 0,9 1-3 0,25 0-1 0,12-24 1 0,1-24 0 0,-2-13-3 0,12 3 1 0,2 10 0 0,-2 0 2 0,-11 1-3 0,12-2 0 0,0 2 0 0,0 11 3 0,-12 1-1 0,0-2 0 0,11 13 0 0,-11 0-1 0,-1-12 3 0,2 24-1 0,-1 1 0 0,24 10 0 0,-12 0-2 0,11 13 3 0,13 0-2 0,-12-12-1 0,-13 0 2 0,-11-24-2 0,12 0-2 0,0 0-101 0</inkml:trace>
  <inkml:trace contextRef="#ctx0" brushRef="#br0">22781 3609 58 0,'-24'0'1'0,"-24"11"4"0,36-11 10 0,36-61-9 0,23-44-3 0,25-3-1 0,-36 48 1 0,-24 36 3 0,-12 11-1 0,0 26-4 0,0 47 1 0,0 22 0 0,12-21-1 0,12-26-1 0,22-23 0 0,39-59 1 0,-2-48-1 0,0 11-1 0,-35 13 1 0,-23 23 1 0,-25 25 3 0,-13 10 0 0,1 26-3 0,12 71 0 0,-12 69 0 0,12 50 0 0,24 23-1 0,0-59 0 0,-12-36 2 0,-48-48 1 0,-24-58 2 0,13-86-2 0,22-83-2 0,50-57-2 0,82-13 0 0,12 83-1 0,0 36-1 0,-48 35 4 0,-59 49 2 0,-12-2-1 0,0 1-2 0,12 24-44 0,0-12-16 0</inkml:trace>
  <inkml:trace contextRef="#ctx0" brushRef="#br0">2954 6489 4 0,'-12'0'22'0,"12"13"2"0,12 10-11 0,23-12-2 0,1-11 3 0,0-11-2 0,35-25-8 0,48-24-18 0,-36 25-60 0</inkml:trace>
  <inkml:trace contextRef="#ctx0" brushRef="#br0">4252 6536 11 0,'-13'0'13'0,"-10"24"14"0,23 0 2 0,12-1-13 0,24-23-5 0,23-47-6 0,59-11-7 0,2 8-91 0</inkml:trace>
  <inkml:trace contextRef="#ctx0" brushRef="#br0">5990 6548 1 0,'0'0'6'0,"0"12"24"0,-11 12 3 0,11 12-21 0,23-24 1 0,13-48-5 0,59-47-6 0,23-1-90 0</inkml:trace>
  <inkml:trace contextRef="#ctx0" brushRef="#br0">9539 12085 18 0,'-13'-12'14'0,"13"1"14"0,0-14 1 0,0 25-14 0,13 25 0 0,-13 22-9 0,12 0-1 0,0 1 0 0,11 23-3 0,-23-24 0 0,11-10-1 0,2-24 2 0,10-13 1 0,2-50-1 0,34-21-2 0,25-13 0 0,23-10-1 0,24 12 0 0,0 9 0 0,-36 14 0 0,-11 11 2 0,-38 23 0 0,-33 14 3 0,-1-1 0 0,-12 12-3 0,-12 0-16 0,12 0-110 0</inkml:trace>
  <inkml:trace contextRef="#ctx0" brushRef="#br0">4573 12180 48 0,'-12'-13'8'0,"1"2"-3"0,22-12 17 0,1 23-7 0,-1 0-3 0,2 47-2 0,-1 1-4 0,-1-1-3 0,14-23-1 0,-2-12 1 0,25-35 0 0,22-37-2 0,27-1 3 0,34-10-3 0,-1-13 1 0,-34 38-1 0,-60 21-1 0,-36 2 3 0,12 12-2 0,10-14-12 0,14 13-100 0</inkml:trace>
  <inkml:trace contextRef="#ctx0" brushRef="#br0">11551 11049 4 0,'0'-25'6'0,"12"-46"5"0,24 0 17 0,-13-36 1 0,-10 36 6 0,-26 35-15 0,2 48-13 0,-1 95-3 0,-12 107 2 0,0 72-1 0,0-24-3 0,24-59 1 0,0-48 0 0,0-37-2 0,0-81 0 0,0-50-26 0,-12-70-29 0,-24 24-22 0,25 46 67 0</inkml:trace>
  <inkml:trace contextRef="#ctx0" brushRef="#br0">11254 11763 7 0,'-11'0'21'0,"11"-23"23"0,11-2-17 0,24 25-20 0,12 71-4 0,13 2 0 0,-13-2-1 0,25-35-1 0,1-11 0 0,-3-14-6 0,-10-22-27 0,-36-14-31 0,-12 13 48 0</inkml:trace>
  <inkml:trace contextRef="#ctx0" brushRef="#br0">11909 11681 6 0,'22'-25'13'0,"3"-10"18"0,-72 95 1 0,-61 58-15 0,-23 13-7 0,36-36-6 0,47-24-2 0,13-11-2 0,-14-12 5 0,26-35-10 0,23-50-48 0,12 24 19 0</inkml:trace>
  <inkml:trace contextRef="#ctx0" brushRef="#br0">14015 10966 94 0,'-23'-97'15'0,"23"63"-3"0,-11 22 8 0,-1 24-10 0,-24 119 0 0,0 71-2 0,24 1-4 0,0-37 1 0,24-47-2 0,-12-47-2 0,0-48-23 0,-36-48-124 0</inkml:trace>
  <inkml:trace contextRef="#ctx0" brushRef="#br0">13564 11501 40 0,'0'0'0'0,"-24"-35"25"0,12 11 3 0,24 37-24 0,25 45 1 0,20 14 0 0,-8-13-1 0,9-11-1 0,-22-12-1 0,-11-24-1 0,-25-12-9 0,11-12-24 0,-11-1-31 0</inkml:trace>
  <inkml:trace contextRef="#ctx0" brushRef="#br0">14135 11405 36 0,'0'-11'4'0,"23"-12"11"0,-23 34 6 0,-70 73-7 0,-37 60-3 0,11-14-1 0,37-59-2 0,35-35-4 0,24-36-1 0,0 0-8 0,-12-11-100 0</inkml:trace>
  <inkml:trace contextRef="#ctx0" brushRef="#br0">16434 11120 3 0,'0'0'2'0,"12"-23"12"0,-12 0 7 0,10 10-5 0,3 1 3 0,-1 0-7 0,-12 12-2 0,0 0-4 0,0 48-1 0,0 23 0 0,-12 23 2 0,-1-10-1 0,-9 12-2 0,10-13-1 0,0-11 0 0,0-13 0 0,12-35-2 0,0-11-1 0,0-13-17 0,12-50-49 0,-12 40 14 0</inkml:trace>
  <inkml:trace contextRef="#ctx0" brushRef="#br0">16172 11526 18 0,'0'-13'4'0,"-25"1"8"0,25 0 9 0,25 24-4 0,-2 13-4 0,25 9-5 0,-1 16 0 0,25-16-5 0,-12-10-2 0,-36-11 0 0,-1-2 2 0,-11-11-23 0,-1-11-22 0,-11 11-2 0</inkml:trace>
  <inkml:trace contextRef="#ctx0" brushRef="#br0">16816 11405 3 0,'0'-11'8'0,"0"-1"20"0,0 1-9 0,0 11-2 0,-13 0-6 0,13 11-4 0,-24 1 0 0,-12 12-4 0,0 13 0 0,-11 21 0 0,11 2 1 0,-11-2-1 0,-2-21-2 0,13 10 4 0,13-22 2 0,10-13-2 0,3-1-3 0,10-11 0 0,0-11-7 0,10-37-118 0</inkml:trace>
  <inkml:trace contextRef="#ctx0" brushRef="#br0">4942 9942 18 0,'0'-11'21'0,"0"-14"4"0,12 0 0 0,24 25-15 0,23 0 0 0,13 0-5 0,-13-11-2 0,-23-1-1 0,-36 12 6 0,-59 0-5 0,-37 12-1 0,13-1 0 0,34-22 3 0,49 11 0 0,25 0-4 0,58 0 2 0,13-12-3 0,-37 12 1 0,-59 0 2 0,-23-11-1 0,-36 22-28 0,34 1-78 0</inkml:trace>
  <inkml:trace contextRef="#ctx0" brushRef="#br0">4752 10751 63 0,'0'0'0'0,"-24"-24"18"0,12 13 8 0,12-1-16 0,60-12-5 0,47 0 1 0,11 11 0 0,-58 2-5 0,-60 11-1 0,-71 0 7 0,-36 0-7 0,59-12 0 0,48 1 0 0,83-1-27 0,-36 12-70 0</inkml:trace>
  <inkml:trace contextRef="#ctx0" brushRef="#br0">4990 11359 41 0,'-48'0'19'0,"1"0"19"0,-1-12-14 0,36 12-13 0,24 0-7 0,59 0 1 0,25-13-1 0,-13 13-1 0,-47 0-2 0,-36 13 1 0,-23-1-2 0,-109 11 0 0,61 0 0 0,47-23 1 0,59 13-1 0,48-26 0 0,1 13 2 0,-72 0-1 0,-48 13-1 0,-35-1 0 0,23-12 0 0,84 0-119 0</inkml:trace>
  <inkml:trace contextRef="#ctx0" brushRef="#br0">8004 8870 3 0,'0'-11'16'0,"0"-2"-9"0,-13-11 21 0,13 24-13 0,-12 24-6 0,-12 48 9 0,0 11-1 0,0 12-9 0,24-22-2 0,0-27-3 0,0-21 1 0,12-14-10 0</inkml:trace>
  <inkml:trace contextRef="#ctx0" brushRef="#br0">7729 9192 7 0,'0'0'6'0,"-13"0"7"0,26 11 31 0,23 13-20 0,-12 0-9 0,10 12-8 0,2-12-3 0,-11-24-1 0,-2 0-26 0,1-12-59 0</inkml:trace>
  <inkml:trace contextRef="#ctx0" brushRef="#br0">8074 9169 0 0,'0'0'8'0,"0"0"7"0,-13 11-5 0,-10 12-1 0,0 14 4 0,-13 10 4 0,12-10-5 0,-12-16-5 0,36-8-1 0,-12-13 0 0,24-13-4 0,12 3-81 0</inkml:trace>
  <inkml:trace contextRef="#ctx0" brushRef="#br0">1156 9810 21 0,'0'-11'8'0,"0"-1"-5"0,10 1-2 0,3-2 3 0,-1 37 7 0,-1 24 5 0,2 11-8 0,10-22-3 0,2-14 0 0,10-12 2 0,12-34-1 0,49-13-1 0,0-23-3 0,-1 11 2 0,-48 25-1 0,-23-2-1 0,-1 25-4 0,-10 0-84 0</inkml:trace>
  <inkml:trace contextRef="#ctx0" brushRef="#br0">1202 10572 23 0,'0'-11'12'0,"-11"-1"2"0,11 1-10 0,0 11 3 0,0 23 5 0,0 25 3 0,11-1-4 0,14-23-6 0,-14-11-2 0,38-26 1 0,9-24-3 0,26-9 0 0,13-26 1 0,-27 35-1 0,-22 16 1 0,-36-4 0 0,11 25-8 0,-12 0-85 0</inkml:trace>
  <inkml:trace contextRef="#ctx0" brushRef="#br0">1132 11204 9 0,'0'0'3'0,"0"-12"3"0,0-1 6 0,0 2 2 0,0 11 6 0,0 11-10 0,0 2-4 0,0 24-2 0,12-3-1 0,0-10 0 0,-12-11 0 0,23-13 2 0,0-13 0 0,13-11-3 0,24-23-1 0,48-24-1 0,-1 0 2 0,-37 10 0 0,-34 38 4 0,-36 23-2 0,-11-12-3 0,11 12-98 0</inkml:trace>
  <inkml:trace contextRef="#ctx0" brushRef="#br0">20887 7679 23 0,'-12'-47'15'0,"0"-1"-8"0,24 25 11 0,-12 23-7 0,36 84 7 0,-12 21-12 0,1 3-3 0,-25-48 0 0,11-36-14 0,12-13-64 0</inkml:trace>
  <inkml:trace contextRef="#ctx0" brushRef="#br0">20518 8323 26 0,'-25'0'11'0,"25"0"-3"0,49-37 2 0,58 3-1 0,48-3-6 0,1 3 1 0,-50 9 0 0,-48 0 0 0,-9 14-3 0,-37 11 1 0,-12 11-76 0</inkml:trace>
  <inkml:trace contextRef="#ctx0" brushRef="#br0">20661 8680 3 0,'-12'-13'8'0,"-1"-10"8"0,13-13 2 0,25-10-7 0,-1 33-5 0,12 1-2 0,-12 37 3 0,-1 9 1 0,1 14-2 0,-12 0-2 0,12-13-2 0,-12-11 0 0,-12 0 0 0,0-11 2 0,0-13 4 0,0-13-1 0,0-24-6 0,23-21 0 0,-11-2-1 0,-12 2 1 0,12 8-2 0,24 16 1 0,12 21-1 0,-13 13 0 0,1 13 0 0,12 34 1 0,-24 24 0 0,11-23 0 0,-24-12 1 0,2-12 0 0,-13-24 0 0,-13-12 3 0,13 0-86 0,0-1 49 0</inkml:trace>
  <inkml:trace contextRef="#ctx0" brushRef="#br0">21435 7549 14 0,'-24'-12'28'0,"12"12"-16"0,36 0 6 0,48 0-8 0,23-24-6 0,-24 1-1 0,-23 23 1 0,-12-13-1 0,-1 13 0 0,-11-12 0 0,-12 12-2 0,0 0-10 0,0 25-78 0</inkml:trace>
  <inkml:trace contextRef="#ctx0" brushRef="#br0">21423 7645 1 0,'-12'-13'7'0,"12"13"-4"0,-24 0 20 0,24-12 0 0,0 12-11 0,0 0 11 0,-12 0-3 0,12 0-10 0,0 0-10 0,12 12 1 0,24 12 1 0,36-1 0 0,-1 1-1 0,-11 0-1 0,-36-1 0 0,-1 14 1 0,1 10 0 0,-12-23 0 0,-1 0 0 0,-11 24 0 0,0-13 2 0,-11 26 1 0,-14-3-2 0,2-11 0 0,-1 14-1 0,0-26 0 0,13-10 0 0,-1-2 1 0,12-12-1 0,12-11 1 0,47-23 1 0,36-1-3 0,14 0 1 0,-52 11-2 0,-8 3 1 0,-13-1 1 0,-14-2-1 0,-9 13 0 0,-13 0 1 0,0 0-21 0,0-12-94 0</inkml:trace>
  <inkml:trace contextRef="#ctx0" brushRef="#br0">22410 7168 2 0,'0'0'0'0,"0"0"10"0,0-25-2 0,0 14 23 0,0 11-8 0,-10 11-10 0,-26 37-9 0,0 36 3 0,-23 35 0 0,11 36-2 0,37 12-2 0,34-25-4 0,36-58 4 0,1-37 0 0,-12-35 0 0,-38-12 0 0,3 0 4 0,-1-12-5 0,-1-12-27 0,-11 1-78 0</inkml:trace>
  <inkml:trace contextRef="#ctx0" brushRef="#br0">22507 7394 6 0,'0'0'3'0,"-12"-25"19"0,12 25-6 0,0-11-14 0,0 72 18 0,24 21-8 0,-1-11-6 0,-12-11 4 0,-11-13 0 0,0-23-5 0,0 0-1 0,0-24 3 0,0 0 2 0,-11-24-6 0,11-34-1 0,11-15-4 0,14 2 4 0,-1 23-5 0,-1 35 1 0,2 13-2 0,-2 37 5 0,13 10-2 0,0 13 2 0,0-24 0 0,-36-11 1 0,0-25 0 0,0 0-108 0</inkml:trace>
  <inkml:trace contextRef="#ctx0" brushRef="#br0">23006 7549 41 0,'0'-12'7'0,"-36"-1"16"0,36 13-12 0,0 0-6 0,-11 60 1 0,11 1-2 0,0-27-2 0,11-10 0 0,14-11 3 0,11-26 0 0,-1-11-2 0,-11-10 0 0,-12-16-2 0,-1-8 1 0,-11 11 0 0,-23-3-3 0,-1 29 2 0,-23 8-1 0,11 13-2 0,-13 13 1 0,27 21 0 0,22 14 0 0,35-25 0 0,13 2 0 0,-1 10 0 0,-10-24 3 0,-14 2-1 0,1-13-50 0,-12 0-8 0</inkml:trace>
  <inkml:trace contextRef="#ctx0" brushRef="#br0">23102 7298 8 0,'-12'0'7'0,"-12"-47"-3"0,48-1 5 0,-1 1 12 0,13 34-14 0,0 2-4 0,12 35 1 0,-12 47 5 0,-36-11 2 0,0-25 0 0,-24-11-6 0,12-24 3 0,0-24-3 0,24-34-6 0,24 8 1 0,-11 4-2 0,9 10 4 0,-34 0-3 0,0 36 2 0,-23 36-3 0,12 35 2 0,22-10-1 0,24-27 2 0,12-10-1 0,-34-24 4 0,11-12-1 0,-24 0-1 0,0 12-26 0,0 0-62 0</inkml:trace>
  <inkml:trace contextRef="#ctx0" brushRef="#br0">23900 7038 11 0,'0'0'0'0,"0"0"4"0,-61 11 16 0,15-1-4 0,22 3-6 0,24-13-6 0,24 0 5 0,47-34-7 0,-11 9-1 0,-24 13 0 0,-25 12 6 0,-22-13 17 0,-25 38-21 0,0-13-2 0,23-12 0 0,26 0-14 0,10-12-72 0</inkml:trace>
  <inkml:trace contextRef="#ctx0" brushRef="#br0">24043 6846 3 0,'0'-24'8'0,"11"1"15"0,2 11 1 0,-13 12-14 0,12 46 4 0,-12 4-11 0,23-39 1 0,1-11 3 0,24-24-1 0,-23-24-2 0,-14 25-2 0,-11-1 0 0,0 11-1 0,0 2 0 0,0 11-2 0,0 0-4 0,12 48 5 0,-1 47 1 0,12 36-2 0,13-13 1 0,-11-22 0 0,-1-13 1 0,-24-23 2 0,-24-23 1 0,-12-26 2 0,-23-11-2 0,11-36-1 0,12-36-1 0,36 1-2 0,36-24-1 0,35 23 0 0,-11 37 0 0,-36 11 2 0,-24 12 1 0,12 24-119 0</inkml:trace>
  <inkml:trace contextRef="#ctx0" brushRef="#br0">24233 6489 1 0,'0'0'0'0,"-23"-24"7"0,12 11-3 0,11 2 23 0,-13-1-9 0,26 1-14 0,21 11-4 0,74 0 0 0,22 59-1 0,2 60 2 0,-49 47 14 0,-71 1 5 0,-12-37-10 0,-36-46 0 0,-12-36-2 0,12-48-1 0,2-35-18 0,21-37-102 0</inkml:trace>
  <inkml:trace contextRef="#ctx0" brushRef="#br0">24591 6573 31 0,'0'-13'5'0,"35"-22"-3"0,25-1-3 0,-36 24 8 0,0 37 6 0,11 46-4 0,-24-12-3 0,-22-23 4 0,-14-13-2 0,25-23 2 0,0-34-8 0,25-27 0 0,11 13-1 0,-12-11 0 0,-12 11 0 0,-12 1 0 0,0 34 0 0,0 26-6 0,-12 45 8 0,12 26-1 0,12-24-1 0,23-12 1 0,1-48 4 0,-12-24 3 0,-12 0-3 0,-12 24-7 0,0 0-4 0,-12 11-38 0,-1-11-31 0</inkml:trace>
  <inkml:trace contextRef="#ctx0" brushRef="#br0">24936 6251 0 0,'0'0'8'0,"0"-12"5"0,0-1-9 0,0 13-2 0,12-11 9 0,-12 11 2 0,0-12-4 0,0 12-4 0,0-11-4 0,0 11 11 0,0 11-10 0,0 25 2 0,11 12-1 0,-11-25 0 0,13-11 0 0,-1-12 5 0,-1-12-3 0,1-1-4 0,0-21-31 0,0 22-40 0</inkml:trace>
  <inkml:trace contextRef="#ctx0" brushRef="#br0">24912 6000 49 0,'-23'-11'27'0,"10"11"4"0,13 0-17 0,0-12 2 0,0 24-133 0</inkml:trace>
  <inkml:trace contextRef="#ctx0" brushRef="#br0">23458 6846 1 0,'0'0'2'0,"0"-13"15"0,0 2 10 0,0-1-13 0,0 1-5 0,0 11-3 0,0 0 2 0,0-12 0 0,0 24-4 0,13 22 0 0,-1 16-1 0,-1-27 0 0,14-12 1 0,11-11 1 0,-1-11-1 0,-11-12-2 0,-12-2-2 0,-12-11-75 0,0 24 42 0</inkml:trace>
  <inkml:trace contextRef="#ctx0" brushRef="#br0">23376 6644 38 0,'-36'-12'28'0,"36"12"-17"0,0 0-6 0,0 0-38 0,0 0 5 0</inkml:trace>
  <inkml:trace contextRef="#ctx0" brushRef="#br0">7657 10620 5 0,'0'0'4'0,"0"0"10"0,-13 0 4 0,13 0-3 0,0-11-7 0,-10 11 22 0,-2 0-14 0,12 0-9 0,0 0 1 0,0 0 0 0,0 0-7 0,35 0 0 0,37 0-1 0,11 0 1 0,0-12 0 0,-59 12 2 0,-24 0 1 0,0 0-2 0,0-12-30 0,36 24-66 0</inkml:trace>
  <inkml:trace contextRef="#ctx0" brushRef="#br0">9098 10597 10 0,'0'0'0'0,"-12"-12"37"0,12-1-9 0,0 13-6 0,0-11-17 0,12 22-3 0,35-11 0 0,13 0 1 0,12 0 0 0,-36 0 2 0,-13 0 5 0,-23-11-2 0,-12-1-6 0,12 12 0 0,0 0-7 0,0 12-42 0,0-1-31 0</inkml:trace>
  <inkml:trace contextRef="#ctx0" brushRef="#br0">16422 11061 42 0,'-12'-24'19'0,"0"-12"-6"0,12 13 15 0,0 23-18 0,-12 35 4 0,-12 72-2 0,0 48-3 0,24 0-5 0,11-25-2 0,2-46 0 0,-1-60 1 0,-12-11-2 0,0-63-58 0,0 29-28 0</inkml:trace>
  <inkml:trace contextRef="#ctx0" brushRef="#br0">16147 11466 74 0,'-11'-11'14'0,"-1"-14"-5"0,35 25 13 0,2 25-8 0,10 21-5 0,37 2-3 0,-13-24-1 0,13 0-4 0,-26-11 0 0,-33-2-21 0,-1-11-19 0</inkml:trace>
  <inkml:trace contextRef="#ctx0" brushRef="#br0">16837 11347 96 0,'0'-13'3'0,"-46"2"2"0,10 70 17 0,-59 72-7 0,-1-23-5 0,24-25-1 0,49-35-5 0,10-37-2 0,13-11 1 0,13-11-2 0,-26 11-1 0,13 0 1 0,0 0-1 0,0 0-1 0,13 11 2 0,-1-11 0 0,-12 12-2 0,-12-12 0 0,12 0 2 0,0 0-2 0,0 0-1 0,0-12 1 0,-13 12 2 0,3 0-5 0,10 12-10 0,-12-12-17 0,0 11-60 0</inkml:trace>
  <inkml:trace contextRef="#ctx0" brushRef="#br0">12028 10086 7 0,'0'0'11'0,"-12"-13"19"0,12 13-17 0,0 0-4 0,-13-12 4 0,13 12 4 0,-11-12-8 0,11 12-9 0,11 0-42 0,2 0-12 0</inkml:trace>
  <inkml:trace contextRef="#ctx0" brushRef="#br0">12729 9085 13 0,'0'-12'20'0,"-11"-13"8"0,11 25-7 0,0 25 7 0,-25 46-21 0,15-23 0 0,-2-13-1 0,12-47 0 0,0-34-2 0,22-4-3 0,3 16 0 0,-25 22-2 0,0 24-1 0,36 11-44 0,-25-12-19 0</inkml:trace>
  <inkml:trace contextRef="#ctx0" brushRef="#br0">13338 9954 17 0,'0'0'16'0,"-36"0"-1"0,36 0-2 0,12 0-3 0,12 11 1 0,0-11 2 0,23 0-8 0,1 0-3 0,-1 0 0 0,-47 12-3 0,-24 0-38 0,12-12-13 0</inkml:trace>
  <inkml:trace contextRef="#ctx0" brushRef="#br0">14207 10086 45 0,'0'-25'37'0,"-36"25"-16"0,48-12-18 0,-1 12-3 0,2 0-24 0,-1 12-46 0</inkml:trace>
  <inkml:trace contextRef="#ctx0" brushRef="#br0">14539 10002 45 0,'-11'0'10'0,"-12"-25"53"0,23 13-52 0,70 12-7 0,37-11 0 0,-11-1 0 0,-47 12-1 0,-38-11 2 0,-35 11-1 0,-47 0-1 0,-26 0 0 0,26 11-1 0,35 1-1 0,36-12 1 0,61 0-2 0,34 0 1 0,0 0-2 0,-24 0 2 0,-58 0 0 0,-37 0 1 0,-48 0 0 0,1 0-1 0,23 0 1 0,48 0-2 0,59-12 1 0,13 12-2 0,-24 0 2 0,-48 0 0 0,-24 0-1 0,0 0 0 0,24 0-11 0,-12 12-11 0,-23 23-81 0</inkml:trace>
  <inkml:trace contextRef="#ctx0" brushRef="#br0">15362 9881 5 0,'0'-11'16'0,"-12"-24"8"0,0-1-2 0,0 13 1 0,12 10 7 0,0 13-17 0,-12 24-11 0,0 36-1 0,12-1 3 0,12 0 0 0,-12-22 0 0,12-3 0 0,0-9-3 0,-12-13-1 0,12 1 1 0,25-13 0 0,20 0-1 0,16 0 0 0,46 0-2 0,47 0 3 0,36 0-2 0,13 0 1 0,-12 11 0 0,-1-11 1 0,-23 10-1 0,-48-10 0 0,-72 0 1 0,-36-10-1 0,13-1 1 0,12-2-1 0,13 13 0 0,-14-12 0 0,-35-24 0 0,-12 0 1 0,-12 1-1 0,-1-13 3 0,13 12 2 0,0 36-2 0,-11 24-3 0,-1 24-1 0,24-1-26 0,-12-23-62 0</inkml:trace>
  <inkml:trace contextRef="#ctx0" brushRef="#br0">21090 13335 9 0,'-12'-12'41'0,"12"-24"-4"0,24 25-25 0,-2-1-9 0,-22 12-3 0,0 35-1 0,0 13 0 0,0 11 1 0,0-11 0 0,0 0 0 0,0-24 2 0,0-1-1 0,0-11 0 0,25-12 0 0,-1 0-1 0,35 0 0 0,14 0 1 0,21-12-2 0,37 12 1 0,0 0 1 0,0 0-1 0,-12 12 1 0,-23-12-1 0,-13 0 1 0,-23 0 0 0,0 12-1 0,-37-12 1 0,13 0 0 0,-13-12 0 0,1 0 1 0,-12-22-1 0,-12 9 1 0,0-23-2 0,0 0 0 0,12 37-2 0,12 22 0 0,-36 49 0 0,-12-12 3 0,12-1 0 0,0-35 1 0,24-24 0 0,12-11-8 0,-24-1-81 0</inkml:trace>
  <inkml:trace contextRef="#ctx0" brushRef="#br0">23185 13216 10 0,'0'0'12'0,"12"-24"16"0,0 37 14 0,-12 21-26 0,12-9-9 0,12-25 2 0,95-59-4 0,83-1-36 0,-118 49-44 0</inkml:trace>
  <inkml:trace contextRef="#ctx0" brushRef="#br0">24031 15121 58 0,'0'0'5'0,"-13"-11"14"0,26-14-4 0,70-46-11 0,72-36-10 0,-12 47-86 0</inkml:trace>
  <inkml:trace contextRef="#ctx0" brushRef="#br0">23721 16764 34 0,'-23'25'9'0,"-2"-2"24"0,50-23-17 0,116-96-13 0,146-94-90 0</inkml:trace>
  <inkml:trace contextRef="#ctx0" brushRef="#br0">7836 10656 19 0,'-13'0'5'0,"13"-13"7"0,0 13-11 0,13 0-3 0,10 0-30 0</inkml:trace>
  <inkml:trace contextRef="#ctx0" brushRef="#br0">8658 10632 45 0,'-1'0'2'0,"-10"0"2"0,11 0 12 0,-12-12-12 0,24 24 1 0,-1-1-48 0,-11-11 20 0</inkml:trace>
  <inkml:trace contextRef="#ctx0" brushRef="#br0">9229 10609 6 0,'0'0'0'0,"-24"0"27"0,0 0-12 0,24-12-4 0,0 12-4 0,0 0-2 0,37 0-1 0,-3 0-2 0,2 0 0 0,-11 0-1 0,-25 0 0 0,0 0 7 0,-12 0 0 0,-37 0 1 0,-10 0-2 0,0 0-2 0,23-12-1 0,24 12 1 0,24-13-3 0,35 13-1 0,37 0 0 0,0 0 0 0,-37 0 0 0,-35 13 0 0,-24-13 3 0,-35-13-2 0,-25 13 1 0,12 0-2 0,24 0 0 0,13 0 0 0,35 13-1 0,35-13 0 0,13 12 1 0,-13-12 0 0,-22 0-1 0,-25 12 1 0,-12-12 0 0,-24 0 0 0,23-12 0 0,2 12-1 0,11 0 0 0,0 0 1 0,0-12-1 0,0 12 1 0,0 0-1 0,0 0 0 0,0 12 0 0,0-12 0 0,0 0 0 0,0 0 0 0,-12 0 0 0,12 0 1 0,0 0-1 0,0 0 0 0,0 0 0 0,12-12 0 0,-12 12-1 0,11 12-35 0,2-12-58 0</inkml:trace>
  <inkml:trace contextRef="#ctx0" brushRef="#br0">13362 13764 37 0,'-48'0'18'0,"12"0"3"0,24 0-4 0,48-12-9 0,71 1 0 0,48 11-3 0,0 0 0 0,-25 11 0 0,-23-11 0 0,-82 0-2 0,-37-11 2 0,-48-2-4 0,-59 13 0 0,-48 0-1 0,1 13 0 0,71-13 0 0,71 0 0 0,59 11-1 0,72-11 2 0,60-11-1 0,-12-2 1 0,-48 13 1 0,-71-12 2 0,-36 0 1 0,-36-1-4 0,12 13-1 0,0-11 1 0,24 11-1 0,0 0-2 0,0 0-67 0,-12 0-7 0</inkml:trace>
  <inkml:trace contextRef="#ctx0" brushRef="#br0">7537 9894 7 0,'0'-13'12'0,"0"13"32"0,-11 0-16 0,-1 0-13 0,1 0-7 0,34 13 0 0,73-26-1 0,58 13-4 0,-23 0-1 0,-47 0-1 0,-60 0 3 0,-24 0 0 0,-24 0-12 0,24 0-74 0,0 0 49 0</inkml:trace>
  <inkml:trace contextRef="#ctx0" brushRef="#br0">4858 9894 5 0,'0'0'10'0,"-11"0"8"0,-1 0 4 0,12 0-1 0,0-13-10 0,23 13 4 0,26 0-8 0,-2 0 0 0,-11 0-1 0,-25 0 0 0,-11-11 1 0,-23 11-7 0,-26 0 1 0,-9 0 0 0,34 0-1 0,12 0 1 0,-1 0 1 0,26-12-2 0,47 12 2 0,10-11 0 0,-21 11 1 0,-14 11-1 0,-35-11 0 0,-23 0 0 0,-49 12-2 0,1-1 0 0,46-11 1 0,25 0-1 0,71-11 1 0,37-12 2 0,-24 23-3 0,-48 0 1 0,-36 0-1 0,-24 11-1 0,-12 12-24 0,24-10-68 0,12-13 66 0</inkml:trace>
  <inkml:trace contextRef="#ctx0" brushRef="#br0">13826 13691 12 0,'0'-11'27'0,"-13"11"-19"0,2 0 14 0,-14-12 16 0,2 1-21 0,23 11-13 0,0 11-2 0,48-11 2 0,59 0-3 0,-12 0 0 0,-35 12-1 0,-48-12 9 0,-12-12 2 0,-48 1-9 0,-35 11-1 0,-1 0 0 0,49 11 0 0,22 1-2 0,49-1 1 0,48 2-1 0,-2-13 1 0,-33 0 1 0,-37 0-1 0,-12 0 1 0,-48 0-1 0,-24-13-10 0,38 38-94 0</inkml:trace>
  <inkml:trace contextRef="#ctx0" brushRef="#br0">15099 11108 5 0,'0'-23'2'0,"-23"-1"5"0,-1-24 16 0,24 25-11 0,0 11-5 0,0 12 0 0,11 0 2 0,-11 12 1 0,-11 47 1 0,-1 37-5 0,-1 9-2 0,13 16 1 0,0 21 0 0,-10 13-1 0,10-12 1 0,0 58 1 0,-12-46-3 0,12 13-1 0,12-1 1 0,-12-13-1 0,0 14 2 0,-12-26-2 0,12 26-1 0,0 8-1 0,0 4 2 0,-12-13 0 0,0 11-1 0,12 1-1 0,0 34 1 0,12-33 0 0,-12 21 1 0,0-9-1 0,0-3 0 0,-24 3 0 0,12-3-1 0,-12 14 2 0,12 0-4 0,0-13 5 0,0 13-2 0,24-25 0 0,-12 25 1 0,24-25-1 0,-12-23 0 0,0-12 0 0,-12-24 0 0,0 11-2 0,0-34 2 0,0-37 4 0,0-22-3 0,0-26-3 0,-12-11-1 0,12-48-2 0,-36-58-2 0,24-61 7 0,12-12 0 0,-11-10 0 0,-14-16 0 0,-9-8-2 0,9 11 1 0,13-24 1 0,12 11 0 0,0 1 0 0,0-1 0 0,-12-11-1 0,12 12-1 0,0 13 2 0,0-38 1 0,12 0-2 0,-12 37 2 0,-12 23-1 0,12 0-1 0,0-35 1 0,12 13 1 0,0 33-1 0,-12-11 0 0,-12 1-1 0,0 35 1 0,12-1-2 0,12 14 2 0,0-24-1 0,13 11 0 0,-14 24-1 0,1 12 2 0,35-132-3 0,-35 143 3 0,12 2-1 0,-24 12 1 0,0-15-2 0,-12 39 1 0,12 8 0 0,0 4 0 0,0 21 0 0,0 25-1 0,0 0-3 0,0 13 4 0,-12 58 0 0,0 12-2 0,1 37 2 0,-14 34-1 0,25 12 1 0,-11 37 0 0,-1 25 0 0,1 32-1 0,-14 3 0 0,25-24 2 0,-12-2-1 0,12 1 0 0,-12 12 0 0,0 0 1 0,12-24 0 0,12-24 0 0,0 13 0 0,-12-1 1 0,12 1-1 0,0 11 0 0,1-24-1 0,-2 1 2 0,12 12-2 0,2 11 0 0,-14 11-1 0,13 1 2 0,-12-23 1 0,0-1 2 0,0-47-2 0,-12-1-2 0,0-34 2 0,0-49 0 0,0-48 0 0,-12-23-8 0,-24-37-37 0,-12-80-101 0</inkml:trace>
  <inkml:trace contextRef="#ctx0" brushRef="#br0">15076 12764 5 0,'0'-11'9'0,"0"-2"12"0,0-11-4 0,0 11-2 0,12 2-4 0,-1 11-1 0,2 0 1 0,-13 48 1 0,0 11-4 0,-13 13-4 0,13-14-2 0,0 3 0 0,0-49 1 0,13-12 2 0,23-48-2 0,11-11-2 0,-36 35 0 0,2 24-2 0,10 12 1 0,2 0 0 0,22-1 0 0,13-34 1 0,-13-25 4 0,-35 0 3 0,-35 1-4 0,0 35-4 0,10 12-33 0,37 46-71 0</inkml:trace>
  <inkml:trace contextRef="#ctx0" brushRef="#br0">15612 12774 50 0,'0'0'3'0,"-25"61"26"0,14-13-10 0,58-13-10 0,37-47 2 0,-36-47 1 0,-37-1-1 0,-70 26-5 0,-12 55-11 0,58 40-84 0,13-49 48 0</inkml:trace>
  <inkml:trace contextRef="#ctx0" brushRef="#br0">15052 14204 6 0,'0'-11'10'0,"11"-2"0"0,2 1 5 0,-13-11 7 0,0 23-5 0,-13 0-6 0,13 23-5 0,0 13-1 0,0 12-2 0,-11-12-2 0,11-1 0 0,0-23 0 0,0 1 0 0,0-26 2 0,36-11-1 0,0-10-2 0,-12 9 0 0,11 37-1 0,1 12 1 0,0-1 0 0,11-23 1 0,-11-47 4 0,-24-24 7 0,-12 11-6 0,-12 49-6 0,0 11-32 0,24 34-63 0</inkml:trace>
  <inkml:trace contextRef="#ctx0" brushRef="#br0">15505 14156 51 0,'0'0'0'0,"12"0"51"0,12 60-22 0,-1 35-19 0,-11-35-3 0,-12-24-3 0,0-13-20 0,0-23-98 0</inkml:trace>
  <inkml:trace contextRef="#ctx0" brushRef="#br0">15052 15704 1 0,'11'0'7'0,"-11"-24"2"0,0 13 3 0,13-12 2 0,-13 10 2 0,0 1 1 0,0 0 2 0,0 24-3 0,0 24-11 0,0 11-1 0,-13 13-1 0,13-12-1 0,0-13 0 0,13-23 1 0,-1-12 1 0,12-47-1 0,12-14-2 0,-12 14 1 0,-1 35-2 0,-12 0-1 0,38 36 1 0,-2-24 0 0,1-24 1 0,-36-23 3 0,-12-1 3 0,-36 36-6 0,12 24-20 0,24 36-96 0</inkml:trace>
  <inkml:trace contextRef="#ctx0" brushRef="#br0">15541 15740 38 0,'0'0'0'0,"-12"-36"43"0,12 12-5 0,22 1-26 0,14 12-9 0,0 22 0 0,-23 12-1 0,-13 37 0 0,-36-12-1 0,0-1 2 0,-11 1-1 0,23-25 1 0,48-10-1 0,59-26-2 0,24 2 1 0,-35-12 1 0,-37 10-1 0,-35 13-64 0,0 0-17 0</inkml:trace>
  <inkml:trace contextRef="#ctx0" brushRef="#br0">14886 16860 2 0,'-12'-37'4'0,"-1"3"14"0,13-3 6 0,13 24-8 0,-13 63-1 0,0 126 2 0,-24 147-8 0,12-49-6 0,24 23-15 0,12-106 12 0,-12-60-1 0,-12 1 7 0,0-50 4 0,-25-70-2 0,14-167-4 0,35-142 2 0,-1 201-2 0,-23 96-7 0,-23 107-5 0,10 1 9 0,-10 10-8 0,12 3 6 0,-2-50-1 0,-11-37-64 0,12-34 28 0</inkml:trace>
  <inkml:trace contextRef="#ctx0" brushRef="#br0">917 16668 84 0,'0'0'1'0,"0"71"-1"0,-12 133 10 0,0 69-8 0,12-22-5 0,0-133 9 0,0 37-10 0,0-24-1 0,0-12-2 0,0-47 3 0,-11-48 5 0,11-12 0 0,0-12 1 0,11 10 5 0,-11 15 2 0,12 11-11 0,0 0 1 0,37-12 1 0,21-1 2 0,50 1-4 0,46-12 2 0,59 0 3 0,50-12-1 0,46-12 1 0,49 12 2 0,47 0-7 0,35 0-2 0,47 0 2 0,25-12 4 0,25 12-4 0,22-24 3 0,144-11-3 0,190-37-7 0,-166 48 11 0,-204 24 5 0,-22 0-2 0,141 0-5 0,-34 0-4 0,-96 0 2 0,-48 12 2 0,-47 0 0 0,-25 1 1 0,1-38 0 0,0 0 2 0,-47 25 0 0,-25 0-1 0,-60 0 1 0,-46 0-2 0,-13 0 0 0,-23-10 0 0,-48 10 2 0,-60 0 4 0,-59-12 0 0,-12-24-6 0,-12 12-42 0,-12-12-50 0</inkml:trace>
  <inkml:trace contextRef="#ctx0" brushRef="#br0">1656 17514 55 0,'0'0'0'0,"83"-36"2"0,83 13 0 0,121 11 3 0,141-35-2 0,168 10 2 0,130 2 1 0,131 11 0 0,96 12-7 0,106-12-5 0,61-12 8 0,71 12 5 0,25 13-9 0,-50-1-1 0,-95 35 5 0,-201 14 1 0,-215 10-1 0,-227-23-1 0,-178 0-1 0,-167-24-2 0,-154-12-80 0</inkml:trace>
  <inkml:trace contextRef="#ctx0" brushRef="#br0">3168 17932 40 0,'-24'-25'23'0,"12"-34"-20"0,107 35-4 0,96 11 1 0,106 13-2 0,132 13 1 0,119-26 0 0,131 2 1 0,107-12-3 0,95 10 3 0,72 1 4 0,47 12 1 0,23 12-5 0,14 1-5 0,-60-2 6 0,-108-11 3 0,-155-11 10 0,-225 11 4 0,-192 0-13 0,-166 0-7 0,-84 23-98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8515 9931 1 0,'0'0'8'0,"0"0"13"0,-12 0 8 0,12-13-8 0,0 13-6 0,0 0-10 0,-12 24 1 0,12-12 1 0,0 11 0 0,0 2-3 0,0-2 0 0,0 1 1 0,12 13-2 0,-12-16 0 0,-12 16-1 0,12-24 2 0,0-2-3 0,0 12 0 0,0-10-1 0,0-1 2 0,0-12 1 0,0 0-3 0,0 0 0 0,0 12 1 0,0-12 0 0,12 0-1 0,-12 0 2 0,12 0-2 0,0 0 1 0,10 0-1 0,3 0 1 0,-1 0-1 0,-1 11 1 0,13-11-1 0,-1 0 0 0,1 0 0 0,13 12 1 0,22-12-2 0,1 0 1 0,-13 0-1 0,13 0 1 0,-1-12 1 0,12 12 0 0,0 0 0 0,1 0-1 0,-24 0 1 0,11 0-1 0,-11 0 1 0,23 0-1 0,-12 12 0 0,-10-1 1 0,9-11-2 0,2 0 1 0,-14 13 0 0,3-1 1 0,-14 0-1 0,1-12 0 0,0 13 1 0,-1-13-1 0,-11 11 0 0,-12-11 1 0,0 0-1 0,12 0 1 0,10-11-1 0,3 11 1 0,-2 0 0 0,-23 0 1 0,-12-25 0 0,-1 25 0 0,2-12-1 0,-1-1 0 0,-1 2 0 0,2-1 0 0,-1 1-1 0,-12-1 1 0,-12-24 0 0,-1 0-1 0,13 12 1 0,-11 1-1 0,11-1 0 0,11 0 0 0,2 0 0 0,-13 12 1 0,0 12-1 0,12 0-1 0,-12 0 1 0,0 36-1 0,11 12 1 0,-11-1 0 0,0 0 1 0,0-22 1 0,0-2 1 0,0-23 2 0,0 0-1 0,0-23-3 0,0 23-56 0,-11 0-58 0</inkml:trace>
  <inkml:trace contextRef="#ctx0" brushRef="#br0">9218 9573 17 0,'0'0'16'0,"-48"-12"7"0,23 12 10 0,14-11-6 0,35-2-15 0,36-11-1 0,23 24-6 0,0 0-1 0,-59 12-1 0,-24-12 0 0,-72 12-2 0,-23 12 1 0,12-1-1 0,34-11 0 0,38 0 0 0,22 1 1 0,73-2 0 0,0-11-1 0,-13 0 0 0,-47 0-1 0,-72 0 3 0,-24 12-2 0,-10-1 0 0,34-11-1 0,60 0 1 0,59 0 0 0,25 0-1 0,-13 0 0 0,-59 0 1 0,-36 13 0 0,-60-13 0 0,25 12-1 0,35 0 0 0,24 1-16 0,-12 21-99 0</inkml:trace>
  <inkml:trace contextRef="#ctx0" brushRef="#br0">14624 13502 6 0,'0'-12'5'0,"11"0"19"0,0-1 8 0,-11 13 1 0,0 0-14 0,0 0-10 0,13 0-4 0,-1 25-1 0,-1 11-1 0,-11-13-1 0,0 14 0 0,13-14 0 0,-13-12 1 0,0 2 0 0,12-13 0 0,12 0-1 0,11-24 0 0,26-12 1 0,9-11-2 0,2-1 0 0,-36 12 1 0,11 0 1 0,-11 13 0 0,-12 11-1 0,-12 1 0 0,-1-2-1 0,2 13-5 0,22 13-113 0</inkml:trace>
  <inkml:trace contextRef="#ctx0" brushRef="#br0">15195 14633 39 0,'0'0'10'0,"-12"12"26"0,24 1-18 0,24-13-5 0,11-37-5 0,25 1-4 0,-1 0-8 0,1 13-112 0</inkml:trace>
  <inkml:trace contextRef="#ctx0" brushRef="#br0">15302 15788 13 0,'-12'12'43'0,"12"10"-7"0,12-9-18 0,12-13-5 0,12-13-3 0,12-21-5 0,23-14-2 0,-11-12 0 0,-25 26-4 0,12-3-27 0,-22 13-64 0</inkml:trace>
  <inkml:trace contextRef="#ctx0" brushRef="#br0">8229 10180 3 0,'0'-12'13'0,"0"1"15"0,0-2 10 0,0 1-14 0,-12 0-9 0,12 12-2 0,0 0-8 0,0 12 0 0,12 36-1 0,-1 23-2 0,-11 1-1 0,13-25 0 0,-13 0 1 0,0 3 0 0,12-16-1 0,-12-10 0 0,11 0 0 0,-11-12 0 0,12-12 0 0,24 11 1 0,0-11-2 0,12 13 1 0,11-13-1 0,48 0 1 0,11 0-1 0,26-13-1 0,11 26 0 0,-12-1 0 0,0 0 1 0,12-1-1 0,118 12 2 0,-118 2-3 0,-12-13 2 0,-12 1 0 0,-12-2 0 0,-23-11 1 0,-14 0-1 0,14 0 0 0,-1 0-2 0,-11-11 1 0,-25-2 1 0,-35 1 1 0,12-13 0 0,-12 14 0 0,-12-12-1 0,-12 11 0 0,0-24 1 0,0 13 0 0,0-2 0 0,0-10 0 0,0-1-2 0,-12 0 2 0,12 0-1 0,-12 12 1 0,12 13-1 0,0-1 0 0,0 47-3 0,-12 13 3 0,12-12 1 0,-12 0-1 0,12-26 1 0,0-10 2 0,0-10-6 0,-12 10-118 0</inkml:trace>
  <inkml:trace contextRef="#ctx0" brushRef="#br0">8265 8418 4 0,'11'-36'20'0,"-11"11"14"0,-11 14-15 0,-14-1-7 0,-34 24-11 0,-36 49 2 0,0-3-2 0,11-11 0 0,13 14 0 0,11-14-1 0,36-11 0 0,1-36 2 0,-1 0 4 0,24 0 1 0,-12-12-7 0,12-12-1 0,0-23 0 0,0-1 0 0,12 1 1 0,-1-1 1 0,14 25-1 0,-14-2 0 0,2 0 1 0,-13 25-1 0,-13 13-3 0,13 35 3 0,-23-13-1 0,10 1-1 0,2 12 1 0,-1-12 1 0,-12-1 0 0,12-10 0 0,12-2 0 0,-13 1-1 0,13 0 1 0,0-13 0 0,0-11-1 0,13 12 2 0,-13-12 0 0,23 0 1 0,13 0 1 0,24 0-2 0,-13 0-1 0,2 0 1 0,-37 0-1 0,-1 11 0 0,-11-11 1 0,0 0 2 0,12 0-1 0,0-11-2 0,-12 11-69 0</inkml:trace>
  <inkml:trace contextRef="#ctx0" brushRef="#br0">14469 9799 0 0,'0'0'3'0,"0"-36"41"0,0 12-21 0,-12 1-12 0,12 23-4 0,12 10 7 0,1 51-4 0,10 22-5 0,-12 12-4 0,1-11 0 0,-1-26-1 0,25 3 1 0,-11-13-1 0,-1-13 1 0,-2 1-1 0,27-11 1 0,22-14-2 0,24 1 2 0,13-1 0 0,35-11 0 0,12 0-1 0,11 12 0 0,13 0-2 0,47-24 2 0,47 0 0 0,14 1 0 0,-14 11 0 0,14-12 1 0,-14 12-1 0,-11-11 0 0,12 11 1 0,0-13 0 0,36 13 0 0,-1 0-1 0,-34 0 0 0,-61 24 0 0,-36-12 0 0,-23-12 0 0,-24 0 0 0,0-12-1 0,-24 12 1 0,-35-24 0 0,-37 0 6 0,-35 11-5 0,0-10 0 0,24 0-1 0,12-13 0 0,1 0 0 0,-37-1 2 0,0 27 3 0,0-1-2 0,-13 32-3 0,13 16-3 0,-12-13-89 0</inkml:trace>
  <inkml:trace contextRef="#ctx0" brushRef="#br0">9003 9203 6 0,'0'-11'18'0,"36"-25"9"0,23-12-6 0,13 25-11 0,-1-25-2 0,-11 12-4 0,-37-1 0 0,-23 16 0 0,0 8-3 0,0-11 0 0,-23 11-1 0,-1 13-2 0,-12 13-50 0,24-13 11 0</inkml:trace>
  <inkml:trace contextRef="#ctx0" brushRef="#br0">8955 9311 24 0,'0'0'14'0,"-12"0"0"0,35-12 2 0,62-24-9 0,-2-12 3 0,1 2 1 0,-37 21-7 0,-11-11-1 0,-13 13-2 0,-11 11-18 0,12 0-59 0</inkml:trace>
  <inkml:trace contextRef="#ctx0" brushRef="#br0">9563 8644 16 0,'0'0'6'0,"0"12"27"0,0 36-21 0,0-14-5 0,12-9-1 0,10-25 2 0,27 0-5 0,-1 0-3 0,-1 25-2 0,1 21 3 0,-25-10-1 0,-23-13 9 0,-23-10 8 0,-49 11-5 0,24 0-7 0,37-24-4 0,11 0-4 0,24 0-45 0,-12-11-26 0</inkml:trace>
  <inkml:trace contextRef="#ctx0" brushRef="#br0">9658 8633 69 0,'0'0'0'0,"-12"-37"19"0,60-10 5 0,47 23-13 0,0 0-5 0,-35 1 1 0,-60 10 0 0,0 13-43 0,0 0-28 0</inkml:trace>
  <inkml:trace contextRef="#ctx0" brushRef="#br0">2299 10335 4 0,'-36'0'16'0,"-13"0"-5"0,27 0 12 0,10-12-14 0,24 12-8 0,23 0-1 0,24 0 1 0,61 0-3 0,69 0 4 0,62-11 1 0,11 11-3 0,-11 0 0 0,-25 0 3 0,-36 0 1 0,-59 11 0 0,-71 1-2 0,-48-12 1 0,-24 0 4 0,-48 0-4 0,-59 0-1 0,-48 0-1 0,-60 11-1 0,-22-11 1 0,-13 12-5 0,11-12-4 0,51 12 2 0,55 1 6 0,27-2 0 0,46 1-1 0,47-12 1 0,50 0 1 0,71-12-2 0,70-12-3 0,71 0 3 0,62 1 2 0,11-1-4 0,-24 0 3 0,-61 24 3 0,-59 0-3 0,-94 12 1 0,-59-12 2 0,-62 0 2 0,-81 0-3 0,-85 0-2 0,-34 25-3 0,-13-2 3 0,0 12-3 0,12-11 0 0,59-1 1 0,47 2 3 0,37-13-2 0,37 12 1 0,34-14-1 0,36-10 1 0,36 0 0 0,59-10-3 0,48-14 0 0,34 12-1 0,2 0 4 0,13 12 1 0,-49-13-1 0,-12 13-1 0,-37-11-1 0,-22-1 2 0,-35 1 2 0,-14 11-1 0,-23-13-1 0,0 13 1 0,11-12-1 0,2 12 0 0,-13 0 1 0,12 0-1 0,-12-12 1 0,0 12-1 0,-12 0 1 0,12 0-1 0,-13 0 0 0,13 0 0 0,0 0 1 0,0-11-1 0,0 11 0 0,0 0 0 0,-11 0 0 0,-1 0 0 0,1 0-1 0,11 0 1 0,0 0 0 0,11 0 0 0,-11-12 0 0,0 12-1 0,0 0 1 0,12 0-1 0,12 0-11 0,-24 0-17 0</inkml:trace>
  <inkml:trace contextRef="#ctx0" brushRef="#br0">13396 16931 16 0,'-23'-12'27'0,"12"-13"-2"0,-2 25-12 0,13 0-11 0,-11 0-1 0,11 0 1 0,-13 0 3 0,2 0 5 0,11 0-2 0,0 0-3 0,0 0 14 0,0 0-18 0,0 0 0 0,11 0-21 0,2-11-75 0</inkml:trace>
  <inkml:trace contextRef="#ctx0" brushRef="#br0">13159 16965 37 0,'-24'-22'16'0,"-24"-14"22"0,12 23-3 0,25 13-16 0,11 0-15 0,36 13 5 0,47-26-4 0,72-10-2 0,-12 23-3 0,-23 12 2 0,-86-12-2 0,-22 11 5 0,-37-11 1 0,-33 0-5 0,-61 0-1 0,-13 13 0 0,38-13 1 0,9-13-1 0,62 2 4 0,23-1-3 0,0 12-2 0,23 0 1 0,14 0 0 0,-1 0 1 0,-24 0 1 0,-24 0-1 0,12 0-1 0,0 0-9 0,12 0-47 0,10 0-58 0</inkml:trace>
  <inkml:trace contextRef="#ctx0" brushRef="#br0">13325 16931 44 0,'13'-48'14'0,"34"36"13"0,0 35-8 0,-34 14-7 0,-26-13 1 0,-46-24-5 0,11-61-4 0,12-21-1 0,96 9 0 0,36 50-1 0,-1 59 0 0,-58 47-1 0,-50 1 2 0,-106-25 2 0,-12-35 0 0,47-83 1 0,84-37-5 0,84 61-2 0,11 58 0 0,-12 36 1 0,-59-10 0 0,-72-27-8 0,48-9-142 0</inkml:trace>
  <inkml:trace contextRef="#ctx0" brushRef="#br0">14243 16693 70 0,'-13'-48'12'0,"13"0"41"0,24 35-29 0,23 97-10 0,37 71-3 0,0 12-6 0,-37-24-4 0,-11-48-3 0,-24-48-28 0,-37-47-60 0,14-23 32 0</inkml:trace>
  <inkml:trace contextRef="#ctx0" brushRef="#br0">14528 16835 61 0,'-12'-12'63'0,"-35"83"-21"0,-49 50-27 0,-23-3-10 0,23-10-3 0,60-49-2 0,26-47-11 0,-2-12-100 0,24-12 64 0</inkml:trace>
  <inkml:trace contextRef="#ctx0" brushRef="#br0">15088 16728 67 0,'0'-23'8'0,"-12"-1"37"0,-24 71-21 0,-35 72-10 0,11 24-9 0,37-47-5 0,82-12 0 0,36-50 2 0,13-34 1 0,-25-84 2 0,-24-10-1 0,-47-38 0 0,-24-10-2 0,-59 58 0 0,0 61-4 0,-14 83 1 0,15 35 0 0,82 12 0 0,71-12-1 0,60-48-23 0,-24 1-109 0</inkml:trace>
  <inkml:trace contextRef="#ctx0" brushRef="#br0">15600 17312 64 0,'0'0'27'0,"12"-24"23"0,12-12-31 0,-1-23-7 0,-10-1-4 0,-13 36 1 0,0 1-2 0,0 11-2 0,-13 47-6 0,-10 84-2 0,23 24 1 0,0-24 0 0,-13-58 16 0,2 10-11 0,-25-24 4 0,-11-47-1 0,-1-36-14 0,0-71-86 0,48 24-16 0</inkml:trace>
  <inkml:trace contextRef="#ctx0" brushRef="#br0">15659 16860 117 0,'0'-37'26'0,"0"26"22"0,0-1-35 0,0 59-161 0</inkml:trace>
  <inkml:trace contextRef="#ctx0" brushRef="#br0">16946 10013 24 0,'-37'-11'37'0,"14"11"-14"0,23-13 2 0,23 1-14 0,48 0 2 0,49 12-3 0,-25 0-3 0,-47-11-3 0,-48-1 5 0,-48 12-3 0,-59-11-4 0,-1 11 0 0,26 0 0 0,46 0 0 0,36 0-1 0,60 0 0 0,47 0 1 0,12 11-2 0,-13-11 0 0,-57 0 1 0,-61-11 3 0,-48-2 0 0,-59 13-3 0,-13 0-1 0,14 0 1 0,47 13-1 0,47-2 0 0,84-11 0 0,47 0 0 0,11 12 1 0,-22-12-1 0,-72 0 1 0,-48 0 1 0,-83-12-2 0,-12 12 2 0,24 0-1 0,59 0-3 0,61 0 2 0,68 0 0 0,27 12 0 0,-37-12 0 0,-71 0 1 0,-36 0 0 0,-47 0-1 0,11-12 0 0,49 12 0 0,33 0 1 0,14 0-1 0,-11 12 0 0,-14-12 0 0,-22 0 0 0,11 0-29 0,0 11-107 0</inkml:trace>
  <inkml:trace contextRef="#ctx0" brushRef="#br0">18839 10966 90 0,'-13'-24'6'0,"-23"-12"0"0,14 60 15 0,-14 70 4 0,12 98-11 0,24-37-5 0,12-48-4 0,-12-48-2 0,0-47-2 0,0-12-44 0,-12-12-71 0</inkml:trace>
  <inkml:trace contextRef="#ctx0" brushRef="#br0">18398 11394 102 0,'0'0'0'0,"-24"-60"25"0,24 37 4 0,37 23-13 0,33 36-8 0,14 22-3 0,-23 15-4 0,-15-14 1 0,-22-23-1 0,0-24 2 0,-24 0-13 0,0-24-92 0,12 0 36 0</inkml:trace>
  <inkml:trace contextRef="#ctx0" brushRef="#br0">18946 11323 53 0,'0'0'0'0,"12"-36"54"0,-12 49-20 0,-60 58-14 0,-23 36-10 0,24-25 2 0,23-32-6 0,24-29-1 0,0-21 0 0,12-10-1 0,0-14-34 0,12 0-110 0</inkml:trace>
  <inkml:trace contextRef="#ctx0" brushRef="#br0">9158 12372 42 0,'0'-13'11'0,"0"47"1"0,23-9 15 0,1-13 4 0,48-70-4 0,11-39-15 0,36 2-9 0,24 36-22 0,-36 34-102 0</inkml:trace>
  <inkml:trace contextRef="#ctx0" brushRef="#br0">13421 12288 92 0,'-36'11'6'0,"36"25"-1"0,72-60 18 0,59-36-11 0,11-11-6 0,61-13-15 0,-60 25-92 0</inkml:trace>
  <inkml:trace contextRef="#ctx0" brushRef="#br0">20554 12288 46 0,'0'0'1'0,"0"34"-1"0,12 16 6 0,-12 21 14 0,0-24 3 0,34-47 3 0,27-47-15 0,34-37-7 0,60-12-15 0,12 25-92 0</inkml:trace>
  <inkml:trace contextRef="#ctx0" brushRef="#br0">10182 11263 4 0,'0'-13'1'0,"11"-8"7"0,2-4 8 0,-1 0-3 0,-12 25 6 0,0-11 0 0,0 11-8 0,0 0-1 0,0 0-5 0,0 36 0 0,0 0-1 0,-12-1-1 0,-1 13 0 0,13 11-1 0,0-11 0 0,0 11-1 0,13 12 1 0,-13 0-1 0,0 13 1 0,12-13 0 0,-12 2-1 0,11 9 0 0,-11 14 1 0,0-12-1 0,0 12 0 0,0 9 1 0,0-9-2 0,0 0 1 0,0-1 1 0,-11-12-1 0,11 36 2 0,0-24-2 0,0 12 1 0,0 14-2 0,-12 9 0 0,12 12 1 0,-13-12 1 0,2 2-1 0,11-1 1 0,0 0 0 0,0 48-2 0,11 23 0 0,2-47 0 0,-13 0 2 0,-13 12-2 0,13 23-1 0,-11 24 1 0,22-11 0 0,-11-36 0 0,0-12 0 0,0 11 0 0,0-11 0 0,0 47 0 0,13-34 0 0,-13-26-1 0,0-35 4 0,-13 0-3 0,13 12 0 0,-11-24-1 0,11-47 1 0,0-48 0 0,11-24-1 0,-11-23 1 0,-11-61-2 0,-25-118-3 0,24 36 4 0,1 59 2 0,11-12-1 0,-24-83-1 0,0-132-2 0,24 144 3 0,11 47 1 0,13 25-1 0,-11-37 1 0,-2-47 1 0,12 47-1 0,-10 24-1 0,-13 12 1 0,-13-58 1 0,2-25-1 0,11 71-1 0,0 23 0 0,-12-12 1 0,12-45 2 0,0 34-2 0,0 36-1 0,12 12 1 0,-24-12 0 0,12-59 0 0,12 34 0 0,-1 49 0 0,-22 24-1 0,-1-13 1 0,-12-58 0 0,24 34 0 0,0 49-1 0,0 11 1 0,0-13-3 0,0-21 3 0,0-1-1 0,13 35 0 0,-13 24 1 0,0-11-2 0,-13-1 2 0,2-24-1 0,-2 37 0 0,13-1 1 0,-11 24-2 0,11 0 0 0,-12 13 1 0,12 21-1 0,-13 26 1 0,13 22 0 0,-11 39-2 0,-14 21 2 0,14 26 0 0,11 21 0 0,0 3-2 0,0-16 3 0,0-8-4 0,11 11 2 0,2-1 1 0,-13 1 0 0,0 23-2 0,0-11 0 0,0-13 3 0,0-11 0 0,0 24 1 0,12-1-3 0,12 13 1 0,-12-25 1 0,-1-23-1 0,2 0-2 0,-13-2 3 0,0 39-1 0,0-13 0 0,11-1 0 0,-11-23-1 0,0 0 2 0,0-24-1 0,0 35 0 0,-11 13 0 0,11-24-1 0,0-37 3 0,-13-22-1 0,2 0-1 0,11-13 0 0,-12 0-1 0,-1-35 2 0,13-13-1 0,0-11 0 0,-11 0-1 0,-25-24-33 0,-35-108-95 0</inkml:trace>
  <inkml:trace contextRef="#ctx0" brushRef="#br0">9932 16693 20 0,'0'-25'17'0,"12"25"-7"0,-12 0 28 0,-96 48-23 0,-35-25-4 0,-35 2 0 0,35 0-1 0,47-14-4 0,49 1-4 0,22-1-1 0,2-22 0 0,-1-12-12 0,-1-2-82 0,13 25 61 0</inkml:trace>
  <inkml:trace contextRef="#ctx0" brushRef="#br0">9432 16550 13 0,'0'0'12'0,"-12"-24"8"0,12 36 24 0,0 24-29 0,-24-1-1 0,-12 24-7 0,0 1-1 0,0-24-3 0,13 0 1 0,-13-24-1 0,25-1-1 0,-2 1-1 0,37 24-1 0,35 0 1 0,37 12-2 0,-36-25 0 0,-37-11 1 0,-23 0 1 0,0-12 1 0,0-12-45 0,0 12-59 0</inkml:trace>
  <inkml:trace contextRef="#ctx0" brushRef="#br0">10658 16728 11 0,'-71'0'34'0,"11"0"-4"0,35 0-2 0,25-12-8 0,0 12-12 0,36 0-3 0,60 0-2 0,71 0-2 0,36 12 0 0,11-12 0 0,-71 0-1 0,-72 11 1 0,-60-11 0 0,-11-11 1 0,0-24-12 0,-11 10-66 0,-1 14 24 0</inkml:trace>
  <inkml:trace contextRef="#ctx0" brushRef="#br0">11087 16513 37 0,'-36'-23'18'0,"0"-1"24"0,12 24-27 0,37 24-10 0,45 12-1 0,26 0-2 0,13-1 1 0,-15 25-2 0,-11 11 0 0,-24-35 0 0,-34-24 2 0,-13 1 5 0,-71 45 0 0,-60 26-3 0,23-25-1 0,73-23-3 0,35-24-1 0,0-12 1 0,0 0-17 0,12-12-122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9122 9500 15 0,'0'0'10'0,"-13"-11"3"0,38-1-10 0,46 12 1 0,12-11 4 0,1 11 7 0,-60 23-9 0,-24-23 6 0,-12 0-3 0,-48 0-5 0,1 11-1 0,-1 2-1 0,25 11 0 0,23-11 0 0,47-2 3 0,37 1-4 0,-1-12 1 0,-47 11-1 0,-12 1 2 0,-36-12 1 0,-23 12-2 0,11-12-1 0,12 13-1 0,24-2 0 0,36 1 2 0,11 12-1 0,13-12-1 0,-24 13 1 0,-24-14-1 0,-24-1 1 0,-36 15-1 0,0-13 1 0,12 1 0 0,25-13 0 0,35 0 0 0,35 0 1 0,13 0-2 0,-50 0 1 0,3 0-1 0,-37 11 1 0,-23-11-1 0,-37 12 1 0,25-1-1 0,35-11 1 0,35-11-1 0,37-25 1 0,10 12-1 0,-45 1 1 0,-14-1-1 0,-34 12 0 0,-12 0 1 0,-25-1-1 0,36 13 0 0,36 0 0 0,48-23 0 0,10 12 0 0,-34-2 0 0,-36 13 0 0,-47-12 1 0,-12 12-1 0,35 0-1 0,36 25-19 0,0-14-84 0</inkml:trace>
  <inkml:trace contextRef="#ctx0" brushRef="#br0">9801 10025 1 0,'-12'-23'10'0,"12"-14"17"0,23 14 17 0,-10 12-21 0,-1 11-11 0,-1 46-6 0,1-10-2 0,-12 24 0 0,0-13-2 0,-12 1 0 0,12-25-1 0,12 2 1 0,12-25 0 0,0 0-1 0,24 0-1 0,35 0 1 0,1-12-1 0,58-1 0 0,1 13 0 0,36 0-1 0,-13 0-2 0,-23 0 4 0,0 0-1 0,-36 13 0 0,1-1-1 0,11 0 1 0,-24-12-1 0,-24 11 0 0,1 1 1 0,-1-1 0 0,-23 2 0 0,10-13 0 0,14 0 0 0,-12 0-1 0,-24 0 0 0,0 0 1 0,-12 0 0 0,-24-13 0 0,12-10 0 0,-1 0 0 0,13 11 0 0,-12-12 1 0,0-12-1 0,-12-11 0 0,0 11 0 0,0 24 1 0,12 12-2 0,-24 37 2 0,0-3-1 0,12-10 0 0,0 0-6 0,0-12-92 0</inkml:trace>
  <inkml:trace contextRef="#ctx0" brushRef="#br0">9837 9942 0 0,'0'-24'11'0,"-12"0"0"0,12 11 11 0,12 2-4 0,-12-1-6 0,0 35-9 0,0 27 0 0,0 21 2 0,11-24-1 0,1 11-1 0,-12-21-1 0,0-13 0 0,0 12 0 0,0-12 0 0,0-1-2 0,0 1 1 0,0-24 0 0,0 12 1 0,11-12-1 0,2 0 0 0,23 0 1 0,22-12 0 0,27 12-2 0,9 0 1 0,14 0-1 0,-1 0 1 0,1 0 0 0,11 0 0 0,-1 12-4 0,2-12 4 0,-2 12 0 0,2 1-1 0,-1-2 1 0,-13 1-1 0,14-1 0 0,-13-11-2 0,1 0 3 0,-13 0-1 0,-24 0 1 0,-12-11 0 0,-23-1 0 0,-12 1-1 0,0 11 1 0,-1-13-2 0,2 13 2 0,-14-12 0 0,14 0-2 0,-14 12 2 0,1 0-1 0,0-24 1 0,0 12 0 0,0-11-1 0,0 11 1 0,-12-12-1 0,0 1 1 0,12-2-1 0,-12 0 0 0,12-9 1 0,-12 22-1 0,0 0 0 0,0 12-1 0,0 24 0 0,-12 10 1 0,12 16 1 0,0-16-1 0,0-9 0 0,-12-13 0 0,12-12 0 0,0 0 2 0,0 0 2 0,-12 0-4 0,0 0 0 0,12-12 1 0,0 12-1 0,0 0 0 0,0 0 0 0,-12 0 0 0,12 0 0 0,0 0 0 0,0 0 0 0,0 0 1 0,0 0-1 0,-12 0-102 0</inkml:trace>
  <inkml:trace contextRef="#ctx0" brushRef="#br0">10873 11323 13 0,'-12'-60'5'0,"-24"13"12"0,24-1 1 0,0 25-7 0,12 10 2 0,0 1 0 0,-12 24-8 0,-1 48-1 0,2 35 1 0,-12 23-1 0,23 62 0 0,0 10-3 0,0 60 2 0,11-47 0 0,1 35 0 0,12-1-2 0,-12 2 2 0,12-13 0 0,-12-11 0 0,0 11 1 0,-12 24 0 0,12-24-2 0,10-23-1 0,-9-1 0 0,10 24 1 0,-10 36-3 0,-13 0 2 0,12-61 2 0,12 15-3 0,-12-14 1 0,-12 12-2 0,11 0-1 0,-11-47 2 0,13-24 2 0,-2-12-1 0,-11-24-1 0,0-23-1 0,0-25 1 0,-11-22-2 0,11-26 3 0,0-47-1 0,-13-47 0 0,2-35-2 0,-1-62 2 0,-1-46 0 0,2 0 1 0,-1 12 0 0,-1-1 0 0,2-47-1 0,-1-23 1 0,12 22-2 0,0 49 4 0,0-12-3 0,0-36-1 0,0 13 2 0,0 46-1 0,0 25 0 0,0-14 0 0,-13-34 2 0,13 37-3 0,0 45 1 0,0-11 0 0,-10 0 0 0,-14 2 0 0,24 21 0 0,0 36 0 0,0 1 1 0,0-24-1 0,0-12 0 0,0 24 2 0,-12 36-1 0,-12-1 1 0,0-22-2 0,0 21 0 0,24 14 1 0,0 47-1 0,11 1 0 0,-11-14 0 0,0 13 0 0,-23 12 0 0,12 0 0 0,-1 12-1 0,-1 36 1 0,2 23-1 0,-1 36 0 0,1 23 1 0,11 14 0 0,11 22 0 0,-11 2-1 0,12-2 1 0,-1 36-2 0,2-10 2 0,-1-3 0 0,-12-10 0 0,11 12 0 0,1-13-1 0,-1 25 1 0,2-13 0 0,-1-22 1 0,-12-2-1 0,0 12 1 0,12 14 0 0,0 9-1 0,0-21-2 0,0-38 2 0,-12 24 1 0,-12 25-1 0,0-1-1 0,12-35 1 0,0-24 0 0,12-24 2 0,-12 12-1 0,0 12-2 0,0-23 2 0,0-13 1 0,0-24-3 0,0-11 1 0,0 11 1 0,0 1-1 0,0-37 2 0,0-24-3 0,0 2 1 0,0-1 0 0,0-12 1 0,12 0-1 0,-12 12 0 0,0-12 0 0,0 13-1 0,0-13 1 0,0 0-2 0,0-61-13 0,-12-70-127 0</inkml:trace>
  <inkml:trace contextRef="#ctx0" brushRef="#br0">10372 16800 7 0,'36'-24'6'0,"0"0"16"0,-24 24-2 0,0 0 4 0,-36 12-5 0,-36 13-7 0,-47-14-4 0,-13 1 1 0,-10-1-1 0,35-11-4 0,47-11-2 0,12 11 0 0,25-12-2 0,11 12-1 0,0-24-9 0,34 0-4 0,-9 11 5 0,-13-10 1 0,-12-12 4 0,12-1 3 0,0 12-1 0,0 12 3 0,12 12 6 0,-36 0 3 0,0 36 0 0,-24 0-5 0,-1-1 1 0,3 1-3 0,-2 1 1 0,13-14-2 0,-2 0 1 0,13-11-1 0,12-12-1 0,0 24-1 0,24-1-1 0,36 14 0 0,-14 10-1 0,3 1 2 0,-25-25 0 0,-12-10 0 0,-12-13 2 0,0 0 1 0,-12-13-2 0,12 2 1 0,0-1-39 0,0 1-63 0</inkml:trace>
  <inkml:trace contextRef="#ctx0" brushRef="#br0">11468 16739 13 0,'-12'0'11'0,"-24"0"9"0,1-11-5 0,23 22-5 0,24-11-3 0,46 13-2 0,87-26-3 0,21 13-1 0,11-11-1 0,-69 22 0 0,-60-11-2 0,-48 13-17 0,0-26-13 0,-12 2 14 0,-12-12 5 0</inkml:trace>
  <inkml:trace contextRef="#ctx0" brushRef="#br0">11944 16634 4 0,'0'0'0'0,"-48"-25"22"0,25 13 3 0,-1-1-5 0,24 3-7 0,11 10-4 0,14-12-1 0,-1 12-2 0,11 12-3 0,1 11 0 0,-13 1 0 0,13 0-2 0,-12-1 1 0,-12 2 1 0,-12-2 3 0,-24 13-1 0,1-12-3 0,11 0-1 0,-1-1 0 0,2 1 1 0,-1-11-1 0,12-13-1 0,0 11 1 0,0 1-2 0,-13-1-18 0,13 2-70 0,0-13 61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6" name="Google Shape;3196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7" name="Google Shape;31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2" name="Google Shape;320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3" name="Google Shape;32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6" name="Google Shape;4026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27" name="Google Shape;4027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2" name="Google Shape;4042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43" name="Google Shape;4043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8" name="Google Shape;4048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49" name="Google Shape;4049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4" name="Google Shape;4054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55" name="Google Shape;4055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0" name="Google Shape;4060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61" name="Google Shape;4061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7" name="Google Shape;4067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68" name="Google Shape;4068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4" name="Google Shape;4074;p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75" name="Google Shape;4075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1" name="Google Shape;4081;p8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2" name="Google Shape;4082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0" name="Google Shape;4090;p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91" name="Google Shape;4091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Google Shape;4101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102" name="Google Shape;4102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Google Shape;4107;p8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8" name="Google Shape;4108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9" name="Google Shape;4109;p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Google Shape;4107;p8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8" name="Google Shape;4108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9" name="Google Shape;4109;p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4920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Google Shape;4107;p8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8" name="Google Shape;4108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9" name="Google Shape;4109;p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7852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Google Shape;4107;p8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8" name="Google Shape;4108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9" name="Google Shape;4109;p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81475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5" name="Google Shape;4115;p9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6" name="Google Shape;4116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7" name="Google Shape;4117;p9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2" name="Google Shape;4122;p9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3" name="Google Shape;4123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7" name="Google Shape;4127;g2a33f95ab57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8" name="Google Shape;4128;g2a33f95ab5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9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9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9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9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9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2" name="Google Shape;22;p9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3" name="Google Shape;23;p9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9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9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9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9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9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9" name="Google Shape;29;p9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30" name="Google Shape;30;p94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9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34" name="Google Shape;34;p9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5" name="Google Shape;35;p9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" name="Google Shape;36;p9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" name="Google Shape;37;p9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38" name="Google Shape;38;p9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9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0" name="Google Shape;40;p9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9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" name="Google Shape;42;p9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3" name="Google Shape;43;p9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4" name="Google Shape;44;p9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" name="Google Shape;45;p9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9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7" name="Google Shape;47;p9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6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36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" name="Google Shape;69;p136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" name="Google Shape;70;p136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1" name="Google Shape;71;p13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3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73" name="Google Shape;73;p136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74" name="Google Shape;74;p136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37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7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8" name="Google Shape;78;p137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7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" name="Google Shape;80;p137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" name="Google Shape;81;p13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" name="Google Shape;82;p137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83" name="Google Shape;83;p137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84" name="Google Shape;84;p137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8" name="Google Shape;88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1" name="Google Shape;91;p1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2" name="Google Shape;92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3" name="Google Shape;93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4" name="Google Shape;94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95" name="Google Shape;95;p1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96" name="Google Shape;96;p1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7" name="Google Shape;97;p138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8" name="Google Shape;98;p138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3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1" name="Google Shape;101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3" name="Google Shape;103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4" name="Google Shape;104;p13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5" name="Google Shape;105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7" name="Google Shape;107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8" name="Google Shape;108;p13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10" name="Google Shape;110;p139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1" name="Google Shape;111;p139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2" name="Google Shape;112;p139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139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4" name="Google Shape;114;p139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4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7" name="Google Shape;117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9" name="Google Shape;119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0" name="Google Shape;120;p14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1" name="Google Shape;121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2" name="Google Shape;122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3" name="Google Shape;123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24" name="Google Shape;124;p14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26" name="Google Shape;126;p140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4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9" name="Google Shape;129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" name="Google Shape;130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2" name="Google Shape;132;p14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3" name="Google Shape;133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4" name="Google Shape;134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5" name="Google Shape;135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6" name="Google Shape;136;p14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38" name="Google Shape;138;p141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9" name="Google Shape;139;p141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141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4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3" name="Google Shape;143;p14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4" name="Google Shape;144;p1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5" name="Google Shape;145;p14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6" name="Google Shape;146;p14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7" name="Google Shape;147;p14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8" name="Google Shape;148;p1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9" name="Google Shape;149;p14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0" name="Google Shape;150;p142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52" name="Google Shape;152;p142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42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42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5" name="Google Shape;155;p142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4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8" name="Google Shape;158;p14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9" name="Google Shape;159;p14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0" name="Google Shape;160;p14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1" name="Google Shape;161;p14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62" name="Google Shape;162;p14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3" name="Google Shape;163;p14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4" name="Google Shape;164;p14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65" name="Google Shape;165;p14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67" name="Google Shape;167;p14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14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44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71" name="Google Shape;171;p14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2" name="Google Shape;172;p144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3" name="Google Shape;173;p144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74" name="Google Shape;174;p144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44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76" name="Google Shape;176;p144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144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5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45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14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p14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3" name="Google Shape;183;p145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45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85" name="Google Shape;185;p145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86" name="Google Shape;186;p145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45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8" name="Google Shape;228;p13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1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30" name="Google Shape;230;p1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31" name="Google Shape;231;p1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4" name="Google Shape;234;p1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35" name="Google Shape;235;p1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36" name="Google Shape;236;p1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9" name="Google Shape;239;p1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147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41" name="Google Shape;241;p147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8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4" name="Google Shape;244;p1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148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46" name="Google Shape;246;p148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9" name="Google Shape;249;p14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0" name="Google Shape;250;p1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1" name="Google Shape;251;p1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2" name="Google Shape;252;p1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p15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56" name="Google Shape;256;p15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57" name="Google Shape;257;p1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8" name="Google Shape;258;p1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9" name="Google Shape;259;p1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2" name="Google Shape;262;p15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3" name="Google Shape;263;p15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64" name="Google Shape;264;p15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5" name="Google Shape;265;p15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66" name="Google Shape;266;p1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7" name="Google Shape;267;p1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8" name="Google Shape;268;p1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71" name="Google Shape;271;p1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72" name="Google Shape;272;p1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5" name="Google Shape;275;p15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76" name="Google Shape;276;p15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77" name="Google Shape;277;p1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78" name="Google Shape;278;p1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79" name="Google Shape;279;p1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2" name="Google Shape;282;p15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15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84" name="Google Shape;284;p1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85" name="Google Shape;285;p1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86" name="Google Shape;286;p1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9" name="Google Shape;289;p15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1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91" name="Google Shape;291;p1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92" name="Google Shape;292;p1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5" name="Google Shape;295;p15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1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97" name="Google Shape;297;p1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98" name="Google Shape;298;p1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125"/>
          <p:cNvSpPr txBox="1"/>
          <p:nvPr/>
        </p:nvSpPr>
        <p:spPr>
          <a:xfrm>
            <a:off x="8153400" y="6550026"/>
            <a:ext cx="9906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</a:t>
            </a:r>
            <a:endParaRPr sz="825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5" name="Google Shape;2485;p125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486" name="Google Shape;2486;p12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7" name="Google Shape;2487;p12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8" name="Google Shape;2488;p12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89" name="Google Shape;2489;p12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0" name="Google Shape;2490;p12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491" name="Google Shape;2491;p12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2" name="Google Shape;2492;p1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3" name="Google Shape;2493;p12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4" name="Google Shape;2494;p12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495" name="Google Shape;2495;p12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6" name="Google Shape;2496;p1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7" name="Google Shape;2497;p12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1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0" name="Google Shape;2500;p1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1" name="Google Shape;2501;p1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13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504" name="Google Shape;2504;p132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505" name="Google Shape;2505;p13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6" name="Google Shape;2506;p13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7" name="Google Shape;2507;p13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08" name="Google Shape;2508;p132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9" name="Google Shape;2509;p13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10" name="Google Shape;2510;p13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1" name="Google Shape;2511;p13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2" name="Google Shape;2512;p13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3" name="Google Shape;2513;p13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514" name="Google Shape;2514;p13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5" name="Google Shape;2515;p13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6" name="Google Shape;2516;p13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7" name="Google Shape;2517;p13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518" name="Google Shape;2518;p13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p133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1" name="Google Shape;2521;p1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2" name="Google Shape;2522;p133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3" name="Google Shape;2523;p133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p3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3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27" name="Google Shape;2527;p3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3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3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p32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2" name="Google Shape;2532;p3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33" name="Google Shape;2533;p3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4" name="Google Shape;2534;p3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5" name="Google Shape;2535;p3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p3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3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539" name="Google Shape;2539;p32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540" name="Google Shape;2540;p3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3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2" name="Google Shape;2542;p3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p3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5" name="Google Shape;2545;p32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46" name="Google Shape;2546;p32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547" name="Google Shape;2547;p32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48" name="Google Shape;2548;p32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549" name="Google Shape;2549;p3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0" name="Google Shape;2550;p3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1" name="Google Shape;2551;p3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Google Shape;2553;p3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4" name="Google Shape;2554;p3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5" name="Google Shape;2555;p3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6" name="Google Shape;2556;p3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Google Shape;2558;p3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9" name="Google Shape;2559;p3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560" name="Google Shape;2560;p3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61" name="Google Shape;2561;p3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2" name="Google Shape;2562;p3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3" name="Google Shape;2563;p3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Google Shape;2565;p32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6" name="Google Shape;2566;p32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567" name="Google Shape;2567;p32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68" name="Google Shape;2568;p3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9" name="Google Shape;2569;p3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70" name="Google Shape;2570;p3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p3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73" name="Google Shape;2573;p32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4" name="Google Shape;2574;p3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75" name="Google Shape;2575;p3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76" name="Google Shape;2576;p3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32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79" name="Google Shape;2579;p32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0" name="Google Shape;2580;p3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1" name="Google Shape;2581;p3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2" name="Google Shape;2582;p3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329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5" name="Google Shape;2585;p329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6" name="Google Shape;2586;p329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7" name="Google Shape;2587;p329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8" name="Google Shape;2588;p329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589" name="Google Shape;2589;p32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0" name="Google Shape;2590;p329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1" name="Google Shape;2591;p329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2" name="Google Shape;2592;p329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3" name="Google Shape;2593;p329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4" name="Google Shape;2594;p329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5" name="Google Shape;2595;p329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596" name="Google Shape;2596;p32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329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8" name="Google Shape;2598;p329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99" name="Google Shape;2599;p329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 /><Relationship Id="rId13" Type="http://schemas.openxmlformats.org/officeDocument/2006/relationships/theme" Target="../theme/theme2.xml" /><Relationship Id="rId3" Type="http://schemas.openxmlformats.org/officeDocument/2006/relationships/slideLayout" Target="../slideLayouts/slideLayout16.xml" /><Relationship Id="rId7" Type="http://schemas.openxmlformats.org/officeDocument/2006/relationships/slideLayout" Target="../slideLayouts/slideLayout20.xml" /><Relationship Id="rId12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15.xml" /><Relationship Id="rId1" Type="http://schemas.openxmlformats.org/officeDocument/2006/relationships/slideLayout" Target="../slideLayouts/slideLayout14.xml" /><Relationship Id="rId6" Type="http://schemas.openxmlformats.org/officeDocument/2006/relationships/slideLayout" Target="../slideLayouts/slideLayout19.xml" /><Relationship Id="rId11" Type="http://schemas.openxmlformats.org/officeDocument/2006/relationships/slideLayout" Target="../slideLayouts/slideLayout24.xml" /><Relationship Id="rId5" Type="http://schemas.openxmlformats.org/officeDocument/2006/relationships/slideLayout" Target="../slideLayouts/slideLayout18.xml" /><Relationship Id="rId10" Type="http://schemas.openxmlformats.org/officeDocument/2006/relationships/slideLayout" Target="../slideLayouts/slideLayout23.xml" /><Relationship Id="rId4" Type="http://schemas.openxmlformats.org/officeDocument/2006/relationships/slideLayout" Target="../slideLayouts/slideLayout17.xml" /><Relationship Id="rId9" Type="http://schemas.openxmlformats.org/officeDocument/2006/relationships/slideLayout" Target="../slideLayouts/slideLayout22.xml" /><Relationship Id="rId14" Type="http://schemas.openxmlformats.org/officeDocument/2006/relationships/image" Target="../media/image3.png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 /><Relationship Id="rId13" Type="http://schemas.openxmlformats.org/officeDocument/2006/relationships/slideLayout" Target="../slideLayouts/slideLayout38.xml" /><Relationship Id="rId3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32.xml" /><Relationship Id="rId12" Type="http://schemas.openxmlformats.org/officeDocument/2006/relationships/slideLayout" Target="../slideLayouts/slideLayout37.xml" /><Relationship Id="rId2" Type="http://schemas.openxmlformats.org/officeDocument/2006/relationships/slideLayout" Target="../slideLayouts/slideLayout27.xml" /><Relationship Id="rId16" Type="http://schemas.openxmlformats.org/officeDocument/2006/relationships/image" Target="../media/image3.png" /><Relationship Id="rId1" Type="http://schemas.openxmlformats.org/officeDocument/2006/relationships/slideLayout" Target="../slideLayouts/slideLayout26.xml" /><Relationship Id="rId6" Type="http://schemas.openxmlformats.org/officeDocument/2006/relationships/slideLayout" Target="../slideLayouts/slideLayout31.xml" /><Relationship Id="rId11" Type="http://schemas.openxmlformats.org/officeDocument/2006/relationships/slideLayout" Target="../slideLayouts/slideLayout36.xml" /><Relationship Id="rId5" Type="http://schemas.openxmlformats.org/officeDocument/2006/relationships/slideLayout" Target="../slideLayouts/slideLayout30.xml" /><Relationship Id="rId15" Type="http://schemas.openxmlformats.org/officeDocument/2006/relationships/theme" Target="../theme/theme3.xml" /><Relationship Id="rId10" Type="http://schemas.openxmlformats.org/officeDocument/2006/relationships/slideLayout" Target="../slideLayouts/slideLayout35.xml" /><Relationship Id="rId4" Type="http://schemas.openxmlformats.org/officeDocument/2006/relationships/slideLayout" Target="../slideLayouts/slideLayout29.xml" /><Relationship Id="rId9" Type="http://schemas.openxmlformats.org/officeDocument/2006/relationships/slideLayout" Target="../slideLayouts/slideLayout34.xml" /><Relationship Id="rId14" Type="http://schemas.openxmlformats.org/officeDocument/2006/relationships/slideLayout" Target="../slideLayouts/slideLayout3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9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9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4" name="Google Shape;194;p97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pic>
        <p:nvPicPr>
          <p:cNvPr id="195" name="Google Shape;195;p97" descr="Picture 7.png"/>
          <p:cNvPicPr preferRelativeResize="0"/>
          <p:nvPr/>
        </p:nvPicPr>
        <p:blipFill rotWithShape="1">
          <a:blip r:embed="rId14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97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97" name="Google Shape;197;p97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" name="Google Shape;198;p9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9" name="Google Shape;199;p97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0" name="Google Shape;200;p97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01" name="Google Shape;201;p97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2" name="Google Shape;202;p9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3" name="Google Shape;203;p97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1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73" name="Google Shape;2473;p124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4" name="Google Shape;2474;p124" descr="Picture 7.png"/>
          <p:cNvPicPr preferRelativeResize="0"/>
          <p:nvPr/>
        </p:nvPicPr>
        <p:blipFill rotWithShape="1">
          <a:blip r:embed="rId16">
            <a:alphaModFix/>
          </a:blip>
          <a:srcRect l="1923" b="5334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5" name="Google Shape;2475;p124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476" name="Google Shape;2476;p12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1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124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9" name="Google Shape;2479;p124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80" name="Google Shape;2480;p12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p1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124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6.xml" /><Relationship Id="rId4" Type="http://schemas.openxmlformats.org/officeDocument/2006/relationships/image" Target="../media/image7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7.xml" /><Relationship Id="rId5" Type="http://schemas.openxmlformats.org/officeDocument/2006/relationships/image" Target="../media/image10.png" /><Relationship Id="rId4" Type="http://schemas.openxmlformats.org/officeDocument/2006/relationships/customXml" Target="../ink/ink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7.xml" /><Relationship Id="rId5" Type="http://schemas.openxmlformats.org/officeDocument/2006/relationships/image" Target="../media/image12.png" /><Relationship Id="rId4" Type="http://schemas.openxmlformats.org/officeDocument/2006/relationships/customXml" Target="../ink/ink3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7.xml" /><Relationship Id="rId6" Type="http://schemas.openxmlformats.org/officeDocument/2006/relationships/image" Target="../media/image14.png" /><Relationship Id="rId5" Type="http://schemas.openxmlformats.org/officeDocument/2006/relationships/customXml" Target="../ink/ink4.xml" /><Relationship Id="rId4" Type="http://schemas.openxmlformats.org/officeDocument/2006/relationships/image" Target="../media/image13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7.xml" /><Relationship Id="rId6" Type="http://schemas.openxmlformats.org/officeDocument/2006/relationships/image" Target="../media/image16.png" /><Relationship Id="rId5" Type="http://schemas.openxmlformats.org/officeDocument/2006/relationships/customXml" Target="../ink/ink5.xml" /><Relationship Id="rId4" Type="http://schemas.openxmlformats.org/officeDocument/2006/relationships/image" Target="../media/image15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7" Type="http://schemas.openxmlformats.org/officeDocument/2006/relationships/image" Target="../media/image20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7.xml" /><Relationship Id="rId6" Type="http://schemas.openxmlformats.org/officeDocument/2006/relationships/customXml" Target="../ink/ink6.xml" /><Relationship Id="rId5" Type="http://schemas.openxmlformats.org/officeDocument/2006/relationships/image" Target="../media/image19.png" /><Relationship Id="rId4" Type="http://schemas.openxmlformats.org/officeDocument/2006/relationships/image" Target="../media/image18.png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 /><Relationship Id="rId3" Type="http://schemas.openxmlformats.org/officeDocument/2006/relationships/image" Target="../media/image21.png" /><Relationship Id="rId7" Type="http://schemas.openxmlformats.org/officeDocument/2006/relationships/customXml" Target="../ink/ink7.xml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8.xml" /><Relationship Id="rId6" Type="http://schemas.openxmlformats.org/officeDocument/2006/relationships/image" Target="../media/image24.png" /><Relationship Id="rId5" Type="http://schemas.openxmlformats.org/officeDocument/2006/relationships/image" Target="../media/image23.png" /><Relationship Id="rId4" Type="http://schemas.openxmlformats.org/officeDocument/2006/relationships/image" Target="../media/image22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7" Type="http://schemas.openxmlformats.org/officeDocument/2006/relationships/image" Target="../media/image29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7.xml" /><Relationship Id="rId6" Type="http://schemas.openxmlformats.org/officeDocument/2006/relationships/customXml" Target="../ink/ink8.xml" /><Relationship Id="rId5" Type="http://schemas.openxmlformats.org/officeDocument/2006/relationships/image" Target="../media/image28.png" /><Relationship Id="rId4" Type="http://schemas.openxmlformats.org/officeDocument/2006/relationships/image" Target="../media/image27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7.xml" /><Relationship Id="rId4" Type="http://schemas.openxmlformats.org/officeDocument/2006/relationships/image" Target="../media/image30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9.xml" /><Relationship Id="rId5" Type="http://schemas.openxmlformats.org/officeDocument/2006/relationships/image" Target="../media/image32.png" /><Relationship Id="rId4" Type="http://schemas.openxmlformats.org/officeDocument/2006/relationships/customXml" Target="../ink/ink10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9.xml" /><Relationship Id="rId5" Type="http://schemas.openxmlformats.org/officeDocument/2006/relationships/image" Target="../media/image33.png" /><Relationship Id="rId4" Type="http://schemas.openxmlformats.org/officeDocument/2006/relationships/customXml" Target="../ink/ink1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9.xml" /><Relationship Id="rId5" Type="http://schemas.openxmlformats.org/officeDocument/2006/relationships/image" Target="../media/image34.png" /><Relationship Id="rId4" Type="http://schemas.openxmlformats.org/officeDocument/2006/relationships/customXml" Target="../ink/ink1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9.xml" /><Relationship Id="rId5" Type="http://schemas.openxmlformats.org/officeDocument/2006/relationships/image" Target="../media/image35.png" /><Relationship Id="rId4" Type="http://schemas.openxmlformats.org/officeDocument/2006/relationships/customXml" Target="../ink/ink13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9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5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9" name="Google Shape;3199;p1"/>
          <p:cNvSpPr txBox="1"/>
          <p:nvPr/>
        </p:nvSpPr>
        <p:spPr>
          <a:xfrm>
            <a:off x="838200" y="3380280"/>
            <a:ext cx="7875900" cy="206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AIML CZG565</a:t>
            </a:r>
            <a:endParaRPr sz="2400" b="1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M3 : Linear Models for Regression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0" name="Google Shape;3200;p1"/>
          <p:cNvSpPr txBox="1"/>
          <p:nvPr/>
        </p:nvSpPr>
        <p:spPr>
          <a:xfrm>
            <a:off x="2267640" y="5410080"/>
            <a:ext cx="626616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800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Neha Vinayak</a:t>
            </a:r>
            <a:r>
              <a:rPr lang="en-US" sz="1800" b="0" i="0" u="none" strike="noStrike" cap="none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0" i="0" u="none" strike="noStrike" cap="none" dirty="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Course Faculty of </a:t>
            </a:r>
            <a:r>
              <a:rPr lang="en-US" sz="1800" b="0" i="0" u="none" strike="noStrike" cap="none" dirty="0" err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MTech</a:t>
            </a:r>
            <a:r>
              <a:rPr lang="en-US" sz="1800" b="0" i="0" u="none" strike="noStrike" cap="none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 Cluster</a:t>
            </a:r>
            <a:endParaRPr sz="18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BITS – CSIS - WILP</a:t>
            </a:r>
            <a:endParaRPr sz="1800" b="0" i="0" u="none" strike="noStrike" cap="none" dirty="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" name="Google Shape;3205;p2"/>
          <p:cNvSpPr txBox="1">
            <a:spLocks noGrp="1"/>
          </p:cNvSpPr>
          <p:nvPr>
            <p:ph type="title" idx="4294967295"/>
          </p:nvPr>
        </p:nvSpPr>
        <p:spPr>
          <a:xfrm>
            <a:off x="173059" y="429320"/>
            <a:ext cx="79263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Machine Learning</a:t>
            </a:r>
            <a:endParaRPr sz="2400"/>
          </a:p>
        </p:txBody>
      </p:sp>
      <p:sp>
        <p:nvSpPr>
          <p:cNvPr id="3206" name="Google Shape;3206;p2"/>
          <p:cNvSpPr txBox="1"/>
          <p:nvPr/>
        </p:nvSpPr>
        <p:spPr>
          <a:xfrm>
            <a:off x="384671" y="2812111"/>
            <a:ext cx="8642256" cy="312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775" rIns="0" bIns="0" anchor="t" anchorCtr="0">
            <a:spAutoFit/>
          </a:bodyPr>
          <a:lstStyle/>
          <a:p>
            <a:pPr marL="133281" marR="39100" lvl="0" indent="-12529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content for these slides has been obtained from books and various other  source on the Internet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3281" marR="0" lvl="0" indent="-125292" algn="l" rtl="0">
              <a:lnSpc>
                <a:spcPct val="150000"/>
              </a:lnSpc>
              <a:spcBef>
                <a:spcPts val="34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here by acknowledge all the contributors for their material and inputs.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3281" marR="0" lvl="0" indent="-125292" algn="l" rtl="0">
              <a:lnSpc>
                <a:spcPct val="15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provided source information wherever necessary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3281" marR="0" lvl="0" indent="-125290" algn="l" rtl="0">
              <a:lnSpc>
                <a:spcPct val="15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Students are requested to refer to the textbook w.r.t detailed content of the presentation deck shared over canvas</a:t>
            </a:r>
            <a:endParaRPr/>
          </a:p>
          <a:p>
            <a:pPr marL="133281" marR="0" lvl="0" indent="-125290" algn="l" rtl="0">
              <a:lnSpc>
                <a:spcPct val="15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We have reduced the slides from canvas and modified the content flow to suit the requirements of the course and for ease of class presentation</a:t>
            </a:r>
            <a:endParaRPr sz="1600" b="0" i="0" u="none" strike="noStrike" cap="non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07" name="Google Shape;3207;p2"/>
          <p:cNvSpPr txBox="1"/>
          <p:nvPr/>
        </p:nvSpPr>
        <p:spPr>
          <a:xfrm>
            <a:off x="2400519" y="1336289"/>
            <a:ext cx="5698928" cy="28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0" anchor="t" anchorCtr="0">
            <a:spAutoFit/>
          </a:bodyPr>
          <a:lstStyle/>
          <a:p>
            <a:pPr marL="840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C1572"/>
                </a:solidFill>
                <a:latin typeface="Arial"/>
                <a:ea typeface="Arial"/>
                <a:cs typeface="Arial"/>
                <a:sym typeface="Arial"/>
              </a:rPr>
              <a:t>Disclaimer and Acknowledgement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8" name="Google Shape;320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9001" y="1623476"/>
            <a:ext cx="1087204" cy="1188635"/>
          </a:xfrm>
          <a:prstGeom prst="rect">
            <a:avLst/>
          </a:prstGeom>
          <a:noFill/>
          <a:ln>
            <a:noFill/>
          </a:ln>
        </p:spPr>
      </p:pic>
      <p:sp>
        <p:nvSpPr>
          <p:cNvPr id="3209" name="Google Shape;3209;p2"/>
          <p:cNvSpPr txBox="1"/>
          <p:nvPr/>
        </p:nvSpPr>
        <p:spPr>
          <a:xfrm>
            <a:off x="325076" y="5873413"/>
            <a:ext cx="876144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“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Probabilistic Machine Learning, An Introduction”, Kevin P. Murphy, Slides of Prof.Sugata, Prof. Chetana from BITS Pilani, Prof. Raja vadhana from BITS Pilani , CS109 and CS229 stanford lecture notes and  many others who made  their course materials freely available online.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9" name="Google Shape;4029;p78"/>
          <p:cNvSpPr txBox="1">
            <a:spLocks noGrp="1"/>
          </p:cNvSpPr>
          <p:nvPr>
            <p:ph type="title"/>
          </p:nvPr>
        </p:nvSpPr>
        <p:spPr>
          <a:xfrm>
            <a:off x="-76200" y="2971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br>
              <a:rPr lang="en-US" sz="3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(*This notion is common for both Linear Regression – Module 3 and Logistic Regression – Module 4)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580B57-9E7E-5A81-1430-49CD0D0C17A2}"/>
                  </a:ext>
                </a:extLst>
              </p14:cNvPr>
              <p14:cNvContentPartPr/>
              <p14:nvPr/>
            </p14:nvContentPartPr>
            <p14:xfrm>
              <a:off x="2331720" y="1375920"/>
              <a:ext cx="6392160" cy="4685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580B57-9E7E-5A81-1430-49CD0D0C17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2720" y="1366560"/>
                <a:ext cx="6410880" cy="470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5" name="Google Shape;4045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752600"/>
            <a:ext cx="6076069" cy="3278695"/>
          </a:xfrm>
          <a:prstGeom prst="rect">
            <a:avLst/>
          </a:prstGeom>
          <a:noFill/>
          <a:ln>
            <a:noFill/>
          </a:ln>
        </p:spPr>
      </p:pic>
      <p:sp>
        <p:nvSpPr>
          <p:cNvPr id="4046" name="Google Shape;4046;p80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1" name="Google Shape;4051;p81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2" name="Google Shape;4052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788886"/>
            <a:ext cx="5447116" cy="270028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74C704-0DA7-68A8-4A78-DF063C59E68E}"/>
                  </a:ext>
                </a:extLst>
              </p14:cNvPr>
              <p14:cNvContentPartPr/>
              <p14:nvPr/>
            </p14:nvContentPartPr>
            <p14:xfrm>
              <a:off x="338760" y="2129760"/>
              <a:ext cx="6289560" cy="2191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74C704-0DA7-68A8-4A78-DF063C59E6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9400" y="2120400"/>
                <a:ext cx="6308280" cy="2210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7" name="Google Shape;4057;p82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Regularization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8" name="Google Shape;4058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145" y="1772947"/>
            <a:ext cx="5852790" cy="394205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99700B-C6EB-CB34-59C8-3CC37FF04992}"/>
                  </a:ext>
                </a:extLst>
              </p14:cNvPr>
              <p14:cNvContentPartPr/>
              <p14:nvPr/>
            </p14:nvContentPartPr>
            <p14:xfrm>
              <a:off x="2379240" y="2486160"/>
              <a:ext cx="6117840" cy="3313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99700B-C6EB-CB34-59C8-3CC37FF049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69880" y="2476800"/>
                <a:ext cx="6136560" cy="333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3" name="Google Shape;4063;p83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Regularization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4" name="Google Shape;4064;p83"/>
          <p:cNvPicPr preferRelativeResize="0"/>
          <p:nvPr/>
        </p:nvPicPr>
        <p:blipFill rotWithShape="1">
          <a:blip r:embed="rId3">
            <a:alphaModFix/>
          </a:blip>
          <a:srcRect b="77320"/>
          <a:stretch/>
        </p:blipFill>
        <p:spPr>
          <a:xfrm>
            <a:off x="591145" y="1772947"/>
            <a:ext cx="5852790" cy="894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5" name="Google Shape;4065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145" y="2899382"/>
            <a:ext cx="6419255" cy="342521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6EF5B04-B431-C782-58B4-AE6DCDADBD0D}"/>
                  </a:ext>
                </a:extLst>
              </p14:cNvPr>
              <p14:cNvContentPartPr/>
              <p14:nvPr/>
            </p14:nvContentPartPr>
            <p14:xfrm>
              <a:off x="2010600" y="2503440"/>
              <a:ext cx="4823280" cy="4020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6EF5B04-B431-C782-58B4-AE6DCDADBD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01240" y="2494080"/>
                <a:ext cx="4842000" cy="403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0" name="Google Shape;4070;p84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Regularization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1" name="Google Shape;4071;p84"/>
          <p:cNvPicPr preferRelativeResize="0"/>
          <p:nvPr/>
        </p:nvPicPr>
        <p:blipFill rotWithShape="1">
          <a:blip r:embed="rId3">
            <a:alphaModFix/>
          </a:blip>
          <a:srcRect b="77320"/>
          <a:stretch/>
        </p:blipFill>
        <p:spPr>
          <a:xfrm>
            <a:off x="591145" y="1772947"/>
            <a:ext cx="5852790" cy="894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2" name="Google Shape;4072;p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145" y="2895600"/>
            <a:ext cx="6401150" cy="345420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6D95D74-2881-6F2E-D36C-4A4FFA0F35E9}"/>
                  </a:ext>
                </a:extLst>
              </p14:cNvPr>
              <p14:cNvContentPartPr/>
              <p14:nvPr/>
            </p14:nvContentPartPr>
            <p14:xfrm>
              <a:off x="2268000" y="5717880"/>
              <a:ext cx="544680" cy="587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6D95D74-2881-6F2E-D36C-4A4FFA0F35E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58640" y="5708520"/>
                <a:ext cx="563400" cy="60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7" name="Google Shape;4077;p85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Ridge Regression / Tikhonov regularization</a:t>
            </a:r>
            <a:endParaRPr sz="20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8" name="Google Shape;4078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38" y="1600200"/>
            <a:ext cx="6517004" cy="4201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9" name="Google Shape;4079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5638800"/>
            <a:ext cx="3962400" cy="8382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434" y="4904777"/>
            <a:ext cx="412496" cy="2560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BEDBE2-A729-C5C8-6812-0886133F66CE}"/>
                  </a:ext>
                </a:extLst>
              </p14:cNvPr>
              <p14:cNvContentPartPr/>
              <p14:nvPr/>
            </p14:nvContentPartPr>
            <p14:xfrm>
              <a:off x="73080" y="797400"/>
              <a:ext cx="9191520" cy="5692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BEDBE2-A729-C5C8-6812-0886133F66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720" y="788040"/>
                <a:ext cx="9210240" cy="571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4" name="Google Shape;4084;p8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44144"/>
              <a:buNone/>
            </a:pPr>
            <a:r>
              <a:rPr lang="en-US" sz="2400"/>
              <a:t>Regularization</a:t>
            </a:r>
            <a:endParaRPr/>
          </a:p>
          <a:p>
            <a:pPr marL="0" lvl="0" indent="0" algn="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ct val="172972"/>
              <a:buNone/>
            </a:pPr>
            <a:r>
              <a:rPr lang="en-US" sz="2000">
                <a:solidFill>
                  <a:srgbClr val="C00000"/>
                </a:solidFill>
              </a:rPr>
              <a:t>Lasso Regression (Least Absolute Shrinkage and Selection Operator Regression)</a:t>
            </a:r>
            <a:endParaRPr sz="2000">
              <a:solidFill>
                <a:srgbClr val="C00000"/>
              </a:solidFill>
            </a:endParaRPr>
          </a:p>
        </p:txBody>
      </p:sp>
      <p:pic>
        <p:nvPicPr>
          <p:cNvPr id="4085" name="Google Shape;4085;p86"/>
          <p:cNvPicPr preferRelativeResize="0"/>
          <p:nvPr/>
        </p:nvPicPr>
        <p:blipFill rotWithShape="1">
          <a:blip r:embed="rId3">
            <a:alphaModFix/>
          </a:blip>
          <a:srcRect t="16378" r="3653"/>
          <a:stretch/>
        </p:blipFill>
        <p:spPr>
          <a:xfrm>
            <a:off x="304801" y="1493837"/>
            <a:ext cx="4412580" cy="2872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6" name="Google Shape;4086;p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272" y="1676401"/>
            <a:ext cx="3880280" cy="676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7" name="Google Shape;4087;p8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271" y="3647647"/>
            <a:ext cx="3803948" cy="574474"/>
          </a:xfrm>
          <a:prstGeom prst="rect">
            <a:avLst/>
          </a:prstGeom>
          <a:solidFill>
            <a:srgbClr val="DAEEF3"/>
          </a:solidFill>
          <a:ln>
            <a:noFill/>
          </a:ln>
        </p:spPr>
      </p:pic>
      <p:pic>
        <p:nvPicPr>
          <p:cNvPr id="4088" name="Google Shape;4088;p8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81600" y="3276600"/>
            <a:ext cx="2967079" cy="12192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B59EE3-EBF9-D3A7-037D-5B0B92C9219E}"/>
                  </a:ext>
                </a:extLst>
              </p14:cNvPr>
              <p14:cNvContentPartPr/>
              <p14:nvPr/>
            </p14:nvContentPartPr>
            <p14:xfrm>
              <a:off x="3776760" y="1599120"/>
              <a:ext cx="4488840" cy="3678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B59EE3-EBF9-D3A7-037D-5B0B92C921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67400" y="1589760"/>
                <a:ext cx="4507560" cy="369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3" name="Google Shape;4093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114" y="1577160"/>
            <a:ext cx="6523285" cy="1219306"/>
          </a:xfrm>
          <a:prstGeom prst="rect">
            <a:avLst/>
          </a:prstGeom>
          <a:noFill/>
          <a:ln>
            <a:noFill/>
          </a:ln>
        </p:spPr>
      </p:pic>
      <p:sp>
        <p:nvSpPr>
          <p:cNvPr id="4094" name="Google Shape;4094;p87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Elastic Net</a:t>
            </a:r>
            <a:endParaRPr sz="20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5" name="Google Shape;4095;p87"/>
          <p:cNvSpPr/>
          <p:nvPr/>
        </p:nvSpPr>
        <p:spPr>
          <a:xfrm>
            <a:off x="1143000" y="3150741"/>
            <a:ext cx="57912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the regularization using 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Mix Ratio “r”: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When,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 = 0, Elastic Net is equivalent to Lasso Regression,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1, it is equivalent to Ridge Regression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6" name="Google Shape;4096;p87"/>
          <p:cNvSpPr/>
          <p:nvPr/>
        </p:nvSpPr>
        <p:spPr>
          <a:xfrm>
            <a:off x="5158985" y="5908709"/>
            <a:ext cx="41374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from sklearn.linear_model import ElasticNet</a:t>
            </a:r>
            <a:endParaRPr sz="1600" i="1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ElasticNet(alpha=0.1, l1_ratio=0.5)</a:t>
            </a:r>
            <a:endParaRPr/>
          </a:p>
        </p:txBody>
      </p:sp>
      <p:sp>
        <p:nvSpPr>
          <p:cNvPr id="4097" name="Google Shape;4097;p87"/>
          <p:cNvSpPr txBox="1"/>
          <p:nvPr/>
        </p:nvSpPr>
        <p:spPr>
          <a:xfrm>
            <a:off x="5096301" y="2176046"/>
            <a:ext cx="512019" cy="338554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 r 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098" name="Google Shape;4098;p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6198" y="1894180"/>
            <a:ext cx="1048603" cy="902286"/>
          </a:xfrm>
          <a:prstGeom prst="rect">
            <a:avLst/>
          </a:prstGeom>
          <a:noFill/>
          <a:ln>
            <a:noFill/>
          </a:ln>
        </p:spPr>
      </p:pic>
      <p:sp>
        <p:nvSpPr>
          <p:cNvPr id="4099" name="Google Shape;4099;p87"/>
          <p:cNvSpPr txBox="1"/>
          <p:nvPr/>
        </p:nvSpPr>
        <p:spPr>
          <a:xfrm>
            <a:off x="6593120" y="2061493"/>
            <a:ext cx="2770684" cy="45147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180707-DCB1-CD66-BFCA-89F66884FBA8}"/>
                  </a:ext>
                </a:extLst>
              </p14:cNvPr>
              <p14:cNvContentPartPr/>
              <p14:nvPr/>
            </p14:nvContentPartPr>
            <p14:xfrm>
              <a:off x="4762800" y="2820240"/>
              <a:ext cx="4275000" cy="3446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180707-DCB1-CD66-BFCA-89F66884FB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53440" y="2810880"/>
                <a:ext cx="4293720" cy="346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Google Shape;4104;p88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choose the right Regularization?</a:t>
            </a: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Common Usage &amp; Observation </a:t>
            </a:r>
            <a:endParaRPr sz="20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5" name="Google Shape;4105;p88"/>
          <p:cNvSpPr/>
          <p:nvPr/>
        </p:nvSpPr>
        <p:spPr>
          <a:xfrm>
            <a:off x="228600" y="1524000"/>
            <a:ext cx="815340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7175" marR="0" lvl="0" indent="-2571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629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232629"/>
                </a:solidFill>
                <a:latin typeface="Arial"/>
                <a:ea typeface="Arial"/>
                <a:cs typeface="Arial"/>
                <a:sym typeface="Arial"/>
              </a:rPr>
              <a:t>L1 regularization has the ability to set some coefficients to 0 exactly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leading to a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sparse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800" b="0" i="0" u="none" strike="noStrike" cap="none">
              <a:solidFill>
                <a:srgbClr val="2326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75" marR="0" lvl="0" indent="-2571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L1 regularization helps in feature selection by eliminating the features that are not important</a:t>
            </a:r>
            <a:endParaRPr/>
          </a:p>
          <a:p>
            <a:pPr marL="257175" marR="0" lvl="0" indent="-2571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L1 cannot be used efficiently in gradient-based approaches since it is not-differentiable unlike L2</a:t>
            </a:r>
            <a:endParaRPr sz="1800" b="1" i="0" u="none" strike="noStrike" cap="none">
              <a:solidFill>
                <a:srgbClr val="2326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75" marR="0" lvl="0" indent="-2571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629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232629"/>
                </a:solidFill>
                <a:latin typeface="Arial"/>
                <a:ea typeface="Arial"/>
                <a:cs typeface="Arial"/>
                <a:sym typeface="Arial"/>
              </a:rPr>
              <a:t>L2 will in general lead to small magnitudes of weights but not exactly 0.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257175" marR="0" lvl="0" indent="-2571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Elastic net – Prefer in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Highly correlated features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3F1134-09F3-9DF8-B9F4-ECE5917421A3}"/>
                  </a:ext>
                </a:extLst>
              </p14:cNvPr>
              <p14:cNvContentPartPr/>
              <p14:nvPr/>
            </p14:nvContentPartPr>
            <p14:xfrm>
              <a:off x="2751840" y="4928760"/>
              <a:ext cx="1488600" cy="43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3F1134-09F3-9DF8-B9F4-ECE5917421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2480" y="4919400"/>
                <a:ext cx="1507320" cy="6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Google Shape;4111;p89"/>
          <p:cNvSpPr txBox="1">
            <a:spLocks noGrp="1"/>
          </p:cNvSpPr>
          <p:nvPr>
            <p:ph type="title"/>
          </p:nvPr>
        </p:nvSpPr>
        <p:spPr>
          <a:xfrm>
            <a:off x="309519" y="477065"/>
            <a:ext cx="73866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85725" lvl="0" indent="285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Numerical Exercise – For Student Practice  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2" name="Google Shape;4112;p89"/>
          <p:cNvSpPr txBox="1"/>
          <p:nvPr/>
        </p:nvSpPr>
        <p:spPr>
          <a:xfrm>
            <a:off x="304800" y="1447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Fit a linear regression. Show only the first iteration of Gradient descent algorithm using learning rate of </a:t>
            </a: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0.02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following data , if the Relative Risk of Coronary Heart Disease is believed to be only linearly dependent on BMI as well as Diastolic Pressure. Assume the intercept of the regression model as</a:t>
            </a: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5 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slope of independent variables as </a:t>
            </a: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-0.03 (negative)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16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Apply a regularization on the same problem with regularization constant 5 and apply GD for 2 iterations &amp; interpret the results. Try both ridge regression as well as lasso regression. Below equation is changed only for ridge regression. Students must </a:t>
            </a:r>
            <a:r>
              <a:rPr lang="en-US" sz="1600" dirty="0">
                <a:solidFill>
                  <a:srgbClr val="FF0000"/>
                </a:solidFill>
              </a:rPr>
              <a:t>a</a:t>
            </a:r>
            <a:r>
              <a:rPr lang="en-US" sz="16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pply appropriate GD update </a:t>
            </a:r>
            <a:r>
              <a:rPr lang="en-US" sz="1600" dirty="0">
                <a:solidFill>
                  <a:srgbClr val="FF0000"/>
                </a:solidFill>
              </a:rPr>
              <a:t>equation changes for this problem.</a:t>
            </a:r>
            <a:endParaRPr dirty="0"/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 : 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528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Identification of the equations </a:t>
            </a:r>
          </a:p>
          <a:p>
            <a:pPr marL="342900" marR="0" lvl="0" indent="-33528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function  &amp; derivative 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528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the equations 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13" name="Google Shape;4113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84737" y="2276200"/>
            <a:ext cx="4877224" cy="14509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3CDCF3-B96E-91BA-E09B-8010CD77D393}"/>
                  </a:ext>
                </a:extLst>
              </p14:cNvPr>
              <p14:cNvContentPartPr/>
              <p14:nvPr/>
            </p14:nvContentPartPr>
            <p14:xfrm>
              <a:off x="831600" y="1714680"/>
              <a:ext cx="8098200" cy="2974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3CDCF3-B96E-91BA-E09B-8010CD77D3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2240" y="1705320"/>
                <a:ext cx="8116920" cy="299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Google Shape;4111;p89"/>
          <p:cNvSpPr txBox="1">
            <a:spLocks noGrp="1"/>
          </p:cNvSpPr>
          <p:nvPr>
            <p:ph type="title"/>
          </p:nvPr>
        </p:nvSpPr>
        <p:spPr>
          <a:xfrm>
            <a:off x="309519" y="477065"/>
            <a:ext cx="73866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85725" lvl="0" indent="285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Numerical Exercise – For Student Practice  </a:t>
            </a:r>
            <a:endParaRPr sz="1800" b="1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2" name="Google Shape;4112;p89"/>
          <p:cNvSpPr txBox="1"/>
          <p:nvPr/>
        </p:nvSpPr>
        <p:spPr>
          <a:xfrm>
            <a:off x="304800" y="1447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 : 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35280">
              <a:spcBef>
                <a:spcPts val="32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Identification of the equations</a:t>
            </a:r>
            <a:br>
              <a:rPr lang="en-US" sz="1600" dirty="0">
                <a:solidFill>
                  <a:schemeClr val="dk1"/>
                </a:solidFill>
              </a:rPr>
            </a:b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y = w0+w1X1+w2X2</a:t>
            </a:r>
            <a:endParaRPr lang="en-US"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35280">
              <a:spcBef>
                <a:spcPts val="32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function  &amp; derivative</a:t>
            </a:r>
            <a:b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a. Compute Error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error=y^​−y</a:t>
            </a:r>
            <a:b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b. Compute Gradients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∂J​/∂w0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= 1/3 * (sum (error))</a:t>
            </a:r>
            <a:b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∂J​/∂w1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1/3 * (sum [error * x1]) </a:t>
            </a:r>
            <a:endParaRPr lang="en-US" sz="3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7620" lvl="0">
              <a:spcBef>
                <a:spcPts val="320"/>
              </a:spcBef>
              <a:buClr>
                <a:schemeClr val="dk1"/>
              </a:buClr>
              <a:buSzPct val="100000"/>
            </a:pP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    ∂J​/∂w2 = 1/3 * (sum [error * x2])</a:t>
            </a:r>
            <a:b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</a:b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547265"/>
              </p:ext>
            </p:extLst>
          </p:nvPr>
        </p:nvGraphicFramePr>
        <p:xfrm>
          <a:off x="341713" y="4226205"/>
          <a:ext cx="8497487" cy="1859280"/>
        </p:xfrm>
        <a:graphic>
          <a:graphicData uri="http://schemas.openxmlformats.org/drawingml/2006/table">
            <a:tbl>
              <a:tblPr/>
              <a:tblGrid>
                <a:gridCol w="862605">
                  <a:extLst>
                    <a:ext uri="{9D8B030D-6E8A-4147-A177-3AD203B41FA5}">
                      <a16:colId xmlns:a16="http://schemas.microsoft.com/office/drawing/2014/main" val="2852323706"/>
                    </a:ext>
                  </a:extLst>
                </a:gridCol>
                <a:gridCol w="704461">
                  <a:extLst>
                    <a:ext uri="{9D8B030D-6E8A-4147-A177-3AD203B41FA5}">
                      <a16:colId xmlns:a16="http://schemas.microsoft.com/office/drawing/2014/main" val="4289984223"/>
                    </a:ext>
                  </a:extLst>
                </a:gridCol>
                <a:gridCol w="2719492">
                  <a:extLst>
                    <a:ext uri="{9D8B030D-6E8A-4147-A177-3AD203B41FA5}">
                      <a16:colId xmlns:a16="http://schemas.microsoft.com/office/drawing/2014/main" val="804365417"/>
                    </a:ext>
                  </a:extLst>
                </a:gridCol>
                <a:gridCol w="745587">
                  <a:extLst>
                    <a:ext uri="{9D8B030D-6E8A-4147-A177-3AD203B41FA5}">
                      <a16:colId xmlns:a16="http://schemas.microsoft.com/office/drawing/2014/main" val="387404514"/>
                    </a:ext>
                  </a:extLst>
                </a:gridCol>
                <a:gridCol w="1055077">
                  <a:extLst>
                    <a:ext uri="{9D8B030D-6E8A-4147-A177-3AD203B41FA5}">
                      <a16:colId xmlns:a16="http://schemas.microsoft.com/office/drawing/2014/main" val="1777238803"/>
                    </a:ext>
                  </a:extLst>
                </a:gridCol>
                <a:gridCol w="2410265">
                  <a:extLst>
                    <a:ext uri="{9D8B030D-6E8A-4147-A177-3AD203B41FA5}">
                      <a16:colId xmlns:a16="http://schemas.microsoft.com/office/drawing/2014/main" val="1579849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Patient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y-GB" b="1" dirty="0"/>
                        <a:t>Ŷ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y-GB" b="1" dirty="0"/>
                        <a:t>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y-GB" b="1" dirty="0"/>
                        <a:t>Gradients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y-GB" b="1" dirty="0"/>
                        <a:t>Updated Weights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62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(5 - 0.03(35) - 0.03(80)) = 1.55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  <a:r>
                        <a:rPr lang="pl-PL" dirty="0"/>
                        <a:t>0</a:t>
                      </a:r>
                      <a:r>
                        <a:rPr lang="en-US" dirty="0"/>
                        <a:t> </a:t>
                      </a:r>
                      <a:r>
                        <a:rPr lang="pl-PL" dirty="0"/>
                        <a:t>​</a:t>
                      </a:r>
                      <a:r>
                        <a:rPr lang="en-US" dirty="0"/>
                        <a:t> </a:t>
                      </a:r>
                      <a:r>
                        <a:rPr lang="pl-PL" dirty="0"/>
                        <a:t>=</a:t>
                      </a:r>
                      <a:r>
                        <a:rPr lang="en-US" dirty="0"/>
                        <a:t> </a:t>
                      </a:r>
                      <a:r>
                        <a:rPr lang="pl-PL" dirty="0"/>
                        <a:t>5−0.02(−0.08)</a:t>
                      </a:r>
                      <a:r>
                        <a:rPr lang="en-US" dirty="0"/>
                        <a:t> </a:t>
                      </a:r>
                      <a:br>
                        <a:rPr lang="en-US" dirty="0"/>
                      </a:br>
                      <a:r>
                        <a:rPr lang="pl-PL" dirty="0"/>
                        <a:t>=</a:t>
                      </a:r>
                      <a:r>
                        <a:rPr lang="en-US" dirty="0"/>
                        <a:t> </a:t>
                      </a:r>
                      <a:r>
                        <a:rPr lang="pl-PL" dirty="0"/>
                        <a:t>5.0016​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5665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(5 - 0.03(25) - 0.03(80)) = 1.85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-3.8833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w1​</a:t>
                      </a:r>
                      <a:r>
                        <a:rPr lang="en-US" dirty="0"/>
                        <a:t> </a:t>
                      </a:r>
                      <a:r>
                        <a:rPr lang="pl-PL" dirty="0"/>
                        <a:t>=</a:t>
                      </a:r>
                      <a:r>
                        <a:rPr lang="en-US" dirty="0"/>
                        <a:t> </a:t>
                      </a:r>
                      <a:r>
                        <a:rPr lang="pl-PL" dirty="0"/>
                        <a:t>−0.03−0.02(−3.8833)</a:t>
                      </a:r>
                      <a:r>
                        <a:rPr lang="en-US" dirty="0"/>
                        <a:t> </a:t>
                      </a:r>
                      <a:r>
                        <a:rPr lang="pl-PL" dirty="0"/>
                        <a:t>=</a:t>
                      </a:r>
                      <a:r>
                        <a:rPr lang="en-US" dirty="0"/>
                        <a:t> </a:t>
                      </a:r>
                      <a:r>
                        <a:rPr lang="pl-PL" dirty="0"/>
                        <a:t>0.0477​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714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(5 - 0.03(30) - 0.03(100)) = 1.10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-10.4667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w2​</a:t>
                      </a:r>
                      <a:r>
                        <a:rPr lang="en-US" dirty="0"/>
                        <a:t> </a:t>
                      </a:r>
                      <a:r>
                        <a:rPr lang="pl-PL" dirty="0"/>
                        <a:t>=</a:t>
                      </a:r>
                      <a:r>
                        <a:rPr lang="en-US" dirty="0"/>
                        <a:t> </a:t>
                      </a:r>
                      <a:r>
                        <a:rPr lang="pl-PL" dirty="0"/>
                        <a:t>−0.03−0.02(−10.4667)</a:t>
                      </a:r>
                      <a:r>
                        <a:rPr lang="en-US" dirty="0"/>
                        <a:t> </a:t>
                      </a:r>
                      <a:r>
                        <a:rPr lang="pl-PL" dirty="0"/>
                        <a:t>=</a:t>
                      </a:r>
                      <a:r>
                        <a:rPr lang="en-US" dirty="0"/>
                        <a:t> </a:t>
                      </a:r>
                      <a:r>
                        <a:rPr lang="pl-PL" dirty="0"/>
                        <a:t>0.1793​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507556"/>
                  </a:ext>
                </a:extLst>
              </a:tr>
            </a:tbl>
          </a:graphicData>
        </a:graphic>
      </p:graphicFrame>
      <p:pic>
        <p:nvPicPr>
          <p:cNvPr id="6" name="Google Shape;4113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2057" y="1377460"/>
            <a:ext cx="3646901" cy="102777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4267200" y="297847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c. Update Weights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wj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​ = </a:t>
            </a: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wj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’ – </a:t>
            </a:r>
            <a:r>
              <a:rPr lang="el-GR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* ​∂J​/</a:t>
            </a:r>
            <a:r>
              <a:rPr lang="el-GR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∂</a:t>
            </a: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wj</a:t>
            </a:r>
            <a:b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endParaRPr lang="en-US" sz="16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2702" y="1292591"/>
            <a:ext cx="3214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tx1"/>
                </a:solidFill>
              </a:rPr>
              <a:t>Solved Without Regularization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167EE3B-0AA0-8A29-FE83-A3FCC80A1B96}"/>
                  </a:ext>
                </a:extLst>
              </p14:cNvPr>
              <p14:cNvContentPartPr/>
              <p14:nvPr/>
            </p14:nvContentPartPr>
            <p14:xfrm>
              <a:off x="317520" y="1127160"/>
              <a:ext cx="8694000" cy="5503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167EE3B-0AA0-8A29-FE83-A3FCC80A1B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8160" y="1117800"/>
                <a:ext cx="8712720" cy="552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0245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Google Shape;4111;p89"/>
          <p:cNvSpPr txBox="1">
            <a:spLocks noGrp="1"/>
          </p:cNvSpPr>
          <p:nvPr>
            <p:ph type="title"/>
          </p:nvPr>
        </p:nvSpPr>
        <p:spPr>
          <a:xfrm>
            <a:off x="309519" y="477065"/>
            <a:ext cx="73866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85725" lvl="0" indent="285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Numerical Exercise – For Student Practice  </a:t>
            </a:r>
            <a:endParaRPr sz="1800" b="1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2" name="Google Shape;4112;p89"/>
          <p:cNvSpPr txBox="1"/>
          <p:nvPr/>
        </p:nvSpPr>
        <p:spPr>
          <a:xfrm>
            <a:off x="304800" y="1447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 : 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35280">
              <a:spcBef>
                <a:spcPts val="32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Identification of the equations</a:t>
            </a:r>
            <a:br>
              <a:rPr lang="en-US" sz="1600" dirty="0">
                <a:solidFill>
                  <a:schemeClr val="dk1"/>
                </a:solidFill>
              </a:rPr>
            </a:b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y = w0+w1X1+w2X2</a:t>
            </a:r>
            <a:endParaRPr lang="en-US"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35280">
              <a:spcBef>
                <a:spcPts val="32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function  &amp; derivative</a:t>
            </a:r>
            <a:b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a. Compute Error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error=y^​−y</a:t>
            </a:r>
            <a:b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b. Compute Gradients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∂J/ ∂</a:t>
            </a: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wj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​=1/n * ​∑(error * </a:t>
            </a: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xj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​)+</a:t>
            </a:r>
            <a:r>
              <a:rPr lang="el-GR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λ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/n * </a:t>
            </a:r>
            <a:r>
              <a:rPr lang="el-GR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​</a:t>
            </a: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wj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​,j≥1</a:t>
            </a:r>
            <a:b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</a:br>
            <a:endParaRPr sz="3200" dirty="0">
              <a:solidFill>
                <a:schemeClr val="bg2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4113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2057" y="1377460"/>
            <a:ext cx="3646901" cy="102777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5195667" y="297847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c. Update Weights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wj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​’ = </a:t>
            </a: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wj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– </a:t>
            </a:r>
            <a:r>
              <a:rPr lang="el-GR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* ​∂J​/</a:t>
            </a:r>
            <a:r>
              <a:rPr lang="el-GR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∂</a:t>
            </a: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wj</a:t>
            </a:r>
            <a:b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endParaRPr lang="en-US" sz="16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1292591"/>
            <a:ext cx="3509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tx1"/>
                </a:solidFill>
              </a:rPr>
              <a:t>Solved With Ridge Regularization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893214"/>
              </p:ext>
            </p:extLst>
          </p:nvPr>
        </p:nvGraphicFramePr>
        <p:xfrm>
          <a:off x="492457" y="4226205"/>
          <a:ext cx="8229600" cy="1569684"/>
        </p:xfrm>
        <a:graphic>
          <a:graphicData uri="http://schemas.openxmlformats.org/drawingml/2006/table">
            <a:tbl>
              <a:tblPr/>
              <a:tblGrid>
                <a:gridCol w="787703">
                  <a:extLst>
                    <a:ext uri="{9D8B030D-6E8A-4147-A177-3AD203B41FA5}">
                      <a16:colId xmlns:a16="http://schemas.microsoft.com/office/drawing/2014/main" val="3372488405"/>
                    </a:ext>
                  </a:extLst>
                </a:gridCol>
                <a:gridCol w="773723">
                  <a:extLst>
                    <a:ext uri="{9D8B030D-6E8A-4147-A177-3AD203B41FA5}">
                      <a16:colId xmlns:a16="http://schemas.microsoft.com/office/drawing/2014/main" val="1687872853"/>
                    </a:ext>
                  </a:extLst>
                </a:gridCol>
                <a:gridCol w="661182">
                  <a:extLst>
                    <a:ext uri="{9D8B030D-6E8A-4147-A177-3AD203B41FA5}">
                      <a16:colId xmlns:a16="http://schemas.microsoft.com/office/drawing/2014/main" val="481782343"/>
                    </a:ext>
                  </a:extLst>
                </a:gridCol>
                <a:gridCol w="984738">
                  <a:extLst>
                    <a:ext uri="{9D8B030D-6E8A-4147-A177-3AD203B41FA5}">
                      <a16:colId xmlns:a16="http://schemas.microsoft.com/office/drawing/2014/main" val="3959672465"/>
                    </a:ext>
                  </a:extLst>
                </a:gridCol>
                <a:gridCol w="2039815">
                  <a:extLst>
                    <a:ext uri="{9D8B030D-6E8A-4147-A177-3AD203B41FA5}">
                      <a16:colId xmlns:a16="http://schemas.microsoft.com/office/drawing/2014/main" val="119274724"/>
                    </a:ext>
                  </a:extLst>
                </a:gridCol>
                <a:gridCol w="2982439">
                  <a:extLst>
                    <a:ext uri="{9D8B030D-6E8A-4147-A177-3AD203B41FA5}">
                      <a16:colId xmlns:a16="http://schemas.microsoft.com/office/drawing/2014/main" val="2871089128"/>
                    </a:ext>
                  </a:extLst>
                </a:gridCol>
              </a:tblGrid>
              <a:tr h="392421">
                <a:tc>
                  <a:txBody>
                    <a:bodyPr/>
                    <a:lstStyle/>
                    <a:p>
                      <a:r>
                        <a:rPr lang="en-US" b="1" dirty="0"/>
                        <a:t>Patient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Gradients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Updated Weights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6853563"/>
                  </a:ext>
                </a:extLst>
              </a:tr>
              <a:tr h="392421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(∂J/∂w_0 = -0.08)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(w_0' = 5.0016)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2607411"/>
                  </a:ext>
                </a:extLst>
              </a:tr>
              <a:tr h="392421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(∂J/∂w_1 = -3.9333)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(w_1' = 0.0487)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061515"/>
                  </a:ext>
                </a:extLst>
              </a:tr>
              <a:tr h="392421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1.71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-0.61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(∂J/∂w_2 = -10.5167)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(w_2' = 0.1803)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9671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83CC79D-E3CC-E5AD-8D41-EBB3E94BAA36}"/>
                  </a:ext>
                </a:extLst>
              </p14:cNvPr>
              <p14:cNvContentPartPr/>
              <p14:nvPr/>
            </p14:nvContentPartPr>
            <p14:xfrm>
              <a:off x="720360" y="3000240"/>
              <a:ext cx="6868080" cy="3360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83CC79D-E3CC-E5AD-8D41-EBB3E94BAA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1000" y="2990880"/>
                <a:ext cx="6886800" cy="337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6902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Google Shape;4111;p89"/>
          <p:cNvSpPr txBox="1">
            <a:spLocks noGrp="1"/>
          </p:cNvSpPr>
          <p:nvPr>
            <p:ph type="title"/>
          </p:nvPr>
        </p:nvSpPr>
        <p:spPr>
          <a:xfrm>
            <a:off x="309519" y="477065"/>
            <a:ext cx="73866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85725" lvl="0" indent="285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Numerical Exercise – For Student Practice  </a:t>
            </a:r>
            <a:endParaRPr sz="1800" b="1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2" name="Google Shape;4112;p89"/>
          <p:cNvSpPr txBox="1"/>
          <p:nvPr/>
        </p:nvSpPr>
        <p:spPr>
          <a:xfrm>
            <a:off x="304800" y="1447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 : 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35280">
              <a:spcBef>
                <a:spcPts val="32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Identification of the equations</a:t>
            </a:r>
            <a:br>
              <a:rPr lang="en-US" sz="1600" dirty="0">
                <a:solidFill>
                  <a:schemeClr val="dk1"/>
                </a:solidFill>
              </a:rPr>
            </a:b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y = w0+w1X1+w2X2</a:t>
            </a:r>
            <a:endParaRPr lang="en-US"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35280">
              <a:spcBef>
                <a:spcPts val="32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function  &amp; derivative</a:t>
            </a:r>
            <a:b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a. Compute Error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error=y^​−y</a:t>
            </a:r>
            <a:b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b. Compute Gradients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∂J/ ∂</a:t>
            </a: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wj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​=1/n * ​∑(error * </a:t>
            </a: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xj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​)+</a:t>
            </a:r>
            <a:r>
              <a:rPr lang="el-GR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λ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/n * </a:t>
            </a:r>
            <a:r>
              <a:rPr lang="el-GR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​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sign(</a:t>
            </a: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wj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)  ​,j≥1</a:t>
            </a:r>
            <a:b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</a:br>
            <a:endParaRPr sz="3200" dirty="0">
              <a:solidFill>
                <a:schemeClr val="bg2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4113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2057" y="1377460"/>
            <a:ext cx="3646901" cy="102777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5195667" y="297847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c. Update Weights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wj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​’ = </a:t>
            </a: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wj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– </a:t>
            </a:r>
            <a:r>
              <a:rPr lang="el-GR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* ​∂J​/</a:t>
            </a:r>
            <a:r>
              <a:rPr lang="el-GR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∂</a:t>
            </a:r>
            <a:r>
              <a:rPr lang="en-US" sz="16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wj</a:t>
            </a:r>
            <a:b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endParaRPr lang="en-US" sz="16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1292591"/>
            <a:ext cx="3509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tx1"/>
                </a:solidFill>
              </a:rPr>
              <a:t>Solved With Lasso Regularization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24513"/>
              </p:ext>
            </p:extLst>
          </p:nvPr>
        </p:nvGraphicFramePr>
        <p:xfrm>
          <a:off x="280242" y="4226203"/>
          <a:ext cx="8229600" cy="1640024"/>
        </p:xfrm>
        <a:graphic>
          <a:graphicData uri="http://schemas.openxmlformats.org/drawingml/2006/table">
            <a:tbl>
              <a:tblPr/>
              <a:tblGrid>
                <a:gridCol w="873309">
                  <a:extLst>
                    <a:ext uri="{9D8B030D-6E8A-4147-A177-3AD203B41FA5}">
                      <a16:colId xmlns:a16="http://schemas.microsoft.com/office/drawing/2014/main" val="3173187290"/>
                    </a:ext>
                  </a:extLst>
                </a:gridCol>
                <a:gridCol w="787791">
                  <a:extLst>
                    <a:ext uri="{9D8B030D-6E8A-4147-A177-3AD203B41FA5}">
                      <a16:colId xmlns:a16="http://schemas.microsoft.com/office/drawing/2014/main" val="881926869"/>
                    </a:ext>
                  </a:extLst>
                </a:gridCol>
                <a:gridCol w="886264">
                  <a:extLst>
                    <a:ext uri="{9D8B030D-6E8A-4147-A177-3AD203B41FA5}">
                      <a16:colId xmlns:a16="http://schemas.microsoft.com/office/drawing/2014/main" val="1184378641"/>
                    </a:ext>
                  </a:extLst>
                </a:gridCol>
                <a:gridCol w="1111348">
                  <a:extLst>
                    <a:ext uri="{9D8B030D-6E8A-4147-A177-3AD203B41FA5}">
                      <a16:colId xmlns:a16="http://schemas.microsoft.com/office/drawing/2014/main" val="173547029"/>
                    </a:ext>
                  </a:extLst>
                </a:gridCol>
                <a:gridCol w="1997612">
                  <a:extLst>
                    <a:ext uri="{9D8B030D-6E8A-4147-A177-3AD203B41FA5}">
                      <a16:colId xmlns:a16="http://schemas.microsoft.com/office/drawing/2014/main" val="2928364693"/>
                    </a:ext>
                  </a:extLst>
                </a:gridCol>
                <a:gridCol w="2573276">
                  <a:extLst>
                    <a:ext uri="{9D8B030D-6E8A-4147-A177-3AD203B41FA5}">
                      <a16:colId xmlns:a16="http://schemas.microsoft.com/office/drawing/2014/main" val="3639304615"/>
                    </a:ext>
                  </a:extLst>
                </a:gridCol>
              </a:tblGrid>
              <a:tr h="410006">
                <a:tc>
                  <a:txBody>
                    <a:bodyPr/>
                    <a:lstStyle/>
                    <a:p>
                      <a:r>
                        <a:rPr lang="en-US" b="1" dirty="0"/>
                        <a:t>Patient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Gradients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Updated Weights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659202"/>
                  </a:ext>
                </a:extLst>
              </a:tr>
              <a:tr h="410006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-0.26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(∂J/∂w_0 = -0.08)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(w_0' = 5.0016)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484878"/>
                  </a:ext>
                </a:extLst>
              </a:tr>
              <a:tr h="410006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(∂J/∂w_1 = -5.55)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(w_1' = 0.0810)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329304"/>
                  </a:ext>
                </a:extLst>
              </a:tr>
              <a:tr h="410006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1.71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-0.61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(∂J/∂w_2 = -12.1333)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(w_2' = 0.2127)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96424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72ED8A3-70F0-6DF8-7BEE-868E0A412F94}"/>
                  </a:ext>
                </a:extLst>
              </p14:cNvPr>
              <p14:cNvContentPartPr/>
              <p14:nvPr/>
            </p14:nvContentPartPr>
            <p14:xfrm>
              <a:off x="3279240" y="3407760"/>
              <a:ext cx="1085400" cy="2734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72ED8A3-70F0-6DF8-7BEE-868E0A412F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69880" y="3398400"/>
                <a:ext cx="1104120" cy="275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2957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9" name="Google Shape;4119;p90"/>
          <p:cNvSpPr txBox="1">
            <a:spLocks noGrp="1"/>
          </p:cNvSpPr>
          <p:nvPr>
            <p:ph type="title"/>
          </p:nvPr>
        </p:nvSpPr>
        <p:spPr>
          <a:xfrm>
            <a:off x="309519" y="477065"/>
            <a:ext cx="73866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85725" lvl="0" indent="285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Python Lab Exercise – For Student Practice 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0" name="Google Shape;4120;p90"/>
          <p:cNvSpPr txBox="1"/>
          <p:nvPr/>
        </p:nvSpPr>
        <p:spPr>
          <a:xfrm>
            <a:off x="533400" y="1348800"/>
            <a:ext cx="7848600" cy="575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 to your virtual lab file under : Machine Learning 🡪 LabCapsule 2 Linear _ Polynomial Regression 🡪 3 Polynomial Regression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Download ML_Lab 5 PolynomialRegression.ipynb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Try to change the degree to {2, 5, 7, 10} in the below function line 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PolynomialFeatures(degree=3)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Observe and interpret on the performance of the training data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Note: Training vs Test Data split is not coded in this implementation. Below are the suggestions to experiment further: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Add few hundreds of data  (Use synthetic data generation python libraries available : Refer here )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Split the data into 80% train vs 20% test set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Built the polynomial model using above four different degree on training set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each of the model apply in the test set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Find the MSE for both training data and separately for test data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Plot the four experiment results in a plot and interpret the notion of overfit vs underfit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Suggest which degree is a best fit .</a:t>
            </a:r>
            <a:endParaRPr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5" name="Google Shape;412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0" name="Google Shape;4130;g2a33f95ab57_0_6"/>
          <p:cNvSpPr txBox="1">
            <a:spLocks noGrp="1"/>
          </p:cNvSpPr>
          <p:nvPr>
            <p:ph type="title"/>
          </p:nvPr>
        </p:nvSpPr>
        <p:spPr>
          <a:xfrm>
            <a:off x="1219200" y="28956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58543d8bc0cfcdfd6dc214ca45683f74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39c990f4c0bc340faab59afd8c44214d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AECC7B6E-F4AD-4EB2-A078-22F00DA99E49}"/>
</file>

<file path=customXml/itemProps2.xml><?xml version="1.0" encoding="utf-8"?>
<ds:datastoreItem xmlns:ds="http://schemas.openxmlformats.org/officeDocument/2006/customXml" ds:itemID="{31AC38D6-1A08-4B1A-B73E-BABA1054941A}"/>
</file>

<file path=customXml/itemProps3.xml><?xml version="1.0" encoding="utf-8"?>
<ds:datastoreItem xmlns:ds="http://schemas.openxmlformats.org/officeDocument/2006/customXml" ds:itemID="{82484B4B-9792-4A61-AD79-8CBA750E63A4}"/>
</file>

<file path=docProps/app.xml><?xml version="1.0" encoding="utf-8"?>
<Properties xmlns="http://schemas.openxmlformats.org/officeDocument/2006/extended-properties" xmlns:vt="http://schemas.openxmlformats.org/officeDocument/2006/docPropsVTypes">
  <TotalTime>7375</TotalTime>
  <Words>851</Words>
  <Application>Microsoft Office PowerPoint</Application>
  <PresentationFormat>On-screen Show (4:3)</PresentationFormat>
  <Paragraphs>171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1_Office Theme</vt:lpstr>
      <vt:lpstr>3_Office Theme</vt:lpstr>
      <vt:lpstr>13_Office Theme</vt:lpstr>
      <vt:lpstr>PowerPoint Presentation</vt:lpstr>
      <vt:lpstr>Machine Learning</vt:lpstr>
      <vt:lpstr>Regularization (*This notion is common for both Linear Regression – Module 3 and Logistic Regression – Module 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Numerical Exercise – For Student Practice  </vt:lpstr>
      <vt:lpstr>Numerical Exercise – For Student Practice  </vt:lpstr>
      <vt:lpstr>Numerical Exercise – For Student Practice  </vt:lpstr>
      <vt:lpstr>Numerical Exercise – For Student Practice  </vt:lpstr>
      <vt:lpstr>Python Lab Exercise – For Student Practice </vt:lpstr>
      <vt:lpstr>PowerPoint Presentation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Neha Vinayak</dc:creator>
  <cp:lastModifiedBy>Neha Vinayak .</cp:lastModifiedBy>
  <cp:revision>40</cp:revision>
  <dcterms:created xsi:type="dcterms:W3CDTF">2021-11-12T07:04:08Z</dcterms:created>
  <dcterms:modified xsi:type="dcterms:W3CDTF">2025-11-22T05:53:53Z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