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3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ink/ink4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6.xml" ContentType="application/inkml+xml"/>
  <Override PartName="/ppt/media/image22.jpg" ContentType="image/jpg"/>
  <Override PartName="/ppt/ink/ink5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media/image14.jpg" ContentType="image/jpg"/>
  <Override PartName="/ppt/theme/theme21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92" r:id="rId1"/>
    <p:sldMasterId id="2147483808" r:id="rId2"/>
    <p:sldMasterId id="2147483820" r:id="rId3"/>
    <p:sldMasterId id="2147483999" r:id="rId4"/>
    <p:sldMasterId id="2147484175" r:id="rId5"/>
    <p:sldMasterId id="2147484382" r:id="rId6"/>
    <p:sldMasterId id="2147484416" r:id="rId7"/>
    <p:sldMasterId id="2147484433" r:id="rId8"/>
    <p:sldMasterId id="2147484521" r:id="rId9"/>
    <p:sldMasterId id="2147484555" r:id="rId10"/>
    <p:sldMasterId id="2147484572" r:id="rId11"/>
    <p:sldMasterId id="2147484659" r:id="rId12"/>
    <p:sldMasterId id="2147484906" r:id="rId13"/>
    <p:sldMasterId id="2147484935" r:id="rId14"/>
    <p:sldMasterId id="2147484965" r:id="rId15"/>
    <p:sldMasterId id="2147485052" r:id="rId16"/>
    <p:sldMasterId id="2147485066" r:id="rId17"/>
    <p:sldMasterId id="2147485112" r:id="rId18"/>
    <p:sldMasterId id="2147485142" r:id="rId19"/>
  </p:sldMasterIdLst>
  <p:notesMasterIdLst>
    <p:notesMasterId r:id="rId47"/>
  </p:notesMasterIdLst>
  <p:handoutMasterIdLst>
    <p:handoutMasterId r:id="rId48"/>
  </p:handoutMasterIdLst>
  <p:sldIdLst>
    <p:sldId id="1169" r:id="rId20"/>
    <p:sldId id="1170" r:id="rId21"/>
    <p:sldId id="1249" r:id="rId22"/>
    <p:sldId id="1274" r:id="rId23"/>
    <p:sldId id="1275" r:id="rId24"/>
    <p:sldId id="1276" r:id="rId25"/>
    <p:sldId id="1277" r:id="rId26"/>
    <p:sldId id="1278" r:id="rId27"/>
    <p:sldId id="1279" r:id="rId28"/>
    <p:sldId id="1280" r:id="rId29"/>
    <p:sldId id="1281" r:id="rId30"/>
    <p:sldId id="1282" r:id="rId31"/>
    <p:sldId id="1287" r:id="rId32"/>
    <p:sldId id="1288" r:id="rId33"/>
    <p:sldId id="1289" r:id="rId34"/>
    <p:sldId id="1290" r:id="rId35"/>
    <p:sldId id="1291" r:id="rId36"/>
    <p:sldId id="1292" r:id="rId37"/>
    <p:sldId id="1293" r:id="rId38"/>
    <p:sldId id="1294" r:id="rId39"/>
    <p:sldId id="1295" r:id="rId40"/>
    <p:sldId id="1296" r:id="rId41"/>
    <p:sldId id="1297" r:id="rId42"/>
    <p:sldId id="1298" r:id="rId43"/>
    <p:sldId id="1299" r:id="rId44"/>
    <p:sldId id="1247" r:id="rId45"/>
    <p:sldId id="1215" r:id="rId46"/>
  </p:sldIdLst>
  <p:sldSz cx="9144000" cy="6858000" type="screen4x3"/>
  <p:notesSz cx="6858000" cy="9144000"/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00"/>
    <a:srgbClr val="0033CC"/>
    <a:srgbClr val="996633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7" autoAdjust="0"/>
    <p:restoredTop sz="80475" autoAdjust="0"/>
  </p:normalViewPr>
  <p:slideViewPr>
    <p:cSldViewPr>
      <p:cViewPr varScale="1">
        <p:scale>
          <a:sx n="58" d="100"/>
          <a:sy n="58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slide" Target="slides/slide20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slide" Target="slides/slide23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0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slide" Target="slides/slide21.xml"/><Relationship Id="rId45" Type="http://schemas.openxmlformats.org/officeDocument/2006/relationships/slide" Target="slides/slide26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4" Type="http://schemas.openxmlformats.org/officeDocument/2006/relationships/slide" Target="slides/slide25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slide" Target="slides/slide24.xml"/><Relationship Id="rId48" Type="http://schemas.openxmlformats.org/officeDocument/2006/relationships/handoutMaster" Target="handoutMasters/handoutMaster1.xml"/><Relationship Id="rId56" Type="http://schemas.openxmlformats.org/officeDocument/2006/relationships/customXml" Target="../customXml/item3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slide" Target="slides/slide19.xml"/><Relationship Id="rId46" Type="http://schemas.openxmlformats.org/officeDocument/2006/relationships/slide" Target="slides/slide27.xml"/><Relationship Id="rId20" Type="http://schemas.openxmlformats.org/officeDocument/2006/relationships/slide" Target="slides/slide1.xml"/><Relationship Id="rId41" Type="http://schemas.openxmlformats.org/officeDocument/2006/relationships/slide" Target="slides/slide22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1/24/2026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7680 9881 28 0,'-36'-11'55'0,"14"11"-41"0,10 0 4 0,0 0 0 0,0 0-7 0,12 0-8 0,0 11 4 0,24-11 5 0,35 0-1 0,48 0-5 0,48-11-1 0,24 11-4 0,-1 0-1 0,13 0 3 0,0 0 1 0,-13 0-2 0,-23 0-2 0,-36 24 2 0,-36-12 1 0,-11-12-1 0,-36-12 2 0,-13 12-3 0,-11-13-1 0,24 26-36 0,12 11-91 0</inkml:trace>
  <inkml:trace contextRef="#ctx0" brushRef="#br0">10384 10086 79 0,'-35'-13'15'0,"-1"1"0"0,12 0-4 0,12 12 7 0,24 0-7 0,12 0-3 0,35 12-2 0,49-24 0 0,46-1-3 0,25 2 1 0,47-1-1 0,35 1-2 0,38-2-3 0,11 1 3 0,23 12-1 0,24 0 0 0,24 12 0 0,24-12 0 0,12 0 1 0,0 13 0 0,-1-13 0 0,1 0-1 0,0 0 0 0,-24 11-1 0,-36 12 1 0,-48-10 0 0,-34-1 1 0,-62 0-1 0,-68-12 0 0,-86 13 2 0,-59-13 5 0,0-13-3 0,-25 1-3 0,-9 12-9 0,34-12-120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10694 2881 30 0,'-24'-13'18'0,"24"-8"-4"0,13 8 3 0,-2 1 3 0,1 0-5 0,35 12-5 0,13-13-2 0,23 13-2 0,12 0-2 0,1 0 0 0,-25 0-1 0,-23 0 1 0,0 0-1 0,-13 0-1 0,1-11-1 0,0-1-3 0,-1 1-19 0,-11-2-23 0,-12 1-27 0</inkml:trace>
  <inkml:trace contextRef="#ctx0" brushRef="#br0">11170 2537 28 0,'0'-13'12'0,"0"-11"-4"0,12 24 15 0,-12 24 13 0,-12 71-10 0,-24 24-13 0,13 1-7 0,-1-49-3 0,12-35 0 0,12-12-5 0,0-1-26 0,0-23-74 0</inkml:trace>
  <inkml:trace contextRef="#ctx0" brushRef="#br0">12278 2274 50 0,'0'0'0'0,"0"-24"17"0,0 12-14 0,12 12 2 0,-24 12 14 0,-36 72 2 0,-11 59-9 0,-25 59-2 0,-11 0-6 0,12-23 2 0,11-36-2 0,48-60-2 0,12-47-4 0,12-36-35 0,23-23-51 0</inkml:trace>
  <inkml:trace contextRef="#ctx0" brushRef="#br0">12552 2893 50 0,'0'0'16'0,"-25"-12"13"0,14 12-11 0,11 0-3 0,0-13-4 0,11 13-5 0,25 0-3 0,12 0-1 0,24 0-1 0,10 0 1 0,14 0 1 0,-24 13 2 0,-25-13 2 0,-23 0 0 0,-36 0 7 0,12 0-12 0,-12 0-3 0,12 0-25 0,12 24-101 0</inkml:trace>
  <inkml:trace contextRef="#ctx0" brushRef="#br0">13922 2405 17 0,'0'0'0'0,"0"0"6"0,23-23 0 0,-23 23 3 0,0-13 4 0,0 13-6 0,11-24-1 0,2 24 3 0,-13 0 12 0,-13 12-12 0,-10 0-6 0,-1 24 0 0,0 0-1 0,-23 23 5 0,-1 25-1 0,-35 24-3 0,-1 22-2 0,1 13 1 0,11-12 0 0,0-12 2 0,25-24-1 0,23-12 1 0,1-22-1 0,-1-27 1 0,-1-10 0 0,2-11-2 0,10-13-7 0,3 0-39 0,10-25-38 0</inkml:trace>
  <inkml:trace contextRef="#ctx0" brushRef="#br0">14100 2797 18 0,'0'-23'17'0,"0"12"0"0,12-14 0 0,-12 25 4 0,-12 36-1 0,-12 83-2 0,12-83-15 0,-48 142 8 0,37-118-12 0,11-24 2 0,12-24-25 0,0-12-72 0</inkml:trace>
  <inkml:trace contextRef="#ctx0" brushRef="#br0">14015 2834 32 0,'0'-12'18'0,"-11"12"-7"0,47-12 8 0,12 12-2 0,-14 37-2 0,2 9-3 0,-11 13-5 0,-1 1-1 0,12-24-3 0,-12 0-1 0,10-24 0 0,2-12-1 0,-23 0-9 0,-13 0-15 0,0 0-36 0,0 0 26 0</inkml:trace>
  <inkml:trace contextRef="#ctx0" brushRef="#br0">14564 2692 15 0,'0'0'0'0,"0"-25"35"0,0 13-18 0,0-1-2 0,0 38 6 0,-25 46-7 0,2 13-3 0,-11 12-4 0,-15-14-3 0,25-34-2 0,12-12 0 0,12-13-1 0,0-11 1 0,0 0 0 0,-12-12 0 0,0 0-1 0,1-12-2 0,11 12 0 0,0 12 1 0,-12-12 0 0,-1 0 1 0,-10 13-1 0,10-13 0 0,13 11 0 0,0 1 1 0,0-12 0 0,-11-12 0 0,-1 1-1 0,12 11-8 0,0 11-82 0</inkml:trace>
  <inkml:trace contextRef="#ctx0" brushRef="#br0">3144 15336 86 0,'-36'23'11'0,"13"-12"10"0,35-11-3 0,35-11-10 0,13-12-4 0,11-14-2 0,13-22 0 0,-25-24-2 0,-47 36 2 0,-24 22-1 0,-36 13-1 0,1-1 0 0,11 26 0 0,0 35 0 0,1 46 1 0,10 27 1 0,50-38 0 0,22-36 0 0,37-22-1 0,11-50-4 0,12-10-39 0,12-13-68 0</inkml:trace>
  <inkml:trace contextRef="#ctx0" brushRef="#br0">3978 15144 47 0,'0'-23'27'0,"-12"12"-11"0,12-14 8 0,-13 0-9 0,-10 3 2 0,-1 10-7 0,-11 12-6 0,-1 0 0 0,-24 84-2 0,36-13-1 0,24 13 0 0,0-38-1 0,36-21 1 0,-12-25 0 0,25-60-2 0,-15-12 0 0,14 12 0 0,-24 49 1 0,0 22 3 0,-12 49-1 0,-1-24-2 0,0 0-11 0,14-13-44 0,-14-23-28 0</inkml:trace>
  <inkml:trace contextRef="#ctx0" brushRef="#br0">4335 14978 74 0,'12'-23'16'0,"-12"-14"11"0,-12 26 2 0,-25 34-17 0,3 36-2 0,-2 25-6 0,24-13-3 0,35-11 2 0,36-36-4 0,26-24-1 0,9-47-2 0,-10-24-4 0,-12-25 3 0,-13 0-1 0,-47-11 2 0,-12-12 1 0,-12 35 4 0,-12 50 0 0,12 21 2 0,1 26 4 0,11 34 2 0,11 61 1 0,25 10-4 0,0-10-6 0,-12-61 1 0,-11-35 2 0,-13-37-3 0,21 14 1 0,15 59-3 0,0-1 3 0,13-10-8 0,-14-50-47 0,-12 13-30 0</inkml:trace>
  <inkml:trace contextRef="#ctx0" brushRef="#br0">5525 14679 53 0,'0'0'4'0,"-23"-21"5"0,46 8 7 0,37 13-4 0,25 13-6 0,-3 8 0 0,-46 29-4 0,-24-3 0 0,-48 11 0 0,-1-33 0 0,14-61 2 0,12-35-3 0,22-2-2 0,49 15-2 0,23 34-17 0,12 1-38 0,-71 23 30 0</inkml:trace>
  <inkml:trace contextRef="#ctx0" brushRef="#br0">6121 14574 32 0,'0'11'21'0,"-12"12"1"0,24-23-14 0,60-34-5 0,11-26-3 0,-47-35-1 0,-61 83 2 0,-22 12 2 0,12 35-1 0,11 13 0 0,12-1 1 0,12 13 0 0,24-12-3 0,23-35 1 0,25-13-13 0,10-37-38 0,-46 13 12 0</inkml:trace>
  <inkml:trace contextRef="#ctx0" brushRef="#br0">6514 14453 15 0,'12'-34'8'0,"1"-3"14"0,10 14 0 0,-12 12-3 0,-11 45-7 0,0 14-5 0,13 0-4 0,10 0-2 0,13-25-1 0,12-23 0 0,-24-12-2 0,-12-22 0 0,-2-3 2 0,3-10 0 0,-13-1 0 0,12 12 0 0,12 12 1 0,-12 24 1 0,-1 37 0 0,14-3-1 0,-1 14-1 0,11-25 0 0,13-23 1 0,11-34-1 0,1-37 1 0,-23 0-1 0,-3 46 0 0,-22 37 1 0,-1 47 3 0,14 13-4 0,11-37-5 0,-12-12-47 0,-13-23 0 0</inkml:trace>
  <inkml:trace contextRef="#ctx0" brushRef="#br0">7099 14001 87 0,'-13'0'3'0,"-11"0"-1"0,48 0-21 0,-11 0-39 0</inkml:trace>
  <inkml:trace contextRef="#ctx0" brushRef="#br0">7371 14311 65 0,'-11'12'3'0,"46"-37"-1"0,-35 15-3 0,49-38 3 0,-15-12-1 0,-21 25 2 0,-26 12 8 0,2 23-2 0,-12 0-4 0,10 23-2 0,1 12 2 0,12 12-4 0,0 14 0 0,0-26 0 0,25 1-1 0,9-24 0 0,2-12-2 0,0-23 1 0,-12-27 1 0,0 4 0 0,0 10 1 0,-2 0 1 0,3 12 0 0,-14 24 0 0,2 24 1 0,-1 12-2 0,35-25 0 0,1-34 1 0,11-1-2 0,-34 24 1 0,-14 13 0 0,13 21 1 0,12-45 0 0,-12-60 1 0,-24-13 0 0,-36 24-12 0,-12 49-107 0</inkml:trace>
  <inkml:trace contextRef="#ctx0" brushRef="#br0">6609 15621 141 0,'-36'-12'11'0,"25"-1"-11"0,70-33 2 0,72-26-4 0,12 35-51 0,-107 37-33 0</inkml:trace>
  <inkml:trace contextRef="#ctx0" brushRef="#br0">6669 15717 42 0,'-37'23'23'0,"-45"25"11"0,71-36-6 0,81-61-23 0,73-33-21 0,-48 34-76 0</inkml:trace>
  <inkml:trace contextRef="#ctx0" brushRef="#br0">7205 15347 94 0,'0'0'6'0,"0"-11"-3"0,0 22 13 0,24 12 3 0,-1 26-3 0,-12-14-5 0,2 13-7 0,-1-12-3 0,-1-12 1 0,14-13 0 0,-1-11-2 0,23-23 1 0,13-13-1 0,-1-24-2 0,-23 1 1 0,-12 11 2 0,-12 12-1 0,0 24 1 0,-12 24 0 0,24 24 0 0,-12 12 0 0,-12-12-1 0,0-26 2 0,0-20-1 0,-12-51 0 0,12 14-1 0,35 12-1 0,24 46 0 0,1 26 0 0,0-3-4 0,-37-21-33 0,-34-13-78 0</inkml:trace>
  <inkml:trace contextRef="#ctx0" brushRef="#br0">7444 15026 128 0,'-49'-12'10'0,"61"12"-47"0,12 12-41 0</inkml:trace>
  <inkml:trace contextRef="#ctx0" brushRef="#br0">8015 15060 57 0,'0'0'0'0,"0"-34"39"0,-24 34-4 0,-12 12-12 0,0 23-13 0,24 2-9 0,60 10-1 0,12-12 0 0,-25 13 0 0,-47 0 1 0,-71-13-1 0,35-35-17 0,48-58-114 0</inkml:trace>
  <inkml:trace contextRef="#ctx0" brushRef="#br0">8168 14669 107 0,'-22'-24'9'0,"33"71"4"0,13 84-6 0,24 12-7 0,-1-12-1 0,1-36-17 0,-36-47-80 0</inkml:trace>
  <inkml:trace contextRef="#ctx0" brushRef="#br0">8146 14978 83 0,'-12'-36'8'0,"35"-11"-2"0,85-1-7 0,10 48-38 0,2 48-17 0</inkml:trace>
  <inkml:trace contextRef="#ctx0" brushRef="#br0">8598 14989 16 0,'0'0'7'0,"23"13"25"0,13-37-21 0,-12-24-4 0,-13 13 12 0,-33-1 0 0,-27 24-6 0,2-12-8 0,12 24-4 0,11 11-1 0,0 62-1 0,0 9-1 0,12 2 2 0,36-36 0 0,12-48-1 0,-2-36 0 0,-9-35 1 0,-1 35 0 0,-12 13 0 0,-1 23 1 0,2 0 0 0,-1 11 0 0,-1 12-1 0,2 2 0 0,-2-13-1 0,0 12-5 0,25-24-6 0,0-36 1 0,0-23 8 0,-12-1 8 0,0 24 5 0,-12 11-1 0,24 14-3 0,0 35-1 0,-25 24-3 0,1-13-3 0,-24-10 2 0,12-25 1 0,-11-37-1 0,11-34 1 0,34 12-3 0,15 34-1 0,-13 50 5 0,-14 34 2 0,3-11-5 0,-1-25-14 0,12-11-66 0,-36-12 42 0</inkml:trace>
  <inkml:trace contextRef="#ctx0" brushRef="#br0">9396 14669 56 0,'0'0'0'0,"-24"-24"35"0,12 12-14 0,-24 37-13 0,25 9-3 0,11 14-1 0,23 12-2 0,37-13-1 0,23-35 0 0,-11-37-2 0,-1-33 1 0,1-39-3 0,-25 26 2 0,-47 24 2 0,-24 47 3 0,-11 24 4 0,22 12-3 0,85 1-2 0,35-37-4 0,23-37 3 0,-45 24-3 0,-73 2-10 0,-37 11-108 0</inkml:trace>
  <inkml:trace contextRef="#ctx0" brushRef="#br0">4275 17264 17 0,'0'-23'22'0,"-11"-2"-1"0,11-10-1 0,-12 24 8 0,12-2-9 0,0 13-5 0,0 0-3 0,23 24-3 0,0 36-4 0,2-1-3 0,-25-47-1 0,12 59-1 0,0-11 0 0,0-13 0 0,0-36 1 0,0-22 1 0,0-1 0 0,-2-23 1 0,3-12 0 0,10-3 1 0,2 4-1 0,-1 34-2 0,-1 12 0 0,1 0 0 0,12 12-1 0,-12 12 1 0,-1-12-1 0,13-12 1 0,0 0-1 0,-12 0 1 0,12-12 0 0,-23-24 0 0,8 12 1 0,-8 1 0 0,-1-25 0 0,-12 36-1 0,0 1 0 0,11-14 1 0,-11 25-1 0,0 0 0 0,0 0 1 0,13 0-1 0,-1 0 0 0,-1 0 1 0,26 0-1 0,10-12 0 0,37-12 0 0,-13-23 0 0,-24 0 0 0,1 22 1 0,-48 13-1 0,0 24 1 0,-12 13-2 0,12 34 0 0,-11 0 0 0,11-11-1 0,11 12 0 0,13-49 1 0,12-11-1 0,-12-24 3 0,-12-34-2 0,-24 8 3 0,-12 4-1 0,-24 10 0 0,0 24-1 0,25 35 1 0,12 2-3 0,11-2 1 0,34-23 0 0,38-35-1 0,-12 11 1 0,35 24-1 0,0 36-1 0,-47 23 1 0,-37-22 3 0,-47-26 2 0,0-22 1 0,2-50-2 0,57 1-3 0,49-11-6 0,23 36 1 0,0-1 0 0,-23 12 6 0,-1-12 0 0,-48 12 3 0,-23 13 1 0,-58 34 2 0,-2 36-5 0,12 37 0 0,37-24-3 0,34-37 2 0,25-23-3 0,11-47 0 0,-12-37 0 0,-11-23 3 0,-23-23 1 0,-13 10 1 0,-24 11-3 0,12 75 5 0,12 34-1 0,0 48 1 0,12 34-2 0,12-10-3 0,11-49 0 0,24-47 1 0,13 0-1 0,0 36-1 0,-36 48 1 0,-36-1 2 0,-48-46 1 0,12-38-7 0,12-58-68 0,24 59 15 0</inkml:trace>
  <inkml:trace contextRef="#ctx0" brushRef="#br0">6539 17120 119 0,'-13'0'5'0,"37"0"-4"0,35-34 3 0,61-14-9 0,-38 25-55 0,-69 23 7 0</inkml:trace>
  <inkml:trace contextRef="#ctx0" brushRef="#br0">6586 17312 59 0,'-36'24'29'0,"25"-1"-2"0,45-36-16 0,74-58-21 0,11 0-84 0</inkml:trace>
  <inkml:trace contextRef="#ctx0" brushRef="#br0">7205 16931 30 0,'0'-48'5'0,"12"25"-3"0,0 10 12 0,-12 1 6 0,0 0 10 0,12 1-4 0,-1-37-7 0,0 0-15 0,2 13-1 0,-13-1-1 0,0 12 2 0,-13 12-1 0,-9 12 1 0,-2 48-1 0,12 47-1 0,24 36-3 0,23 24 1 0,1-12-4 0,0 12 1 0,0-36-20 0,-25-60-26 0,-22-47-34 0</inkml:trace>
  <inkml:trace contextRef="#ctx0" brushRef="#br0">7110 17241 72 0,'0'0'0'0,"-11"-48"5"0,45 0-2 0,62-11 1 0,23 22 5 0,-12 3-5 0,-48 9 1 0,-11 0 3 0,-24-21-2 0,0-26 0 0,-12 48 9 0,-36 24-4 0,-12 48-5 0,0 36-3 0,24-24-1 0,60-13-1 0,12-35 0 0,23-37-4 0,12-46-60 0,-72 48-15 0</inkml:trace>
  <inkml:trace contextRef="#ctx0" brushRef="#br0">8061 16835 81 0,'0'0'6'0,"0"-12"-3"0,25-11 2 0,-1-1 5 0,-12 0-2 0,-24-12 0 0,-1 25-3 0,2-13-3 0,-1 11 0 0,-12 13 1 0,12 13-2 0,-11 11 2 0,-1 23 2 0,0 1-2 0,0 12-2 0,12-26 0 0,24-9-2 0,0-13 2 0,0-24 1 0,12-24-1 0,10 0 0 0,2 24 0 0,-11 37-2 0,11-2 1 0,23-35 0 0,0-47 1 0,-23-14 0 0,12-21 0 0,-36-25-1 0,-12 1 1 0,0 34 0 0,-12 36 0 0,0 36-1 0,0 24 2 0,12 47-1 0,12 37-1 0,12 35 0 0,0-36 0 0,24-36 2 0,-1-36-2 0,-11-46-1 0,0-25-1 0,-24-23 1 0,-2 12 2 0,15 23-1 0,-14 13 2 0,2 23-2 0,-1 47-1 0,-12 11 1 0,24-21-1 0,-1-24 6 0,12-13-8 0,1-37 4 0,-11-10-1 0,-1-1 2 0,-12 25-3 0,-12 23 2 0,11 23-1 0,-11 25 0 0,24-24-3 0,12-1 4 0,0-23-2 0,-12-13 2 0,22-33 1 0,-9-2-1 0,-25-11-2 0,0-1 3 0,-12 13-2 0,0 10 0 0,0 26 1 0,-12 11 0 0,0 24 0 0,12-12-1 0,36 11-1 0,23-11 0 0,-12 24 1 0,-34 12-3 0,-13-25 3 0,12-11 0 0,36-47-2 0,11-49 0 0,-12 37 2 0,-47-13 2 0,0 23 3 0,0 15-4 0,-11 22 0 0,-1 22-1 0,-1 39-1 0,13-13 1 0,36-13 0 0,12-35 0 0,24-47-3 0,-26-13 2 0,-10 48 1 0,13 24 3 0,-27 24 1 0,-9-12-2 0,-13-12-3 0,-71 0-33 0,-14-12-74 0</inkml:trace>
  <inkml:trace contextRef="#ctx0" brushRef="#br0">8217 16442 150 0,'0'-34'12'0,"143"-50"-11"0,95-24-13 0,-108 61-103 0</inkml:trace>
  <inkml:trace contextRef="#ctx0" brushRef="#br0">2525 15872 35 0,'0'-13'8'0,"0"-46"35"0,-12 35-23 0,0-1-3 0,-1 14 2 0,13 11-8 0,25 48-2 0,23 59 2 0,-14 12-1 0,2-1-3 0,0-47-1 0,-36-34-2 0,0-24-3 0,0-38-42 0,-11-22-86 0</inkml:trace>
  <inkml:trace contextRef="#ctx0" brushRef="#br0">2418 15573 54 0,'-12'-11'10'0,"-60"11"12"0,13 11 7 0,-13 49-9 0,1 35-11 0,23 49 0 0,25 22-2 0,33 24-3 0,75-35-4 0,45-59 1 0,26-49 0 0,22-35 1 0,1-48-1 0,-36-47 1 0,-37-24 2 0,-35-36 0 0,-71-12-4 0,-22 13 2 0,-38-2-2 0,-23 25 1 0,-36 1 0 0,-1 68 1 0,13 50 0 0,0 37-1 0,-12 70 1 0,-13 72-15 0,50-24-119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16029 3846 26 0,'-12'-11'32'0,"12"-14"-14"0,0 13-2 0,0 24 1 0,0 24 3 0,0 24-10 0,0-13-4 0,0-23-3 0,-13-11-1 0,13-13-2 0,-11 34-43 0,22-22-25 0</inkml:trace>
  <inkml:trace contextRef="#ctx0" brushRef="#br0">15874 4727 34 0,'-12'-12'37'0,"12"-12"-29"0,24 12-4 0,0 1 7 0,11 22-1 0,-12 1-3 0,-10 24-5 0,-1 10 1 0,-12 15-3 0,-12-1 3 0,-12-13-1 0,12-23 0 0,12 0 1 0,12-24-1 0,-1 12-1 0,25-12 1 0,1 0-2 0,-25-12-4 0,10 24-29 0,-9-12-20 0</inkml:trace>
  <inkml:trace contextRef="#ctx0" brushRef="#br0">15910 5667 15 0,'0'0'0'0,"0"-11"11"0,0 11-3 0,12-24 1 0,11 11-2 0,0 13-3 0,13 0 0 0,1 13 2 0,-3 11-2 0,-21 23-2 0,-13-10-1 0,-47-3 0 0,35-10 0 0,12 12 0 0,59-12-1 0,-11 13 0 0,-24-26 0 0,-60-1 0 0,-59 40 0 0,-24 32-19 0,83-59-22 0</inkml:trace>
  <inkml:trace contextRef="#ctx0" brushRef="#br0">15838 6620 18 0,'-24'-13'7'0,"12"2"1"0,12-1 4 0,12-12 0 0,0 12-4 0,-12 12-5 0,0 12 1 0,12 24 0 0,-12 12 1 0,12 11-2 0,-12-23-2 0,12-13 0 0,24-23 0 0,-2-11-3 0,2-1 3 0,-11 24-1 0,-14 36 3 0,-11-1-2 0,0-10-2 0,13 21-43 0,-13-45 11 0</inkml:trace>
  <inkml:trace contextRef="#ctx0" brushRef="#br0">15766 7632 11 0,'-11'-12'17'0,"11"12"4"0,-12 0-6 0,12 12-7 0,-13 24-5 0,13-13-2 0,13 2 0 0,23 9-1 0,11-9 1 0,-11 0-1 0,0-4 1 0,-12 16 3 0,-1-1-2 0,-23-12 0 0,-13-12 0 0,-21 0-1 0,-26-12-2 0,24 0-19 0,36-12-42 0</inkml:trace>
  <inkml:trace contextRef="#ctx0" brushRef="#br0">15802 7608 73 0,'-59'-36'18'0,"46"25"-9"0,133-26-12 0,34 3-47 0,-117 34 15 0</inkml:trace>
  <inkml:trace contextRef="#ctx0" brushRef="#br0">1358 10739 11 0,'0'0'28'0,"0"0"-8"0,12 12 6 0,12 12-8 0,-12 12-7 0,-1 1-3 0,1-16-3 0,12 4 1 0,-12-13 0 0,0-12-1 0,24-37-2 0,23-9-4 0,13-13 4 0,-26-1-3 0,-10 12 1 0,-11 35-1 0,-25 13-103 0</inkml:trace>
  <inkml:trace contextRef="#ctx0" brushRef="#br0">2918 10869 15 0,'-24'-21'29'0,"36"8"-25"0,0-11 19 0,0 24-10 0,0 12 3 0,12 34-6 0,-1 27-5 0,0-25-2 0,-10-37 2 0,10 1-2 0,14-24-2 0,22-23 0 0,24-37-2 0,-10 1 2 0,-26 23-1 0,-35 37-1 0,-1 22-31 0,-11-11-26 0</inkml:trace>
  <inkml:trace contextRef="#ctx0" brushRef="#br0">4323 10906 9 0,'-12'-12'45'0,"12"12"-34"0,0 0 3 0,24 12 1 0,0 1 1 0,-12 10-6 0,0 13-5 0,10-24-3 0,-9-12 3 0,35-24-4 0,36-23 1 0,-1-3-2 0,0-8 0 0,-47 34 2 0,-23 24-1 0,-13 11-19 0,0 2-56 0</inkml:trace>
  <inkml:trace contextRef="#ctx0" brushRef="#br0">5990 10906 5 0,'0'0'15'0,"0"0"-1"0,12 13 8 0,-12 10 2 0,11 1-6 0,-11 0-11 0,25-13-1 0,-1 1-3 0,-12-24 2 0,47-36-2 0,23-36 1 0,15 13 0 0,-2 24 0 0,-59 35-16 0,-24 24-78 0</inkml:trace>
  <inkml:trace contextRef="#ctx0" brushRef="#br0">7872 10966 20 0,'0'-13'25'0,"0"2"8"0,0-12-19 0,12 10-8 0,11 26-3 0,-11 10 3 0,-12 13 1 0,24-13-5 0,0 0-2 0,0-10 2 0,10-13 0 0,2-36-1 0,37-12-2 0,10 1 0 0,-24 0 3 0,-23 11 0 0,-12 11 2 0,-24 25-4 0,0 0-17 0,13 25-60 0</inkml:trace>
  <inkml:trace contextRef="#ctx0" brushRef="#br0">9622 10919 23 0,'0'-13'21'0,"0"1"-7"0,11 37 2 0,14-2 4 0,-14 1-7 0,25-24-3 0,12-24-3 0,24-36-6 0,23 13 0 0,-24 10 1 0,-23 26-10 0,-1 11-79 0</inkml:trace>
  <inkml:trace contextRef="#ctx0" brushRef="#br0">11123 10990 33 0,'0'0'26'0,"11"47"-15"0,1-10 0 0,12-3 3 0,-12-22-3 0,36-24-6 0,-1-11-3 0,25-25-1 0,-14 12-2 0,-9 1 1 0,-49 22 1 0,0 13-1 0,-24 13-15 0,12 22-60 0</inkml:trace>
  <inkml:trace contextRef="#ctx0" brushRef="#br0">12706 10978 31 0,'0'-36'16'0,"12"13"-6"0,-1 23 0 0,2 23 9 0,-1 25-8 0,12-14-8 0,12-9-1 0,11-13-1 0,13-36-1 0,11-23 0 0,1-13 1 0,-26 24-2 0,-21 24 0 0,-13 12-15 0,-12 12-58 0</inkml:trace>
  <inkml:trace contextRef="#ctx0" brushRef="#br0">14112 11120 13 0,'0'0'22'0,"35"48"-12"0,-11-24-5 0,12-12-1 0,11-12 4 0,0-36 0 0,14-24 2 0,22 1 1 0,-12 23-7 0,-23 36-24 0,-37 0-38 0</inkml:trace>
  <inkml:trace contextRef="#ctx0" brushRef="#br0">15219 10869 13 0,'0'0'14'0,"0"0"12"0,0 13-13 0,12-1-14 0,-12 0-38 0</inkml:trace>
  <inkml:trace contextRef="#ctx0" brushRef="#br0">15981 11037 34 0,'12'12'19'0,"12"13"-10"0,12-2-7 0,-14 0 3 0,3-11 6 0,-1-24-2 0,35-23-4 0,61-49-3 0,46-11 4 0,-11 24 5 0,-95 59-8 0,-48 0-2 0,-12 24-93 0</inkml:trace>
  <inkml:trace contextRef="#ctx0" brushRef="#br0">16601 7227 9 0,'0'-13'50'0,"11"-10"-24"0,1 12-7 0,24-1-6 0,11 0-8 0,13 12-3 0,-24 0 0 0,-23 0 0 0,-38 0 0 0,-35 0-1 0,13 12 0 0,23-12 0 0,35 0 0 0,37 0 0 0,12 0 0 0,-23 0-1 0,-26 0 1 0,-35-12 0 0,-12 12-1 0,12 0-37 0,24 0-13 0</inkml:trace>
  <inkml:trace contextRef="#ctx0" brushRef="#br0">17433 7120 5 0,'0'-11'34'0,"0"-2"3"0,0 13-25 0,36 0-8 0,35 0-3 0,13 0 0 0,-12 0-1 0,-47 0 1 0,-50-12 1 0,-70 24-1 0,0 1-1 0,35-13 0 0,47 0 3 0,38-13 1 0,10 1 0 0,37 24-68 0</inkml:trace>
  <inkml:trace contextRef="#ctx0" brushRef="#br0">17803 10882 38 0,'0'0'0'0,"0"12"8"0,11 24-7 0,14-13 10 0,-1-23 2 0,11-34-9 0,24-26-1 0,-11 24 2 0,0 11-4 0,-1 14-22 0,-22-1-27 0</inkml:trace>
  <inkml:trace contextRef="#ctx0" brushRef="#br0">22078 17312 1 0,'0'0'0'0,"59"-37"2"0,-23 3-3 0,-12 9 6 0,-11 13-6 0,-13-35 0 0,11-1-4 0</inkml:trace>
  <inkml:trace contextRef="#ctx0" brushRef="#br0">250 12942 22 0,'0'-13'23'0,"0"2"3"0,0-12-5 0,0 11-3 0,-11 12 3 0,11 0-4 0,11 23-4 0,0 50-4 0,14-15-2 0,-25-11 0 0,0-22-2 0,0-13-1 0,0-12-2 0,0 0-30 0,0-12-98 0</inkml:trace>
  <inkml:trace contextRef="#ctx0" brushRef="#br0">167 12680 50 0,'-13'0'17'0,"-33"0"14"0,10 23-10 0,-12 27 1 0,24 32-4 0,2-11-9 0,22 48-6 0,0 1-2 0,34 22-2 0,38-58 3 0,-2-24-1 0,15-37 1 0,9-35 0 0,-10-70 0 0,-12-26 0 0,-49-35 1 0,-23 0-1 0,-47-24 0 0,-1 24-1 0,-23 48 5 0,-14 48-2 0,-22 81-5 0,-35 98-61 0,108-84-54 0</inkml:trace>
  <inkml:trace contextRef="#ctx0" brushRef="#br0">5847 12979 35 0,'-13'-25'32'0,"13"13"-7"0,-11-1-2 0,0 2-10 0,-1 47-7 0,12 12-4 0,-12 0 1 0,24-1 1 0,11 1-2 0,13-25 0 0,11-23 0 0,13 0-3 0,0-34 0 0,-37-16 3 0,2-9-3 0,-25 13 0 0,-36 9 2 0,-23 1 0 0,-1 13 0 0,11 23-1 0,2 46-1 0,0 38-8 0,11 0-46 0,36-72 10 0</inkml:trace>
  <inkml:trace contextRef="#ctx0" brushRef="#br0">7884 13037 70 0,'-25'-12'18'0,"2"12"0"0,10 0-5 0,-10 36 1 0,23 12-8 0,12 11-3 0,35-22-1 0,13-26-2 0,12-22-6 0,-25-26 1 0,-11-22 5 0,-49 0 0 0,-10 11 2 0,-48 0 6 0,23 36-4 0,-12 36-8 0,13 35-69 0,47-47 32 0</inkml:trace>
  <inkml:trace contextRef="#ctx0" brushRef="#br0">9932 13061 62 0,'-24'-24'26'0,"0"0"-7"0,0 13-3 0,12 11-6 0,-11 11-1 0,10 37-3 0,-10 0-5 0,23 11 0 0,23-35-1 0,36-11-1 0,2-13 1 0,-2-13-1 0,-11-34 0 0,-37-14 4 0,-22 14-3 0,-25 0 1 0,1 36 0 0,-25 22-13 0,12 24-43 0,36-23 8 0</inkml:trace>
  <inkml:trace contextRef="#ctx0" brushRef="#br0">11635 13002 75 0,'0'0'0'0,"-36"-12"3"0,25 1 2 0,-2 11 15 0,-11 34 0 0,12 14-12 0,12 25-7 0,36-39 1 0,24-22 0 0,-13-58 0 0,-11-38-1 0,-48 0 0 0,-36 36 2 0,-22 48-5 0,9 11-99 0</inkml:trace>
  <inkml:trace contextRef="#ctx0" brushRef="#br0">-23 14038 5 0,'1'0'0'0,"-1"0"-5"0,22-12 5 0,-22 0 0 0,12-1 0 0,-12 2 0 0,0 11 2 0,0 0 53 0,0-12-32 0,0 1 0 0,0-14-2 0,12 0-9 0,25 4-6 0,10 21 0 0,-1 0-1 0,-9 21-2 0,-25 16 1 0,0-1 0 0,-12 12-3 0,-12-25 0 0,-12 25 0 0,-1-24 0 0,14-1 1 0,-1 1-1 0,1-11 1 0,11-13 0 0,0 0 0 0,34-13-1 0,27-11-2 0,-15 1 1 0,-10 23 0 0,-23 0 1 0,-1 0-4 0,-12 0-32 0,11-24-92 0,-11 12 114 0</inkml:trace>
  <inkml:trace contextRef="#ctx0" brushRef="#br0">48 13823 66 0,'-48'0'8'0,"-10"23"1"0,-3 38 5 0,39 46 5 0,22 12-6 0,119 59-6 0,34-59-5 0,13-83 1 0,-10-72-3 0,-61-59-2 0,-47-72 2 0,-84-47 1 0,-71 12 0 0,-36 107 5 0,-13 166-7 0,50 84-98 0,58-60 52 0</inkml:trace>
  <inkml:trace contextRef="#ctx0" brushRef="#br0">15874 10275 60 0,'0'0'3'0,"0"-47"4"0,12-1 3 0,12-12 9 0,-24 26 0 0,-36-3-8 0,-12 24-7 0,-12 26-4 0,13 35-1 0,-24 23 2 0,23 12 0 0,24 1 0 0,35-25-1 0,38-47-1 0,10-24-2 0,12-36-1 0,-23-36-2 0,0-34-6 0,0-24 5 0,-26 10 9 0,-9 38-2 0,-13 10-3 0,0 24 1 0,-13 49 5 0,13 45 12 0,-10 74-2 0,10 60-9 0,0-13-4 0,35-50 1 0,1 3-8 0,12-72-11 0,-14-59-1 0,2-61 1 0,13 13 17 0,-14 34 12 0,-23 61 13 0,0 48-12 0,0-13-5 0,24-11-4 0,0-36-1 0,-24-12-1 0,47-60 0 0,-35 1 0 0,-36-13-1 0,-36 25 2 0,0 36-1 0,1 11-2 0,35 11-34 0,24 12-37 0</inkml:trace>
  <inkml:trace contextRef="#ctx0" brushRef="#br0">16707 10086 29 0,'12'-37'20'0,"12"13"11"0,-24 12-1 0,-47 12-16 0,-1 36-6 0,1 12-5 0,23-13-3 0,35 13-1 0,36 0-2 0,2-14-2 0,10-21 1 0,-11-26 1 0,23-21 3 0,-35-26 0 0,-12 12 2 0,0 14 2 0,-12 21-1 0,-12 13 0 0,0 0-2 0,0 34-1 0,-12 3 0 0,24-13 0 0,-1 12 0 0,36-24-1 0,-11-12-1 0,12-12 2 0,-24-24 0 0,0 0 0 0,0 11 3 0,-1 25 2 0,-10 37 1 0,-1 10-3 0,11-10-2 0,13-14-33 0,0-23-48 0</inkml:trace>
  <inkml:trace contextRef="#ctx0" brushRef="#br0">17636 10157 32 0,'0'-13'21'0,"0"13"2"0,12 24 2 0,0 12-11 0,0-12-8 0,-12-13-3 0,-24-11-1 0,0-11-1 0,12-13 0 0,12 11 0 0,12 2-1 0,0-12 0 0,12 10 2 0,0-11 5 0,0 1-1 0,12 12-4 0,-2-2 0 0,2 26 0 0,-23 8 2 0,-1 16-2 0,0-13 0 0,-12-1-1 0,-12-10 1 0,0-13-2 0,12-24 2 0,0-24-1 0,36 13 0 0,-1 11-2 0,1 12 1 0,0 12-1 0,-13 25 2 0,-11 9-1 0,-12 3 1 0,12-3-13 0,12-21-46 0,-12-13-12 0</inkml:trace>
  <inkml:trace contextRef="#ctx0" brushRef="#br0">18125 10168 58 0,'11'0'25'0,"13"-11"23"0,12 22-28 0,0 1-13 0,11-12-6 0,1-23 2 0,-12-14-3 0,-36-10 0 0,0 23-2 0,-25 11 0 0,14 26 3 0,-14 24-2 0,2-16 1 0,0 29 0 0,11-27 0 0,24 1-1 0,23-12-8 0,12-12 0 0,26-36 6 0,-26 13 3 0,-11 23 7 0,-13 23 3 0,-11 13-3 0,-12-1-4 0,0-11-2 0,0-48 1 0,12-36-2 0,12 13 0 0,24 10-2 0,-1 37 1 0,-11 50 0 0,0-3 0 0,12-12 1 0,11-35 1 0,13-48-3 0,-1-23-2 0,-23-36 1 0,-25-48-1 0,-23 13 4 0,0 118 4 0,0 48 3 0,-12 70 0 0,12 27-5 0,24-16-1 0,12-9-7 0,-36-48-32 0,0-37-54 0</inkml:trace>
  <inkml:trace contextRef="#ctx0" brushRef="#br0">19041 9965 89 0,'0'-11'11'0,"12"-49"36"0,72 24-36 0,-1 13-9 0,-35-2-5 0,-24 14-34 0,-24 11-54 0</inkml:trace>
  <inkml:trace contextRef="#ctx0" brushRef="#br0">20208 10168 29 0,'0'-11'28'0,"0"-26"-1"0,24-10 4 0,-1 35-19 0,2 12 1 0,-14 59-5 0,2 1 0 0,-13-12-5 0,0-25 0 0,0-12-1 0,-13-45 1 0,2-3-4 0,11-10 2 0,24 10-1 0,23 27-1 0,-11 20 0 0,0 40 1 0,-12-16 0 0,-12 3 1 0,-12-14 0 0,-12-23 1 0,12-47-2 0,23-13-2 0,25 23 0 0,0 27-1 0,-1 20 4 0,-11 27 0 0,-13 10-1 0,2-22 1 0,-14-13-10 0,13-1-20 0,-11-11 3 0,21 0 4 0,27 0 6 0,10-11 12 0,-11-1 5 0,-14-13 5 0,-33 2 3 0,-1-13 4 0,-12 11 1 0,0-9-7 0,0 10-4 0,-12 11-1 0,-12 13 4 0,-11 25 5 0,-1 21-3 0,0-9-4 0,12 10-1 0,24-10-2 0,24-26 1 0,12-34-3 0,0-13 1 0,-13 36-2 0,0 24 2 0,38 11 0 0,10-23-5 0,12-47-5 0,-23-37 9 0,-36-23 1 0,-1-60-1 0,13 24-1 0,-24 73 1 0,0 45 3 0,-24 47 8 0,-23 75 0 0,11 33-6 0,35-22-3 0,37-26-1 0,0-57-2 0,0-49-27 0,-48-24-60 0</inkml:trace>
  <inkml:trace contextRef="#ctx0" brushRef="#br0">21268 9858 117 0,'-12'-11'20'0,"95"11"-16"0,73-12-61 0,-121 0-9 0</inkml:trace>
  <inkml:trace contextRef="#ctx0" brushRef="#br0">21650 10346 39 0,'0'0'11'0,"-37"-34"8"0,37-16-2 0,24 4-8 0,12-2-5 0,11-13-1 0,-11-10 1 0,-24 24 2 0,0 12 0 0,-12 12-7 0,0 10 3 0,0 1 3 0,0 0 3 0,0 24-4 0,-12 0 1 0,0 12-2 0,12-1-2 0,12 1 0 0,36-24-1 0,1 24 0 0,-26 12 0 0,-23 12 1 0,0-13-1 0,11-10 1 0,25-14 0 0,12-47 0 0,-2 1 1 0,3-13-2 0,-13 24-1 0,0 12 2 0,-13 1 0 0,1 22 0 0,-11 25-1 0,-26 1 0 0,13-3-3 0,0-10-20 0,0-24-38 0,-12 0 23 0</inkml:trace>
  <inkml:trace contextRef="#ctx0" brushRef="#br0">22173 9810 81 0,'0'0'0'0,"0"-59"28"0,37 47-35 0,-26 49-69 0</inkml:trace>
  <inkml:trace contextRef="#ctx0" brushRef="#br0">22400 9977 64 0,'0'-12'6'0,"59"1"5"0,1 34 26 0,-26 13-19 0,15 37-15 0,-13-15-4 0,-24-22-21 0,-1-25-29 0,-11-34-2 0</inkml:trace>
  <inkml:trace contextRef="#ctx0" brushRef="#br0">22697 10002 46 0,'0'0'0'0,"0"-25"72"0,-24 37-49 0,-35 72-15 0,-2-13-6 0,3 1-35 0,45-37-55 0</inkml:trace>
  <inkml:trace contextRef="#ctx0" brushRef="#br0">22995 10107 102 0,'-12'-34'65'0,"12"34"-59"0,12 24-15 0,-48 11-113 0</inkml:trace>
  <inkml:trace contextRef="#ctx0" brushRef="#br0">6287 3299 1 0,'0'0'0'0,"-23"11"3"0,-1-11 16 0,12 0-1 0,-1 0 6 0,3 0-6 0,10-11 5 0,10-2-10 0,15 1-4 0,-1 12-4 0,-1 0-2 0,14 0 0 0,10 0-1 0,-11 0 0 0,23 0 1 0,-11 0 0 0,0-12-1 0,-1 12 1 0,25 0-1 0,-14 0 0 0,3-13 0 0,-1 13-1 0,11-10-1 0,0 10 1 0,1-11-1 0,-1 11 1 0,1 0 0 0,-1 0 0 0,1-13 1 0,12 13-2 0,-2 0 0 0,-10 13 1 0,-1-2 0 0,25-11 0 0,-13-11 0 0,0 11 0 0,11 0 0 0,-9 0 0 0,-2 0 0 0,-11-13 0 0,-1 13 0 0,12 0 0 0,1 0 0 0,11 0 0 0,-23-12-1 0,11 12 1 0,12 0 0 0,-11 0-1 0,-1 0 2 0,11 0-2 0,-10 0 2 0,0 0-2 0,-1 12 1 0,11-12-3 0,-9 0 3 0,-14 0-1 0,1 0 1 0,-13 0 0 0,-11 0-2 0,11 0-2 0,1 0 4 0,-12 0-1 0,10 13 0 0,-9-13 0 0,11 0-1 0,-26 0 1 0,15 11 1 0,-14-11 1 0,13-24-1 0,1 12-1 0,-38-24-1 0,-11 24-54 0,-24 1-36 0</inkml:trace>
  <inkml:trace contextRef="#ctx0" brushRef="#br0">6205 3393 23 0,'0'0'0'0,"-12"0"19"0,24-12-8 0,-12 12 15 0,10-11-7 0,3 11-10 0,23-12-4 0,24 0 1 0,10 12 0 0,2 0-1 0,-12 0-1 0,12-13 0 0,-1 13 0 0,12-11-1 0,12 11 0 0,12-12-2 0,1 12 0 0,-25 0 0 0,1 0 0 0,-14 0 1 0,2-11 0 0,12 11-1 0,11-13 0 0,-11 13 0 0,-2 0 0 0,2 0-1 0,11 0 0 0,14 0 0 0,-3-12 1 0,1 12-2 0,0-12 2 0,-12 12-1 0,13-13 1 0,-14 13-1 0,-10 0 0 0,11-10 0 0,1 10 1 0,-13 0 0 0,11 0-1 0,-9-11 1 0,-2 11-1 0,0 0 0 0,-23 0 1 0,-12 0-1 0,10 0 1 0,-9 0-1 0,9 0 0 0,-9 11 0 0,10-11 1 0,-11 0-2 0,11 0 1 0,0 10-2 0,2-10 5 0,-2 0-5 0,-11 0 4 0,-12 0-4 0,-1 0 2 0,1 0 1 0,-12 0 0 0,24 0-1 0,-25 13 0 0,1-13-1 0,0 12 1 0,0-12 0 0,1 0 2 0,-14 0-3 0,-1 12 0 0,-10-12 1 0,13 13 2 0,-13-13 0 0,0 0 11 0,0-13-12 0,0 13-1 0,0 0 1 0,0 0-2 0,0 0 2 0,0 0-1 0,-13 0 0 0,13 0 0 0,-34-12-134 0</inkml:trace>
  <inkml:trace contextRef="#ctx0" brushRef="#br0">6145 2524 19 0,'0'0'15'0,"0"-24"1"0,0-10 5 0,-12 21 5 0,0 1-5 0,0 12-7 0,0 46-2 0,0 38-3 0,12 60 1 0,12 59-5 0,-12-37-2 0,-12-47 1 0,1-36 1 0,-1-47-1 0,24 0-2 0,-12-24-1 0,11-12-7 0,-11 0-30 0,0-24-73 0</inkml:trace>
  <inkml:trace contextRef="#ctx0" brushRef="#br0">6205 2429 44 0,'-24'-13'11'0,"12"2"2"0,12 11 1 0,12-23 9 0,12 10-9 0,35 1-6 0,35 0-2 0,26-11 0 0,23 12 1 0,11-14-3 0,25 13-3 0,0-12 0 0,-13 24 3 0,26 0 1 0,10-12-4 0,36-11 0 0,-1-2 1 0,-22 14-1 0,-24 11 0 0,-24 0 0 0,24-12-1 0,-1-12 0 0,12 0 1 0,-23 11-1 0,-24 3 0 0,-35-1 0 0,-50 22 0 0,14-1 1 0,-13-10-1 0,1 13 0 0,10-13 1 0,-10 12-1 0,-24 0 0 0,13 1 0 0,-15-13 0 0,-10 11 0 0,-12-11 0 0,-24 12 0 0,24 12 0 0,-24-12 1 0,0 11-1 0,0 0 0 0,-12 27 0 0,0-4-1 0,-1 26 2 0,2-1-1 0,11 0 1 0,0 0-1 0,11-10 0 0,-11-14 1 0,-11 37-1 0,-1-13 1 0,12-24-1 0,-13 1 0 0,13-12 1 0,-11 24 0 0,-1-12-1 0,-1-14 1 0,3 3 0 0,10 10-1 0,0-23 0 0,-11 0 1 0,11-12 0 0,0-12 1 0,-25 11 0 0,-11-22-2 0,-12 11-4 0,-24 59-129 0</inkml:trace>
  <inkml:trace contextRef="#ctx0" brushRef="#br0">3871 3680 14 0,'0'0'15'0,"-11"-13"3"0,11-11-4 0,-13 11 0 0,13 3 2 0,13 33-2 0,21 25-11 0,-22-25 0 0,12 2 3 0,-1-2-1 0,-10-11-2 0,11-12 0 0,23-23 2 0,12-25-3 0,1-12-1 0,0 13 0 0,11 10-1 0,-23 14 1 0,0-13 3 0,10 13-1 0,3-25-3 0,-2 23 1 0,-23 25-1 0,-24 0-2 0,-1 13-43 0,2-1-23 0</inkml:trace>
  <inkml:trace contextRef="#ctx0" brushRef="#br0">3835 4442 10 0,'12'-13'9'0,"-12"1"15"0,0 12 3 0,13 0-6 0,-13 12-16 0,11 1 6 0,-1 10-2 0,3 1-2 0,10 0-5 0,-10-1 0 0,-1-12-1 0,-12 2 2 0,11-13 0 0,14-13-1 0,-1 2 0 0,11-24 1 0,13-1-2 0,-1 13 0 0,-23-2 0 0,12 0 1 0,-23 15 0 0,-2-1 2 0,1-2-1 0,-12 13-1 0,0-12-1 0,11 12-1 0,-11 12-4 0,13 1-107 0</inkml:trace>
  <inkml:trace contextRef="#ctx0" brushRef="#br0">798 4132 7 0,'-13'-12'17'0,"2"0"-4"0,11-12 7 0,0 1 5 0,0 23-17 0,11 23 0 0,14 13-3 0,-14-13 0 0,25-11 1 0,12-1-2 0,13-22-1 0,9-24-1 0,14-13-2 0,-25 0 1 0,-11 14 2 0,-24 9-1 0,-1 13-1 0,14 12-5 0,-14 24-50 0,-12-11 0 0</inkml:trace>
  <inkml:trace contextRef="#ctx0" brushRef="#br0">785 4798 14 0,'0'0'4'0,"13"-12"12"0,10 12-3 0,-10 24 4 0,-13-11-4 0,12 21-3 0,-12-21-4 0,24-1-2 0,-1-12-2 0,25-36 0 0,24 0-1 0,23-11 0 0,-12-1-1 0,-36 24 2 0,-22 12 0 0,-25 24-4 0,0 24-79 0</inkml:trace>
  <inkml:trace contextRef="#ctx0" brushRef="#br0">4477 9705 54 0,'-47'0'8'0,"22"-25"9"0,15 13 6 0,45-12-6 0,12 12-8 0,26 12 0 0,33 0 0 0,37-11-2 0,0-2-2 0,-24 13 0 0,-11 0 1 0,-25-12 1 0,-12 0-4 0,-23 12-1 0,-12 0-1 0,-12 0 0 0,-13-11-2 0,-22 11-15 0,-49 11-41 0,12 13-26 0</inkml:trace>
  <inkml:trace contextRef="#ctx0" brushRef="#br0">4490 9705 43 0,'-49'11'21'0,"13"-11"12"0,26 0-5 0,10 0-17 0,23 0-2 0,25 10-2 0,59-31 0 0,36-16-2 0,24 13-1 0,-24 12 0 0,-36 1-1 0,-36 11-1 0,-23-13 1 0,-24 13 4 0,0-12-2 0,-14 0-2 0,3 12-3 0,-13 0-15 0,0 37-112 0</inkml:trace>
  <inkml:trace contextRef="#ctx0" brushRef="#br0">24544 3906 11 0,'0'-13'18'0,"-13"1"14"0,13 0-8 0,-12 1-7 0,24-25-3 0,1 12-2 0,-2 11-7 0,-11 38 0 0,12 11 1 0,-12 11-3 0,11 13 0 0,14-12-1 0,-14-13 0 0,13-23 0 0,48-70 6 0,47-63-6 0,11 26-3 0,-34 24 2 0,-47 35 0 0,-38 36 1 0,-11 0 0 0,0-12-3 0,35 24-63 0,-24 1-17 0</inkml:trace>
  <inkml:trace contextRef="#ctx0" brushRef="#br0">24507 5822 30 0,'0'-11'25'0,"0"-26"6"0,0 14-9 0,0 23-12 0,12 0-7 0,-12 47 5 0,0 25-4 0,0-26 0 0,36-21-2 0,59-71 2 0,12-27 1 0,-12 14-3 0,-35 23-1 0,-36 24 2 0,-24 12-3 0,23 0 0 0,-10 0-37 0,-1 36-45 0</inkml:trace>
  <inkml:trace contextRef="#ctx0" brushRef="#br0">24424 6703 54 0,'-12'-12'25'0,"-1"-1"-1"0,26 13-13 0,-1 25-1 0,12 11-3 0,-1 24-5 0,-10-26 2 0,10-9 1 0,14-25 2 0,57-83-2 0,48-48 3 0,-22 47-4 0,-61 37 0 0,-46 36-2 0,-1 11 2 0,-12 0-130 0</inkml:trace>
  <inkml:trace contextRef="#ctx0" brushRef="#br0">6336 6192 20 0,'0'0'12'0,"0"0"4"0,0 0-6 0,0-13-5 0,22 13-3 0,39-12 0 0,10 12 1 0,1 0 0 0,-13-23 0 0,-35-13 0 0,-12 24-1 0,-12 0 0 0,-25-1-2 0,-21 13 1 0,-14 0 0 0,12-11-1 0,25 22 0 0,-2 14-1 0,25 0 1 0,0-14 0 0,36 1 1 0,0-24-1 0,1 1 1 0,-26 11-1 0,-35 11 1 0,-47 12 1 0,-13 1-1 0,49-24 2 0,35-12 0 0,58-11-2 0,74 11-73 0</inkml:trace>
  <inkml:trace contextRef="#ctx0" brushRef="#br0">6847 5632 61 0,'-47'-36'4'0,"-1"36"-3"0,35-11 3 0,13 11 11 0,0-13-1 0,36 13-8 0,36-12-3 0,35 12-1 0,-35 0 0 0,-48 0 0 0,-36 0 0 0,-72 0-1 0,-10 12-1 0,22 1 2 0,48-13 0 0,24-13 0 0,72-11-2 0,23-10 1 0,0 21-1 0,-59 13 0 0,-36 0 2 0,-24 0 0 0,-47 0 0 0,-12 13 1 0,46-2 0 0,14-1-2 0,46 3 0 0,61 24-67 0,-72-37 20 0</inkml:trace>
  <inkml:trace contextRef="#ctx0" brushRef="#br0">6228 6297 49 0,'-13'-21'15'0,"13"21"-18"0,61 0 6 0,-13-37 6 0,-1 13 7 0,12 12-8 0,-23 12-5 0,-36 0 2 0,-47 0-2 0,-25 12-2 0,25-1 0 0,23-11 1 0,35 0-2 0,38 0 1 0,9-11-1 0,-22 11 1 0,-36 0 3 0,-23-12-3 0,-1 12-1 0,35 0-100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20685 8977 17 0,'0'-34'20'0,"23"21"-21"0,-10-11 3 0,-2 0 11 0,2 1 5 0,-2 34-2 0,-11 37 0 0,-24 71-7 0,0 24-2 0,-12-12 0 0,0-24-3 0,13-25-3 0,10-21 0 0,3-26-21 0,-2-23-37 0,0-12 14 0</inkml:trace>
  <inkml:trace contextRef="#ctx0" brushRef="#br0">20566 9096 26 0,'0'-11'8'0,"0"-37"20"0,34 25-2 0,2 10-7 0,0 37-8 0,13 24-5 0,-2 35-3 0,0-12 0 0,25 1 1 0,12-13-3 0,-2-11 0 0,-11-25-5 0,-22-23-14 0,-26-23-13 0,2-25-22 0,-25 48 32 0</inkml:trace>
  <inkml:trace contextRef="#ctx0" brushRef="#br0">21339 8882 14 0,'0'-23'15'0,"25"-14"3"0,-14 14-2 0,-11 23 5 0,0 35 0 0,-23 49-9 0,-13 46-4 0,25 2-4 0,-2-25 0 0,1-49-2 0,12-8-1 0,0-16-53 0,12-34-13 0</inkml:trace>
  <inkml:trace contextRef="#ctx0" brushRef="#br0">21602 9550 28 0,'0'-37'13'0,"48"1"-6"0,-37 13 8 0,1-2 7 0,-12 14-7 0,0 11-6 0,-12 11-3 0,1 26-1 0,-2-3-1 0,13 3 0 0,0-1 0 0,0-13-2 0,0 2 0 0,24-14-2 0,-12-11 1 0,24 0 0 0,-12 0-3 0,11-24-14 0,-11 12-29 0,-12 0-21 0</inkml:trace>
  <inkml:trace contextRef="#ctx0" brushRef="#br0">21733 9192 76 0,'-24'-36'16'0,"24"-1"-12"0,36 37-26 0,-25 0-42 0</inkml:trace>
  <inkml:trace contextRef="#ctx0" brushRef="#br0">22197 9358 10 0,'0'0'6'0,"24"-13"41"0,-24 13-16 0,-36 0-16 0,-12 13-8 0,12 24-2 0,13 10-2 0,35 0-2 0,12 1 0 0,12-35 0 0,-1 10 0 0,24-12 0 0,-23-11-2 0,-12 0-16 0,-24 0-88 0</inkml:trace>
  <inkml:trace contextRef="#ctx0" brushRef="#br0">22970 9215 26 0,'0'0'25'0,"-11"-12"-2"0,47 12-5 0,24-11-8 0,34 11-5 0,14 0 1 0,-14 0-4 0,-21 0 0 0,-14 0-2 0,-35 0-5 0,-12 0-21 0,-12-12-54 0</inkml:trace>
  <inkml:trace contextRef="#ctx0" brushRef="#br0">23257 8989 35 0,'-12'-12'13'0,"-12"12"13"0,36 71-4 0,-12 25-7 0,12-13-11 0,12-11-3 0,1-13-110 0</inkml:trace>
  <inkml:trace contextRef="#ctx0" brushRef="#br0">24305 8846 35 0,'0'0'9'0,"12"-12"15"0,0 24-4 0,-24 35-7 0,-24 24-8 0,-12 13-2 0,-23-24-1 0,-1-24 1 0,0-11-2 0,25-25-3 0,12-25-4 0,23-23 0 0,-1 0 2 0,26 1 1 0,23 23 2 0,11 24 1 0,13 48 4 0,11 35 0 0,-10 12 1 0,-4-11 0 0,-8-36-3 0,-1-25 0 0,-25-11-4 0,0-12-34 0,-23 0-30 0</inkml:trace>
  <inkml:trace contextRef="#ctx0" brushRef="#br0">19923 10157 75 0,'-13'-25'6'0,"-10"13"-1"0,46 12 3 0,13-13 5 0,24 13-9 0,46 0-2 0,62 0-3 0,58-10 1 0,96-1-2 0,94-2 2 0,37 1-2 0,47 0 0 0,37-1 0 0,-14 2-1 0,-59-1 2 0,-83 1 1 0,-95-14-1 0,-130 2 8 0,-97 0 3 0,-59-2-6 0,0 13-4 0,-48 12-29 0,-36 12-52 0</inkml:trace>
  <inkml:trace contextRef="#ctx0" brushRef="#br0">20708 10693 59 0,'0'0'0'0,"37"-73"5"0,10 25 13 0,-11 48 8 0,-49 84-10 0,-34 58-4 0,0 2-5 0,11-1-5 0,0-36-2 0,12-49-21 0,12-45-32 0,-1-36-12 0</inkml:trace>
  <inkml:trace contextRef="#ctx0" brushRef="#br0">20649 10680 28 0,'12'-37'15'0,"-12"3"2"0,11 34-11 0,-11-12 24 0,13 58-11 0,10 62-7 0,37 10-5 0,35-21-5 0,13-14-1 0,-26-35-8 0,-21-25-12 0,-15-69-11 0,3-50-6 0,-2-34 12 0,-23 9 41 0,-24 74 29 0,-36 60-22 0,-12 81-7 0,12 1-9 0,25 1-6 0,22 58-87 0,2-141 48 0</inkml:trace>
  <inkml:trace contextRef="#ctx0" brushRef="#br0">21650 11108 74 0,'0'-11'14'0,"23"-12"-12"0,-12-2 23 0,-45 25 1 0,-26 36-10 0,-12 35-7 0,37 13-5 0,47-24-1 0,70-26-2 0,25-34-6 0,13-47-38 0,-36 23-62 0</inkml:trace>
  <inkml:trace contextRef="#ctx0" brushRef="#br0">22257 10990 54 0,'0'-12'46'0,"59"-13"-29"0,35 14 3 0,15 11-16 0,22-12-11 0,-47 12-99 0</inkml:trace>
  <inkml:trace contextRef="#ctx0" brushRef="#br0">22625 10764 135 0,'-59'34'11'0,"35"62"-2"0,24-12-4 0,0-25-4 0,24-11-25 0,35-13-91 0</inkml:trace>
  <inkml:trace contextRef="#ctx0" brushRef="#br0">23614 10513 83 0,'0'-25'11'0,"25"50"7"0,-25 59 6 0,-37 12-11 0,-22-2-5 0,-1-22-4 0,-36-12-2 0,14-37-1 0,46-35-3 0,24-49-8 0,12 15 2 0,24-2 3 0,35 37 3 0,13 11 5 0,10 47 5 0,2 48-6 0,-36-11-1 0,-12-37-13 0,-12 1-105 0</inkml:trace>
  <inkml:trace contextRef="#ctx0" brushRef="#br0">24269 10823 92 0,'0'0'7'0,"-24"-36"15"0,12 13-11 0,1-2 0 0,-37 25-7 0,-36 12-4 0,-22 12 2 0,22 12-1 0,59 12-2 0,25 12 2 0,49-26-1 0,22-9-1 0,13-25 1 0,-13-48-3 0,1-34 4 0,-25-39-7 0,1 3 5 0,-24 10 3 0,-24 24 4 0,12 50-2 0,-12 34-3 0,-12 71 3 0,-12 84 3 0,12 0 2 0,12-25 1 0,0-46-4 0,12-49-2 0,-12-35 1 0,0-23-6 0,0-1-49 0,0 11-46 0</inkml:trace>
  <inkml:trace contextRef="#ctx0" brushRef="#br0">21959 12335 21 0,'0'0'0'0,"24"-72"59"0,-12 49-24 0,-12 23-13 0,0 95-5 0,-36 60-8 0,-12-13-4 0,-11-21 1 0,-25-50 0 0,0-48-4 0,26-59 0 0,22-47 0 0,36-1-3 0,23 25 3 0,1 35-2 0,48 48-2 0,11 60 0 0,1 34 2 0,-38-47-1 0,-33-23 3 0,-13-25-22 0,12-46-123 0</inkml:trace>
  <inkml:trace contextRef="#ctx0" brushRef="#br0">22292 12585 99 0,'0'0'9'0,"-12"-12"17"0,60 0-12 0,24-1-7 0,10 2-5 0,-33 11-1 0,9 0-11 0,-9 0-52 0,-37 11-11 0</inkml:trace>
  <inkml:trace contextRef="#ctx0" brushRef="#br0">22376 12774 59 0,'-36'0'32'0,"24"0"13"0,24-10-28 0,48-14-10 0,22 12-1 0,2 0-3 0,-36 12-2 0,11 0-29 0,-35 12-84 0</inkml:trace>
  <inkml:trace contextRef="#ctx0" brushRef="#br0">23269 12393 75 0,'0'-21'10'0,"25"-52"21"0,-14 25-2 0,-11 25-18 0,12 23-8 0,-12 71 3 0,-12 48 0 0,-12 24-1 0,24-48-2 0,0-23 0 0,0-13 1 0,0-35-1 0,0-11 0 0,13-38 4 0,-13 0-8 0,0-9-52 0,-13 34-47 0</inkml:trace>
  <inkml:trace contextRef="#ctx0" brushRef="#br0">21268 12180 58 0,'12'-24'16'0,"24"-11"22"0,-24 23-20 0,-48 12-11 0,-60 12-5 0,-10 0 1 0,58-12-1 0,36 23-2 0,-1 13 1 0,13 0-1 0,0-1 1 0,0 37 2 0,0 23-3 0,0 48 3 0,0-13 0 0,13-9 1 0,-13-27-1 0,23 13-2 0,-10-11-1 0,-1-25 1 0,-12-24 1 0,12-34 1 0,35-13-1 0,48-13-1 0,60 2-27 0,-1 11-80 0</inkml:trace>
  <inkml:trace contextRef="#ctx0" brushRef="#br0">23852 11954 90 0,'0'0'1'0,"-35"-24"2"0,82 1 6 0,25 10-1 0,-1 13-1 0,-11 13 0 0,-25-13-4 0,-11 23 2 0,-12 38-4 0,-12 33 2 0,24 49 2 0,-12 35-5 0,13 1 2 0,-14-24-1 0,1-48 2 0,-35-25 1 0,-14 2-2 0,13-24-1 0,0-49 2 0,-11-11-1 0,10 0-1 0,-11-11 0 0,13-1 0 0,12 1 1 0,-2 11 1 0,13 0-3 0,0 0 0 0,-11 11 1 0,11-11-1 0,0 0-9 0,-13 12-117 0</inkml:trace>
  <inkml:trace contextRef="#ctx0" brushRef="#br0">22388 13835 71 0,'12'-36'17'0,"-12"36"17"0,0 60-15 0,-12 71-6 0,-24 1-5 0,-24-27-1 0,-35-34-3 0,-1-21 0 0,37-63-2 0,36-45-1 0,23-15-2 0,10 37 0 0,39 24 0 0,34 49 0 0,0 34 0 0,-11-12 1 0,-24 13 0 0,-24-25-9 0,-12-36-109 0</inkml:trace>
  <inkml:trace contextRef="#ctx0" brushRef="#br0">22673 14133 56 0,'0'0'0'0,"36"-61"24"0,23 50-15 0,0-1-9 0,2 24-37 0,-49-12-1 0</inkml:trace>
  <inkml:trace contextRef="#ctx0" brushRef="#br0">22781 14216 20 0,'-47'24'32'0,"34"0"-6"0,13-24-14 0,72-12-10 0,47-24-57 0,-107 36 25 0</inkml:trace>
  <inkml:trace contextRef="#ctx0" brushRef="#br0">23245 13967 24 0,'0'-50'40'0,"24"16"-13"0,12 22-16 0,-1 0-7 0,12 36-2 0,-34 10 2 0,-1 39 1 0,-24-2-2 0,-12 1 0 0,-24-12 0 0,1-13 0 0,23-10-2 0,12-26 0 0,36-11-1 0,71 0 0 0,12-11-1 0,-35-2 0 0,-25 1 1 0,-35 12 1 0,0-12-1 0,0 12 0 0,1 0-9 0,-13 24-35 0,0-11-24 0</inkml:trace>
  <inkml:trace contextRef="#ctx0" brushRef="#br0">22471 14978 34 0,'11'-48'28'0,"14"-23"12"0,10 35-13 0,-24 36-14 0,-11 107 1 0,0 48-3 0,0-12-9 0,13-35-1 0,-13-49-9 0,-13-47-57 0,13-12-8 0</inkml:trace>
  <inkml:trace contextRef="#ctx0" brushRef="#br0">22328 15121 53 0,'-24'-11'36'0,"24"-2"7"0,24 37-24 0,36 36-7 0,-2 24-5 0,15-26-6 0,-14-11-3 0,-12-22-54 0,-22-25-25 0</inkml:trace>
  <inkml:trace contextRef="#ctx0" brushRef="#br0">22804 15181 114 0,'-11'0'19'0,"-1"47"17"0,-24 1-23 0,12 23-11 0,-24-11-55 0,25-36-44 0</inkml:trace>
  <inkml:trace contextRef="#ctx0" brushRef="#br0">21137 15883 43 0,'-13'-36'48'0,"13"36"-11"0,-10 84-16 0,-2 70-10 0,-12-23-7 0,12-35-3 0,-1-37-8 0,2-22-47 0,11-50-33 0</inkml:trace>
  <inkml:trace contextRef="#ctx0" brushRef="#br0">21042 15906 49 0,'0'-34'44'0,"11"9"-6"0,2 13-21 0,23 49-7 0,-1 22-2 0,37 37-4 0,-13-2-2 0,12-22-2 0,-23-37 1 0,0-23-10 0,-12 1-50 0,-24-26-32 0</inkml:trace>
  <inkml:trace contextRef="#ctx0" brushRef="#br0">21554 15812 67 0,'-13'-12'48'0,"2"71"-12"0,-1 48-17 0,-1 12-14 0,3-35-3 0,20-37-14 0,26-35-120 0</inkml:trace>
  <inkml:trace contextRef="#ctx0" brushRef="#br0">21865 16240 40 0,'0'-37'45'0,"23"3"-6"0,-23 34-23 0,11 24-4 0,-11 47-1 0,0 12-4 0,12-22-4 0,12-27-2 0,0-34 0 0,12-34-42 0,-12 9-64 0</inkml:trace>
  <inkml:trace contextRef="#ctx0" brushRef="#br0">21959 16002 96 0,'-12'0'10'0,"0"-25"6"0,24 38-73 0,0-1 12 0</inkml:trace>
  <inkml:trace contextRef="#ctx0" brushRef="#br0">22316 16109 102 0,'0'0'15'0,"-24"-11"26"0,-11 34-29 0,-12 37-9 0,22 12 0 0,37-13-3 0,71-36 1 0,13-11-13 0,10-47-86 0,-81 23 50 0</inkml:trace>
  <inkml:trace contextRef="#ctx0" brushRef="#br0">23006 16050 63 0,'-36'-12'15'0,"13"1"27"0,23-2-27 0,48 13-12 0,36 0-3 0,22-24-1 0,-10 0-22 0,-60 1-37 0,-36-1 11 0</inkml:trace>
  <inkml:trace contextRef="#ctx0" brushRef="#br0">23269 15847 12 0,'0'0'0'0,"-48"-12"71"0,1 49-31 0,22 57-21 0,14 13-15 0,22-35-3 0,14-14-55 0,10-58-20 0</inkml:trace>
  <inkml:trace contextRef="#ctx0" brushRef="#br0">23590 15764 60 0,'0'-36'59'0,"49"12"-40"0,21 60-14 0,-34 24 2 0,-36 23 4 0,-13-23 0 0,-21-1-6 0,9-23-4 0,50-13 0 0,70-23-2 0,0-23-16 0,-12 12-30 0,-70 11-52 0</inkml:trace>
  <inkml:trace contextRef="#ctx0" brushRef="#br0">20566 16835 137 0,'0'-12'3'0,"70"-11"0"0,122-1 8 0,212-24-1 0,192 1-9 0,107 11-6 0,-1 0-6 0,-178 24 7 0,-417 12 3 0,358-23 0 0,-216 23 2 0,-213 0-4 0,-143 23-67 0,71-11 24 0</inkml:trace>
  <inkml:trace contextRef="#ctx0" brushRef="#br0">21971 17145 104 0,'-24'-25'15'0,"24"62"5"0,-12 58-8 0,-1 24-11 0,-21 11-6 0,22-80 2 0,1-4-66 0,-2-46 8 0</inkml:trace>
  <inkml:trace contextRef="#ctx0" brushRef="#br0">21852 17120 55 0,'-12'-23'44'0,"0"0"-8"0,36 35-27 0,46 72-8 0,15 21-1 0,-14-21-4 0,1-24 0 0,-25-12-19 0,-11-48-83 0</inkml:trace>
  <inkml:trace contextRef="#ctx0" brushRef="#br0">22316 17062 102 0,'0'0'6'0,"-36"24"19"0,13 71-15 0,-13 48-10 0,12-37-12 0,24-22-60 0,0-72 22 0</inkml:trace>
  <inkml:trace contextRef="#ctx0" brushRef="#br0">22602 17371 65 0,'0'-12'18'0,"-13"-1"27"0,-57 74-26 0,-3 10-15 0,62-23 2 0,47-12-5 0,59-24-18 0,24-48-107 0</inkml:trace>
  <inkml:trace contextRef="#ctx0" brushRef="#br0">22995 17288 45 0,'-12'-13'26'0,"12"2"11"0,48-1-27 0,34 1-8 0,26-14-1 0,-24 2-19 0,-38 0-51 0,-33-2 37 0</inkml:trace>
  <inkml:trace contextRef="#ctx0" brushRef="#br0">23317 17049 22 0,'-23'0'45'0,"-26"13"1"0,13 58-28 0,12 24-12 0,24-11-7 0,36-13-77 0,-36-71 34 0</inkml:trace>
  <inkml:trace contextRef="#ctx0" brushRef="#br0">23590 17086 92 0,'12'-71'15'0,"36"21"4"0,0 40-13 0,-25 45-4 0,1 37-2 0,-24 11 0 0,-36 0 2 0,-11-11-2 0,-13-13 3 0,36-35 1 0,36-11-3 0,60-26 1 0,35-11-3 0,-24 11 1 0,-47 3-3 0,-13 10-83 0,-10 0 43 0</inkml:trace>
  <inkml:trace contextRef="#ctx0" brushRef="#br0">24233 17120 76 0,'0'0'0'0,"36"-46"29"0,-13 21 2 0,-10 2-19 0,-13 23-8 0,12-24 2 0,-12-13-2 0,-12-21-3 0,-37 34 0 0,3 24 2 0,-2 0-3 0,-12 36 0 0,37 35-1 0,34 1-3 0,49-1 2 0,0 12-1 0,-37-35 2 0,-34-24 0 0,-85-60 10 0,84-23-5 0,60-25-7 0,71-10-115 0,-108 81 79 0</inkml:trace>
  <inkml:trace contextRef="#ctx0" brushRef="#br0">22126 14621 29 0,'-12'-13'34'0,"-12"2"-22"0,-12 11 6 0,11 0 0 0,15 0-4 0,10 0-5 0,71-12-4 0,96-12-2 0,95 12-1 0,71 0-6 0,-11 24-2 0,-191-12 4 0,-12 0 1 0,47-23-2 0,-70 11 3 0,-61 1-9 0,-47 11-34 0,-35 0-23 0</inkml:trace>
  <inkml:trace contextRef="#ctx0" brushRef="#br0">21828 14740 105 0,'-48'0'2'0,"-59"-11"-2"0,71 11 14 0,25 0-5 0,46 11 0 0,60-11-1 0,84-24-2 0,71-13-5 0,60 16-3 0,11 8-2 0,-47-11-2 0,-47 11 4 0,-50 2 0 0,-45-1 1 0,-60 1 1 0,-49-2-5 0,-12 1-19 0,-57 12-69 0</inkml:trace>
  <inkml:trace contextRef="#ctx0" brushRef="#br0">21399 14740 66 0,'0'-36'7'0,"-24"24"-9"0,1-1 4 0,-49 13 3 0,-23 25 4 0,-12-13-1 0,-24 1-6 0,-24 69-1 0,-47 2-2 0,-13 35 3 0,-35 24-2 0,24 11 0 0,47 26 0 0,47 21 1 0,50-10 0 0,58-1-2 0,0 1 1 0,36-24-1 0,24-36 2 0,59-36 5 0,35-47-1 0,26-14-1 0,-37-21-2 0,-70-1 1 0,-15-24-1 0,-34-12 0 0,12-11-1 0,-12 10-1 0,-12-22-2 0,-35 10 2 0,-1 15 0 0,12-2-1 0,13-1 2 0,11 14 1 0,12 11-1 0,12 11-1 0,23 14 0 0,1 21 2 0,36-21-2 0,-25 11 4 0,-35-13 0 0,-48 14 4 0,-23 10-3 0,-13 13-4 0,1-1-1 0,35-23-28 0,24-24-64 0</inkml:trace>
  <inkml:trace contextRef="#ctx0" brushRef="#br0">9717 16466 39 0,'0'0'2'0,"36"-35"6"0,-24 12 10 0,-12-2-5 0,-12-11-6 0,-24 1-1 0,-35 10 0 0,0 25-3 0,-14 71-2 0,3 37-3 0,58 0 1 0,72-37 0 0,35-35 3 0,12-72-7 0,0-47 0 0,-35-37-6 0,-47-46 4 0,-26-12 10 0,-11 57 13 0,0 75-7 0,12 69-7 0,1 84 2 0,22 72-1 0,13-11-4 0,25-26-12 0,21-24-34 0,-34-105 1 0</inkml:trace>
  <inkml:trace contextRef="#ctx0" brushRef="#br0">10086 16287 72 0,'24'-23'3'0,"12"12"5"0,24-14-7 0,23 13-7 0,-23-1-31 0,-37 13 0 0</inkml:trace>
  <inkml:trace contextRef="#ctx0" brushRef="#br0">10134 16466 53 0,'0'0'0'0,"-71"13"22"0,83-13-10 0,83-37-9 0,84-22-8 0,-13 11-76 0</inkml:trace>
  <inkml:trace contextRef="#ctx0" brushRef="#br0">10896 15977 4 0,'-23'-58'23'0,"-1"11"0"0,12-3-9 0,36 50-7 0,34 121 2 0,27 68-6 0,-14-21-3 0,-23-60 0 0,-13-85 9 0,-11-107 0 0,-24-82-5 0,0-84-1 0,24 107-4 0,-12 95-29 0,0 48-41 0</inkml:trace>
  <inkml:trace contextRef="#ctx0" brushRef="#br0">11468 15919 25 0,'0'12'8'0,"-12"59"9"0,-1 12-4 0,13 1-3 0,36-37-6 0,24-35-1 0,23-47 0 0,-47-26 1 0,-36-33-1 0,-70 22 1 0,-14 60-2 0,12 48-6 0,47 12-32 0,61-25-17 0</inkml:trace>
  <inkml:trace contextRef="#ctx0" brushRef="#br0">11967 15883 43 0,'13'-48'26'0,"-1"25"-11"0,-48 46-8 0,0 37-4 0,1 11-2 0,35 1 0 0,71-25 0 0,36-34 0 0,24-50-10 0,0-22-75 0</inkml:trace>
  <inkml:trace contextRef="#ctx0" brushRef="#br0">12814 15847 18 0,'-24'-12'9'0,"-1"-23"6"0,2-14 4 0,10 26-6 0,-23-1-7 0,-10 12-5 0,-2 12 0 0,1 12 2 0,-1 24-2 0,-12 24-1 0,13-1 0 0,11-12-1 0,36-10 1 0,0-26 1 0,23 1-2 0,13-24 2 0,1-11-2 0,-3-13 2 0,15-37 0 0,-37 51 0 0,-12 22 0 0,11 12-1 0,13 23-1 0,24-23 2 0,46-12 0 0,-9-47-1 0,-14-25-2 0,-35-22 0 0,-13-50-1 0,-23 49 7 0,-11 58 3 0,-1 62-4 0,-1 58 0 0,13 24-4 0,25-12 0 0,46-58 0 0,35-62-4 0,-9 2 3 0,-62 34 1 0,-60 26 2 0,-82-3-1 0,-47-9-8 0,70-13-55 0</inkml:trace>
  <inkml:trace contextRef="#ctx0" brushRef="#br0">11754 16835 60 0,'0'-12'1'0,"12"72"1"0,35 119 2 0,13 23-8 0,-24-11-3 0,11-84 3 0,0-72-23 0,-34-35 3 0</inkml:trace>
  <inkml:trace contextRef="#ctx0" brushRef="#br0">12075 16728 75 0,'0'0'0'0,"-12"-12"2"0,0 156-2 0,12 58-3 0,48-36-1 0,24-48-8 0,-25-34-40 0</inkml:trace>
  <inkml:trace contextRef="#ctx0" brushRef="#br0">11527 17336 30 0,'-23'-24'15'0,"34"-24"-12"0,121-12 5 0,70-35 1 0,12 24-10 0,-83 48-47 0,-120 23 32 0</inkml:trace>
  <inkml:trace contextRef="#ctx0" brushRef="#br0">11611 17526 31 0,'-72'36'9'0,"72"-24"-1"0,108-85-2 0,105-82 3 0,75-10-22 0,-182 117-25 0</inkml:trace>
  <inkml:trace contextRef="#ctx0" brushRef="#br0">13230 16739 53 0,'0'0'0'0,"-35"-11"1"0,11 35-1 0,-12 13 12 0,36-3-4 0,12 3-6 0,12-3-1 0,22-34 2 0,3-47 0 0,-13-24 0 0,-36-12-1 0,-36 47-4 0,-35 24 2 0,11 24-1 0,35-24 2 0,50-49 0 0,47 3-1 0,10 45-1 0,38 121-1 0,23 71 2 0,-72 11-2 0,-60-47 6 0,-47-106 12 0,-22-98-10 0,10-83-2 0,84-21-14 0,106 10-63 0,-105 131 47 0</inkml:trace>
  <inkml:trace contextRef="#ctx0" brushRef="#br0">14147 16240 35 0,'0'-24'8'0,"-12"11"4"0,35 13 3 0,-10 37-3 0,-1 10-5 0,-12 24-5 0,36-21-2 0,-1-16 1 0,25-22-1 0,-12-24 1 0,11-47-1 0,-11 0 0 0,-35-1 1 0,-2 12 0 0,1 25 0 0,-12 11 0 0,11 12-1 0,1 35 0 0,-1 13 0 0,14-12-1 0,11-1 1 0,10-23 1 0,26-47-2 0,-24-13 1 0,13 0 1 0,-27 13 0 0,2 35 0 0,-12 22 0 0,-12 3 0 0,-12-13 3 0,-12-24-2 0,24-35-1 0,24-2-2 0,12 49 2 0,11 37-3 0,37-13 3 0,-26-24-9 0,-45-24-25 0,-25 0-25 0</inkml:trace>
  <inkml:trace contextRef="#ctx0" brushRef="#br0">15099 15822 73 0,'-23'0'5'0,"10"0"-2"0,62 25-61 0</inkml:trace>
  <inkml:trace contextRef="#ctx0" brushRef="#br0">15290 15966 21 0,'-12'-12'19'0,"1"1"9"0,22 11-11 0,1 59-8 0,12 12-7 0,0 1-2 0,0-36-18 0,-12-24-50 0</inkml:trace>
  <inkml:trace contextRef="#ctx0" brushRef="#br0">15683 15943 30 0,'0'-24'5'0,"12"0"10"0,12-12-9 0,-13 12-2 0,-22 1 2 0,-25-1 0 0,1 12-2 0,-13 12-1 0,-1 36 2 0,3 11 0 0,10 13-3 0,36-25-1 0,48-23 0 0,11-1-3 0,1 73 1 0,-24 24 0 0,-13-13 0 0,12-47-4 0,-10-36-47 0,-25-12 25 0</inkml:trace>
  <inkml:trace contextRef="#ctx0" brushRef="#br0">15874 15751 45 0,'0'-23'13'0,"-12"12"0"0,12 45-1 0,12 62-5 0,24 0-4 0,-1-25-1 0,-12-47-2 0,13-35 3 0,-11-62-1 0,-13-22-2 0,11 24 1 0,-23 47 0 0,11 11-1 0,2 26 0 0,10 11 1 0,26 23-2 0,-2-35 1 0,36-12 0 0,-11-59-1 0,-12-12 1 0,-26-50 3 0,-34 87-1 0,-34 57 1 0,-14 61 1 0,48-13-5 0,82-35 4 0,74-24-12 0,-72-12-79 0</inkml:trace>
  <inkml:trace contextRef="#ctx0" brushRef="#br0">15326 16978 20 0,'0'-23'4'0,"-12"-13"11"0,12 0 2 0,0 24-7 0,12 12-3 0,12 72-1 0,0 23-4 0,12-24-2 0,-13-35 0 0,1 0 2 0,0-72 0 0,-12-35 0 0,0-1-1 0,0 25 0 0,0 35-1 0,0 24-1 0,11 11 0 0,13-11 0 0,36-24 2 0,-14-23 0 0,-45-1-1 0,-13 12 0 0,-36 12 0 0,24-24 0 0,60-10 0 0,35 9-1 0,-35 37 1 0,-24 71 1 0,-12 0-2 0,10-22 0 0,39-37 2 0,-13-48 0 0,-25-12-3 0,-70-11 0 0,-48 36 0 0,23 10 2 0,48-11 0 0,84-12-1 0,47 13-2 0,0 35 2 0,-24 11 0 0,1-12 0 0,-2-22-9 0,25-49 5 0,-10 1 4 0,-62 12 3 0,-82 23 2 0,-25 48 0 0,-23 59-1 0,47-23 0 0,48-26-4 0,72-34-3 0,11-58-3 0,-36-26-2 0,-47-23 3 0,-23-59 9 0,-1 82 12 0,-11 72-6 0,23 60-3 0,12 47-6 0,47 0 0 0,36-71 0 0,37-35-5 0,-13-14 0 0,-61 73 3 0,-46 12 0 0,-34-25 2 0,22-35-3 0,24-47-38 0,1 35 20 0</inkml:trace>
  <inkml:trace contextRef="#ctx0" brushRef="#br0">17220 16371 98 0,'23'-24'3'0,"1"-47"1"0,-12 71-40 0,-12 11-27 0</inkml:trace>
  <inkml:trace contextRef="#ctx0" brushRef="#br0">24114 11229 2 0,'-12'0'20'0,"-23"11"11"0,11-11-13 0,24-11-9 0,59-2-4 0,49 1-3 0,35 0 1 0,-36 12 1 0,-83-13 1 0,-73 13-3 0,-81 0-1 0,-13 25-1 0,48-13 0 0,71 1 1 0,35-13-1 0,73 0 2 0,11 0-2 0,-11 0 2 0,-25-13-1 0,-36 1 3 0,-10-13-2 0,-13 25-1 0,0-11-4 0,-13 35-95 0</inkml:trace>
  <inkml:trace contextRef="#ctx0" brushRef="#br0">23483 11405 8 0,'0'-11'23'0,"-25"-1"-2"0,25 1-3 0,36 11-9 0,25-12-2 0,10 12-2 0,-11-12-2 0,-37-1 1 0,-34 2-1 0,-37 11-2 0,-36 0 0 0,-11 11 0 0,48 2 0 0,35-13-1 0,36 12 1 0,34-12-1 0,3 0 0 0,-38-12 0 0,-23 12 1 0,-23 0 0 0,-25 0 0 0,-12 0 0 0,25 0-1 0,23 12 0 0,36-12 1 0,23 0-1 0,12 0 0 0,-34 0 0 0,-25 0 0 0,-36 0 1 0,-36 12-1 0,25-12 0 0,23 0 1 0,35 0-2 0,38 0 2 0,9 0-1 0,-33 0-1 0,-14 0 2 0,-11 0-1 0,-11 0 0 0,-1 0 0 0,12 0 0 0,0 0 0 0,12 0 0 0,-12 0-1 0,0 11 2 0,0-11-1 0,0 0 0 0,0 0 0 0,0 0-1 0,11 0 1 0,-11 0-12 0,0 12-9 0,0-12-18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8896 9073 26 0,'0'0'8'0,"0"0"1"0,-12 0 11 0,12 0 0 0,0 0-2 0,-12 12-12 0,12-1-1 0,0-11 2 0,12 0 3 0,36 0-5 0,23 12-3 0,12-12 3 0,12 0 3 0,1 0-1 0,-1-12-1 0,-13 12-2 0,-33-11 1 0,-26-1-2 0,-10 12-1 0,-13 0-2 0,0 0-10 0,12 0-37 0,-12 0-62 0</inkml:trace>
  <inkml:trace contextRef="#ctx0" brushRef="#br0">9277 8918 26 0,'0'0'0'0,"-12"-12"42"0,12-1-9 0,0 13-14 0,0-11-12 0,23 22-2 0,-10 14 2 0,34-13-2 0,13 12 0 0,11-1-3 0,-11 1-1 0,-13-11 0 0,-23-2 0 0,-24 1 2 0,0-12 0 0,0 24-2 0,-13 11 0 0,-21 1 0 0,-14 1 1 0,-13 21-1 0,3-11-1 0,22-10 1 0,12-24 2 0,12-13 3 0,12 0 2 0,0-13-4 0,0 13-4 0,12-12-23 0,0 37-99 0</inkml:trace>
  <inkml:trace contextRef="#ctx0" brushRef="#br0">11635 5489 60 0,'-13'-72'33'0,"13"25"-12"0,13 36-10 0,-1 34-3 0,-24 48 2 0,-24 24-5 0,0 13-3 0,-23-13 0 0,-2-24 2 0,-9-23-2 0,10-23 0 0,24-50-1 0,25-23-2 0,22-23-3 0,37-1 2 0,0 25 0 0,22 34 3 0,-9 38 0 0,10 46 3 0,-11 12-2 0,-1 1 1 0,-35-25-8 0,0-11-60 0,-12-48-7 0</inkml:trace>
  <inkml:trace contextRef="#ctx0" brushRef="#br0">12051 5679 105 0,'0'0'0'0,"-35"-23"25"0,58 23-19 0,49-12-3 0,11 0-3 0,-11-1-2 0,-1 13-20 0,-11 0-49 0,-60 0 43 0</inkml:trace>
  <inkml:trace contextRef="#ctx0" brushRef="#br0">12051 5834 50 0,'-23'0'23'0,"23"-12"-1"0,23 12 9 0,1-24-14 0,24 12-5 0,34-11-10 0,3 11-1 0,-2 12-21 0,-36 12-60 0,-23-12 43 0</inkml:trace>
  <inkml:trace contextRef="#ctx0" brushRef="#br0">12778 5393 43 0,'0'0'12'0,"0"-23"14"0,0 58 15 0,-24 49-17 0,-12 23-11 0,24-13-7 0,12-10-2 0,0-13 1 0,12-21-2 0,-1-16 0 0,-11-22 0 0,0-12-6 0,13-35-133 0</inkml:trace>
  <inkml:trace contextRef="#ctx0" brushRef="#br0">9336 10002 40 0,'0'0'0'0,"-23"-13"36"0,-2 13-2 0,14-12-6 0,-1 12-15 0,60-12-8 0,35 1-2 0,24 11 1 0,-35-12 0 0,-37 12-2 0,-59 12 2 0,-59-12-2 0,-36 11 0 0,-13 13 0 0,50-24 0 0,57 0 0 0,38 0 0 0,58-12 0 0,36 0-1 0,1 12-1 0,-62 0 1 0,-33 12-1 0,-37 0 1 0,-23-12 1 0,11-12-1 0,24 12-1 0,48 0-69 0,-24 12 2 0</inkml:trace>
  <inkml:trace contextRef="#ctx0" brushRef="#br0">9432 10191 41 0,'0'-11'41'0,"0"11"-19"0,0 11-2 0,12 37-6 0,-12 25-4 0,-12-27-2 0,12 2-5 0,0-24 0 0,12-12 0 0,23-12-1 0,37 0 0 0,35 12-2 0,0-12 0 0,-47-12 0 0,-48-24 2 0,-24 24-1 0,-1 12 0 0,13 0 0 0,13 36-3 0,-1 1 2 0,-1-16-3 0,-22 16-72 0,11-37 26 0</inkml:trace>
  <inkml:trace contextRef="#ctx0" brushRef="#br0">10277 10239 81 0,'0'0'0'0,"0"-35"43"0,12 59-26 0,0 47 2 0,0 36-11 0,-12-25-5 0,0-9-1 0,0-37-12 0,36-61-53 0,-26-9-18 0</inkml:trace>
  <inkml:trace contextRef="#ctx0" brushRef="#br0">10515 10204 87 0,'0'-36'40'0,"12"72"-26"0,-12 59 4 0,-12 12-12 0,12-25-4 0,-13-9-7 0,13-49-67 0,0-24 24 0</inkml:trace>
  <inkml:trace contextRef="#ctx0" brushRef="#br0">10206 10370 110 0,'-13'0'10'0,"13"-24"3"0,72 1 6 0,35-13-9 0,23 11-8 0,-10 25-3 0,-48 0-14 0,-49 13-62 0,-23-13 36 0</inkml:trace>
  <inkml:trace contextRef="#ctx0" brushRef="#br0">10086 10501 68 0,'-36'0'46'0,"25"0"-18"0,22-13-13 0,96-8-7 0,61-16-5 0,-2 13-1 0,-58 12-3 0,-73 12-4 0,-35 23-115 0</inkml:trace>
  <inkml:trace contextRef="#ctx0" brushRef="#br0">11087 10417 97 0,'0'-11'12'0,"0"22"-2"0,0 26-2 0,24-3 1 0,11-21-1 0,1-13-3 0,12-23-3 0,-24-13 0 0,-12 0-1 0,-24 0 0 0,-36 24 0 0,0 0 0 0,1 1-1 0,23 22 0 0,24-11 0 0,-12 0 0 0,24 0 0 0,35-11 0 0,25-25 1 0,-12-12-1 0,10 25 0 0,-21-1 0 0,-27 36 0 0,14 59 1 0,-11 25-4 0,11 9 2 0,-13 4 1 0,-35-26 1 0,-24-59 5 0,0-35 3 0,13-62-4 0,46-22-3 0,61 12-5 0,36 11-27 0,-49 37-72 0</inkml:trace>
  <inkml:trace contextRef="#ctx0" brushRef="#br0">12148 10383 46 0,'0'0'0'0,"11"-37"22"0,1-10 17 0,-12 23-15 0,0 24-7 0,0 12-10 0,0 36-4 0,0 23 0 0,0-10-2 0,11-27 0 0,25-22 1 0,36-24-1 0,-14-35 0 0,-9-1 1 0,-14 12-3 0,-10 12 2 0,-14 1-1 0,1 23-1 0,-12 23 1 0,24 14 1 0,-12-3-2 0,24 3-3 0,35-37-33 0,-23 13-65 0</inkml:trace>
  <inkml:trace contextRef="#ctx0" brushRef="#br0">12778 10335 59 0,'0'0'42'0,"0"0"-22"0,12 48-3 0,-12-1-7 0,12-10-5 0,-24-16-3 0,0-8 1 0,12-47 0 0,12-16-2 0,0 3 0 0,22 23-1 0,2 13-1 0,0 22 2 0,0 13 1 0,0 0-2 0,-24-12 1 0,0-1 0 0,12 2 0 0,-1-26 0 0,25-10 1 0,0-25-2 0,0 25 0 0,-48 23 0 0,12 35 0 0,-2 13 0 0,3 0-1 0,-1-24-23 0,-1-24-77 0,-11 0 70 0</inkml:trace>
  <inkml:trace contextRef="#ctx0" brushRef="#br0">13242 10144 92 0,'0'13'0'0,"0"21"-62"0</inkml:trace>
  <inkml:trace contextRef="#ctx0" brushRef="#br0">13623 10406 75 0,'0'0'1'0,"24"-12"2"0,12-24-1 0,-36-10 3 0,-24 9 0 0,-24 1 0 0,14 25 7 0,9-1-4 0,1 12-4 0,-12 35 2 0,1 13 0 0,35-35-5 0,-36 33 6 0,36-10-2 0,47-36 0 0,37-36-4 0,-38 24-2 0,-21 60 2 0,-25 25 6 0,0 9-4 0,24-34-1 0,-12-13-10 0,-1-11-101 0</inkml:trace>
  <inkml:trace contextRef="#ctx0" brushRef="#br0">13838 10287 81 0,'0'0'19'0,"0"25"14"0,0 21-16 0,0 2-10 0,11-12-3 0,13 0-2 0,12-26 0 0,-12-31 0 0,-1-29-3 0,2 3 1 0,-14 12 0 0,1 23 0 0,-12 24 1 0,0 36 0 0,24-14 0 0,12-9-1 0,35-13 3 0,-23-36-1 0,-1-23 0 0,-23-13-3 0,0 12 3 0,-24 35-4 0,-24 38 3 0,13 23-2 0,46 0 3 0,24-25-3 0,-11 13 3 0,-24-24-5 0,-12-12-50 0,-12 13-36 0</inkml:trace>
  <inkml:trace contextRef="#ctx0" brushRef="#br0">14969 10299 44 0,'0'0'7'0,"-24"-48"16"0,24 13 6 0,12-1-6 0,0 13-4 0,0 23-11 0,-12 34-5 0,0 14-1 0,12 0-1 0,-12 0 0 0,0-13 0 0,12-11 0 0,-12-12 1 0,22-24 0 0,3-24-2 0,-1 13 1 0,12 0-1 0,0-2 1 0,-1 0-1 0,-12 25-1 0,2 13 2 0,-14-1-1 0,25 0 0 0,12 1 0 0,-12-13 0 0,-36-25 1 0,-12-11 0 0,0 13-1 0,24-1 0 0,36 0 0 0,23 12-1 0,-35 24 1 0,-24 12-1 0,0 34 1 0,10-21 0 0,39-13-2 0,-25-24 2 0,-36 0 1 0,-36-36 0 0,-12-12 1 0,13 0-2 0,47 14 0 0,47 21-2 0,-11 26 0 0,11 46 0 0,-36 0 2 0,-10-22 0 0,10-37 0 0,25-25-7 0,24-11-11 0,10 24-6 0,-9 12 17 0,-3 23 8 0,-21-23 8 0,-37-23 2 0,-12-12-7 0,-36-1-1 0,-25 48-1 0,-21 36 3 0,57 23-1 0,38-35-1 0,47-25 0 0,23-22-8 0,-47-73 0 0,-24-10 3 0,-12-14 3 0,0 61 1 0,-12 34 4 0,-1 49-2 0,13 36-4 0,36-12 1 0,48-37 2 0,11-12-3 0,-59 26-1 0,-36 22 3 0,-60-11 1 0,25-37-4 0,35-11-131 0</inkml:trace>
  <inkml:trace contextRef="#ctx0" brushRef="#br0">16886 10323 44 0,'0'0'5'0,"-24"-11"22"0,12-2 5 0,24 1-14 0,84-13-5 0,34 25-7 0,13 0-4 0,-35 0-1 0,-73-11 0 0,-35-12-4 0,-47-14 1 0,-1 26 1 0,36 11 2 0,36 36 2 0,12 10 0 0,-12-9-2 0,-48-13-36 0,0-12-48 0</inkml:trace>
  <inkml:trace contextRef="#ctx0" brushRef="#br0">17696 10049 52 0,'0'0'0'0,"0"-47"41"0,12 47-22 0,1 34 4 0,10 87-13 0,24 9-3 0,1-59 0 0,-2-59 1 0,-10-47-1 0,-11-61-3 0,-14-23 0 0,25 1-3 0,-12 93-29 0,12 25-89 0</inkml:trace>
  <inkml:trace contextRef="#ctx0" brushRef="#br0">18160 10097 60 0,'0'0'0'0,"0"23"64"0,0 48-52 0,0 13-2 0,0-13-6 0,12-47 0 0,12-36 1 0,12-47-1 0,-24-24-2 0,-24 11-2 0,-36 60-7 0,12 37-41 0,24-14-41 0</inkml:trace>
  <inkml:trace contextRef="#ctx0" brushRef="#br0">18589 10144 44 0,'12'-24'39'0,"0"1"1"0,-48 12-19 0,-35 32-13 0,-1 29-6 0,36 21 0 0,49-12 1 0,57-23-1 0,26-24-57 0,-60-12-25 0</inkml:trace>
  <inkml:trace contextRef="#ctx0" brushRef="#br0">18969 10168 27 0,'0'0'0'0,"0"0"46"0,-11-24-11 0,-1 12-20 0,1 0-10 0,-2 12-4 0,-22 0 7 0,-1 37 2 0,0 10-5 0,11 24-5 0,25-23 1 0,25-25 1 0,11-23 0 0,11-23-2 0,-23-25 0 0,-11 24-1 0,10 24 1 0,1 36-1 0,24-11 3 0,11-14-2 0,13-35-1 0,-37-36 0 0,-24-11 2 0,-11-24-3 0,0 58 2 0,13 37 2 0,-13 61 1 0,0-1-2 0,-13-13 1 0,38-35 0 0,11-12-2 0,23 0-2 0,-23 12 0 0,-24 47 1 0,-48-23 2 0,-23-24 0 0,11-24-1 0,23-24-15 0,50 24-50 0,-1 12 15 0</inkml:trace>
  <inkml:trace contextRef="#ctx0" brushRef="#br0">19470 10228 33 0,'0'0'21'0,"25"-37"36"0,-25 3-20 0,0 57-33 0,0 13-2 0,0 10 0 0,11-9-1 0,-11-13 0 0,23-24-1 0,13 0-4 0,0-24 0 0,0 0 3 0,-24 11 4 0,0 26-1 0,22-13-1 0,15 0-2 0,23-24-2 0,-25-23 3 0,-23-25-1 0,-24-24-1 0,23 14-1 0,-10 46 2 0,-13 36 7 0,-24 71 1 0,12 1-5 0,12-1-2 0,36-12-3 0,-1 1-25 0,1-24-32 0,-24-24 6 0</inkml:trace>
  <inkml:trace contextRef="#ctx0" brushRef="#br0">20244 10144 84 0,'-12'0'13'0,"-1"-24"-2"0,2 24-3 0,-12 0-2 0,-14 0 0 0,1 48 3 0,13-12-7 0,12 11 0 0,11-23 0 0,11-12-1 0,12-12-1 0,2-36 2 0,-1 1-1 0,0-1 0 0,-12 24-2 0,-12 1 3 0,11 22 4 0,0 37-3 0,2-13-1 0,-1 1-11 0,-1-11-59 0,-11-25 7 0</inkml:trace>
  <inkml:trace contextRef="#ctx0" brushRef="#br0">20280 10180 18 0,'11'0'8'0,"14"-36"-3"0,-2 24 19 0,1 12 20 0,0 36-18 0,-11 12-11 0,-2-13-10 0,-11-24-2 0,-11-11 0 0,-2-46-2 0,26 10-10 0,21 13-1 0,14 23 4 0,-24 0 5 0,-12-13 1 0,-12 1 12 0,0 12-1 0,12 36-5 0,12 24-4 0,-12-26-4 0,0-21-2 0,23-84 1 0,-12 35 6 0,-10 36 4 0,-26 107-1 0,-23 24-4 0,2-12 0 0,-14-47-7 0,23-49-39 0,25-46-58 0</inkml:trace>
  <inkml:trace contextRef="#ctx0" brushRef="#br0">20530 10501 11 0,'0'0'-4'0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5192 13109 48 0,'0'-59'15'0,"24"34"1"0,12 25-3 0,-24 48-1 0,12 34-5 0,11-9-4 0,-12-25-1 0,26-37 1 0,45-70 2 0,87-72-2 0,32 0 2 0,1 12-2 0,-71 25 2 0,-71 57-4 0,-72 37-1 0,0 24-24 0,0 23-75 0</inkml:trace>
  <inkml:trace contextRef="#ctx0" brushRef="#br0">5442 16919 17 0,'0'0'4'0,"-23"-59"15"0,23 22 3 0,0 26-2 0,0-1-10 0,12 12-2 0,-12 12-6 0,11-12-1 0,25 59 3 0,-12 1-2 0,-1-13-1 0,-10-10 1 0,-13-3-1 0,12-9 0 0,23-25 1 0,37-72-1 0,83-59 0 0,23-1 1 0,13 14-3 0,-72 47 4 0,-83 59-1 0,-36 12-1 0,-12 12-8 0,35 0-80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5990 2738 22 0,'-24'-35'13'0,"-11"35"-7"0,23 0-5 0,12 0 0 0,0 0 13 0,35 0-7 0,49 0-4 0,35-11-2 0,36-14 1 0,23 13-1 0,13-12 0 0,-25 24-1 0,1 0 0 0,0 0 2 0,-13 11 0 0,2 2 0 0,-13-1 0 0,-1 0-2 0,13 12 1 0,24-12 1 0,-1-12-1 0,25 0 1 0,-13-12-1 0,1 12 1 0,-24 0 0 0,-1-11 0 0,-23 11-1 0,-24-13 0 0,-11 13 1 0,-1 0 0 0,-36 0 0 0,-59 0-2 0,48 0 0 0,-25 0 3 0,-11 0 1 0,-24 0-1 0,0-12 1 0,0 12-29 0,0 0-49 0</inkml:trace>
  <inkml:trace contextRef="#ctx0" brushRef="#br0">11004 2692 4 0,'-49'0'4'0,"-33"0"-1"0,-2 11-1 0,12 1 1 0,1-1 11 0,12 1 0 0,23 0-3 0,12-12-3 0,24 13-3 0,0-2-3 0,24 1 0 0,-1-12 1 0,37 11 1 0,12-11-3 0,35-11 1 0,12 11-1 0,47-12-1 0,-10 1 1 0,-3-2 0 0,-21 1-1 0,-13 12 1 0,-23 0-1 0,10 0 0 0,1-12 1 0,-23 1-1 0,13 11-1 0,9-12 1 0,-12 12-1 0,-22-11 2 0,-1-14 0 0,-22 25-1 0,-26 0 0 0,-11 0 0 0,-12 0 2 0,0 12 1 0,0-12-1 0</inkml:trace>
  <inkml:trace contextRef="#ctx0" brushRef="#br0">17161 4560 24 0,'-37'-36'12'0,"1"-12"-8"0,25 37-3 0,-1-1 1 0,12 12 7 0,0 12-6 0,0 12-3 0,0 23-1 0,0 1 0 0,12-1 1 0,-12 13 0 0,11 1 1 0,-11-3 1 0,0-11 0 0,0-10 0 0,0-3 0 0,0 16 1 0,12-27 0 0,0 0 1 0,0 2-1 0,12-14 0 0,12 12 3 0,59-10-23 0,-13-13-35 0</inkml:trace>
  <inkml:trace contextRef="#ctx0" brushRef="#br0">21471 4321 8 0,'0'0'13'0,"0"0"1"0,12-11-1 0,0 11-8 0,23 0-4 0,12 0 0 0,-11 24-1 0,-23-12 0 0,-2 0 0 0,2 1 1 0,-2-2-1 0,1 12 0 0,-12 1-1 0,0 0 2 0,0 12-2 0,-12 11 2 0,12 14-1 0,0 10 2 0,-11 0 2 0,11 0 1 0,-13 1-3 0,2-13-1 0,11-22 1 0,-13-26-1 0,-10 1 5 0,-13-12-2 0,-83 0-2 0,-72 35-71 0</inkml:trace>
  <inkml:trace contextRef="#ctx0" brushRef="#br0">13861 9705 5 0,'12'-25'24'0,"-24"13"-9"0,12-12-6 0,0 12 3 0,0 12-2 0,0 0-5 0,12 0 0 0,-12 23-1 0,12 14-1 0,0-3-2 0,13 3-1 0,-2 10 0 0,1-10 0 0,-1-26 2 0,0 1-1 0,14-24 0 0,-13 1 0 0,12-26-1 0,-13-10 0 0,-11 10-1 0,12 3 1 0,-24-3 0 0,0 14 0 0,0 12-1 0,0 22 0 0,-24 62 5 0,-23 32 0 0,11 27 1 0,0-25-2 0,23-36-1 0,2-11-3 0,11-36-14 0,11-24-67 0</inkml:trace>
  <inkml:trace contextRef="#ctx0" brushRef="#br0">14230 10073 34 0,'0'0'7'0,"13"13"-1"0,11-2 12 0,10-11-12 0,2-11-3 0,0-2-1 0,0-11-1 0,-12 0 0 0,-12 1 0 0,-12-14-1 0,0 14 0 0,0 23 3 0,-24 0 1 0,0 12 1 0,-11 11-1 0,-1 13-2 0,0 12 1 0,24-12 0 0,12-13-1 0,12 1 0 0,-1-11 2 0,25-2-2 0,0-22-1 0,12 11-2 0,0-13-16 0,-24 1-50 0,-12 12 43 0</inkml:trace>
  <inkml:trace contextRef="#ctx0" brushRef="#br0">14802 9942 22 0,'0'0'9'0,"12"-11"14"0,1-2-6 0,-2 1-8 0,-11 12-2 0,0-12 0 0,0 12-3 0,-11-13 0 0,-14 13 0 0,13 13-1 0,-12-1-2 0,-11 13-1 0,11-2 1 0,-1 0-1 0,25 2 0 0,0-2 1 0,25 1-1 0,11 0 0 0,-13 10 0 0,-11 16-1 0,-12-3 1 0,-12-23 4 0,-23-24 2 0,-14 0-1 0,26 0 1 0,-1-12-3 0,24 0-2 0,0 12 0 0,0 0-1 0,0 0-11 0,0 12-100 0</inkml:trace>
  <inkml:trace contextRef="#ctx0" brushRef="#br0">15862 9942 10 0,'0'0'7'0,"-12"0"14"0,12 0-7 0,0 0 1 0,-12 0-2 0,12 0-3 0,0 0-4 0,0 0 0 0,12 12 0 0,24-12-5 0,23 0 1 0,37-12 1 0,23 12 1 0,-12 0-3 0,-36-11 2 0,-47 11 0 0,-12 0 2 0,-12 0-5 0,0 0-30 0,12 0-51 0</inkml:trace>
  <inkml:trace contextRef="#ctx0" brushRef="#br0">17195 9621 8 0,'13'0'7'0,"-13"-25"21"0,0 2 2 0,-13 0-12 0,2-2-8 0,-12 25-5 0,-14 25-1 0,-10 21-2 0,-1 2-1 0,24 24 0 0,12-25-1 0,12 0 1 0,12 1-2 0,24-25 2 0,0-10 0 0,35-13-1 0,12-24-9 0,1-23-18 0,-13 0-50 0</inkml:trace>
  <inkml:trace contextRef="#ctx0" brushRef="#br0">17540 9429 4 0,'0'-11'5'0,"0"-12"25"0,0 10-6 0,0 26-7 0,-11 58-1 0,-12 36-6 0,10 0-5 0,13-24-1 0,0-36-2 0,13-22 0 0,-13-25 2 0,0-48-4 0,23 0-1 0,1 14 0 0,12 9 0 0,-1 13 1 0,-11 12-1 0,12 24 1 0,-36 10 1 0,12 16 0 0,-12-3-1 0,25-23 0 0,9-13 1 0,14-11-1 0,0-23 0 0,-1-2 0 0,-11-9 0 0,0-3-1 0,-1 14 1 0,1-1 0 0,-11 24 0 0,-14 0 0 0,-11 24 0 0,0 11 0 0,-11-10 1 0,22-2-1 0,12-12 0 0,2-11 1 0,10-11-1 0,1-1 0 0,-12 1 0 0,0 11-1 0,-2 11 2 0,-9 12-2 0,-13-23 2 0,0 0 0 0,12-11 0 0,-1-1-1 0,2 12 0 0,10 0 0 0,-10-11 0 0,-13-2 0 0,0 13 0 0,0-12 0 0,0 12 0 0,12-25 0 0,-1 25 0 0,-11-10 1 0,13 10-2 0,-2-11 2 0,2-2-2 0,10 13 2 0,1 0-2 0,-24 24 1 0,12-1 0 0,-12 14 0 0,11-14 0 0,2 1 0 0,-1-12-9 0,-12 0-29 0</inkml:trace>
  <inkml:trace contextRef="#ctx0" brushRef="#br0">18266 9489 70 0,'0'0'0'0,"-10"-35"-6"0,45 35-46 0</inkml:trace>
  <inkml:trace contextRef="#ctx0" brushRef="#br0">18601 9739 76 0,'-12'0'7'0,"49"12"-6"0,20-12-1 0,-20 0 1 0,23-25 0 0,-50-9-1 0,-10-3 1 0,-22 14-1 0,10 12 2 0,-12 11 3 0,0 34 0 0,-1 16-3 0,2-4-1 0,23 2 0 0,23-24 0 0,26-12-6 0,-1-24-18 0,-13-12-44 0</inkml:trace>
  <inkml:trace contextRef="#ctx0" brushRef="#br0">19041 9668 13 0,'12'-36'6'0,"0"12"5"0,-12 12 4 0,0 12 3 0,-35 0 1 0,-1 12-9 0,24 24-7 0,12 12-2 0,36 11-1 0,-13 0 0 0,-11-22 0 0,-35-26 5 0,-38-11 0 0,38-23-1 0,12-2-3 0,34 25-1 0,24 25 0 0,1-2-1 0,12-23-1 0,11-11-2 0,-23-37 1 0,12 12 2 0,-2-11 1 0,-33 11 1 0,-14 11-1 0,-22 14 3 0,-25 22 1 0,0 26 1 0,13 10-2 0,35 13 0 0,35-24-1 0,0-13-1 0,13-23-7 0,0-23-80 0</inkml:trace>
  <inkml:trace contextRef="#ctx0" brushRef="#br0">20208 9726 45 0,'-23'0'7'0,"-1"0"13"0,11 0 3 0,2 0-14 0,35 0-5 0,47 0-4 0,1 0 1 0,-13 0-1 0,-35 0 5 0,-24 0 3 0,0-10-5 0,0 10-2 0,13 0-1 0,-13 0 0 0,0 0 0 0,0 0-15 0,0 10-84 0</inkml:trace>
  <inkml:trace contextRef="#ctx0" brushRef="#br0">10919 9644 16 0,'0'0'0'0,"0"-12"17"0,0 1-1 0,0 11 3 0,0 11 2 0,-11 62-8 0,-1 21-7 0,-1 1-3 0,3-12-2 0,10-35 1 0,10-12-5 0,-10-24-19 0,0-12-25 0,0-12 15 0</inkml:trace>
  <inkml:trace contextRef="#ctx0" brushRef="#br0">10861 9705 12 0,'0'-25'16'0,"22"-11"15"0,3 24-10 0,-1 24-8 0,12 36-3 0,0 36-3 0,-1-13-2 0,13 0-3 0,-1-35 0 0,1-13-1 0,-12-11-3 0,0-36-11 0,-13 1-4 0,-23-25-2 0,12-11-3 0,-12-13-10 0,0 60 21 0</inkml:trace>
  <inkml:trace contextRef="#ctx0" brushRef="#br0">11313 9621 10 0,'0'-25'21'0,"-13"2"10"0,13 23-11 0,-11 23-3 0,-1 49-7 0,12 36-5 0,-11-26-3 0,11-22-1 0,0-47-1 0,0 33-4 0,11-10-21 0,25-47-53 0</inkml:trace>
  <inkml:trace contextRef="#ctx0" brushRef="#br0">11539 9858 31 0,'0'-11'13'0,"0"-1"2"0,-12 24 7 0,-11 47-10 0,11-11-6 0,12 11-3 0,35-11-1 0,13-23 0 0,12-25-1 0,-13-50 1 0,-35-9 0 0,-12 0-1 0,-47 22 3 0,-1 26-7 0,0 35-80 0</inkml:trace>
  <inkml:trace contextRef="#ctx0" brushRef="#br0">14564 10739 6 0,'11'0'1'0,"2"-12"23"0,-1 12-4 0,-12 0-1 0,0 0-7 0,0 0-4 0,-25 12-3 0,-22 0-2 0,1-12-2 0,-15 13 0 0,25-13 1 0,13 11-1 0,11-11 0 0,12 0 0 0,-13 0 0 0,13 12 2 0,-11-1 2 0,-1 2-1 0,12 24-1 0,0-3 1 0,0 3-4 0,-13-3 2 0,13 3-1 0,0-14 1 0,0-12-1 0,0-11 0 0,0 0 2 0,0 0-3 0,0-11 1 0,13-1-1 0,-1 12 0 0,12-11 0 0,-1 11 0 0,1 0 0 0,12 0 1 0,0 11-2 0,-12 25 2 0,-1 1-2 0,-11 21 1 0,-1-11 0 0,2 3 1 0,-26-4 0 0,-33-10 3 0,-38-24 0 0,-11-1 3 0,24-22 0 0,22-1-1 0,26 1-5 0,23 11 0 0,-13 11-43 0,2 1-63 0</inkml:trace>
  <inkml:trace contextRef="#ctx0" brushRef="#br0">11622 10632 4 0,'0'0'1'0,"0"0"50"0,0 0-44 0,0 0 6 0,0 0-8 0,0-12 4 0,0 12-5 0,-11 0-2 0,11 0 3 0,0 0-1 0,0-11-1 0,0 11 1 0,0 0-1 0,0 0 0 0,-12 0-1 0,12-12-1 0,-11 12 0 0,11 0 1 0,0 0 1 0,0 0 0 0,-13-12-2 0,13 12 0 0,0 12 0 0,-12 47 1 0,12 24 1 0,-12 1 0 0,12-13-2 0,12-12 1 0,-12-22 1 0,0-26-1 0,0-11 2 0,0-23-3 0,0-13 0 0,-12-12 0 0,12-11-1 0,-12-1 0 0,12 12 0 0,0 1 1 0,-12-1-1 0,12 25 1 0,0 34-2 0,0 25 0 0,0 35 1 0,0 13 0 0,0-1 0 0,0-24 0 0,0-34 0 0,0-2 2 0,0-46 1 0,0-13-3 0,0-12 1 0,0-35-1 0,0 23 0 0,0 2 1 0,12 33-1 0,-12 25 0 0,0 25-1 0,-12 21 0 0,12 13 1 0,0-9 0 0,12-16 0 0,0-10 0 0,-12-24 0 0,0-12 1 0,0-34-1 0,-12-4 1 0,12 16-1 0,0-3 0 0,0 26 0 0,0-12-1 0,12 10-1 0,0 1-26 0,13 12-67 0</inkml:trace>
  <inkml:trace contextRef="#ctx0" brushRef="#br0">11896 12062 6 0,'0'-25'12'0,"13"0"8"0,-2 4-2 0,13-16-3 0,-1 37-5 0,2 48-2 0,-14 59 0 0,14 1-4 0,10-14-2 0,13-33 0 0,-24-40 0 0,0-55 2 0,-1-62-1 0,-11-82-1 0,36 23 3 0,-24 107-4 0,-12 36-20 0,-12 49-74 0</inkml:trace>
  <inkml:trace contextRef="#ctx0" brushRef="#br0">12552 12085 77 0,'-12'0'3'0,"12"36"-2"0,-13 10 6 0,13 27-5 0,13-25 0 0,22-25-1 0,13-12 1 0,0-45 0 0,-26-37 1 0,-9-2 0 0,-36 25 2 0,-25 37-4 0,0 35-9 0,-12 11-39 0,49-12-4 0</inkml:trace>
  <inkml:trace contextRef="#ctx0" brushRef="#br0">13040 12073 80 0,'36'-24'1'0,"-2"0"1"0,-34 24 7 0,-11 0-3 0,-48 24-1 0,11 12-3 0,24 0-1 0,0-1 0 0,24 1-1 0,24 0 1 0,25-24 0 0,21-12-8 0,26-23-18 0,-1-2-34 0,-71 25 43 0</inkml:trace>
  <inkml:trace contextRef="#ctx0" brushRef="#br0">13577 12133 0 0,'0'0'0'0,"46"-24"0"0,-10 0 0 0,-12 1 20 0,-12-14 2 0,-24 24-1 0,-37 3-5 0,13-1-9 0,2 11-3 0,10 11 0 0,-24 24-2 0,1 1 1 0,-13 12-2 0,48-2-1 0,12-21 0 0,12-13 2 0,35-12-3 0,13-37 0 0,0 14 1 0,-24 0-1 0,-13 35 2 0,-11-1-1 0,-1-11-1 0,14 0 2 0,11-11-4 0,-12 11-4 0,-13 0-13 0,0-12-26 0,-11 12 23 0</inkml:trace>
  <inkml:trace contextRef="#ctx0" brushRef="#br0">13909 11786 29 0,'13'-34'14'0,"-2"22"9"0,1 35-3 0,-12 50-9 0,-12 32-3 0,12-34-5 0,0-34-1 0,0-24 1 0,12-13-2 0,24-13-5 0,11 73 1 0,-11 35 2 0,-24-24 1 0,-60-35 3 0,-24-36 2 0,13-60-1 0,23 26-7 0,72 21-38 0,0 13-26 0</inkml:trace>
  <inkml:trace contextRef="#ctx0" brushRef="#br0">14646 12121 92 0,'-11'0'7'0,"-12"-12"8"0,23-1-6 0,34 13-6 0,51 13 0 0,11-13-2 0,-14 0-2 0,-34 0-19 0,-24 0-44 0,-24 0 31 0</inkml:trace>
  <inkml:trace contextRef="#ctx0" brushRef="#br0">14575 12288 75 0,'-11'0'11'0,"-25"11"-4"0,108-11 4 0,35-11-8 0,13-2 0 0,-61 1 5 0,-48 0-4 0,13 24-89 0,-24-12 56 0</inkml:trace>
  <inkml:trace contextRef="#ctx0" brushRef="#br0">16053 11918 22 0,'0'-11'21'0,"0"-2"6"0,0-11-1 0,0 13-9 0,-12-1-7 0,0 1-2 0,-36 22-4 0,24 1 0 0,-23 23-2 0,11 25 3 0,-12-2-4 0,24 15 0 0,1-2-1 0,10 1 1 0,13-12-1 0,25-1 1 0,10-23-1 0,13-1 0 0,10-23 1 0,-9-12 0 0,-1-37 0 0,-13 16 0 0,-11-29 0 0,-24 27 0 0,-13-13 0 0,-9 13-1 0,-14 0 1 0,-13 23 0 0,13 0 1 0,14 11 0 0,-14 12-2 0,-12 37-9 0,13 1-54 0,23-40-13 0</inkml:trace>
  <inkml:trace contextRef="#ctx0" brushRef="#br0">13945 11811 24 0,'-23'-25'10'0,"10"14"2"0,26-12 4 0,10 11 4 0,-23 24-1 0,0 35-6 0,-36 13-6 0,12 22-4 0,0 2-1 0,12 12 0 0,12 0 0 0,12-38-1 0,-12-22 1 0,0-36 1 0,-12 0 2 0,1-23-4 0,11-14 1 0,0 3-2 0,11 9 1 0,1 0-2 0,12 2 2 0,-12 12-1 0,13-1 1 0,9 12-1 0,14 12 1 0,0-1-2 0,-24 25 3 0,-12 12 0 0,-12-13 3 0,-24-23-1 0,-25 1-1 0,-10-2 1 0,36 1-1 0,12-12-3 0,11 0 2 0,0-12-31 0,11 12-92 0</inkml:trace>
  <inkml:trace contextRef="#ctx0" brushRef="#br0">17172 12133 115 0,'-60'-24'4'0,"48"36"-3"0,48-24 1 0,48 12-1 0,35-13-2 0,-25 13-1 0,-34 0-27 0,-47 13-52 0</inkml:trace>
  <inkml:trace contextRef="#ctx0" brushRef="#br0">17100 12263 40 0,'-71'25'29'0,"47"-25"0"0,35 0-12 0,50 0-10 0,34-25-5 0,48 13-27 0,-72 12-50 0</inkml:trace>
  <inkml:trace contextRef="#ctx0" brushRef="#br0">18184 11966 47 0,'0'-25'4'0,"0"-57"15"0,0-2 8 0,-24 24-16 0,0 37-3 0,1 12-4 0,-1 45 0 0,-24 87-1 0,36 55-1 0,36-21-1 0,12-23-2 0,-25-38 1 0,-34-33-17 0,-37-49-69 0,48-24 63 0</inkml:trace>
  <inkml:trace contextRef="#ctx0" brushRef="#br0">17803 12180 32 0,'0'-13'16'0,"11"-21"15"0,50-3-4 0,21 14-22 0,61 12-4 0,13 11-12 0,-38 11-18 0,-70 12-36 0</inkml:trace>
  <inkml:trace contextRef="#ctx0" brushRef="#br0">18434 12133 17 0,'0'0'28'0,"24"11"2"0,35-11-17 0,1-11-10 0,0-26-2 0,-37 3 1 0,-23-3 3 0,-47 24 1 0,-13 13 0 0,1 25-2 0,35 11-2 0,12 12-2 0,48-2 2 0,23-9 0 0,14-13-13 0,9-24-82 0</inkml:trace>
  <inkml:trace contextRef="#ctx0" brushRef="#br0">19041 12109 42 0,'0'-13'-13'0,"36"-10"-16"0,-24 12 39 0,-24-14 15 0,0 0-1 0,-12 4-5 0,-12 8-6 0,-11 13-7 0,24 0-5 0,10 0 0 0,2 13 3 0,-25-2 1 0,23 12-4 0,-10 1 1 0,10 0-1 0,13-1 0 0,-11 2 0 0,22-2 0 0,2-23 0 0,23-11 0 0,0-1 0 0,11-13-1 0,-23 25 0 0,-1 25 1 0,-10 10-1 0,34-11 0 0,13-24 1 0,11-13-1 0,-24-45 1 0,-10-39-1 0,-14-79-4 0,13 21 3 0,-25 84 1 0,-11 34 0 0,0 13 1 0,0 12-1 0,0 35 1 0,-11 38-1 0,-1 33 1 0,-1 27-1 0,26-3 0 0,10-35 0 0,2-47 1 0,-14-13 0 0,25-46 1 0,0-25-2 0,1 1 0 0,-3-1 0 0,-9 0 0 0,-14 25 0 0,-11 23 0 0,12 23 0 0,-1 36 0 0,-11-9 0 0,0-29 1 0,25 4-2 0,-1-25 1 0,24-12 0 0,-2-11 2 0,-10-13-3 0,-11-12 2 0,-14 12-2 0,2 13 1 0,-13 23 1 0,11 0 0 0,13 35-1 0,-1 12 0 0,-10-10 0 0,10-13 0 0,-10-14 2 0,10-20-1 0,1-14-3 0,24-13-1 0,12 14 4 0,-13 12-2 0,-11 45 2 0,0 3 0 0,-14-3-1 0,-22 3-1 0,-11-24 3 0,-12-38-2 0,11-34 2 0,36 22-3 0,23 3-1 0,25 21-1 0,-13-11 0 0,0 1 2 0,-11-1 0 0,-48 12 3 0,-12 12 0 0,-24 36-2 0,2 11 1 0,34-11-1 0,34-12 2 0,50-37-2 0,-2-21 0 0,3 57-1 0,-49 25 1 0,-36-14 1 0,-60-9-1 0,-47-25-30 0,35-25-45 0</inkml:trace>
  <inkml:trace contextRef="#ctx0" brushRef="#br0">19137 11728 108 0,'-48'-36'12'0,"120"25"-12"0,178-26 1 0,12 14-1 0,-61 23 1 0,-152 0 0 0,-109 0-99 0</inkml:trace>
  <inkml:trace contextRef="#ctx0" brushRef="#br0">12016 16358 17 0,'0'0'0'0,"-13"-11"17"0,13-1 7 0,13-11-7 0,-1-2-1 0,-1 25-6 0,-11-11-5 0,12 11-4 0,0 24 1 0,-12 11 0 0,12 13 0 0,-12 11 7 0,-24-11-4 0,36-12-5 0,12-24 1 0,0-12 0 0,36-48 0 0,59-47 1 0,48 0 0 0,-1 35-1 0,-60 13 0 0,-81 35 1 0,-25 0 2 0,-12 0-2 0,12 12-1 0,0 0-1 0,0-12-34 0,-13-1-63 0</inkml:trace>
  <inkml:trace contextRef="#ctx0" brushRef="#br0">11824 17241 3 0,'-23'-25'13'0,"10"-21"8"0,26 21 2 0,-13 13-5 0,0 36-6 0,0 35-10 0,23-11-2 0,2 0 0 0,11-14 2 0,-25-21-1 0,24-26 3 0,37-45 1 0,24-37-1 0,-1 11-2 0,-11 24 2 0,-50 37-3 0,-9 12 2 0,-1-2-1 0,-12 1-2 0,-1 12-2 0,-11 0-104 0</inkml:trace>
  <inkml:trace contextRef="#ctx0" brushRef="#br0">13564 16203 10 0,'0'0'0'0,"-36"-22"41"0,24 10-17 0,24 0-15 0,58-13-3 0,27 14-3 0,10-1-1 0,-36 24-1 0,-47-12 3 0,-12 11 1 0,-12 2 0 0,0-13-3 0,0 24-2 0,13 23 0 0,-13 24 2 0,0 50-2 0,-13 33 0 0,13 12 4 0,13-11-5 0,-13 0 0 0,0-36 2 0,11-24-3 0,-22-47 2 0,-14-12 5 0,-34-26-1 0,-25 3 0 0,25-26-2 0,11 3-1 0,35-14-39 0,13 12-51 0</inkml:trace>
  <inkml:trace contextRef="#ctx0" brushRef="#br0">14707 16584 0 0,'11'-10'3'0,"2"-26"14"0,-1-12 13 0,-12 12-6 0,0 48-10 0,-12 84-4 0,-1 58-1 0,13-23-6 0,25-23-1 0,-14-61 2 0,-11-34 3 0,0-26 2 0,0-82-6 0,0-23 0 0,-11-26-1 0,11 12-2 0,0 2 2 0,11 23-2 0,-11 71 1 0,36-1 0 0,12 37-2 0,23 50 1 0,-11 21-1 0,-24 0 2 0,-48-35 8 0,-72-13-2 0,-47 13-6 0,-1 36-11 0,110-13-117 0</inkml:trace>
  <inkml:trace contextRef="#ctx0" brushRef="#br0">17636 15169 40 0,'0'0'2'0,"-24"-12"21"0,72-1-6 0,36-10-10 0,-1 12-2 0,-35 11 1 0,-25 23-1 0,-23 25 0 0,12 47-2 0,24 24-2 0,11 24-1 0,-23-1 1 0,-12-34 4 0,-36-24-1 0,-24-50 2 0,1-21-2 0,-24-1-2 0,-1-12-1 0,1 0-2 0,23 12-77 0</inkml:trace>
  <inkml:trace contextRef="#ctx0" brushRef="#br0">18494 15573 72 0,'0'0'15'0,"83"-23"4"0,-11 23-14 0,47 0-3 0,-84-12 1 0,-48 12-2 0,-21 0-106 0</inkml:trace>
  <inkml:trace contextRef="#ctx0" brushRef="#br0">19314 15311 19 0,'13'-23'30'0,"-1"-13"9"0,-1 12-21 0,-11 36-13 0,0 47 2 0,0 12-2 0,-11 13 0 0,-14 0-1 0,-9-13-1 0,10-23 0 0,11-13-1 0,13-10 0 0,0-14 1 0,25-11 0 0,57-24-2 0,38 0 0 0,-13 13 0 0,-47 11-1 0,-36 0 2 0,-24-12 0 0,-12 1-4 0,12 11-76 0</inkml:trace>
  <inkml:trace contextRef="#ctx0" brushRef="#br0">20148 15336 67 0,'0'0'10'0,"0"-13"22"0,0 26-22 0,0-2-4 0,13 12-1 0,-13-23 2 0,12-23-1 0,-12-25-2 0,12 1-1 0,-24 10-1 0,-13 37-1 0,-34 50-1 0,-12 21 1 0,11 12-1 0,48 12 0 0,72-24 1 0,59-35 0 0,-12-24 1 0,-48-36 1 0,-23-23-2 0,-24 23 0 0,-12 11-9 0,36 26-135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1953 9108 36 0,'-23'-12'12'0,"46"12"-9"0,-11 12 2 0,24 24 7 0,0 0-9 0,-12 24-2 0,11-13 2 0,-11-23 3 0,-1-11 4 0,26-38 0 0,34-47-6 0,12 14-1 0,0-15 3 0,-11 25-3 0,-2-11-1 0,-21 24-1 0,-13-1 1 0,-14 24-2 0,-9 12-6 0,-25 0-64 0,0 0 39 0</inkml:trace>
  <inkml:trace contextRef="#ctx0" brushRef="#br0">2037 9240 26 0,'0'0'4'0,"-12"0"8"0,12 0-8 0,12 11 1 0,12 12 3 0,-1 27-2 0,0-16-3 0,2 3-1 0,11-14 3 0,-1-23 11 0,48-48-9 0,37-11-6 0,23-25 0 0,-12 13 0 0,-1 0 3 0,-46 23 4 0,-48 12-3 0,0 12-2 0,-13 1-2 0,0 12-24 0,2 11-48 0</inkml:trace>
  <inkml:trace contextRef="#ctx0" brushRef="#br0">5073 9584 67 0,'-12'-11'5'0,"0"-12"10"0,24 81 13 0,12 14-22 0,1 11-2 0,-14-36 0 0,1 1-1 0,-12-36 0 0,0-12 2 0,-12-23-3 0,-12-14-1 0,0-22 0 0,-12-12-2 0,13-13 2 0,35-12 0 0,35 14 0 0,13 34-2 0,-1 48 1 0,-11 36 0 0,-24 12 1 0,-48-2-1 0,-59 4 0 0,23-16-29 0,60-22-63 0</inkml:trace>
  <inkml:trace contextRef="#ctx0" brushRef="#br0">5621 9119 92 0,'-36'-11'10'0,"-24"72"4"0,1 57-4 0,24 49-6 0,23 0-1 0,59-37-1 0,25-46 0 0,-1-61-1 0,13-34-37 0,-61-1-37 0</inkml:trace>
  <inkml:trace contextRef="#ctx0" brushRef="#br0">5800 9358 15 0,'12'-13'24'0,"-24"-8"2"0,12 8-6 0,0 13-8 0,12 13-7 0,35 33-1 0,0 13-1 0,-22-11-2 0,23-25 1 0,-14-23 1 0,27-58-1 0,-38-14-4 0,-23 13 1 0,0 11 1 0,0 48 1 0,0 61 1 0,-12 33 0 0,12-12-1 0,0-21 0 0,0-1-24 0,12-37-49 0</inkml:trace>
  <inkml:trace contextRef="#ctx0" brushRef="#br0">6228 9596 67 0,'-13'0'8'0,"38"0"-5"0,22-23-2 0,13 0 0 0,-24-27 0 0,-12 4-1 0,-37 34 2 0,2-1 1 0,-1 13-2 0,-12 25 5 0,1 21 0 0,11-9-3 0,12 10-1 0,12-10-2 0,22-26 2 0,2 1-1 0,13-12 0 0,-14-23-1 0,13-2-1 0,-1-10-1 0,1-13 1 0,-37 24 0 0,2 1 0 0,-1 34 1 0,0 25 2 0,24 1 0 0,-12-14 0 0,-14 0 3 0,-68-11-2 0,9 1-17 0,38-13-69 0</inkml:trace>
  <inkml:trace contextRef="#ctx0" brushRef="#br0">6967 9144 61 0,'0'-25'11'0,"23"75"20"0,-11 105-13 0,0 34-8 0,0-34-7 0,-12-36-1 0,-24-48 0 0,1-35-19 0,11-24-73 0</inkml:trace>
  <inkml:trace contextRef="#ctx0" brushRef="#br0">7503 9299 47 0,'0'-12'9'0,"-12"-1"14"0,35 26-6 0,25 35-2 0,24 23-5 0,-1-23-7 0,0-2-1 0,-35-21-9 0,-36-25-32 0,-12 0-16 0</inkml:trace>
  <inkml:trace contextRef="#ctx0" brushRef="#br0">7741 9263 59 0,'-12'0'31'0,"-37"36"-19"0,26 23 5 0,-24 1-9 0,11-12-6 0,12-1-2 0,24-10-25 0,0-14-65 0</inkml:trace>
  <inkml:trace contextRef="#ctx0" brushRef="#br0">7943 8977 38 0,'72'48'27'0,"10"71"10"0,-11 72-24 0,-46-26-7 0,-50-33 0 0,-69-59 2 0,-25-39-3 0,36-22-8 0,70-24-101 0</inkml:trace>
  <inkml:trace contextRef="#ctx0" brushRef="#br0">14158 9274 11 0,'0'-34'40'0,"13"9"-15"0,-1 37-11 0,-12 35 0 0,0 49-7 0,11 0-3 0,-11-12-2 0,13-50 0 0,-13-22 1 0,0-24 2 0,-13-118-3 0,2 71-1 0,11 9-1 0,0-21 0 0,11-11 1 0,2 22-2 0,10 36 2 0,14 12-3 0,-3 35 1 0,-21 14 1 0,-1-1 1 0,-48-1 0 0,-47 12-1 0,-12-10-24 0,95-24-72 0</inkml:trace>
  <inkml:trace contextRef="#ctx0" brushRef="#br0">14671 9001 23 0,'24'-37'12'0,"-1"3"14"0,-10 34 3 0,-73 47-10 0,-23 72-7 0,47 12-8 0,48 0-3 0,36-23 0 0,-1-49 0 0,1-34 0 0,11-38-44 0,-35 1-26 0</inkml:trace>
  <inkml:trace contextRef="#ctx0" brushRef="#br0">15088 9169 19 0,'0'0'29'0,"0"-13"-1"0,0 1-11 0,0 37-7 0,0 33-4 0,-12-11-1 0,12-10-1 0,0-13-1 0,0-14-2 0,0-31 3 0,-13 8-4 0,13 1 1 0,0-13 0 0,0 2-1 0,13-25 0 0,-1 14 1 0,-1-3-1 0,2 24 0 0,-1 13 0 0,12 25 0 0,23 34 1 0,0-11-1 0,1-12 0 0,-12-49 4 0,-24-34 2 0,0-36-3 0,-12 12-2 0,0 46-1 0,12 38-27 0,36 45-83 0</inkml:trace>
  <inkml:trace contextRef="#ctx0" brushRef="#br0">15576 9263 70 0,'-12'0'6'0,"-1"11"-2"0,26 26 4 0,-13 10 0 0,23-23-3 0,26-24 0 0,-2-47 3 0,-23-14 0 0,-36 2-5 0,-35 24-3 0,11 35-23 0,24 12-33 0,12-12 17 0</inkml:trace>
  <inkml:trace contextRef="#ctx0" brushRef="#br0">15910 8977 58 0,'0'0'17'0,"0"12"-3"0,0 84 2 0,0 46-4 0,0 13-8 0,-12-37-2 0,12-57-1 0,0-49-28 0</inkml:trace>
  <inkml:trace contextRef="#ctx0" brushRef="#br0">16147 9119 43 0,'0'-23'14'0,"-11"-25"14"0,11 37-19 0,11 11-2 0,14 24 1 0,-14 11-2 0,25 13-3 0,1-12-1 0,10-1-1 0,-24-23 0 0,-11-24 1 0,-1-11-1 0,14-13 0 0,-1-1-1 0,-12-9 0 0,0 10 1 0,-12 24-1 0,0 35 1 0,-36 61 1 0,12-13 1 0,0-11-1 0,24-36-1 0,0 0 0 0,0-24-22 0</inkml:trace>
  <inkml:trace contextRef="#ctx0" brushRef="#br0">16577 8738 26 0,'0'0'4'0,"0"0"34"0,0-11-18 0,11 11-5 0,2-12-1 0,-13 1-5 0,0 11-7 0,23 11-1 0,24 49-1 0,13 58 0 0,-12 62 1 0,-36 46 3 0,-36-107-2 0,-47-24 5 0,10-58-2 0,27-50 0 0,21 1-3 0,13 0-14 0,36 12-25 0,-12 24-57 0</inkml:trace>
  <inkml:trace contextRef="#ctx0" brushRef="#br0">16434 9085 11 0,'0'-12'9'0,"0"0"7"0,0 12 15 0,-36 71-1 0,0 37-15 0,0-3-9 0,0-8-1 0,13-50-3 0,23-36 0 0,0 2-11 0,0-37-90 0</inkml:trace>
  <inkml:trace contextRef="#ctx0" brushRef="#br0">16172 9108 19 0,'0'0'9'0,"-12"-23"33"0,12 23-26 0,35 23-5 0,37 49-3 0,23 22-1 0,-11-10-3 0,-38-24 2 0,-33-49 0 0,-13-11 1 0,23-11-6 0,-10-12-15 0,10 10-89 0</inkml:trace>
  <inkml:trace contextRef="#ctx0" brushRef="#br0">4405 10727 37 0,'-22'-11'18'0,"10"-1"8"0,24 1-12 0,46-2-2 0,27-11-3 0,-2 0-4 0,-12 12-2 0,-11-11-2 0,-35 11-9 0,-14 12-32 0,-11 12-27 0</inkml:trace>
  <inkml:trace contextRef="#ctx0" brushRef="#br0">4441 10848 48 0,'0'0'0'0,"-23"0"20"0,23 0-1 0,59-37-9 0,25 13-2 0,0 1 2 0,-25-2-4 0,-23 25-1 0,-36-12 0 0,-12 12-4 0,0 0-4 0,0 12-62 0,12-12 22 0</inkml:trace>
  <inkml:trace contextRef="#ctx0" brushRef="#br0">5371 10643 77 0,'-12'-34'12'0,"-1"34"-2"0,26 47 6 0,-1 24-6 0,-1 0-5 0,2-34 0 0,-1-13-1 0,-12-24 0 0,-12-36-1 0,-12-36-1 0,-12-36 0 0,11-22-1 0,15 47-1 0,33 47 0 0,49 25-1 0,11 34 0 0,-36 25 2 0,-47-1-2 0,-59-10 2 0,-12-3-5 0,47-9-57 0,24-25-4 0</inkml:trace>
  <inkml:trace contextRef="#ctx0" brushRef="#br0">5859 10251 98 0,'0'-35'4'0,"-12"58"3"0,-35 73 7 0,11 36-6 0,-1-2-3 0,50-11-2 0,35-48-4 0,23-35 2 0,-11-36-16 0,-13-12-86 0</inkml:trace>
  <inkml:trace contextRef="#ctx0" brushRef="#br0">6097 10417 69 0,'-12'-23'9'0,"60"12"19"0,24 34-7 0,-1 38-12 0,0-3-4 0,12-11-5 0,-47-10-12 0,-24-14-56 0</inkml:trace>
  <inkml:trace contextRef="#ctx0" brushRef="#br0">6407 10335 79 0,'-36'35'18'0,"-11"25"5"0,-1 11-12 0,0 0-9 0,25-23-6 0,11 0-46 0,0-36-9 0</inkml:trace>
  <inkml:trace contextRef="#ctx0" brushRef="#br0">6657 10097 89 0,'-12'-11'4'0,"48"129"19"0,0 84-7 0,-24 1-10 0,23-61-4 0,-24-70-1 0,2-47-31 0,-13-25-68 0</inkml:trace>
  <inkml:trace contextRef="#ctx0" brushRef="#br0">6943 10239 7 0,'0'-11'25'0,"0"-1"7"0,0-13-6 0,0 2-4 0,11 12-13 0,14 34-5 0,22 36 0 0,26 14-2 0,9-27-1 0,-22-10 0 0,-25-13-6 0,-23-10-24 0,-24-26-49 0</inkml:trace>
  <inkml:trace contextRef="#ctx0" brushRef="#br0">7299 10120 70 0,'-23'24'21'0,"10"60"0"0,2 23-9 0,0-36-10 0,11-23-2 0,0-14-24 0,11-9-68 0</inkml:trace>
  <inkml:trace contextRef="#ctx0" brushRef="#br0">7407 10442 41 0,'0'12'5'0,"37"-12"3"0,10-24 9 0,-1-12-11 0,15 0 0 0,-49 1 6 0,-12-1-2 0,-12 11-7 0,-12 14 0 0,0 47 0 0,0 12-1 0,1 11 0 0,23-11-1 0,23-23 0 0,13-38 1 0,24-47-7 0,11 36-2 0,1 37 6 0,-25 10 5 0,-36 1 0 0,-22 0-1 0,-25-24-17 0,-11 13-72 0</inkml:trace>
  <inkml:trace contextRef="#ctx0" brushRef="#br0">7967 9977 59 0,'0'0'0'0,"83"84"10"0,48 35 25 0,-59 36-21 0,-60-23-7 0,-73-50-1 0,-33-11-10 0,58-35-117 0</inkml:trace>
  <inkml:trace contextRef="#ctx0" brushRef="#br0">8491 10312 124 0,'0'-13'7'0,"24"1"-2"0,10 0-4 0,-21 12-31 0,-13 12-57 0</inkml:trace>
  <inkml:trace contextRef="#ctx0" brushRef="#br0">9063 9942 84 0,'0'0'13'0,"-12"0"-10"0,47 71 1 0,-12 13 4 0,-10-13-1 0,-13-35-2 0,0-36 1 0,-13-36-2 0,-10-25-3 0,-12-57 0 0,23-24 1 0,24 34-1 0,35 85-2 0,13 23 0 0,0 47 1 0,-26 13 0 0,-57-13 1 0,-72 1-1 0,-24-12-12 0,95-13-88 0</inkml:trace>
  <inkml:trace contextRef="#ctx0" brushRef="#br0">9515 9739 20 0,'0'0'27'0,"0"-23"3"0,0 12-8 0,0 11-10 0,0-25-2 0,0 13-2 0,11 12-4 0,-11-13-4 0,13 2 1 0,-13 11 0 0,0 0 0 0,-24 72 1 0,-1 35-1 0,14 12 0 0,35-25 0 0,24-44 1 0,34-29-2 0,2-31-35 0,-48-14-61 0</inkml:trace>
  <inkml:trace contextRef="#ctx0" brushRef="#br0">9812 9776 8 0,'0'-13'17'0,"0"-11"14"0,13 1 2 0,-1-1-10 0,-12 24-15 0,23 24-5 0,1 23-1 0,12-11-1 0,-12-12 1 0,10-48 0 0,-9-24-1 0,-25 2 0 0,0 33-1 0,-12 47 1 0,-1 16-1 0,13 21 1 0,13-37-10 0,-1-9-55 0,-12-25 27 0</inkml:trace>
  <inkml:trace contextRef="#ctx0" brushRef="#br0">10075 9906 15 0,'35'0'8'0,"25"-25"-4"0,-24-21 15 0,-24 10 9 0,-12 13-6 0,-12 10-14 0,-12 26-4 0,12 10 3 0,12 25-3 0,0-25-2 0,36-23 2 0,35-23-4 0,-23 11-1 0,-24 35 1 0,-14 13 2 0,-20 1-1 0,-1-37-9 0,-26-25-29 0,25-34-38 0</inkml:trace>
  <inkml:trace contextRef="#ctx0" brushRef="#br0">10515 9489 61 0,'0'0'0'0,"59"72"43"0,25 35-23 0,-59 12-10 0,-50-48-7 0,-46 2-15 0,11-50-79 0</inkml:trace>
  <inkml:trace contextRef="#ctx0" brushRef="#br0">7050 11132 25 0,'-36'0'0'0,"-47"24"3"0,47-24 36 0,48 0-13 0,83-59-9 0,144-37-7 0,142-36-5 0,154 2-5 0,85 0 0 0,-49-1 1 0,-71 23 11 0,-59 25-7 0,-131 24-4 0,-167 47-3 0,-132-13-22 0,-94 38-86 0</inkml:trace>
  <inkml:trace contextRef="#ctx0" brushRef="#br0">9051 10869 76 0,'-24'-10'10'0,"-12"-1"14"0,48 32-13 0,12 52-3 0,22-2-2 0,-21-23-4 0,-25-12 2 0,0-36 1 0,-25-48-3 0,3-59-2 0,10-12 1 0,36 23-3 0,22 62 3 0,15 21-2 0,-13 49 0 0,-37-1 1 0,-47 12 1 0,-71 14-4 0,0-14-30 0,94-34-61 0</inkml:trace>
  <inkml:trace contextRef="#ctx0" brushRef="#br0">9551 10632 90 0,'0'-23'14'0,"-48"46"0"0,-35 72-5 0,11 26-3 0,60-27-1 0,72-12-3 0,23-57-1 0,13-25-21 0,-25-36-93 0</inkml:trace>
  <inkml:trace contextRef="#ctx0" brushRef="#br0">9765 10751 68 0,'0'-24'22'0,"24"13"-8"0,12 46-9 0,23 25-2 0,-11-2-3 0,-2-21-13 0,-33-37-34 0,-13-12 3 0</inkml:trace>
  <inkml:trace contextRef="#ctx0" brushRef="#br0">9991 10693 59 0,'-35'0'32'0,"-13"46"-11"0,-12 50-13 0,13-25-6 0,35-24-14 0,35-34-80 0</inkml:trace>
  <inkml:trace contextRef="#ctx0" brushRef="#br0">10110 10585 90 0,'24'-13'7'0,"95"61"3"0,0 36 8 0,-96 23-9 0,-69-24-2 0,-74-11-5 0,1-37-8 0,108-23-109 0</inkml:trace>
  <inkml:trace contextRef="#ctx0" brushRef="#br0">15255 10132 67 0,'0'0'0'0,"-24"-12"19"0,48-1-7 0,47-8-4 0,36-16-5 0,36 13-3 0,-47 24-24 0,-61 11-53 0</inkml:trace>
  <inkml:trace contextRef="#ctx0" brushRef="#br0">15338 10251 35 0,'-12'0'7'0,"-24"24"14"0,72-24 2 0,71-36-19 0,72-12-30 0,-119 37-16 0</inkml:trace>
  <inkml:trace contextRef="#ctx0" brushRef="#br0">16326 10013 84 0,'0'-24'11'0,"12"37"-7"0,36 58 3 0,-36 24-1 0,0-12-3 0,0-35-1 0,-12-48 4 0,-24-48-3 0,0-59-1 0,-1-35-1 0,38 10 0 0,47 61-2 0,-1 71 1 0,1 36 0 0,-48 10-1 0,-48 4 2 0,-59-4-3 0,35-21-38 0,47-14-32 0</inkml:trace>
  <inkml:trace contextRef="#ctx0" brushRef="#br0">17112 9716 68 0,'-12'-36'18'0,"0"11"-1"0,12 25-7 0,-47 84 0 0,-14 58-4 0,-10 13-4 0,60-47 0 0,71-48 0 0,23-48-3 0,37-48-32 0,-50 0-58 0</inkml:trace>
  <inkml:trace contextRef="#ctx0" brushRef="#br0">17339 9847 2 0,'0'0'0'0,"0"0"-2"0</inkml:trace>
  <inkml:trace contextRef="#ctx0" brushRef="#br0">17303 9799 10 0,'-12'-12'26'0,"-12"-12"13"0,11 24-16 0,13 0-17 0,0 0-4 0,13 0 16 0,11 0-17 0,0 24-1 0,0 24 1 0,11-25-1 0,-12 0 0 0,2-10 2 0,-1-13 0 0,-12 0-1 0,-12 0-1 0,11-13 0 0,2 2-3 0,-2-1-7 0,2 12-21 0,10 12-45 0</inkml:trace>
  <inkml:trace contextRef="#ctx0" brushRef="#br0">17397 9776 58 0,'-11'0'25'0,"-1"34"-7"0,12 50-5 0,0-1-4 0,0-24-5 0,0-46-1 0,0-1 2 0,0-60-3 0,-13-11-2 0,13-1 1 0,0 13 0 0,13-24-1 0,-1 0 0 0,-12 21 1 0,11 39-1 0,-11 11-1 0,13 24 2 0,10 24-3 0,13-1 3 0,12 13-2 0,0-13 2 0,-1-23-2 0,-23-24 3 0,-12-24-2 0,12-11 1 0,-12-24 0 0,12-1 3 0,-24-12-2 0,0 36-1 0,0 24-15 0,13 37-28 0,-2-2-32 0</inkml:trace>
  <inkml:trace contextRef="#ctx0" brushRef="#br0">17827 9739 45 0,'0'0'17'0,"0"0"0"0,0 24-11 0,0 0 3 0,0 12-2 0,12-24-1 0,0-12-3 0,12 0-1 0,-14 0-2 0,-10 0-20 0,0 0-57 0</inkml:trace>
  <inkml:trace contextRef="#ctx0" brushRef="#br0">17422 9680 22 0,'0'-12'23'0,"-36"-24"19"0,36 12-14 0,0 0-15 0,0 36-11 0,47 36 2 0,37 34 0 0,0 2 1 0,36-24-2 0,-38-12-1 0,-46-24 0 0,-24-24-2 0,-12 0-64 0,-12-11 3 0</inkml:trace>
  <inkml:trace contextRef="#ctx0" brushRef="#br0">17778 9668 46 0,'-11'-24'18'0,"-1"12"3"0,12 35 0 0,-47 61-4 0,-1 24-6 0,0-13-4 0,-11-24-3 0,12-23-2 0,-13-2-1 0,11-33-1 0,38-13-15 0,22-23-45 0,-11 12 4 0</inkml:trace>
  <inkml:trace contextRef="#ctx0" brushRef="#br0">17351 9692 65 0,'-12'-24'19'0,"-12"-36"11"0,60 48-18 0,23 48-6 0,60 48 1 0,12 23-3 0,-24-24-2 0,-60-35-1 0,-34-13-3 0,-1-35-38 0,0-24-41 0</inkml:trace>
  <inkml:trace contextRef="#ctx0" brushRef="#br0">17778 9632 106 0,'-57'0'10'0,"-28"94"1"0,25 27-1 0,13-3-3 0,24-34-3 0,10-36-3 0,2-38-7 0,-2-10-103 0</inkml:trace>
  <inkml:trace contextRef="#ctx0" brushRef="#br0">18458 9418 120 0,'-47'82'2'0,"10"110"2"0,14-14 4 0,10-46-3 0,2-37-3 0,35-48-21 0,23-34-89 0</inkml:trace>
  <inkml:trace contextRef="#ctx0" brushRef="#br0">18649 9668 97 0,'0'-13'1'0,"0"26"-2"0,11 45 8 0,-22 26 2 0,-1-24-3 0,1-36-2 0,11-12 0 0,0-37-1 0,0 2-2 0,0-12 0 0,0-12-1 0,0-3 0 0,11-21 1 0,12 37-1 0,13 21 0 0,-12 49 0 0,12 36 0 0,11-1 0 0,12-48 1 0,-10-34 0 0,9-49 3 0,-33-35-1 0,-37 1-2 0,-1 69-14 0,13 37-45 0,0 1 3 0</inkml:trace>
  <inkml:trace contextRef="#ctx0" brushRef="#br0">19125 9751 48 0,'0'0'0'0,"-36"72"56"0,36-25-49 0,24-23-1 0,24-48 2 0,-2-47-4 0,-46-2-3 0,-46 63-12 0,-2 10-59 0,48 0 35 0</inkml:trace>
  <inkml:trace contextRef="#ctx0" brushRef="#br0">19196 9500 68 0,'0'0'0'0,"47"25"17"0,73 58 3 0,-13 48-10 0,-71-12-5 0,-72-35-2 0,-71-37-24 0,47-34-60 0</inkml:trace>
  <inkml:trace contextRef="#ctx0" brushRef="#br0">19803 9692 112 0,'-11'0'3'0,"-1"-12"10"0,24 12-11 0,-1-12-24 0,2 24-61 0</inkml:trace>
  <inkml:trace contextRef="#ctx0" brushRef="#br0">20327 9477 106 0,'0'-23'2'0,"48"58"-1"0,11 49 8 0,-59 48-1 0,0-50-3 0,-11-46 0 0,-1-49 3 0,-12-81-5 0,0-61-1 0,24-36-4 0,24 95 1 0,12 85-1 0,0 47 1 0,-36 35 1 0,-59-12 0 0,-50-11-6 0,62-12-82 0,47-36 51 0</inkml:trace>
  <inkml:trace contextRef="#ctx0" brushRef="#br0">20792 9596 97 0,'-36'-35'18'0,"12"24"-11"0,37 11-37 0,21 0-48 0</inkml:trace>
  <inkml:trace contextRef="#ctx0" brushRef="#br0">21066 9263 91 0,'-13'0'4'0,"-46"48"15"0,-12 83-9 0,47 0-3 0,48-24-4 0,83-36-1 0,0-35-15 0,12-36-101 0</inkml:trace>
  <inkml:trace contextRef="#ctx0" brushRef="#br0">21483 9406 64 0,'0'-11'24'0,"-36"-14"-6"0,36 84-15 0,-24 12 6 0,24 2-4 0,-12-25-3 0,12-37 0 0,0-11 1 0,0-11-1 0,0-37-1 0,0 0 0 0,12-11-1 0,-12 22 1 0,36 14-1 0,0 12-1 0,-13 34 1 0,0 36-1 0,26 1 1 0,11-24 0 0,-1-48 2 0,0-60-1 0,-47-35 1 0,-24-1-4 0,-11 85-28 0,23 35-65 0</inkml:trace>
  <inkml:trace contextRef="#ctx0" brushRef="#br0">21911 9358 51 0,'0'0'2'0,"-12"24"3"0,24 23 10 0,12 1 5 0,0-25-11 0,0-10 0 0,-12-37 3 0,0-59-5 0,-12 22-5 0,-24 40-39 0,12 21-47 0</inkml:trace>
  <inkml:trace contextRef="#ctx0" brushRef="#br0">22197 9132 72 0,'60'24'5'0,"83"107"17"0,-84 24-3 0,-83-60-8 0,-95-24-8 0,-71 1-78 0,154-60 31 0</inkml:trace>
  <inkml:trace contextRef="#ctx0" brushRef="#br0">18077 10704 67 0,'0'0'0'0,"-179"-11"15"0,95-14-15 0,84-23 5 0,168-34 5 0,224-14-1 0,239-23-6 0,131-13-2 0,37 38-2 0,-121 46 4 0,-213 1 2 0,-239 22-4 0,-178 13-9 0,-96 12-79 0</inkml:trace>
  <inkml:trace contextRef="#ctx0" brushRef="#br0">20125 10442 94 0,'-13'0'6'0,"-33"36"0"0,69 58 3 0,13-10-1 0,-13-36-4 0,-10-48 4 0,-26-48-2 0,-10-70-5 0,46-3 0 0,61 74-1 0,23 71-2 0,-71 24 1 0,-84 11 1 0,-60-35 1 0,-10-11-12 0,106-38-61 0,24 25 31 0</inkml:trace>
  <inkml:trace contextRef="#ctx0" brushRef="#br0">20661 10323 97 0,'0'0'0'0,"0"-11"15"0,-48 82-5 0,-35 13-1 0,46-2-7 0,62-11-1 0,106-23-7 0,-12-36-38 0,-72-12-22 0</inkml:trace>
  <inkml:trace contextRef="#ctx0" brushRef="#br0">20911 10370 101 0,'0'-12'2'0,"12"12"-2"0,71 72 1 0,-11-1 0 0,-13-11-6 0,-23-24-33 0,-36-36-11 0</inkml:trace>
  <inkml:trace contextRef="#ctx0" brushRef="#br0">21149 10383 74 0,'0'0'0'0,"-47"0"29"0,-13 71-21 0,-11 0-3 0,-1-11-7 0,60-25-87 0</inkml:trace>
  <inkml:trace contextRef="#ctx0" brushRef="#br0">21316 10299 104 0,'0'0'0'0,"71"71"4"0,37 47 11 0,-98-9-8 0,-128-38-3 0,-167 48-113 0</inkml:trace>
  <inkml:trace contextRef="#ctx0" brushRef="#br0">9360 12372 36 0,'0'-37'34'0,"-12"13"-2"0,-23 12-9 0,10 12-14 0,14 0-5 0,94-11-1 0,72-2-2 0,24 13-1 0,-13 13-1 0,-82-13 2 0,-72 0 4 0,-36-13 1 0,-37-11-5 0,-45 24 1 0,-62 37-1 0,15-14-1 0,45-12 0 0,73 2 1 0,47-26-2 0,95 2 2 0,36-1-1 0,23 1 0 0,-24-2-2 0,-57-11 4 0,-63 1 0 0,-44 23 0 0,-38 0-28 0,24 23-65 0</inkml:trace>
  <inkml:trace contextRef="#ctx0" brushRef="#br0">13552 12418 34 0,'-72'0'24'0,"24"12"4"0,37-24-8 0,58 0-14 0,73-1 0 0,69 13 1 0,26-10-4 0,-72-1 1 0,-71-14 0 0,-72-11 4 0,-85 24-7 0,-81 12 0 0,-24 0-1 0,35 23 1 0,72-10-1 0,59-1 1 0,60-12-3 0,47 12 4 0,1-24-2 0,-25 12 0 0,97-12 2 0,-38-1-2 0,-58 13 0 0,-48-11 2 0,-48 11-1 0,-71 11-1 0,11-11 0 0,61 13-11 0,58-13-106 0</inkml:trace>
  <inkml:trace contextRef="#ctx0" brushRef="#br0">3811 12883 28 0,'0'0'0'0,"0"-12"13"0,-12-1-4 0,12 13 8 0,12-11-4 0,12 35 2 0,1-12-12 0,-25 11-1 0,21 0-1 0,-8 2 0 0,-13-13 2 0,0 1-1 0,0-2 0 0,0 1-2 0,12-12 1 0,24-23 0 0,24-14 1 0,23-10 0 0,-12-1-1 0,-11 12 1 0,-1-11 1 0,-36 23 0 0,-10 12 1 0,-13 12-9 0,0 12-89 0</inkml:trace>
  <inkml:trace contextRef="#ctx0" brushRef="#br0">1381 11513 67 0,'-11'-12'3'0,"11"12"-1"0,0 0 10 0,11-46 12 0,-11 21-19 0,0 25-2 0,-11-12 0 0,-25 24-2 0,-11 36 2 0,11 11-3 0,0 14 0 0,23 9 3 0,13-11-2 0,36-35 1 0,24-24 1 0,0-37-1 0,-1-9-7 0,13-14-47 0,-48 36-8 0</inkml:trace>
  <inkml:trace contextRef="#ctx0" brushRef="#br0">1751 11489 60 0,'0'0'8'0,"-12"-11"0"0,60-25-1 0,23 12-5 0,12 11-13 0,-59 2-43 0,-24 11 37 0</inkml:trace>
  <inkml:trace contextRef="#ctx0" brushRef="#br0">1787 11549 40 0,'0'11'21'0,"23"-11"-4"0,61-47-10 0,23 0-26 0,-37 11-41 0</inkml:trace>
  <inkml:trace contextRef="#ctx0" brushRef="#br0">2156 11132 18 0,'0'-12'15'0,"0"-11"15"0,0 46-11 0,24 25-9 0,23-12-7 0,12-11-1 0,-11-38-4 0,-24-47-8 0,-36-22 2 0,-12 21 11 0,13 61 9 0,-1 95 0 0,12 26-3 0,35-16-8 0,13-21-10 0,-12-24-59 0,-36-49 39 0</inkml:trace>
  <inkml:trace contextRef="#ctx0" brushRef="#br0">2549 11394 66 0,'0'0'1'0,"35"0"1"0,12-23 2 0,-22-14-2 0,-14-22-1 0,-22 24 3 0,-1 24 6 0,-12 22-4 0,-1 36-1 0,25-11-3 0,0 0 0 0,36-24 0 0,25-60-1 0,34-12-2 0,-24 37 0 0,-11 58 5 0,-24 24 2 0,-24-22-4 0,-36-14-22 0,-12-12-63 0</inkml:trace>
  <inkml:trace contextRef="#ctx0" brushRef="#br0">1739 12598 61 0,'0'-13'18'0,"0"-24"-15"0,-13 37 2 0,-34 25 4 0,0 34-1 0,11-11-1 0,23 12-4 0,62-13-1 0,22-23 1 0,13-11-2 0,0-50-1 0,-14-34-35 0,-58 35-37 0</inkml:trace>
  <inkml:trace contextRef="#ctx0" brushRef="#br0">1370 12537 89 0,'-12'-23'5'0,"83"-37"-8"0,72-22-37 0,-107 82 3 0</inkml:trace>
  <inkml:trace contextRef="#ctx0" brushRef="#br0">2132 12406 96 0,'-12'0'8'0,"-1"12"-7"0,74-37 2 0,57-33-20 0,-22 11-61 0</inkml:trace>
  <inkml:trace contextRef="#ctx0" brushRef="#br0">2692 12037 98 0,'0'0'0'0,"-25"36"4"0,25 35 1 0,25-11-3 0,10-13-6 0,-22-23-26 0,-13 0-40 0</inkml:trace>
  <inkml:trace contextRef="#ctx0" brushRef="#br0">2561 12002 54 0,'0'0'3'0,"-12"0"8"0,36 10 10 0,34 27-9 0,38 10-6 0,0-10-6 0,-25-3 1 0,-23-21-5 0,-1-13-24 0,-11-24-35 0</inkml:trace>
  <inkml:trace contextRef="#ctx0" brushRef="#br0">2966 11775 50 0,'-12'0'14'0,"0"0"-8"0,12 36 13 0,12 47-6 0,10 1-8 0,3-13-5 0,-1-24-1 0,-12 1-24 0,24-36-35 0,-24-12 42 0</inkml:trace>
  <inkml:trace contextRef="#ctx0" brushRef="#br0">3204 12012 33 0,'0'0'15'0,"23"37"11"0,-11-1-14 0,24-25-5 0,0-22-2 0,-24-37-1 0,-24 23-4 0,-48 25-82 0</inkml:trace>
  <inkml:trace contextRef="#ctx0" brushRef="#br0">3418 11966 76 0,'0'0'-7'0</inkml:trace>
  <inkml:trace contextRef="#ctx0" brushRef="#br0">2132 12525 71 0,'0'0'2'0,"-12"12"7"0,35-35 12 0,109-48-16 0,70-13-89 0</inkml:trace>
  <inkml:trace contextRef="#ctx0" brushRef="#br0">9658 13490 15 0,'0'0'5'0,"0"0"17"0,0 0-12 0,0 0-1 0,11 0 0 0,-11 0-4 0,13 0-1 0,10 0-2 0,-11 0 0 0,0 0 2 0,24 0 1 0,-12-12-2 0,-1 12-2 0,-10 0 0 0,-13 0-1 0,0 12 1 0,0-12-18 0,23 12-54 0</inkml:trace>
  <inkml:trace contextRef="#ctx0" brushRef="#br0">10683 13526 23 0,'0'0'13'0,"0"0"2"0,11 0-4 0,-11 10-2 0,23-10-3 0,13-10-4 0,-13 10-2 0,14 0 1 0,-13 0 2 0,-24-11 2 0,0 11-3 0,0 0-1 0,12 0-1 0,-12 0 0 0,0 0 1 0,12 0-4 0,-12 0-6 0,0 0-18 0,0 0-13 0</inkml:trace>
  <inkml:trace contextRef="#ctx0" brushRef="#br0">11837 13454 20 0,'-13'0'19'0,"13"0"-3"0,13-12-8 0,35 1-2 0,-2 11-3 0,-10 0 0 0,-11 0-1 0,-14 0-5 0,2 11-57 0</inkml:trace>
  <inkml:trace contextRef="#ctx0" brushRef="#br0">12647 13394 8 0,'12'0'16'0,"0"0"10"0,35 0-14 0,-11 0-4 0,12-11-1 0,-25 11 1 0,-12 0 1 0,2 0-5 0,-1-12-3 0,-1 12 0 0,2 0-9 0,-13 12-67 0</inkml:trace>
  <inkml:trace contextRef="#ctx0" brushRef="#br0">18660 13134 17 0,'-23'-13'43'0,"12"13"-17"0,11 0-10 0,0 0-6 0,0 0-3 0,34-12-2 0,26 0-3 0,46-1 3 0,3 2-4 0,-50-1 4 0,-35 12 1 0,-12 0-2 0,-12 0-2 0,11 0-3 0,-11-11-10 0,-23 22-19 0,-26 1-17 0,26-12 3 0</inkml:trace>
  <inkml:trace contextRef="#ctx0" brushRef="#br0">18541 13109 21 0,'0'0'0'0,"-12"0"25"0,24 12 37 0,-12 1-49 0,12 33-7 0,-12-10-1 0,12 12-3 0,-12-2 1 0,0-21-2 0,0 11 1 0,0-13-1 0,0 1 0 0,0-24-1 0,0 0 3 0,0-12-2 0,0 0 0 0,0-11-1 0,12 12 0 0,12-2 0 0,1 13 0 0,-14-12 0 0,24 12 0 0,13 0 0 0,12 0 0 0,-25 0 1 0,1 12-1 0,0 35 0 0,-25-10 0 0,26 10 2 0,-26 1-2 0,1 12 2 0,-24-13 0 0,-23 0 0 0,-25-11 0 0,-11-24 0 0,-13-12 0 0,14-12 1 0,9 12 0 0,37-12 0 0,12 12 0 0,12 0-18 0,12 12-124 0</inkml:trace>
  <inkml:trace contextRef="#ctx0" brushRef="#br0">18053 14180 3 0,'-12'0'16'0,"12"0"11"0,-12 0-6 0,12 0-5 0,0 0 12 0,12 0-17 0,0 0-8 0,1 0 0 0,10 0 0 0,13-12 0 0,11 12-1 0,1 0-1 0,-2 0-1 0,15 0 1 0,10-12 0 0,12 1 0 0,1 11 0 0,-12 0 0 0,-1-12 0 0,1 12-1 0,23 0 1 0,-35 0-2 0,-26 0 1 0,74-11 1 0,-24 11-1 0,-13 0 0 0,11 0 1 0,-10 0-1 0,12 0 0 0,-25 0 0 0,-11 0 1 0,0 0-1 0,-12 0 0 0,11 0 1 0,-24 0-1 0,-10 0 1 0,-13 0 7 0,0 0-18 0,-49 0-115 0</inkml:trace>
  <inkml:trace contextRef="#ctx0" brushRef="#br0">18934 14561 24 0,'1'0'24'0,"-1"0"19"0,0 0-13 0,0-12-9 0,11 12-6 0,1-12-4 0,-1 12-4 0,2-11-2 0,10-12-2 0,-10 10 1 0,-1 1-2 0,-12-13 0 0,11 14-1 0,-11-1 0 0,0-11 1 0,0-2-1 0,-11 2 1 0,-14-1-1 0,2 24 0 0,-1-12 0 0,1 12-1 0,-14 0 3 0,1 12-3 0,0 12 0 0,0-12 0 0,14 12 1 0,22 0-1 0,-12-1 0 0,12 1-1 0,0 13 1 0,12-14 0 0,10-12 0 0,14 13 0 0,-11-11 0 0,-1-2 0 0,-1 12-1 0,14 14 0 0,-14-3 1 0,1 3-1 0,12 10 1 0,-36 1 1 0,12-12-1 0,-12 1 1 0,-12-3 3 0,-24-10-3 0,0 0 0 0,1-12 0 0,-1-12 1 0,0-12-1 0,12-24 0 0,-11 13 0 0,23-13-1 0,12-1 1 0,12-9 0 0,-2-2 0 0,15 0-1 0,-1 14 1 0,24 9-1 0,-13 0-2 0,12 2-3 0,2 12-71 0,-49 11 5 0</inkml:trace>
  <inkml:trace contextRef="#ctx0" brushRef="#br0">19780 14180 32 0,'-24'-12'20'0,"12"12"0"0,12 0-11 0,0 0 13 0,-13 12 6 0,13-12-12 0,13 0-5 0,46 0-4 0,37-12-4 0,23 0 0 0,11 1-2 0,13 11 0 0,0-12 0 0,1 1-2 0,-25-2 3 0,-12 1 2 0,-48 0 0 0,1 12 0 0,-23-13-2 0,-14 13 0 0,0 0 0 0,-12 0-2 0,2 0-17 0,-13 0-124 0</inkml:trace>
  <inkml:trace contextRef="#ctx0" brushRef="#br0">19518 13406 29 0,'0'0'0'0,"0"0"56"0,-12 0-25 0,12 0-12 0,12 0 15 0,-1-12-27 0,25 12-4 0,24 0 1 0,10-11-2 0,-21 11-2 0,-1 0 2 0,0 0-1 0,-25-12 0 0,1 12 0 0,-12 0-1 0,-1 0 0 0,-11 0-7 0,13 0-32 0,-1 0-56 0</inkml:trace>
  <inkml:trace contextRef="#ctx0" brushRef="#br0">19695 13192 8 0,'0'-12'17'0,"13"12"-14"0,-13 0-27 0</inkml:trace>
  <inkml:trace contextRef="#ctx0" brushRef="#br0">19731 13180 30 0,'0'-12'40'0,"0"12"0"0,0-13-16 0,0 3-5 0,0 10-4 0,0 0 2 0,0 23-13 0,0-11-3 0,0 13 2 0,0-25-4 0,-11 34 3 0,11-9 2 0,0 10-4 0,0 1 2 0,0 0-2 0,0-1 1 0,11-10 0 0,-11-2 1 0,0 13-1 0,0 0 2 0,0-1-5 0,13-10 4 0,-13-25-2 0,0 11 3 0,0-11-4 0,0 0 4 0,0 0-4 0,0-11-40 0,12-2-77 0</inkml:trace>
  <inkml:trace contextRef="#ctx0" brushRef="#br0">20423 13073 37 0,'0'0'0'0,"0"-12"77"0,0 1-42 0,0 11-23 0,0 0-3 0,0 0-2 0,-12 23-1 0,12 1-2 0,0 24-2 0,0-1-1 0,12 0 1 0,-12 1-1 0,0 0 0 0,0 0 0 0,11 0 0 0,-11-14 0 0,0-9 0 0,0 0 1 0,0 9-2 0,13-10 1 0,-13 0 0 0,0-12 0 0,0-1 0 0,-13 2 1 0,13-1-2 0,0-12 1 0,0 12 0 0,0-12-1 0,0 0 1 0,0 0-1 0,0 0 3 0,13-12-3 0,-13 0-10 0,-13-1-150 0</inkml:trace>
  <inkml:trace contextRef="#ctx0" brushRef="#br0">19482 14763 17 0,'0'-11'33'0,"-12"11"-10"0,12 0-6 0,0-12 8 0,0 12 14 0,12 0-30 0,12-11-1 0,24-2-3 0,-1 13-3 0,1 0-1 0,-12 0 1 0,10 0 1 0,-10-12-1 0,-11 12 0 0,-1-12 0 0,0 12 0 0,-13 0 0 0,1-13 0 0,12 13-2 0,-24 0 1 0,12 0-45 0,-12 0-61 0</inkml:trace>
  <inkml:trace contextRef="#ctx0" brushRef="#br0">19637 14537 25 0,'0'0'21'0,"0"-11"8"0,12-1-14 0,-12 12 2 0,0-11 4 0,0 22-8 0,0 1-7 0,0-1-1 0,0 13 1 0,12 12-1 0,-12 0-1 0,0 0-2 0,12-13 1 0,-12 1-2 0,0 12 1 0,0-12 0 0,12 0 1 0,-12-1-1 0,10 1 0 0,-10-12 0 0,0-12 0 0,0 12-1 0,13 1 0 0,-13-13 2 0,0 11 1 0,0-11-1 0,12 0 0 0,-12-11-167 0</inkml:trace>
  <inkml:trace contextRef="#ctx0" brushRef="#br0">20590 14359 21 0,'10'0'35'0,"-10"-11"-14"0,0 22-2 0,-10-11-11 0,10 0 4 0,0 0 0 0,-12 0-5 0,0 0 0 0,0 12 1 0,0-12-2 0,0 11-2 0,0-11-1 0,-13 25 1 0,2-2-1 0,0 13 0 0,-1-12-1 0,12 0 0 0,-12-1 0 0,12 14-1 0,0-14 1 0,-12 13-1 0,24 0 0 0,-12-13 0 0,12 14 1 0,0-14 0 0,0 13-1 0,12-1 1 0,0-11-1 0,12 0-1 0,1 0 1 0,-14-1 0 0,12-11 0 0,2-12 1 0,9 12 1 0,-9-12-2 0,11-12 1 0,-24 0-3 0,12-11 3 0,-14 12-1 0,3-26 0 0,-1 24 0 0,-1 2-1 0,2-12 1 0,-13 11-1 0,0-13 1 0,12 2-1 0,-12 12 1 0,-12-14-1 0,12 13 1 0,0-11-1 0,-13-1 0 0,2 12 1 0,-1 0-2 0,-1 12 1 0,3-13 1 0,-2 13-1 0,-12 0 2 0,0 0-3 0,0 13 2 0,-12-13-1 0,25 0 0 0,-14 12 0 0,2 0 0 0,-13 1 0 0,0 8 1 0,1 16-34 0,22-24-89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3370 10739 20 0,'0'-12'34'0,"0"12"1"0,0-11-11 0,0 11-6 0,0 0-4 0,12 23-4 0,-1 2-3 0,2 9-2 0,-1 16-1 0,-12-4-2 0,12-21 1 0,-12-2 0 0,12-12 0 0,-12 2-1 0,0-1-1 0,12 0 0 0,0-1 0 0,22 1 0 0,27-1 1 0,10-11-1 0,12 13 0 0,25-1 0 0,-1-12 1 0,12 12 1 0,-12 12-1 0,1-12-1 0,23-1 0 0,35-11 1 0,1 0-1 0,47-11 0 0,-23-1 2 0,-1 1-3 0,12-2 0 0,0 1 0 0,13 0 0 0,12-1 0 0,-13-10 0 0,12 23 1 0,1-23-1 0,-13 23-1 0,-1-12 2 0,-21-12-2 0,-13 12 0 0,-1-12 1 0,-23 24-3 0,-25 0 3 0,-10-12-2 0,-25 0 2 0,1 12 1 0,-13 0-1 0,-25 0-1 0,-22 0 2 0,-11 0 0 0,-14 0 0 0,2-13-2 0,-1 3 2 0,-1-14-1 0,-11-13 2 0,0-10-1 0,0 12-1 0,-11 12 1 0,11 23-1 0,0 34 1 0,0 14-1 0,-12-12-3 0,-1 1-140 0</inkml:trace>
  <inkml:trace contextRef="#ctx0" brushRef="#br0">7276 8893 42 0,'0'0'13'0,"-24"0"26"0,13-11-2 0,-1 11-10 0,0-12-13 0,12 12-12 0,12 0-1 0,11 0-1 0,13 0 1 0,0 0-3 0,35 0 1 0,12 0 1 0,1 0 1 0,11 0 1 0,13 0 0 0,-14 0-1 0,-22 0 0 0,12 0-1 0,-13 12 1 0,-23-1 0 0,11-11-1 0,1 0 1 0,-25-11 1 0,1 11-1 0,-24 0 0 0,1-12 1 0,-13 12-2 0,0-11 0 0,0 11-27 0,0 11-103 0</inkml:trace>
  <inkml:trace contextRef="#ctx0" brushRef="#br0">9313 8906 0 0,'-25'0'6'0,"2"0"49"0,-1-13 0 0,24 13-20 0,-12 0-28 0,35 0-5 0,2 0-2 0,34 0 1 0,25 0 0 0,-1 0-1 0,11 13 1 0,14-13-2 0,-12 0 0 0,11-13 1 0,-1 13 1 0,-10 0 1 0,-13 0 1 0,-35 0-2 0,-12 0 1 0,-24 0-1 0,12-11 0 0,-12 11 0 0,-12 0-1 0,13 0-2 0,-2 11-35 0,12-11-90 0</inkml:trace>
  <inkml:trace contextRef="#ctx0" brushRef="#br0">11062 8893 16 0,'0'0'56'0,"-23"0"-21"0,23 0 0 0,0 0-23 0,12 0-10 0,-12 0-1 0,11 0 0 0,14 0-1 0,11 0 0 0,35-11 0 0,-11 11 0 0,11 0-1 0,11 0 1 0,3 0-2 0,22 0 3 0,0 0 0 0,-12 0 0 0,13 11 1 0,-37 2-1 0,-12-13 0 0,1 0 1 0,-11 12 0 0,21-24 0 0,-34 12-1 0,0 0-1 0,-14 0 3 0,-9-13-2 0,-1 13 0 0,-1 0-1 0,-11 0 0 0,0-11 0 0,-36 11-37 0,26 0-68 0</inkml:trace>
  <inkml:trace contextRef="#ctx0" brushRef="#br0">17172 8311 5 0,'12'-12'33'0,"12"12"4"0,-24 0-11 0,0 0-6 0,12-13-18 0,-1 2 0 0,-11-1 2 0,0 1-1 0,0-14 2 0,-11 0 0 0,-1-21-1 0,-1 10-1 0,2 13-1 0,-1-2 1 0,-12 2 1 0,-12 0-1 0,12 10 0 0,-12-24-1 0,0 26 0 0,-11-12-2 0,12 23 1 0,-1-12 0 0,0 12 0 0,1-12 0 0,-25 12 1 0,0 0-2 0,13 12 0 0,-12 0 1 0,11-1-1 0,-13 12 0 0,15 14 0 0,-2-1 1 0,12-1 0 0,12 1-1 0,-11 12-1 0,11-1 1 0,12 13 1 0,12 11-2 0,0-10 2 0,12 10-1 0,12 0 1 0,11-12 1 0,-11 0-1 0,12 1 0 0,22-24 2 0,39 0-1 0,-15-1 1 0,2 1-2 0,-24-13 0 0,11-10 1 0,1-1-1 0,-1-24 1 0,13-1-1 0,-13-10-1 0,1-1 1 0,-25 0 0 0,13-23 0 0,-13 10 0 0,-11 3 0 0,-13-3-1 0,2-10 1 0,-14 0 0 0,2-1 0 0,-13-12-1 0,0 2 1 0,0 8-1 0,0 4 1 0,-13-13 1 0,-10-1 0 0,-26-24-2 0,13 13 2 0,-22 10-3 0,-14 15 5 0,-47 34-4 0,-71 47-64 0,84-23-85 0</inkml:trace>
  <inkml:trace contextRef="#ctx0" brushRef="#br0">4597 12299 53 0,'-13'0'25'0,"2"0"11"0,11 0-12 0,0-11-3 0,0 11-5 0,0-13-7 0,0 13-2 0,0-12-3 0,11 12-1 0,14-12 0 0,-1 1 0 0,-1 11-1 0,1 0 0 0,24 0 0 0,0 0 0 0,-13 11-2 0,1-11 4 0,12 12-2 0,-1 0-1 0,1-12 2 0,-1 13-1 0,1-13-1 0,0-13 1 0,-1 13 0 0,1 0-2 0,-12 0 1 0,-12 0 2 0,-2 0 1 0,27-12-3 0,-13 0 0 0,-12 12-2 0,-1 0 1 0,1 0 2 0,-1-11-1 0,2 11 0 0,-14 0 0 0,14 0-2 0,-14-12 0 0,1 12 3 0,-12 0-2 0,12 0 1 0,-12 0-1 0,0 0 2 0,12 0 2 0,-12 0-5 0,0 0 1 0,12 0-5 0,0 0-46 0,-12 0-116 0</inkml:trace>
  <inkml:trace contextRef="#ctx0" brushRef="#br0">6394 12263 29 0,'-36'0'45'0,"14"-12"-17"0,22 12-1 0,-12 0-3 0,12 0-9 0,-12 0-10 0,12 12-1 0,-12-12 2 0,12 0-1 0,12 0 3 0,12 12-5 0,23-12 1 0,13 0-3 0,-1 0 2 0,12 0 1 0,1 0 1 0,-12 0-6 0,10 0 4 0,-21 0-3 0,11 0 2 0,-1 0-1 0,0 0 1 0,1 0-4 0,-23 0 4 0,-3-12-2 0,2 12 1 0,-13 0 1 0,2 0-2 0,-1 0 0 0,-2 0 2 0,-9-12 0 0,-1 12-1 0,-37 12-16 0,-9 36-134 0</inkml:trace>
  <inkml:trace contextRef="#ctx0" brushRef="#br0">8431 12275 63 0,'0'0'33'0,"-23"-12"8"0,23 0-12 0,0 1-16 0,23 11-7 0,25 0-1 0,12-12 1 0,22 12-2 0,14 0-2 0,23 12-1 0,11-12-1 0,-33 11 0 0,-15 1 2 0,-9-12 0 0,-3 0 0 0,-10 0 1 0,12 0 1 0,-13-12-1 0,-12 12-1 0,-10-11-1 0,-3-1 1 0,-21 12-2 0,-13 0 0 0,-13 12-18 0,-21 23-140 0</inkml:trace>
  <inkml:trace contextRef="#ctx0" brushRef="#br0">10420 12121 41 0,'0'0'14'0,"-25"0"36"0,14 0-13 0,11 0-18 0,0 0-3 0,0-12-9 0,24 12-2 0,24 0-1 0,34 0-1 0,2 12-2 0,11-12-1 0,-23 0 0 0,22 12 2 0,-9-12-2 0,-14 23 1 0,-12-23-2 0,1 0 2 0,-24-12 0 0,-12 12 3 0,-12-11-3 0,-12 11 1 0,13-12-2 0,-13 12-14 0,-13 12-144 0</inkml:trace>
  <inkml:trace contextRef="#ctx0" brushRef="#br0">16601 11585 79 0,'0'-12'8'0,"0"12"-4"0,-24-36 15 0,35 48-2 0,2 60 5 0,-13 35-9 0,11-12-6 0,1-36-2 0,-12-23 0 0,-12-24 0 0,-12-48-1 0,0-59-2 0,1-23-1 0,10-3 0 0,13-9 1 0,60 59-2 0,0 46 0 0,-12 38-1 0,-1 34 0 0,-35 1 2 0,-48-24 2 0,-23-1-3 0,-24 1-4 0,47 0-41 0,36 24-73 0</inkml:trace>
  <inkml:trace contextRef="#ctx0" brushRef="#br0">17148 11275 104 0,'-12'-25'17'0,"12"15"4"0,0 20-3 0,-24 63-5 0,-11 46-5 0,-13 12-4 0,12-23-1 0,48-14-2 0,48-58 0 0,11-24-1 0,13-12-30 0,-50-12-87 0</inkml:trace>
  <inkml:trace contextRef="#ctx0" brushRef="#br0">17303 11382 75 0,'0'-11'2'0,"24"-13"10"0,0 11 20 0,-1 38-10 0,-11 21-9 0,24 15-9 0,24-14-2 0,-13-23-2 0,-11-12 0 0,0-72 0 0,-1-24 1 0,-23 26-1 0,-12 34 2 0,-12 24 0 0,-12 71 7 0,1 13-4 0,10-13-3 0,13-10-3 0,0-3-50 0,0-58-36 0</inkml:trace>
  <inkml:trace contextRef="#ctx0" brushRef="#br0">17839 11681 66 0,'0'0'3'0,"12"0"9"0,35-13 19 0,-24-24-19 0,26 3-4 0,-14 10-3 0,-23-12 2 0,-12 0 1 0,-24 24-1 0,1 24-2 0,-13 24-2 0,0 12 0 0,13 11-3 0,11-11 1 0,24 0 0 0,23-25 0 0,12-11 0 0,13-24-1 0,-11-23-4 0,-2-12 2 0,-12 10 2 0,1-10 0 0,-12 10 0 0,0 14 0 0,0-1 0 0,-24 24 1 0,10-12-2 0,-20 12 2 0,10 12 0 0,0 24-1 0,35 12 1 0,-11 11 1 0,-12-23 1 0,-37-13 1 0,-33-10-24 0,-14-26-102 0</inkml:trace>
  <inkml:trace contextRef="#ctx0" brushRef="#br0">18363 11229 90 0,'0'0'0'0,"0"82"67"0,82 62-54 0,-46-14-2 0,-36-23-7 0,-70-24-3 0,-26-35-50 0,83-35-43 0</inkml:trace>
  <inkml:trace contextRef="#ctx0" brushRef="#br0">18994 11418 157 0,'-36'-36'11'0,"72"25"-8"0,35-1-4 0,1 12-12 0,-13 0-21 0,-35 0-74 0</inkml:trace>
  <inkml:trace contextRef="#ctx0" brushRef="#br0">18934 11573 93 0,'-12'0'36'0,"59"0"-24"0,49-13-9 0,23-21-113 0</inkml:trace>
  <inkml:trace contextRef="#ctx0" brushRef="#br0">19744 11179 39 0,'0'0'0'0,"0"-23"25"0,12 12 5 0,12-2-2 0,-1 13-12 0,14 24-6 0,-3 49-5 0,2-27-3 0,-23 13 1 0,-13-34 7 0,0-13-3 0,0 11-4 0,0 1-1 0,-13 0 0 0,-23-11 1 0,-22-26-6 0,-14 13-34 0,36 13-64 0</inkml:trace>
  <inkml:trace contextRef="#ctx0" brushRef="#br0">19495 11775 54 0,'0'0'19'0,"-25"0"21"0,25 0-8 0,0 0-15 0,25-12-7 0,93-11-5 0,72-13-2 0,1 13-2 0,-73 10 0 0,-69 1 0 0,-49 0-7 0,-24 12-124 0</inkml:trace>
  <inkml:trace contextRef="#ctx0" brushRef="#br0">19649 11168 70 0,'-12'-12'13'0,"12"-12"-2"0,12 12 11 0,0-11-13 0,35 11-1 0,-11-12 0 0,0 24 0 0,0 0-4 0,-1 13-2 0,13 33 1 0,-12-10 1 0,-13 0-1 0,-23 1 4 0,-48-16 0 0,1 4-5 0,0-13-1 0,47 12 0 0,35-1-2 0,24 37 0 0,-34-12 1 0,-37-12 0 0,-60-36 3 0,-12-12 2 0,61 12-4 0,10 12-12 0,26 36-129 0</inkml:trace>
  <inkml:trace contextRef="#ctx0" brushRef="#br0">19744 11930 86 0,'-13'-36'53'0,"2"24"-39"0,22 12-2 0,-11 25-2 0,0 22-4 0,13 1-2 0,-1 12-1 0,-1 11-1 0,14-24-1 0,10-23 1 0,12-48 1 0,-11 0-2 0,-36 35-1 0,0 39 2 0,0-4 1 0,-11-10-2 0,-1-13-29 0,12-10-93 0</inkml:trace>
  <inkml:trace contextRef="#ctx0" brushRef="#br0">20125 12192 152 0,'-47'-25'-100'0</inkml:trace>
  <inkml:trace contextRef="#ctx0" brushRef="#br0">4811 12322 99 0,'0'0'0'0,"-59"-11"16"0,35 11 2 0,36-12-10 0,70 12-3 0,74 0 3 0,-1 0-3 0,0 0-3 0,-61 0 2 0,-69-11 4 0,-50 11 1 0,-69 0-8 0,-50 0 0 0,-10 0-1 0,22 11-2 0,60-11 3 0,62 0 2 0,81-11-1 0,60-14 1 0,24 13-1 0,-24 1-2 0,-95-1 1 0,-26 12-3 0,-68 0-37 0,22 23-61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19125 14014 104 0,'-12'-24'8'0,"0"24"-2"0,24 11 14 0,12 37-5 0,0 12-7 0,-14-1-2 0,3-11-1 0,-1-37 0 0,35-22 2 0,73-49-5 0,23 13-1 0,24 10 0 0,-48 14 0 0,-60-12 5 0,-36 22 0 0,-23 13-3 0,0 0-2 0,-23 13-50 0,-1-1-45 0</inkml:trace>
  <inkml:trace contextRef="#ctx0" brushRef="#br0">7133 12393 104 0,'0'0'0'0,"0"0"5"0,36 61-5 0,0-13 7 0,-12-2 5 0,-1-33 5 0,37-37-9 0,47-36 0 0,24-11-1 0,24 0-1 0,-48 24 1 0,-71 22-3 0,0 2-6 0,-13 34-133 0</inkml:trace>
  <inkml:trace contextRef="#ctx0" brushRef="#br0">6764 15550 92 0,'0'-25'6'0,"-12"25"3"0,12 13 6 0,12-13-4 0,12 24-3 0,-1-1-1 0,2 13-2 0,-1 12-2 0,0-25 1 0,23-46 2 0,48-73-2 0,48-23-2 0,23 12-2 0,-46 25 0 0,-84 57 3 0,-24 13 3 0,-24-1-4 0,12 13-2 0,0 25-13 0,0 11-74 0,0-36 36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17875 9324 0 0,'-84'-13'0'0,"25"13"0"0,35 0 0 0,0-12 9 0,12 0 26 0,12 12-35 0,0 0 2 0,24 0 21 0,12 0-21 0,10 0-1 0,15 0-2 0,-2 12 1 0,13-12-1 0,11 0 2 0,12 12 0 0,1-12 1 0,-2 13 1 0,2-13 2 0,11 0-3 0,-11 0 3 0,11 0 0 0,0 0-1 0,-23 0-2 0,58-13 3 0,-35 1-2 0,1 0-1 0,11 12 1 0,-12 0 0 0,12-13-2 0,11 13 2 0,2 0 3 0,11-11-2 0,12-1-2 0,-25 12-2 0,-10 0 4 0,-13 0-1 0,11 0-2 0,25-11-1 0,2 11 1 0,9-13-1 0,-24 1 0 0,1 12 0 0,-1 0-1 0,38 0 1 0,11 0 1 0,-12 12-2 0,-25-12 1 0,-34 13 0 0,-13-13-2 0,0 0 1 0,12 11 2 0,-23-11 0 0,-25 0-3 0,-47 0 3 0,1 12-26 0,-38-1-68 0</inkml:trace>
  <inkml:trace contextRef="#ctx0" brushRef="#br0">3061 10668 0 0,'-36'-12'0'0,"23"-1"0"0,13 13 0 0,0 0 0 0,13 13 0 0,10-13 0 0,26 0 0 0,22-13 0 0,12 13 0 0,25-11 0 0,-1 11 0 0,24 0 0 0,-13 0 0 0,27 0 0 0,-3-12 0 0,36 12 1 0,1-23-1 0,-1-2 0 0,-11 2 0 0,0-1 0 0,-24 0 0 0,-24 1 0 0,-12 12 1 0,-37-14-1 0,-9 13 0 0,-37 12 0 0,-12 0 2 0,-12-13 26 0,0 13-13 0,0 0-23 0,0 37-29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1/24/2026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499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965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946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877EAF2-EF67-4E70-95E3-8FCEFB74D20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-128"/>
              <a:cs typeface="Arial"/>
              <a:sym typeface="Arial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872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877EAF2-EF67-4E70-95E3-8FCEFB74D20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-128"/>
              <a:cs typeface="Arial"/>
              <a:sym typeface="Arial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384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:notes"/>
          <p:cNvSpPr txBox="1">
            <a:spLocks noGrp="1"/>
          </p:cNvSpPr>
          <p:nvPr>
            <p:ph type="body" idx="1"/>
          </p:nvPr>
        </p:nvSpPr>
        <p:spPr>
          <a:xfrm>
            <a:off x="940435" y="4421823"/>
            <a:ext cx="5172393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4871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ED48BE-267D-4B59-ADE4-43764D46B7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31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2ED48BE-267D-4B59-ADE4-43764D46B7C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08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9.png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5.xml" 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5.xml" 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5.xml" 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5.xml" 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5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 /><Relationship Id="rId1" Type="http://schemas.openxmlformats.org/officeDocument/2006/relationships/tags" Target="../tags/tag2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7.xml" 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 /><Relationship Id="rId1" Type="http://schemas.openxmlformats.org/officeDocument/2006/relationships/tags" Target="../tags/tag3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9.xml" 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 /><Relationship Id="rId1" Type="http://schemas.openxmlformats.org/officeDocument/2006/relationships/tags" Target="../tags/tag4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0.xml" 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 /><Relationship Id="rId1" Type="http://schemas.openxmlformats.org/officeDocument/2006/relationships/tags" Target="../tags/tag5.xml" 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1.xml" 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1.xml" 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1.xml" 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1.xml" 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1.xml" 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2.xml" 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 /><Relationship Id="rId1" Type="http://schemas.openxmlformats.org/officeDocument/2006/relationships/tags" Target="../tags/tag6.xml" 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slideMaster" Target="../slideMasters/slideMaster12.xml" /><Relationship Id="rId1" Type="http://schemas.openxmlformats.org/officeDocument/2006/relationships/tags" Target="../tags/tag7.xml" 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3.xml" 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3.xml" 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3.xml" 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Master" Target="../slideMasters/slideMaster13.xml" 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3.xml" 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4.xml" 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4.xml" 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4.xml" 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4.xml" 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4.xml" 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5.xml" 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5.xml" 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5.xml" 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5.xml" 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5.xml" 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 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5.xml" /><Relationship Id="rId4" Type="http://schemas.openxmlformats.org/officeDocument/2006/relationships/image" Target="../media/image9.png" 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 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7.xml" 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7.xml" 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8.xml" 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8.xml" 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8.xml" 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9.xml" 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 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9.xml" 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9.xml" 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9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3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00FC-D642-4D31-8A15-4FA78C96497F}" type="datetime1">
              <a:rPr lang="en-US" smtClean="0"/>
              <a:t>1/24/2026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5DBA4-7D61-4EF0-84ED-BC77BBBD76C3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12F95-64FA-403E-9EE0-678C65D0D299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00599-7BEE-463B-8411-A43917BFC349}" type="datetime1">
              <a:rPr lang="en-US" smtClean="0"/>
              <a:t>1/24/2026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3415C-FE33-4DC2-96C9-9FF4625BB8E2}" type="datetime1">
              <a:rPr lang="en-US" smtClean="0"/>
              <a:t>1/24/2026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943E7-37D7-437E-B58C-A5C75F070D4E}" type="datetime1">
              <a:rPr lang="en-US" smtClean="0"/>
              <a:t>1/24/2026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CDF47-80FE-4CCA-BCF7-3F457F9B8440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FADEA-6F6D-4933-9FE0-B6F37CE7554E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5BD2D-709E-47A5-BC42-9994CC74C963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816B7-1F90-4FDA-9242-9B28AC85CD40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C1690-8CA7-4BF3-A2AD-205F376CB408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7F078-45CA-436D-BCDB-2763B33808C1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DC1C1-EAE1-4BB9-9C6A-E69598A608B8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ACAF-850F-4E54-8FE9-8FA2C243DE68}" type="datetime1">
              <a:rPr lang="en-US" smtClean="0"/>
              <a:t>1/24/2026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82099-724F-40AB-8E67-4FB981F47242}" type="datetime1">
              <a:rPr lang="en-US" smtClean="0"/>
              <a:t>1/24/2026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81A9-26D8-498A-A78A-4369AE67AC51}" type="datetime1">
              <a:rPr lang="en-US" smtClean="0"/>
              <a:t>1/24/2026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FC157-7303-4896-BF84-95F3AD505D15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40035-DD72-475E-99C9-FA286FF8CEF5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26905-178E-415A-9E8A-DF517F197F55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D8F48-34D1-47D3-BB07-1911D9B7808E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26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64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96627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9846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72048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084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23974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5739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366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82256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032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99940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3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9017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5171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1555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FC3A3A-C8A1-4745-A5AF-BA8F910C1BFF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2369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9F6C5-9F83-4284-A856-5B5BC05957E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708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3814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096345" y="6564312"/>
            <a:ext cx="951547" cy="169545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 b="0" i="0">
                <a:solidFill>
                  <a:srgbClr val="7F7F7F"/>
                </a:solidFill>
                <a:latin typeface="Franklin Gothic Medium"/>
                <a:cs typeface="Franklin Gothic Medium"/>
              </a:defRPr>
            </a:lvl1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1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Lisa</a:t>
            </a:r>
            <a:r>
              <a:rPr kumimoji="0" lang="en-IN" sz="750" b="0" i="0" u="none" strike="noStrike" kern="1200" cap="none" spc="-19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Yan,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CS109,</a:t>
            </a:r>
            <a:r>
              <a:rPr kumimoji="0" lang="en-IN" sz="750" b="0" i="0" u="none" strike="noStrike" kern="1200" cap="none" spc="-15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2020</a:t>
            </a:r>
            <a:endParaRPr kumimoji="0" lang="en-IN" sz="75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36711" y="6549624"/>
            <a:ext cx="173831" cy="184150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28575" marR="0" lvl="0" indent="0" algn="l" defTabSz="914400" rtl="0" eaLnBrk="1" fontAlgn="base" latinLnBrk="0" hangingPunct="1">
              <a:lnSpc>
                <a:spcPct val="100000"/>
              </a:lnSpc>
              <a:spcBef>
                <a:spcPts val="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825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</a:rPr>
              <a:pPr marL="28575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4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06079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74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8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8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3462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0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187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12225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0201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7422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0388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2829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71644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6123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5909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48659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460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6B9ED5-FE15-42F3-930B-10DA3EF6708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390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50E79D-DD4C-459D-9982-43B0D01A4CF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60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CAFE9A-1B00-41A9-8570-E4D414A76A5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5916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8B13F9-30A0-402F-BAD5-2ACC9826556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2014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012BF1-E2F7-4A28-A7E9-DEDBED6D313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562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dt" idx="10"/>
          </p:nvPr>
        </p:nvSpPr>
        <p:spPr>
          <a:xfrm>
            <a:off x="2286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fld id="{502CF848-D42F-45DD-9B4A-1B0D7218FA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t>1/24/2026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1" name="Google Shape;281;p45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2" name="Google Shape;282;p45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5729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15405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DA625C-7372-4E2B-BF73-7A3B77124A1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67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60649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0923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819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24560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73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5136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89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641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558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14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3247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743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147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4227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0687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056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9582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2358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30774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1780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39135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6891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8135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17760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2559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80230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2620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86942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3400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610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28100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29284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54697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4804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51913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18498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4423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34927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4361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8279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4683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07863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9880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8537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5704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46584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3344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5540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07930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17612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2555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7589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55480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1972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11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240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52794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76361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2810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7581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01955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2930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75931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26171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8377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908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842343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54264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4684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45556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47320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94708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3320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282049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11261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2269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2448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23495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90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900" b="1"/>
            </a:lvl1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4" y="6237290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67148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0742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98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8893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089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36180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0748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49904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73649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53472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61491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56008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D7E44-7D4F-4942-A8C9-2DF6BF8399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06198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052827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4" name="Google Shape;34;p5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5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5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34809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52068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66;p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67;p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291228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9" name="Google Shape;79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7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7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3558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7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7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8641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09;p7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839860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21;p7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7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7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59926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8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8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8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8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45468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8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187399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8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8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8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8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9" name="Google Shape;159;p8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8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228303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8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8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8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8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8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26819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Google Shape;174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13251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32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9611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19796713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330734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09138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65588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93807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12808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72403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683405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4402783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4231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5738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4037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9974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0797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592005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501149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98552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11847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51379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61589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28881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610466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132100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2557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098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34403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325886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99CB88-5E1A-4FAC-892A-60949ACB1F6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74523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FC283-09B0-4637-98DE-4EA18B48056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24607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0552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183FC5-153D-441D-95F7-882E3FFDCE2D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35043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183EF-6B4A-402C-A608-B18EB5B7F9E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8106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DFD9EE-9969-456E-B39E-68D117FEF1D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95314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65947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806812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401A7-543D-4BB0-A9D1-A26B478A180A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44293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EF66B0-2922-450D-BC4A-DD8665B7C322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116978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D6EBD3-8BD3-4291-92B7-C6BAAE2FE2E1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64917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9A138C-D4A2-4FBE-91CC-9AD0E3FAC8E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65624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8B1E0-F22B-4A8F-9B5F-BF9893B5ABD8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33651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72264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84C6A3-7CCD-4C85-B025-7257B798260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6325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74284-52B8-4470-BDD8-4ADED48827A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564880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A6D408-3886-45AE-87AA-FE4F4DD13316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4952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3DD7E-D674-4C29-BA87-30671220063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21896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058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FB00BD-2A3E-405A-924C-959BC25F82C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4548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1E31B3-1A8E-48F2-BF0B-FF8F2A0CCD7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58385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B2037-4F83-45AB-A8AE-5B592BBCAE9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26638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09AD5F-0A31-424D-AB9D-62B102033000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40644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F44B5-105B-4EE8-BC8A-AF6D66C6DE3A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1596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C144D9-EA27-4930-A766-1E0286FE12C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826987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405665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7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5" name="Google Shape;55;p6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6" name="Google Shape;56;p6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6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6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9" name="Google Shape;59;p6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6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1" name="Google Shape;61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4" name="Google Shape;64;p6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" name="Google Shape;65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" name="Google Shape;67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4809487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50" name="Google Shape;50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62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62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17063500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5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6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0" name="Google Shape;90;p6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" name="Google Shape;91;p6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2" name="Google Shape;92;p6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3" name="Google Shape;93;p6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6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" name="Google Shape;95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" name="Google Shape;96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8" name="Google Shape;98;p6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9" name="Google Shape;99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9764558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0206566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6148248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02012986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12633022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9" name="Google Shape;159;p7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0" name="Google Shape;160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3866054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7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7" name="Google Shape;167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3700548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7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7265177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7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0932269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D8BD707-D9CF-40AE-B4C6-C98DA3205C09}" type="datetimeFigureOut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1/24/2026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2953288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8107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0805803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6533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A758EFE-665F-4341-B5B8-2DAEADA52F6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4BACC6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20647"/>
            <a:ext cx="8229600" cy="924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0464" y="1203159"/>
            <a:ext cx="8229600" cy="49210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>
                <a:solidFill>
                  <a:schemeClr val="accent3"/>
                </a:solidFill>
              </a:defRPr>
            </a:lvl2pPr>
            <a:lvl3pPr>
              <a:defRPr sz="1800"/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945083"/>
            <a:ext cx="8691879" cy="63343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42811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IS ZC464, Machine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0DB935C-A2BB-404C-A6C5-67E9068028E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27511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50" name="Google Shape;50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551805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5" name="Google Shape;55;p6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6" name="Google Shape;56;p6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6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6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9" name="Google Shape;59;p6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6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1" name="Google Shape;61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4" name="Google Shape;64;p6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" name="Google Shape;65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" name="Google Shape;67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072965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1" name="Google Shape;121;p6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29912267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47750708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37095433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67097754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6731648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9" name="Google Shape;159;p7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0" name="Google Shape;160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93284767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7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7" name="Google Shape;167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8904239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7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67171178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7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49947726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9" name="Google Shape;149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0" name="Google Shape;150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45174643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73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charset="0"/>
                <a:ea typeface="SimSun" pitchFamily="2" charset="-122"/>
                <a:cs typeface="Arial" charset="0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charset="0"/>
                <a:ea typeface="SimSun" pitchFamily="2" charset="-122"/>
                <a:cs typeface="Arial" charset="0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3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1650" baseline="0">
                <a:latin typeface="Times New Roman" pitchFamily="18" charset="0"/>
                <a:cs typeface="Times New Roman" pitchFamily="18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 sz="1500">
                <a:latin typeface="Times New Roman" pitchFamily="18" charset="0"/>
                <a:cs typeface="Times New Roman" pitchFamily="18" charset="0"/>
              </a:defRPr>
            </a:lvl2pPr>
            <a:lvl3pPr>
              <a:buFont typeface="Wingdings" pitchFamily="2" charset="2"/>
              <a:buChar char="§"/>
              <a:defRPr sz="1350">
                <a:latin typeface="Times New Roman" pitchFamily="18" charset="0"/>
                <a:cs typeface="Times New Roman" pitchFamily="18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100" b="1" spc="-113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73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charset="0"/>
                <a:ea typeface="SimSun" pitchFamily="2" charset="-122"/>
                <a:cs typeface="Arial" charset="0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charset="0"/>
                <a:ea typeface="SimSun" pitchFamily="2" charset="-122"/>
                <a:cs typeface="Arial" charset="0"/>
                <a:sym typeface="Arial"/>
              </a:rPr>
              <a:t>Pilani, Pilani Campus</a:t>
            </a:r>
          </a:p>
        </p:txBody>
      </p:sp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2084388" y="655003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5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9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7876563"/>
      </p:ext>
    </p:extLst>
  </p:cSld>
  <p:clrMapOvr>
    <a:masterClrMapping/>
  </p:clrMapOvr>
  <p:transition spd="slow">
    <p:strips dir="rd"/>
  </p:transition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4511638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6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27.xml" /><Relationship Id="rId7" Type="http://schemas.openxmlformats.org/officeDocument/2006/relationships/slideLayout" Target="../slideLayouts/slideLayout31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6.xml" /><Relationship Id="rId1" Type="http://schemas.openxmlformats.org/officeDocument/2006/relationships/slideLayout" Target="../slideLayouts/slideLayout25.xml" /><Relationship Id="rId6" Type="http://schemas.openxmlformats.org/officeDocument/2006/relationships/slideLayout" Target="../slideLayouts/slideLayout30.xml" /><Relationship Id="rId11" Type="http://schemas.openxmlformats.org/officeDocument/2006/relationships/slideLayout" Target="../slideLayouts/slideLayout35.xml" /><Relationship Id="rId5" Type="http://schemas.openxmlformats.org/officeDocument/2006/relationships/slideLayout" Target="../slideLayouts/slideLayout29.xml" /><Relationship Id="rId10" Type="http://schemas.openxmlformats.org/officeDocument/2006/relationships/slideLayout" Target="../slideLayouts/slideLayout34.xml" /><Relationship Id="rId4" Type="http://schemas.openxmlformats.org/officeDocument/2006/relationships/slideLayout" Target="../slideLayouts/slideLayout28.xml" /><Relationship Id="rId9" Type="http://schemas.openxmlformats.org/officeDocument/2006/relationships/slideLayout" Target="../slideLayouts/slideLayout33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 /><Relationship Id="rId13" Type="http://schemas.openxmlformats.org/officeDocument/2006/relationships/slideLayout" Target="../slideLayouts/slideLayout48.xml" /><Relationship Id="rId18" Type="http://schemas.openxmlformats.org/officeDocument/2006/relationships/slideLayout" Target="../slideLayouts/slideLayout53.xml" /><Relationship Id="rId3" Type="http://schemas.openxmlformats.org/officeDocument/2006/relationships/slideLayout" Target="../slideLayouts/slideLayout38.xml" /><Relationship Id="rId21" Type="http://schemas.openxmlformats.org/officeDocument/2006/relationships/slideLayout" Target="../slideLayouts/slideLayout56.xml" /><Relationship Id="rId7" Type="http://schemas.openxmlformats.org/officeDocument/2006/relationships/slideLayout" Target="../slideLayouts/slideLayout42.xml" /><Relationship Id="rId12" Type="http://schemas.openxmlformats.org/officeDocument/2006/relationships/slideLayout" Target="../slideLayouts/slideLayout47.xml" /><Relationship Id="rId17" Type="http://schemas.openxmlformats.org/officeDocument/2006/relationships/slideLayout" Target="../slideLayouts/slideLayout52.xml" /><Relationship Id="rId2" Type="http://schemas.openxmlformats.org/officeDocument/2006/relationships/slideLayout" Target="../slideLayouts/slideLayout37.xml" /><Relationship Id="rId16" Type="http://schemas.openxmlformats.org/officeDocument/2006/relationships/slideLayout" Target="../slideLayouts/slideLayout51.xml" /><Relationship Id="rId20" Type="http://schemas.openxmlformats.org/officeDocument/2006/relationships/slideLayout" Target="../slideLayouts/slideLayout55.xml" /><Relationship Id="rId1" Type="http://schemas.openxmlformats.org/officeDocument/2006/relationships/slideLayout" Target="../slideLayouts/slideLayout36.xml" /><Relationship Id="rId6" Type="http://schemas.openxmlformats.org/officeDocument/2006/relationships/slideLayout" Target="../slideLayouts/slideLayout41.xml" /><Relationship Id="rId11" Type="http://schemas.openxmlformats.org/officeDocument/2006/relationships/slideLayout" Target="../slideLayouts/slideLayout46.xml" /><Relationship Id="rId5" Type="http://schemas.openxmlformats.org/officeDocument/2006/relationships/slideLayout" Target="../slideLayouts/slideLayout40.xml" /><Relationship Id="rId15" Type="http://schemas.openxmlformats.org/officeDocument/2006/relationships/slideLayout" Target="../slideLayouts/slideLayout50.xml" /><Relationship Id="rId10" Type="http://schemas.openxmlformats.org/officeDocument/2006/relationships/slideLayout" Target="../slideLayouts/slideLayout45.xml" /><Relationship Id="rId19" Type="http://schemas.openxmlformats.org/officeDocument/2006/relationships/slideLayout" Target="../slideLayouts/slideLayout54.xml" /><Relationship Id="rId4" Type="http://schemas.openxmlformats.org/officeDocument/2006/relationships/slideLayout" Target="../slideLayouts/slideLayout39.xml" /><Relationship Id="rId9" Type="http://schemas.openxmlformats.org/officeDocument/2006/relationships/slideLayout" Target="../slideLayouts/slideLayout44.xml" /><Relationship Id="rId14" Type="http://schemas.openxmlformats.org/officeDocument/2006/relationships/slideLayout" Target="../slideLayouts/slideLayout49.xml" /><Relationship Id="rId22" Type="http://schemas.openxmlformats.org/officeDocument/2006/relationships/theme" Target="../theme/theme4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 /><Relationship Id="rId13" Type="http://schemas.openxmlformats.org/officeDocument/2006/relationships/slideLayout" Target="../slideLayouts/slideLayout69.xml" /><Relationship Id="rId18" Type="http://schemas.openxmlformats.org/officeDocument/2006/relationships/slideLayout" Target="../slideLayouts/slideLayout74.xml" /><Relationship Id="rId3" Type="http://schemas.openxmlformats.org/officeDocument/2006/relationships/slideLayout" Target="../slideLayouts/slideLayout59.xml" /><Relationship Id="rId21" Type="http://schemas.openxmlformats.org/officeDocument/2006/relationships/slideLayout" Target="../slideLayouts/slideLayout77.xml" /><Relationship Id="rId7" Type="http://schemas.openxmlformats.org/officeDocument/2006/relationships/slideLayout" Target="../slideLayouts/slideLayout63.xml" /><Relationship Id="rId12" Type="http://schemas.openxmlformats.org/officeDocument/2006/relationships/slideLayout" Target="../slideLayouts/slideLayout68.xml" /><Relationship Id="rId17" Type="http://schemas.openxmlformats.org/officeDocument/2006/relationships/slideLayout" Target="../slideLayouts/slideLayout73.xml" /><Relationship Id="rId2" Type="http://schemas.openxmlformats.org/officeDocument/2006/relationships/slideLayout" Target="../slideLayouts/slideLayout58.xml" /><Relationship Id="rId16" Type="http://schemas.openxmlformats.org/officeDocument/2006/relationships/slideLayout" Target="../slideLayouts/slideLayout72.xml" /><Relationship Id="rId20" Type="http://schemas.openxmlformats.org/officeDocument/2006/relationships/slideLayout" Target="../slideLayouts/slideLayout76.xml" /><Relationship Id="rId1" Type="http://schemas.openxmlformats.org/officeDocument/2006/relationships/slideLayout" Target="../slideLayouts/slideLayout57.xml" /><Relationship Id="rId6" Type="http://schemas.openxmlformats.org/officeDocument/2006/relationships/slideLayout" Target="../slideLayouts/slideLayout62.xml" /><Relationship Id="rId11" Type="http://schemas.openxmlformats.org/officeDocument/2006/relationships/slideLayout" Target="../slideLayouts/slideLayout67.xml" /><Relationship Id="rId5" Type="http://schemas.openxmlformats.org/officeDocument/2006/relationships/slideLayout" Target="../slideLayouts/slideLayout61.xml" /><Relationship Id="rId15" Type="http://schemas.openxmlformats.org/officeDocument/2006/relationships/slideLayout" Target="../slideLayouts/slideLayout71.xml" /><Relationship Id="rId23" Type="http://schemas.openxmlformats.org/officeDocument/2006/relationships/theme" Target="../theme/theme5.xml" /><Relationship Id="rId10" Type="http://schemas.openxmlformats.org/officeDocument/2006/relationships/slideLayout" Target="../slideLayouts/slideLayout66.xml" /><Relationship Id="rId19" Type="http://schemas.openxmlformats.org/officeDocument/2006/relationships/slideLayout" Target="../slideLayouts/slideLayout75.xml" /><Relationship Id="rId4" Type="http://schemas.openxmlformats.org/officeDocument/2006/relationships/slideLayout" Target="../slideLayouts/slideLayout60.xml" /><Relationship Id="rId9" Type="http://schemas.openxmlformats.org/officeDocument/2006/relationships/slideLayout" Target="../slideLayouts/slideLayout65.xml" /><Relationship Id="rId14" Type="http://schemas.openxmlformats.org/officeDocument/2006/relationships/slideLayout" Target="../slideLayouts/slideLayout70.xml" /><Relationship Id="rId22" Type="http://schemas.openxmlformats.org/officeDocument/2006/relationships/slideLayout" Target="../slideLayouts/slideLayout78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 /><Relationship Id="rId13" Type="http://schemas.openxmlformats.org/officeDocument/2006/relationships/theme" Target="../theme/theme6.xml" /><Relationship Id="rId3" Type="http://schemas.openxmlformats.org/officeDocument/2006/relationships/slideLayout" Target="../slideLayouts/slideLayout81.xml" /><Relationship Id="rId7" Type="http://schemas.openxmlformats.org/officeDocument/2006/relationships/slideLayout" Target="../slideLayouts/slideLayout85.xml" /><Relationship Id="rId12" Type="http://schemas.openxmlformats.org/officeDocument/2006/relationships/slideLayout" Target="../slideLayouts/slideLayout90.xml" /><Relationship Id="rId2" Type="http://schemas.openxmlformats.org/officeDocument/2006/relationships/slideLayout" Target="../slideLayouts/slideLayout80.xml" /><Relationship Id="rId1" Type="http://schemas.openxmlformats.org/officeDocument/2006/relationships/slideLayout" Target="../slideLayouts/slideLayout79.xml" /><Relationship Id="rId6" Type="http://schemas.openxmlformats.org/officeDocument/2006/relationships/slideLayout" Target="../slideLayouts/slideLayout84.xml" /><Relationship Id="rId11" Type="http://schemas.openxmlformats.org/officeDocument/2006/relationships/slideLayout" Target="../slideLayouts/slideLayout89.xml" /><Relationship Id="rId5" Type="http://schemas.openxmlformats.org/officeDocument/2006/relationships/slideLayout" Target="../slideLayouts/slideLayout83.xml" /><Relationship Id="rId10" Type="http://schemas.openxmlformats.org/officeDocument/2006/relationships/slideLayout" Target="../slideLayouts/slideLayout88.xml" /><Relationship Id="rId4" Type="http://schemas.openxmlformats.org/officeDocument/2006/relationships/slideLayout" Target="../slideLayouts/slideLayout82.xml" /><Relationship Id="rId9" Type="http://schemas.openxmlformats.org/officeDocument/2006/relationships/slideLayout" Target="../slideLayouts/slideLayout87.xml" /><Relationship Id="rId14" Type="http://schemas.openxmlformats.org/officeDocument/2006/relationships/image" Target="../media/image4.png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 /><Relationship Id="rId13" Type="http://schemas.openxmlformats.org/officeDocument/2006/relationships/slideLayout" Target="../slideLayouts/slideLayout103.xml" /><Relationship Id="rId3" Type="http://schemas.openxmlformats.org/officeDocument/2006/relationships/slideLayout" Target="../slideLayouts/slideLayout93.xml" /><Relationship Id="rId7" Type="http://schemas.openxmlformats.org/officeDocument/2006/relationships/slideLayout" Target="../slideLayouts/slideLayout97.xml" /><Relationship Id="rId12" Type="http://schemas.openxmlformats.org/officeDocument/2006/relationships/slideLayout" Target="../slideLayouts/slideLayout102.xml" /><Relationship Id="rId2" Type="http://schemas.openxmlformats.org/officeDocument/2006/relationships/slideLayout" Target="../slideLayouts/slideLayout92.xml" /><Relationship Id="rId1" Type="http://schemas.openxmlformats.org/officeDocument/2006/relationships/slideLayout" Target="../slideLayouts/slideLayout91.xml" /><Relationship Id="rId6" Type="http://schemas.openxmlformats.org/officeDocument/2006/relationships/slideLayout" Target="../slideLayouts/slideLayout96.xml" /><Relationship Id="rId11" Type="http://schemas.openxmlformats.org/officeDocument/2006/relationships/slideLayout" Target="../slideLayouts/slideLayout101.xml" /><Relationship Id="rId5" Type="http://schemas.openxmlformats.org/officeDocument/2006/relationships/slideLayout" Target="../slideLayouts/slideLayout95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00.xml" /><Relationship Id="rId4" Type="http://schemas.openxmlformats.org/officeDocument/2006/relationships/slideLayout" Target="../slideLayouts/slideLayout94.xml" /><Relationship Id="rId9" Type="http://schemas.openxmlformats.org/officeDocument/2006/relationships/slideLayout" Target="../slideLayouts/slideLayout99.xml" /><Relationship Id="rId14" Type="http://schemas.openxmlformats.org/officeDocument/2006/relationships/theme" Target="../theme/theme7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106.xml" /><Relationship Id="rId7" Type="http://schemas.openxmlformats.org/officeDocument/2006/relationships/slideLayout" Target="../slideLayouts/slideLayout110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105.xml" /><Relationship Id="rId1" Type="http://schemas.openxmlformats.org/officeDocument/2006/relationships/slideLayout" Target="../slideLayouts/slideLayout104.xml" /><Relationship Id="rId6" Type="http://schemas.openxmlformats.org/officeDocument/2006/relationships/slideLayout" Target="../slideLayouts/slideLayout109.xml" /><Relationship Id="rId11" Type="http://schemas.openxmlformats.org/officeDocument/2006/relationships/slideLayout" Target="../slideLayouts/slideLayout114.xml" /><Relationship Id="rId5" Type="http://schemas.openxmlformats.org/officeDocument/2006/relationships/slideLayout" Target="../slideLayouts/slideLayout108.xml" /><Relationship Id="rId10" Type="http://schemas.openxmlformats.org/officeDocument/2006/relationships/slideLayout" Target="../slideLayouts/slideLayout113.xml" /><Relationship Id="rId4" Type="http://schemas.openxmlformats.org/officeDocument/2006/relationships/slideLayout" Target="../slideLayouts/slideLayout107.xml" /><Relationship Id="rId9" Type="http://schemas.openxmlformats.org/officeDocument/2006/relationships/slideLayout" Target="../slideLayouts/slideLayout112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 /><Relationship Id="rId13" Type="http://schemas.openxmlformats.org/officeDocument/2006/relationships/slideLayout" Target="../slideLayouts/slideLayout127.xml" /><Relationship Id="rId3" Type="http://schemas.openxmlformats.org/officeDocument/2006/relationships/slideLayout" Target="../slideLayouts/slideLayout117.xml" /><Relationship Id="rId7" Type="http://schemas.openxmlformats.org/officeDocument/2006/relationships/slideLayout" Target="../slideLayouts/slideLayout121.xml" /><Relationship Id="rId12" Type="http://schemas.openxmlformats.org/officeDocument/2006/relationships/slideLayout" Target="../slideLayouts/slideLayout126.xml" /><Relationship Id="rId2" Type="http://schemas.openxmlformats.org/officeDocument/2006/relationships/slideLayout" Target="../slideLayouts/slideLayout116.xml" /><Relationship Id="rId1" Type="http://schemas.openxmlformats.org/officeDocument/2006/relationships/slideLayout" Target="../slideLayouts/slideLayout115.xml" /><Relationship Id="rId6" Type="http://schemas.openxmlformats.org/officeDocument/2006/relationships/slideLayout" Target="../slideLayouts/slideLayout120.xml" /><Relationship Id="rId11" Type="http://schemas.openxmlformats.org/officeDocument/2006/relationships/slideLayout" Target="../slideLayouts/slideLayout125.xml" /><Relationship Id="rId5" Type="http://schemas.openxmlformats.org/officeDocument/2006/relationships/slideLayout" Target="../slideLayouts/slideLayout119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24.xml" /><Relationship Id="rId4" Type="http://schemas.openxmlformats.org/officeDocument/2006/relationships/slideLayout" Target="../slideLayouts/slideLayout118.xml" /><Relationship Id="rId9" Type="http://schemas.openxmlformats.org/officeDocument/2006/relationships/slideLayout" Target="../slideLayouts/slideLayout123.xml" /><Relationship Id="rId14" Type="http://schemas.openxmlformats.org/officeDocument/2006/relationships/theme" Target="../theme/theme9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 /><Relationship Id="rId13" Type="http://schemas.openxmlformats.org/officeDocument/2006/relationships/slideLayout" Target="../slideLayouts/slideLayout140.xml" /><Relationship Id="rId3" Type="http://schemas.openxmlformats.org/officeDocument/2006/relationships/slideLayout" Target="../slideLayouts/slideLayout130.xml" /><Relationship Id="rId7" Type="http://schemas.openxmlformats.org/officeDocument/2006/relationships/slideLayout" Target="../slideLayouts/slideLayout134.xml" /><Relationship Id="rId12" Type="http://schemas.openxmlformats.org/officeDocument/2006/relationships/slideLayout" Target="../slideLayouts/slideLayout139.xml" /><Relationship Id="rId2" Type="http://schemas.openxmlformats.org/officeDocument/2006/relationships/slideLayout" Target="../slideLayouts/slideLayout129.xml" /><Relationship Id="rId1" Type="http://schemas.openxmlformats.org/officeDocument/2006/relationships/slideLayout" Target="../slideLayouts/slideLayout128.xml" /><Relationship Id="rId6" Type="http://schemas.openxmlformats.org/officeDocument/2006/relationships/slideLayout" Target="../slideLayouts/slideLayout133.xml" /><Relationship Id="rId11" Type="http://schemas.openxmlformats.org/officeDocument/2006/relationships/slideLayout" Target="../slideLayouts/slideLayout138.xml" /><Relationship Id="rId5" Type="http://schemas.openxmlformats.org/officeDocument/2006/relationships/slideLayout" Target="../slideLayouts/slideLayout132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37.xml" /><Relationship Id="rId4" Type="http://schemas.openxmlformats.org/officeDocument/2006/relationships/slideLayout" Target="../slideLayouts/slideLayout131.xml" /><Relationship Id="rId9" Type="http://schemas.openxmlformats.org/officeDocument/2006/relationships/slideLayout" Target="../slideLayouts/slideLayout136.xml" /><Relationship Id="rId14" Type="http://schemas.openxmlformats.org/officeDocument/2006/relationships/theme" Target="../theme/theme10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 /><Relationship Id="rId13" Type="http://schemas.openxmlformats.org/officeDocument/2006/relationships/slideLayout" Target="../slideLayouts/slideLayout153.xml" /><Relationship Id="rId3" Type="http://schemas.openxmlformats.org/officeDocument/2006/relationships/slideLayout" Target="../slideLayouts/slideLayout143.xml" /><Relationship Id="rId7" Type="http://schemas.openxmlformats.org/officeDocument/2006/relationships/slideLayout" Target="../slideLayouts/slideLayout147.xml" /><Relationship Id="rId12" Type="http://schemas.openxmlformats.org/officeDocument/2006/relationships/slideLayout" Target="../slideLayouts/slideLayout152.xml" /><Relationship Id="rId2" Type="http://schemas.openxmlformats.org/officeDocument/2006/relationships/slideLayout" Target="../slideLayouts/slideLayout142.xml" /><Relationship Id="rId1" Type="http://schemas.openxmlformats.org/officeDocument/2006/relationships/slideLayout" Target="../slideLayouts/slideLayout141.xml" /><Relationship Id="rId6" Type="http://schemas.openxmlformats.org/officeDocument/2006/relationships/slideLayout" Target="../slideLayouts/slideLayout146.xml" /><Relationship Id="rId11" Type="http://schemas.openxmlformats.org/officeDocument/2006/relationships/slideLayout" Target="../slideLayouts/slideLayout151.xml" /><Relationship Id="rId5" Type="http://schemas.openxmlformats.org/officeDocument/2006/relationships/slideLayout" Target="../slideLayouts/slideLayout145.xml" /><Relationship Id="rId10" Type="http://schemas.openxmlformats.org/officeDocument/2006/relationships/slideLayout" Target="../slideLayouts/slideLayout150.xml" /><Relationship Id="rId4" Type="http://schemas.openxmlformats.org/officeDocument/2006/relationships/slideLayout" Target="../slideLayouts/slideLayout144.xml" /><Relationship Id="rId9" Type="http://schemas.openxmlformats.org/officeDocument/2006/relationships/slideLayout" Target="../slideLayouts/slideLayout149.xml" /><Relationship Id="rId14" Type="http://schemas.openxmlformats.org/officeDocument/2006/relationships/theme" Target="../theme/theme11.xml" 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 /><Relationship Id="rId13" Type="http://schemas.openxmlformats.org/officeDocument/2006/relationships/slideLayout" Target="../slideLayouts/slideLayout166.xml" /><Relationship Id="rId3" Type="http://schemas.openxmlformats.org/officeDocument/2006/relationships/slideLayout" Target="../slideLayouts/slideLayout156.xml" /><Relationship Id="rId7" Type="http://schemas.openxmlformats.org/officeDocument/2006/relationships/slideLayout" Target="../slideLayouts/slideLayout160.xml" /><Relationship Id="rId12" Type="http://schemas.openxmlformats.org/officeDocument/2006/relationships/slideLayout" Target="../slideLayouts/slideLayout165.xml" /><Relationship Id="rId2" Type="http://schemas.openxmlformats.org/officeDocument/2006/relationships/slideLayout" Target="../slideLayouts/slideLayout155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54.xml" /><Relationship Id="rId6" Type="http://schemas.openxmlformats.org/officeDocument/2006/relationships/slideLayout" Target="../slideLayouts/slideLayout159.xml" /><Relationship Id="rId11" Type="http://schemas.openxmlformats.org/officeDocument/2006/relationships/slideLayout" Target="../slideLayouts/slideLayout164.xml" /><Relationship Id="rId5" Type="http://schemas.openxmlformats.org/officeDocument/2006/relationships/slideLayout" Target="../slideLayouts/slideLayout158.xml" /><Relationship Id="rId15" Type="http://schemas.openxmlformats.org/officeDocument/2006/relationships/theme" Target="../theme/theme12.xml" /><Relationship Id="rId10" Type="http://schemas.openxmlformats.org/officeDocument/2006/relationships/slideLayout" Target="../slideLayouts/slideLayout163.xml" /><Relationship Id="rId4" Type="http://schemas.openxmlformats.org/officeDocument/2006/relationships/slideLayout" Target="../slideLayouts/slideLayout157.xml" /><Relationship Id="rId9" Type="http://schemas.openxmlformats.org/officeDocument/2006/relationships/slideLayout" Target="../slideLayouts/slideLayout162.xml" /><Relationship Id="rId14" Type="http://schemas.openxmlformats.org/officeDocument/2006/relationships/slideLayout" Target="../slideLayouts/slideLayout167.xml" 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 /><Relationship Id="rId13" Type="http://schemas.openxmlformats.org/officeDocument/2006/relationships/slideLayout" Target="../slideLayouts/slideLayout180.xml" /><Relationship Id="rId3" Type="http://schemas.openxmlformats.org/officeDocument/2006/relationships/slideLayout" Target="../slideLayouts/slideLayout170.xml" /><Relationship Id="rId7" Type="http://schemas.openxmlformats.org/officeDocument/2006/relationships/slideLayout" Target="../slideLayouts/slideLayout174.xml" /><Relationship Id="rId12" Type="http://schemas.openxmlformats.org/officeDocument/2006/relationships/slideLayout" Target="../slideLayouts/slideLayout179.xml" /><Relationship Id="rId2" Type="http://schemas.openxmlformats.org/officeDocument/2006/relationships/slideLayout" Target="../slideLayouts/slideLayout169.xml" /><Relationship Id="rId1" Type="http://schemas.openxmlformats.org/officeDocument/2006/relationships/slideLayout" Target="../slideLayouts/slideLayout168.xml" /><Relationship Id="rId6" Type="http://schemas.openxmlformats.org/officeDocument/2006/relationships/slideLayout" Target="../slideLayouts/slideLayout173.xml" /><Relationship Id="rId11" Type="http://schemas.openxmlformats.org/officeDocument/2006/relationships/slideLayout" Target="../slideLayouts/slideLayout178.xml" /><Relationship Id="rId5" Type="http://schemas.openxmlformats.org/officeDocument/2006/relationships/slideLayout" Target="../slideLayouts/slideLayout172.xml" /><Relationship Id="rId10" Type="http://schemas.openxmlformats.org/officeDocument/2006/relationships/slideLayout" Target="../slideLayouts/slideLayout177.xml" /><Relationship Id="rId4" Type="http://schemas.openxmlformats.org/officeDocument/2006/relationships/slideLayout" Target="../slideLayouts/slideLayout171.xml" /><Relationship Id="rId9" Type="http://schemas.openxmlformats.org/officeDocument/2006/relationships/slideLayout" Target="../slideLayouts/slideLayout176.xml" /><Relationship Id="rId14" Type="http://schemas.openxmlformats.org/officeDocument/2006/relationships/theme" Target="../theme/theme13.xml" 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 /><Relationship Id="rId13" Type="http://schemas.openxmlformats.org/officeDocument/2006/relationships/slideLayout" Target="../slideLayouts/slideLayout193.xml" /><Relationship Id="rId3" Type="http://schemas.openxmlformats.org/officeDocument/2006/relationships/slideLayout" Target="../slideLayouts/slideLayout183.xml" /><Relationship Id="rId7" Type="http://schemas.openxmlformats.org/officeDocument/2006/relationships/slideLayout" Target="../slideLayouts/slideLayout187.xml" /><Relationship Id="rId12" Type="http://schemas.openxmlformats.org/officeDocument/2006/relationships/slideLayout" Target="../slideLayouts/slideLayout192.xml" /><Relationship Id="rId2" Type="http://schemas.openxmlformats.org/officeDocument/2006/relationships/slideLayout" Target="../slideLayouts/slideLayout182.xml" /><Relationship Id="rId1" Type="http://schemas.openxmlformats.org/officeDocument/2006/relationships/slideLayout" Target="../slideLayouts/slideLayout181.xml" /><Relationship Id="rId6" Type="http://schemas.openxmlformats.org/officeDocument/2006/relationships/slideLayout" Target="../slideLayouts/slideLayout186.xml" /><Relationship Id="rId11" Type="http://schemas.openxmlformats.org/officeDocument/2006/relationships/slideLayout" Target="../slideLayouts/slideLayout191.xml" /><Relationship Id="rId5" Type="http://schemas.openxmlformats.org/officeDocument/2006/relationships/slideLayout" Target="../slideLayouts/slideLayout185.xml" /><Relationship Id="rId15" Type="http://schemas.openxmlformats.org/officeDocument/2006/relationships/theme" Target="../theme/theme14.xml" /><Relationship Id="rId10" Type="http://schemas.openxmlformats.org/officeDocument/2006/relationships/slideLayout" Target="../slideLayouts/slideLayout190.xml" /><Relationship Id="rId4" Type="http://schemas.openxmlformats.org/officeDocument/2006/relationships/slideLayout" Target="../slideLayouts/slideLayout184.xml" /><Relationship Id="rId9" Type="http://schemas.openxmlformats.org/officeDocument/2006/relationships/slideLayout" Target="../slideLayouts/slideLayout189.xml" /><Relationship Id="rId14" Type="http://schemas.openxmlformats.org/officeDocument/2006/relationships/slideLayout" Target="../slideLayouts/slideLayout194.xml" 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2.xml" /><Relationship Id="rId13" Type="http://schemas.openxmlformats.org/officeDocument/2006/relationships/slideLayout" Target="../slideLayouts/slideLayout207.xml" /><Relationship Id="rId3" Type="http://schemas.openxmlformats.org/officeDocument/2006/relationships/slideLayout" Target="../slideLayouts/slideLayout197.xml" /><Relationship Id="rId7" Type="http://schemas.openxmlformats.org/officeDocument/2006/relationships/slideLayout" Target="../slideLayouts/slideLayout201.xml" /><Relationship Id="rId12" Type="http://schemas.openxmlformats.org/officeDocument/2006/relationships/slideLayout" Target="../slideLayouts/slideLayout206.xml" /><Relationship Id="rId17" Type="http://schemas.openxmlformats.org/officeDocument/2006/relationships/theme" Target="../theme/theme15.xml" /><Relationship Id="rId2" Type="http://schemas.openxmlformats.org/officeDocument/2006/relationships/slideLayout" Target="../slideLayouts/slideLayout196.xml" /><Relationship Id="rId16" Type="http://schemas.openxmlformats.org/officeDocument/2006/relationships/slideLayout" Target="../slideLayouts/slideLayout210.xml" /><Relationship Id="rId1" Type="http://schemas.openxmlformats.org/officeDocument/2006/relationships/slideLayout" Target="../slideLayouts/slideLayout195.xml" /><Relationship Id="rId6" Type="http://schemas.openxmlformats.org/officeDocument/2006/relationships/slideLayout" Target="../slideLayouts/slideLayout200.xml" /><Relationship Id="rId11" Type="http://schemas.openxmlformats.org/officeDocument/2006/relationships/slideLayout" Target="../slideLayouts/slideLayout205.xml" /><Relationship Id="rId5" Type="http://schemas.openxmlformats.org/officeDocument/2006/relationships/slideLayout" Target="../slideLayouts/slideLayout199.xml" /><Relationship Id="rId15" Type="http://schemas.openxmlformats.org/officeDocument/2006/relationships/slideLayout" Target="../slideLayouts/slideLayout209.xml" /><Relationship Id="rId10" Type="http://schemas.openxmlformats.org/officeDocument/2006/relationships/slideLayout" Target="../slideLayouts/slideLayout204.xml" /><Relationship Id="rId4" Type="http://schemas.openxmlformats.org/officeDocument/2006/relationships/slideLayout" Target="../slideLayouts/slideLayout198.xml" /><Relationship Id="rId9" Type="http://schemas.openxmlformats.org/officeDocument/2006/relationships/slideLayout" Target="../slideLayouts/slideLayout203.xml" /><Relationship Id="rId14" Type="http://schemas.openxmlformats.org/officeDocument/2006/relationships/slideLayout" Target="../slideLayouts/slideLayout208.xml" 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8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213.xml" /><Relationship Id="rId7" Type="http://schemas.openxmlformats.org/officeDocument/2006/relationships/slideLayout" Target="../slideLayouts/slideLayout217.xml" /><Relationship Id="rId12" Type="http://schemas.openxmlformats.org/officeDocument/2006/relationships/theme" Target="../theme/theme16.xml" /><Relationship Id="rId2" Type="http://schemas.openxmlformats.org/officeDocument/2006/relationships/slideLayout" Target="../slideLayouts/slideLayout212.xml" /><Relationship Id="rId1" Type="http://schemas.openxmlformats.org/officeDocument/2006/relationships/slideLayout" Target="../slideLayouts/slideLayout211.xml" /><Relationship Id="rId6" Type="http://schemas.openxmlformats.org/officeDocument/2006/relationships/slideLayout" Target="../slideLayouts/slideLayout216.xml" /><Relationship Id="rId11" Type="http://schemas.openxmlformats.org/officeDocument/2006/relationships/slideLayout" Target="../slideLayouts/slideLayout221.xml" /><Relationship Id="rId5" Type="http://schemas.openxmlformats.org/officeDocument/2006/relationships/slideLayout" Target="../slideLayouts/slideLayout215.xml" /><Relationship Id="rId10" Type="http://schemas.openxmlformats.org/officeDocument/2006/relationships/slideLayout" Target="../slideLayouts/slideLayout220.xml" /><Relationship Id="rId4" Type="http://schemas.openxmlformats.org/officeDocument/2006/relationships/slideLayout" Target="../slideLayouts/slideLayout214.xml" /><Relationship Id="rId9" Type="http://schemas.openxmlformats.org/officeDocument/2006/relationships/slideLayout" Target="../slideLayouts/slideLayout219.xml" 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 /><Relationship Id="rId13" Type="http://schemas.openxmlformats.org/officeDocument/2006/relationships/slideLayout" Target="../slideLayouts/slideLayout234.xml" /><Relationship Id="rId3" Type="http://schemas.openxmlformats.org/officeDocument/2006/relationships/slideLayout" Target="../slideLayouts/slideLayout224.xml" /><Relationship Id="rId7" Type="http://schemas.openxmlformats.org/officeDocument/2006/relationships/slideLayout" Target="../slideLayouts/slideLayout228.xml" /><Relationship Id="rId12" Type="http://schemas.openxmlformats.org/officeDocument/2006/relationships/slideLayout" Target="../slideLayouts/slideLayout233.xml" /><Relationship Id="rId17" Type="http://schemas.openxmlformats.org/officeDocument/2006/relationships/image" Target="../media/image4.png" /><Relationship Id="rId2" Type="http://schemas.openxmlformats.org/officeDocument/2006/relationships/slideLayout" Target="../slideLayouts/slideLayout223.xml" /><Relationship Id="rId16" Type="http://schemas.openxmlformats.org/officeDocument/2006/relationships/theme" Target="../theme/theme17.xml" /><Relationship Id="rId1" Type="http://schemas.openxmlformats.org/officeDocument/2006/relationships/slideLayout" Target="../slideLayouts/slideLayout222.xml" /><Relationship Id="rId6" Type="http://schemas.openxmlformats.org/officeDocument/2006/relationships/slideLayout" Target="../slideLayouts/slideLayout227.xml" /><Relationship Id="rId11" Type="http://schemas.openxmlformats.org/officeDocument/2006/relationships/slideLayout" Target="../slideLayouts/slideLayout232.xml" /><Relationship Id="rId5" Type="http://schemas.openxmlformats.org/officeDocument/2006/relationships/slideLayout" Target="../slideLayouts/slideLayout226.xml" /><Relationship Id="rId15" Type="http://schemas.openxmlformats.org/officeDocument/2006/relationships/slideLayout" Target="../slideLayouts/slideLayout236.xml" /><Relationship Id="rId10" Type="http://schemas.openxmlformats.org/officeDocument/2006/relationships/slideLayout" Target="../slideLayouts/slideLayout231.xml" /><Relationship Id="rId4" Type="http://schemas.openxmlformats.org/officeDocument/2006/relationships/slideLayout" Target="../slideLayouts/slideLayout225.xml" /><Relationship Id="rId9" Type="http://schemas.openxmlformats.org/officeDocument/2006/relationships/slideLayout" Target="../slideLayouts/slideLayout230.xml" /><Relationship Id="rId14" Type="http://schemas.openxmlformats.org/officeDocument/2006/relationships/slideLayout" Target="../slideLayouts/slideLayout235.xml" 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4.xml" /><Relationship Id="rId13" Type="http://schemas.openxmlformats.org/officeDocument/2006/relationships/slideLayout" Target="../slideLayouts/slideLayout249.xml" /><Relationship Id="rId3" Type="http://schemas.openxmlformats.org/officeDocument/2006/relationships/slideLayout" Target="../slideLayouts/slideLayout239.xml" /><Relationship Id="rId7" Type="http://schemas.openxmlformats.org/officeDocument/2006/relationships/slideLayout" Target="../slideLayouts/slideLayout243.xml" /><Relationship Id="rId12" Type="http://schemas.openxmlformats.org/officeDocument/2006/relationships/slideLayout" Target="../slideLayouts/slideLayout248.xml" /><Relationship Id="rId17" Type="http://schemas.openxmlformats.org/officeDocument/2006/relationships/image" Target="../media/image4.png" /><Relationship Id="rId2" Type="http://schemas.openxmlformats.org/officeDocument/2006/relationships/slideLayout" Target="../slideLayouts/slideLayout238.xml" /><Relationship Id="rId16" Type="http://schemas.openxmlformats.org/officeDocument/2006/relationships/theme" Target="../theme/theme18.xml" /><Relationship Id="rId1" Type="http://schemas.openxmlformats.org/officeDocument/2006/relationships/slideLayout" Target="../slideLayouts/slideLayout237.xml" /><Relationship Id="rId6" Type="http://schemas.openxmlformats.org/officeDocument/2006/relationships/slideLayout" Target="../slideLayouts/slideLayout242.xml" /><Relationship Id="rId11" Type="http://schemas.openxmlformats.org/officeDocument/2006/relationships/slideLayout" Target="../slideLayouts/slideLayout247.xml" /><Relationship Id="rId5" Type="http://schemas.openxmlformats.org/officeDocument/2006/relationships/slideLayout" Target="../slideLayouts/slideLayout241.xml" /><Relationship Id="rId15" Type="http://schemas.openxmlformats.org/officeDocument/2006/relationships/slideLayout" Target="../slideLayouts/slideLayout251.xml" /><Relationship Id="rId10" Type="http://schemas.openxmlformats.org/officeDocument/2006/relationships/slideLayout" Target="../slideLayouts/slideLayout246.xml" /><Relationship Id="rId4" Type="http://schemas.openxmlformats.org/officeDocument/2006/relationships/slideLayout" Target="../slideLayouts/slideLayout240.xml" /><Relationship Id="rId9" Type="http://schemas.openxmlformats.org/officeDocument/2006/relationships/slideLayout" Target="../slideLayouts/slideLayout245.xml" /><Relationship Id="rId14" Type="http://schemas.openxmlformats.org/officeDocument/2006/relationships/slideLayout" Target="../slideLayouts/slideLayout250.xml" 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9.xml" /><Relationship Id="rId13" Type="http://schemas.openxmlformats.org/officeDocument/2006/relationships/slideLayout" Target="../slideLayouts/slideLayout264.xml" /><Relationship Id="rId3" Type="http://schemas.openxmlformats.org/officeDocument/2006/relationships/slideLayout" Target="../slideLayouts/slideLayout254.xml" /><Relationship Id="rId7" Type="http://schemas.openxmlformats.org/officeDocument/2006/relationships/slideLayout" Target="../slideLayouts/slideLayout258.xml" /><Relationship Id="rId12" Type="http://schemas.openxmlformats.org/officeDocument/2006/relationships/slideLayout" Target="../slideLayouts/slideLayout263.xml" /><Relationship Id="rId17" Type="http://schemas.openxmlformats.org/officeDocument/2006/relationships/image" Target="../media/image4.png" /><Relationship Id="rId2" Type="http://schemas.openxmlformats.org/officeDocument/2006/relationships/slideLayout" Target="../slideLayouts/slideLayout253.xml" /><Relationship Id="rId16" Type="http://schemas.openxmlformats.org/officeDocument/2006/relationships/theme" Target="../theme/theme19.xml" /><Relationship Id="rId1" Type="http://schemas.openxmlformats.org/officeDocument/2006/relationships/slideLayout" Target="../slideLayouts/slideLayout252.xml" /><Relationship Id="rId6" Type="http://schemas.openxmlformats.org/officeDocument/2006/relationships/slideLayout" Target="../slideLayouts/slideLayout257.xml" /><Relationship Id="rId11" Type="http://schemas.openxmlformats.org/officeDocument/2006/relationships/slideLayout" Target="../slideLayouts/slideLayout262.xml" /><Relationship Id="rId5" Type="http://schemas.openxmlformats.org/officeDocument/2006/relationships/slideLayout" Target="../slideLayouts/slideLayout256.xml" /><Relationship Id="rId15" Type="http://schemas.openxmlformats.org/officeDocument/2006/relationships/slideLayout" Target="../slideLayouts/slideLayout266.xml" /><Relationship Id="rId10" Type="http://schemas.openxmlformats.org/officeDocument/2006/relationships/slideLayout" Target="../slideLayouts/slideLayout261.xml" /><Relationship Id="rId4" Type="http://schemas.openxmlformats.org/officeDocument/2006/relationships/slideLayout" Target="../slideLayouts/slideLayout255.xml" /><Relationship Id="rId9" Type="http://schemas.openxmlformats.org/officeDocument/2006/relationships/slideLayout" Target="../slideLayouts/slideLayout260.xml" /><Relationship Id="rId14" Type="http://schemas.openxmlformats.org/officeDocument/2006/relationships/slideLayout" Target="../slideLayouts/slideLayout265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AE0A98B-91D6-4D0A-A390-AF26B360F87A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  <p:sldLayoutId id="2147483923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5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26" r:id="rId14"/>
    <p:sldLayoutId id="2147484027" r:id="rId15"/>
    <p:sldLayoutId id="2147484032" r:id="rId16"/>
    <p:sldLayoutId id="2147484033" r:id="rId17"/>
    <p:sldLayoutId id="2147484034" r:id="rId18"/>
    <p:sldLayoutId id="2147484038" r:id="rId19"/>
    <p:sldLayoutId id="2147484039" r:id="rId20"/>
    <p:sldLayoutId id="2147484041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9E909E-7C98-4E08-B6CF-5AC97662F8A6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 January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IS ZC464,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  <p:sldLayoutId id="2147484187" r:id="rId12"/>
    <p:sldLayoutId id="2147484188" r:id="rId13"/>
    <p:sldLayoutId id="2147484189" r:id="rId14"/>
    <p:sldLayoutId id="2147484190" r:id="rId15"/>
    <p:sldLayoutId id="2147484191" r:id="rId16"/>
    <p:sldLayoutId id="2147484192" r:id="rId17"/>
    <p:sldLayoutId id="2147484193" r:id="rId18"/>
    <p:sldLayoutId id="2147484194" r:id="rId19"/>
    <p:sldLayoutId id="2147484198" r:id="rId20"/>
    <p:sldLayoutId id="2147484199" r:id="rId21"/>
    <p:sldLayoutId id="2147484202" r:id="rId22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407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6" r:id="rId4"/>
    <p:sldLayoutId id="2147484387" r:id="rId5"/>
    <p:sldLayoutId id="2147484388" r:id="rId6"/>
    <p:sldLayoutId id="2147484389" r:id="rId7"/>
    <p:sldLayoutId id="2147484390" r:id="rId8"/>
    <p:sldLayoutId id="2147484391" r:id="rId9"/>
    <p:sldLayoutId id="2147484392" r:id="rId10"/>
    <p:sldLayoutId id="2147484393" r:id="rId11"/>
    <p:sldLayoutId id="2147484396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9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  <p:sldLayoutId id="2147484428" r:id="rId12"/>
    <p:sldLayoutId id="2147484430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227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  <p:sldLayoutId id="2147484443" r:id="rId10"/>
    <p:sldLayoutId id="2147484444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83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2" r:id="rId1"/>
    <p:sldLayoutId id="2147484523" r:id="rId2"/>
    <p:sldLayoutId id="2147484524" r:id="rId3"/>
    <p:sldLayoutId id="2147484525" r:id="rId4"/>
    <p:sldLayoutId id="2147484526" r:id="rId5"/>
    <p:sldLayoutId id="2147484527" r:id="rId6"/>
    <p:sldLayoutId id="2147484528" r:id="rId7"/>
    <p:sldLayoutId id="2147484529" r:id="rId8"/>
    <p:sldLayoutId id="2147484530" r:id="rId9"/>
    <p:sldLayoutId id="2147484531" r:id="rId10"/>
    <p:sldLayoutId id="2147484532" r:id="rId11"/>
    <p:sldLayoutId id="2147484533" r:id="rId12"/>
    <p:sldLayoutId id="2147484535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6" r:id="rId1"/>
    <p:sldLayoutId id="2147484557" r:id="rId2"/>
    <p:sldLayoutId id="2147484558" r:id="rId3"/>
    <p:sldLayoutId id="2147484559" r:id="rId4"/>
    <p:sldLayoutId id="2147484560" r:id="rId5"/>
    <p:sldLayoutId id="2147484561" r:id="rId6"/>
    <p:sldLayoutId id="2147484562" r:id="rId7"/>
    <p:sldLayoutId id="2147484563" r:id="rId8"/>
    <p:sldLayoutId id="2147484564" r:id="rId9"/>
    <p:sldLayoutId id="2147484565" r:id="rId10"/>
    <p:sldLayoutId id="2147484566" r:id="rId11"/>
    <p:sldLayoutId id="2147484567" r:id="rId12"/>
    <p:sldLayoutId id="2147484569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0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74" r:id="rId2"/>
    <p:sldLayoutId id="2147484575" r:id="rId3"/>
    <p:sldLayoutId id="2147484576" r:id="rId4"/>
    <p:sldLayoutId id="2147484577" r:id="rId5"/>
    <p:sldLayoutId id="2147484578" r:id="rId6"/>
    <p:sldLayoutId id="2147484579" r:id="rId7"/>
    <p:sldLayoutId id="2147484580" r:id="rId8"/>
    <p:sldLayoutId id="2147484581" r:id="rId9"/>
    <p:sldLayoutId id="2147484582" r:id="rId10"/>
    <p:sldLayoutId id="2147484583" r:id="rId11"/>
    <p:sldLayoutId id="2147484584" r:id="rId12"/>
    <p:sldLayoutId id="2147484585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26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0" r:id="rId1"/>
    <p:sldLayoutId id="2147484661" r:id="rId2"/>
    <p:sldLayoutId id="2147484662" r:id="rId3"/>
    <p:sldLayoutId id="2147484663" r:id="rId4"/>
    <p:sldLayoutId id="2147484664" r:id="rId5"/>
    <p:sldLayoutId id="2147484665" r:id="rId6"/>
    <p:sldLayoutId id="2147484666" r:id="rId7"/>
    <p:sldLayoutId id="2147484667" r:id="rId8"/>
    <p:sldLayoutId id="2147484668" r:id="rId9"/>
    <p:sldLayoutId id="2147484669" r:id="rId10"/>
    <p:sldLayoutId id="2147484670" r:id="rId11"/>
    <p:sldLayoutId id="2147484671" r:id="rId12"/>
    <p:sldLayoutId id="2147484672" r:id="rId13"/>
    <p:sldLayoutId id="2147484680" r:id="rId14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74952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907" r:id="rId1"/>
    <p:sldLayoutId id="2147484908" r:id="rId2"/>
    <p:sldLayoutId id="2147484909" r:id="rId3"/>
    <p:sldLayoutId id="2147484910" r:id="rId4"/>
    <p:sldLayoutId id="2147484911" r:id="rId5"/>
    <p:sldLayoutId id="2147484912" r:id="rId6"/>
    <p:sldLayoutId id="2147484913" r:id="rId7"/>
    <p:sldLayoutId id="2147484914" r:id="rId8"/>
    <p:sldLayoutId id="2147484915" r:id="rId9"/>
    <p:sldLayoutId id="2147484916" r:id="rId10"/>
    <p:sldLayoutId id="2147484917" r:id="rId11"/>
    <p:sldLayoutId id="2147484918" r:id="rId12"/>
    <p:sldLayoutId id="214748491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7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6" r:id="rId1"/>
    <p:sldLayoutId id="2147484937" r:id="rId2"/>
    <p:sldLayoutId id="2147484938" r:id="rId3"/>
    <p:sldLayoutId id="2147484939" r:id="rId4"/>
    <p:sldLayoutId id="2147484940" r:id="rId5"/>
    <p:sldLayoutId id="2147484941" r:id="rId6"/>
    <p:sldLayoutId id="2147484942" r:id="rId7"/>
    <p:sldLayoutId id="2147484943" r:id="rId8"/>
    <p:sldLayoutId id="2147484944" r:id="rId9"/>
    <p:sldLayoutId id="2147484945" r:id="rId10"/>
    <p:sldLayoutId id="2147484946" r:id="rId11"/>
    <p:sldLayoutId id="2147484947" r:id="rId12"/>
    <p:sldLayoutId id="2147484948" r:id="rId13"/>
    <p:sldLayoutId id="2147484950" r:id="rId14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A149CE-A26C-4113-98AE-9143637F4E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7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6" r:id="rId1"/>
    <p:sldLayoutId id="2147484967" r:id="rId2"/>
    <p:sldLayoutId id="2147484968" r:id="rId3"/>
    <p:sldLayoutId id="2147484969" r:id="rId4"/>
    <p:sldLayoutId id="2147484971" r:id="rId5"/>
    <p:sldLayoutId id="2147484972" r:id="rId6"/>
    <p:sldLayoutId id="2147484973" r:id="rId7"/>
    <p:sldLayoutId id="2147484974" r:id="rId8"/>
    <p:sldLayoutId id="2147484976" r:id="rId9"/>
    <p:sldLayoutId id="2147484977" r:id="rId10"/>
    <p:sldLayoutId id="2147484978" r:id="rId11"/>
    <p:sldLayoutId id="2147484979" r:id="rId12"/>
    <p:sldLayoutId id="2147484980" r:id="rId13"/>
    <p:sldLayoutId id="2147484981" r:id="rId14"/>
    <p:sldLayoutId id="2147484982" r:id="rId15"/>
    <p:sldLayoutId id="2147484983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31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3" r:id="rId1"/>
    <p:sldLayoutId id="2147485054" r:id="rId2"/>
    <p:sldLayoutId id="2147485057" r:id="rId3"/>
    <p:sldLayoutId id="2147485058" r:id="rId4"/>
    <p:sldLayoutId id="2147485059" r:id="rId5"/>
    <p:sldLayoutId id="2147485060" r:id="rId6"/>
    <p:sldLayoutId id="2147485061" r:id="rId7"/>
    <p:sldLayoutId id="2147485062" r:id="rId8"/>
    <p:sldLayoutId id="2147485063" r:id="rId9"/>
    <p:sldLayoutId id="2147485064" r:id="rId10"/>
    <p:sldLayoutId id="214748506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7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97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8" r:id="rId2"/>
    <p:sldLayoutId id="2147485071" r:id="rId3"/>
    <p:sldLayoutId id="2147485072" r:id="rId4"/>
    <p:sldLayoutId id="2147485073" r:id="rId5"/>
    <p:sldLayoutId id="2147485074" r:id="rId6"/>
    <p:sldLayoutId id="2147485077" r:id="rId7"/>
    <p:sldLayoutId id="2147485085" r:id="rId8"/>
    <p:sldLayoutId id="2147485086" r:id="rId9"/>
    <p:sldLayoutId id="2147485087" r:id="rId10"/>
    <p:sldLayoutId id="2147485088" r:id="rId11"/>
    <p:sldLayoutId id="2147485089" r:id="rId12"/>
    <p:sldLayoutId id="2147485090" r:id="rId13"/>
    <p:sldLayoutId id="2147485091" r:id="rId14"/>
    <p:sldLayoutId id="2147485096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59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9" descr="Picture 7.png"/>
          <p:cNvPicPr preferRelativeResize="0"/>
          <p:nvPr/>
        </p:nvPicPr>
        <p:blipFill rotWithShape="1">
          <a:blip r:embed="rId17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59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" name="Google Shape;14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" name="Google Shape;16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" name="Google Shape;17;p59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8" name="Google Shape;18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" name="Google Shape;20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5248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5113" r:id="rId1"/>
    <p:sldLayoutId id="2147485114" r:id="rId2"/>
    <p:sldLayoutId id="2147485115" r:id="rId3"/>
    <p:sldLayoutId id="2147485116" r:id="rId4"/>
    <p:sldLayoutId id="2147485117" r:id="rId5"/>
    <p:sldLayoutId id="2147485118" r:id="rId6"/>
    <p:sldLayoutId id="2147485119" r:id="rId7"/>
    <p:sldLayoutId id="2147485120" r:id="rId8"/>
    <p:sldLayoutId id="2147485121" r:id="rId9"/>
    <p:sldLayoutId id="2147485122" r:id="rId10"/>
    <p:sldLayoutId id="2147485123" r:id="rId11"/>
    <p:sldLayoutId id="2147485124" r:id="rId12"/>
    <p:sldLayoutId id="2147485125" r:id="rId13"/>
    <p:sldLayoutId id="2147485126" r:id="rId14"/>
    <p:sldLayoutId id="214748512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body" idx="1"/>
          </p:nvPr>
        </p:nvSpPr>
        <p:spPr>
          <a:xfrm>
            <a:off x="273050" y="161575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59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9" descr="Picture 7.png"/>
          <p:cNvPicPr preferRelativeResize="0"/>
          <p:nvPr/>
        </p:nvPicPr>
        <p:blipFill rotWithShape="1">
          <a:blip r:embed="rId17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59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" name="Google Shape;14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" name="Google Shape;16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" name="Google Shape;17;p59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8" name="Google Shape;18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" name="Google Shape;20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050" y="14509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77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5143" r:id="rId1"/>
    <p:sldLayoutId id="2147485144" r:id="rId2"/>
    <p:sldLayoutId id="2147485145" r:id="rId3"/>
    <p:sldLayoutId id="2147485146" r:id="rId4"/>
    <p:sldLayoutId id="2147485147" r:id="rId5"/>
    <p:sldLayoutId id="2147485148" r:id="rId6"/>
    <p:sldLayoutId id="2147485149" r:id="rId7"/>
    <p:sldLayoutId id="2147485150" r:id="rId8"/>
    <p:sldLayoutId id="2147485151" r:id="rId9"/>
    <p:sldLayoutId id="2147485152" r:id="rId10"/>
    <p:sldLayoutId id="2147485153" r:id="rId11"/>
    <p:sldLayoutId id="2147485154" r:id="rId12"/>
    <p:sldLayoutId id="2147485156" r:id="rId13"/>
    <p:sldLayoutId id="2147485157" r:id="rId14"/>
    <p:sldLayoutId id="214748515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6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69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customXml" Target="../ink/ink1.xml" /><Relationship Id="rId1" Type="http://schemas.openxmlformats.org/officeDocument/2006/relationships/slideLayout" Target="../slideLayouts/slideLayout23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customXml" Target="../ink/ink2.xml" /><Relationship Id="rId1" Type="http://schemas.openxmlformats.org/officeDocument/2006/relationships/slideLayout" Target="../slideLayouts/slideLayout23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1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2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21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47.xml" /><Relationship Id="rId5" Type="http://schemas.openxmlformats.org/officeDocument/2006/relationships/image" Target="../media/image23.png" /><Relationship Id="rId4" Type="http://schemas.openxmlformats.org/officeDocument/2006/relationships/customXml" Target="../ink/ink6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42.xml" /><Relationship Id="rId6" Type="http://schemas.openxmlformats.org/officeDocument/2006/relationships/customXml" Target="../ink/ink7.xml" /><Relationship Id="rId5" Type="http://schemas.openxmlformats.org/officeDocument/2006/relationships/image" Target="../media/image26.emf" /><Relationship Id="rId4" Type="http://schemas.openxmlformats.org/officeDocument/2006/relationships/image" Target="../media/image25.emf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 /><Relationship Id="rId3" Type="http://schemas.openxmlformats.org/officeDocument/2006/relationships/image" Target="../media/image24.png" /><Relationship Id="rId7" Type="http://schemas.openxmlformats.org/officeDocument/2006/relationships/image" Target="../media/image26.emf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42.xml" /><Relationship Id="rId6" Type="http://schemas.openxmlformats.org/officeDocument/2006/relationships/image" Target="../media/image25.emf" /><Relationship Id="rId5" Type="http://schemas.openxmlformats.org/officeDocument/2006/relationships/image" Target="../media/image29.png" /><Relationship Id="rId4" Type="http://schemas.openxmlformats.org/officeDocument/2006/relationships/image" Target="../media/image28.png" /><Relationship Id="rId9" Type="http://schemas.openxmlformats.org/officeDocument/2006/relationships/image" Target="../media/image30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42.xml" /><Relationship Id="rId6" Type="http://schemas.openxmlformats.org/officeDocument/2006/relationships/image" Target="../media/image33.png" /><Relationship Id="rId5" Type="http://schemas.openxmlformats.org/officeDocument/2006/relationships/customXml" Target="../ink/ink9.xml" /><Relationship Id="rId4" Type="http://schemas.openxmlformats.org/officeDocument/2006/relationships/image" Target="../media/image24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 /><Relationship Id="rId2" Type="http://schemas.openxmlformats.org/officeDocument/2006/relationships/image" Target="NULL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34.png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35.png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9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9.stanford.edu/summer2019/cs229-notes2.pdf" TargetMode="External" /><Relationship Id="rId2" Type="http://schemas.openxmlformats.org/officeDocument/2006/relationships/hyperlink" Target="https://www.inf.ed.ac.uk/teaching/courses/inf2b/learnnotes/inf2b-learn07-notes-nup.pdf" TargetMode="External" /><Relationship Id="rId1" Type="http://schemas.openxmlformats.org/officeDocument/2006/relationships/slideLayout" Target="../slideLayouts/slideLayout249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3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52.xml" /><Relationship Id="rId4" Type="http://schemas.openxmlformats.org/officeDocument/2006/relationships/image" Target="NUL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 /><Relationship Id="rId7" Type="http://schemas.openxmlformats.org/officeDocument/2006/relationships/image" Target="NULL" /><Relationship Id="rId2" Type="http://schemas.openxmlformats.org/officeDocument/2006/relationships/image" Target="NULL" /><Relationship Id="rId1" Type="http://schemas.openxmlformats.org/officeDocument/2006/relationships/slideLayout" Target="../slideLayouts/slideLayout252.xml" /><Relationship Id="rId6" Type="http://schemas.openxmlformats.org/officeDocument/2006/relationships/image" Target="NULL" /><Relationship Id="rId5" Type="http://schemas.openxmlformats.org/officeDocument/2006/relationships/image" Target="NULL" /><Relationship Id="rId4" Type="http://schemas.openxmlformats.org/officeDocument/2006/relationships/image" Target="NUL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52.xml" /><Relationship Id="rId5" Type="http://schemas.openxmlformats.org/officeDocument/2006/relationships/image" Target="NULL" /><Relationship Id="rId4" Type="http://schemas.openxmlformats.org/officeDocument/2006/relationships/image" Target="NUL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 /><Relationship Id="rId7" Type="http://schemas.openxmlformats.org/officeDocument/2006/relationships/image" Target="NULL" /><Relationship Id="rId2" Type="http://schemas.openxmlformats.org/officeDocument/2006/relationships/image" Target="../media/image36.tmp" /><Relationship Id="rId1" Type="http://schemas.openxmlformats.org/officeDocument/2006/relationships/slideLayout" Target="../slideLayouts/slideLayout265.xml" /><Relationship Id="rId6" Type="http://schemas.openxmlformats.org/officeDocument/2006/relationships/image" Target="NULL" /><Relationship Id="rId5" Type="http://schemas.openxmlformats.org/officeDocument/2006/relationships/image" Target="../media/image39.emf" /><Relationship Id="rId4" Type="http://schemas.openxmlformats.org/officeDocument/2006/relationships/image" Target="../media/image38.tmp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 /><Relationship Id="rId2" Type="http://schemas.openxmlformats.org/officeDocument/2006/relationships/image" Target="../media/image40.emf" /><Relationship Id="rId1" Type="http://schemas.openxmlformats.org/officeDocument/2006/relationships/slideLayout" Target="../slideLayouts/slideLayout265.xml" /><Relationship Id="rId4" Type="http://schemas.openxmlformats.org/officeDocument/2006/relationships/image" Target="../media/image42.emf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 /><Relationship Id="rId7" Type="http://schemas.openxmlformats.org/officeDocument/2006/relationships/image" Target="../media/image47.tmp" /><Relationship Id="rId2" Type="http://schemas.openxmlformats.org/officeDocument/2006/relationships/image" Target="../media/image43.tmp" /><Relationship Id="rId1" Type="http://schemas.openxmlformats.org/officeDocument/2006/relationships/slideLayout" Target="../slideLayouts/slideLayout266.xml" /><Relationship Id="rId6" Type="http://schemas.openxmlformats.org/officeDocument/2006/relationships/image" Target="NULL" /><Relationship Id="rId5" Type="http://schemas.openxmlformats.org/officeDocument/2006/relationships/image" Target="../media/image46.tmp" /><Relationship Id="rId4" Type="http://schemas.openxmlformats.org/officeDocument/2006/relationships/image" Target="../media/image45.tmp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9.stanford.edu/lectures-spring2022/main_notes.pdf" TargetMode="External" /><Relationship Id="rId2" Type="http://schemas.openxmlformats.org/officeDocument/2006/relationships/hyperlink" Target="https://web.stanford.edu/class/archive/cs/cs109" TargetMode="External" /><Relationship Id="rId1" Type="http://schemas.openxmlformats.org/officeDocument/2006/relationships/slideLayout" Target="../slideLayouts/slideLayout236.xml" /><Relationship Id="rId5" Type="http://schemas.openxmlformats.org/officeDocument/2006/relationships/hyperlink" Target="https://nlp.stanford.edu/IR-book" TargetMode="External" /><Relationship Id="rId4" Type="http://schemas.openxmlformats.org/officeDocument/2006/relationships/hyperlink" Target="https://www.cs.cmu.edu/~ninamf/courses/601sp15/lectures.shtml" TargetMode="Externa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M8 : Bayesian Learning 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9155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1827" name="Google Shape;1827;p2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8" name="Google Shape;18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2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Sugata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with grateful acknowledgement to many others who made their course materials freely available online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BITS </a:t>
            </a:r>
            <a:r>
              <a:rPr kumimoji="0" lang="en-US" sz="1400" b="0" i="0" u="sng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WILP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Prof.Sugata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Prof.Chetana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Prof.Monali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Prof.Rajavadhana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CS109 and CS229 Stanford lecture notes,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Dr.Andrew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NG and many others who made their course materials freely available online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784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316841"/>
              </p:ext>
            </p:extLst>
          </p:nvPr>
        </p:nvGraphicFramePr>
        <p:xfrm>
          <a:off x="457200" y="1299072"/>
          <a:ext cx="8382000" cy="53511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7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&amp; Mathematical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Preliminaries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M2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 Learning Workflow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Linear Models for Regression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M4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Models for Classification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M5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</a:t>
                      </a:r>
                      <a:r>
                        <a:rPr lang="en-IN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Tree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M6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Instance Based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M7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Vector Machine </a:t>
                      </a:r>
                      <a:r>
                        <a:rPr lang="en-IN" sz="1600" kern="5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Planned to be discussed</a:t>
                      </a:r>
                      <a:r>
                        <a:rPr lang="en-IN" sz="1600" kern="50" baseline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CS 15 or CS 16</a:t>
                      </a:r>
                      <a:endParaRPr lang="en-IN" sz="1600" kern="5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M8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Bayesian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M9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Learning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706915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M10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03143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US" sz="1600" kern="5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Learning Model Evaluation/Comparison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80549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Course Plan</a:t>
            </a:r>
          </a:p>
        </p:txBody>
      </p:sp>
      <p:sp>
        <p:nvSpPr>
          <p:cNvPr id="2" name="Rectangle 1"/>
          <p:cNvSpPr/>
          <p:nvPr/>
        </p:nvSpPr>
        <p:spPr>
          <a:xfrm>
            <a:off x="114300" y="4648200"/>
            <a:ext cx="6705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60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" y="2526224"/>
            <a:ext cx="8812164" cy="2185261"/>
          </a:xfrm>
        </p:spPr>
        <p:txBody>
          <a:bodyPr/>
          <a:lstStyle/>
          <a:p>
            <a:pPr algn="ctr">
              <a:buClr>
                <a:srgbClr val="000000"/>
              </a:buClr>
              <a:buFont typeface="Arial"/>
            </a:pPr>
            <a: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Text Classification</a:t>
            </a:r>
            <a:b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</a:br>
            <a: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 using </a:t>
            </a:r>
            <a:r>
              <a:rPr lang="en-US" altLang="ko-KR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Naive Bayes Classifier</a:t>
            </a:r>
            <a:endParaRPr lang="en-IN" sz="3200" b="1" dirty="0">
              <a:solidFill>
                <a:srgbClr val="C00000"/>
              </a:solidFill>
              <a:latin typeface="+mj-lt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DD0103-32BA-95DE-1BDB-CCB108A65732}"/>
                  </a:ext>
                </a:extLst>
              </p14:cNvPr>
              <p14:cNvContentPartPr/>
              <p14:nvPr/>
            </p14:nvContentPartPr>
            <p14:xfrm>
              <a:off x="2730960" y="3553200"/>
              <a:ext cx="3468600" cy="7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DD0103-32BA-95DE-1BDB-CCB108A657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1600" y="3543840"/>
                <a:ext cx="3487320" cy="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18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3703"/>
            <a:ext cx="7811145" cy="1239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sz="2400" b="1" dirty="0">
                <a:latin typeface="+mj-lt"/>
                <a:ea typeface="Arial"/>
                <a:cs typeface="Arial"/>
              </a:rPr>
              <a:t>The Bag of Words 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017" y="1541536"/>
            <a:ext cx="2860504" cy="3632309"/>
          </a:xfrm>
          <a:prstGeom prst="rect">
            <a:avLst/>
          </a:prstGeom>
        </p:spPr>
        <p:txBody>
          <a:bodyPr vert="horz" wrap="square" lIns="0" tIns="5556" rIns="0" bIns="0" rtlCol="0">
            <a:spAutoFit/>
          </a:bodyPr>
          <a:lstStyle/>
          <a:p>
            <a:pPr marL="7938" marR="3175" lvl="0" indent="0" algn="just" defTabSz="914400" rtl="0" eaLnBrk="1" fontAlgn="auto" latinLnBrk="0" hangingPunct="1">
              <a:lnSpc>
                <a:spcPct val="102099"/>
              </a:lnSpc>
              <a:spcBef>
                <a:spcPts val="44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love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this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movie!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It's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sweet,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but with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satirical 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humor.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kumimoji="0" sz="1600" b="0" i="0" u="none" strike="noStrike" kern="0" cap="none" spc="-40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dialogue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great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and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adventure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scenes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are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fun...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manages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be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whimsical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and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romantic while laughing </a:t>
            </a:r>
            <a:r>
              <a:rPr kumimoji="0" sz="1600" b="0" i="0" u="none" strike="noStrike" kern="0" cap="none" spc="-40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at the conventions of the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fairy tale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genre.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would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recommend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just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about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anyone.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I've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seen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several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times,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and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I'm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always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happy </a:t>
            </a:r>
            <a:r>
              <a:rPr kumimoji="0" sz="1600" b="0" i="0" u="none" strike="noStrike" kern="0" cap="none" spc="-40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see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again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whenever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have a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friend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who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hasn't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seen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it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yet!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62309" marR="0" lvl="0" indent="0" algn="just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3878" y="989916"/>
            <a:ext cx="2306128" cy="5410884"/>
            <a:chOff x="10706101" y="1193801"/>
            <a:chExt cx="3538220" cy="7035800"/>
          </a:xfrm>
        </p:grpSpPr>
        <p:sp>
          <p:nvSpPr>
            <p:cNvPr id="5" name="object 5"/>
            <p:cNvSpPr/>
            <p:nvPr/>
          </p:nvSpPr>
          <p:spPr>
            <a:xfrm>
              <a:off x="10706101" y="1193801"/>
              <a:ext cx="3538220" cy="7035800"/>
            </a:xfrm>
            <a:custGeom>
              <a:avLst/>
              <a:gdLst/>
              <a:ahLst/>
              <a:cxnLst/>
              <a:rect l="l" t="t" r="r" b="b"/>
              <a:pathLst>
                <a:path w="3538219" h="7035800">
                  <a:moveTo>
                    <a:pt x="3538136" y="0"/>
                  </a:moveTo>
                  <a:lnTo>
                    <a:pt x="0" y="0"/>
                  </a:lnTo>
                  <a:lnTo>
                    <a:pt x="0" y="7035798"/>
                  </a:lnTo>
                  <a:lnTo>
                    <a:pt x="3538136" y="7035798"/>
                  </a:lnTo>
                  <a:lnTo>
                    <a:pt x="3538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776826" y="4280595"/>
              <a:ext cx="1428115" cy="613410"/>
            </a:xfrm>
            <a:custGeom>
              <a:avLst/>
              <a:gdLst/>
              <a:ahLst/>
              <a:cxnLst/>
              <a:rect l="l" t="t" r="r" b="b"/>
              <a:pathLst>
                <a:path w="1428115" h="613410">
                  <a:moveTo>
                    <a:pt x="917844" y="0"/>
                  </a:moveTo>
                  <a:lnTo>
                    <a:pt x="917844" y="122563"/>
                  </a:lnTo>
                  <a:lnTo>
                    <a:pt x="0" y="122563"/>
                  </a:lnTo>
                  <a:lnTo>
                    <a:pt x="0" y="490255"/>
                  </a:lnTo>
                  <a:lnTo>
                    <a:pt x="917844" y="490255"/>
                  </a:lnTo>
                  <a:lnTo>
                    <a:pt x="917844" y="612819"/>
                  </a:lnTo>
                  <a:lnTo>
                    <a:pt x="1427756" y="306410"/>
                  </a:lnTo>
                  <a:lnTo>
                    <a:pt x="917844" y="0"/>
                  </a:lnTo>
                  <a:close/>
                </a:path>
              </a:pathLst>
            </a:custGeom>
            <a:solidFill>
              <a:srgbClr val="048D9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782492" y="4280595"/>
              <a:ext cx="1422400" cy="613410"/>
            </a:xfrm>
            <a:custGeom>
              <a:avLst/>
              <a:gdLst/>
              <a:ahLst/>
              <a:cxnLst/>
              <a:rect l="l" t="t" r="r" b="b"/>
              <a:pathLst>
                <a:path w="1422400" h="613410">
                  <a:moveTo>
                    <a:pt x="0" y="493660"/>
                  </a:moveTo>
                  <a:lnTo>
                    <a:pt x="0" y="130507"/>
                  </a:lnTo>
                  <a:lnTo>
                    <a:pt x="917843" y="130507"/>
                  </a:lnTo>
                  <a:lnTo>
                    <a:pt x="917843" y="0"/>
                  </a:lnTo>
                  <a:lnTo>
                    <a:pt x="1422090" y="306409"/>
                  </a:lnTo>
                  <a:lnTo>
                    <a:pt x="917843" y="612819"/>
                  </a:lnTo>
                  <a:lnTo>
                    <a:pt x="917843" y="493660"/>
                  </a:lnTo>
                  <a:lnTo>
                    <a:pt x="0" y="493660"/>
                  </a:lnTo>
                  <a:close/>
                </a:path>
              </a:pathLst>
            </a:custGeom>
            <a:ln w="11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77884" y="755869"/>
          <a:ext cx="1102122" cy="5605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959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it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I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the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to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and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seen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yet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would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whimsical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times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sweet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satirical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adventure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fairy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humor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have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great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959">
                <a:tc>
                  <a:txBody>
                    <a:bodyPr/>
                    <a:lstStyle/>
                    <a:p>
                      <a:pPr marL="31750">
                        <a:lnSpc>
                          <a:spcPts val="227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…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27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3815509" y="1723142"/>
            <a:ext cx="2695972" cy="3867150"/>
            <a:chOff x="3815509" y="1723142"/>
            <a:chExt cx="2695972" cy="3867150"/>
          </a:xfrm>
        </p:grpSpPr>
        <p:grpSp>
          <p:nvGrpSpPr>
            <p:cNvPr id="9" name="object 9"/>
            <p:cNvGrpSpPr/>
            <p:nvPr/>
          </p:nvGrpSpPr>
          <p:grpSpPr>
            <a:xfrm>
              <a:off x="3815509" y="1723142"/>
              <a:ext cx="2695972" cy="3867150"/>
              <a:chOff x="6104814" y="1385427"/>
              <a:chExt cx="4313555" cy="618744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6116243" y="2147890"/>
                <a:ext cx="715645" cy="5413375"/>
              </a:xfrm>
              <a:custGeom>
                <a:avLst/>
                <a:gdLst/>
                <a:ahLst/>
                <a:cxnLst/>
                <a:rect l="l" t="t" r="r" b="b"/>
                <a:pathLst>
                  <a:path w="715645" h="5413375">
                    <a:moveTo>
                      <a:pt x="306470" y="0"/>
                    </a:moveTo>
                    <a:lnTo>
                      <a:pt x="0" y="5208967"/>
                    </a:lnTo>
                    <a:lnTo>
                      <a:pt x="715096" y="5413241"/>
                    </a:lnTo>
                    <a:lnTo>
                      <a:pt x="510782" y="102137"/>
                    </a:lnTo>
                    <a:lnTo>
                      <a:pt x="306470" y="0"/>
                    </a:lnTo>
                    <a:close/>
                  </a:path>
                </a:pathLst>
              </a:custGeom>
              <a:solidFill>
                <a:srgbClr val="D5CE9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6116244" y="2147890"/>
                <a:ext cx="715645" cy="5413375"/>
              </a:xfrm>
              <a:custGeom>
                <a:avLst/>
                <a:gdLst/>
                <a:ahLst/>
                <a:cxnLst/>
                <a:rect l="l" t="t" r="r" b="b"/>
                <a:pathLst>
                  <a:path w="715645" h="5413375">
                    <a:moveTo>
                      <a:pt x="510782" y="102136"/>
                    </a:moveTo>
                    <a:lnTo>
                      <a:pt x="306469" y="0"/>
                    </a:lnTo>
                    <a:lnTo>
                      <a:pt x="0" y="5208967"/>
                    </a:lnTo>
                    <a:lnTo>
                      <a:pt x="715095" y="5413240"/>
                    </a:lnTo>
                    <a:lnTo>
                      <a:pt x="510782" y="102136"/>
                    </a:lnTo>
                    <a:close/>
                  </a:path>
                </a:pathLst>
              </a:custGeom>
              <a:ln w="113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6627026" y="2045754"/>
                <a:ext cx="3780154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3780154" h="5515609">
                    <a:moveTo>
                      <a:pt x="0" y="0"/>
                    </a:moveTo>
                    <a:lnTo>
                      <a:pt x="204313" y="5515376"/>
                    </a:lnTo>
                    <a:lnTo>
                      <a:pt x="3779791" y="4902556"/>
                    </a:lnTo>
                    <a:lnTo>
                      <a:pt x="3371165" y="2042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CE9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6627026" y="2045754"/>
                <a:ext cx="3780154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3780154" h="5515609">
                    <a:moveTo>
                      <a:pt x="0" y="0"/>
                    </a:moveTo>
                    <a:lnTo>
                      <a:pt x="204313" y="5515377"/>
                    </a:lnTo>
                    <a:lnTo>
                      <a:pt x="3779791" y="4902557"/>
                    </a:lnTo>
                    <a:lnTo>
                      <a:pt x="3371165" y="204273"/>
                    </a:lnTo>
                    <a:lnTo>
                      <a:pt x="0" y="0"/>
                    </a:lnTo>
                    <a:close/>
                  </a:path>
                </a:pathLst>
              </a:custGeom>
              <a:ln w="113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7444278" y="1470766"/>
                <a:ext cx="1635760" cy="677545"/>
              </a:xfrm>
              <a:custGeom>
                <a:avLst/>
                <a:gdLst/>
                <a:ahLst/>
                <a:cxnLst/>
                <a:rect l="l" t="t" r="r" b="b"/>
                <a:pathLst>
                  <a:path w="1635759" h="677544">
                    <a:moveTo>
                      <a:pt x="0" y="574987"/>
                    </a:moveTo>
                    <a:lnTo>
                      <a:pt x="10939" y="511469"/>
                    </a:lnTo>
                    <a:lnTo>
                      <a:pt x="63223" y="363049"/>
                    </a:lnTo>
                    <a:lnTo>
                      <a:pt x="186052" y="192927"/>
                    </a:lnTo>
                    <a:lnTo>
                      <a:pt x="408626" y="64304"/>
                    </a:lnTo>
                    <a:lnTo>
                      <a:pt x="466581" y="47354"/>
                    </a:lnTo>
                    <a:lnTo>
                      <a:pt x="521830" y="33036"/>
                    </a:lnTo>
                    <a:lnTo>
                      <a:pt x="574661" y="21325"/>
                    </a:lnTo>
                    <a:lnTo>
                      <a:pt x="625364" y="12192"/>
                    </a:lnTo>
                    <a:lnTo>
                      <a:pt x="674231" y="5611"/>
                    </a:lnTo>
                    <a:lnTo>
                      <a:pt x="721552" y="1556"/>
                    </a:lnTo>
                    <a:lnTo>
                      <a:pt x="767616" y="0"/>
                    </a:lnTo>
                    <a:lnTo>
                      <a:pt x="812713" y="914"/>
                    </a:lnTo>
                    <a:lnTo>
                      <a:pt x="857135" y="4274"/>
                    </a:lnTo>
                    <a:lnTo>
                      <a:pt x="901172" y="10052"/>
                    </a:lnTo>
                    <a:lnTo>
                      <a:pt x="945113" y="18221"/>
                    </a:lnTo>
                    <a:lnTo>
                      <a:pt x="989248" y="28755"/>
                    </a:lnTo>
                    <a:lnTo>
                      <a:pt x="1033869" y="41626"/>
                    </a:lnTo>
                    <a:lnTo>
                      <a:pt x="1079265" y="56808"/>
                    </a:lnTo>
                    <a:lnTo>
                      <a:pt x="1125727" y="74274"/>
                    </a:lnTo>
                    <a:lnTo>
                      <a:pt x="1173545" y="93997"/>
                    </a:lnTo>
                    <a:lnTo>
                      <a:pt x="1223008" y="115950"/>
                    </a:lnTo>
                    <a:lnTo>
                      <a:pt x="1274408" y="140107"/>
                    </a:lnTo>
                    <a:lnTo>
                      <a:pt x="1328034" y="166440"/>
                    </a:lnTo>
                    <a:lnTo>
                      <a:pt x="1522436" y="319478"/>
                    </a:lnTo>
                    <a:lnTo>
                      <a:pt x="1611505" y="486887"/>
                    </a:lnTo>
                    <a:lnTo>
                      <a:pt x="1635457" y="621744"/>
                    </a:lnTo>
                    <a:lnTo>
                      <a:pt x="1634504" y="677123"/>
                    </a:lnTo>
                  </a:path>
                </a:pathLst>
              </a:custGeom>
              <a:ln w="11348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444278" y="1470766"/>
                <a:ext cx="1635760" cy="677545"/>
              </a:xfrm>
              <a:custGeom>
                <a:avLst/>
                <a:gdLst/>
                <a:ahLst/>
                <a:cxnLst/>
                <a:rect l="l" t="t" r="r" b="b"/>
                <a:pathLst>
                  <a:path w="1635759" h="677544">
                    <a:moveTo>
                      <a:pt x="0" y="574987"/>
                    </a:moveTo>
                    <a:lnTo>
                      <a:pt x="10939" y="511469"/>
                    </a:lnTo>
                    <a:lnTo>
                      <a:pt x="63223" y="363049"/>
                    </a:lnTo>
                    <a:lnTo>
                      <a:pt x="186052" y="192927"/>
                    </a:lnTo>
                    <a:lnTo>
                      <a:pt x="408626" y="64304"/>
                    </a:lnTo>
                    <a:lnTo>
                      <a:pt x="466581" y="47354"/>
                    </a:lnTo>
                    <a:lnTo>
                      <a:pt x="521830" y="33036"/>
                    </a:lnTo>
                    <a:lnTo>
                      <a:pt x="574661" y="21325"/>
                    </a:lnTo>
                    <a:lnTo>
                      <a:pt x="625364" y="12192"/>
                    </a:lnTo>
                    <a:lnTo>
                      <a:pt x="674231" y="5611"/>
                    </a:lnTo>
                    <a:lnTo>
                      <a:pt x="721552" y="1556"/>
                    </a:lnTo>
                    <a:lnTo>
                      <a:pt x="767616" y="0"/>
                    </a:lnTo>
                    <a:lnTo>
                      <a:pt x="812713" y="914"/>
                    </a:lnTo>
                    <a:lnTo>
                      <a:pt x="857135" y="4274"/>
                    </a:lnTo>
                    <a:lnTo>
                      <a:pt x="901172" y="10052"/>
                    </a:lnTo>
                    <a:lnTo>
                      <a:pt x="945113" y="18221"/>
                    </a:lnTo>
                    <a:lnTo>
                      <a:pt x="989248" y="28755"/>
                    </a:lnTo>
                    <a:lnTo>
                      <a:pt x="1033869" y="41626"/>
                    </a:lnTo>
                    <a:lnTo>
                      <a:pt x="1079265" y="56808"/>
                    </a:lnTo>
                    <a:lnTo>
                      <a:pt x="1125727" y="74274"/>
                    </a:lnTo>
                    <a:lnTo>
                      <a:pt x="1173545" y="93997"/>
                    </a:lnTo>
                    <a:lnTo>
                      <a:pt x="1223008" y="115950"/>
                    </a:lnTo>
                    <a:lnTo>
                      <a:pt x="1274408" y="140107"/>
                    </a:lnTo>
                    <a:lnTo>
                      <a:pt x="1328034" y="166440"/>
                    </a:lnTo>
                    <a:lnTo>
                      <a:pt x="1522436" y="319478"/>
                    </a:lnTo>
                    <a:lnTo>
                      <a:pt x="1611505" y="486887"/>
                    </a:lnTo>
                    <a:lnTo>
                      <a:pt x="1635457" y="621744"/>
                    </a:lnTo>
                    <a:lnTo>
                      <a:pt x="1634504" y="677123"/>
                    </a:lnTo>
                  </a:path>
                </a:pathLst>
              </a:custGeom>
              <a:ln w="56744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116244" y="2045754"/>
                <a:ext cx="4290695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4290695" h="5515609">
                    <a:moveTo>
                      <a:pt x="306469" y="102136"/>
                    </a:moveTo>
                    <a:lnTo>
                      <a:pt x="0" y="5311103"/>
                    </a:lnTo>
                  </a:path>
                  <a:path w="4290695" h="5515609">
                    <a:moveTo>
                      <a:pt x="0" y="5311103"/>
                    </a:moveTo>
                    <a:lnTo>
                      <a:pt x="715095" y="5515377"/>
                    </a:lnTo>
                  </a:path>
                  <a:path w="4290695" h="5515609">
                    <a:moveTo>
                      <a:pt x="408625" y="4902557"/>
                    </a:moveTo>
                    <a:lnTo>
                      <a:pt x="0" y="5311103"/>
                    </a:lnTo>
                  </a:path>
                  <a:path w="4290695" h="5515609">
                    <a:moveTo>
                      <a:pt x="408625" y="4902557"/>
                    </a:moveTo>
                    <a:lnTo>
                      <a:pt x="715095" y="5515377"/>
                    </a:lnTo>
                  </a:path>
                  <a:path w="4290695" h="5515609">
                    <a:moveTo>
                      <a:pt x="520027" y="249581"/>
                    </a:moveTo>
                    <a:lnTo>
                      <a:pt x="408625" y="4902557"/>
                    </a:lnTo>
                  </a:path>
                  <a:path w="4290695" h="5515609">
                    <a:moveTo>
                      <a:pt x="306469" y="102136"/>
                    </a:moveTo>
                    <a:lnTo>
                      <a:pt x="516665" y="158824"/>
                    </a:lnTo>
                  </a:path>
                  <a:path w="4290695" h="5515609">
                    <a:moveTo>
                      <a:pt x="715095" y="5515377"/>
                    </a:moveTo>
                    <a:lnTo>
                      <a:pt x="510782" y="0"/>
                    </a:lnTo>
                  </a:path>
                  <a:path w="4290695" h="5515609">
                    <a:moveTo>
                      <a:pt x="510782" y="0"/>
                    </a:moveTo>
                    <a:lnTo>
                      <a:pt x="3881947" y="204273"/>
                    </a:lnTo>
                  </a:path>
                  <a:path w="4290695" h="5515609">
                    <a:moveTo>
                      <a:pt x="715095" y="5515377"/>
                    </a:moveTo>
                    <a:lnTo>
                      <a:pt x="4290573" y="4902557"/>
                    </a:lnTo>
                  </a:path>
                  <a:path w="4290695" h="5515609">
                    <a:moveTo>
                      <a:pt x="4290573" y="4902557"/>
                    </a:moveTo>
                    <a:lnTo>
                      <a:pt x="3881947" y="204273"/>
                    </a:lnTo>
                  </a:path>
                </a:pathLst>
              </a:custGeom>
              <a:ln w="2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546435" y="1442259"/>
                <a:ext cx="1838960" cy="1114425"/>
              </a:xfrm>
              <a:custGeom>
                <a:avLst/>
                <a:gdLst/>
                <a:ahLst/>
                <a:cxnLst/>
                <a:rect l="l" t="t" r="r" b="b"/>
                <a:pathLst>
                  <a:path w="1838959" h="1114425">
                    <a:moveTo>
                      <a:pt x="0" y="1114176"/>
                    </a:moveTo>
                    <a:lnTo>
                      <a:pt x="6869" y="1007169"/>
                    </a:lnTo>
                    <a:lnTo>
                      <a:pt x="52370" y="752220"/>
                    </a:lnTo>
                    <a:lnTo>
                      <a:pt x="173842" y="448442"/>
                    </a:lnTo>
                    <a:lnTo>
                      <a:pt x="408626" y="194947"/>
                    </a:lnTo>
                    <a:lnTo>
                      <a:pt x="460407" y="162456"/>
                    </a:lnTo>
                    <a:lnTo>
                      <a:pt x="510180" y="132918"/>
                    </a:lnTo>
                    <a:lnTo>
                      <a:pt x="558135" y="106334"/>
                    </a:lnTo>
                    <a:lnTo>
                      <a:pt x="604464" y="82704"/>
                    </a:lnTo>
                    <a:lnTo>
                      <a:pt x="649358" y="62028"/>
                    </a:lnTo>
                    <a:lnTo>
                      <a:pt x="693009" y="44306"/>
                    </a:lnTo>
                    <a:lnTo>
                      <a:pt x="735607" y="29537"/>
                    </a:lnTo>
                    <a:lnTo>
                      <a:pt x="777345" y="17722"/>
                    </a:lnTo>
                    <a:lnTo>
                      <a:pt x="818412" y="8861"/>
                    </a:lnTo>
                    <a:lnTo>
                      <a:pt x="859002" y="2953"/>
                    </a:lnTo>
                    <a:lnTo>
                      <a:pt x="899305" y="0"/>
                    </a:lnTo>
                    <a:lnTo>
                      <a:pt x="939512" y="0"/>
                    </a:lnTo>
                    <a:lnTo>
                      <a:pt x="979814" y="2953"/>
                    </a:lnTo>
                    <a:lnTo>
                      <a:pt x="1020404" y="8861"/>
                    </a:lnTo>
                    <a:lnTo>
                      <a:pt x="1061472" y="17722"/>
                    </a:lnTo>
                    <a:lnTo>
                      <a:pt x="1103209" y="29537"/>
                    </a:lnTo>
                    <a:lnTo>
                      <a:pt x="1145808" y="44306"/>
                    </a:lnTo>
                    <a:lnTo>
                      <a:pt x="1189458" y="62028"/>
                    </a:lnTo>
                    <a:lnTo>
                      <a:pt x="1234353" y="82704"/>
                    </a:lnTo>
                    <a:lnTo>
                      <a:pt x="1280682" y="106334"/>
                    </a:lnTo>
                    <a:lnTo>
                      <a:pt x="1328637" y="132918"/>
                    </a:lnTo>
                    <a:lnTo>
                      <a:pt x="1378409" y="162456"/>
                    </a:lnTo>
                    <a:lnTo>
                      <a:pt x="1430191" y="194947"/>
                    </a:lnTo>
                    <a:lnTo>
                      <a:pt x="1664974" y="448442"/>
                    </a:lnTo>
                    <a:lnTo>
                      <a:pt x="1786446" y="752220"/>
                    </a:lnTo>
                    <a:lnTo>
                      <a:pt x="1831948" y="1007169"/>
                    </a:lnTo>
                    <a:lnTo>
                      <a:pt x="1838817" y="1114176"/>
                    </a:lnTo>
                  </a:path>
                </a:pathLst>
              </a:custGeom>
              <a:ln w="11349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546435" y="1442259"/>
                <a:ext cx="1838960" cy="1114425"/>
              </a:xfrm>
              <a:custGeom>
                <a:avLst/>
                <a:gdLst/>
                <a:ahLst/>
                <a:cxnLst/>
                <a:rect l="l" t="t" r="r" b="b"/>
                <a:pathLst>
                  <a:path w="1838959" h="1114425">
                    <a:moveTo>
                      <a:pt x="0" y="1114176"/>
                    </a:moveTo>
                    <a:lnTo>
                      <a:pt x="6869" y="1007169"/>
                    </a:lnTo>
                    <a:lnTo>
                      <a:pt x="52370" y="752220"/>
                    </a:lnTo>
                    <a:lnTo>
                      <a:pt x="173842" y="448442"/>
                    </a:lnTo>
                    <a:lnTo>
                      <a:pt x="408626" y="194947"/>
                    </a:lnTo>
                    <a:lnTo>
                      <a:pt x="460407" y="162456"/>
                    </a:lnTo>
                    <a:lnTo>
                      <a:pt x="510180" y="132918"/>
                    </a:lnTo>
                    <a:lnTo>
                      <a:pt x="558135" y="106334"/>
                    </a:lnTo>
                    <a:lnTo>
                      <a:pt x="604464" y="82704"/>
                    </a:lnTo>
                    <a:lnTo>
                      <a:pt x="649358" y="62028"/>
                    </a:lnTo>
                    <a:lnTo>
                      <a:pt x="693009" y="44306"/>
                    </a:lnTo>
                    <a:lnTo>
                      <a:pt x="735607" y="29537"/>
                    </a:lnTo>
                    <a:lnTo>
                      <a:pt x="777345" y="17722"/>
                    </a:lnTo>
                    <a:lnTo>
                      <a:pt x="818412" y="8861"/>
                    </a:lnTo>
                    <a:lnTo>
                      <a:pt x="859002" y="2953"/>
                    </a:lnTo>
                    <a:lnTo>
                      <a:pt x="899305" y="0"/>
                    </a:lnTo>
                    <a:lnTo>
                      <a:pt x="939512" y="0"/>
                    </a:lnTo>
                    <a:lnTo>
                      <a:pt x="979814" y="2953"/>
                    </a:lnTo>
                    <a:lnTo>
                      <a:pt x="1020404" y="8861"/>
                    </a:lnTo>
                    <a:lnTo>
                      <a:pt x="1061472" y="17722"/>
                    </a:lnTo>
                    <a:lnTo>
                      <a:pt x="1103209" y="29537"/>
                    </a:lnTo>
                    <a:lnTo>
                      <a:pt x="1145808" y="44306"/>
                    </a:lnTo>
                    <a:lnTo>
                      <a:pt x="1189458" y="62028"/>
                    </a:lnTo>
                    <a:lnTo>
                      <a:pt x="1234353" y="82704"/>
                    </a:lnTo>
                    <a:lnTo>
                      <a:pt x="1280682" y="106334"/>
                    </a:lnTo>
                    <a:lnTo>
                      <a:pt x="1328637" y="132918"/>
                    </a:lnTo>
                    <a:lnTo>
                      <a:pt x="1378409" y="162456"/>
                    </a:lnTo>
                    <a:lnTo>
                      <a:pt x="1430191" y="194947"/>
                    </a:lnTo>
                    <a:lnTo>
                      <a:pt x="1664974" y="448442"/>
                    </a:lnTo>
                    <a:lnTo>
                      <a:pt x="1786446" y="752220"/>
                    </a:lnTo>
                    <a:lnTo>
                      <a:pt x="1831948" y="1007169"/>
                    </a:lnTo>
                    <a:lnTo>
                      <a:pt x="1838817" y="1114176"/>
                    </a:lnTo>
                  </a:path>
                </a:pathLst>
              </a:custGeom>
              <a:ln w="5674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4610444" y="4709695"/>
              <a:ext cx="6350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100226" y="3530867"/>
              <a:ext cx="121444" cy="479683"/>
            </a:xfrm>
            <a:prstGeom prst="rect">
              <a:avLst/>
            </a:prstGeom>
          </p:spPr>
          <p:txBody>
            <a:bodyPr vert="horz" wrap="square" lIns="0" tIns="7938" rIns="0" bIns="0" rtlCol="0">
              <a:spAutoFit/>
            </a:bodyPr>
            <a:lstStyle/>
            <a:p>
              <a:pPr marL="7938" marR="3175" lvl="0" indent="19844" algn="l" defTabSz="914400" rtl="0" eaLnBrk="1" fontAlgn="auto" latinLnBrk="0" hangingPunct="1">
                <a:lnSpc>
                  <a:spcPct val="114300"/>
                </a:lnSpc>
                <a:spcBef>
                  <a:spcPts val="6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 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972531" y="2730799"/>
              <a:ext cx="6350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192002" y="3230842"/>
              <a:ext cx="915194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recommend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388057" y="4199013"/>
              <a:ext cx="2528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537318" y="4071341"/>
              <a:ext cx="2528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4768733" y="4752252"/>
              <a:ext cx="300037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896429" y="4262848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seen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747450" y="2847830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seen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5286707" y="3850045"/>
              <a:ext cx="243284" cy="479683"/>
            </a:xfrm>
            <a:prstGeom prst="rect">
              <a:avLst/>
            </a:prstGeom>
          </p:spPr>
          <p:txBody>
            <a:bodyPr vert="horz" wrap="square" lIns="0" tIns="7938" rIns="0" bIns="0" rtlCol="0">
              <a:spAutoFit/>
            </a:bodyPr>
            <a:lstStyle/>
            <a:p>
              <a:pPr marL="28972" marR="3175" lvl="0" indent="-21431" algn="l" defTabSz="914400" rtl="0" eaLnBrk="1" fontAlgn="auto" latinLnBrk="0" hangingPunct="1">
                <a:lnSpc>
                  <a:spcPct val="114300"/>
                </a:lnSpc>
                <a:spcBef>
                  <a:spcPts val="6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yet  it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5759565" y="4252208"/>
              <a:ext cx="46077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would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5944070" y="4901201"/>
              <a:ext cx="4040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while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4378483" y="4965037"/>
              <a:ext cx="75445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whenever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231970" y="3922392"/>
              <a:ext cx="56515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several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446043" y="4390518"/>
              <a:ext cx="930275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245269" algn="l"/>
                  <a:tab pos="874316" algn="l"/>
                </a:tabLst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scenes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5441587" y="3432987"/>
              <a:ext cx="593328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sa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irical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4262570" y="3486184"/>
              <a:ext cx="1609725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317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939800" algn="l"/>
                </a:tabLst>
                <a:defRPr/>
              </a:pPr>
              <a:r>
                <a:rPr kumimoji="0" sz="2016" b="0" i="0" u="none" strike="noStrike" kern="0" cap="none" spc="14" normalizeH="0" baseline="-24547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who</a:t>
              </a:r>
              <a:r>
                <a:rPr kumimoji="0" sz="1344" b="0" i="0" u="none" strike="noStrike" kern="0" cap="none" spc="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sweet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of</a:t>
              </a:r>
              <a:r>
                <a:rPr kumimoji="0" sz="1344" b="0" i="0" u="none" strike="noStrike" kern="0" cap="none" spc="-22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-41343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movie</a:t>
              </a:r>
              <a:endParaRPr kumimoji="0" sz="2016" b="0" i="0" u="none" strike="noStrike" kern="0" cap="none" spc="0" normalizeH="0" baseline="-41343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473469" y="4454354"/>
              <a:ext cx="995363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r>
                <a:rPr kumimoji="0" sz="1344" b="0" i="0" u="none" strike="noStrike" kern="0" cap="none" spc="-8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manages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5861295" y="4007506"/>
              <a:ext cx="49887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humor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527813" y="5028873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have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4554673" y="3103171"/>
              <a:ext cx="47982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happy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4244486" y="4645860"/>
              <a:ext cx="1855788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2381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789781" algn="l"/>
                  <a:tab pos="1112441" algn="l"/>
                </a:tabLst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fu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n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2016" b="0" i="0" u="none" strike="noStrike" kern="0" cap="none" spc="-9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</a:t>
              </a:r>
              <a:r>
                <a:rPr kumimoji="0" sz="2016" b="0" i="0" u="none" strike="noStrike" kern="0" cap="none" spc="-4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e</a:t>
              </a:r>
              <a:r>
                <a:rPr kumimoji="0" sz="2016" b="0" i="0" u="none" strike="noStrike" kern="0" cap="none" spc="0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imes</a:t>
              </a:r>
              <a:r>
                <a:rPr kumimoji="0" sz="1344" b="0" i="0" u="none" strike="noStrike" kern="0" cap="none" spc="-21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-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2016" b="0" i="0" u="none" strike="noStrike" kern="0" cap="none" spc="0" normalizeH="0" baseline="-20671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243789" y="2986140"/>
              <a:ext cx="4421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riend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4221426" y="2411621"/>
              <a:ext cx="379413" cy="610344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0" marR="44450" lvl="0" indent="0" algn="r" defTabSz="914400" rtl="0" eaLnBrk="1" fontAlgn="auto" latinLnBrk="0" hangingPunct="1">
                <a:lnSpc>
                  <a:spcPts val="1559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airy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  <a:p>
              <a:pPr marL="86916" marR="3175" lvl="0" indent="159544" algn="r" defTabSz="914400" rtl="0" eaLnBrk="1" fontAlgn="auto" latinLnBrk="0" hangingPunct="1">
                <a:lnSpc>
                  <a:spcPts val="1506"/>
                </a:lnSpc>
                <a:spcBef>
                  <a:spcPts val="8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</a:t>
              </a:r>
              <a:r>
                <a:rPr kumimoji="0" sz="1344" b="0" i="0" u="none" strike="noStrike" kern="0" cap="none" spc="-36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5113841" y="3049975"/>
              <a:ext cx="660003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dialogue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4462148" y="3752165"/>
              <a:ext cx="1551781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2381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283766" algn="l"/>
                </a:tabLst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	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r>
                <a:rPr kumimoji="0" sz="2016" b="0" i="0" u="none" strike="noStrike" kern="0" cap="none" spc="206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but 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to</a:t>
              </a:r>
              <a:r>
                <a:rPr kumimoji="0" sz="2016" b="0" i="0" u="none" strike="noStrike" kern="0" cap="none" spc="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romantic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4315992" y="5156543"/>
              <a:ext cx="1164431" cy="341840"/>
            </a:xfrm>
            <a:prstGeom prst="rect">
              <a:avLst/>
            </a:prstGeom>
          </p:spPr>
          <p:txBody>
            <a:bodyPr vert="horz" wrap="square" lIns="0" tIns="84534" rIns="0" bIns="0" rtlCol="0">
              <a:spAutoFit/>
            </a:bodyPr>
            <a:lstStyle/>
            <a:p>
              <a:pPr marL="7938" marR="3175" lvl="0" indent="239713" algn="l" defTabSz="914400" rtl="0" eaLnBrk="1" fontAlgn="auto" latinLnBrk="0" hangingPunct="1">
                <a:lnSpc>
                  <a:spcPct val="62300"/>
                </a:lnSpc>
                <a:spcBef>
                  <a:spcPts val="666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conven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ions  with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5383642" y="2794634"/>
              <a:ext cx="837009" cy="341039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ts val="1309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are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  <a:p>
              <a:pPr marL="269875" marR="0" lvl="0" indent="0" algn="l" defTabSz="914400" rtl="0" eaLnBrk="1" fontAlgn="auto" latinLnBrk="0" hangingPunct="1">
                <a:lnSpc>
                  <a:spcPts val="13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anyone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4294474" y="3305316"/>
              <a:ext cx="7735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adven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ure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4658667" y="2475456"/>
              <a:ext cx="1413669" cy="409968"/>
            </a:xfrm>
            <a:prstGeom prst="rect">
              <a:avLst/>
            </a:prstGeom>
          </p:spPr>
          <p:txBody>
            <a:bodyPr vert="horz" wrap="square" lIns="0" tIns="25003" rIns="0" bIns="0" rtlCol="0">
              <a:spAutoFit/>
            </a:bodyPr>
            <a:lstStyle/>
            <a:p>
              <a:pPr marL="32941" marR="34925" lvl="0" indent="-1588" algn="l" defTabSz="914400" rtl="0" eaLnBrk="1" fontAlgn="auto" latinLnBrk="0" hangingPunct="1">
                <a:lnSpc>
                  <a:spcPts val="1506"/>
                </a:lnSpc>
                <a:spcBef>
                  <a:spcPts val="197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791766" algn="l"/>
                  <a:tab pos="969169" algn="l"/>
                </a:tabLst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always	lov</a:t>
              </a:r>
              <a:r>
                <a:rPr kumimoji="0" sz="1344" b="0" i="0" u="none" strike="noStrike" kern="0" cap="none" spc="10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e</a:t>
              </a:r>
              <a:r>
                <a:rPr kumimoji="0" sz="2016" b="0" i="0" u="none" strike="noStrike" kern="0" cap="none" spc="-9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2016" b="0" i="0" u="none" strike="noStrike" kern="0" cap="none" spc="-4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</a:t>
              </a:r>
              <a:r>
                <a:rPr kumimoji="0" sz="2016" b="0" i="0" u="none" strike="noStrike" kern="0" cap="none" spc="-229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whimsical		it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4745039" y="4071341"/>
              <a:ext cx="432594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again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5187235" y="4837366"/>
              <a:ext cx="4421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about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062949" y="3555277"/>
            <a:ext cx="897731" cy="390128"/>
            <a:chOff x="4686052" y="4389221"/>
            <a:chExt cx="1436370" cy="624205"/>
          </a:xfrm>
        </p:grpSpPr>
        <p:sp>
          <p:nvSpPr>
            <p:cNvPr id="52" name="object 52"/>
            <p:cNvSpPr/>
            <p:nvPr/>
          </p:nvSpPr>
          <p:spPr>
            <a:xfrm>
              <a:off x="4686052" y="4394895"/>
              <a:ext cx="1430655" cy="613410"/>
            </a:xfrm>
            <a:custGeom>
              <a:avLst/>
              <a:gdLst/>
              <a:ahLst/>
              <a:cxnLst/>
              <a:rect l="l" t="t" r="r" b="b"/>
              <a:pathLst>
                <a:path w="1430654" h="613410">
                  <a:moveTo>
                    <a:pt x="919408" y="0"/>
                  </a:moveTo>
                  <a:lnTo>
                    <a:pt x="919408" y="122563"/>
                  </a:lnTo>
                  <a:lnTo>
                    <a:pt x="0" y="122563"/>
                  </a:lnTo>
                  <a:lnTo>
                    <a:pt x="0" y="490255"/>
                  </a:lnTo>
                  <a:lnTo>
                    <a:pt x="919408" y="490255"/>
                  </a:lnTo>
                  <a:lnTo>
                    <a:pt x="919408" y="612819"/>
                  </a:lnTo>
                  <a:lnTo>
                    <a:pt x="1430191" y="306410"/>
                  </a:lnTo>
                  <a:lnTo>
                    <a:pt x="919408" y="0"/>
                  </a:lnTo>
                  <a:close/>
                </a:path>
              </a:pathLst>
            </a:custGeom>
            <a:solidFill>
              <a:srgbClr val="048D9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8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691728" y="4394896"/>
              <a:ext cx="1424940" cy="613410"/>
            </a:xfrm>
            <a:custGeom>
              <a:avLst/>
              <a:gdLst/>
              <a:ahLst/>
              <a:cxnLst/>
              <a:rect l="l" t="t" r="r" b="b"/>
              <a:pathLst>
                <a:path w="1424939" h="613410">
                  <a:moveTo>
                    <a:pt x="0" y="493660"/>
                  </a:moveTo>
                  <a:lnTo>
                    <a:pt x="0" y="130507"/>
                  </a:lnTo>
                  <a:lnTo>
                    <a:pt x="919408" y="130507"/>
                  </a:lnTo>
                  <a:lnTo>
                    <a:pt x="919408" y="0"/>
                  </a:lnTo>
                  <a:lnTo>
                    <a:pt x="1424515" y="306409"/>
                  </a:lnTo>
                  <a:lnTo>
                    <a:pt x="919408" y="612819"/>
                  </a:lnTo>
                  <a:lnTo>
                    <a:pt x="919408" y="493660"/>
                  </a:lnTo>
                  <a:lnTo>
                    <a:pt x="0" y="493660"/>
                  </a:lnTo>
                  <a:close/>
                </a:path>
              </a:pathLst>
            </a:custGeom>
            <a:ln w="11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8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6186C01-DEF0-16DB-3B01-AD2C73F82E36}"/>
                  </a:ext>
                </a:extLst>
              </p14:cNvPr>
              <p14:cNvContentPartPr/>
              <p14:nvPr/>
            </p14:nvContentPartPr>
            <p14:xfrm>
              <a:off x="741960" y="805680"/>
              <a:ext cx="4501440" cy="55040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6186C01-DEF0-16DB-3B01-AD2C73F82E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600" y="796320"/>
                <a:ext cx="4520160" cy="552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31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160" y="190605"/>
            <a:ext cx="7988610" cy="85010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lang="en-US" sz="2400" b="1" dirty="0">
                <a:latin typeface="+mj-lt"/>
                <a:cs typeface="Arial"/>
              </a:rPr>
              <a:t>Example : </a:t>
            </a:r>
            <a:r>
              <a:rPr lang="en-IN" sz="2400" b="1" dirty="0">
                <a:latin typeface="+mj-lt"/>
              </a:rPr>
              <a:t>Multinomial model :</a:t>
            </a:r>
            <a:endParaRPr lang="en-IN" sz="2400" b="1" dirty="0">
              <a:latin typeface="+mj-lt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lang="en-IN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71" y="784083"/>
            <a:ext cx="3258329" cy="2213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886822"/>
            <a:ext cx="4442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Which Tag sentence “ A very close game” belong to?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3922689"/>
          <a:ext cx="8773863" cy="2653737"/>
        </p:xfrm>
        <a:graphic>
          <a:graphicData uri="http://schemas.openxmlformats.org/drawingml/2006/table">
            <a:tbl>
              <a:tblPr firstRow="1" bandRow="1"/>
              <a:tblGrid>
                <a:gridCol w="53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39">
                  <a:extLst>
                    <a:ext uri="{9D8B030D-6E8A-4147-A177-3AD203B41FA5}">
                      <a16:colId xmlns:a16="http://schemas.microsoft.com/office/drawing/2014/main" val="314325757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11455421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88606432"/>
                    </a:ext>
                  </a:extLst>
                </a:gridCol>
                <a:gridCol w="567098">
                  <a:extLst>
                    <a:ext uri="{9D8B030D-6E8A-4147-A177-3AD203B41FA5}">
                      <a16:colId xmlns:a16="http://schemas.microsoft.com/office/drawing/2014/main" val="3950003601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4921223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9486068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19668191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11786812"/>
                    </a:ext>
                  </a:extLst>
                </a:gridCol>
                <a:gridCol w="378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83632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736676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05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Great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Game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Very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Clean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But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Forgettable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i="1" dirty="0">
                          <a:solidFill>
                            <a:schemeClr val="bg1"/>
                          </a:solidFill>
                        </a:rPr>
                        <a:t>Sports or Not Sports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6118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????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1306040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P(Sports=Yes) = 3/5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P(Sports=No) = 2/5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Sports=Yes) = 2/11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Sports=No) = 1/9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160" y="2475591"/>
            <a:ext cx="8763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 | X) = P(X | Sports=Yes). P(Sports=Yes) / P(X)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P(X | Sports=Yes).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P(A| Sports=Yes). P(Very | Sports=Yes). P(Close | Sports=Yes). P(Game | Sports=Yes).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(2/11) . (1/11) 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(0/11)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. (2/11) 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63F470-F757-3600-5596-034BDFDD6FB8}"/>
                  </a:ext>
                </a:extLst>
              </p14:cNvPr>
              <p14:cNvContentPartPr/>
              <p14:nvPr/>
            </p14:nvContentPartPr>
            <p14:xfrm>
              <a:off x="-50760" y="750600"/>
              <a:ext cx="9109080" cy="5482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63F470-F757-3600-5596-034BDFDD6F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120" y="741240"/>
                <a:ext cx="9127800" cy="55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9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00200"/>
            <a:ext cx="6878622" cy="24509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5536" y="4084448"/>
            <a:ext cx="7224464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 our example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we add 1 to every probability, therefore the probability, such as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P(close | sports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), will never be 0.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+mj-lt"/>
              </a:rPr>
              <a:t>Laplace Smoothing</a:t>
            </a:r>
            <a:endParaRPr lang="en-IN" sz="2400" b="1" dirty="0">
              <a:latin typeface="+mj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85D430-19B8-F461-7AD4-4427BB4E3CB3}"/>
                  </a:ext>
                </a:extLst>
              </p14:cNvPr>
              <p14:cNvContentPartPr/>
              <p14:nvPr/>
            </p14:nvContentPartPr>
            <p14:xfrm>
              <a:off x="3378240" y="3167640"/>
              <a:ext cx="5483160" cy="316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85D430-19B8-F461-7AD4-4427BB4E3C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8880" y="3158280"/>
                <a:ext cx="5501880" cy="318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2606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160" y="190605"/>
            <a:ext cx="7988610" cy="85010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lang="en-US" sz="2400" b="1" dirty="0">
                <a:latin typeface="+mj-lt"/>
                <a:cs typeface="Arial"/>
              </a:rPr>
              <a:t>Example : </a:t>
            </a:r>
            <a:r>
              <a:rPr lang="en-IN" sz="2400" b="1" dirty="0">
                <a:latin typeface="+mj-lt"/>
              </a:rPr>
              <a:t>Multinomial model :</a:t>
            </a:r>
            <a:endParaRPr lang="en-IN" sz="2400" b="1" dirty="0">
              <a:latin typeface="+mj-lt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lang="en-IN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71" y="784083"/>
            <a:ext cx="3258329" cy="2213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886822"/>
            <a:ext cx="4442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Which Tag sentence “ A very close game” belong to?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3922689"/>
          <a:ext cx="8773863" cy="2653737"/>
        </p:xfrm>
        <a:graphic>
          <a:graphicData uri="http://schemas.openxmlformats.org/drawingml/2006/table">
            <a:tbl>
              <a:tblPr firstRow="1" bandRow="1"/>
              <a:tblGrid>
                <a:gridCol w="53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39">
                  <a:extLst>
                    <a:ext uri="{9D8B030D-6E8A-4147-A177-3AD203B41FA5}">
                      <a16:colId xmlns:a16="http://schemas.microsoft.com/office/drawing/2014/main" val="314325757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11455421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88606432"/>
                    </a:ext>
                  </a:extLst>
                </a:gridCol>
                <a:gridCol w="567098">
                  <a:extLst>
                    <a:ext uri="{9D8B030D-6E8A-4147-A177-3AD203B41FA5}">
                      <a16:colId xmlns:a16="http://schemas.microsoft.com/office/drawing/2014/main" val="3950003601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4921223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9486068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19668191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11786812"/>
                    </a:ext>
                  </a:extLst>
                </a:gridCol>
                <a:gridCol w="378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83632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736676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05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Great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Game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Very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Clean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But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Forgettable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i="1" dirty="0">
                          <a:solidFill>
                            <a:schemeClr val="bg1"/>
                          </a:solidFill>
                        </a:rPr>
                        <a:t>Sports or Not Sports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6118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/>
                        <a:t>????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1306040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P(Sports=Yes) = 3/5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P(Sports=No) = 2/5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Sports=Yes) = 2/11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Sports=No) = 1/9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160" y="2475591"/>
            <a:ext cx="8763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 | X) = P(X | Sports=Yes). P(Sports=Yes) / P(X)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P(X | Sports=Yes).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P(A| Sports=Yes). P(Very | Sports=Yes). P(Close | Sports=Yes). P(Game | Sports=Yes).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(2/11) . (1/11) 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(0/11)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. (2/11) . 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(2+1/11+14) . (1+1/11+14) 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(0+1/11+14)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. (2+1/11+14) . (3/5)			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(3+14/5+28)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0.00002765							=0.00002396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D3DCA4-A9EE-D55D-7F84-AA47348C192F}"/>
                  </a:ext>
                </a:extLst>
              </p14:cNvPr>
              <p14:cNvContentPartPr/>
              <p14:nvPr/>
            </p14:nvContentPartPr>
            <p14:xfrm>
              <a:off x="3193920" y="1929240"/>
              <a:ext cx="4240080" cy="192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D3DCA4-A9EE-D55D-7F84-AA47348C19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4560" y="1919880"/>
                <a:ext cx="4258800" cy="194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29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4B95E9-0C1C-51CC-70E1-F9338ECD5C5E}"/>
                  </a:ext>
                </a:extLst>
              </p14:cNvPr>
              <p14:cNvContentPartPr/>
              <p14:nvPr/>
            </p14:nvContentPartPr>
            <p14:xfrm>
              <a:off x="1868760" y="4577760"/>
              <a:ext cx="416160" cy="1569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4B95E9-0C1C-51CC-70E1-F9338ECD5C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9400" y="4568400"/>
                <a:ext cx="434880" cy="158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428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48895EFF-1DBE-4654-84B8-EE5B6E2FA3CA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10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charset="0"/>
              <a:ea typeface="+mn-ea"/>
              <a:cs typeface="Arial"/>
              <a:sym typeface="Arial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de-D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8" name="Picture 7" descr="1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22" y="1551949"/>
            <a:ext cx="7705878" cy="17313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771" y="4883942"/>
            <a:ext cx="7686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yes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(W=Chinese) = 5,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(W=Chinese) = 1,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|v| = 6 = {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Chinese, Beijing, Shanghai, Macao, Tokyo Japan}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 of features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words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 in Yes class =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 of features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words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 in No class = 3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37972" y="3975338"/>
            <a:ext cx="2422409" cy="789919"/>
            <a:chOff x="130828" y="4318480"/>
            <a:chExt cx="2593804" cy="86483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828" y="4318480"/>
              <a:ext cx="1272264" cy="59953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3091" y="4446355"/>
              <a:ext cx="1321541" cy="736959"/>
            </a:xfrm>
            <a:prstGeom prst="rect">
              <a:avLst/>
            </a:prstGeom>
          </p:spPr>
        </p:pic>
      </p:grpSp>
      <p:sp>
        <p:nvSpPr>
          <p:cNvPr id="13" name="Title 3"/>
          <p:cNvSpPr txBox="1">
            <a:spLocks/>
          </p:cNvSpPr>
          <p:nvPr/>
        </p:nvSpPr>
        <p:spPr>
          <a:xfrm>
            <a:off x="237972" y="282560"/>
            <a:ext cx="798861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Example 2: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M</a:t>
            </a:r>
            <a:r>
              <a:rPr kumimoji="0" lang="en-I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ultinomial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 model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Source Credit : https://nlp.stanford.edu/IR-book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B1D287-6934-BE80-912F-3D43F87E5A84}"/>
                  </a:ext>
                </a:extLst>
              </p14:cNvPr>
              <p14:cNvContentPartPr/>
              <p14:nvPr/>
            </p14:nvContentPartPr>
            <p14:xfrm>
              <a:off x="2130840" y="947160"/>
              <a:ext cx="5671800" cy="5302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B1D287-6934-BE80-912F-3D43F87E5A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1480" y="937800"/>
                <a:ext cx="5690520" cy="53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961457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48895EFF-1DBE-4654-84B8-EE5B6E2FA3CA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11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charset="0"/>
              <a:ea typeface="+mn-ea"/>
              <a:cs typeface="Arial"/>
              <a:sym typeface="Arial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0" y="12700"/>
            <a:ext cx="9358346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  Example 2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de-D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14" name="Picture 13" descr="1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6" y="1509898"/>
            <a:ext cx="7349736" cy="16513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084023"/>
            <a:ext cx="3259325" cy="358168"/>
          </a:xfrm>
          <a:prstGeom prst="rect">
            <a:avLst/>
          </a:prstGeom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962" y="4522282"/>
            <a:ext cx="5888831" cy="1342568"/>
          </a:xfrm>
          <a:prstGeom prst="rect">
            <a:avLst/>
          </a:prstGeom>
          <a:ln>
            <a:noFill/>
          </a:ln>
        </p:spPr>
      </p:pic>
      <p:grpSp>
        <p:nvGrpSpPr>
          <p:cNvPr id="19" name="Group 18"/>
          <p:cNvGrpSpPr/>
          <p:nvPr/>
        </p:nvGrpSpPr>
        <p:grpSpPr>
          <a:xfrm>
            <a:off x="6519862" y="3794430"/>
            <a:ext cx="2589063" cy="937354"/>
            <a:chOff x="130828" y="4318480"/>
            <a:chExt cx="2593804" cy="86483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0828" y="4318480"/>
              <a:ext cx="1272264" cy="599532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03091" y="4446355"/>
              <a:ext cx="1321541" cy="736959"/>
            </a:xfrm>
            <a:prstGeom prst="rect">
              <a:avLst/>
            </a:prstGeom>
          </p:spPr>
        </p:pic>
      </p:grpSp>
      <p:sp>
        <p:nvSpPr>
          <p:cNvPr id="11" name="Rectangle 10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Source Credit : https://nlp.stanford.edu/IR-book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4F4D59-461B-3CE0-F0D5-60179331B243}"/>
                  </a:ext>
                </a:extLst>
              </p14:cNvPr>
              <p14:cNvContentPartPr/>
              <p14:nvPr/>
            </p14:nvContentPartPr>
            <p14:xfrm>
              <a:off x="432720" y="3133440"/>
              <a:ext cx="7652880" cy="225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4F4D59-461B-3CE0-F0D5-60179331B2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3360" y="3124080"/>
                <a:ext cx="7671600" cy="22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884675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048802"/>
            <a:ext cx="4900898" cy="720400"/>
          </a:xfrm>
          <a:prstGeom prst="rect">
            <a:avLst/>
          </a:prstGeom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3" y="3124199"/>
            <a:ext cx="3032333" cy="924603"/>
          </a:xfrm>
          <a:prstGeom prst="rect">
            <a:avLst/>
          </a:prstGeom>
        </p:spPr>
      </p:pic>
      <p:pic>
        <p:nvPicPr>
          <p:cNvPr id="5" name="Picture 4" descr="1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3" y="1498832"/>
            <a:ext cx="7352064" cy="1651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2064" y="3352800"/>
            <a:ext cx="32111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u-each word in test document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0" y="12700"/>
            <a:ext cx="9358346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  Example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Source Credit : https://nlp.stanford.edu/IR-book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96319B-8484-FE7D-9202-2F1C28FA7D35}"/>
                  </a:ext>
                </a:extLst>
              </p14:cNvPr>
              <p14:cNvContentPartPr/>
              <p14:nvPr/>
            </p14:nvContentPartPr>
            <p14:xfrm>
              <a:off x="1213200" y="2850480"/>
              <a:ext cx="6045120" cy="159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96319B-8484-FE7D-9202-2F1C28FA7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3840" y="2841120"/>
                <a:ext cx="6063840" cy="16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181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6" y="244699"/>
            <a:ext cx="7872701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Naïve Bayes classifier: Summary Model</a:t>
            </a:r>
            <a:br>
              <a:rPr lang="en-US" sz="2400" b="1" dirty="0">
                <a:latin typeface="+mj-lt"/>
              </a:rPr>
            </a:br>
            <a:endParaRPr lang="en-IN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5910" y="1484290"/>
                <a:ext cx="9118242" cy="452596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1800" b="1" u="sng" dirty="0">
                    <a:solidFill>
                      <a:schemeClr val="tx1"/>
                    </a:solidFill>
                    <a:latin typeface="+mn-lt"/>
                  </a:rPr>
                  <a:t>Model: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 joint probability distribution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⋯,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lvl="1"/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sz="1800" b="1" u="sng" dirty="0">
                    <a:solidFill>
                      <a:schemeClr val="tx1"/>
                    </a:solidFill>
                    <a:latin typeface="+mn-lt"/>
                  </a:rPr>
                  <a:t>Learning/Training:</a:t>
                </a:r>
              </a:p>
              <a:p>
                <a:pPr marL="11430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output variable Y</a:t>
                </a:r>
              </a:p>
              <a:p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P(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) ~ </a:t>
                </a:r>
                <a:r>
                  <a:rPr lang="en-US" sz="1800" dirty="0" err="1">
                    <a:solidFill>
                      <a:schemeClr val="tx1"/>
                    </a:solidFill>
                    <a:latin typeface="+mn-lt"/>
                  </a:rPr>
                  <a:t>Ber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(p)   </a:t>
                </a:r>
              </a:p>
              <a:p>
                <a:endParaRPr lang="en-US" altLang="ko-KR" sz="1800" baseline="-250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For each attribute X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P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(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X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|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Y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)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Ber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→  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Multivariate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Bernoulli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b="0" dirty="0">
                    <a:solidFill>
                      <a:schemeClr val="tx1"/>
                    </a:solidFill>
                    <a:latin typeface="+mn-lt"/>
                  </a:rPr>
                  <a:t> (X</a:t>
                </a:r>
                <a:r>
                  <a:rPr lang="en-US" sz="1800" b="0" baseline="-250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– binary)</a:t>
                </a:r>
                <a:r>
                  <a:rPr lang="en-US" sz="1800" b="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P(X|Y)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Multinom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I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Multinomial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(X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– multinomial)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P(X|Y) ~ N(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, </a:t>
                </a:r>
                <a:r>
                  <a:rPr lang="en-US" sz="1800" baseline="30000" dirty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2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Gaussian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(X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– real valued)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pPr marL="114300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endParaRPr lang="en-IN" sz="1800" baseline="30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5910" y="1484290"/>
                <a:ext cx="9118242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Source Credit : https://nlp.stanford.edu/IR-book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69B0BC8-1A4D-D9E1-3995-71B8D67463B0}"/>
                  </a:ext>
                </a:extLst>
              </p14:cNvPr>
              <p14:cNvContentPartPr/>
              <p14:nvPr/>
            </p14:nvContentPartPr>
            <p14:xfrm>
              <a:off x="2430720" y="4406400"/>
              <a:ext cx="4724280" cy="124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69B0BC8-1A4D-D9E1-3995-71B8D67463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1360" y="4397040"/>
                <a:ext cx="4743000" cy="12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9443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195" y="167224"/>
            <a:ext cx="7595859" cy="110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2400" b="1" dirty="0">
                <a:latin typeface="+mj-lt"/>
                <a:sym typeface="Arial"/>
              </a:rPr>
              <a:t>Logistic Regression</a:t>
            </a:r>
            <a:r>
              <a:rPr lang="en-US" sz="2400" b="1" dirty="0">
                <a:latin typeface="+mj-lt"/>
                <a:sym typeface="Arial"/>
              </a:rPr>
              <a:t> vs Naïve Bayes</a:t>
            </a:r>
            <a:endParaRPr sz="2400" b="1" dirty="0">
              <a:latin typeface="+mj-lt"/>
              <a:sym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461" y="1954369"/>
            <a:ext cx="8839200" cy="1832101"/>
          </a:xfrm>
          <a:prstGeom prst="rect">
            <a:avLst/>
          </a:prstGeom>
        </p:spPr>
        <p:txBody>
          <a:bodyPr vert="horz" wrap="square" lIns="0" tIns="79562" rIns="0" bIns="0" rtlCol="0">
            <a:spAutoFit/>
          </a:bodyPr>
          <a:lstStyle/>
          <a:p>
            <a:pPr marL="11206" marR="0" lvl="0" indent="0" algn="l" defTabSz="914400" rtl="0" eaLnBrk="1" fontAlgn="auto" latinLnBrk="0" hangingPunct="1">
              <a:lnSpc>
                <a:spcPct val="150000"/>
              </a:lnSpc>
              <a:spcBef>
                <a:spcPts val="62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Idea:</a:t>
            </a:r>
          </a:p>
          <a:p>
            <a:pPr marL="313781" marR="4483" lvl="0" indent="-302575" algn="l" defTabSz="914400" rtl="0" eaLnBrk="1" fontAlgn="auto" latinLnBrk="0" hangingPunct="1">
              <a:lnSpc>
                <a:spcPct val="150000"/>
              </a:lnSpc>
              <a:spcBef>
                <a:spcPts val="662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Naïve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Bayes allows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computing P(Y|X)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 learning P(Y) 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P(X|Y)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313781" marR="0" lvl="0" indent="-3025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not learn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P(Y|X)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directly?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363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053"/>
            <a:ext cx="6324600" cy="1143000"/>
          </a:xfrm>
        </p:spPr>
        <p:txBody>
          <a:bodyPr/>
          <a:lstStyle/>
          <a:p>
            <a:pPr algn="l"/>
            <a:r>
              <a:rPr lang="en-US" sz="2400" b="1" dirty="0">
                <a:latin typeface="+mj-lt"/>
                <a:ea typeface="Cambria" panose="02040503050406030204" pitchFamily="18" charset="0"/>
              </a:rPr>
              <a:t>Logistic Regression and </a:t>
            </a:r>
            <a:br>
              <a:rPr lang="en-US" sz="2400" b="1" dirty="0">
                <a:latin typeface="+mj-lt"/>
                <a:ea typeface="Cambria" panose="02040503050406030204" pitchFamily="18" charset="0"/>
              </a:rPr>
            </a:br>
            <a:r>
              <a:rPr lang="en-US" sz="2400" b="1" dirty="0">
                <a:latin typeface="+mj-lt"/>
                <a:ea typeface="Cambria" panose="02040503050406030204" pitchFamily="18" charset="0"/>
              </a:rPr>
              <a:t>Gaussian Naïve Bayes Classifier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0DB935C-A2BB-404C-A6C5-67E9068028E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521" y="1752600"/>
            <a:ext cx="868680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Interestingly, the parametric form of P(Y|X) used by Logistic Regression is precisely the form implied by the assumptions of a Gaussian Naive Bayes classiﬁer.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Therefore, we can view Logistic Regression as a closely related alternative to GNB, though the two can produce different results in many cases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Derivation given in CS-5 slides in self learning section and also attached PDF of new chapter from Tom Mitchell book</a:t>
            </a:r>
          </a:p>
        </p:txBody>
      </p:sp>
    </p:spTree>
    <p:extLst>
      <p:ext uri="{BB962C8B-B14F-4D97-AF65-F5344CB8AC3E}">
        <p14:creationId xmlns:p14="http://schemas.microsoft.com/office/powerpoint/2010/main" val="4211974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400" b="1" dirty="0">
                <a:latin typeface="+mj-lt"/>
              </a:rPr>
              <a:t>Features of Bayesian learning</a:t>
            </a:r>
            <a:endParaRPr sz="2400" b="1" dirty="0">
              <a:latin typeface="+mj-lt"/>
            </a:endParaRPr>
          </a:p>
        </p:txBody>
      </p:sp>
      <p:sp>
        <p:nvSpPr>
          <p:cNvPr id="535" name="Google Shape;5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observed training example can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incrementally decrease or increase the estimated probability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that a hypothesis is correct. 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Flexible approach to learning than algorithms that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completely eliminate a hypothesis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it is found to be inconsistent with any single example. 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6" name="Google Shape;536;p5"/>
          <p:cNvSpPr txBox="1">
            <a:spLocks noGrp="1"/>
          </p:cNvSpPr>
          <p:nvPr>
            <p:ph type="sldNum" idx="12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324943-158A-2E23-F69C-409FBA868BA7}"/>
                  </a:ext>
                </a:extLst>
              </p14:cNvPr>
              <p14:cNvContentPartPr/>
              <p14:nvPr/>
            </p14:nvContentPartPr>
            <p14:xfrm>
              <a:off x="1084320" y="3317400"/>
              <a:ext cx="7100280" cy="52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324943-158A-2E23-F69C-409FBA868B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4960" y="3308040"/>
                <a:ext cx="7119000" cy="54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528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Require initial knowledge of many probabilities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Often estimated based on background knowledge, previously available data, and assumptions about the form of the underlying distributions.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Cambria" panose="02040503050406030204" pitchFamily="18" charset="0"/>
              </a:rPr>
              <a:t>Significant computational cost required to determine the Bayes optimal hypothesis in the general case (linear in the number of candidate hypotheses)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696200" cy="11430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lnSpc>
                <a:spcPct val="100000"/>
              </a:lnSpc>
              <a:buClr>
                <a:srgbClr val="000000"/>
              </a:buClr>
              <a:buSzPts val="3600"/>
            </a:pPr>
            <a:r>
              <a:rPr lang="en-US" sz="2400" dirty="0">
                <a:latin typeface="+mj-lt"/>
                <a:ea typeface="Cambria" panose="02040503050406030204" pitchFamily="18" charset="0"/>
                <a:cs typeface="Arial"/>
              </a:rPr>
              <a:t>Practical Issues of Bayesian learning</a:t>
            </a:r>
          </a:p>
        </p:txBody>
      </p:sp>
    </p:spTree>
    <p:extLst>
      <p:ext uri="{BB962C8B-B14F-4D97-AF65-F5344CB8AC3E}">
        <p14:creationId xmlns:p14="http://schemas.microsoft.com/office/powerpoint/2010/main" val="1888989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2"/>
              </a:rPr>
              <a:t>https://www.inf.ed.ac.uk/teaching/courses/inf2b/learnnotes/inf2b-learn07-notes-nup.pdf</a:t>
            </a:r>
            <a:endParaRPr lang="en-I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3"/>
              </a:rPr>
              <a:t>https://cs229.stanford.edu/summer2019/cs229-notes2.pdf</a:t>
            </a:r>
            <a:endParaRPr lang="en-I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Tom Mitchell – Chapter 6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https://nlp.stanford.edu/IR-book/pdf/13bayes.pdf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2593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94196" y="2328930"/>
            <a:ext cx="7705859" cy="2014470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Logistic Regression &amp; Naïve Bayes</a:t>
            </a:r>
          </a:p>
          <a:p>
            <a:pPr algn="ctr"/>
            <a:endParaRPr lang="en-US" sz="3200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Self Read </a:t>
            </a:r>
          </a:p>
          <a:p>
            <a:pPr algn="ctr"/>
            <a:r>
              <a:rPr lang="en-US" sz="1800" dirty="0">
                <a:solidFill>
                  <a:srgbClr val="0000FF"/>
                </a:solidFill>
                <a:latin typeface="+mj-lt"/>
              </a:rPr>
              <a:t>(Proof : Mathematical Relation between Logistic Regression and Naïve Bayes)</a:t>
            </a:r>
            <a:endParaRPr lang="en-IN" sz="1800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0272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does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7242"/>
                <a:ext cx="7886700" cy="423966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Logistic regression hypothesis representation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 learning f: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vector of real-valued features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is Boolean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conditionally independent given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Gaussian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Bernoulli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50000"/>
                  </a:lnSpc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7242"/>
                <a:ext cx="7886700" cy="4239665"/>
              </a:xfrm>
              <a:blipFill rotWithShape="0">
                <a:blip r:embed="rId3"/>
                <a:stretch>
                  <a:fillRect l="-3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552570" y="5631419"/>
                <a:ext cx="2930546" cy="369332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What is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⋯,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570" y="5631419"/>
                <a:ext cx="293054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609" b="-12329"/>
                </a:stretch>
              </a:blipFill>
              <a:ln w="762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467307" y="5726907"/>
            <a:ext cx="1676693" cy="273844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Slide credit: Tom Mitchell</a:t>
            </a:r>
          </a:p>
        </p:txBody>
      </p:sp>
    </p:spTree>
    <p:extLst>
      <p:ext uri="{BB962C8B-B14F-4D97-AF65-F5344CB8AC3E}">
        <p14:creationId xmlns:p14="http://schemas.microsoft.com/office/powerpoint/2010/main" val="187962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7295" y="1283059"/>
                <a:ext cx="8228056" cy="4902543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 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))</m:t>
                        </m:r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=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𝑙𝑛</m:t>
                            </m:r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⋯,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295" y="1283059"/>
                <a:ext cx="8228056" cy="49025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69344" y="4051326"/>
                <a:ext cx="3474413" cy="914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f>
                            <m:f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sSub>
                        <m:sSubPr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kumimoji="0" lang="en-US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458" y="4258768"/>
                <a:ext cx="4535152" cy="1188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132283" y="3584671"/>
            <a:ext cx="1733036" cy="522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32283" y="4162274"/>
            <a:ext cx="3611473" cy="939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48368" y="4164878"/>
            <a:ext cx="1028700" cy="77660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683794" y="1410127"/>
            <a:ext cx="31458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Applying 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 flipH="1">
                <a:off x="4534043" y="1946579"/>
                <a:ext cx="429563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Divide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𝑌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=1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=1)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34043" y="1946579"/>
                <a:ext cx="429563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r="-56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flipH="1">
                <a:off x="6364574" y="2633593"/>
                <a:ext cx="24651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exp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⁡(</m:t>
                    </m:r>
                    <m:r>
                      <m:rPr>
                        <m:sty m:val="p"/>
                      </m:rP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ln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⁡(⋅))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4574" y="2633593"/>
                <a:ext cx="2465101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r="-123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flipH="1">
                <a:off x="6466444" y="3412296"/>
                <a:ext cx="23632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Plug in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66444" y="3412296"/>
                <a:ext cx="2363231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0000" r="-1034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87295" y="4145857"/>
                <a:ext cx="2964145" cy="814647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9" y="4384808"/>
                <a:ext cx="3862789" cy="10554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480161" y="5774829"/>
            <a:ext cx="371600" cy="3349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467307" y="5726907"/>
            <a:ext cx="1676693" cy="273844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Slide credit: Tom Mitchell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does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come from?</a:t>
            </a:r>
          </a:p>
        </p:txBody>
      </p:sp>
    </p:spTree>
    <p:extLst>
      <p:ext uri="{BB962C8B-B14F-4D97-AF65-F5344CB8AC3E}">
        <p14:creationId xmlns:p14="http://schemas.microsoft.com/office/powerpoint/2010/main" val="3577759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22" y="206443"/>
            <a:ext cx="8797616" cy="85010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j-lt"/>
              </a:rPr>
              <a:t>Where does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hypothesis function </a:t>
            </a:r>
            <a:r>
              <a:rPr lang="en-US" sz="2400" dirty="0">
                <a:latin typeface="+mj-lt"/>
              </a:rPr>
              <a:t>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0322" y="1260744"/>
                <a:ext cx="9144000" cy="559725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Logistic regression hypothesis representation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                         P(Y=1|X)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Model  </a:t>
                </a:r>
                <a:r>
                  <a:rPr lang="en-US" sz="2000" b="1" u="sng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likelihood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as Gaussian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assume variance is independent of class,     i.e. σ</a:t>
                </a:r>
                <a:r>
                  <a:rPr lang="en-US" sz="2000" spc="-4" baseline="-25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i0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= σ</a:t>
                </a:r>
                <a:r>
                  <a:rPr lang="en-US" sz="2000" spc="-4" baseline="-25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i1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= </a:t>
                </a:r>
                <a:r>
                  <a:rPr lang="en-US" sz="2000" spc="-4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σ</a:t>
                </a:r>
                <a:r>
                  <a:rPr lang="en-US" sz="2000" spc="-4" baseline="-250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</a:t>
                </a:r>
                <a:endParaRPr lang="en-US" sz="2000" spc="-4" baseline="-25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Model</a:t>
                </a:r>
                <a:r>
                  <a:rPr lang="en-US" sz="2000" u="sng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b="1" u="sng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prior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as Bernoulli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: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P(Y=1)</a:t>
                </a:r>
                <a:r>
                  <a:rPr lang="en-US" sz="2000" b="1" spc="-19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=</a:t>
                </a:r>
                <a:r>
                  <a:rPr lang="en-US" sz="2000" b="1" spc="8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π  and P(Y=0)</a:t>
                </a:r>
                <a:r>
                  <a:rPr lang="en-US" sz="2000" b="1" spc="-38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=</a:t>
                </a:r>
                <a:r>
                  <a:rPr lang="en-US" sz="2000" b="1" spc="-15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1-π</a:t>
                </a: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0322" y="1260744"/>
                <a:ext cx="9144000" cy="5597256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45124" y="5925202"/>
                <a:ext cx="5735907" cy="523220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rPr>
                  <a:t>What is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d>
                      <m:dPr>
                        <m:ctrlP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</m:ctrlPr>
                      </m:dPr>
                      <m:e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𝑌</m:t>
                        </m:r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|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, ⋯,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124" y="5925202"/>
                <a:ext cx="5735907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468" t="-5051" b="-20202"/>
                </a:stretch>
              </a:blipFill>
              <a:ln w="762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652617"/>
            <a:ext cx="2171721" cy="2053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Slide credit: Tom Mitchell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792853" y="3435039"/>
                <a:ext cx="4208701" cy="1055482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m:t>𝑃</m:t>
                      </m:r>
                      <m:d>
                        <m:d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𝑥</m:t>
                          </m:r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|</m:t>
                          </m:r>
                          <m:sSub>
                            <m:sSub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2</m:t>
                              </m:r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𝑒</m:t>
                          </m:r>
                        </m:e>
                        <m:sup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  <m:t>𝑥</m:t>
                                      </m:r>
                                      <m: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853" y="3435039"/>
                <a:ext cx="4208701" cy="10554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914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4" y="1533494"/>
            <a:ext cx="6209411" cy="81868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69" y="2336856"/>
            <a:ext cx="4735216" cy="1317790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69" y="3526272"/>
            <a:ext cx="5926890" cy="1261409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170824" y="138400"/>
            <a:ext cx="8870145" cy="11176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Logistic Regression –Bayesian Analysis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69" y="5008557"/>
            <a:ext cx="6778248" cy="13407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 flipH="1">
            <a:off x="6764995" y="1569393"/>
            <a:ext cx="2379005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Applying 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 flipH="1">
                <a:off x="5370971" y="2645096"/>
                <a:ext cx="3773029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d>
                      <m:dPr>
                        <m:ctrlP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</m:ctrlPr>
                      </m:dPr>
                      <m:e>
                        <m:r>
                          <a:rPr kumimoji="0" lang="en-US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𝑌</m:t>
                        </m:r>
                        <m:r>
                          <a:rPr kumimoji="0" lang="en-US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=1</m:t>
                        </m:r>
                      </m:e>
                    </m:d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(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𝑋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|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𝑌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=1)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70971" y="2645096"/>
                <a:ext cx="3773029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1616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 flipH="1">
                <a:off x="6443022" y="3956921"/>
                <a:ext cx="2700978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exp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⁡(</m:t>
                    </m:r>
                    <m:r>
                      <m:rPr>
                        <m:sty m:val="p"/>
                      </m:rP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ln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⁡(⋅))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43022" y="3956921"/>
                <a:ext cx="2700978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2483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300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19" y="2230285"/>
            <a:ext cx="3667006" cy="82065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15522" y="1591205"/>
            <a:ext cx="4414055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By independence assumption: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8" y="3693275"/>
            <a:ext cx="6873483" cy="1286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36793" y="1493177"/>
            <a:ext cx="3778418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P(Y=1)=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and P(Y=0)=1-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by modelling P(Y) as Bernoulli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77" y="5278571"/>
            <a:ext cx="6916025" cy="1080010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sz="quarter" idx="10"/>
          </p:nvPr>
        </p:nvSpPr>
        <p:spPr>
          <a:xfrm>
            <a:off x="304800" y="152400"/>
            <a:ext cx="81308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IN" sz="2400" b="0" dirty="0">
                <a:latin typeface="+mj-lt"/>
              </a:rPr>
              <a:t>Logistic Regression –Bayesian Analysis</a:t>
            </a:r>
          </a:p>
        </p:txBody>
      </p:sp>
    </p:spTree>
    <p:extLst>
      <p:ext uri="{BB962C8B-B14F-4D97-AF65-F5344CB8AC3E}">
        <p14:creationId xmlns:p14="http://schemas.microsoft.com/office/powerpoint/2010/main" val="4090948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8130862" cy="1143000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buFont typeface="Calibri"/>
            </a:pPr>
            <a:r>
              <a:rPr lang="en-IN" sz="2400" b="0" dirty="0">
                <a:latin typeface="+mj-lt"/>
                <a:ea typeface="Cambria" panose="02040503050406030204" pitchFamily="18" charset="0"/>
                <a:cs typeface="Calibri"/>
              </a:rPr>
              <a:t>Logistic Regression –Bayesian Analysis</a:t>
            </a:r>
          </a:p>
          <a:p>
            <a:pPr>
              <a:buFont typeface="Calibri"/>
            </a:pPr>
            <a:endParaRPr lang="en-US" sz="2400" b="0" dirty="0">
              <a:latin typeface="+mj-lt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5" y="2155823"/>
            <a:ext cx="4468969" cy="681708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5" y="3026698"/>
            <a:ext cx="4253946" cy="881915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486400"/>
            <a:ext cx="2019319" cy="744713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92" y="4293002"/>
            <a:ext cx="3053754" cy="945513"/>
          </a:xfrm>
          <a:prstGeom prst="rect">
            <a:avLst/>
          </a:prstGeom>
          <a:ln>
            <a:noFill/>
          </a:ln>
        </p:spPr>
      </p:pic>
      <p:cxnSp>
        <p:nvCxnSpPr>
          <p:cNvPr id="13" name="Straight Connector 12"/>
          <p:cNvCxnSpPr/>
          <p:nvPr/>
        </p:nvCxnSpPr>
        <p:spPr>
          <a:xfrm>
            <a:off x="4692704" y="1290505"/>
            <a:ext cx="20155" cy="5329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 flipH="1">
                <a:off x="158930" y="1509659"/>
                <a:ext cx="3015514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Plug in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𝑃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(</m:t>
                    </m:r>
                    <m:sSub>
                      <m:sSubPr>
                        <m:ctrlP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  <m:t>𝑋</m:t>
                        </m:r>
                      </m:e>
                      <m:sub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|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𝑌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8930" y="1509659"/>
                <a:ext cx="3015514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2020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654" y="1290505"/>
            <a:ext cx="4388346" cy="3094052"/>
          </a:xfrm>
        </p:spPr>
      </p:pic>
    </p:spTree>
    <p:extLst>
      <p:ext uri="{BB962C8B-B14F-4D97-AF65-F5344CB8AC3E}">
        <p14:creationId xmlns:p14="http://schemas.microsoft.com/office/powerpoint/2010/main" val="3330570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T1 book by Tom Mitchell – Chapter-6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https://web.stanford.edu/class/archive/cs/cs109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https://cs229.stanford.edu/lectures-spring2022/main_notes.pdf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https://www.cs.cmu.edu/~ninamf/courses/601sp15/lectures.shtml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https://nlp.stanford.edu/IR-book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- Chapter 13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Additional References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740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981200"/>
            <a:ext cx="6096000" cy="1143000"/>
          </a:xfrm>
        </p:spPr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676400" y="4800600"/>
            <a:ext cx="8001000" cy="1066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marR="0" lvl="0" indent="-800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Next Session Plan :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Module</a:t>
            </a:r>
            <a:r>
              <a:rPr kumimoji="0" lang="en-IN" sz="16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lang="en-IN" sz="1600" dirty="0">
                <a:solidFill>
                  <a:srgbClr val="7030A0"/>
                </a:solidFill>
                <a:latin typeface="Calibri"/>
              </a:rPr>
              <a:t>9 : Ensemble Learning</a:t>
            </a:r>
            <a:endParaRPr kumimoji="0" lang="en-IN" sz="1600" b="0" i="0" u="none" strike="noStrike" kern="1200" cap="none" spc="0" normalizeH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Google Shape;359;p10"/>
          <p:cNvSpPr txBox="1"/>
          <p:nvPr/>
        </p:nvSpPr>
        <p:spPr>
          <a:xfrm>
            <a:off x="457200" y="2819400"/>
            <a:ext cx="8292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Required Reading for completed session :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T1 - Chapter  # 8  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Tom M. Mitchell, Machine Learning)</a:t>
            </a: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T1 - Chapter  # 6   (</a:t>
            </a:r>
            <a:r>
              <a:rPr lang="en-US" dirty="0">
                <a:solidFill>
                  <a:prstClr val="black"/>
                </a:solidFill>
              </a:rPr>
              <a:t>Tom M. Mitchell, Machine Learning)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 – Chapter # 3  (</a:t>
            </a:r>
            <a:r>
              <a:rPr lang="en-US" dirty="0">
                <a:solidFill>
                  <a:prstClr val="black"/>
                </a:solidFill>
              </a:rPr>
              <a:t>Christopher M. </a:t>
            </a:r>
            <a:r>
              <a:rPr lang="en-US" dirty="0" err="1">
                <a:solidFill>
                  <a:prstClr val="black"/>
                </a:solidFill>
              </a:rPr>
              <a:t>Bhisop</a:t>
            </a:r>
            <a:r>
              <a:rPr lang="en-US" dirty="0">
                <a:solidFill>
                  <a:prstClr val="black"/>
                </a:solidFill>
              </a:rPr>
              <a:t>, Pattern Recognition &amp; Machine Learning) &amp; Refresh your MFDS  &amp; ISM parallel course basics 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8597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9747047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2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3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3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2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2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45fe0a9bbd19f6ad34d294261b2f2a2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e5dfeec73c4e396fa1243c79a8a53c2f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35D0D21-F72C-40CA-A740-E848DA33C9E1}"/>
</file>

<file path=customXml/itemProps2.xml><?xml version="1.0" encoding="utf-8"?>
<ds:datastoreItem xmlns:ds="http://schemas.openxmlformats.org/officeDocument/2006/customXml" ds:itemID="{5322CF94-D393-4721-A96A-336383EC1514}"/>
</file>

<file path=customXml/itemProps3.xml><?xml version="1.0" encoding="utf-8"?>
<ds:datastoreItem xmlns:ds="http://schemas.openxmlformats.org/officeDocument/2006/customXml" ds:itemID="{7DA40F4D-8879-4185-AF34-40DA96A7CFFB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0</TotalTime>
  <Words>1243</Words>
  <Application>Microsoft Office PowerPoint</Application>
  <PresentationFormat>On-screen Show (4:3)</PresentationFormat>
  <Paragraphs>371</Paragraphs>
  <Slides>27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27</vt:i4>
      </vt:variant>
    </vt:vector>
  </HeadingPairs>
  <TitlesOfParts>
    <vt:vector size="46" baseType="lpstr">
      <vt:lpstr>1_Office Theme</vt:lpstr>
      <vt:lpstr>Office Theme</vt:lpstr>
      <vt:lpstr>2_Office Theme</vt:lpstr>
      <vt:lpstr>5_Office Theme</vt:lpstr>
      <vt:lpstr>12_Office Theme</vt:lpstr>
      <vt:lpstr>6_Office Theme</vt:lpstr>
      <vt:lpstr>17_Office Theme</vt:lpstr>
      <vt:lpstr>18_Office Theme</vt:lpstr>
      <vt:lpstr>21_Office Theme</vt:lpstr>
      <vt:lpstr>23_Office Theme</vt:lpstr>
      <vt:lpstr>4_Office Theme</vt:lpstr>
      <vt:lpstr>24_Office Theme</vt:lpstr>
      <vt:lpstr>11_Office Theme</vt:lpstr>
      <vt:lpstr>19_Office Theme</vt:lpstr>
      <vt:lpstr>26_Office Theme</vt:lpstr>
      <vt:lpstr>31_Office Theme</vt:lpstr>
      <vt:lpstr>34_Office Theme</vt:lpstr>
      <vt:lpstr>29_Office Theme</vt:lpstr>
      <vt:lpstr>20_Office Theme</vt:lpstr>
      <vt:lpstr>PowerPoint Presentation</vt:lpstr>
      <vt:lpstr>Machine Learning</vt:lpstr>
      <vt:lpstr>PowerPoint Presentation</vt:lpstr>
      <vt:lpstr>Text Classification  using Naive Bayes Classifier</vt:lpstr>
      <vt:lpstr>The Bag of Words Representation</vt:lpstr>
      <vt:lpstr>Example : Multinomial model :</vt:lpstr>
      <vt:lpstr>Laplace Smoothing</vt:lpstr>
      <vt:lpstr>Example : Multinomial model :</vt:lpstr>
      <vt:lpstr>PowerPoint Presentation</vt:lpstr>
      <vt:lpstr>PowerPoint Presentation</vt:lpstr>
      <vt:lpstr>PowerPoint Presentation</vt:lpstr>
      <vt:lpstr>PowerPoint Presentation</vt:lpstr>
      <vt:lpstr>Naïve Bayes classifier: Summary Model </vt:lpstr>
      <vt:lpstr>Logistic Regression vs Naïve Bayes</vt:lpstr>
      <vt:lpstr>Logistic Regression and  Gaussian Naïve Bayes Classifier</vt:lpstr>
      <vt:lpstr>Features of Bayesian learning</vt:lpstr>
      <vt:lpstr>PowerPoint Presentation</vt:lpstr>
      <vt:lpstr>PowerPoint Presentation</vt:lpstr>
      <vt:lpstr>PowerPoint Presentation</vt:lpstr>
      <vt:lpstr>Where does the form come from?</vt:lpstr>
      <vt:lpstr>Where does the form come from?</vt:lpstr>
      <vt:lpstr>Where does the hypothesis function come from?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Neha Vinayak .</cp:lastModifiedBy>
  <cp:revision>2</cp:revision>
  <dcterms:created xsi:type="dcterms:W3CDTF">2021-11-12T07:04:08Z</dcterms:created>
  <dcterms:modified xsi:type="dcterms:W3CDTF">2026-01-24T05:46:14Z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