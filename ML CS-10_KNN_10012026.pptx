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ink/ink4.xml" ContentType="application/inkml+xml"/>
  <Override PartName="/ppt/ink/ink14.xml" ContentType="application/inkml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charts/colors1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ink/ink8.xml" ContentType="application/inkml+xml"/>
  <Override PartName="/ppt/ink/ink7.xml" ContentType="application/inkml+xml"/>
  <Override PartName="/ppt/ink/ink6.xml" ContentType="application/inkml+xml"/>
  <Override PartName="/ppt/ink/ink5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  <p:sldMasterId id="2147483753" r:id="rId3"/>
    <p:sldMasterId id="2147483768" r:id="rId4"/>
    <p:sldMasterId id="2147483820" r:id="rId5"/>
    <p:sldMasterId id="2147483834" r:id="rId6"/>
    <p:sldMasterId id="2147483854" r:id="rId7"/>
  </p:sldMasterIdLst>
  <p:notesMasterIdLst>
    <p:notesMasterId r:id="rId32"/>
  </p:notesMasterIdLst>
  <p:sldIdLst>
    <p:sldId id="256" r:id="rId8"/>
    <p:sldId id="257" r:id="rId9"/>
    <p:sldId id="258" r:id="rId10"/>
    <p:sldId id="298" r:id="rId11"/>
    <p:sldId id="299" r:id="rId12"/>
    <p:sldId id="300" r:id="rId13"/>
    <p:sldId id="301" r:id="rId14"/>
    <p:sldId id="302" r:id="rId15"/>
    <p:sldId id="303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304" r:id="rId26"/>
    <p:sldId id="293" r:id="rId27"/>
    <p:sldId id="294" r:id="rId28"/>
    <p:sldId id="295" r:id="rId29"/>
    <p:sldId id="296" r:id="rId30"/>
    <p:sldId id="297" r:id="rId31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Helvetica Neue" panose="020B0604020202020204" pitchFamily="34" charset="0"/>
      <p:regular r:id="rId41"/>
      <p:bold r:id="rId42"/>
      <p:italic r:id="rId43"/>
      <p:boldItalic r:id="rId44"/>
    </p:embeddedFont>
    <p:embeddedFont>
      <p:font typeface="Tahoma" panose="020B0604030504040204" pitchFamily="34" charset="0"/>
      <p:regular r:id="rId45"/>
      <p:bold r:id="rId46"/>
    </p:embeddedFont>
    <p:embeddedFont>
      <p:font typeface="Times" panose="02020603050405020304" pitchFamily="18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4" roundtripDataSignature="AMtx7miEU1RRW1dxIQNxqmfA9EHAwlt4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9B3E3A-FD22-4D73-9AAB-247F41A0A617}">
  <a:tblStyle styleId="{319B3E3A-FD22-4D73-9AAB-247F41A0A61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F39C7C-3BE4-43C1-B245-7D31BA7CE09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7.fntdata"/><Relationship Id="rId21" Type="http://schemas.openxmlformats.org/officeDocument/2006/relationships/slide" Target="slides/slide14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76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74" Type="http://customschemas.google.com/relationships/presentationmetadata" Target="metadata"/><Relationship Id="rId79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77" Type="http://schemas.openxmlformats.org/officeDocument/2006/relationships/theme" Target="theme/theme1.xml"/><Relationship Id="rId8" Type="http://schemas.openxmlformats.org/officeDocument/2006/relationships/slide" Target="slides/slide1.xml"/><Relationship Id="rId80" Type="http://schemas.openxmlformats.org/officeDocument/2006/relationships/customXml" Target="../customXml/item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3.xml"/><Relationship Id="rId41" Type="http://schemas.openxmlformats.org/officeDocument/2006/relationships/font" Target="fonts/font9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font" Target="fonts/font12.fntdata"/><Relationship Id="rId78" Type="http://schemas.openxmlformats.org/officeDocument/2006/relationships/tableStyles" Target="tableStyles.xml"/><Relationship Id="rId81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'Sheet1 (3)'!$D$10</c:f>
              <c:strCache>
                <c:ptCount val="1"/>
                <c:pt idx="0">
                  <c:v>Product Price
(scaled down) 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xVal>
            <c:numRef>
              <c:f>'Sheet1 (3)'!$C$11:$C$15</c:f>
              <c:numCache>
                <c:formatCode>General</c:formatCode>
                <c:ptCount val="5"/>
                <c:pt idx="0">
                  <c:v>10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10</c:v>
                </c:pt>
              </c:numCache>
            </c:numRef>
          </c:xVal>
          <c:yVal>
            <c:numRef>
              <c:f>'Sheet1 (3)'!$D$11:$D$15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9</c:v>
                </c:pt>
                <c:pt idx="4">
                  <c:v>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4D3-46EF-8A52-0F6D535F3DF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267577247"/>
        <c:axId val="267581823"/>
      </c:scatterChart>
      <c:valAx>
        <c:axId val="2675772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7581823"/>
        <c:crosses val="autoZero"/>
        <c:crossBetween val="midCat"/>
      </c:valAx>
      <c:valAx>
        <c:axId val="267581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Produt Prize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75772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20649 3667 1 0,'0'0'7'0,"0"-12"7"0,0 0-7 0,0-1 4 0,0 3 0 0,0 10-1 0,0 0-4 0,0-11-1 0,0-2-3 0,0 13 3 0,0 13-3 0,0-13-1 0,12 21 1 0,-12-8-1 0,0 24 3 0,0-3-3 0,11-9 1 0,-11-2-2 0,0 25 2 0,13 0-1 0,-1-13 0 0,-12 25 1 0,11-2-1 0,-11 15 1 0,13-14-1 0,-13 14 1 0,0 21-1 0,0 1 1 0,0 13-2 0,11-1 1 0,-11 0 0 0,13 12 0 0,-2 0 0 0,1 12-1 0,-12-12 0 0,11 12 1 0,-11 0-1 0,13 0 1 0,-13 1 0 0,0 10 1 0,0-11 1 0,0-23 0 0,0 10-1 0,0 1 0 0,12-12 1 0,-1-36-2 0,-11 0 1 0,13-10 2 0,-13-1-3 0,0-37 2 0,-13 1-3 0,13-12-19 0,0 11-78 0</inkml:trace>
  <inkml:trace contextRef="#ctx0" brushRef="#br0">20792 6799 19 0,'-13'-12'26'0,"13"0"-12"0,13-1 2 0,-13 13-3 0,12 0-1 0,-1 0-4 0,14 0-2 0,10 0-2 0,13-11 3 0,0-1-8 0,11 12 4 0,1 0-3 0,-1 0 1 0,13 0-1 0,12 0 0 0,-2 0-1 0,-10 0 2 0,10 12 0 0,-10-12-1 0,35 0-1 0,-11 11 2 0,10 2-2 0,14-1 1 0,23-12-1 0,12-12 0 0,-13-1-1 0,14 13 2 0,-26 13-2 0,14-13 1 0,-1-13-1 0,-1 2 2 0,1 11-2 0,-25 0 2 0,-21 11-1 0,-2 2 0 0,-13-13-1 0,15 12 3 0,-2-12-1 0,-1-12 0 0,-10 12-1 0,0-13 0 0,-14 13 1 0,-21 0 0 0,-1-11 0 0,-2-1 3 0,3 1 1 0,-26 11 1 0,1-13 1 0,-24 13 3 0,0 0 2 0,12 0-7 0,-24 0-4 0,1-12-130 0</inkml:trace>
  <inkml:trace contextRef="#ctx0" brushRef="#br0">21566 4346 12 0,'0'0'0'0,"0"-12"24"0,0-12-7 0,0 12-7 0,11-12 0 0,14 12-3 0,-14 0-1 0,2 12-2 0,22 24-1 0,-12-11-2 0,26-2 1 0,-2 1-1 0,-23-1 2 0,-12-11 0 0,0 0-1 0,-12 0-1 0,37-11 0 0,-37 11-3 0,0 0-95 0</inkml:trace>
  <inkml:trace contextRef="#ctx0" brushRef="#br0">21780 4132 8 0,'0'0'15'0,"0"11"6"0,-35 62 2 0,10 9-6 0,-11-9-5 0,25-15-6 0,11-22-4 0,0-25 0 0,0-11-14 0,0 13-38 0</inkml:trace>
  <inkml:trace contextRef="#ctx0" brushRef="#br0">22423 3835 23 0,'0'0'2'0,"0"-37"13"0,36 1 3 0,0 25 0 0,22 11-4 0,-9 23-5 0,10 1-5 0,-11 0-2 0,0 0-1 0,-12-24-12 0,-2 0-32 0,-9-11-5 0</inkml:trace>
  <inkml:trace contextRef="#ctx0" brushRef="#br0">22864 3620 27 0,'0'0'2'0,"-24"35"22"0,-23 72 1 0,11-11-7 0,13-25-13 0,10-23-4 0,13-24-48 0,0-24 2 0</inkml:trace>
  <inkml:trace contextRef="#ctx0" brushRef="#br0">21554 5453 52 0,'0'-12'5'0,"23"1"10"0,13 22 1 0,24 25-5 0,0 12-9 0,11-25-8 0,-35 1-39 0,-36-24-1 0</inkml:trace>
  <inkml:trace contextRef="#ctx0" brushRef="#br0">21828 5322 28 0,'-24'12'21'0,"0"59"3"0,-36 38-4 0,13-15-9 0,35-12-10 0,12-45-27 0,0-13-43 0</inkml:trace>
  <inkml:trace contextRef="#ctx0" brushRef="#br0">23769 4371 31 0,'-12'-25'18'0,"12"0"1"0,24 14-2 0,0 47 0 0,23 10-9 0,25 15-5 0,-1-13-2 0,1-2-20 0,-25-33-39 0,-47-13 24 0</inkml:trace>
  <inkml:trace contextRef="#ctx0" brushRef="#br0">24031 4310 45 0,'-24'0'18'0,"1"61"9"0,-1 33-8 0,-25 25-13 0,13-24-11 0,13-11-63 0,10-74 36 0</inkml:trace>
  <inkml:trace contextRef="#ctx0" brushRef="#br0">22446 6226 40 0,'0'-23'13'0,"25"-25"22"0,-1 37-4 0,0 34-10 0,35 36-11 0,13-9-7 0,-1-16-2 0,-24-10-1 0,1-11-29 0,-24-26-44 0,-24 13 40 0</inkml:trace>
  <inkml:trace contextRef="#ctx0" brushRef="#br0">22768 6037 30 0,'-23'0'15'0,"-1"59"9"0,-24 84-4 0,0-12-11 0,37-49-9 0,11-57-51 0,0-25 9 0</inkml:trace>
  <inkml:trace contextRef="#ctx0" brushRef="#br0">22233 4810 10 0,'0'0'0'0,"-23"-12"23"0,23 0-4 0,23-11-2 0,24-13-5 0,13 11-7 0,10 2-4 0,-21 12-6 0,-26-14-40 0,-10 2 9 0</inkml:trace>
  <inkml:trace contextRef="#ctx0" brushRef="#br0">22388 4501 17 0,'-48'0'26'0,"36"59"-1"0,0 1-9 0,24-1-13 0,12-23-18 0,12-12-50 0</inkml:trace>
  <inkml:trace contextRef="#ctx0" brushRef="#br0">22934 4668 18 0,'-22'0'30'0,"22"-25"-5"0,71-34-2 0,1 22-22 0,-1 3 0 0,-12 10-11 0,-11 11-31 0,-48 2-1 0</inkml:trace>
  <inkml:trace contextRef="#ctx0" brushRef="#br0">23138 4321 25 0,'-36'13'26'0,"13"58"-2"0,10 25-15 0,2 0-7 0,35-14-23 0,-1-22-33 0</inkml:trace>
  <inkml:trace contextRef="#ctx0" brushRef="#br0">22482 5464 18 0,'-23'0'19'0,"10"-11"6"0,13-1-8 0,49-12-5 0,22 0-7 0,-12-10-4 0,-11 9-6 0,-12 13-35 0,-24-1-6 0</inkml:trace>
  <inkml:trace contextRef="#ctx0" brushRef="#br0">22376 4679 6 0,'0'-36'23'0,"0"1"8"0,-36 24-9 0,0 57-13 0,1 13-3 0,35 12-3 0,23-34-3 0,25-24 1 0,-12-26 1 0,-12-45 0 0,-24-15-1 0,-12 14 1 0,-36 23 0 0,12 36 2 0,12 59-1 0,13 0-2 0,11-9 0 0,35-29-1 0,25-55 2 0,-1-37-1 0,-47-13 0 0,-37 47 2 0,-33 37 2 0,-14 61-2 0,36-1-1 0,36-37-2 0,48-12-18 0,0-11-71 0</inkml:trace>
  <inkml:trace contextRef="#ctx0" brushRef="#br0">23149 4392 20 0,'0'0'12'0,"-47"-21"15"0,24 21-10 0,-1 11-7 0,0 36-3 0,12 0-3 0,24-10-3 0,-1-14 1 0,13-12 0 0,0-45 0 0,-12-14 0 0,-12 12 2 0,-23 12 5 0,-1 24-4 0,-12 12-3 0,12 36-1 0,12 0-1 0,24-14 0 0,35-9-1 0,13-37 1 0,-13-47 0 0,-11-25 2 0,-36 25-2 0,-23 47 1 0,-37 37 0 0,0 57 0 0,37-11-1 0,70-59 0 0,13-59 0 0,-12-37 1 0,-37 25 0 0,-58 47 0 0,-12 70-18 0,59-8-92 0</inkml:trace>
  <inkml:trace contextRef="#ctx0" brushRef="#br0">22566 5525 27 0,'0'0'0'0,"12"-24"13"0,24-24 4 0,0 0 7 0,-25 13 4 0,-11 11-1 0,-36 12-10 0,-11 12-7 0,11 0-1 0,13 12-7 0,11 12-1 0,0 11-1 0,12 1 0 0,12-13 0 0,23-10 0 0,12-26 0 0,2-21 0 0,-26-26 1 0,-11 12 1 0,-24 24 1 0,-24 24 2 0,-11 36-1 0,0 12-5 0,47-13 3 0,35-22-3 0,24-50 2 0,-23-10-2 0,-36 23 3 0,-47 61-9 0,-1 21-68 0,60-45-20 0</inkml:trace>
  <inkml:trace contextRef="#ctx0" brushRef="#br0">23590 5263 33 0,'-24'-12'24'0,"13"-12"8"0,-14 12-2 0,14 1-11 0,-14 22-8 0,-11 25-1 0,14-1-5 0,22-12-2 0,0 14-3 0,11-13 1 0,13-1-1 0,-12-23 2 0,12-47 2 0,-12 10 2 0,-24 14 4 0,-12 35-5 0,-12 24-3 0,25-11-1 0,22-14-11 0,13-11-101 0,-24 0 61 0</inkml:trace>
  <inkml:trace contextRef="#ctx0" brushRef="#br0">23650 3643 27 0,'-24'-13'20'0,"12"3"-1"0,0-1 3 0,12-2-1 0,0 13-7 0,-12 24 0 0,0-1-5 0,12 1-6 0,12-11-2 0,12-13 0 0,-12 0 0 0,-12-13 3 0,0-11 3 0,0 11 0 0,0 3 0 0,-12 10-5 0,-12 23-1 0,24 14 0 0,12-26-1 0,12-11 0 0,-11-24 1 0,-13 0 3 0,0 1 0 0,-37 23 0 0,13 0-3 0,24 10-12 0,12 27-102 0,0-24 67 0</inkml:trace>
  <inkml:trace contextRef="#ctx0" brushRef="#br0">23590 3643 16 0,'0'-23'18'0,"-12"-1"15"0,0 12 2 0,1 12-13 0,-1 25-11 0,12 9-5 0,23-10-3 0,13 0-2 0,24-12 0 0,-24-35 1 0,-25-14 1 0,-11-22 4 0,-36 47 6 0,2 12-6 0,21 24-5 0,13 10-30 0,24 16-96 0</inkml:trace>
  <inkml:trace contextRef="#ctx0" brushRef="#br0">23102 5966 4 0,'0'-13'14'0,"0"1"3"0,-12 0 4 0,12-1-10 0,0 13-2 0,-11 0 1 0,11 13-5 0,-13 11-1 0,13 12-2 0,0-12-1 0,13-12-1 0,21-12 1 0,-9-12 0 0,-1-12 0 0,-12 1 2 0,-12-14 3 0,-12 14 1 0,-12 12-3 0,-1 11-1 0,2 46-2 0,-1 2-1 0,37-37 1 0,34-22-1 0,1-49 0 0,-48 37 0 0,-48 58-67 0,35-10 21 0</inkml:trace>
  <inkml:trace contextRef="#ctx0" brushRef="#br0">22983 5179 3 0,'0'0'2'0,"0"0"24"0,0 12-9 0,0 1-2 0,-13-13-4 0,13 0-3 0,0 0 11 0,0-13-14 0,0-11-4 0,-11 11 1 0,11-8-1 0,0-4 0 0,-12 0 1 0,12 2-1 0,-13-1 1 0,13 12-1 0,-10-11 1 0,10 11 1 0,-12 1-1 0,12 11 0 0,0 0 0 0,0-13-1 0,0 13-1 0,0 0 0 0,12 0 2 0,-2 13-2 0,3-2-1 0,10 36 1 0,13-11 0 0,-11 0 1 0,-1-11-2 0,0-4 2 0,-13 4-2 0,1-25 3 0,-12 12-1 0,0-24 0 0,0-13-1 0,-23 25 1 0,-1-10-1 0,-12 10 2 0,12 0-2 0,-1 0 0 0,-11 0 0 0,14 10 2 0,-2-10-2 0,0 13 1 0,12-13-1 0,12 0-1 0,0-13 1 0,0 3 1 0,24-14-2 0,12-13-1 0,11 3 1 0,-11 9 0 0,-25 2 1 0,14 0 0 0,-25 10 1 0,11 1-1 0,-11 0 0 0,-11 24 0 0,-1 36-1 0,-1 11 1 0,2 1 1 0,-14-13-1 0,14 13 0 0,-1-12 0 0,12-14 0 0,-13-21 0 0,13-13 0 0,0-13 0 0,0-21 1 0,0-3-1 0,0 3-1 0,-10-16 1 0,10 4 0 0,-12 10-1 0,0 0 2 0,0-11-1 0,12 11 1 0,-12 24-1 0,0 12 0 0,12 0-1 0,0 12 1 0,0 0 0 0,12 24-2 0,12 12 1 0,10-14 1 0,-34-21-1 0,36 45 0 0,0-21 1 0,-11-13 0 0,-14-1 0 0,2-23 0 0,-13 0 1 0,-13-11 0 0,-10 11-1 0,-1-12 0 0,-37-12 1 0,39 12 1 0,-2 0-3 0,0 12 2 0,0 0-1 0,24 12 0 0,0-12 0 0,0-12 0 0,24-11-1 0,12-13 0 0,-2 0 0 0,2 13 0 0,-23 10 0 0,-1 1 1 0,-1-11 0 0,14 11 1 0,-25 1-1 0,0 11 1 0,0 0-2 0,-25 11 1 0,14 24 0 0,-1 1 1 0,-1 37-1 0,-10-27 1 0,10 13-2 0,3-22 2 0,-2-3 0 0,12-9 2 0,-12-13-3 0,12-12 2 0,0-24-16 0,12-12-104 0</inkml:trace>
  <inkml:trace contextRef="#ctx0" brushRef="#br0">23149 5024 0 0,'0'-12'8'0,"0"1"0"0,0-1-5 0,25 12-1 0,-2 0 1 0,1 35 0 0,-12-10 1 0,-12-2-1 0,-12-12-1 0,0 2-1 0,12-13-1 0,12-24 0 0,12-12 0 0,0 1 0 0,1-1 1 0,-14 12-1 0,-11 11 0 0,0 13 0 0,0 0 0 0,-24 37 2 0,12 10-1 0,12-10 0 0,12-26-1 0,12-11 1 0,11-24-2 0,-24 12-39 0</inkml:trace>
  <inkml:trace contextRef="#ctx0" brushRef="#br0">23494 4953 0 0,'0'0'4'0,"-11"-25"2"0,11 14-2 0,-12-1-2 0,12 1 0 0,-13 11 0 0,13 11 1 0,-22-11 1 0,-2 23 0 0,12 2-1 0,-1 0-2 0,2-2 0 0,11-12-1 0,0 1 1 0,0 0-1 0,11-12 1 0,2-12-1 0,11-11 1 0,-1 11-1 0,-12-12 1 0,-11 12-1 0,13 12 0 0,-13 0-1 0,12 12 1 0,-1 24-1 0,2-1 1 0,-13 1 1 0,0 0-1 0,12-24 0 0,-1 1 0 0,-11-13 1 0,0 0 0 0,0-37 0 0,13-10-2 0,-1-1 1 0,11 25 0 0,-11 10 1 0,-12 1-1 0,0 12 1 0,0 0 0 0,0 0 1 0,0 0-45 0</inkml:trace>
  <inkml:trace contextRef="#ctx0" brushRef="#br0">23412 4453 0 0,'0'-11'7'0,"-12"11"-1"0,12-25-3 0,0 13-2 0,0-11 0 0,0-1 0 0,0 12 2 0,-13-13 2 0,2 14-1 0,-14-12 0 0,14 10-2 0,-1-11-1 0,1 13 1 0,-12-1 0 0,-2 1-1 0,1-2 1 0,-12 1-1 0,12 0 0 0,1-1 0 0,-1 2-1 0,-12 11 1 0,0-12-1 0,1 12 2 0,-1-11-2 0,0-1 1 0,1 12 0 0,-1-12 0 0,-12 12 0 0,12 0-1 0,0 12 0 0,13-12 1 0,-13 0-1 0,-12 23 1 0,1-11-1 0,-1-1 1 0,13 14-1 0,-1 11 0 0,-13-1 0 0,3 13 0 0,-2-12 1 0,24 0-2 0,-12-13 2 0,13 14-1 0,-13 10 0 0,13 0 2 0,-2-11-3 0,1 0 1 0,0 11 0 0,13 0 0 0,-1-10 0 0,-1 10 0 0,2-10 0 0,11 22 0 0,0-13 0 0,-12 15-1 0,12-1 1 0,0-1-1 0,0-13 1 0,0 4-2 0,12-3 2 0,-1-12-1 0,2 13 1 0,10-12 0 0,1-1-1 0,0-10 1 0,12 9-1 0,0 3 1 0,-1-13 0 0,1-1 0 0,0 1-2 0,10 0 2 0,-10-1 0 0,0 2 0 0,-11-13 0 0,10-1 0 0,12 1 0 0,2-1-1 0,-26-11 1 0,1 13 0 0,12-1 0 0,0-12 0 0,-12 12 0 0,11-12 0 0,-11 0 0 0,0 0 0 0,12 0-1 0,-2 0 0 0,-9 0 1 0,-1-12 0 0,-1 0 0 0,13-1-2 0,1 13 2 0,-3-11 0 0,-9 11 0 0,-1 0 0 0,11-12 0 0,-11 12 0 0,12 0 0 0,-12 0 0 0,12-11 1 0,-2-13-1 0,2 11 0 0,1-10 0 0,-14-1 0 0,1 12 0 0,12-13 0 0,-24 4 0 0,35-16-1 0,-35 1 2 0,12 25-1 0,-12-26 0 0,0 3-1 0,12 9 1 0,-12-11 0 0,-1 13 1 0,-11-1-1 0,13-12 0 0,-1 0 0 0,-12 11 0 0,0 4 0 0,0-29 1 0,0 27-2 0,11-13 1 0,1 1 0 0,-12-1 1 0,0 11-1 0,0-9 0 0,11 10 0 0,-11-12 1 0,13 12-1 0,-1 0-1 0,12 1 1 0,-24-1 0 0,0 12 0 0,12 0-10 0,-12 12-27 0</inkml:trace>
  <inkml:trace contextRef="#ctx0" brushRef="#br0">22410 4239 21 0,'0'0'5'0,"0"-12"4"0,25-12-8 0,-1-13 1 0,12 3 0 0,0 10 2 0,11 0-3 0,-11 1-1 0,11-2 0 0,13 0 0 0,0 4 0 0,11 8 1 0,-11 13-1 0,-2 0 0 0,3-12-2 0,10 0 1 0,12-1 1 0,1 2-1 0,-2-1 1 0,3 12 0 0,-2-11 0 0,0 11 0 0,-23 0 0 0,10-13 0 0,-9 13-1 0,34 36 3 0,-47-12 4 0,-13-12-3 0,1 24-1 0,0-1 0 0,-12 1-2 0,11 0 0 0,-11-1 0 0,12 25 1 0,-12-24-1 0,12 12 0 0,-13-1 0 0,-12 1 1 0,14-1-1 0,-25 13-1 0,11 11 1 0,-11-11 1 0,0-12 1 0,0 11-1 0,0 0-1 0,-11 12 1 0,-1-23 1 0,-12 12-1 0,1-1 0 0,-13 0 1 0,12 2-1 0,0-14 0 0,-12-11 0 0,1 12 0 0,-1 11-1 0,0-11 1 0,-35 23 1 0,22-35-3 0,-9 10 3 0,10-9-1 0,0 10 0 0,-11-22 0 0,11 10 6 0,-11 1-2 0,-2-11-3 0,-21-14-26 0,57-11-11 0</inkml:trace>
  <inkml:trace contextRef="#ctx0" brushRef="#br0">23471 5727 0 0,'0'0'0'0,"0"0"11"0,-13-12-9 0,13 0-1 0,0-1 4 0,0 13 0 0,-34 0-1 0,-3 13 5 0,1-1-4 0,-10-12-3 0,-2-12-1 0,0 12 0 0,-23 12-6 0,35 0-30 0</inkml:trace>
  <inkml:trace contextRef="#ctx0" brushRef="#br0">3216 12144 33 0,'-12'-35'12'0,"-1"35"-5"0,38 83 28 0,-14 108-10 0,1 24-14 0,24-39-6 0,0-44-5 0,-24-48-28 0,-12-49-57 0</inkml:trace>
  <inkml:trace contextRef="#ctx0" brushRef="#br0">3216 12133 12 0,'-12'0'5'0,"12"-24"0"0,12 0 7 0,-12 1-1 0,0-14-2 0,0-10-4 0,35-13 1 0,14 24 4 0,-2 24 1 0,12 36 0 0,-11 60-4 0,-12 0-3 0,-13 10-3 0,-58 1 0 0,-25-11-1 0,24-36 0 0,47-13-2 0,62 49 2 0,46 35-2 0,-36 0 2 0,-59-24-2 0,-108-24 5 0,-46-23 10 0,22-36-3 0,85-24-19 0,69-13-102 0</inkml:trace>
  <inkml:trace contextRef="#ctx0" brushRef="#br0">4192 12703 35 0,'-12'-11'7'0,"24"-12"0"0,12-14 1 0,-12-10 2 0,-1-1-5 0,-11 1-3 0,13-13-1 0,-26 13 1 0,-10 11-2 0,-25 0 1 0,12 36-1 0,0 0 1 0,0 36-2 0,13 23 0 0,-1 25 0 0,1 11 0 0,23 0 1 0,23-11 0 0,13-49 0 0,0-10 1 0,-12-50-1 0,-1-46-1 0,-11-1 2 0,0 1 0 0,12 23 0 0,-12 25 0 0,12 23 0 0,-12 11 0 0,-12 25 0 0,11 12-1 0,14-13 0 0,-2 13 0 0,25-24 0 0,22-12 0 0,-9-37-2 0,-1-22 2 0,-13-24 0 0,-11-12 1 0,11 11 0 0,-23 35 5 0,-12 37 1 0,0 37 2 0,0 10-4 0,-12 13-2 0,0-24-3 0,0-11 2 0,12-50 1 0,-12-58-1 0,0-1-1 0,12 37 0 0,0 23-3 0,35 11 2 0,12 26 0 0,-10 24 2 0,-27 9-2 0,3 13-1 0,11-22 1 0,0-14 1 0,11-23-1 0,13-35-15 0,-1-24-16 0,-11-37-11 0,-48 48 12 0</inkml:trace>
  <inkml:trace contextRef="#ctx0" brushRef="#br0">5228 11715 28 0,'0'0'0'0,"-59"-47"16"0,34-11-9 0,38 33 1 0,-1 37 12 0,11 106 6 0,13 97-8 0,0 11-14 0,0-35 0 0,-1-84-5 0,-35-84 5 0,0-46-2 0,-12-96-11 0,24-12-2 0,24 48 6 0,0 11 4 0,-1 35 0 0,-24 37 2 0,-45 73 14 0,10-2-12 0,11 13-4 0,26-13 1 0,45-35 1 0,14-36-1 0,0-25-3 0,1-34-2 0,-3-12 3 0,2 12 3 0,-37 11 0 0,-12 0 0 0,2 2 2 0,-14 21 0 0,2 25 1 0,-1 36-1 0,-12 11-1 0,0 0-1 0,23-10-1 0,25-14 0 0,-1-23 1 0,13-35 0 0,0-37-1 0,-14 14 0 0,15 21 0 0,-13 24 0 0,-14 38 3 0,15 0 0 0,-13-4-1 0,-1 4-1 0,-23-25 0 0,-12 0 2 0,12-46-1 0,0-15-2 0,24 25-1 0,12 24 1 0,-14 12-1 0,3 25 2 0,11-2-1 0,-36-12 0 0,-2 2 0 0,3-13 0 0,-26-24-41 0,-9-36-61 0</inkml:trace>
  <inkml:trace contextRef="#ctx0" brushRef="#br0">6383 11382 105 0,'-36'-35'4'0,"72"11"-53"0,-25 24 2 0</inkml:trace>
  <inkml:trace contextRef="#ctx0" brushRef="#br0">7086 11836 42 0,'0'-13'17'0,"13"-11"-16"0,21-23 0 0,-11-1 10 0,-10 12-2 0,-13-22-5 0,0 21-2 0,-13 1-2 0,2 25 1 0,-14 11-1 0,-9 0 0 0,10 23 0 0,0 1 1 0,-12 24 2 0,13 12-1 0,11-1 0 0,12-13-2 0,12-33 1 0,23-37 2 0,1-47 0 0,0 23 1 0,-23 36 10 0,8 24-2 0,-8 60-6 0,10 36-4 0,26 47-1 0,-13 34-2 0,-14-10 1 0,-22-24-2 0,-34-60 3 0,-14-60 4 0,-13-70 0 0,15-84-3 0,34-12 2 0,60 0-3 0,11 12-4 0,-11 22-37 0,-24 51-46 0</inkml:trace>
  <inkml:trace contextRef="#ctx0" brushRef="#br0">5645 13121 42 0,'-24'-71'33'0,"0"34"-32"0,0 26 6 0,-35 46 0 0,-13 62-1 0,-11 45-3 0,24 36-2 0,23 1-1 0,72-48-1 0,46-60-5 0,38-47-12 0,11-71 3 0,0-74 15 0,-25-9 2 0,-81 47 2 0,-14 23 2 0,-22 2-1 0,11 21-1 0,0 24-2 0,11 50 3 0,2 47 0 0,-1 0-3 0,23-13-1 0,1-12-1 0,24-47-6 0,-1-36-2 0,13-60 5 0,-37 0 4 0,-12 13 3 0,2 24 0 0,-25 35-1 0,11 12-2 0,2 36 0 0,11 11 0 0,-1 13-1 0,13-23 0 0,-25-3 1 0,14-10-8 0,-1-11-32 0,-12-2 4 0</inkml:trace>
  <inkml:trace contextRef="#ctx0" brushRef="#br0">6717 13180 37 0,'0'-12'7'0,"12"-22"14"0,-24 21-2 0,-24 60-5 0,0 13-10 0,48-12-5 0,60-1 2 0,23 1-1 0,-72-1 0 0,-70 0 0 0,-60-10-1 0,35-37-33 0,60-48-28 0</inkml:trace>
  <inkml:trace contextRef="#ctx0" brushRef="#br0">6979 12774 102 0,'-25'-46'6'0,"25"105"12"0,13 83-4 0,10 38-12 0,25-13-7 0,13-37-42 0,-40-71-35 0</inkml:trace>
  <inkml:trace contextRef="#ctx0" brushRef="#br0">6907 13084 56 0,'0'0'0'0,"24"-34"6"0,71 9 11 0,24 2-7 0,-1 11-3 0,-21-12-5 0,-62 37 3 0,-11 33 6 0,-24 50-5 0,12-12-6 0,48-13-1 0,-1-60 2 0,13-59 0 0,-50-46-1 0,-44-38-3 0,-38 25 2 0,1 72 1 0,0 35-1 0,34 58 1 0,13 15 0 0,49-14-1 0,33-47-3 0,14-48-3 0,-2-35 6 0,3 0 2 0,-14 59 8 0,-12 47 1 0,-23 13-2 0,-12 23-5 0,-12-47-1 0,0-24 2 0,13-59-1 0,-4-25-2 0,28 1 0 0,-1 35-1 0,-2 25-1 0,-21 23 2 0,-1 35 1 0,-12-10 0 0,-1-2-2 0,-11-23 2 0,13-36 1 0,34-35-1 0,2 11-2 0,-2 49 0 0,-12 70-2 0,13 12 3 0,-12-23-4 0,-12-24-35 0,-14-12-69 0</inkml:trace>
  <inkml:trace contextRef="#ctx0" brushRef="#br0">8670 12680 54 0,'0'0'22'0,"0"0"-9"0,58 0-4 0,3-11-6 0,-14-14-1 0,-23-21-2 0,-24-15 2 0,-24 38 6 0,0 34 6 0,1 37-3 0,34 11-7 0,25-35-3 0,37-36-2 0,-16-47-2 0,-8 22-1 0,-13 62 4 0,-14 34 4 0,14 1-3 0,0-49 1 0,0-70 0 0,-12-48-2 0,-11 0-4 0,21 36-30 0,50 34-53 0</inkml:trace>
  <inkml:trace contextRef="#ctx0" brushRef="#br0">8728 14133 55 0,'-36'-36'11'0,"25"-47"-10"0,11-14 8 0,-35 39 10 0,-26 45-9 0,-21 50-9 0,-25 58-1 0,23 12-1 0,60-12 0 0,108-35-2 0,23-48-12 0,12-60 4 0,-36-95 11 0,-47-59 1 0,-36-24 3 0,-25 58 13 0,3 121-5 0,22 71 0 0,22 131 5 0,14 35-12 0,13-23-4 0,-2-60-10 0,-11-46-71 0,-24-61 49 0</inkml:trace>
  <inkml:trace contextRef="#ctx0" brushRef="#br0">9336 13835 21 0,'0'0'11'0,"36"-83"-4"0,-72 35 19 0,1 1-7 0,-1 10-14 0,12 14-1 0,1 12 1 0,10 34 2 0,-11 1-1 0,13 23-1 0,-14 14-2 0,14 21-2 0,-1-9 0 0,12-2-1 0,12-48 0 0,24-46-3 0,12-61 2 0,-1 24 1 0,1 36 0 0,-1 37 1 0,13 21-1 0,10-9 0 0,37-37 1 0,-22-60-3 0,-14-35-2 0,-35-95-18 0,-36-60 15 0,-11 83 21 0,-2 108-2 0,1 71 3 0,0 118 1 0,24 74-12 0,36-3-7 0,11-9-12 0,-23-73-42 0,-24-95 6 0</inkml:trace>
  <inkml:trace contextRef="#ctx0" brushRef="#br0">9646 13394 73 0,'-49'-59'25'0,"74"11"-15"0,118-23-8 0,0 60-46 0,-24 22-16 0</inkml:trace>
  <inkml:trace contextRef="#ctx0" brushRef="#br0">10515 13526 32 0,'0'-11'14'0,"0"-14"-5"0,23-11 4 0,-10-24 10 0,-26-11-12 0,-10 24-8 0,-1-1 0 0,1 0-2 0,-25 23 2 0,12 15 0 0,1 20-2 0,-13 15 0 0,12 23 2 0,12 11 0 0,12 25-2 0,1-1-1 0,11-11 0 0,0-1 0 0,23-35 1 0,13-24 0 0,0-37 0 0,0-46 0 0,10-36 0 0,15 36-1 0,-26 47 1 0,-11 37 4 0,-12 21 3 0,12 14-5 0,24-12 0 0,23-24-3 0,-11-24 2 0,-48 12-2 0,47-24 1 0,-23 1 1 0,-12-14-1 0,-12 3-14 0,-24-3-56 0,-12 37 15 0</inkml:trace>
  <inkml:trace contextRef="#ctx0" brushRef="#br0">9908 14526 2 0,'0'0'4'0,"0"-73"16"0,0 15-3 0,0-2-4 0,12 2 4 0,-12 79-8 0,12 63-1 0,0 48-2 0,12-1-3 0,11-24-1 0,-11-12 1 0,-1-35-8 0,-23-25-51 0,0-22 19 0</inkml:trace>
  <inkml:trace contextRef="#ctx0" brushRef="#br0">9741 14763 36 0,'-12'0'13'0,"0"-23"1"0,12 12 2 0,24 22-2 0,13 25-8 0,10-1-3 0,12 13-1 0,-23-23 0 0,12-2-6 0,-2-12-53 0,-33-22 16 0</inkml:trace>
  <inkml:trace contextRef="#ctx0" brushRef="#br0">10193 14645 51 0,'0'0'17'0,"-23"34"20"0,-24 39-19 0,34-2-11 0,-11 1-4 0,13-1-9 0,-14-11-116 0</inkml:trace>
  <inkml:trace contextRef="#ctx0" brushRef="#br0">8646 16240 23 0,'-12'0'6'0,"-1"0"9"0,13 0-4 0,0 0-2 0,13-37-2 0,-13-9-2 0,12-26-1 0,-1 1-1 0,2 11-1 0,-13 37 1 0,0 11 0 0,0 24 1 0,0 34-2 0,0 27-1 0,0-14 0 0,35-11-1 0,1-24 2 0,12-24 2 0,11-60-1 0,-11 0-3 0,-12 1 1 0,-25 11-1 0,12 0 0 0,-10 14 1 0,-1 21-2 0,0 26 0 0,0 21 1 0,0 14 1 0,-12 0 0 0,12-12-1 0,0-13 1 0,0-11 2 0,-12-24 2 0,10-11-3 0,15-25 0 0,-1-11-2 0,24 0 0 0,-13 22 0 0,12 24 0 0,-11 13-2 0,0 13 3 0,-12 24-2 0,0-14 2 0,0 13-1 0,0-24 2 0,0-12 0 0,-1-12 1 0,-11-13-22 0,-12-9-84 0</inkml:trace>
  <inkml:trace contextRef="#ctx0" brushRef="#br0">8955 15550 71 0,'-12'-25'5'0,"1"25"-2"0,22 0-37 0,-11 0-1 0</inkml:trace>
  <inkml:trace contextRef="#ctx0" brushRef="#br0">9801 15562 16 0,'-12'0'15'0,"1"-12"7"0,-2 12-14 0,13 23-1 0,-12 25 1 0,12 11-4 0,-12-11-2 0,24-12-2 0,24-12 1 0,12-12 0 0,11-36 1 0,1-12-1 0,-13-12 1 0,-11 2-1 0,-12 9 0 0,-12 37-1 0,-1 12 2 0,2 36-1 0,-2-25 0 0,2 2 0 0,34-14 1 0,1-22 0 0,-13-14-3 0,-23-21 0 0,0-15 1 0,-24 1 1 0,-24 26-1 0,13 21-1 0,-26 26-2 0,26 34 2 0,12 11 0 0,11-8 1 0,23-27 0 0,37-23 1 0,11-48 0 0,-10 0-1 0,-40 25-1 0,15 23 1 0,0 12 0 0,-11 22 1 0,-13 3 0 0,-12-24 2 0,0-38 3 0,-12-34-5 0,36-12-1 0,11 21 0 0,1 40-2 0,0 10 0 0,-1 23 1 0,-11 14 0 0,-12-14 2 0,-12 1 1 0,-12-24 3 0,0-36-2 0,36-25-2 0,12 15-2 0,0 21 0 0,10 25-2 0,-21 13 2 0,11 23 1 0,-12-1 1 0,-2-11-1 0,27-11 1 0,-1-13 0 0,11-13 1 0,-11-24-1 0,-1-9 1 0,-11-26-2 0,-12 14 2 0,-24 21-3 0,-24 37-1 0,0 60 3 0,12-1-1 0,36-11 0 0,48-36 2 0,34-24-13 0,-22-13-81 0</inkml:trace>
  <inkml:trace contextRef="#ctx0" brushRef="#br0">12075 14585 68 0,'-12'-11'2'0,"-12"-2"12"0,13 73 12 0,-1 59-17 0,35-12-8 0,1 1 0 0,0-13-12 0,-24-48-60 0,0-47 40 0</inkml:trace>
  <inkml:trace contextRef="#ctx0" brushRef="#br0">11849 14978 40 0,'-36'-23'22'0,"24"-37"3"0,48 24-14 0,47 0-10 0,25 24 0 0,-1 24-22 0,0 12-44 0,-95-12 52 0</inkml:trace>
  <inkml:trace contextRef="#ctx0" brushRef="#br0">12420 14884 4 0,'0'0'0'0,"12"-25"17"0,0-23-3 0,-12 13 1 0,-12 11-4 0,-11 1-1 0,-13 23-4 0,0 0-3 0,1 59 1 0,11 0 0 0,0 12-4 0,24-34 1 0,24-26 3 0,10-22 1 0,2-49-1 0,-11 36-3 0,-14 24-2 0,14 24 2 0,-14 23-1 0,13-11 1 0,0 0-18 0,-12 0-64 0</inkml:trace>
  <inkml:trace contextRef="#ctx0" brushRef="#br0">12516 14823 22 0,'0'0'0'0,"24"-47"22"0,23 23-11 0,-11 60 2 0,-12 35 2 0,-24-23-9 0,-12-13-2 0,12-35 6 0,24-71-5 0,35-24-4 0,-23 23-1 0,-25 72 1 0,-47 36 2 0,13 24 0 0,23-13-1 0,48-23 0 0,23-48-44 0,-47 24-32 0</inkml:trace>
  <inkml:trace contextRef="#ctx0" brushRef="#br0">11075 16228 65 0,'-13'-35'29'0,"13"70"-15"0,25 84 1 0,11 24-10 0,-13-49-6 0,-11-57 6 0,-24-61 17 0,0-119-15 0,-11-130-9 0,82 82 0 0,-23 155-4 0,12 109 5 0,-25 32 2 0,-70-21 1 0,-37-36 2 0,49-59-28 0,35-26-81 0</inkml:trace>
  <inkml:trace contextRef="#ctx0" brushRef="#br0">11635 16109 25 0,'0'-11'5'0,"0"-49"25"0,12 12-13 0,-12 1-4 0,0 10-3 0,-12 3 0 0,-12 9-2 0,1 25-5 0,-14 36-2 0,1 12 0 0,13 11 1 0,-1 1-1 0,24-1-1 0,11-23 0 0,14-24 4 0,10-37 1 0,1-46-3 0,0 12-1 0,-12 11 0 0,-1 13 2 0,-11 22 0 0,0 13-2 0,-12 0-1 0,24 25 0 0,-12-13 0 0,0-1 0 0,12 1 1 0,0-1-1 0,-14-11 1 0,26 0 0 0,0-23 0 0,13-25 0 0,-14-23 1 0,-12 24-2 0,2 23 0 0,-14 24 0 0,14 12 2 0,-2 34 0 0,1 4-1 0,-12-16 1 0,-12-9-27 0,-24-13-97 0</inkml:trace>
  <inkml:trace contextRef="#ctx0" brushRef="#br0">11992 15538 74 0,'0'0'3'0,"-12"-24"-2"0,60 48-33 0,-37-12 1 0</inkml:trace>
  <inkml:trace contextRef="#ctx0" brushRef="#br0">12254 15717 25 0,'36'0'32'0,"11"-25"7"0,-11-10-25 0,-12-13-8 0,-12 12-1 0,-37 36 4 0,-34 23 1 0,-12 38-2 0,35-1-6 0,23 11-2 0,26-37-1 0,23-21 6 0,0-48-2 0,11-73 2 0,-11-34-4 0,-12 46 0 0,-24 73 4 0,-13 70-1 0,2 71-1 0,35 3 0 0,47-38-5 0,1-48 6 0,-13-35 0 0,-23-59 1 0,0 11-30 0,-36 24-126 0</inkml:trace>
  <inkml:trace contextRef="#ctx0" brushRef="#br0">4002 9942 46 0,'0'0'7'0,"-12"-11"14"0,0 11-18 0,12 11 11 0,12-11 6 0,0-11-3 0,-1 11-1 0,0-13-1 0,2 13-5 0,23 0-3 0,12 0-1 0,-1 0-2 0,24-12-1 0,13 12 0 0,23 0-1 0,0 0-1 0,24 12 1 0,12-12-1 0,11 13 3 0,2-2-2 0,11-11-1 0,11 12-1 0,26-12 4 0,21 0-3 0,-11 0-1 0,-23 0 0 0,-36 0 0 0,-37-12 1 0,-10 12 2 0,-25-11 0 0,-23-2 1 0,-37 13 3 0,1 0-1 0,-24 0 0 0,13-12-4 0,10 0-1 0,-12-1-4 0,2 26-194 0</inkml:trace>
  <inkml:trace contextRef="#ctx0" brushRef="#br0">8146 9931 43 0,'-12'0'25'0,"-36"-25"-9"0,12 25-10 0,24 0 14 0,-1-12-6 0,3 12-2 0,10 0-3 0,0 0 6 0,10 0-7 0,15 0 0 0,11 0-2 0,12 0-3 0,22-13-1 0,-9 13 0 0,10-11 1 0,1 11 0 0,11-12-1 0,24 12 0 0,12-11 0 0,0-1-1 0,-12 0 1 0,13-1-1 0,10 13 2 0,25-11-1 0,23-1-1 0,1 1 0 0,0 11-4 0,0-13 3 0,-13 13 1 0,0-12 0 0,13 0-1 0,-11-1-3 0,-27 13 3 0,-20 0 0 0,-14 0 0 0,12-10 1 0,12 10-3 0,12 0 0 0,-36 0 2 0,-12 0 1 0,-13 0-1 0,3 0 1 0,-14-11-1 0,-23 11 0 0,-1 0 2 0,1-13-1 0,-12 13 0 0,-11 0 0 0,-14 0 2 0,-11 0 1 0,12 0-1 0,-1-12-2 0,12 12 1 0,2-12-2 0,-13 12 0 0,-12-13-25 0,0 13-110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8836 2965 21 0,'-36'0'6'0,"0"-13"-2"0,36 26-3 0,13-1 8 0,10-12 1 0,37 0-4 0,23 0-2 0,37 23 0 0,46-11 1 0,59-12-2 0,15 0-1 0,22-12-3 0,0 12 3 0,11-11-2 0,1-1-1 0,0-13 3 0,-131 2-2 0,-12 12 1 0,95-2-2 0,-47 1 2 0,-60 12 1 0,-36 0 3 0,-36 0 2 0,-22 0 1 0,-14 0-1 0,-11 0 3 0,13-12-6 0,-13 12-3 0,12 0-2 0,11 0-18 0,-11 12-61 0</inkml:trace>
  <inkml:trace contextRef="#ctx0" brushRef="#br0">393 11229 16 0,'-12'-37'25'0,"12"37"-27"0,12 12 3 0,1 13 13 0,10-4 0 0,24 4 2 0,25-25-8 0,35-35 1 0,36-60-6 0,12-13 1 0,-24 37-1 0,-36 24 4 0,-36 10-3 0,1 14-1 0,-13 58-119 0</inkml:trace>
  <inkml:trace contextRef="#ctx0" brushRef="#br0">642 13990 7 0,'-10'-23'9'0,"-1"-14"-1"0,11 24-7 0,11 3 0 0,-1 10 13 0,3 35 6 0,-13 37-12 0,12-14-2 0,12-21-3 0,12-13 3 0,35-24 3 0,13-72-2 0,59-22-3 0,11-27-2 0,12 3-2 0,-34 23 0 0,-37 11 6 0,-48 50-1 0,-22 34-4 0,-13 0-87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5573 5309 0 0,'-35'0'5'0,"-1"-23"8"0,12 0 11 0,-1 23-7 0,25 0-13 0,36 0-1 0,25 0 0 0,34 0 0 0,24 12 0 0,0-12-1 0,0 11 0 0,24-11-1 0,-1 12 0 0,-22-1 0 0,12-11 0 0,-26 0 2 0,1 0-2 0,1 0 0 0,-1-11 1 0,12 11-1 0,12-12 0 0,-13 12-1 0,2 0 0 0,-1 0 2 0,0 0-1 0,0 0 0 0,-12 0 0 0,12 12 1 0,-11-12-2 0,-14 0 2 0,2 0-1 0,-1 0-1 0,1-12 2 0,-2 12-1 0,-23-11-1 0,1 11 0 0,0 0-1 0,1 0 2 0,-16 0-1 0,-8 0-2 0,-1 0 3 0,-38 0 8 0,3-12 5 0,-1 12-4 0,-12-12-4 0,11-1-3 0,-11 2-2 0,0 11 0 0,0 11-78 0,0-11 28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6419 8822 0 0,'11'-11'11'0,"14"-12"17"0,-2 23-6 0,-11 23-4 0,0 12-5 0,12 1-4 0,12-12 0 0,23-24-2 0,25-36-4 0,47-23-1 0,12-14-1 0,-23 27 1 0,-63 34 2 0,-44-1-4 0,-1 26-44 0,-1-13-27 0</inkml:trace>
  <inkml:trace contextRef="#ctx0" brushRef="#br0">15659 6155 29 0,'0'0'0'0,"-11"12"14"0,-14 47-7 0,25 2 7 0,13-51 3 0,46 3 5 0,37-47-18 0,35-3 0 0,35-23 4 0,-23 13 1 0,-59-1-6 0,-73 35-1 0,-22 13-111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2787 5001 9 0,'0'-12'10'0,"-72"-49"25"0,24 15-30 0,1-2-3 0,-96 12 10 0,48 72-12 0,-12 35 2 0,0 2-2 0,10-2 2 0,39 24 2 0,34 24-3 0,36 23 3 0,48 1 3 0,22-12-4 0,25-12 0 0,13-35-1 0,11-25 6 0,-24-47-1 0,12-49-4 0,12-34-1 0,0-34-2 0,-12-3 0 0,-11 11 1 0,-13 3 1 0,-24-1 0 0,-47 0 1 0,-24-2-1 0,-24-8-1 0,-24-16 4 0,-23 27 9 0,-37 23-7 0,-22 23-4 0,-72 72-9 0,-37 94-104 0</inkml:trace>
  <inkml:trace contextRef="#ctx0" brushRef="#br0">13076 7716 39 0,'0'-25'7'0,"-36"2"1"0,24 34-7 0,-12 1 14 0,12-24 11 0,12 12-19 0,12 12 0 0,35-12 1 0,37 12-4 0,47-12-1 0,143 0 8 0,-203-12-3 0,-59 12-3 0,-12 0-1 0,0 12-34 0,24 12-70 0</inkml:trace>
  <inkml:trace contextRef="#ctx0" brushRef="#br0">14516 7656 6 0,'-11'-24'45'0,"-25"0"-2"0,24 11-31 0,12 13-10 0,12 0 3 0,47 13 1 0,59-1-2 0,86-12-2 0,22 0 0 0,-35 0-1 0,-84 0-1 0,-83 0 9 0,-12 0 2 0,-12 0-6 0,0-12-4 0,0-1-1 0,11 26-61 0,-11-1 10 0</inkml:trace>
  <inkml:trace contextRef="#ctx0" brushRef="#br0">12325 6370 6 0,'0'0'16'0,"0"0"-12"0,-23 0 5 0,-1 11 1 0,-12 2-3 0,-12-1-3 0,25 0-2 0,11-1 0 0,1 1-2 0,-2-1 0 0,13 26 3 0,0 10-1 0,13 1 0 0,10 12-1 0,-12 11 3 0,1 1 0 0,-12 24-2 0,0-14 0 0,0 2 0 0,-12-1 1 0,24-12-1 0,-1-10-1 0,2-3 0 0,-1-11 0 0,0 3 0 0,-12-29 2 0,12-8 1 0,59-13-6 0,72 0-56 0,-84 0 24 0</inkml:trace>
  <inkml:trace contextRef="#ctx0" brushRef="#br0">16326 6452 0 0,'0'0'4'0,"0"0"22"0,60-23 1 0,0 23-26 0,-14 0 0 0,-10 12 0 0,0-1 4 0,-12 2-2 0,0-1-2 0,-24 13 2 0,12-14 2 0,-12 1 2 0,0 11 0 0,0 2-4 0,-12 9-2 0,12 16 1 0,0-16-1 0,0 26 0 0,0-12 1 0,12 23-3 0,-12-12 0 0,11 13 2 0,2-24 0 0,-1 12 0 0,-1-1 0 0,2-13-2 0,-13 4 1 0,0-16 1 0,12-10 0 0,-12 23-1 0,11-10 1 0,-11-3-3 0,0-9 3 0,0-13 0 0,0 1 0 0,-11-2-1 0,-1-11 1 0,-12 12-2 0,-1-1 3 0,-22-11-1 0,0 0 1 0,11 0 4 0,-13 13-1 0,27-13-2 0,-2 12 0 0,0-12-1 0,12 12-2 0,0 11-41 0,12-23-30 0</inkml:trace>
  <inkml:trace contextRef="#ctx0" brushRef="#br0">8598 7918 11 0,'0'-13'20'0,"-24"-10"5"0,12 23-26 0,12 0 10 0,0-11 20 0,0-2-21 0,12 26-6 0,12 46 5 0,-12-24-4 0,-1 1 3 0,2-11-2 0,-13-2 0 0,23 0-2 0,-10 2-1 0,-13-2 0 0,11-12 1 0,0 2-1 0,14-1-1 0,-14 0 2 0,97 1 0 0,-60-13-1 0,34 0-2 0,3 0 1 0,22-13 1 0,12 13 0 0,0 0-1 0,0 0 1 0,12 0 0 0,1 0-1 0,22 0-1 0,0-12 2 0,25 12-1 0,0 0 1 0,-13-12-4 0,13 12 3 0,0 0 0 0,-1 0 1 0,-24 0-1 0,2 0-2 0,-24 0 2 0,-14 0 1 0,-11 12-1 0,-11-12 0 0,-25 12 0 0,12-12 0 0,2 13 0 0,9-13-1 0,-11 11 0 0,12-11 2 0,1 0-1 0,47-24 1 0,-73 24-1 0,-21-12 1 0,-25 0-1 0,-1 12 0 0,1-13 1 0,-1 2-1 0,-10-1 1 0,10 1-1 0,2-2 1 0,-14-11 0 0,-11 1 0 0,0-1 0 0,0 0-1 0,12-12 1 0,-12 1-1 0,12 11 2 0,-12 12 1 0,0 12-2 0,0 0 0 0,0 36 0 0,0-12-1 0,0-1 0 0,0 1-3 0,-12 24-69 0,0-36 23 0</inkml:trace>
  <inkml:trace contextRef="#ctx0" brushRef="#br0">10063 8156 1 0,'0'0'4'0,"-24"-12"28"0,12-1-6 0,-1 2-5 0,2-1-5 0,-1 12-6 0,35 0-2 0,26 0 0 0,34 0-3 0,48 0 1 0,36 0-1 0,-1 0-3 0,13 0-1 0,12 0 4 0,23 0-2 0,24-11-3 0,-23 11 1 0,-38 0 0 0,-9 0 0 0,-37-13 0 0,0 1-2 0,-37 12 1 0,-58 0 1 0,-23 0 2 0,-37 0 0 0,-59 0-2 0,-48 0 0 0,-36 12 1 0,-47-12-2 0,-37 13 1 0,-46 10 1 0,-1 1-2 0,12-12 1 0,48-12 3 0,48-12-4 0,47 12 1 0,12-13-2 0,35 13 1 0,49-11 2 0,35 11-1 0,24 0 0 0,47-12-2 0,84 12 2 0,47-11-1 0,73-14 1 0,34 2-3 0,1 11 3 0,0 1-2 0,-12-2 0 0,-61 13 1 0,-22 0 1 0,-36 0-3 0,-13 0 2 0,-47-12 0 0,-58 12 0 0,-37 0 1 0,-24 0 3 0,-71 0-4 0,-84 12 0 0,-72 1 3 0,-46-2-2 0,-2 12-1 0,-22-11 3 0,22 0-3 0,38 1 1 0,71-13 2 0,60 0-2 0,45 0-1 0,49 0 0 0,24 0-1 0,24 11 1 0,36-11 0 0,83 12 0 0,83-24-3 0,71 1 2 0,37-2 0 0,23 1 0 0,24 0 1 0,-107 1-3 0,-48 11 4 0,-60-12-1 0,-59 12 0 0,-71 0 0 0,-36 0 5 0,0-11-3 0,-11 11-1 0,-1 0-24 0,12 0-100 0</inkml:trace>
  <inkml:trace contextRef="#ctx0" brushRef="#br0">6228 7691 22 0,'0'-12'4'0,"-47"-35"5"0,23 23-4 0,12 0-3 0,-12 1 28 0,12 11-10 0,0 12-11 0,12-12-6 0,36 12-2 0,71 0 0 0,47 12-1 0,14-12-2 0,9 0 2 0,2 0 2 0,-47 0-1 0,-62 0 1 0,-34-12 4 0,-11-12-2 0,-14 12-4 0,26 12-1 0,-14 36-80 0</inkml:trace>
  <inkml:trace contextRef="#ctx0" brushRef="#br0">5990 7645 29 0,'-24'-25'47'0,"37"13"-42"0,70-1-4 0,24 2 2 0,48 11 0 0,71-23-2 0,12-1 2 0,-24 11-1 0,-71 13 1 0,-71 0 1 0,-60 0 6 0,-12-11 0 0,-24 11-9 0,-36 24-66 0</inkml:trace>
  <inkml:trace contextRef="#ctx0" brushRef="#br0">13683 12598 8 0,'-24'-13'10'0,"-37"1"-2"0,40 0 7 0,21 12 7 0,-13-13-10 0,1 13-3 0,-12 0-3 0,0 13 5 0,12-1 0 0,24-12-2 0,12 12-2 0,36-12-2 0,71 0-1 0,72 0-1 0,58 13 1 0,38-13-1 0,9 0-1 0,-10 11 1 0,-36 12-1 0,-61 1-1 0,-57-11 1 0,-48-13 2 0,-25 0-1 0,-11 0-1 0,-50 0 1 0,-10 0 0 0,-22-13-59 0,10 13-3 0</inkml:trace>
  <inkml:trace contextRef="#ctx0" brushRef="#br0">13289 12692 105 0,'0'-23'7'0,"0"10"-9"0,13 26 3 0,34-2 8 0,61-11 0 0,94-11-4 0,72 11 1 0,368-13 2 0,-320 13-5 0,-60 13 0 0,-59-2-1 0,-84 1 3 0,-36-12-1 0,-60 0 4 0,-10-12 4 0,-13 1-9 0,0-2-9 0,12 13-103 0</inkml:trace>
  <inkml:trace contextRef="#ctx0" brushRef="#br0">10193 8394 2 0,'0'0'6'0,"13"-12"-1"0,-1 12 2 0,-12-12 11 0,0 12-2 0,11 12-8 0,13 24-4 0,0-24-1 0,0 23-1 0,0-22 0 0,-11 10 2 0,-2-23 1 0,12 0 0 0,13-36-3 0,24-11 0 0,10-14-1 0,2 3-1 0,24-14-1 0,-1 1 1 0,12 23 0 0,-11 0 1 0,-25 37-1 0,-71-1 3 0,-13 1 1 0,13 11-18 0,-11 0-53 0</inkml:trace>
  <inkml:trace contextRef="#ctx0" brushRef="#br0">14874 12966 10 0,'0'0'0'0,"-24"-12"3"0,24 12 1 0,0-12 6 0,24-1 21 0,-12 26-27 0,-12 11-1 0,11 0-1 0,1 11 2 0,0 13 4 0,-12-12-2 0,12-11-3 0,12-14 3 0,0-22-2 0,0-14-2 0,34-11-1 0,3-12 1 0,10 2-1 0,-11 9 0 0,11 1-1 0,-23 13 1 0,11-13-1 0,-23 24 1 0,0-24-1 0,-24 36 7 0,-12-12-1 0,0 12-5 0,0 24-77 0</inkml:trace>
  <inkml:trace contextRef="#ctx0" brushRef="#br0">2595 13371 17 0,'-11'0'10'0,"-72"-36"-5"0,34 36-1 0,-21-12 4 0,10 12-1 0,-12 37-6 0,14 34 1 0,-14 0-1 0,-11 13 0 0,35-2 0 0,48 2-1 0,12 10 0 0,12 2-1 0,22 11 2 0,39 0 4 0,-2-36 0 0,24-21-2 0,-1-29 1 0,3-8-1 0,-14-13 0 0,0-34 0 0,0-39 1 0,1 2-2 0,-13-13 1 0,-23 2-1 0,-13-2 1 0,-24 0-1 0,-23 13 3 0,-23-24 1 0,-24-12 0 0,-1 12 1 0,-13-1 0 0,-45 13 1 0,-24 47-1 0,-15 25-5 0,-32 93-16 0,117-22-68 0</inkml:trace>
  <inkml:trace contextRef="#ctx0" brushRef="#br0">3620 14382 0 0,'12'0'17'0,"1"-34"11"0,10 9-12 0,13 0-4 0,11 15-3 0,37-14-1 0,23 12-1 0,11 12 2 0,27 0-3 0,9 0-1 0,-23 12-3 0,-1 1 1 0,2 8 1 0,-13-8-2 0,11-1 3 0,2 0-3 0,23 1 2 0,-12-13-1 0,11-13 0 0,1 13-1 0,-12-12 0 0,-13 12 0 0,-10 0 0 0,-13 0 0 0,-11 0 1 0,11 0-2 0,0 0-2 0,-25 0 2 0,3 0 0 0,-2 0 0 0,-12 12 0 0,1-12 0 0,-13 13-1 0,1-13 1 0,-2 0 0 0,14 11 1 0,-35-11 1 0,-14 0 4 0,-23-11 14 0,0 11-25 0,0 0-149 0</inkml:trace>
  <inkml:trace contextRef="#ctx0" brushRef="#br0">15005 15906 3 0,'0'0'32'0,"-12"-11"-1"0,12-1-6 0,-12 1-4 0,12 11-8 0,0-13-3 0,0 13-5 0,12 0-2 0,0-12 0 0,23 24-1 0,1-12 0 0,23 13-1 0,12-2 0 0,-10 1 0 0,10-1 0 0,1-11 1 0,-1 13-1 0,24-13 0 0,-12 0-1 0,1 0 2 0,11 12-1 0,-1-12 0 0,27 0 0 0,-2-12 0 0,-1 12 0 0,2 0 0 0,-38 0 1 0,74 12 0 0,-37 0-3 0,0-1 3 0,-25-11-2 0,14 12 1 0,-1-12-2 0,-23 11 3 0,-2-11-3 0,-21 0 4 0,-1 13-1 0,-36-13 1 0,-13 0 0 0,-11 0 8 0,0-13-6 0,12 13-1 0,-12 0-4 0,0 13-172 0</inkml:trace>
  <inkml:trace contextRef="#ctx0" brushRef="#br0">7419 16562 2 0,'0'0'4'0,"-24"-12"7"0,-23-12 3 0,-2 11 12 0,13 13-8 0,14 0-2 0,22 0 5 0,0 0-13 0,35 0 0 0,49 0-6 0,34 0 4 0,48 0-2 0,49-11 2 0,83-12-2 0,-36 10 0 0,11 13-3 0,1 0 4 0,-11 13-5 0,-2-13 1 0,2 0-2 0,-25 11 0 0,-36-11 0 0,-36 12 2 0,133-35-2 0,-204 10 0 0,-11 13 4 0,-48 0 0 0,-26 0 2 0,-10-12 3 0,-10 12 0 0,10 0-11 0,-60-12-95 0,48 12 43 0</inkml:trace>
  <inkml:trace contextRef="#ctx0" brushRef="#br0">13217 12716 1 0,'0'0'0'0,"-22"-13"17"0,-2 13 1 0,0-11 1 0,24-1-11 0,0 1-6 0,36 11 1 0,11 0-3 0,12 0 1 0,48 0 0 0,49-13-1 0,11 13-1 0,23 0 0 0,23-12 1 0,15 12 1 0,10 0-1 0,-12 0-1 0,-23 0 3 0,-25 0 0 0,-35 0-1 0,-12 0 0 0,-13 0-1 0,-22 12 2 0,-36-12-1 0,-24 0 1 0,-13-12 1 0,1 0 2 0,-36 1 1 0,-59 11-3 0,-96 0-85 0,120 0 70 0</inkml:trace>
  <inkml:trace contextRef="#ctx0" brushRef="#br0">13396 12502 0 0,'-23'-25'2'0,"12"14"1"0,22-1-2 0,25 12 1 0,35-11-1 0,60 11-1 0,24 0 0 0,48-13-1 0,22 13 1 0,50 0 0 0,34 0-1 0,-47 13 2 0,-12-2 1 0,-47 1 1 0,-13-1 6 0,-23-11-5 0,-36 0 0 0,-12 0-2 0,-36 0 1 0,-23-11-2 0,-13-1 1 0,12 1-1 0,2 11 0 0,10 0-2 0,-24 11 2 0,-22-11 0 0,-14-11 0 0,2 11-2 0,-13 11-31 0</inkml:trace>
  <inkml:trace contextRef="#ctx0" brushRef="#br0">18708 10882 64 0,'0'-47'28'0,"0"-1"-7"0,0 36-4 0,0 24-8 0,0 49 2 0,0 33-2 0,12 84-3 0,0-48-4 0,0-33 1 0,-24-26-2 0,12-23-2 0,0-25-23 0,0-23-58 0,0-11 45 0</inkml:trace>
  <inkml:trace contextRef="#ctx0" brushRef="#br0">18398 11597 46 0,'0'0'0'0,"-83"0"22"0,12 13-7 0,11-13 11 0,36 11-11 0,36-11-10 0,72-11-1 0,82-14 2 0,72 0 3 0,24 2-2 0,-35-1-2 0,-62 12 0 0,-93 0 0 0,-59 1-3 0,-26 22-23 0,-34 26-94 0</inkml:trace>
  <inkml:trace contextRef="#ctx0" brushRef="#br0">18958 12335 98 0,'0'0'0'0,"0"-13"5"0,47-10 5 0,-11-13 9 0,-12 13-12 0,-12-25-2 0,-12 12-1 0,-47-11-2 0,-25 11 1 0,-11 25-1 0,11 11-1 0,1 23-1 0,11 13 0 0,1 35 0 0,23 0-1 0,12 1 1 0,36-14-1 0,12-21 3 0,24-24-1 0,11-38 0 0,13-34-1 0,-14 11 0 0,14 0 0 0,-24-11 1 0,-12-12-1 0,-36-13 0 0,0 26 1 0,-13-3-1 0,2-10 1 0,11 35 0 0,11 24 0 0,2 12-2 0,-1 71 3 0,-1 49 1 0,2 11-1 0,10-13 0 0,1-34 0 0,-12-26 1 0,-12-21 2 0,-12-13 0 0,12-24 0 0,0-11 0 0,-12-14-10 0,-23-10-87 0,35 11 32 0</inkml:trace>
  <inkml:trace contextRef="#ctx0" brushRef="#br0">21399 10394 40 0,'0'-11'14'0,"0"-14"15"0,0 25-14 0,0 12 8 0,0 72 2 0,12 59-15 0,12 11-5 0,-12-46-3 0,0-37-1 0,-12-35 1 0,12-12-42 0,-12-13-75 0</inkml:trace>
  <inkml:trace contextRef="#ctx0" brushRef="#br0">20935 11359 52 0,'-24'0'10'0,"0"-12"4"0,72-24 3 0,59 0 10 0,72 11-9 0,47 4-11 0,11-4-2 0,-56 0-1 0,-124 14 5 0,-57 11-3 0,0 0-11 0,0 0-62 0,0 11-9 0</inkml:trace>
  <inkml:trace contextRef="#ctx0" brushRef="#br0">21626 12156 71 0,'0'0'1'0,"24"11"4"0,10-22 18 0,-9-24-8 0,-25-1-2 0,-12-24-8 0,-35 26-3 0,-37 9-1 0,-11 25-1 0,11 25 2 0,25 33 0 0,11 26-2 0,24 0 0 0,36-2 0 0,12-46-1 0,23-12 1 0,25-36 0 0,12-47-1 0,-13-12-2 0,-35-2 2 0,-12-9 0 0,-13-14 1 0,-11 12 0 0,13 38 0 0,10-4 0 0,-23 4 1 0,-12-13 0 0,12 46 2 0,0 13-1 0,0 60 4 0,0 59 2 0,12 36-1 0,12-24-3 0,-1-24-1 0,-10-48-1 0,-1-23 0 0,-12-36-11 0,11-36-118 0</inkml:trace>
  <inkml:trace contextRef="#ctx0" brushRef="#br0">21947 11610 90 0,'-12'-37'12'0,"48"1"-4"0,12 0 8 0,11 24-1 0,0 1-6 0,-23 34-6 0,-12 2-1 0,-11 22 4 0,-26-10 0 0,1 9-5 0,-12 2 2 0,0-24-3 0,1 11 1 0,-1-12 0 0,-1 2-1 0,25-13 1 0,0-12-1 0,49 0 2 0,34-12-4 0,60 0 4 0,-1-1-2 0,-35 2 0 0,-71 11 1 0,-47-12 11 0,-25 1-9 0,0 11-23 0,1 11-99 0</inkml:trace>
  <inkml:trace contextRef="#ctx0" brushRef="#br0">18780 13025 0 0,'-36'0'14'0,"12"-12"28"0,0 12-4 0,0 0-11 0,24 0-8 0,11 0-13 0,50-11-2 0,34 11-2 0,-23 0-3 0,-25 0 2 0,-23-12 1 0,-24 12 0 0,0 0-3 0,0 0-5 0,-47 12 3 0,-13-1 4 0,-35 1-1 0,23 0 0 0,47-12 3 0,62 0 1 0,46 0-3 0,-11 0 0 0,-36 0 1 0,-25-12 3 0,-11 12-2 0,-47 0 1 0,-38 12-4 0,15 1 1 0,33-2-2 0,37-11 2 0,37 0-1 0,46-11 0 0,1-2 0 0,-36 13-2 0,-37 13 2 0,-35-13 0 0,-47 11 3 0,0-11-3 0,35 12-1 0,36-12 2 0,24 0-2 0,34 0 2 0,3-12-1 0,-37 12-2 0,-24 0 2 0,-13 0 2 0,-10 0-2 0,10 0 1 0,26 0-1 0,-13 0-1 0,0 0 1 0,0 0 1 0,0 0-2 0,0-11-22 0,12 11-89 0,-12 0 76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4765 8049 45 0,'0'0'0'0,"0"-12"16"0,0 12 6 0,34 0 0 0,14-11-9 0,47 11-7 0,-11 0-1 0,-25-13-3 0,-59 1 4 0,-12 12-1 0,-47 0-3 0,-60 25 1 0,119-25-1 0,47-13 1 0,-11 1-1 0,-13 12 1 0,-34 12-108 0</inkml:trace>
  <inkml:trace contextRef="#ctx0" brushRef="#br0">13670 7750 2 0,'0'0'0'0,"-11"-11"50"0,-1-1-20 0,12 12-19 0,0 0-8 0,0 0-1 0,0 0 6 0,23 0-2 0,26 0-4 0,22 0-1 0,36 0 1 0,0 0-1 0,24 0 1 0,1 0 1 0,22 0-1 0,0 0 2 0,37 12-3 0,24-12 1 0,-13 11-1 0,-11-11 0 0,-1 0-1 0,-11 13 2 0,0-1-3 0,-13-12 3 0,-23 0-2 0,-36 0 1 0,-23 12-2 0,-37-12 1 0,25 0 2 0,-12 0 1 0,-13 13 1 0,-35-13 0 0,-12 0 6 0,-25-13-8 0,2-11 0 0,-25 61-108 0</inkml:trace>
  <inkml:trace contextRef="#ctx0" brushRef="#br0">17386 7727 37 0,'0'-11'41'0,"0"11"-30"0,0-13 12 0,0 13-10 0,0-12-2 0,0 0-4 0,11 1-6 0,14 11 0 0,22 0 0 0,13 0 2 0,23-12-1 0,26 12 0 0,-3 0-2 0,-23 0 1 0,-36 0 0 0,-22 0 4 0,10 0-1 0,-11 0-2 0,-12 0-1 0,1 0 2 0,-13-11-1 0,-13 11-1 0,-23 0-1 0,-35 0 0 0,-12 0 0 0,-13 0 1 0,1 11 0 0,24-11-1 0,23 12-1 0,24-1 2 0,24-11-1 0,0 0 1 0,11 0-1 0,25-11 0 0,24 11 1 0,12 0-1 0,-2 0-1 0,-21 0 1 0,-13 0 0 0,-14 0 0 0,-9 0 1 0,-13 0-1 0,-23 0-1 0,-38 0 1 0,-21 11 0 0,-14 13 0 0,0-24 0 0,14 0-1 0,10 13 1 0,25-13 0 0,35 0-1 0,0 0 1 0,12 0-2 0,36 0 0 0,35-13 1 0,24 13 1 0,-11-12 0 0,-13 12-1 0,-11 0 1 0,11 0 0 0,-23 0 0 0,-1 0 0 0,-11 0 0 0,-13-12 0 0,-10 12 0 0,-13 0 0 0,12 0 0 0,-1 0 0 0,1 0 0 0,12 0 0 0,-12-11 1 0,-12 11-1 0,0-12 1 0,0 12-1 0,0 0 0 0,12 0-51 0,-12 0-49 0</inkml:trace>
  <inkml:trace contextRef="#ctx0" brushRef="#br0">19243 6502 56 0,'-11'-25'17'0,"-1"0"-5"0,12-9-4 0,12-3 6 0,12 14 0 0,23-1-10 0,13 24-2 0,-12 24 2 0,-13 36-1 0,-35 11-1 0,-35-12 0 0,10-23-1 0,2-13-1 0,23-23 4 0,23 0-1 0,37-59-1 0,36 0-4 0,-37 11 3 0,-23 13 0 0,-36 23 0 0,0 12-3 0,-36 0 1 0,0 35 1 0,0 13 1 0,25 0 0 0,35-13-4 0,35 25-98 0</inkml:trace>
  <inkml:trace contextRef="#ctx0" brushRef="#br0">19767 6775 77 0,'-11'0'4'0,"11"0"-8"0,24-36 19 0,-12 0 6 0,12 11-9 0,-13 4-6 0,-11 21 1 0,0 0 3 0,0 0-8 0,-11 21-1 0,11 52 0 0,11-2 0 0,13 1 1 0,-12-25-1 0,-12-34 6 0,-36-2 1 0,-24-11-5 0,24 0 1 0,25 0-37 0,11-11-85 0</inkml:trace>
  <inkml:trace contextRef="#ctx0" brushRef="#br0">19874 6477 65 0,'0'0'0'0,"0"0"32"0,0-12-16 0,0 24-94 0</inkml:trace>
  <inkml:trace contextRef="#ctx0" brushRef="#br0">19053 6167 24 0,'24'-12'27'0,"-24"1"-8"0,-24 11-9 0,-47 11-5 0,11 1-3 0,49 13 4 0,11 22-3 0,0 24 4 0,11 13-2 0,-11 11-4 0,0-11-2 0,0-25 7 0,24-13-3 0,60 15-30 0,-49-49-46 0</inkml:trace>
  <inkml:trace contextRef="#ctx0" brushRef="#br0">20089 6155 31 0,'0'-34'39'0,"36"21"-33"0,58 1-2 0,-33 0 4 0,-25 36-4 0,-13 12 3 0,-11 35 3 0,-12 11-6 0,12 15 0 0,12 11-3 0,12-14-1 0,-25-22 4 0,-11-25 5 0,-23 0 1 0,-37-22-3 0,-36 10-27 0,49-11-58 0</inkml:trace>
  <inkml:trace contextRef="#ctx0" brushRef="#br0">17195 7800 26 0,'0'0'0'0,"0"-25"39"0,0 13-20 0,0-1-8 0,13 2-6 0,22 11-3 0,37 0 0 0,35 11-1 0,24 2 0 0,0-1 1 0,-1 0-1 0,-23 1 2 0,-35-13 0 0,-48 11-2 0,-24-1 4 0,-24-20 0 0,-23-1-3 0,-14-2-1 0,-33 13 0 0,-37 13-1 0,-12-2 1 0,36-11 0 0,24-11-1 0,10-2 1 0,27 1 0 0,33 12 0 0,13 0-1 0,25-12 0 0,70-1-1 0,36 2 2 0,-1 11 0 0,15-12 0 0,-15 12 1 0,-35 0-1 0,-48 0 0 0,-35 0 0 0,-60 0 1 0,-70 12-2 0,-37-12 1 0,-23 11-1 0,-1 2 0 0,47-1 2 0,61-12-2 0,59 0 1 0,12 0-1 0,60 0 1 0,35-12-2 0,48-12 1 0,0 12 0 0,12 12 1 0,-12 0-1 0,-37 0 0 0,-46 0 0 0,-11 0 1 0,-38-11 0 0,-11 11 2 0,0 0 0 0,0 0-3 0,12 0 4 0,-12-13-3 0,0 13-1 0,11 0-6 0,2 24-50 0,-13-24 5 0</inkml:trace>
  <inkml:trace contextRef="#ctx0" brushRef="#br0">10587 7800 14 0,'-24'-25'58'0,"-1"0"-19"0,2-9-22 0,10 21-6 0,13 1-7 0,36 12-2 0,25 0 3 0,46 0-2 0,36 12-2 0,36 12 1 0,59-12 0 0,23-12-3 0,0 0 2 0,-21 0 0 0,-50 0-1 0,-24 0 3 0,-46 0 1 0,-49 0 0 0,-23 11-2 0,-36-11-1 0,0 0 2 0,-12-11 1 0,0 11-1 0,0-12-5 0,0 35-115 0</inkml:trace>
  <inkml:trace contextRef="#ctx0" brushRef="#br0">4704 7668 70 0,'0'0'0'0,"-12"0"15"0,24 0-7 0,36-12 5 0,11 1-4 0,13-2-7 0,-13 13 0 0,-36 0-17 0,-23 0-59 0</inkml:trace>
  <inkml:trace contextRef="#ctx0" brushRef="#br0">4633 7787 51 0,'-24'0'43'0,"12"13"-43"0,71-2 0 0,-11-11 5 0,47-36-7 0,-47 11-53 0</inkml:trace>
  <inkml:trace contextRef="#ctx0" brushRef="#br0">10420 14597 18 0,'0'0'32'0,"-12"-12"-11"0,12 12-11 0,0 36-2 0,-13 22 6 0,13 3-8 0,0-13-6 0,0 11-2 0,0-35-72 0</inkml:trace>
  <inkml:trace contextRef="#ctx0" brushRef="#br0">10277 15014 52 0,'0'12'6'0,"24"-12"11"0,34 0-7 0,14-12-7 0,-1 12-3 0,-35 0-47 0,-36 0 19 0</inkml:trace>
  <inkml:trace contextRef="#ctx0" brushRef="#br0">10182 15299 17 0,'-12'0'25'0,"12"-11"-4"0,12-1-14 0,-1 1 2 0,2-2-3 0,-1 1-3 0,-1 12-2 0,13 12 0 0,-24 12 0 0,0-12 0 0,0 11 0 0,0 2 1 0,-12-2 0 0,-11 1 0 0,-2 0-1 0,14-12 1 0,11-12 0 0,0 0 2 0,-12 0 2 0,12 0 0 0,36 0 4 0,-1-12-10 0,1 12-35 0,-24 0-43 0</inkml:trace>
  <inkml:trace contextRef="#ctx0" brushRef="#br0">10349 15347 26 0,'0'0'23'0,"0"12"-2"0,0-1-12 0,10 2-1 0,-10-1-3 0,0-12-2 0,0 12-1 0,0-12 4 0,13-24-4 0,-13 11-2 0,12-10 0 0,-1 23-1 0,2-11 1 0,10 11-1 0,-10 23 1 0,-13 1 0 0,12 0 1 0,0 0-78 0</inkml:trace>
  <inkml:trace contextRef="#ctx0" brushRef="#br0">23042 14180 56 0,'0'0'0'0,"0"-47"30"0,13 23-8 0,-13 12-4 0,0 24-15 0,0 1 2 0,11 10-3 0,2 25 0 0,-13 11-1 0,11-13 0 0,12-21 1 0,13-25 3 0,12-35-2 0,0-13-1 0,-12 12 0 0,-23-12 0 0,-2 14-1 0,1 21 1 0,-12 13 0 0,0 13-2 0,0 58-1 0,-12 47 0 0,-12 37-1 0,0-36 2 0,0-35 2 0,0-49 3 0,0-10 9 0,-23-25-3 0,-12-13-5 0,11-11-5 0,0 1-32 0,35-25-98 0</inkml:trace>
  <inkml:trace contextRef="#ctx0" brushRef="#br0">23185 13716 75 0,'0'-25'16'0,"0"25"-7"0,-11 50 19 0,-25-4-16 0,11-21 1 0,14-14 0 0,-1-47-4 0,24-23-7 0,24 11 0 0,-12 36-3 0,-1 24 1 0,1 24-1 0,0 12 2 0,0-25-2 0,0 2-33 0,0-25-89 0</inkml:trace>
  <inkml:trace contextRef="#ctx0" brushRef="#br0">23769 14180 96 0,'-12'-12'7'0,"12"0"42"0,72 1-44 0,10-1-3 0,2 12-19 0,-36 0-92 0</inkml:trace>
  <inkml:trace contextRef="#ctx0" brushRef="#br0">24341 14061 36 0,'12'-23'34'0,"-2"-14"-13"0,3 26 12 0,-13 35-21 0,0 23-5 0,0 1-5 0,12-1 0 0,24-35 2 0,24-12 0 0,11-46-2 0,-23-4-1 0,-13 16 1 0,-23 10 2 0,0 11 1 0,-12 2-3 0,12 47-3 0,-24 35-1 0,-12 36 0 0,12 24-1 0,0 0 1 0,1-23 1 0,-1-24 0 0,-12-38 3 0,1-21 2 0,-2-38 4 0,1-34-4 0,13-37-2 0,34 13-1 0,37-13-1 0,59 2-2 0,-25 57-1 0,-45 25 3 0,-26-12 1 0,-23 12 0 0,0 0-64 0</inkml:trace>
  <inkml:trace contextRef="#ctx0" brushRef="#br0">10253 14729 5 0,'12'-13'19'0,"0"1"2"0,0 0-9 0,37-1-4 0,-3-8-3 0,1 21-2 0,-34 0 2 0,-13 0 4 0,-24 21-2 0,-37 29-4 0,3-3-3 0,-2-23 1 0,48-1 0 0,12-23-1 0,36-12 2 0,37-23-1 0,-27 22 0 0,1 13-1 0,-47 25 3 0,-11 10 4 0,-37 13-3 0,-23 11-4 0,23-23 0 0,24-13 0 0,24-23 0 0,60 0 1 0,10-23 0 0,2 12-2 0,-35 11 1 0,-14 11 1 0,-46 25 1 0,-61 12 0 0,-35 23-1 0,36-23-1 0,58-25 0 0,50-11 0 0,58-24 1 0,11-23 0 0,-33 11-1 0,-13 24 0 0,-36 0 1 0,-61 36 2 0,-44 10-2 0,-27 15 0 0,72-26-1 0,60-23 0 0,47-12 0 0,49-24 1 0,-13 13-1 0,-48 11 0 0,-36 23-1 0,-45 13 2 0,-62 12 0 0,1-2-1 0,24-9 0 0,22-13 1 0,62-12-31 0,-1-12-49 0</inkml:trace>
  <inkml:trace contextRef="#ctx0" brushRef="#br0">22685 13907 22 0,'-12'-11'14'0,"-11"11"2"0,-25 0-5 0,-1 11-3 0,15-11 0 0,10 10-1 0,0-10 0 0,12 13-4 0,12-1-2 0,-13 0 1 0,2 35 1 0,11 1 1 0,-12 25-1 0,12-2-1 0,-13 13 2 0,3-13-1 0,-2 0-1 0,12-12-1 0,0-11 0 0,-12 0 0 0,12-14 0 0,12-9 0 0,0 11 0 0,11-26 1 0,0 3 0 0,13-13-1 0,13 0 0 0,-14 12 0 0,1-12-31 0,-36 25-53 0</inkml:trace>
  <inkml:trace contextRef="#ctx0" brushRef="#br0">24984 13704 14 0,'0'0'0'0,"-12"-13"23"0,12 13-3 0,0-11-3 0,-13 11-12 0,38 0-2 0,34 0 2 0,2 0 0 0,-27 0 1 0,-11 0-2 0,-23 0-1 0,13 0 0 0,-1 11 0 0,0 2-2 0,0-1-1 0,0 13 0 0,0 9 0 0,0 14 0 0,-12 12-1 0,12 11 1 0,-12-11 0 0,10 11-1 0,-10 0 1 0,0-11 0 0,0-12 1 0,0 11-1 0,0-11 1 0,0 0-1 0,0-25 0 0,0 1 1 0,13 0 0 0,-13-11-1 0,0-2 0 0,0-11 1 0,0 0 3 0,-35 12-2 0,-37-1-1 0,13 1 2 0,23 0-2 0,24-12 0 0,12 13-1 0,0-13 0 0,0 0 1 0,-12 0-1 0,12 11 1 0,-12-11-1 0,12 0 0 0,0 0 0 0,-12 12-2 0,12-12-3 0,-12 0-6 0,12 0-38 0,0 0 3 0</inkml:trace>
  <inkml:trace contextRef="#ctx0" brushRef="#br0">4264 16193 46 0,'0'-12'26'0,"-48"24"-18"0,-190 48 3 0,177-60 0 0,50-13-1 0,-1 1-1 0,12 12-7 0,12 12-2 0,-12 60 2 0,0 35 0 0,0 24-1 0,11 12 3 0,25 11-4 0,-23-23 1 0,-1 11-2 0,-12-34 2 0,12-36-1 0,-12-26 0 0,23 4-2 0,-12-16 2 0,14-9 0 0,-1-25 3 0,12 0-2 0,23-25 2 0,12 2-1 0,-23 23-24 0,-24 48-86 0</inkml:trace>
  <inkml:trace contextRef="#ctx0" brushRef="#br0">20339 16050 33 0,'0'0'6'0,"-23"-12"21"0,11 1-1 0,12-2-13 0,35 13-9 0,37 0-1 0,47 13 1 0,-36-2-2 0,-24-11 2 0,-23-11 2 0,-36 11 2 0,13-13-4 0,-2 13-2 0,-11 0-1 0,13 24-1 0,-2 23 0 0,-11 37 0 0,0 11 0 0,0 12 0 0,0 12 1 0,0 12 3 0,-11-13-1 0,11-10-3 0,11 0 0 0,-11-25-1 0,12-12 1 0,-24-10-1 0,12-3 1 0,23-22-1 0,-23-12 2 0,0-12 0 0,0 0 0 0,0-12 3 0,-23 0 3 0,-48 0-4 0,-48 0 1 0,12 0-1 0,82 0-4 0,38 0-73 0,-13 0-11 0</inkml:trace>
  <inkml:trace contextRef="#ctx0" brushRef="#br0">15850 17300 9 0,'-71'-12'23'0,"11"12"-7"0,24 0-1 0,36 0-10 0,12 12-2 0,72-12 3 0,94 0 4 0,25 0-6 0,-37 0-1 0,-58 0-1 0,-86 0 3 0,-32 0 11 0,-14-12-15 0,-60 12-1 0,-59 0 1 0,-11 12 1 0,35-12-1 0,59-25 0 0,48 25 1 0,12 0-2 0,36-11-1 0,59 11-1 0,-1 0 1 0,-45 11 1 0,-37-11-1 0,-12 0 1 0,0 0 0 0,0 0 0 0,0 0-3 0,0 0 3 0,-12 13-1 0,-1-13 1 0,-10 0 1 0,-1 12-2 0,-11-12 1 0,10 12 0 0,-11-12 0 0,13 12 0 0,10-12 0 0,13 0-3 0,72 0 1 0,71 0 2 0,36 0-2 0,-36 12 4 0,-59-12-3 0,-60 0 2 0,-24 0 1 0,0 0-4 0,0 0-54 0,0 10 5 0</inkml:trace>
  <inkml:trace contextRef="#ctx0" brushRef="#br0">17589 17383 12 0,'-13'0'9'0,"2"-12"12"0,-1 0 3 0,12 12-13 0,12 0-9 0,83-13-1 0,36 13 2 0,-24-10 0 0,-59-2 0 0,-37 12 7 0,-11 0-3 0,-11 0-5 0,-60 0-1 0,-37 0-1 0,1 12 0 0,23-2 1 0,37-10-1 0,24 0 0 0,10 0-1 0,49 0 1 0,59 0 0 0,13 0-1 0,-26 0 0 0,-57 0 1 0,-25 0 1 0,-12 0 2 0,-37 0-4 0,-45 0 2 0,-37 0-1 0,47 13 0 0,37-1 0 0,35-12 0 0,12 0-1 0,48 0 1 0,70-12 0 0,27 12-1 0,-63 0 0 0,-46 0 1 0,-36 0 0 0,12 0 1 0,0 0 0 0,0 0-1 0,-2 0 0 0,-10 0 1 0,0 0-1 0,0 0 0 0,0 0 0 0,0 0 0 0,-10 12-75 0,10-12 49 0</inkml:trace>
  <inkml:trace contextRef="#ctx0" brushRef="#br0">2537 16990 56 0,'-72'-25'19'0,"13"25"-3"0,23 13-3 0,36-13-8 0,95 0 5 0,60-13-6 0,12 26-3 0,-24-1 1 0,-48-12 0 0,-59 0 2 0,-24-25 3 0,-12 15-10 0,-12-14-46 0,-1 12-25 0</inkml:trace>
  <inkml:trace contextRef="#ctx0" brushRef="#br0">2740 16883 55 0,'-13'0'7'0,"-11"-12"18"0,13 1-1 0,22 11-17 0,26 11-1 0,46-11 1 0,0 12-5 0,-13-24 1 0,2 12-2 0,-35 12 2 0,-14 12-2 0,-12-12 3 0,-11-12-3 0,0 36 3 0,-11 35-1 0,-24-11 1 0,-26-13 1 0,25-10-1 0,14-3-4 0,10-22 3 0,12 0-2 0,0-12 2 0,0-12 4 0,-12 12-5 0,0 0 0 0,12 0-2 0,0 0 0 0,0 0 0 0,-12 12 0 0,12-12 0 0,-24 0 0 0,12 0 0 0,12 0 1 0,0 13-2 0,0-2 1 0,0-11 0 0,0 0 0 0,0 0 0 0,0 12-1 0,0-12 2 0,0 0-4 0,0 0 3 0,0 0 0 0,12 0-19 0,-12 0-4 0,-24-23-61 0,12 23 47 0</inkml:trace>
  <inkml:trace contextRef="#ctx0" brushRef="#br0">2823 14884 11 0,'0'-13'9'0,"-24"13"9"0,12 0 4 0,-1-12-11 0,26 12 11 0,-1 0-19 0,24 0 1 0,-1 0-1 0,1 0-2 0,24 0 0 0,-14 0 1 0,3 0 1 0,-13 0 0 0,-14 0-3 0,14 0 2 0,-11 0-2 0,-14 0 0 0,25 0 2 0,0 0-1 0,1 0 0 0,-26-12 0 0,12 12 0 0,2 0-1 0,-14 0 0 0,-11 0 1 0,0 0-13 0,12-13-78 0</inkml:trace>
  <inkml:trace contextRef="#ctx0" brushRef="#br0">3216 14692 21 0,'0'0'12'0,"-12"-13"14"0,-1 13-5 0,13 0-4 0,0 0-8 0,13 13-8 0,10 11 0 0,1 0-1 0,0-1 0 0,12 2 1 0,-24-13-1 0,12-1 1 0,-12 1 0 0,-12 12 0 0,0-12 3 0,-36 24-1 0,13-1-3 0,-2-10 1 0,-11 9-1 0,24-9 1 0,1-1-1 0,-1-2 0 0,12-22 0 0,0 0 2 0,0 0-17 0,-13 13-72 0</inkml:trace>
  <inkml:trace contextRef="#ctx0" brushRef="#br0">15444 15288 0 0,'13'0'0'0,"-13"-12"14"0,0 12 7 0,0 0-4 0,0 0-3 0,-13-11-3 0,13 11-1 0,0 0-1 0,13 0 30 0,35 0-39 0,47 0 0 0,24 0 0 0,-36 0 1 0,-35 11 0 0,-24-11-1 0,0 12 3 0,0-12 0 0,-14-12 0 0,-10 12 1 0,0 0-56 0,0 12-31 0</inkml:trace>
  <inkml:trace contextRef="#ctx0" brushRef="#br0">17148 15370 9 0,'-24'-11'22'0,"-12"-1"-1"0,25 1-3 0,-1 11-4 0,-1-13-1 0,2 13-2 0,-1 0-4 0,12 0-4 0,0 0-2 0,23 0 2 0,61 0-2 0,11 0 0 0,13 0-1 0,11 0 0 0,-24 0 1 0,-47 0-1 0,11 0 1 0,-11 0 0 0,-35 0 2 0,10 0-1 0,-12-12-1 0,1 12-1 0,-12 0 1 0,11 12 0 0,-11-12 2 0,0 0-3 0,0 0 0 0,0 0 5 0,0-12-7 0,0 12-35 0,0-12-48 0</inkml:trace>
  <inkml:trace contextRef="#ctx0" brushRef="#br0">8932 14561 10 0,'0'0'0'0,"-12"-12"30"0,12 0-17 0,-11-11-5 0,-14-1-1 0,13 0 2 0,-12 11-1 0,-35-10 2 0,34 23-6 0,-22 0-3 0,11 12 0 0,-11 12 1 0,11 0 0 0,0 12-1 0,1-1 0 0,11 25 0 0,0-2 1 0,12 3-2 0,12 10 1 0,12-11 0 0,0-1-4 0,24 0 4 0,-14 2-1 0,3-14 1 0,11-23 1 0,11-1 0 0,13-10-1 0,-13-13 1 0,13 0 0 0,0-24-1 0,-12 12 1 0,-1-12-2 0,-11-13 1 0,0 3 1 0,-1-3 0 0,-12 3-1 0,-10-14 1 0,-1 0 1 0,-12 12 0 0,0-24-1 0,0 1-1 0,-12 0 1 0,-1 11 0 0,2 0 0 0,-14 13 2 0,3-13-2 0,-2 1-1 0,-12-1 1 0,11 25 1 0,-21-14-2 0,-2 24 0 0,0-8 1 0,1 21-2 0,11 0 1 0,12 0-1 0,-1 0 0 0,3 11 0 0,-2-11 0 0,12 10 1 0,12-10-15 0,0 13-104 0</inkml:trace>
  <inkml:trace contextRef="#ctx0" brushRef="#br0">1513 14930 35 0,'-24'-23'23'0,"24"-13"-20"0,0 24-2 0,12 12-3 0,0 25 1 0,1 21 0 0,8 2 2 0,4 12-1 0,-1-1 1 0,-24-12-2 0,12-22 2 0,12-25 3 0,70-96-2 0,110-59-3 0,9 13 0 0,-70 45 0 0,-71 39 1 0,-24 34 3 0,-36 1-1 0,1 10-2 0,-2 1 1 0,-1 12-4 0,3 12-39 0</inkml:trace>
  <inkml:trace contextRef="#ctx0" brushRef="#br0">1465 17264 18 0,'-12'-23'23'0,"12"10"-4"0,0 1-1 0,0 0 1 0,12 24-9 0,0 0-7 0,0 1-3 0,25 21 0 0,-16 15 2 0,4-2-2 0,-1 1-1 0,-1 0 0 0,-10-14 1 0,-1-9 0 0,0-13 1 0,0-12 2 0,10-12 6 0,86-107 2 0,71-24-4 0,12-12-2 0,-48 61-3 0,-48 22 0 0,-59 48-3 0,-26 12 2 0,3 12 0 0,-13 0 1 0,12-13-1 0,-12 13 2 0,0-11-3 0,0 11 2 0,11-12-2 0,-11-12-35 0,-11 24-77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12348 4655 5 0,'-11'0'3'0,"-1"-12"3"0,-1 0-7 0,-9 12 2 0,-2-11 1 0,-24 11-2 0,-22 11 0 0,-15 1 1 0,-11 0-1 0,2 12-1 0,-13-12 4 0,-24 24-2 0,11 10-1 0,1 4 2 0,0-16 1 0,0 14-4 0,0-12 2 0,-12 24 0 0,-1-1-2 0,14 14 2 0,-13-2 2 0,-1 11-3 0,2 2 0 0,11-1 1 0,12-1-1 0,0 15 0 0,12-14-1 0,-1 13 4 0,1 9-2 0,0 4 0 0,23-2-2 0,25 0 1 0,-13 1 1 0,1-3-1 0,34 16-1 0,2 21 1 0,10-24-1 0,13-22 1 0,0-12-1 0,13-13 1 0,10 1-1 0,37-37 3 0,24 1-1 0,10-24 4 0,13 0-4 0,25-12-1 0,-1 0-1 0,23 0 2 0,14-24 1 0,9-23-1 0,2-1 0 0,12-25-1 0,24 27 1 0,-1-2-2 0,-1-34 1 0,-9-39-1 0,-14 3 3 0,25-24-1 0,-26 10-2 0,-10 25-1 0,-47-1 3 0,23-22 0 0,-12 0 0 0,-13 9-2 0,-23 14 1 0,-23 12-1 0,-2-13 2 0,15-34 0 0,-15 35 1 0,-33 12 0 0,-37 11 3 0,-12-24-4 0,0 3 0 0,-25 34 0 0,-11-2 1 0,-46 14 1 0,-25-14-3 0,-13 27 2 0,13 21-1 0,-24 2 0 0,-25 23 0 0,-33 0-1 0,-49 36 1 0,-36 72-3 0,-107 81-57 0</inkml:trace>
  <inkml:trace contextRef="#ctx0" brushRef="#br0">3871 10454 69 0,'0'0'5'0,"0"24"0"0,0-14 19 0,10 27-8 0,3 10-12 0,10 1-3 0,2-25 2 0,-1-10 1 0,12-37 3 0,47-36-3 0,37-11-1 0,46-24-1 0,13 1 0 0,-61 21-1 0,-46 25 0 0,-47 37 1 0,-25-1-1 0,0 12-3 0,34 0-95 0</inkml:trace>
  <inkml:trace contextRef="#ctx0" brushRef="#br0">3715 13134 34 0,'0'0'7'0,"-11"-13"37"0,11 26-23 0,11 33-16 0,14-10 1 0,-25 24 1 0,11-13-2 0,13-23-2 0,48-36 3 0,34-59-3 0,37-13 4 0,13-23-3 0,-25 13 2 0,-24 44 2 0,-71 27-6 0,-25 23-1 0,-11 12-13 0,0-1-93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15791 4501 8 0,'0'-12'18'0,"0"-1"0"0,0 2-13 0,0 11-5 0,23 11 2 0,1-11-1 0,36 13 6 0,23-13-2 0,11 0-1 0,3 12-6 0,-26 0 0 0,12-1 3 0,13 1-1 0,-1-12 1 0,0 11 3 0,0-11-2 0,1 0-1 0,-1 13-1 0,-13-13 0 0,3 0 1 0,-2 0-2 0,0 0 1 0,1 12 0 0,11-12 0 0,12 0 1 0,-12 12 0 0,25-12 1 0,-13 0 0 0,0 13-1 0,0-13-1 0,-12 0-1 0,1 0 2 0,11 0 1 0,0 0-1 0,12 0 0 0,-24 0-1 0,13 11 1 0,-1-11-1 0,-12 12-1 0,12-12 2 0,-25 0 0 0,3 11-1 0,-2-11 1 0,12 0-1 0,-11 0 1 0,-1 0-2 0,1 0 1 0,-25 0-1 0,-36 0 2 0,2-11-1 0,-1 11 0 0,0 0 0 0,23 0 1 0,1-12-1 0,-1 1 0 0,-11 11 0 0,1 11 1 0,-26-11 0 0,1-11 4 0,-1 11-3 0,1 0-2 0,-1 0 1 0,14 0-1 0,-14 0 0 0,2 0 1 0,-13 0-1 0,12 0 1 0,0 0-1 0,0 0-1 0,-12 11-29 0</inkml:trace>
  <inkml:trace contextRef="#ctx0" brushRef="#br0">1775 4857 13 0,'0'0'0'0,"-13"0"13"0,13 0 4 0,0 0-9 0,0 0-6 0,0-11 6 0,-11 11 1 0,-1-12-1 0,-12 12-2 0,12 12-3 0,-1 12-3 0,-9-12 1 0,10 23 0 0,-12 13 0 0,0-1 2 0,24 1-1 0,11-12 1 0,2-12-1 0,23 0 0 0,-25-14-1 0,13 3-1 0,-1-1 1 0,13 0 0 0,-11-12 0 0,-14 0 0 0,-11 13 0 0,0-13 2 0,-23 0-1 0,-13 11-1 0,12-11-1 0,-1-11 1 0,3-26 0 0,10 3-1 0,0-16 0 0,12 27 0 0,0-1-1 0,24-11 1 0,-2-1-1 0,14 24 1 0,-23-13 0 0,10 14 1 0,-10-1-1 0,-13 12 0 0,12-11 1 0,-1-1-1 0,-11 0 1 0,0 12 1 0,0 0 1 0,-23 0-3 0,-1 0 0 0,-1 12 0 0,2 11 0 0,-1 0 0 0,13 27 0 0,-13-4 1 0,24-10-1 0,12 0 1 0,22-12-1 0,15 0 1 0,-1-14-3 0,23-10-72 0,-47 0 41 0</inkml:trace>
  <inkml:trace contextRef="#ctx0" brushRef="#br0">9241 5393 7 0,'-12'0'16'0,"12"0"-10"0,0-11-6 0,0 11 12 0,12-12 8 0,-12 12-12 0,11 0 15 0,2 0-18 0,10 0-3 0,25 12-1 0,12-12-1 0,-12 11 1 0,-2-11 0 0,-10 0 0 0,-11 0 0 0,-13 0 0 0,-12 0 0 0,0 0 1 0,-24 12-1 0,-12-12 0 0,-13 0-1 0,15 0 1 0,-2 12-1 0,12-12 0 0,12 13 0 0,12-13 1 0,24 0-1 0,36 0 1 0,-2-13 0 0,3 13-1 0,-15-12 1 0,-10 0 1 0,-36 12 1 0,0 0 2 0,0 0-2 0,-11 0-3 0,-1 0 1 0,-12 0-1 0,-23 0 0 0,-13 24 0 0,1-11 0 0,11-13 0 0,24 0 1 0,12 0-1 0,0 0 0 0,24 0 0 0,12 0 0 0,12 0 0 0,0 0 0 0,-1 0 0 0,-12 0 1 0,-46-13 1 0,-12 13-2 0,-49 13 0 0,24-13 0 0,13 0 0 0,24 11 0 0,-2-11 0 0,13 0 0 0,12 0 1 0,0 0-2 0,37-11 1 0,10-2 0 0,24 13 1 0,25-12-1 0,-38 0-1 0,-9 1 1 0,-2 11 0 0,-23 0 1 0,-12 0 0 0,-12-12 3 0,-12 12-4 0,-1-11 0 0,2 11 0 0,-12 0 0 0,-1 11 0 0,0-11 0 0,-12 0 1 0,24 0-1 0,-1 0 0 0,3 0 0 0,-2 0 0 0,0 0 1 0,0 0-1 0,12 0-1 0,0 0 2 0,0 0-2 0,0 0 0 0,12 12-96 0</inkml:trace>
  <inkml:trace contextRef="#ctx0" brushRef="#br0">10444 5359 0 0,'0'0'6'0,"0"0"35"0,0-13-14 0,-13 13-16 0,13 0-1 0,13 0-6 0,-13 0-4 0,24 0 4 0,-1 0 0 0,24-12 0 0,25 12-2 0,1-12-2 0,-3 12 1 0,-10 0 0 0,0 0 0 0,11 0 0 0,0 12 0 0,1-12 2 0,-1 0-1 0,-11 0 1 0,22 0-2 0,3 0-3 0,-14 0 1 0,0 12 1 0,-10-12 0 0,-2 0 2 0,-24 0-1 0,-11 0 1 0,0 0-2 0,-12 0 2 0,12 0-1 0,-12 0 0 0,-2 0 1 0,-10 0-1 0,0 0 0 0,13 0 2 0,-13 0-1 0,0-12-1 0,12 12-23 0,-12 0-48 0</inkml:trace>
  <inkml:trace contextRef="#ctx0" brushRef="#br0">12956 6108 12 0,'0'0'14'0,"0"-12"27"0,0 12-38 0,0 0-3 0,-12 0 5 0,1 0 8 0,-1-12-2 0,-1 12-9 0,26-13 0 0,22 13-1 0,26 0-1 0,-2 0 0 0,-12 0 0 0,-11 0 1 0,-24 0-1 0,-12-11 16 0,-24 11-15 0,-36 0 1 0,1 11-2 0,11-11 0 0,24 0 0 0,12 0 0 0,24 0 1 0,12 0 0 0,13 0-1 0,-3 0-2 0,-21 25-81 0</inkml:trace>
  <inkml:trace contextRef="#ctx0" brushRef="#br0">584 6954 15 0,'-24'0'34'0,"24"-13"-24"0,0 1 10 0,12 12-9 0,12 0-9 0,12 0-1 0,-1 0 0 0,1 12 3 0,12-12 2 0,11 0-2 0,1 0 1 0,-13 0-2 0,13 0-2 0,-1 0 1 0,1 0-1 0,10 0 0 0,2-12 0 0,12 0 0 0,0 12 1 0,23 0-1 0,-1-11 3 0,1-1-1 0,1 1-3 0,-1 11 2 0,59 11 1 0,-70-11-2 0,12 0 1 0,12 0-3 0,-2 0 3 0,0 0 1 0,2-24-1 0,11 12 0 0,-1 12-2 0,2 0-1 0,-12 0 2 0,-2 0 1 0,13 0-2 0,-12-12 1 0,0 12-1 0,-12 12-1 0,-11-12 1 0,-26 0 2 0,14 0-1 0,-12 12 1 0,10-12-2 0,-9 0 2 0,-3 0-1 0,2 0-1 0,-1 13-1 0,-10-13 0 0,10 11 2 0,-1-11 0 0,2 0-1 0,-1 0 1 0,1 0-2 0,0 12 3 0,-1-12-3 0,-23 0 4 0,0 0-5 0,-12 0 4 0,11 0-4 0,-24 11 2 0,2-11 2 0,-14-11 4 0,-11 11-1 0,0-12-4 0,13 12-20 0,11 0-105 0</inkml:trace>
  <inkml:trace contextRef="#ctx0" brushRef="#br0">13051 6822 20 0,'-11'0'20'0,"-37"0"11"0,12 0-13 0,13 0-3 0,-2 0-4 0,14-23 2 0,11 23-4 0,0 0-5 0,24 0-2 0,11 0 0 0,37 0 4 0,35 0-3 0,24 0-2 0,12 0-2 0,-12 0 1 0,-24 11 0 0,-24 1 1 0,-36-1 0 0,-22-11 3 0,-25 0 4 0,0 0 6 0,24 13-51 0,-24-1-53 0</inkml:trace>
  <inkml:trace contextRef="#ctx0" brushRef="#br0">10050 7800 8 0,'-11'0'21'0,"-1"0"-12"0,-12 0 8 0,12 0-6 0,12-13 9 0,0 1-4 0,12 12-9 0,24-12-3 0,35-1 1 0,25 13-3 0,23 0 1 0,12-11 1 0,23-1-2 0,1 12 0 0,-12 12 1 0,11-1-2 0,-22-11-1 0,-1 0-1 0,-13 0 2 0,14-11 0 0,-13 11 0 0,0-12 0 0,12 1 0 0,0 11-1 0,-1 0-1 0,-10-13 0 0,-13 13 1 0,1-12 0 0,-1 12 1 0,-12 0-1 0,-1 0 0 0,-9 12 0 0,-14-12-1 0,13 0 0 0,-50 0 2 0,-21 0 5 0,-1-12 5 0,0-11-6 0,0 11-4 0,0 12-44 0,-12 0-17 0</inkml:trace>
  <inkml:trace contextRef="#ctx0" brushRef="#br0">7252 9894 65 0,'-23'-36'22'0,"23"13"-12"0,0-2 5 0,0 62 3 0,0 34-10 0,12 0-6 0,10-11 0 0,3-23 1 0,22-37 0 0,1-50-3 0,-12-21-1 0,0 12-4 0,-13 11 4 0,2 0 1 0,-25 25 0 0,0-1 1 0,0 37-5 0,0 21 3 0,0 50 4 0,11 47 4 0,25 48-4 0,-12 59-2 0,-12-37-1 0,-12-57 0 0,-36-49 2 0,-23-35 2 0,-1-60 1 0,12-48 1 0,36-59-3 0,12-24-2 0,36-37 0 0,35 50-2 0,25 23-36 0,-26 36-71 0</inkml:trace>
  <inkml:trace contextRef="#ctx0" brushRef="#br0">7955 9906 100 0,'0'-25'7'0,"70"2"-6"0,-21 12-2 0,11 11-74 0</inkml:trace>
  <inkml:trace contextRef="#ctx0" brushRef="#br0">7859 10061 134 0,'-23'0'3'0,"-24"36"4"0,106-47-2 0,36-26-4 0,23 13-19 0,-33 12-83 0</inkml:trace>
  <inkml:trace contextRef="#ctx0" brushRef="#br0">8503 9621 64 0,'-24'-13'17'0,"24"-11"-13"0,24 13-3 0,0-12 6 0,-12 10 7 0,34-11-7 0,15 24-3 0,-2 12 2 0,-11 36 0 0,-37 0-1 0,-34-1 3 0,-37-10-3 0,25-16-3 0,46-8-2 0,37 47-1 0,36 11 1 0,-25 1-1 0,-71-25 6 0,-71-23 5 0,-13-12-7 0,37-12-21 0,46-12-103 0</inkml:trace>
  <inkml:trace contextRef="#ctx0" brushRef="#br0">9051 9823 157 0,'-12'-24'5'0,"-24"1"-3"0,36 10-16 0,0 26-53 0,0-13 24 0</inkml:trace>
  <inkml:trace contextRef="#ctx0" brushRef="#br0">9396 9537 76 0,'0'-12'15'0,"-12"12"1"0,0 0 4 0,0 0-5 0,0 25-10 0,24 9-4 0,24 3 0 0,0 10 0 0,-1 1-1 0,-12-13 5 0,-23-10 4 0,-11-2-5 0,-36 1-21 0,-25-12-56 0,60-12 27 0</inkml:trace>
  <inkml:trace contextRef="#ctx0" brushRef="#br0">9384 9537 106 0,'0'-12'7'0,"12"-59"6"0,82-1-12 0,2 35-51 0,-85 37 5 0</inkml:trace>
  <inkml:trace contextRef="#ctx0" brushRef="#br0">10063 9608 111 0,'-49'-12'6'0,"49"0"0"0,156-35 4 0,-49 35-6 0,-12 0-8 0,-47-1-109 0</inkml:trace>
  <inkml:trace contextRef="#ctx0" brushRef="#br0">10289 9345 140 0,'0'0'0'0,"-71"37"12"0,82 58-10 0,37-11-1 0,-12-13-10 0,0 2-105 0</inkml:trace>
  <inkml:trace contextRef="#ctx0" brushRef="#br0">10706 9370 64 0,'0'0'0'0,"0"-46"38"0,24 57-35 0,-12 60 22 0,-24 23-12 0,35-10-10 0,25-24 0 0,24-24-1 0,-1-48 2 0,-11-60-1 0,-36-35 0 0,-72-24-1 0,-49 47-1 0,15 84-13 0,34 37-108 0</inkml:trace>
  <inkml:trace contextRef="#ctx0" brushRef="#br0">11218 9395 149 0,'-48'-50'21'0,"72"29"-28"0,36 8-123 0</inkml:trace>
  <inkml:trace contextRef="#ctx0" brushRef="#br0">11824 9180 80 0,'0'0'0'0,"-23"-61"30"0,23 27-27 0,-13 10-2 0,-33 0 0 0,10 24 0 0,-12 0-1 0,-11 24-1 0,48 34 1 0,22 15 0 0,60 22-1 0,1 0 0 0,-60-23 1 0,-48-37 4 0,-60-24 21 0,37-57-6 0,47-50-16 0,96-11-45 0,-1 71-51 0</inkml:trace>
  <inkml:trace contextRef="#ctx0" brushRef="#br0">11992 9192 81 0,'-12'-36'20'0,"48"24"-16"0,35 0-3 0,-23 12 7 0,-12 48 7 0,-36 12-6 0,-12-1-4 0,-24-34 0 0,36-14 1 0,12-35-3 0,35-36-5 0,13-22-2 0,-24 32 2 0,-48 50 0 0,-36 25 7 0,24 34 2 0,35 12-3 0,74-34-1 0,9-24-1 0,-46-13-2 0,-71 0-83 0,11 0 29 0</inkml:trace>
  <inkml:trace contextRef="#ctx0" brushRef="#br0">8670 10775 16 0,'0'0'14'0,"0"-36"15"0,-13 13-20 0,13-13-3 0,13-1 2 0,9 3 8 0,-22 10 7 0,0 24-3 0,0 0-16 0,0 12 1 0,13 23 4 0,-1 13-3 0,-12 11-4 0,11 0-1 0,-11-9-1 0,13-29 2 0,-13-21 1 0,0 0 4 0,12-46-6 0,12-13-1 0,-1 22 0 0,1 3 0 0,-12 9 0 0,0 25-5 0,12 48 3 0,59 59 3 0,-35-95-2 0,0-12 2 0,-26-60 2 0,-22-35-1 0,-22 24 0 0,10 47-3 0,0 24-68 0,36 12-16 0</inkml:trace>
  <inkml:trace contextRef="#ctx0" brushRef="#br0">9324 10764 69 0,'0'0'4'0,"0"0"9"0,0 11 19 0,0 1-18 0,12 36-5 0,12-35-3 0,0-2-2 0,36-22 6 0,-50-14-6 0,-10-11 2 0,0 0 8 0,-22 12-5 0,-2 1-5 0,-12 23-3 0,12 0-2 0,-23 47-22 0,11 84-127 0</inkml:trace>
  <inkml:trace contextRef="#ctx0" brushRef="#br0">10944 10216 5 0,'0'0'0'0,"0"0"20"0,0-12 7 0,0-1-6 0,0 13-10 0,11-11-9 0,2 11-1 0,-13 0 9 0,12 0 13 0,-12 11-20 0,24 26-1 0,-24 22 2 0,11-11-2 0,2 0 0 0,-2-14 0 0,-11-21 0 0,0-13 6 0,0-13-3 0,12-21-5 0,-1-14 2 0,14 25-2 0,-1-14 0 0,-12 24 0 0,-1 13-3 0,1 25 4 0,12 11-2 0,0-13 1 0,12 1 0 0,0 0 1 0,-13-24 0 0,1-11-3 0,-1-14 1 0,2-10 1 0,-25-13 0 0,0 12 1 0,-12 1-1 0,-12-1-1 0,-12 36 0 0,13 0 1 0,0 0 1 0,23 23 0 0,0-10 0 0,34-1-5 0,14 0-36 0,-12-1-38 0</inkml:trace>
  <inkml:trace contextRef="#ctx0" brushRef="#br0">11647 10442 71 0,'0'0'4'0,"0"-25"5"0,0 14 19 0,0-1 0 0,0-12-8 0,0 12-10 0,-12 0-9 0,12 12 2 0,0 0 3 0,12 0-5 0,-1 48 1 0,13 25 0 0,0-2-1 0,0-24 1 0,-24-23 0 0,0-13 4 0,0-22 1 0,0-1-22 0,0 12-139 0</inkml:trace>
  <inkml:trace contextRef="#ctx0" brushRef="#br0">8966 11966 49 0,'0'-12'10'0,"0"-1"-8"0,37-21 7 0,-13 9 2 0,-12 13 7 0,-12 49 12 0,-12 22-9 0,-12-13-6 0,12 15-11 0,0 22-2 0,-35 12-1 0,-25-11 1 0,24-47 1 0,13-26 4 0,11-59-5 0,-1-24-4 0,14 26 1 0,-1 21 1 0,24 0-1 0,12 14 1 0,35 11 1 0,1 36 0 0,0 23 1 0,-14 1 1 0,-33 1-2 0,-1-40-2 0,12 4-11 0,0-25-51 0,-12-25-26 0</inkml:trace>
  <inkml:trace contextRef="#ctx0" brushRef="#br0">9360 12085 104 0,'0'0'4'0,"0"-12"-3"0,48 1 0 0,11-14 1 0,25 13-1 0,-13-11-31 0,-35 23-35 0</inkml:trace>
  <inkml:trace contextRef="#ctx0" brushRef="#br0">9454 12180 17 0,'-22'12'16'0,"10"0"15"0,24-24-18 0,46-13-7 0,27 2-5 0,9-12-24 0,-22 22-31 0</inkml:trace>
  <inkml:trace contextRef="#ctx0" brushRef="#br0">10099 11954 42 0,'0'0'0'0,"0"-36"25"0,0 0-4 0,-13 36-8 0,2 25-6 0,-14 34 4 0,14 12-7 0,22-12-2 0,25-11-2 0,24-25 2 0,0-46 0 0,-13-25 3 0,-23-46-3 0,-36-14 1 0,-24 37 2 0,0 47-4 0,-11 36-14 0,-13 13-54 0,60-14 13 0</inkml:trace>
  <inkml:trace contextRef="#ctx0" brushRef="#br0">10646 11907 115 0,'-12'0'8'0,"12"-13"14"0,0-11-8 0,0 24-14 0,0 0-81 0,-12 0 16 0</inkml:trace>
  <inkml:trace contextRef="#ctx0" brushRef="#br0">10849 11692 94 0,'-24'-11'9'0,"24"-14"3"0,12 0 0 0,24 4-7 0,10 8 0 0,3 13-3 0,-2 24-1 0,-11 23 0 0,-25 0 2 0,2-10 0 0,-26 10 0 0,-34 1-1 0,0-1 0 0,11 0-1 0,0-22 0 0,23 0 0 0,3-25 0 0,20 0 0 0,75-25 0 0,58-11 0 0,-11 13-1 0,-62 10 0 0,-47 13-1 0,-34 0-1 0,11 13-67 0,-12-2-6 0</inkml:trace>
  <inkml:trace contextRef="#ctx0" brushRef="#br0">8741 13239 30 0,'0'-11'17'0,"-13"-12"9"0,2-14 8 0,22 14-20 0,50 12-8 0,22 32-1 0,-12 29-1 0,-48-3-5 0,-34 11 3 0,-24-8 2 0,11-16-2 0,12-34 1 0,12 0-1 0,0-23-3 0,36-25 1 0,-1-23 1 0,25-1-1 0,-12 26-1 0,-48 33 2 0,-24 47 1 0,-36 39 2 0,47-14-4 0,38-23-1 0,35-12-7 0,23-24-71 0,-59 0 33 0</inkml:trace>
  <inkml:trace contextRef="#ctx0" brushRef="#br0">9467 13394 52 0,'-13'0'10'0,"13"-47"5"0,13 10 4 0,-13 14-8 0,-13 12-3 0,-9-1-3 0,-2 0-1 0,0 12 1 0,0 12-3 0,-12 11-1 0,0 25-1 0,25-23 1 0,-1-14-1 0,-1 12 1 0,13 1-1 0,13 0 0 0,-13-12 0 0,12-12 2 0,35-36 0 0,-23 12-1 0,12-10-1 0,-12 9 1 0,-12 13-1 0,0-1 1 0,23 26-1 0,-12 58 1 0,13 25 0 0,-11 23-1 0,-1-24 0 0,-2-24 0 0,-9-34 1 0,-13-37 4 0,12-13 6 0,-1-70-8 0,25-13-2 0,-23 37-2 0,10 34-13 0,37-21-76 0,-47 46 48 0</inkml:trace>
  <inkml:trace contextRef="#ctx0" brushRef="#br0">10050 13134 102 0,'-11'-13'13'0,"35"-11"-10"0,36 0-20 0,-1 12-72 0</inkml:trace>
  <inkml:trace contextRef="#ctx0" brushRef="#br0">10039 13216 51 0,'-48'23'18'0,"35"-10"-1"0,62-1-4 0,47-60-14 0,34 0-83 0</inkml:trace>
  <inkml:trace contextRef="#ctx0" brushRef="#br0">10563 12929 100 0,'-25'-11'6'0,"14"11"-4"0,-1 24 3 0,-12 47 6 0,24 0-8 0,24 13-3 0,24-36 1 0,11-12-3 0,-11-36 0 0,-24-24 4 0,-12-12-1 0,-1-11 0 0,-11-1 1 0,0 12 0 0,-11 12-1 0,11 12 0 0,-12 0 2 0,12 12 0 0,0-11-2 0,0 11-2 0,0 0 3 0,0 0-66 0,12 0 1 0</inkml:trace>
  <inkml:trace contextRef="#ctx0" brushRef="#br0">10551 13025 67 0,'0'0'0'0,"-36"-23"18"0,36 11-6 0,23 1 0 0,38 22 2 0,-26 24-6 0,-23 1-3 0,-24-13 2 0,-23 2-3 0,-13-50 0 0,35-9-3 0,38-14-1 0,11 25-1 0,-13 23 0 0,-11 11-1 0,-12 24 4 0,-24-10 1 0,-12-2-2 0,13-23 2 0,23-23-2 0,23-14-2 0,13 37 1 0,-12 0-3 0,0 48 1 0,-24-12 3 0,-24 1 3 0,0-26-2 0,1-22 2 0,10-39-5 0,49 27-2 0,12 23-2 0,-23 48 4 0,-38-2 1 0,-23-9 3 0,24-37-15 0,12-12-109 0</inkml:trace>
  <inkml:trace contextRef="#ctx0" brushRef="#br0">10873 12680 99 0,'-48'-24'33'0,"48"12"-13"0,12 0-17 0,47 1 1 0,49-12-2 0,-14-2-1 0,-46 0 7 0,-36 14 14 0,-12-1-14 0,0 12-8 0,0 96 1 0,-12 70 2 0,24-11 1 0,0-36-3 0,0-12-1 0,12-59-17 0,-12-25-58 0,-12-23-4 0</inkml:trace>
  <inkml:trace contextRef="#ctx0" brushRef="#br0">10980 13002 110 0,'-12'-12'14'0,"-24"1"22"0,72-14-16 0,94-11-10 0,15 13-8 0,-75 11 1 0,-70 0 1 0,-24-1-154 0</inkml:trace>
  <inkml:trace contextRef="#ctx0" brushRef="#br0">6443 10978 84 0,'-13'-25'13'0,"13"25"-8"0,13-11 5 0,-1-1 3 0,23 12-1 0,14-24-2 0,44-13-4 0,39-21 2 0,71-2-2 0,47-11-2 0,47 0-5 0,12-13 6 0,25 13-4 0,48-25 2 0,45 0-4 0,27-9 5 0,34-3-3 0,-1 13 0 0,-9 11-4 0,-38 24 3 0,-47-11-1 0,-24 12 1 0,24 0-1 0,-178 34 3 0,23-10 0 0,-131 24-1 0,-59 11 2 0,-37 0 1 0,-70 0-57 0,-13 23-39 0</inkml:trace>
  <inkml:trace contextRef="#ctx0" brushRef="#br0">6657 10775 63 0,'-71'23'14'0,"11"2"-8"0,36-25 24 0,24-12-12 0,48-12-10 0,34-12 0 0,25 12-6 0,38-10 3 0,21-16 1 0,47-8 0 0,27-14-1 0,57 1-1 0,13-1-6 0,23 1 2 0,-12 0 3 0,-12 11-4 0,-22 12 4 0,-14 1 0 0,14-13-2 0,22-11 2 0,25 10-2 0,-14 15-2 0,-128 10 2 0,-109 24-1 0,144-24-1 0,-13 11 0 0,-25 4 2 0,15-16-1 0,-48 13 0 0,-26 12 1 0,-11-12-1 0,-36 24 3 0,-47-12 0 0,-12 12 3 0,-24-12 0 0,0 1-4 0,-13 11-30 0,-46 23-112 0</inkml:trace>
  <inkml:trace contextRef="#ctx0" brushRef="#br0">16326 13978 10 0,'0'0'35'0,"0"-11"-1"0,-11-2-8 0,11 1-7 0,0 24 0 0,0 12-8 0,11 12-2 0,-11-12-4 0,0-24 2 0,0-12 1 0,-11-24-2 0,11-12 3 0,0 36-4 0,-12 12-4 0,12 24-1 0,0 12 0 0,12-25 3 0,-1 2 0 0,-11-26 1 0,12 26-161 0</inkml:trace>
  <inkml:trace contextRef="#ctx0" brushRef="#br0">16601 11836 19 0,'0'0'25'0,"0"-13"1"0,11 1-6 0,-11-13-4 0,0 25-7 0,0 50 0 0,-11-16-4 0,-2-10 2 0,13-11 1 0,13-26 0 0,-2 1-5 0,-11 0-2 0,0 12 1 0,-11-11 2 0,-2-1-2 0,13-12 0 0,13 24-3 0,-13 0 1 0,0 47-13 0,11-35-118 0</inkml:trace>
  <inkml:trace contextRef="#ctx0" brushRef="#br0">16553 11882 9 0,'35'0'46'0,"-11"-12"-8"0,-12 1-14 0,-12-12-12 0,-12 23-7 0,-12-25-1 0,24 25 5 0,-11 0-4 0,11 0 4 0,0 0-4 0,0 12-4 0,0 1 0 0,0-13 0 0,0 0 2 0,11 0 2 0,2 0-2 0,-2-13-1 0,-11 1 0 0,0 0-2 0,-11 12 3 0,11 0-3 0,0 0-1 0,0 12 2 0,0 0-1 0,0 1 0 0,11-13 1 0,-11 0 0 0,-11 0 2 0,-2 0-3 0,13 0 0 0,-11 0 0 0,11 23-13 0,11 12-110 0</inkml:trace>
  <inkml:trace contextRef="#ctx0" brushRef="#br0">15564 13097 27 0,'-13'-13'41'0,"13"2"-30"0,0 11-3 0,0 0-3 0,0-12 2 0,-10 1-1 0,10 11-4 0,10-13-2 0,-10 1 2 0,13 0 2 0,-13 1 0 0,0-1-2 0,0 1-1 0,12-2-1 0,-1 1 0 0,2 0 2 0,-13-1-1 0,0-10 2 0,0 12-2 0,0-1 1 0,12 0-1 0,-1-12-1 0,-11 1 3 0,0-2 0 0,13 13-2 0,-13-22 1 0,12 9-3 0,-1 0 2 0,2 14 1 0,-2-12-1 0,13-14 0 0,-12 14 0 0,-1-13 0 0,2 11-1 0,-1 2 1 0,-1-12 0 0,2 11 0 0,-1-12-1 0,11-1 1 0,-11 16 1 0,0-16-2 0,12 13 1 0,0 1-1 0,0-14 1 0,-12 3 0 0,11 9-1 0,-11-11 1 0,12 13-1 0,12-1 1 0,-24 0-1 0,12 1 0 0,-2-2 1 0,3-10-1 0,11-13 1 0,-12 24-1 0,-1 1 0 0,-11-2 0 0,12-10 1 0,0 11-1 0,23-13 0 0,12 14 0 0,-10 0 0 0,-25-2 0 0,0 2 0 0,-1-1 0 0,25 12 0 0,23-13 0 0,1 15 0 0,-1-1 1 0,-11-2-1 0,-1 13 0 0,13 0 0 0,-1 0 0 0,13 0 0 0,11 13-1 0,-13-2 0 0,15-1 0 0,-26 3 1 0,13 11 1 0,-14 0-2 0,2-1 2 0,12-10-2 0,-25 11 2 0,25-1-2 0,-13 1 0 0,0 0 1 0,-22 0-1 0,10 11 0 0,-12-10 1 0,1-2-1 0,11 13 2 0,-11 0-1 0,-1-13 0 0,-10 14-1 0,10-14 1 0,-11 1 0 0,11 11 1 0,-23-12-2 0,0 14 1 0,0-13 0 0,0-1-1 0,-1 1 1 0,-11 0 1 0,-1-1-1 0,14 2 0 0,-13-13-1 0,0-12 3 0,-12-12 0 0,0 0-84 0,0-1 34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4216 6084 47 0,'-36'0'12'0,"-12"0"-10"0,37 0 2 0,11-13 3 0,0 2-2 0,0 11-4 0,11 0-1 0,1 11 0 0,24 2 1 0,12-13 0 0,-1 12 0 0,25-12 0 0,-1 12-1 0,1-12 1 0,-1 0 0 0,1 0-1 0,-1 13 1 0,11-2 1 0,3-11-1 0,-2 0 0 0,12 0 2 0,0 12-1 0,13-12 2 0,-1 0-1 0,-13 0-1 0,14 0 0 0,1 11-1 0,9 1 0 0,0-12 2 0,2 12 0 0,-1 1-1 0,-13-13 0 0,1 11 0 0,13-11 0 0,0 12 2 0,-25-12-1 0,0 0 0 0,12 0-1 0,-12 0-1 0,14 0-1 0,-3 0 2 0,-23 0-1 0,0 0 0 0,-10 0 1 0,-14 0-1 0,12 11 0 0,12-11 0 0,12 0 0 0,-11 0 0 0,-1 0 0 0,13 0 0 0,11 13-1 0,24-26 0 0,-12 2 1 0,0 11 0 0,0 0 0 0,-12-12 1 0,0 12-1 0,1-11 0 0,11 11-2 0,-12 11 2 0,-24-11 0 0,0 0 0 0,25-11 1 0,-25 11-1 0,-1 0-1 0,3 0-1 0,-2 0 0 0,-23 0 3 0,-1 0-1 0,1 0 0 0,23 11-1 0,-11-11 1 0,-1 0-1 0,-23 0 1 0,-37 0 1 0,-11 0 3 0,12 0-6 0,0 0-102 0</inkml:trace>
  <inkml:trace contextRef="#ctx0" brushRef="#br0">9051 10370 102 0,'-48'-35'7'0,"48"35"6"0,12 0 26 0,36 0-30 0,23-12-3 0,36-24-3 0,0-12-1 0,-23 0-1 0,-49 25 1 0,-35-13 2 0,0 1-3 0,-13 11 0 0,-21-24-1 0,-38 36-1 0,1 12 0 0,-13 48 2 0,13 23-3 0,22 36 2 0,27 37-1 0,44-26 2 0,27-34 0 0,34-26 0 0,0-21 1 0,25-24 0 0,-37-38 1 0,-23 0-1 0,12-9-13 0,-2 10-80 0,-45 11 34 0</inkml:trace>
  <inkml:trace contextRef="#ctx0" brushRef="#br0">9313 9537 115 0,'-25'0'7'0,"-11"-12"3"0,61 12-4 0,58-12 12 0,47-1-6 0,-23 13-7 0,-71 0-2 0,-36 0-48 0,36 0-54 0</inkml:trace>
  <inkml:trace contextRef="#ctx0" brushRef="#br0">10456 9454 58 0,'12'-25'24'0,"0"2"-3"0,-1-1 0 0,-22 0-4 0,-25 11-10 0,-13 13-4 0,3 0 1 0,-26 25-2 0,13 11-1 0,11 12-1 0,35 11-1 0,2 1 1 0,47-37 0 0,23 2 0 0,13-38 1 0,-13-34-3 0,-11-25 2 0,-12-22-2 0,10 10-2 0,3 13-3 0,-37 0 6 0,12 10 3 0,-12-10-3 0,-12 11 2 0,-12 37-1 0,-1-13 0 0,-10 24 1 0,23-1 0 0,0 13 0 0,-13 13 0 0,13 35 0 0,0 46 3 0,-11 38-2 0,22 12 3 0,25-26 0 0,-11-35-4 0,-2-47 1 0,-23-24 1 0,0-12-7 0,-12-23-73 0,12 10 25 0</inkml:trace>
  <inkml:trace contextRef="#ctx0" brushRef="#br0">10861 8834 78 0,'0'-12'15'0,"-12"-22"-13"0,59-3-1 0,-24 13 13 0,26 12 7 0,-2 12-8 0,-11 23-6 0,-25 38 0 0,-22 10-3 0,-12-11-1 0,-14-13 0 0,14-10 0 0,-13-3-2 0,23-9 0 0,13-13-1 0,25-12 4 0,46-12-2 0,12 12-1 0,-47-12-1 0,-36 12 1 0,0 0-33 0,0 12-80 0</inkml:trace>
  <inkml:trace contextRef="#ctx0" brushRef="#br0">11824 8918 85 0,'-11'-36'22'0,"-14"72"-15"0,-45 119 22 0,-13 46-10 0,36 25-12 0,22-71-5 0,1-47-1 0,12-36-2 0,12-37-60 0,0-35-8 0</inkml:trace>
  <inkml:trace contextRef="#ctx0" brushRef="#br0">11873 9454 69 0,'0'-12'16'0,"-13"-48"6"0,62 13-4 0,-27 23 0 0,14 24-6 0,0 13-4 0,-11 8-4 0,-2 40-3 0,-11-1 0 0,-36 11 0 0,-12-12 1 0,-11-11 0 0,22-12-1 0,14-24 1 0,11 1-1 0,0-13 4 0,11-13 1 0,61 1-5 0,24 0 0 0,-24 12-3 0,-13 0-27 0,1 12-87 0,-48-12 84 0</inkml:trace>
  <inkml:trace contextRef="#ctx0" brushRef="#br0">12563 9169 84 0,'0'0'29'0,"-11"0"-18"0,11 23 6 0,0 48-3 0,0 11-9 0,0 2-3 0,0-13-1 0,0-46 1 0,0-13 3 0,23-24-7 0,25-13-11 0,-12 38 5 0,-2 35 4 0,-21-1 11 0,-26-11 6 0,-45-25-2 0,-2-22-4 0,25-25-3 0,22 12-52 0,13 13-66 0</inkml:trace>
  <inkml:trace contextRef="#ctx0" brushRef="#br0">12836 9014 77 0,'0'-13'15'0,"36"-34"-10"0,13 36 9 0,-26 11 14 0,13 11-15 0,-24 24-10 0,-12-23 0 0,0 24 3 0,-12 12-2 0,-12-14-1 0,1-21-1 0,23-1 0 0,23-12 2 0,49 0-3 0,-24 0 1 0,-37 0-2 0,-11 12-133 0</inkml:trace>
  <inkml:trace contextRef="#ctx0" brushRef="#br0">15183 8501 26 0,'-24'-36'29'0,"13"-11"-16"0,11 23 26 0,0 12-19 0,0 60-7 0,0 71 0 0,11 36-7 0,2-48-4 0,-13-48 0 0,0-47 5 0,0-24 3 0,23-47-13 0,37 59-3 0,11 35 2 0,-23 37 2 0,-35-13 2 0,-74-35 7 0,-46-36-1 0,12-34-1 0,59 9-6 0,60 24-78 0,-1 13 0 0</inkml:trace>
  <inkml:trace contextRef="#ctx0" brushRef="#br0">15672 8751 105 0,'0'-24'26'0,"23"12"-25"0,37 1 13 0,-13-1-2 0,25 12-9 0,-1 0-19 0,-23 12-23 0,-37-1 1 0,-22 1-3 0</inkml:trace>
  <inkml:trace contextRef="#ctx0" brushRef="#br0">15743 8918 61 0,'-24'-12'44'0,"0"12"-20"0,36-13-9 0,24 2 1 0,59-1-13 0,24 1-7 0,-23 11-43 0,-49 0-36 0</inkml:trace>
  <inkml:trace contextRef="#ctx0" brushRef="#br0">16410 8525 101 0,'0'-24'18'0,"-12"1"2"0,12 70-5 0,-12 84 6 0,36 119-3 0,-12-179-14 0,-12-47-1 0,0-24 8 0,0-12-5 0,0-13-5 0,12 25-37 0,-12 0-97 0</inkml:trace>
  <inkml:trace contextRef="#ctx0" brushRef="#br0">8038 5382 5 0,'-13'0'13'0,"3"-12"11"0,10 1 0 0,0 11-13 0,0-13-2 0,0 13 0 0,10-12-6 0,26 24-1 0,13 1-1 0,-2 10 1 0,13-12 1 0,-1 1 2 0,1 0 2 0,12 12-3 0,-1-12-1 0,24-12-1 0,1 0-1 0,-2 11 0 0,-10-11 1 0,11 0-1 0,13-11-3 0,-14 11 3 0,-10-12 0 0,0 1 0 0,-13-2 0 0,12-11 0 0,-24 13-1 0,12-25 1 0,-10-1 0 0,-14 3-1 0,1 10 1 0,0-23-1 0,-37 22 0 0,14-21 2 0,-2-27-1 0,-12 25-2 0,2-23 1 0,-13 24 0 0,-13-24 2 0,-10 11-1 0,0-1 0 0,-1-10 2 0,-24-13-1 0,0 38-1 0,-11-2-1 0,-24 0 1 0,-13 25-1 0,-11-1 1 0,-12 24-1 0,-24 0 0 0,0 13 2 0,12-2-1 0,24-1-2 0,11 15 2 0,-10 0-1 0,-13 22 0 0,-1-23-1 0,12 10 2 0,37-9 0 0,12 0-1 0,12 21 0 0,-25-10 0 0,12 24 0 0,24-13 0 0,2 13 0 0,34-1 0 0,0 14 1 0,0-2 0 0,11 0-2 0,1 72 0 0,12-84 2 0,12-11-1 0,11-25 2 0,25-11 2 0,23 0 0 0,23-12-2 0,50-12 0 0,70 0-151 0</inkml:trace>
  <inkml:trace contextRef="#ctx0" brushRef="#br0">8134 5453 15 0,'0'0'10'0,"-24"-12"0"0,24 1 3 0,0-2 7 0,0 1-17 0,12 12-3 0,12 12 2 0,59-12 1 0,60-12 2 0,24 0-1 0,-1 12-2 0,-23 12 1 0,-12 0-3 0,12 1 2 0,0-26 0 0,0 13-1 0,-48-12 1 0,-59 12 4 0,-72-12 15 0,-35 12-20 0,-73-11 1 0,-46 11-1 0,-72 11 3 0,-12 26-4 0,48-26 1 0,58 1-1 0,61-12 2 0,25-12-2 0,46 1 2 0,24-2-2 0,24 1 1 0,60 12-1 0,70-12 2 0,50 12 1 0,33-11-2 0,1-1-1 0,1 1-1 0,-61 11 0 0,-58 11 2 0,-49 1 0 0,-11-1 1 0,-24-11 1 0,-24-11 2 0,-12-1-1 0,-72 1-2 0,-47 22-1 0,-83-11 0 0,-36 23 2 0,-12-11-2 0,48 13-1 0,59-14 1 0,95 1-1 0,60-12 0 0,47 0 1 0,49 0-1 0,47-12 0 0,12 1 0 0,46 11 1 0,16-13-1 0,8 13-3 0,-11 0 4 0,-47 0-1 0,-36 0 0 0,-48 0 0 0,-23-12 1 0,-60 12 1 0,-48-12-1 0,-96 24-1 0,-69 13 1 0,-73-2-1 0,-12 1 4 0,25 0-4 0,58 0 1 0,71-24-1 0,86 10 0 0,45-10 0 0,38 0 0 0,34-10 0 0,72-1 1 0,48-2-1 0,11 1 0 0,38 0 0 0,-3-12-3 0,-35 12 3 0,-35 1 0 0,-83 11 0 0,-26 0 0 0,-21 0 1 0,-14 0-1 0,-11 0 1 0,13 0-1 0,-13 0 1 0,12 0-2 0,-12 0 1 0,11 0 0 0,-11 0 1 0,13 0-2 0,-13 11 2 0,0-11-1 0,0 0 0 0,0 0 0 0,0 0 0 0,0 12 0 0,0-12 0 0,0 0 1 0,0 0 1 0,0-12-2 0,0 12 1 0,0-11 0 0,23 22-57 0,-23-11-13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9265 2584 42 0,'0'0'3'0,"12"-24"13"0,-37 24-9 0,-22 0-2 0,-24 11-1 0,-12 14-2 0,-13 10-1 0,-35 13-1 0,-1-1 2 0,61 1-3 0,48 0 1 0,23-2 0 0,12 27 1 0,-12 9 0 0,0 26 2 0,-12 23 4 0,12 24 2 0,0 24-3 0,0 23-4 0,0 11 0 0,0 15-1 0,12-14 0 0,12-12 0 0,-1-23 0 0,1-12 1 0,-13-35-1 0,2-61 0 0,-1-24 2 0,-1-12 0 0,14 13-1 0,11-12-2 0,-36-24 0 0,59 23 1 0,2-11-1 0,9-1-1 0,24-23 1 0,14 0 0 0,-48 0 1 0,-49 0 0 0,-34 13 1 0,-1-1-93 0</inkml:trace>
  <inkml:trace contextRef="#ctx0" brushRef="#br0">5407 5763 26 0,'-25'-36'31'0,"14"24"-18"0,11 12-10 0,-36 12-1 0,-11 1 0 0,-1 10 1 0,0 0 5 0,25 13-4 0,23-13-3 0,0 14 1 0,-12 10-2 0,-12 37 1 0,-24 11 1 0,-11 60 3 0,70-84-2 0,25 13-2 0,-24 11 0 0,0 12 1 0,1-36 6 0,21-34-6 0,26-3 1 0,46-34-1 0,15 0-2 0,9 25-35 0,-82-13-28 0</inkml:trace>
  <inkml:trace contextRef="#ctx0" brushRef="#br0">6836 5811 54 0,'-48'-25'11'0,"35"2"5"0,26 11-5 0,35 1-5 0,34 11-2 0,14 0-2 0,-24 11 0 0,-38 1 7 0,-21 11 4 0,-13 13-6 0,0 0-2 0,12 12-1 0,-12 12 2 0,24 34-3 0,-24 1-1 0,0 1-1 0,0-25 1 0,0 13 0 0,12 12-1 0,-1-2 0 0,2-33-1 0,-13-15 1 0,0-21 3 0,-13-2 2 0,-34-12-1 0,-24 2-1 0,23-13 0 0,24 0 2 0,12 0-4 0,12 12-3 0,0 23-139 0</inkml:trace>
  <inkml:trace contextRef="#ctx0" brushRef="#br0">6419 7038 14 0,'0'0'13'0,"0"0"-10"0,0 0 20 0,0 0 2 0,0 0-12 0,0 0-8 0,11 0-4 0,2 0 2 0,-13 11 1 0,12-11-1 0,-1 23-1 0,-11-11 2 0,12 13 2 0,-12-14-1 0,12 1-3 0,-12-1 0 0,12-11 0 0,-12 0 3 0,37-23-3 0,-14-1-1 0,24 0 0 0,-11 1 0 0,-12 12 2 0,0-14 7 0,-12 13-5 0,0-1-4 0,0 13 0 0,-12 0-2 0,0 0-24 0,0 25-88 0</inkml:trace>
  <inkml:trace contextRef="#ctx0" brushRef="#br0">6430 7620 50 0,'0'0'0'0,"-11"0"36"0,11-12-17 0,0 12-4 0,0 0-10 0,0 0-5 0,11 24 1 0,-11 0-1 0,13-1 1 0,-1 1 0 0,-12-11 0 0,11-2 0 0,-11 1 0 0,12-1 1 0,36-22-1 0,24-25 0 0,-25 12 1 0,1 1 4 0,-12-13 2 0,-26 24-1 0,-10 12-4 0,0 0-4 0,13 0-35 0,-13 37-60 0</inkml:trace>
  <inkml:trace contextRef="#ctx0" brushRef="#br0">6394 9454 10 0,'0'0'0'0,"13"-25"53"0,-13 2-20 0,0 12-20 0,12-2-8 0,-1 26-2 0,14 10 7 0,-25 25-4 0,23-37-3 0,13 1 1 0,12-35-2 0,11-14-1 0,1 3-1 0,11-3 2 0,-12 3 0 0,-23 21-1 0,-23 1-1 0,-2 24-25 0,-22 35-59 0</inkml:trace>
  <inkml:trace contextRef="#ctx0" brushRef="#br0">6419 11526 68 0,'-12'-13'8'0,"-1"1"-5"0,13 12 1 0,0 25 14 0,13 9-6 0,10-9-4 0,2 0-4 0,-2-4-3 0,25-21 0 0,-1-21 2 0,25-29-2 0,0-9 2 0,-14 13 3 0,-33 21 7 0,-25 25-10 0,0 0-2 0,11 12-28 0,2 24-74 0</inkml:trace>
  <inkml:trace contextRef="#ctx0" brushRef="#br0">6455 12680 5 0,'0'0'0'0,"0"0"26"0,0-11-13 0,11-2-9 0,1 13-3 0,0 0 2 0,-12 0 9 0,12 0 0 0,0 13-11 0,13 10 0 0,-14 1 0 0,1-12 1 0,-1-12 0 0,-11 0 0 0,13 0 0 0,-1 0-1 0,22-25-1 0,15-9 1 0,-1-3 0 0,11-34 0 0,13 24-1 0,-1 10 1 0,-35 3 6 0,-36 21 3 0,-13 1-4 0,2 0-5 0,11 12-33 0,-12 0-31 0</inkml:trace>
  <inkml:trace contextRef="#ctx0" brushRef="#br0">12278 3596 23 0,'0'0'0'0,"-12"0"12"0,12 13-11 0,36-13 10 0,23 0-2 0,37 0-5 0,-13 0-3 0,-12 0-1 0,-59 0 2 0,-12 0 21 0,-36 0-20 0,-47 0-1 0,-24 0-3 0,22 0 2 0,27 0 2 0,22 0 0 0,36 0-1 0,36 0-1 0,58 0-3 0,2 0 3 0,-36 0 0 0,-48 11-1 0,-60-11 2 0,-47 10-1 0,-24-10 3 0,47 0-3 0,61 0 0 0,34 0-1 0,61 13 0 0,11-13-2 0,-24 12 2 0,-58-12 1 0,-26 0 2 0,-11 0-2 0,-35-12 0 0,23 12 2 0,23-13 0 0,13 26-3 0,13-1 1 0,-13-12-1 0,0 0 5 0,0 0-4 0,-23 0 0 0,-1 0 4 0,24 0-3 0,-12 0 1 0,12 0-1 0,-12 0 0 0,0 0 1 0,0 0-1 0,0 0-1 0,12-12 2 0,0 12-1 0,-13 0-1 0,13 0 1 0,0 0-1 0,0 0-66 0,13 12-5 0</inkml:trace>
  <inkml:trace contextRef="#ctx0" brushRef="#br0">20697 2405 4 0,'-36'-23'17'0,"24"-2"-1"0,-1 13-7 0,13 12 2 0,-11-11 5 0,11 11-2 0,0 11-3 0,0 13-3 0,0 12-3 0,11 0-1 0,2-11-2 0,-1-4 1 0,-1-8-1 0,2-13 5 0,10-23-1 0,25-25-5 0,11 12 0 0,13 0-1 0,-12-10 0 0,-1-4 1 0,1 27 0 0,-12 0 2 0,-38-2 1 0,3 25 3 0,-13-11-2 0,0 11-3 0,0-12-64 0,0 24-19 0</inkml:trace>
  <inkml:trace contextRef="#ctx0" brushRef="#br0">17934 2453 27 0,'0'0'7'0,"-24"-24"0"0,12 11 7 0,12 2 4 0,0 11-12 0,12 11 1 0,-1 14 2 0,14 11-2 0,-14-1 0 0,14 13-3 0,10-12-2 0,1-13 1 0,-12-23 0 0,-1 0 3 0,13-23 1 0,24-36-3 0,35-25-5 0,36 0 1 0,0 26 0 0,-47 21 0 0,-72 37 2 0,-24 0-52 0,1 24-17 0</inkml:trace>
  <inkml:trace contextRef="#ctx0" brushRef="#br0">22768 2642 17 0,'0'0'0'0,"-11"-11"26"0,11-1-20 0,0 1 1 0,0-1 4 0,0 24 5 0,11-1-15 0,2 12 0 0,-13-10 0 0,12 11 5 0,-1-11-2 0,1-2-1 0,-1 1-2 0,2-12 2 0,-13 0 7 0,36-23-11 0,12-2 2 0,-2-11-1 0,3 1 2 0,-26-1 4 0,-10 24 7 0,-13 1-10 0,0-2-1 0,11 13-7 0,-11 0-109 0</inkml:trace>
  <inkml:trace contextRef="#ctx0" brushRef="#br0">22376 3739 0 0,'0'0'0'0,"12"-25"1"0,10 2-1 0,-9-13 4 0,-13 11 3 0,-35 4 3 0,-1-4 7 0,24 13-3 0,-12-1-6 0,24 2 3 0,-12 11-3 0,0 0-2 0,12 0-4 0,0 11 0 0,0 14 3 0,12 11 0 0,-12-1 2 0,0 13-3 0,12-24-2 0,0 0-1 0,-12-1 0 0,0-12 1 0,0-11 0 0,12 13 0 0,12-13 3 0,12-13-2 0,23-10-3 0,13 23 0 0,11-11 0 0,12 11-1 0,36 11 0 0,-1-11-1 0,-10 12 1 0,-13-12 0 0,-23 0 1 0,-14-12-1 0,-21-11 1 0,-25-13 0 0,-1-24 2 0,-23 13-1 0,0-13-1 0,0 12 1 0,0 25-1 0,11 12-1 0,2 11-1 0,-1 23-15 0,-12 12-70 0</inkml:trace>
  <inkml:trace contextRef="#ctx0" brushRef="#br0">22697 4179 22 0,'0'0'19'0,"-12"-24"-2"0,24 24-7 0,12-12-4 0,23 1-5 0,12 11-2 0,-10-12-19 0,-13 0-24 0</inkml:trace>
  <inkml:trace contextRef="#ctx0" brushRef="#br0">22721 4262 32 0,'-36'0'16'0,"24"0"-9"0,12 0 6 0,24 0 0 0,47-23-10 0,25 11-7 0,-26 1-25 0,-34 11-16 0</inkml:trace>
  <inkml:trace contextRef="#ctx0" brushRef="#br0">23185 3990 32 0,'0'-25'31'0,"0"13"-13"0,0 12-8 0,0 0-5 0,0 48 5 0,0 12-4 0,0-13-1 0,0-23-1 0,0-1-1 0,0-23 0 0,0 0 4 0,-11-12-5 0,-1-23 0 0,12 35-2 0,0-36 1 0,0-12 0 0,12 14 0 0,-12 9-1 0,0 25 3 0,0 0-4 0,11 36 0 0,-11 11 1 0,12 13 1 0,-12-25-1 0,12 1 1 0,-12 1-1 0,12-14 0 0,-12-12 3 0,0-34 10 0,0-13-11 0,0 11-2 0,0 2 0 0,0 0 0 0,0 11 0 0,0 24-4 0,0 11 3 0,-12-11 3 0,12-12-2 0,-24 0 1 0,-12 0-28 0,0 0-35 0,25 0 23 0</inkml:trace>
  <inkml:trace contextRef="#ctx0" brushRef="#br0">7693 5751 27 0,'0'-11'39'0,"0"11"-35"0,-13 0 13 0,38 0 25 0,-1 0-37 0,-12 11-4 0,-1 1 1 0,2 11 6 0,-2-11 0 0,2 12-3 0,-2-12-1 0,-11-1-1 0,0 2 2 0,12-13 1 0,-12-13 5 0,47-21-7 0,25-37-4 0,12 21 0 0,-25 4 1 0,-23-2 0 0,-12 12 6 0,-12 11-5 0,10 15-1 0,3 10-1 0,-14 0-4 0,14 23-55 0,-1-11-27 0</inkml:trace>
  <inkml:trace contextRef="#ctx0" brushRef="#br0">10039 5882 20 0,'-25'0'8'0,"2"0"-3"0,23-24 7 0,0 11 12 0,0 13-9 0,0 0-4 0,0 13-8 0,12-1 4 0,-12 0 0 0,11 12-2 0,2 11-3 0,-1-10 0 0,12-2 1 0,-12-12 1 0,23-11 0 0,37-34 0 0,23-37-2 0,0-2-1 0,13 14-3 0,-25 36 3 0,-47-2-1 0,-25 13 5 0,1 12 1 0,-12-13-1 0,0 2-1 0,0 11 0 0,0-12-3 0,12 1-1 0,-12-1 0 0,0 12 1 0,0 0-10 0,0 0-27 0,-12 23-34 0,12-11 37 0</inkml:trace>
  <inkml:trace contextRef="#ctx0" brushRef="#br0">2192 4298 4 0,'-49'0'5'0,"26"-11"-3"0,10-2 5 0,2-11 6 0,-1 13-1 0,12 11-9 0,23-12-1 0,26 12-2 0,9-11 1 0,3-14 1 0,10-11-1 0,-47 13 2 0,-24-1 17 0,0 11-11 0,0 13-6 0,0 0-2 0,24 60 3 0,-12 59 1 0,13-1-1 0,9-9-2 0,-22-26 0 0,-1-24-1 0,2-23 0 0,-13-24-3 0,0-12-45 0,0-12-9 0</inkml:trace>
  <inkml:trace contextRef="#ctx0" brushRef="#br0">2227 4620 36 0,'-24'0'2'0,"1"0"-2"0,82-36 2 0,24-12 2 0,-35 1 0 0,-12 23-1 0,0-12-2 0,10-1-5 0,-9 16-36 0</inkml:trace>
  <inkml:trace contextRef="#ctx0" brushRef="#br0">1179 4773 13 0,'-47'-10'5'0,"35"-26"-4"0,0 11 1 0,36 14 4 0,0 11-4 0,22 11 3 0,3 39-2 0,-13-16-1 0,-36 3 5 0,-24 10 0 0,-12-35-3 0,11 0 0 0,25-36-3 0,13-12 0 0,23-25-1 0,11 3 0 0,-34 22 1 0,-13 12 0 0,0 24-1 0,0 0 1 0,-13 24-1 0,2 24 0 0,-2-12 1 0,26-13-1 0,11-11 1 0,23-12 0 0,12-12-6 0,-11 12-38 0,-48 0 24 0</inkml:trace>
  <inkml:trace contextRef="#ctx0" brushRef="#br0">1656 4739 4 0,'-12'0'6'0,"0"-12"12"0,-12 12-10 0,-12 0 1 0,11 12-4 0,4-12-3 0,8 13 0 0,1-2 0 0,12 12 0 0,-12 1 0 0,12 12-1 0,0-25 0 0,0 2-1 0,0-13 2 0,12 0 2 0,13-24-2 0,-14 1-1 0,-1-2 2 0,-10 13-2 0,0-1 1 0,13 3-2 0,-1 20 0 0,12 27 4 0,-12 47 1 0,24 0-2 0,-12-26 1 0,-2-11-1 0,3-22-1 0,-25-13 2 0,0 1 9 0,0-38-6 0,-12-23-4 0,12 12-3 0,23 1-5 0,2-1-55 0,-14 24 10 0</inkml:trace>
  <inkml:trace contextRef="#ctx0" brushRef="#br0">1739 4643 58 0,'-49'0'14'0,"49"0"-3"0,25-12-8 0,11-11-2 0,0 12 0 0,11-14 0 0,-23 0-23 0,0 25-35 0</inkml:trace>
  <inkml:trace contextRef="#ctx0" brushRef="#br0">1787 4715 31 0,'-36'12'29'0,"0"13"-23"0,36-25-2 0,36-13-1 0,23-11-1 0,2 0-3 0,-27 1-57 0</inkml:trace>
  <inkml:trace contextRef="#ctx0" brushRef="#br0">2835 3917 46 0,'-48'-24'12'0,"-47"-23"-1"0,34-14-7 0,-9 15-2 0,-49 46 1 0,-48 0-1 0,-95 83-2 0,24 1 0 0,-84 82-1 0,84-22 3 0,36 11 2 0,46-2-2 0,13 14-3 0,37 36 2 0,46-1-1 0,48-23 1 0,108-24 2 0,57-60 1 0,75-35 0 0,81-73 1 0,59-70 2 0,26-47-3 0,-26-25 0 0,-69-13-2 0,-108 14-1 0,-72 11 2 0,-72-36 1 0,-58-47 2 0,-85 0-3 0,-23 47 9 0,-36 85 2 0,-84 33-11 0,-142 133-2 0,-118 93-6 0,35 40-122 0</inkml:trace>
  <inkml:trace contextRef="#ctx0" brushRef="#br0">6539 6822 28 0,'0'0'0'0,"-13"-23"30"0,1 11-25 0,0 0-2 0,0-1 2 0,-23 13 1 0,-26-11-1 0,-21 11-1 0,-2 0-2 0,1 24 0 0,-13-12-2 0,26 11 2 0,10 13-1 0,-12 12 1 0,37 12-2 0,11-1 1 0,0 0 0 0,24-11 1 0,36 12-1 0,23-13 1 0,24-10 0 0,24-3 1 0,13-22-2 0,-25 0 2 0,-1-24 0 0,-9 0-1 0,-14 1-3 0,1-37 4 0,-26-11-1 0,-21-1-1 0,-25-11 1 0,0 10 2 0,-25 2 4 0,-21-12-3 0,-26 0-1 0,-35 12 1 0,-13 46-3 0,-22 60-7 0,-49 37-99 0</inkml:trace>
  <inkml:trace contextRef="#ctx0" brushRef="#br0">9408 5430 4 0,'12'-13'31'0,"-12"1"-12"0,0 12-5 0,0 0-7 0,0 12-4 0,12 1 0 0,-12 10-2 0,12 1 1 0,-2 0-1 0,15 0 0 0,11-14 1 0,-12-10 0 0,0 0 0 0,-12-21 0 0,-1-4-1 0,0-11-1 0,-11 13 0 0,0 10 0 0,0 13 1 0,0-12-1 0,0 24-1 0,0 24 1 0,0 12 1 0,0 23 1 0,-11 13 0 0,0-13 1 0,-1-12 3 0,-25-34 12 0,1-14-7 0,0-11-3 0,14 0-4 0,22 0-3 0,0-11-1 0,12-2-29 0,-2-11-84 0</inkml:trace>
  <inkml:trace contextRef="#ctx0" brushRef="#br0">9778 5489 63 0,'-25'0'6'0,"1"0"3"0,48 0 1 0,1-12 0 0,9 12-7 0,14-13-1 0,0 13-2 0,-12-11-5 0,-2 11-35 0,-34 0 5 0</inkml:trace>
  <inkml:trace contextRef="#ctx0" brushRef="#br0">9812 5572 68 0,'-23'0'6'0,"-25"13"-1"0,60-13 3 0,36 0-5 0,11 0-2 0,13-13-1 0,-13-11-45 0,-59 24 12 0</inkml:trace>
  <inkml:trace contextRef="#ctx0" brushRef="#br0">10110 5370 18 0,'0'0'10'0,"-11"0"15"0,11-11-15 0,11-2-6 0,2 1-2 0,-2 12 0 0,12-12 5 0,-10 12 1 0,10 0-3 0,13 12-2 0,-12 0-1 0,-24 1 0 0,0-2 1 0,-12 12 1 0,-23 1-2 0,22 0-1 0,13-12-1 0,25 12 0 0,-2 13 1 0,-23-16 0 0,-23-8 6 0,-25-1 3 0,12-12-7 0,25 0-13 0,34 0-82 0</inkml:trace>
  <inkml:trace contextRef="#ctx0" brushRef="#br0">10408 5477 128 0,'-49'-13'8'0,"49"13"-10"0,25 0-12 0,-25 0-50 0,11 0 27 0</inkml:trace>
  <inkml:trace contextRef="#ctx0" brushRef="#br0">10563 5346 36 0,'0'0'12'0,"0"0"3"0,0 13 6 0,0-2-9 0,0 1-8 0,11 11 0 0,37-11 0 0,-24 12-1 0,0-1 2 0,-24-23 4 0,-24 13-5 0,-12-1-5 0,25-12-95 0</inkml:trace>
  <inkml:trace contextRef="#ctx0" brushRef="#br0">10599 5286 133 0,'-12'-11'5'0,"-24"-13"-4"0,143 11-6 0,11-10-25 0,-69 23-42 0</inkml:trace>
  <inkml:trace contextRef="#ctx0" brushRef="#br0">10873 5441 60 0,'0'-11'22'0,"10"11"-13"0,51-13-6 0,-1 1-2 0,-25 12-1 0,-23-12-22 0,-12 12-32 0</inkml:trace>
  <inkml:trace contextRef="#ctx0" brushRef="#br0">11015 5275 71 0,'-47'11'11'0,"34"25"-10"0,2 24-1 0,22-1 1 0,14-23-11 0,-14-24-38 0</inkml:trace>
  <inkml:trace contextRef="#ctx0" brushRef="#br0">11170 5346 67 0,'0'0'-1'0,"12"0"2"0,0 24 9 0,-24 11 2 0,12 13-7 0,12-12-3 0,24-11 1 0,11-25 0 0,1-13-1 0,-24-24 1 0,-24-10 0 0,-36 0 1 0,-11 23-3 0,35 12-8 0,12 12-67 0</inkml:trace>
  <inkml:trace contextRef="#ctx0" brushRef="#br0">11407 5359 120 0,'0'0'0'0,"-46"-13"7"0,58 1-8 0,11 12-46 0,-23 0-1 0</inkml:trace>
  <inkml:trace contextRef="#ctx0" brushRef="#br0">11730 5309 24 0,'12'-11'27'0,"-12"-12"-13"0,-24 11-11 0,0 0 3 0,0-1 2 0,12 2-4 0,-11 11-2 0,-1 0-1 0,-12 11 0 0,24 2-1 0,12 11-1 0,25-1 2 0,9 25-1 0,-21-12 1 0,-1-13 0 0,-24 2 2 0,-35-14 1 0,10-22 13 0,13-26-6 0,60 14-10 0,48-13-13 0,-1 24-82 0</inkml:trace>
  <inkml:trace contextRef="#ctx0" brushRef="#br0">11837 5298 62 0,'0'-12'6'0,"-24"1"5"0,24 11-6 0,24 0 0 0,12 11 0 0,0 37-2 0,-36-23 0 0,-24-2 3 0,-24-12-1 0,35-11-1 0,26-11-3 0,59-25 0 0,-14-12-2 0,-22 25 1 0,-36-1 2 0,-23 11-1 0,-1 26 0 0,24 22 0 0,0 25 1 0,11-13 1 0,25-35 1 0,-23 0-1 0,10-24-92 0</inkml:trace>
  <inkml:trace contextRef="#ctx0" brushRef="#br0">12849 6108 77 0,'0'-12'10'0,"-13"0"-1"0,26-12-9 0,-13 1 2 0,-59-1 2 0,-13-12 7 0,-35 0-1 0,-13 24-9 0,2-11 0 0,-13 12 0 0,0-2 2 0,-13 13-3 0,-10 47 1 0,23-10-1 0,48 10 2 0,72-35-1 0,-50 59 4 0,2 25-3 0,23 9 0 0,11 16-2 0,50-3 0 0,35-22-3 0,36-13 2 0,34-11 2 0,48-37 0 0,25-24 0 0,10-22-1 0,-21-12 1 0,-49-37 1 0,-12-22 0 0,-24-27-1 0,-12-10-1 0,-11 12 1 0,-38 0 0 0,-33-24 1 0,-13 24 7 0,-59 25-1 0,-61 32-2 0,-82 16-4 0,-120 45-13 0,-131 62-128 0</inkml:trace>
  <inkml:trace contextRef="#ctx0" brushRef="#br0">16648 3178 57 0,'-24'-34'21'0,"24"34"-21"0,11 0 8 0,-11 0 15 0,0 0-15 0,0 23 1 0,13 25-5 0,10 11-1 0,-23-11-1 0,0 23 1 0,0-23 0 0,0-1 1 0,0 1-2 0,0-25 2 0,0 2-3 0,13-13 0 0,-1 1-1 0,-1 8 2 0,1-8-2 0,0 11 1 0,24-11-1 0,13-2 2 0,21-11-1 0,2 0-1 0,11 0 0 0,24 0 1 0,24 0-1 0,0 0 1 0,-1 0 1 0,14 0 0 0,-1 0 0 0,0 0-3 0,12 12 1 0,11-1 1 0,-12-11 0 0,14 13-1 0,-1-1 0 0,-1-12-1 0,1 12 1 0,23-12 1 0,2 0-1 0,-14 0-1 0,-11 0-1 0,-13 0 4 0,0 0 0 0,25 11 0 0,12-11-2 0,-12 0 0 0,-1 12 2 0,-11-12-2 0,-24 0 1 0,0 0 0 0,0 0 1 0,12 0-2 0,11 11 1 0,-11-11-1 0,-1 0-1 0,-22 0 1 0,11-11 0 0,-12 11 0 0,12 0 0 0,0 0-1 0,11-12 0 0,-11 12-1 0,0 0 2 0,-25 0-1 0,2 0 0 0,-13-11 0 0,-12-1 1 0,-36 0-1 0,-10-12 1 0,-25 12 2 0,0-12-2 0,-1-23 1 0,0 11 2 0,-10 0-3 0,-13 0 1 0,0 1-1 0,0-13 0 0,0-23 1 0,0 46-2 0,12-9 1 0,-12-3 1 0,0 14 0 0,0-1-1 0,11 12 1 0,2 12-2 0,-13-12 1 0,0 12-1 0,0 12-1 0,0 24 4 0,0 11-3 0,0 25 2 0,0-1-1 0,-13-12 0 0,13-11 1 0,-11-36 1 0,11-12 0 0,0 0 3 0,-12 0-2 0,-1 0 0 0,13 0-16 0,-23 0-133 0</inkml:trace>
  <inkml:trace contextRef="#ctx0" brushRef="#br0">17885 13741 62 0,'0'-13'12'0,"0"13"-7"0,13-12 19 0,-36 0-8 0,-1-1-2 0,-13-21-3 0,-10 10-2 0,-12-12-4 0,-13 12-4 0,-35 0 2 0,-12-10 1 0,-24-16 3 0,0 27-3 0,12-1 0 0,0 12-3 0,-24 0 0 0,1 1 0 0,-1 11 1 0,13 11 0 0,10 1-2 0,-11 24 0 0,-24-13 0 0,12 27 1 0,25 8-1 0,11 2 0 0,11-13 1 0,12 1-2 0,-11 11 1 0,13 13 0 0,22-1-1 0,48 13 0 0,1-13 1 0,11 0 0 0,35 0 1 0,13 0-1 0,0 2 1 0,35-2 1 0,1-10-1 0,11-15 0 0,12-10 0 0,-11 0 1 0,23 1 0 0,12-3-1 0,0 3 1 0,24-14-1 0,12-12 1 0,-12 14-1 0,12-25 1 0,-1 0-1 0,12-12 1 0,15-1-1 0,-17 2 0 0,4-1 0 0,-25 1 0 0,-24-14 0 0,-12 13 0 0,-12-11 1 0,1-13-2 0,-26 0 2 0,-21-12-1 0,-13 13 1 0,-14-26-1 0,3-10 0 0,11 12-1 0,-25 0 1 0,2-1 0 0,-37-11 0 0,-1-1-1 0,25 1 1 0,0 23 0 0,0-23-1 0,-11 23 1 0,-1-11-1 0,-11 11 0 0,-13-11 2 0,11 11-1 0,2-12 2 0,-1 37-2 0,1-1-1 0,0 12-2 0,-2 12-53 0,13 12-88 0</inkml:trace>
  <inkml:trace contextRef="#ctx0" brushRef="#br0">13552 14895 1 0,'25'-11'29'0,"-14"-2"-15"0,-11 1 1 0,10 12-1 0,-10 0 4 0,0 25-12 0,0-2-1 0,0 12 0 0,-10 1-1 0,-1 12 0 0,-14-14-2 0,13 16 0 0,-24-16-1 0,12 3 1 0,1-14-1 0,-13-12 1 0,0 2-1 0,0-13 0 0,1 0 0 0,-1-13 0 0,11-10 0 0,2 12-1 0,10-1 1 0,3-13-1 0,10 2 1 0,0-1-1 0,10 0 1 0,3 11-1 0,-1-9 0 0,12-2 0 0,-1 12 0 0,13-12 1 0,-23 24 0 0,-2 0-1 0,13 0 0 0,-1 0 1 0,-23 0-2 0,25 11 2 0,-1 2-1 0,-1 11 1 0,-11 10-2 0,12 16 2 0,12-3-1 0,-12 0 0 0,-11 1 1 0,-2-1 1 0,12-10-2 0,0-14 2 0,-10 13-2 0,10-12 3 0,-23-24-2 0,13 12 2 0,-1-12-1 0,0-12 1 0,-12 12-3 0,0-12 2 0,0 12-5 0,-12-12-25 0,0-13-84 0</inkml:trace>
  <inkml:trace contextRef="#ctx0" brushRef="#br0">14112 14788 14 0,'0'0'11'0,"0"0"18"0,-12-12-11 0,12 12-1 0,0 0-2 0,-12 0 3 0,12-13 4 0,0 13-7 0,-12 0-5 0,12 13-5 0,-12-13-2 0,24 12 2 0,24-12 2 0,35 0-2 0,0 0-3 0,-11 12-1 0,-12-1 2 0,-13-11 2 0,13 0-1 0,-24-11-3 0,-11 11 1 0,-2-12-2 0,1 12-14 0,-12 12-37 0,-23 11-61 0</inkml:trace>
  <inkml:trace contextRef="#ctx0" brushRef="#br0">14052 14834 41 0,'0'-11'32'0,"-24"-1"5"0,11 1-2 0,13 11-16 0,0 0-10 0,25 11-2 0,-13 12-1 0,36 2-3 0,-1 0-1 0,13-2 0 0,-13 12 0 0,-11-11-3 0,-25-1 4 0,14 2-3 0,-25-1 2 0,0-2-3 0,0 3 4 0,-25 11-3 0,2-13 2 0,-12 14-1 0,11 10 1 0,-12-23-2 0,11 12 0 0,2-13 1 0,10 2 1 0,-9-2-3 0,10-12 3 0,12 2-3 0,0-1 1 0,0-12 1 0,0 12 0 0,12-12-1 0,23 0 2 0,24 0-3 0,14 0 3 0,-3-12-2 0,14 0 1 0,-23 12-2 0,-27-13 2 0,2 13-2 0,-24 0 1 0,12 0 1 0,-12 0 0 0,0 0 0 0,-12 0-1 0,12 0 0 0,-12 0 1 0,0 0 6 0,0 0-6 0,0 0-1 0,11-11-1 0,-11 11-31 0,11-23-123 0</inkml:trace>
  <inkml:trace contextRef="#ctx0" brushRef="#br0">11098 15144 9 0,'-11'0'11'0,"11"-11"-2"0,-12 11 1 0,12-12 4 0,0 12-3 0,0-11 1 0,0-2-4 0,0 1 0 0,12 0 8 0,-12-1 0 0,0 3-1 0,11-2-3 0,-11 12-5 0,13 12 1 0,-13 35-3 0,12 13-1 0,-12 71 3 0,0-72-5 0,11-11-2 0,-11-12 1 0,12-26 1 0,-12-10 3 0,24-34-2 0,0-37 0 0,0 0-2 0,-12-2 0 0,12 38 0 0,-1 11-2 0,-11 35 0 0,12 26 0 0,12 34 0 0,-12-12 0 0,-1-11 1 0,13-24 0 0,-25-24 1 0,14-36-1 0,-14-12 1 0,2-23 1 0,-1 0-2 0,-12 24 1 0,0 22 0 0,0 25-6 0,0 25-57 0,0 22-52 0</inkml:trace>
  <inkml:trace contextRef="#ctx0" brushRef="#br0">11635 15419 71 0,'-13'-12'39'0,"13"24"-21"0,0 23-12 0,13 2-4 0,10-26-1 0,1 1 2 0,-12-12 2 0,12-36-1 0,-24-1-3 0,-12 3 0 0,0 10-1 0,-12 24-1 0,1 0-1 0,-2 24 1 0,25 0 1 0,13-1-1 0,22-11-3 0,13-12-1 0,12-25 1 0,-14-9-3 0,-10-14 5 0,-23 12 2 0,-13-22 1 0,0 8 3 0,0 50 8 0,0 25-4 0,-13 46 2 0,-10 13-8 0,23-25-1 0,12 1-23 0,-1-24-86 0</inkml:trace>
  <inkml:trace contextRef="#ctx0" brushRef="#br0">12135 15466 69 0,'0'-12'16'0,"-12"-11"11"0,0 11-8 0,-12 12-5 0,-12 22-4 0,13 15-8 0,11 10-1 0,-1-10-1 0,38-14-2 0,-2-12-1 0,13-11 1 0,0-34 0 0,0-14-1 0,-13-12-3 0,0 1 5 0,-10-13 2 0,-13 14 0 0,0-3-1 0,-13 14 0 0,13 23 2 0,0 12 2 0,-11 1 3 0,11 22-6 0,-12 12 0 0,12 25 0 0,-11 25 0 0,11 21 0 0,0-12 1 0,0-9 1 0,0-14 1 0,0-36 1 0,11 2 0 0,-11-25 2 0,12 0 0 0,-12-12-4 0,11-1-18 0,-11 2-137 0</inkml:trace>
  <inkml:trace contextRef="#ctx0" brushRef="#br0">12587 15097 25 0,'0'0'10'0,"0"0"10"0,0 0 4 0,-12-12-1 0,12 12 1 0,0 0-6 0,24-12-8 0,12 12-4 0,12-13-3 0,11 13-2 0,-23 0 1 0,-12 0 0 0,10 0-1 0,-9 0-2 0,-1 0-19 0,-24-10-31 0,0 10-23 0</inkml:trace>
  <inkml:trace contextRef="#ctx0" brushRef="#br0">12742 14930 49 0,'0'0'0'0,"0"0"41"0,0 0-7 0,0 59-8 0,12 12-11 0,-1 2-11 0,2-25-1 0,-13-14-2 0,0-34-11 0,12 25-69 0,-12-25 8 0</inkml:trace>
  <inkml:trace contextRef="#ctx0" brushRef="#br0">12659 15407 57 0,'0'0'0'0,"0"-12"50"0,-12 12-10 0,12 0-19 0,0 0-14 0,36 0-4 0,23 12-1 0,1-24 0 0,-26 12-2 0,-21 0 1 0,-1 0 0 0,-1-12 1 0,-11 12 1 0,-11 0 0 0,-14-13-3 0,-9 13 1 0,-14 13-1 0,0-1 0 0,13 0 0 0,11-12 0 0,12 12 1 0,12-12 0 0,0 0 0 0,24 0-1 0,10 0 1 0,15 0-1 0,-13 0 0 0,-12 0 0 0,-12 0 0 0,-1 0 0 0,-11 0 0 0,0 0 3 0,-23-12-3 0,-37 12 0 0,1 0 0 0,-1 12 0 0,24 0 0 0,24-2 0 0,12-10 0 0,12 0 0 0,36 0 1 0,23-10-1 0,-23 10 0 0,-12-12 0 0,-24 12 2 0,0-12 0 0,-1 12 0 0,-11 0-1 0,0 0-1 0,11-12-8 0,2 0-61 0,-1-1-49 0</inkml:trace>
  <inkml:trace contextRef="#ctx0" brushRef="#br0">9479 15192 10 0,'-12'0'42'0,"-1"-11"-29"0,3-1-8 0,10 12-11 0,-12 0-5 0,0 0 10 0,12 0 9 0,-12-12 10 0,12-1-4 0,0 13 2 0,0 13 9 0,0 22-12 0,0 25-4 0,12-1-3 0,-12-11-2 0,0 0-3 0,12-14 0 0,-12-21 0 0,0-13 4 0,0-23-4 0,22-25-1 0,-9 12-1 0,10 0 1 0,-10 24 0 0,-1 1 0 0,-1-1 0 0,26 47 1 0,-25 37-1 0,35-14-1 0,-11-33 2 0,-12-25 0 0,11-47 3 0,-23-36 0 0,-12-13-2 0,0 71-2 0,0 14-46 0,12 59-66 0</inkml:trace>
  <inkml:trace contextRef="#ctx0" brushRef="#br0">9789 15466 86 0,'0'0'0'0,"12"0"29"0,-1 25 0 0,2 9-20 0,-1-9-2 0,-12-25 0 0,0-25 1 0,-12-9-6 0,24-16-1 0,-1 28-2 0,12 22 0 0,2 22 1 0,-1 28 0 0,-12-27 0 0,0 1-14 0,0-24 5 0,10 24-114 0</inkml:trace>
  <inkml:trace contextRef="#ctx0" brushRef="#br0">10039 15538 87 0,'0'0'18'0,"11"0"7"0,38-13-20 0,-14 2-4 0,-23-12-1 0,-1-2 0 0,-11 0 0 0,0 25 1 0,-11 13 8 0,-1 24-1 0,1-3-5 0,-2-9-1 0,13-2-2 0,24-11-10 0,-12-12-11 0,12 0-1 0,-12 0 5 0,12-12 13 0,-12 1 7 0,-1-13 14 0,1 0 14 0,-12 12-15 0,12 12-14 0,0 23-1 0,0-10 0 0,12-13 1 0,0-13 1 0,-24 13-5 0,13 0-130 0</inkml:trace>
  <inkml:trace contextRef="#ctx0" brushRef="#br0">10502 15323 82 0,'0'0'0'0,"0"-12"50"0,13 0-17 0,-1 12-25 0,35 0-7 0,1-11 0 0,-12 11-16 0,-24 0-30 0,-12 0-46 0</inkml:trace>
  <inkml:trace contextRef="#ctx0" brushRef="#br0">10502 15441 101 0,'-11'0'40'0,"11"-10"-4"0,60-2-31 0,11-12-4 0,-35 12-2 0,-24 12 2 0,-12 0 0 0,0-13-26 0,0 13-105 0</inkml:trace>
  <inkml:trace contextRef="#ctx0" brushRef="#br0">2120 5548 12 0,'-13'0'3'0,"-10"0"-1"0,10-13-2 0,13 3 2 0,0 10 10 0,0-11 5 0,-10 11-3 0,10 0 1 0,0 11-2 0,0 36 0 0,0 13-5 0,10-13-1 0,3 14-1 0,-1-15 0 0,12 2-1 0,-1-37-1 0,26-22 3 0,58-96-7 0,59-48 3 0,25 13-1 0,-48 58 1 0,-96 47 3 0,-47 26 5 0,0-1-9 0,0 1-3 0,0-1-18 0,12 12-25 0,-12 35-8 0,-23-11 6 0</inkml:trace>
  <inkml:trace contextRef="#ctx0" brushRef="#br0">1882 5751 49 0,'0'-11'5'0,"0"-2"3"0,0 13 17 0,12 0-8 0,-1 24-4 0,14 36-5 0,-2-1-2 0,13 0-2 0,12-11-2 0,-1-36 2 0,25-35 2 0,71-98-3 0,95-68-5 0,60-3 3 0,-85 50 0 0,-117 83 0 0,-85 59 14 0,-22-12-8 0,11 12-7 0,0 0-14 0,11 12-66 0,-11 0 30 0</inkml:trace>
  <inkml:trace contextRef="#ctx0" brushRef="#br0">2084 5120 38 0,'-13'-12'4'0,"3"0"4"0,-2-12 10 0,12-12 3 0,0 12-1 0,12 13-13 0,34 11-5 0,27 11 1 0,-14 37 1 0,-12 12 0 0,-34 11 0 0,-1-11 0 0,-24-13 1 0,-12 14-2 0,-1-27-1 0,2-22 0 0,10 0 1 0,13-12 0 0,-11-24-2 0,11 1 0 0,0-13-1 0,36-12 1 0,11-23-2 0,25 0 0 0,-36 35 3 0,-24 0-1 0,-12 24-1 0,0 1 0 0,0-2 1 0,0 1-2 0,0 12 1 0,0 0 4 0,-48 25-2 0,-11 34-1 0,10 48-1 0,49-24 1 0,49-11-1 0,58-37 3 0,-12-35-4 0,-12-35 3 0,-23-13-1 0,-48 24 1 0,-12 12 1 0,0 12-2 0,0-11-23 0,36 11-37 0,12 11-11 0</inkml:trace>
  <inkml:trace contextRef="#ctx0" brushRef="#br0">3942 5477 50 0,'-25'0'9'0,"2"-13"0"0,23-10 3 0,0-13 1 0,23-35-1 0,2 0 0 0,-14 23-1 0,2 0-2 0,-13 14-3 0,0 21-1 0,0 13-3 0,0 0-2 0,0 59 2 0,0 13-3 0,12 11 2 0,0-35 0 0,22-13-1 0,38-22 1 0,-12-50 0 0,0-34 1 0,-12 0-1 0,-25 11-1 0,-12 13 1 0,-11-1-1 0,0 35 1 0,0 13-2 0,0 0-1 0,-11 61 1 0,11 22 1 0,0 36 0 0,0 12 0 0,11-12-1 0,-22-12 1 0,-1-36 1 0,-11-23 1 0,10-36 0 0,-10-24 2 0,12-36-3 0,-2-23-1 0,13-13-1 0,60 0 1 0,23-21-1 0,36 9 0 0,-23 37 2 0,-37 35-2 0,-35 11 1 0,-24 13 5 0,0-11 6 0,0 11-10 0,0 0-89 0,0 11 11 0</inkml:trace>
  <inkml:trace contextRef="#ctx0" brushRef="#br0">17124 3680 71 0,'-24'-37'8'0,"12"24"-2"0,12-21-5 0,36-3-1 0,1 14 2 0,-26 23 0 0,25 0 6 0,71-11-1 0,95-2-4 0,72 13-1 0,24 0-2 0,-36 0-2 0,-72 24 4 0,-105-24-2 0,-74 0 20 0,-71 0-9 0,-106 0-9 0,-97 12-2 0,-71-1 4 0,2 14-3 0,81-13 2 0,120-12 0 0,108 0 2 0,34 0-3 0,132-12-1 0,95 12-3 0,107-12 3 0,25-1-4 0,-48 13 4 0,-145 13-1 0,-140-1 0 0,-85-12 2 0,-118 0-1 0,-108-12-1 0,-73 12 2 0,-9 0-1 0,70 24 0 0,179-24 1 0,132 0-2 0,153 0-1 0,107 0 1 0,61-12-1 0,11 0 0 0,-71 12 2 0,-155 0-1 0,-131 0 0 0,-36 0 1 0,-12 0 0 0,25 0-1 0,12 0 0 0,11 0 0 0,0 0 0 0,11 12 0 0,1-12 0 0,-12 0 0 0,0 0 0 0,0 12 0 0,0-12 0 0,11 0 0 0,-11 13 0 0,0-13 0 0,0 0 1 0,0 0-1 0,0 0 1 0,12 0-1 0,-12-13 0 0,0 13 1 0,0 0-1 0,0 0-1 0,0 0 1 0,0 13 0 0,0-13 0 0,0 0 0 0,0 21-17 0,0 4-32 0,-12-25-15 0</inkml:trace>
  <inkml:trace contextRef="#ctx0" brushRef="#br0">9372 5072 13 0,'12'0'16'0,"0"-12"20"0,-24 12-29 0,-48 0-2 0,-35 12 2 0,-12 12-2 0,24 0-2 0,47-11 2 0,36-13-3 0,0 11 0 0,12-1-1 0,0 27 0 0,12-1 1 0,-2 0 3 0,-9 23 3 0,-1-11-1 0,12 23-4 0,-1-11 0 0,-10 11-1 0,-13 1 0 0,0 11 1 0,12-24 0 0,-1 0 2 0,13-9-2 0,-11 8-2 0,-13-22 2 0,0 0-2 0,0-13 0 0,0 0 0 0,11-10 1 0,12-1 2 0,61-24 0 0,83-12-5 0,95-11-125 0</inkml:trace>
  <inkml:trace contextRef="#ctx0" brushRef="#br0">12016 5012 28 0,'-24'-11'44'0,"-1"-1"-36"0,25 1-1 0,25-2-4 0,11 1-2 0,-1 0 0 0,13 12 0 0,-11 0 1 0,-3 12 0 0,14-12 1 0,-12 0 0 0,-12 12-2 0,-2 1 1 0,-22-2 1 0,13-11-2 0,-13 12 5 0,0-1-1 0,-13 13-3 0,13 23-1 0,0 3 1 0,0 21-2 0,0 0 0 0,-10 13 1 0,10-26 1 0,0-11-1 0,0-10 1 0,0-3-1 0,0-9-1 0,0 0 1 0,0-14 0 0,-12 1 2 0,0-1 1 0,-36 2-2 0,-34-13 0 0,9 12 2 0,14-12 4 0,46 0-3 0,13 0-5 0,36 12-35 0,-24-12-34 0</inkml:trace>
  <inkml:trace contextRef="#ctx0" brushRef="#br0">9622 16014 17 0,'-12'-12'40'0,"-1"12"-14"0,13-12-12 0,0 12-5 0,36 12 4 0,25 0-6 0,46 1-2 0,48-13 0 0,59-13 1 0,47 1-3 0,61-24-2 0,23-11 0 0,0 11-1 0,-10 12 2 0,10-13 2 0,12 15-5 0,-1-2 4 0,-9-1-4 0,-50 2 3 0,-36-13 0 0,-21 13 0 0,-27 0-1 0,-22 23 1 0,-48-13-2 0,-71 1 2 0,-60 0 3 0,-12-1 3 0,0 13-6 0,0 0-1 0,0 13-1 0,-12-13 1 0,12 12-1 0,-12-12 1 0,12 0-2 0,0 0 6 0,0 0-4 0,0 12-1 0,0-12 0 0,0 0 0 0,0 0 0 0,0 0 0 0,12 0-165 0</inkml:trace>
  <inkml:trace contextRef="#ctx0" brushRef="#br0">1251 18407 8 0,'0'0'3'0,"-13"0"3"0,-10 0 10 0,-1 0 3 0,24 0-9 0,0 11-3 0,24 2-3 0,12 11 1 0,24-12 0 0,23-12-1 0,12 0 3 0,24-12-4 0,-1 12 1 0,14 0-2 0,-13 0 1 0,11 0 0 0,-10 0 0 0,-1 0 3 0,12-12-1 0,-13 12 0 0,-10 0-1 0,-24-12-1 0,-36 12-1 0,-1 0 0 0,-23 0-1 0,0-13 4 0,-24 13 0 0,12 0-3 0,0 0-1 0,0-11-1 0,11 11 1 0,-11 0 0 0,12 0 2 0,-12 0-2 0,-1-12-1 0,-11 12 0 0,13-11-10 0,-13 11-128 0</inkml:trace>
  <inkml:trace contextRef="#ctx0" brushRef="#br0">3917 18550 4 0,'0'-24'10'0,"0"0"5"0,0-11 1 0,-11 23 1 0,-1 0-7 0,-1 12-9 0,26 0 3 0,23 0 1 0,47 0 0 0,36-12-3 0,36-1-1 0,35 2 0 0,25-1 2 0,11-24-1 0,-47 13-3 0,-36 11 0 0,-73 12 1 0,-45 0 3 0,-25 0-16 0,-25-11-16 0,-21-2 2 0,-2 13 2 0</inkml:trace>
  <inkml:trace contextRef="#ctx0" brushRef="#br0">4121 18418 3 0,'-12'13'4'0,"-12"-13"8"0,-1 0 2 0,-11 12 1 0,14 0-3 0,10 0-6 0,0 0 5 0,47-12-2 0,12 0-5 0,-34 0-3 0,-1 0-1 0,119-12 5 0,48-12-3 0,23-12 1 0,-13 13 0 0,-21-14 1 0,-49 26 0 0,-59-1 5 0,-24 1 3 0,-25 11-5 0,-11-13-3 0,0 1-2 0,0 12 1 0,0-12-36 0,0 12-66 0</inkml:trace>
  <inkml:trace contextRef="#ctx0" brushRef="#br0">13076 18133 0 0,'0'0'0'0,"-36"-12"4"0,-36 12-1 0,1 0 5 0,-24 0 4 0,35 12-4 0,24 0-3 0,36 1 1 0,59-13 3 0,73 0 4 0,70-13-3 0,156-24-7 0,-192 27 6 0,-119 10 1 0,-83-12-6 0,-106 0-2 0,-48 0-4 0,-13 0 1 0,-24 24-3 0,26 12 1 0,93-12 8 0,61-2-7 0,83-10-2 0,154 0 3 0,-60-10 2 0,264-2 8 0,-180 0-6 0,-154 24-2 0,-48 0 1 0,-119-12 0 0,-13 10 2 0,-10 15-8 0,-61 11-2 0,-11-13 3 0,35 2 2 0,84-13 1 0,118-12 2 0,107-12 2 0,97-13 2 0,23 14 0 0,-35-12-3 0,-144 10 1 0,-83 13-5 0,-108 0-5 0,-71 13 1 0,2 10 2 0,69-12 3 0,84-11 3 0,97 0 2 0,57-23 1 0,72-13-9 0,-130 11 5 0,-84 25-7 0,-59 0 7 0,-25 0 4 0,-11 25-10 0,-11-13 2 0,69 1 1 0,61-13 3 0,72 0-1 0,47-25-6 0,-60 0 4 0,-48 15 4 0,-46 10-2 0,-60 0-3 0,-36 0 3 0,-37 10-8 0,109 3 12 0,35-1 1 0,12 0-8 0,72-12 4 0,106-12-5 0,37 0 3 0,-108-1 3 0,-83 13-1 0,-73-10-6 0,-69 10 1 0,-50 10 2 0,38 3 9 0,22-1-10 0,61 0-1 0,58 1 4 0,157-38-5 0,166-10 9 0,-156 23-2 0,-130 0-1 0,-84 12-1 0,-71 0-4 0,-25 0-1 0,14 12 1 0,57 0 1 0,38-12 1 0,23 10 4 0,-11-10-3 0,11 0-5 0,11 0 9 0,-11 0-3 0,0 0-1 0,0 0-3 0,0 13 6 0,0-13-4 0,12 12 2 0,-12-12-1 0,0-12 0 0,0 12 2 0,0 0-2 0,0 0-4 0,0-13 9 0,0 13-9 0,0 0 0 0,0 0 4 0,0 0 0 0,0 0 2 0,0-10-2 0,0 10 0 0,0 0-2 0,0 0-101 0</inkml:trace>
  <inkml:trace contextRef="#ctx0" brushRef="#br0">18565 17882 4 0,'0'0'0'0,"-24"-11"14"0,12-1 10 0,12 12-5 0,-12 0-6 0,1 0-5 0,11 0-4 0,0 0 2 0,47 0-2 0,49 0 0 0,35 0-2 0,24 0 1 0,-13 0 0 0,-48 0-2 0,-58 0 4 0,-23 0 6 0,-13 0-33 0,-13 0-41 0,13 0 25 0</inkml:trace>
  <inkml:trace contextRef="#ctx0" brushRef="#br0">19125 17752 6 0,'0'0'0'0,"-12"-25"22"0,12 3 9 0,-12 22-13 0,12-12-7 0,12 24-2 0,24 10-7 0,11 3-1 0,-11 11-2 0,-25 0 2 0,-11-12 3 0,-47-1-4 0,0 25-3 0,11-12-1 0,24-13-24 0,12-11-38 0</inkml:trace>
  <inkml:trace contextRef="#ctx0" brushRef="#br0">19565 17727 20 0,'0'-34'15'0,"-11"10"22"0,11 11-20 0,0 26-10 0,0 23-5 0,0 23-3 0,23-12-1 0,13-22 2 0,59-25 6 0,-36-25-2 0,1-22 1 0,-36 10 0 0,-24 3 0 0,0-3 0 0,0 14 1 0,0 23-5 0,0 48-4 0,0 48-3 0,0 46-3 0,-11-24 4 0,11-22 0 0,-24 0 3 0,-12-25 8 0,0-47-1 0,-13-12-3 0,15-48-19 0,10-1-59 0,24 37 56 0</inkml:trace>
  <inkml:trace contextRef="#ctx0" brushRef="#br0">20197 17811 63 0,'0'0'9'0,"0"-11"17"0,22-1-16 0,39 12-7 0,10-11-16 0,-11 11-64 0</inkml:trace>
  <inkml:trace contextRef="#ctx0" brushRef="#br0">20197 17882 31 0,'-24'13'14'0,"-12"24"11"0,60-37-14 0,59-25-10 0,36-11-74 0</inkml:trace>
  <inkml:trace contextRef="#ctx0" brushRef="#br0">20911 17669 50 0,'0'-13'9'0,"-12"-10"18"0,0 35-8 0,-35 48-15 0,22-13-3 0,14-11 0 0,11-24 6 0,0-24 0 0,11-24-1 0,2-11 2 0,10 23-1 0,-11-12-1 0,0 24-5 0,12 12 0 0,12 12-3 0,23 24-1 0,-36 10-2 0,-23 15 3 0,-11-25 3 0,-12-12-2 0,23-13-3 0,0 49-4 0,11 11 2 0,-22-24 8 0,-37-22 6 0,-36-13-5 0,1-24-18 0,71-13-75 0,12 14 63 0</inkml:trace>
  <inkml:trace contextRef="#ctx0" brushRef="#br0">21221 17895 58 0,'0'0'5'0,"23"-24"42"0,-23 1-24 0,-12 23-23 0,12 0-62 0,0 0-2 0</inkml:trace>
  <inkml:trace contextRef="#ctx0" brushRef="#br0">21495 17836 38 0,'0'0'20'0,"-12"0"13"0,12 23-15 0,22 37-11 0,27-13-8 0,-26-10 2 0,-59-14-5 0,-22-12-30 0,10-34-32 0</inkml:trace>
  <inkml:trace contextRef="#ctx0" brushRef="#br0">21530 17811 45 0,'0'-11'27'0,"47"-25"7"0,13-1-26 0,12 15-41 0,-48 22-28 0</inkml:trace>
  <inkml:trace contextRef="#ctx0" brushRef="#br0">21971 17848 37 0,'0'0'27'0,"0"-12"12"0,36 0-24 0,11 12-10 0,25 0-3 0,23-13-10 0,-24-10-55 0,-47 23 14 0</inkml:trace>
  <inkml:trace contextRef="#ctx0" brushRef="#br0">22244 17656 24 0,'0'0'21'0,"-23"25"17"0,12 46-20 0,-14 25-17 0,13-1-7 0,12-24-54 0,0-59 37 0</inkml:trace>
  <inkml:trace contextRef="#ctx0" brushRef="#br0">22602 17764 52 0,'0'0'0'0,"-13"0"19"0,-10 24 5 0,10 36-21 0,2-1-8 0,35 0 3 0,35-47 5 0,1-47 5 0,-11-49 7 0,-38 13-6 0,-59 35-5 0,1 24-35 0,22 24-58 0</inkml:trace>
  <inkml:trace contextRef="#ctx0" brushRef="#br0">22947 17811 66 0,'0'0'12'0,"0"-23"8"0,-13 23-49 0</inkml:trace>
  <inkml:trace contextRef="#ctx0" brushRef="#br0">23245 17764 35 0,'0'0'8'0,"24"-37"24"0,-24 15-11 0,0 10-15 0,-36 12 1 0,0 0-5 0,13 34-4 0,34 16-3 0,1 9 0 0,0 0 1 0,-36-22 5 0,-23-37 4 0,22-25 6 0,50-34-5 0,46-1-51 0,-23 36-21 0</inkml:trace>
  <inkml:trace contextRef="#ctx0" brushRef="#br0">23424 17788 23 0,'0'-11'32'0,"47"-2"-4"0,1 1-23 0,11 24-4 0,-35 24 1 0,-12 0 1 0,-48-1 1 0,24-11 2 0,12-24 3 0,48-59-3 0,11 11-2 0,-11 24-4 0,-48 24 1 0,-35 47 4 0,-12-10-1 0,34 10-7 0,60-23 4 0,37-11 0 0,-12-38 0 0,-62 13-50 0,-32 12-30 0</inkml:trace>
  <inkml:trace contextRef="#ctx0" brushRef="#br0">18946 17120 41 0,'-48'-11'10'0,"25"-1"26"0,-13 12-18 0,36 0-5 0,23 12-6 0,84-12-1 0,85 0 1 0,46-12-2 0,-60 12-1 0,-142 0 2 0,-48-11-6 0,-35 11-85 0,35-12 38 0</inkml:trace>
  <inkml:trace contextRef="#ctx0" brushRef="#br0">19411 16919 86 0,'-36'-25'11'0,"11"25"22"0,50 0-25 0,70 37-4 0,23 34-2 0,-57 1 0 0,-73-26 5 0,-130 27-6 0,58-50-55 0,72-11-27 0</inkml:trace>
  <inkml:trace contextRef="#ctx0" brushRef="#br0">19899 16847 69 0,'0'-35'24'0,"11"-1"15"0,2 24-20 0,-13 37-18 0,12 33 0 0,11 14-1 0,13-36 1 0,12-26 4 0,11-56 0 0,1-50-1 0,-60 73 4 0,0 23 0 0,-13 47-6 0,13 61-3 0,0-14 0 0,-11-10-1 0,-37-1 3 0,1-58 0 0,23-25 4 0,12-71-28 0,48 21-67 0,-23 39 49 0</inkml:trace>
  <inkml:trace contextRef="#ctx0" brushRef="#br0">20423 16907 99 0,'-12'0'16'0,"12"-24"22"0,36 12-26 0,35 1-9 0,11-2-7 0,-46 13-81 0,-23 0 33 0</inkml:trace>
  <inkml:trace contextRef="#ctx0" brushRef="#br0">20423 16990 80 0,'-12'0'6'0,"-24"36"29"0,48-36-8 0,71-11-21 0,72-14-34 0,-72 0-83 0</inkml:trace>
  <inkml:trace contextRef="#ctx0" brushRef="#br0">21017 16668 7 0,'0'0'10'0,"0"-11"18"0,0-1 2 0,0 12-5 0,13-11-6 0,-13 22-2 0,0 37-11 0,-13 11-2 0,2 12-2 0,11 0-3 0,24-10 1 0,12-38 1 0,-12-23 4 0,10-71 1 0,2-36-1 0,-36 0 0 0,-36 48-1 0,-10 34-3 0,-2 37-26 0,24 12-90 0</inkml:trace>
  <inkml:trace contextRef="#ctx0" brushRef="#br0">20960 16716 17 0,'11'-23'21'0,"35"-13"9"0,15 24 3 0,-37 1-6 0,-12 34-14 0,-24 25-3 0,0-1-4 0,0-23-2 0,12-24 2 0,0-24-4 0,36-12 0 0,10 1-1 0,-21 47 0 0,-14 34 3 0,-58 4-1 0,-12-4 1 0,-1-21-2 0,47-25 0 0,49-13-2 0,-11 13-1 0,-13 36 0 0,-12 0 1 0,-37-12 0 0,50-12-28 0,58-48-102 0</inkml:trace>
  <inkml:trace contextRef="#ctx0" brushRef="#br0">21459 16634 58 0,'0'0'0'0,"-24"-13"23"0,12 1 12 0,12 0-17 0,12-1 5 0,0-9-10 0,0 10-10 0,24 12-2 0,10 34 1 0,-10 16 0 0,-36 9-1 0,-47 0 1 0,22-35-2 0,61 23-1 0,0-10 0 0,-11 10 1 0,-73-11 2 0,-23-24 1 0,-1-2-4 0,48-20-63 0,24 10-37 0</inkml:trace>
  <inkml:trace contextRef="#ctx0" brushRef="#br0">21720 16812 105 0,'13'-12'15'0,"10"-12"33"0,-23 0-30 0,0 11-18 0,24 26-152 0</inkml:trace>
  <inkml:trace contextRef="#ctx0" brushRef="#br0">21947 16584 56 0,'0'-10'16'0,"0"-26"21"0,0 11-20 0,12 14 0 0,-12 11-8 0,12-12-4 0,-12 35-2 0,0 14 2 0,0 10-3 0,-12 1 2 0,12 0-4 0,24-25 1 0,22-23 1 0,3-11-2 0,-13-1-1 0,-13 35 3 0,-23 37 2 0,-11-13 1 0,-1-10-6 0,-1-3-5 0,2-9-65 0,22-25-16 0</inkml:trace>
  <inkml:trace contextRef="#ctx0" brushRef="#br0">22280 16597 66 0,'0'-13'10'0,"12"3"21"0,0-14-18 0,0 12-1 0,12-13 0 0,0 25-3 0,0-11-5 0,-2 47-4 0,-9 10 3 0,-36 15 1 0,11-38-4 0,34 2 0 0,39 21-2 0,-37 27 0 0,-24-25 2 0,-72-25 4 0,-23-12 1 0,71-11-9 0,12-11-82 0</inkml:trace>
  <inkml:trace contextRef="#ctx0" brushRef="#br0">23055 16693 31 0,'0'0'0'0,"-24"0"34"0,24-12 4 0,-12 12-11 0,12 0-11 0,23 0-10 0,37-13-1 0,47 13-4 0,-11-11 1 0,-37-1 0 0,-36 1 2 0,-23 11-2 0,0 0-2 0,13 0-5 0,-1 0-55 0,-12 11-18 0</inkml:trace>
  <inkml:trace contextRef="#ctx0" brushRef="#br0">23245 16502 26 0,'0'-12'20'0,"12"1"16"0,-12 22-17 0,-24 96-2 0,0 1-6 0,24-24-5 0,0-38-4 0,12-34-21 0,24 1-83 0</inkml:trace>
  <inkml:trace contextRef="#ctx0" brushRef="#br0">23639 16502 42 0,'-13'-23'15'0,"1"34"16"0,-36 37-14 0,25 23-8 0,10 1-6 0,38-48-1 0,10-13 3 0,14-46 0 0,10-37-3 0,-48 1 1 0,-58 35-1 0,-13 24-12 0,24 24-103 0</inkml:trace>
  <inkml:trace contextRef="#ctx0" brushRef="#br0">23839 16562 85 0,'0'0'4'0,"25"-24"27"0,-14-1-20 0,14 25-29 0,-14 13-81 0</inkml:trace>
  <inkml:trace contextRef="#ctx0" brushRef="#br0">24054 16442 24 0,'0'0'17'0,"0"-34"0"0,13 9 8 0,-13 25-13 0,12-12-1 0,-12 24-7 0,11 0 3 0,-22 35 0 0,11 1-3 0,-12 0-2 0,24-12 0 0,35-26 1 0,1-20 0 0,-12 10-2 0,-36 35 3 0,-11 24 2 0,-2-11-5 0,1-12-4 0,0 1-80 0,12-26 47 0</inkml:trace>
  <inkml:trace contextRef="#ctx0" brushRef="#br0">24388 16479 43 0,'0'-13'6'0,"24"-22"18"0,-12 12 1 0,-1 10-13 0,2 1-1 0,-1 12-6 0,12 0-4 0,-1 36-2 0,-23 24 3 0,-12-13-1 0,-12-11 3 0,24-14-6 0,36 15 5 0,-12 10-4 0,-24 1 2 0,-47-12 4 0,-25-36 0 0,36 12-8 0,36-12-130 0</inkml:trace>
  <inkml:trace contextRef="#ctx0" brushRef="#br0">24734 16513 45 0,'0'0'0'0,"10"-47"34"0,39 23-6 0,-1 13-19 0,-24 34-5 0,-24 36 0 0,-13-10 1 0,-10-14-1 0,10-23-2 0,26-24 3 0,58-47-5 0,13 0 1 0,-13 22-1 0,-59 26 1 0,-48 22-1 0,-23 37 5 0,35 12-3 0,60-13 0 0,35-23 5 0,1-11-6 0,-38-26 1 0,-34 13-5 0,-11-12 3 0,11 12-93 0</inkml:trace>
  <inkml:trace contextRef="#ctx0" brushRef="#br0">25258 16228 2 0,'0'0'4'0,"-12"12"-4"0,0 1 1 0,-12-2-1 0,24 1-7 0</inkml:trace>
  <inkml:trace contextRef="#ctx0" brushRef="#br0">11885 18205 1 0,'0'0'0'0,"0"-13"8"0,0 13 1 0,0-11-2 0,0-12 1 0,0 23 0 0,0-13-1 0,0 13-2 0,0 13 5 0,0-2-10 0,11 12 1 0,-11 2-2 0,13-13 0 0,-13 11 1 0,0-12 1 0,0 2 0 0,11-13 1 0,-11 0 4 0,24 0-1 0,12-36 2 0,35-23-11 0,1-14 7 0,-36 51 4 0,-24 10-1 0,-1 0-3 0,1 0-1 0,-1 12-1 0,-11 0 0 0,0 0 1 0,13 0 1 0,-13 0 3 0,0 0-8 0,0 0 4 0,0 0-2 0,0 0 0 0,0 0 2 0,12 0-2 0,-12 0-112 0</inkml:trace>
  <inkml:trace contextRef="#ctx0" brushRef="#br0">12099 17216 26 0,'0'-12'27'0,"-12"1"-12"0,12-1-8 0,0 35 1 0,12-11 3 0,-12-12-3 0,12 12-4 0,0 12-1 0,-12-1-2 0,12 2 1 0,1-1 0 0,-2-2-1 0,1 3 0 0,-12 0 0 0,11-25 2 0,1 0 5 0,36-37 2 0,58-34-4 0,3 11 1 0,-39-11 0 0,-34 34 2 0,-24 26-1 0,-12-1-2 0,0 12-5 0,-12 23-12 0,-24 27-109 0,36-50 80 0</inkml:trace>
  <inkml:trace contextRef="#ctx0" brushRef="#br0">13670 6728 0 0,'-11'0'1'0,"-60"0"5"0,35 11 1 0,24-11 6 0,24 0-6 0,59 0-3 0,47 0 2 0,63 0-2 0,44-11-1 0,1 11-1 0,-11-13-1 0,-49 13-1 0,-59 0 4 0,-71-12-1 0,-24 12 0 0,-12 0 0 0,0 0 0 0,0 0 0 0,0 0-2 0,-82 0-1 0,-63 12 1 0,-44 1-1 0,-26-2 1 0,-11 12-1 0,12-10 0 0,46-1 1 0,62-12 0 0,82 0-1 0,24-12-1 0,48 12 0 0,59-13 3 0,47 2-2 0,49 11-1 0,35-12 1 0,11 12 0 0,-22 0 1 0,-24 12-1 0,-73-12 0 0,-34 11 0 0,-49-11-1 0,-11 0 2 0,-24 0 0 0,0 0 2 0,-24 0 0 0,0 0-3 0,-47-11 1 0,46 11-1 0,-105 0 1 0,-49 0-1 0,-59 24-1 0,0-12 2 0,24-12-1 0,57 0 0 0,27 0 0 0,36-12 0 0,33 12 1 0,37-13 1 0,0 13-1 0,24 0-3 0,60 0 2 0,47-11 0 0,23 11-1 0,26 0 1 0,-14 0 0 0,-11 11 0 0,-24-11 0 0,-47 0 0 0,-25 0 0 0,-23 0 0 0,0 0 0 0,-12 0 1 0,-12 0-1 0,0 0 1 0,12 0 0 0,-12 0 2 0,0-11 0 0,0 11-3 0,0-12 1 0,0 12-1 0,0 0 0 0,0-11-3 0,0 11-34 0,0 0-8 0</inkml:trace>
  <inkml:trace contextRef="#ctx0" brushRef="#br0">12921 6810 0 0,'0'0'0'0,"0"0"3"0,-24-11 0 0,-1-1-2 0,-11 0 0 0,-22 12 0 0,-2-13 0 0,-11 2 0 0,-13-1-1 0,25 12 1 0,-25 0-1 0,-11 0 0 0,0 12 1 0,-12-1 0 0,0 26-1 0,0-14 0 0,-1 1 0 0,37 13 0 0,-1-14 0 0,13 0 0 0,-1 13 1 0,-11 12 0 0,-12-12 0 0,34-1 0 0,13 1-2 0,25 12 2 0,11-13-1 0,24 13 2 0,12-12 2 0,-24-36-3 0,47 48 5 0,13-14-2 0,24-9 1 0,10-13 0 0,24 1-1 0,2-2-1 0,-13-1 1 0,11-10-2 0,2 0 0 0,-12-21-1 0,-14 8 1 0,-10 1-1 0,-13-13 0 0,-11 14-1 0,11-12 0 0,-24-2 0 0,2 2 2 0,-27 11-1 0,2-12 1 0,-13-13-2 0,2 3 1 0,-13-3 0 0,-12 3 0 0,-12-3 1 0,0 3 0 0,-12-3-2 0,-11 1 2 0,-12-12-1 0,-37 14 1 0,0-3-1 0,-23 13 0 0,-12 12-1 0,-24 12 1 0,-12 12 0 0,1 24-5 0,106-11-61 0</inkml:trace>
  <inkml:trace contextRef="#ctx0" brushRef="#br0">2406 6858 35 0,'-12'-12'13'0,"12"-12"-8"0,0 24-4 0,0-12 1 0,-36 1 1 0,0 11 3 0,-36-24-4 0,-10 11-1 0,-25 2-1 0,-13 11 0 0,-11 24 3 0,11 0-1 0,26-1 2 0,24 1-3 0,33 24 0 0,-11 23 0 0,24 2 0 0,24-2 1 0,24-12 0 0,24 0-1 0,0-11 1 0,34-1 2 0,14-11-3 0,-1-25 0 0,25 2 2 0,-25-13-2 0,12 0 2 0,11-24 0 0,-10 1-3 0,-1-14 2 0,1 3 1 0,-1-16-1 0,-24 4-1 0,-47 10 3 0,-36 0 0 0,-12-11 0 0,-35-14-1 0,-13-10 0 0,0 12-1 0,-11 11 1 0,-26 0-2 0,-69 37 0 0,-71 82-3 0,-50 48-103 0</inkml:trace>
  <inkml:trace contextRef="#ctx0" brushRef="#br0">22400 2786 1 0,'0'0'0'0,"10"-36"17"0,15 24-8 0,-14 0 0 0,2 12 3 0,-13-11 2 0,-13 11-8 0,-23 11-1 0,14 1-1 0,22 0-4 0,0-12 1 0,-12 13 0 0,12-2-1 0,0 12 1 0,12 14 0 0,-12-3-1 0,12 27 1 0,11-13 0 0,-11-2 0 0,-12 4 0 0,0 21 1 0,0-12 1 0,0 12-1 0,-12-35 0 0,12 24 0 0,0-13 0 0,0 1-1 0,0-25 0 0,0 1-2 0,12-11 3 0,24-13-33 0,12 0-31 0</inkml:trace>
  <inkml:trace contextRef="#ctx0" brushRef="#br0">23590 2763 8 0,'-24'-13'5'0,"1"1"8"0,-1 0 0 0,24 12-5 0,0-11-5 0,24-1-2 0,59 12 3 0,-47 23-1 0,-12 1 3 0,-12 36-1 0,11 23-1 0,-23 13-1 0,11 11-2 0,2-25 0 0,-1 14 0 0,12 0-1 0,-12-25 1 0,-12-24 0 0,-12-10 1 0,-12-3 1 0,-12-9 3 0,1-13 0 0,11 1-2 0,1-13-2 0,-2 0-2 0,13 0-37 0,12 0-20 0</inkml:trace>
  <inkml:trace contextRef="#ctx0" brushRef="#br0">23769 2298 2 0,'-37'0'9'0,"26"-24"-5"0,-1 0 7 0,1 12 5 0,-1-11-1 0,12-2-5 0,23 2-4 0,13 23-3 0,12 48-1 0,-12-2 2 0,-26 27 0 0,-10-14-1 0,-34 1-2 0,10-26 1 0,12-21 0 0,0-26-1 0,12-8 0 0,36-29-2 0,10 3 2 0,15 0-1 0,-1-1-1 0,-25 12 1 0,-12 13 0 0,-23 11 0 0,-11 12 1 0,-36 58 0 0,-2 26 2 0,26-13-2 0,23-21 0 0,23-29 0 0,26-8 0 0,-14-13-9 0,24 12-67 0,-59-12 55 0</inkml:trace>
  <inkml:trace contextRef="#ctx0" brushRef="#br0">24233 2596 19 0,'-11'0'21'0,"-1"-25"11"0,12 14-20 0,23-12-9 0,13-2 0 0,-13-10 2 0,-23 11 4 0,0 12-1 0,0 0-1 0,-11 12-2 0,11 0-5 0,0 48 1 0,0 35 1 0,0 24-1 0,-12 0-2 0,24-13 1 0,-12-33 1 0,-12-25 2 0,-12-24 6 0,-11 0-5 0,-13-12-1 0,12 0-1 0,12-12-12 0,36-60-82 0,0 48 55 0</inkml:trace>
  <inkml:trace contextRef="#ctx0" brushRef="#br0">24353 2143 9 0,'0'-12'11'0,"-12"-13"14"0,12 25 2 0,0 0-16 0,-12 0-6 0,12 25-1 0,0-13-2 0,0 1 0 0,12-13 1 0,0-13 1 0,-12 1 1 0,0 12 5 0,-12 0-5 0,0 0-2 0,0 12-2 0,12-12-1 0,0 0 0 0,0 13 1 0,12-13-68 0,0 0 23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12968 4846 23 0,'0'-12'45'0,"0"-12"-32"0,0 24-4 0,0-12-1 0,0 0 0 0,0-1 4 0,12 26 0 0,-12-1-11 0,12 13 0 0,-12-14 2 0,12 12 1 0,1 14-1 0,-2-14-2 0,-11 1 1 0,12-12 0 0,12-12 0 0,11-25 0 0,-11-9 0 0,24-14 0 0,11 0 0 0,13 2 0 0,-1-4-1 0,-12 16 2 0,-11 9 2 0,0 2 2 0,-24 23 0 0,-24-12 0 0,12 24-35 0,1-12-74 0</inkml:trace>
  <inkml:trace contextRef="#ctx0" brushRef="#br0">10944 6954 64 0,'11'-13'5'0,"25"13"6"0,35 0-9 0,13-12 3 0,13 0 0 0,45 1-2 0,36-1-4 0,60-12 3 0,48 12-1 0,11 0-2 0,48-1 2 0,-34 2 1 0,22-1-5 0,-83 12 4 0,36-11-2 0,-155-1 2 0,-95 12 0 0,-24 0 16 0,-12-12-8 0,0 12-5 0,0-13-2 0,24 13-30 0,-14 0-27 0</inkml:trace>
  <inkml:trace contextRef="#ctx0" brushRef="#br0">7360 9144 0 0,'0'0'0'0,"-12"0"0"0</inkml:trace>
  <inkml:trace contextRef="#ctx0" brushRef="#br0">7335 9144 0 0,'-11'0'9'0,"11"0"75"0,-12 0-74 0,12 12 0 0,0-12 14 0,0 0-9 0,0 0-3 0,12-12-8 0,47 12-1 0,13-12 0 0,-1 12 0 0,13 0 1 0,22 0-1 0,14 0-1 0,23-13 0 0,12 2-2 0,11 11 3 0,25 0 0 0,10 0-1 0,-33 0-2 0,-25 0 0 0,-12 0 1 0,-36 0 1 0,-36 0 1 0,-11-12 0 0,-24 12 1 0,-12-11-3 0,0-1-2 0,-24 12-24 0,-36 12-115 0,37-12 109 0</inkml:trace>
  <inkml:trace contextRef="#ctx0" brushRef="#br0">7241 9203 60 0,'-60'-11'59'0,"-11"11"-45"0,60 0 3 0,32 0-6 0,100-12-3 0,129-12-5 0,82-13 1 0,38 14-2 0,-48 0 2 0,-96 23 1 0,-119 0 4 0,-95-12 0 0,-12 12-5 0,-12-13-20 0,-24 38-156 0</inkml:trace>
  <inkml:trace contextRef="#ctx0" brushRef="#br0">10372 12895 45 0,'-34'0'62'0,"21"0"-37"0,13 0-4 0,24 23-12 0,83 1-1 0,154-24-5 0,145 0 2 0,82-13-4 0,24 2 3 0,-12 22-2 0,-47 2-2 0,-72-1 1 0,-84-12 1 0,-82 0-1 0,-120 12 2 0,-83-12-11 0,-60-12-23 0,-107 0-34 0,-11-1-23 0</inkml:trace>
  <inkml:trace contextRef="#ctx0" brushRef="#br0">10146 12966 82 0,'-23'-12'62'0,"-97"-13"-60"0,95 38-2 0,25-13 6 0,61 12 2 0,118-12-3 0,94-12-2 0,73-1-2 0,71 2 6 0,59 11-1 0,36 0-1 0,-25 0-2 0,-45 11-3 0,-85-11 3 0,-119 0 0 0,-95 0-1 0,-96-11 2 0,-47 11 3 0,0-12-3 0,0 12-3 0,0-11-16 0,25 11-158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5466 5298 74 0,'-35'-23'30'0,"23"11"-20"0,24 12-10 0,46 0 3 0,26 0 5 0,24-12-2 0,11-24-1 0,12-12-1 0,12-23-1 0,-12-13 0 0,-24 0-3 0,-36 2 2 0,-60-1 0 0,-11-1 0 0,13-11 0 0,-1-36 0 0,-12 12 1 0,-61 59-2 0,-46 25 0 0,-35 23 0 0,-13 12 0 0,13 12 0 0,-181 95-1 0,180-24 1 0,25 1-2 0,59 23 0 0,34 12 0 0,14 59-1 0,35 25 4 0,47-37-3 0,36-22 1 0,36-73-1 0,12-47 1 0,35-24-78 0,-154 0 30 0</inkml:trace>
  <inkml:trace contextRef="#ctx0" brushRef="#br0">5407 6787 52 0,'-25'-12'48'0,"-11"-24"-46"0,25 36-2 0,22 0 2 0,2 0 2 0,-13 0 7 0,36-11-6 0,22-2 0 0,39-11 0 0,-2 11-2 0,0 13 1 0,12 0-1 0,0-10-1 0,24 10 1 0,12 0-1 0,0 0 0 0,12 0-3 0,12 10 2 0,0 3 0 0,11-13-1 0,1 12 1 0,11 0-1 0,-23 1 1 0,0 10 1 0,-13-12-1 0,-24 14 0 0,-9-13 0 0,-27-12 0 0,-34 0 3 0,-36 0 7 0,-12 0 2 0,-12 0-4 0,0 0-4 0,13-12-2 0,-2 12-4 0,1 35-178 0</inkml:trace>
  <inkml:trace contextRef="#ctx0" brushRef="#br0">2180 8202 0 0,'0'0'0'0,"-12"-10"0"0,12 10 1 0,0 0 4 0,0 0-6 0,12-11 28 0,22-2-19 0,2 1-1 0,13 12-11 0,-2 0 3 0,25-12-3 0,-2-1-4 0,15 2-14 0,9-1 18 0,-10 12 3 0,11-11 1 0,1-2 1 0,10 1-1 0,1 12 0 0,1-12 1 0,-24 12 6 0,-1-11 4 0,-13 11-5 0,15-12-2 0,-25 12-1 0,-1 0 0 0,0-11 7 0,1-2-1 0,-2 13-3 0,-9 0-4 0,-13 0-1 0,0 0-1 0,-14 0 3 0,3-12-1 0,-1 12 1 0,-12-12 2 0,-12 12 1 0,0 0 2 0,0 0-5 0,0-13-2 0,-12 13-68 0,-12 0 36 0</inkml:trace>
  <inkml:trace contextRef="#ctx0" brushRef="#br0">2442 8227 3 0,'-24'-12'31'0,"24"12"-33"0,0 0-2 0,24 0 3 0,-1 0 7 0,0 0-3 0,26 0-3 0,9 0 4 0,14 0-14 0,24-13-13 0,-1 3 20 0,-11-1 3 0,-1-2 5 0,-23 13 1 0,-1 13-4 0,-12-13 2 0,1-13 4 0,24 1-3 0,-1 0-3 0,1-1 3 0,-1 2 3 0,1 11-3 0,-1-12 1 0,-11 1 0 0,-1 11-3 0,1-13-1 0,-13 13 3 0,12-12 1 0,-10 12-1 0,-14-12-1 0,1 12-3 0,-13 0 1 0,2 0 0 0,-2 0 0 0,-11 0 0 0,0-11 0 0,12 11-1 0,0 0 0 0,-1-12-1 0,-10 12 1 0,-1 0-1 0,-1 0 0 0,-11 0 0 0,12-11 1 0,-12 11 1 0,11 0-1 0,-11 0-2 0,0 0 0 0,0 0-45 0,13 0-15 0</inkml:trace>
  <inkml:trace contextRef="#ctx0" brushRef="#br0">19422 11882 0 0,'0'0'0'0,"0"-23"12"0,0 23 34 0,-11-12-21 0,-1 12-4 0,-12-24 3 0,12 12-4 0,-37 0-11 0,-9 12-2 0,22 0-1 0,23 0 5 0,13 0 2 0,96-13-11 0,119 13-2 0,70-11 2 0,13 22-1 0,-24-11 1 0,-59 0 0 0,-84 0 2 0,-84 0-1 0,-11 0 2 0,-12-11-4 0,-12 11 2 0,11 0-8 0,-23 24-44 0,-35 0-93 0,11-11 123 0</inkml:trace>
  <inkml:trace contextRef="#ctx0" brushRef="#br0">19243 11978 43 0,'0'0'0'0,"-94"-12"63"0,34 12-47 0,12 0 5 0,37 0-13 0,11 0-1 0,119-12-1 0,131-12-1 0,71 1 3 0,1 10 1 0,-48 13-3 0,-108-12 1 0,-94 12 2 0,-48-12 2 0,-12 1-4 0,-12 11-3 0,0-12-3 0,23 12-48 0,-11 12-112 0</inkml:trace>
  <inkml:trace contextRef="#ctx0" brushRef="#br0">4252 14763 58 0,'-24'0'25'0,"12"0"-5"0,12-11-3 0,0 11-3 0,0 0 0 0,12-12 0 0,24 12-8 0,23-24-1 0,23 12-2 0,26 0 1 0,-1-11 0 0,72-25 0 0,-24 24-2 0,-12 12 0 0,0 1 0 0,-24-2 2 0,0 1 1 0,-24 0-1 0,-11 12-2 0,-25 0 3 0,-35 0 2 0,-12 0 4 0,-12 0-3 0,0-11 3 0,-12-1-48 0,-1 1-139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4847 3346 1 0,'0'-13'16'0,"-12"2"13"0,12 11-7 0,-24 0-14 0,-1 0-4 0,25 0 2 0,0 0-1 0,0 0-2 0,13-12 1 0,-13 12 1 0,0 0 0 0,0 0 0 0,0 0 0 0,12 0-1 0,-12 0-1 0,11 0-3 0,-11 0 3 0,0 0 0 0,13 0 1 0,-1 0-2 0,-1-11 0 0,2 11 0 0,11 0 3 0,-1 0-3 0,1 0 1 0,-1-13-2 0,26 13 0 0,10 0 2 0,1 0 0 0,11-12 0 0,25 12-2 0,23 0 0 0,12 0 0 0,23-12 1 0,25-1 0 0,12-8-2 0,11 21-1 0,12 0 0 0,1-13 0 0,-2 1 1 0,14 12-1 0,-12 0 3 0,11 0-4 0,-12 0 2 0,1 0 1 0,-37-12-2 0,-35 24 2 0,-24 0-1 0,-12-12 0 0,1 0 1 0,-1-12-1 0,12 12 1 0,-24 0-1 0,-13 0 1 0,-10 0-1 0,12-12 1 0,0 12-1 0,23 0 0 0,-48 0 1 0,-35 0-1 0,-12 0 1 0,-37 0 4 0,-45 12-4 0,-37 0 0 0,-13-12-1 0,-34 13 0 0,-37-2 1 0,-47-11-1 0,-48 10 0 0,-13 15 1 0,3-13 0 0,22 1-1 0,11-13 1 0,-34 0 1 0,-12 11 0 0,-37 1 2 0,85-1-3 0,34-11 0 0,13 0-2 0,47 0 3 0,48 0-2 0,24 13 1 0,35-13-1 0,36 0 0 0,12 0 0 0,0 0 1 0,12 0-1 0,12 0-1 0,0 0 1 0,-12 0 2 0,0 0-3 0,-12 0 3 0,12-13-4 0,-12 13 3 0,0 0-1 0,1 0 1 0,-1 0-1 0,-1 0 0 0,13 0-2 0,0 0 3 0,0 0-2 0,0 13 3 0,0-13-3 0,0 0 2 0,-11 0-2 0,11 0 3 0,0 0-3 0,0-13 0 0,-12 13 2 0,12 0-1 0,0 0 0 0,0 13 0 0,0-13 0 0,0 0 0 0,-13 0 0 0,13 0 0 0,0 0-1 0,-36 24-62 0,25-1-36 0</inkml:trace>
  <inkml:trace contextRef="#ctx0" brushRef="#br0">10980 1036 46 0,'0'0'0'0,"0"-48"19"0,0 23-18 0,11 4 8 0,2-4 4 0,-13 25-6 0,0 0-3 0,0 25 1 0,0 33 3 0,-13 26-3 0,2 105 9 0,-14-105-6 0,14 0-1 0,-1-26-1 0,12-8-2 0,0-39 2 0,0 1 2 0,23-12-3 0,13 0-2 0,12 11-1 0,-25-11 0 0,-10 0-17 0,23 0-37 0,35 0-22 0,-59 0 46 0</inkml:trace>
  <inkml:trace contextRef="#ctx0" brushRef="#br0">11801 1524 58 0,'0'0'5'0,"-23"-12"-4"0,23-12 5 0,-12 1 8 0,12-25-3 0,0 0-10 0,0 2-1 0,0 9 0 0,-12 1 0 0,-12 0 2 0,-12 24 1 0,12 1 1 0,-24 11-2 0,1 0-2 0,-1 23 1 0,0 13 1 0,12 0 0 0,0 12-1 0,25 12 0 0,0-13 0 0,22-12 1 0,0-12 0 0,25-23 1 0,0-23-4 0,12-12 1 0,-12-1 1 0,0 0-2 0,-13 24 2 0,2-1 0 0,-14 13 0 0,1 13 0 0,12-1 0 0,-12 24 1 0,24 0-1 0,0 11 0 0,10-36 1 0,26 2-3 0,-12-37-3 0,12-23 0 0,-25-25-2 0,13-24 1 0,-36 2 0 0,-12 10 0 0,-12 2 2 0,0 22 2 0,11 24-1 0,-11 24 6 0,0-1-2 0,0-10-2 0,0 23 1 0,0 60 3 0,0 35 1 0,0-12-2 0,12-22 0 0,12-38-3 0,0-12-7 0,24 1 4 0,10 36 3 0,-33 24 2 0,-14-12 4 0,-47-26 0 0,-10-34 0 0,-14-11-4 0,12-12 0 0,36 23-8 0,12 0-13 0,36 11-1 0,36 1 6 0,-14-48 10 0,14-1 9 0,-24 3 0 0,0-14-1 0,-12 0 1 0,11 2 2 0,-23 33-1 0,0 13 0 0,-24 36 1 0,12 12-3 0,-12 11-2 0,0 0 1 0,0-11-1 0,12-25 0 0,0 2 1 0,-2-25 1 0,26-36-4 0,0-12-2 0,1 2 1 0,-3 21 1 0,2 0-1 0,-11 38 1 0,11 11 0 0,11 10 1 0,-10 3 1 0,10-13-1 0,-1-12 1 0,3-24 0 0,-25-36-2 0,0-23 1 0,-24-1-2 0,0 37 1 0,0 24-3 0,0 11 1 0,10 34 2 0,39 14 2 0,10 0 0 0,25-23-2 0,-1-4 0 0,2-21 1 0,-15-10-2 0,-10-38 1 0,-13 1-1 0,-11-1 0 0,-36 0-2 0,-24 12 3 0,-1 13 0 0,3 23 1 0,-14 34-2 0,-24 3 5 0,1 22-2 0,35-11 1 0,36-12 0 0,24-24 2 0,-1-24-3 0,1-24-1 0,-12 0 0 0,0 12-1 0,-1 24 0 0,1 0 0 0,-1 48 2 0,2-12-2 0,11 1 1 0,11-16 0 0,1 4 3 0,11-37-2 0,1-11 0 0,10-13-1 0,-21-12-1 0,-13 0 1 0,0 1-3 0,-1-13 2 0,-12 25-1 0,-10 22 0 0,-26-10 2 0,13 12 0 0,0 11-2 0,0 0 0 0,-11 23 1 0,11-12 2 0,-23 14-1 0,23-13-1 0,23 11 1 0,60 1 0 0,13 0 0 0,-37 0-1 0,-59-1 1 0,-35 14 1 0,-1-14 0 0,24 1-1 0,36 0 0 0,35-24 1 0,13 0-11 0,-1-12-52 0,-24-24-41 0</inkml:trace>
  <inkml:trace contextRef="#ctx0" brushRef="#br0">14790 1155 51 0,'0'0'0'0,"0"-12"47"0,0 12-37 0,12 0 2 0,0 0-3 0,24 12-2 0,0-12-3 0,-1-24-3 0,-11-12 1 0,-12 1-3 0,-12 11 3 0,-12 12 0 0,-36 24-1 0,-11 12-1 0,-1 23-2 0,36 1 7 0,36 11 2 0,60 0 3 0,35-34-6 0,-12-25-2 0,-23-12-2 0,-36-12-36 0,-12 24-83 0</inkml:trace>
  <inkml:trace contextRef="#ctx0" brushRef="#br0">11479 1762 112 0,'-23'0'5'0,"-190"13"-5"0,68 21-15 0,51-21 20 0,45 11 1 0,49-13-1 0,60 1 6 0,83-12 6 0,142-23-12 0,145-25-2 0,117 0-2 0,37-11 2 0,0 11-3 0,-203 36 12 0,95-12-8 0,-107 24 3 0,-156 0 0 0,-128 0 2 0,-73 0-3 0,-24-12-18 0,-37-11-44 0,-93 23-56 0</inkml:trace>
  <inkml:trace contextRef="#ctx0" brushRef="#br0">11443 1846 93 0,'-200'0'3'0,"55"34"-2"0,51-34 2 0,45 0 16 0,38 0-8 0,71 0 4 0,59 13 0 0,119-26-7 0,119-10-5 0,130-25-2 0,86 1 0 0,22 10 0 0,-23-9 0 0,-108 21 0 0,-155 14 7 0,-166 11 6 0,-118 0 4 0,-25-12-4 0,0 1-5 0,-25-2-8 0,14-11-43 0,11 24-112 0</inkml:trace>
  <inkml:trace contextRef="#ctx0" brushRef="#br0">1394 5763 142 0,'-13'-36'1'0,"26"24"-8"0,140-24-88 0</inkml:trace>
  <inkml:trace contextRef="#ctx0" brushRef="#br0">821 7811 168 0,'-11'-11'-1'0,"58"-73"-5"0,180-24-56 0,-60 13-25 0</inkml:trace>
  <inkml:trace contextRef="#ctx0" brushRef="#br0">667 9965 150 0,'-25'-59'-1'0,"110"-12"-13"0,177-96-30 0,-143 95-10 0</inkml:trace>
  <inkml:trace contextRef="#ctx0" brushRef="#br0">785 11991 114 0,'-46'-73'29'0,"128"14"-50"0,122-85-19 0,-2 26-29 0</inkml:trace>
  <inkml:trace contextRef="#ctx0" brushRef="#br0">1025 14311 117 0,'-72'12'22'0,"24"47"-32"0,179-143-13 0,131-176-71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22328 3630 9 0,'-12'-34'33'0,"0"-3"-13"0,12 3-5 0,0 21-2 0,0-11-2 0,-12 13-1 0,12 11-2 0,0 0-6 0,0 35 1 0,0 12 0 0,12 14-1 0,-12-1 0 0,12-1 1 0,-12 0 0 0,0-22-2 0,0-26 1 0,12-11 1 0,-12 0 4 0,0-36-5 0,0-35-1 0,12-13 0 0,-12 25-1 0,0 11 0 0,0 0 0 0,0 2 0 0,0 21 0 0,0 13 1 0,0 12-1 0,0 0-1 0,0 24 1 0,0 47 0 0,0 26 1 0,0-3-1 0,12-35 1 0,-12-23-1 0,0-36 5 0,-12-36-2 0,12-46-3 0,0-2 0 0,24 24 0 0,-24 12 0 0,0 37 0 0,0 11-15 0,0 0-25 0,12 0-47 0</inkml:trace>
  <inkml:trace contextRef="#ctx0" brushRef="#br0">22435 4465 15 0,'0'-12'15'0,"0"1"2"0,-12-14-8 0,12 13-2 0,0 12 1 0,12-23 2 0,-12 23-2 0,0-11-1 0,0-2-2 0,0 13 0 0,0-12-1 0,0 12 1 0,-12 25 2 0,12 21-5 0,-13 26 1 0,13 11 1 0,0-24-1 0,-10-22-1 0,10-26 1 0,0-11 3 0,0-24-1 0,0-23-3 0,0-14-1 0,0 3-1 0,0 11 0 0,10 10 0 0,-10 3 0 0,0 9 1 0,0 13-1 0,0-1 0 0,0 26-1 0,0 35 2 0,0-1 0 0,0 13 0 0,0-2 0 0,0-21-1 0,0-24 1 0,13-13 1 0,-13 0 2 0,0-37-3 0,0-10 0 0,0-13-1 0,12-1 0 0,-12 27 1 0,0-3-1 0,0 3 0 0,0 21 0 0,0 13 0 0,0 13-1 0,-12 10 2 0,12 1-1 0,-13 13 0 0,13-26 0 0,0-1 0 0,-10 3 0 0,10-13 1 0,0 0-1 0,0 12-5 0,0-12-82 0,10-12 36 0</inkml:trace>
  <inkml:trace contextRef="#ctx0" brushRef="#br0">22388 5144 25 0,'-12'-11'10'0,"0"-2"12"0,0 13-6 0,12-24-5 0,0 11-1 0,12-10-2 0,12 23-4 0,-12-11-2 0,11 34-1 0,13 13 1 0,0 10 1 0,-24 15 0 0,-24 10 1 0,-12-11-1 0,-1-1-1 0,14-11-1 0,-1-24 0 0,12 0 0 0,12-11 0 0,24-13 0 0,35 0 0 0,1 0 0 0,-36-13 1 0,-25 1 1 0,-11 12-1 0,0 12-12 0,0 22-38 0,24 16-30 0</inkml:trace>
  <inkml:trace contextRef="#ctx0" brushRef="#br0">22388 6025 51 0,'0'0'0'0,"-24"-12"19"0,24-1 5 0,0-10-9 0,36-1-6 0,10 12-5 0,3 12-2 0,-2 12-1 0,-11 24 0 0,-25-12 1 0,-11 23 1 0,-36 25-1 0,2-12 0 0,10-13-2 0,11-23 1 0,13 0 1 0,25-35 1 0,46-14-2 0,-11 13-2 0,-1-1 2 0,-35 13-1 0,-11-11 2 0,-13 11-6 0,11 11-42 0,1 14-28 0</inkml:trace>
  <inkml:trace contextRef="#ctx0" brushRef="#br0">22578 6657 44 0,'-25'-13'9'0,"3"1"17"0,10 0-11 0,24 12-9 0,10-13 0 0,27 13-1 0,-26 13-2 0,2 11-2 0,-2 10 1 0,-11 3-2 0,-12-1 2 0,-12 12-1 0,-11-14 1 0,11 16-2 0,-24-16 1 0,12 3 1 0,-1-3-1 0,25-21 1 0,0-1-2 0,49-24 1 0,22-12 0 0,1 12 0 0,-36 1 0 0,-13 11 1 0,-23 11 0 0,0-11-1 0,-11 0-3 0,-1 0-55 0,-1-36-5 0</inkml:trace>
  <inkml:trace contextRef="#ctx0" brushRef="#br0">21792 3262 52 0,'24'-47'11'0,"-36"35"11"0,-24 24-8 0,-12 1-4 0,1-2-3 0,11 12-5 0,-11 14-1 0,-13 22 2 0,1-13-2 0,-1 4 0 0,48-16 1 0,12 3 0 0,12 10 1 0,12 11 0 0,12 26 0 0,-12 24-3 0,11 10 2 0,-11 14 0 0,-1 23 0 0,2 35-1 0,-1 13 0 0,11 11 0 0,-12 12 0 0,2-11 0 0,-1-13-2 0,-24 0 3 0,12-11-5 0,-1-13 3 0,-11 0 0 0,12-34 1 0,-12-1-2 0,12-24 3 0,0-12-4 0,12-13 3 0,0 14-2 0,1-36 2 0,9-26-2 0,14-33 5 0,24-13-4 0,-1-23 3 0,-35 23-1 0,-36 0 2 0,0 10-27 0,0 15-91 0</inkml:trace>
  <inkml:trace contextRef="#ctx0" brushRef="#br0">22661 7882 19 0,'-11'-11'14'0,"-1"-26"8"0,12 24-5 0,-13-8-4 0,2 8 2 0,11-11-3 0,11 0-5 0,14 12-3 0,10 12-2 0,1 23 0 0,0 14 0 0,-12-3 0 0,-24 16 0 0,-13-16 1 0,-10 3-2 0,12-3-1 0,22-9-1 0,48 11 1 0,1 11-1 0,-36-11 1 0,-36 0 2 0,-37-11 4 0,-10-4 2 0,36 4-5 0,12-13-2 0,-2-12-4 0,13 0-49 0,13 0-41 0</inkml:trace>
  <inkml:trace contextRef="#ctx0" brushRef="#br0">23673 7739 43 0,'0'-12'22'0,"-11"1"7"0,-1 45-12 0,-24 37-2 0,-12 38-3 0,1-26-2 0,11-24-8 0,11-11 1 0,14-12-8 0,-12-36-53 0,23 0-13 0</inkml:trace>
  <inkml:trace contextRef="#ctx0" brushRef="#br0">23376 7800 35 0,'-12'-25'31'0,"12"13"-4"0,36 36-10 0,22 60-9 0,14 21 0 0,-12-21-2 0,-11-36 1 0,-26-25 3 0,-23-23-6 0,0 0-2 0,-12-11-53 0,12-12-45 0</inkml:trace>
  <inkml:trace contextRef="#ctx0" brushRef="#br0">22519 7406 18 0,'0'0'0'0,"-24"0"10"0,11-24 8 0,38-12-10 0,-1 25-1 0,-13-14 1 0,0 13 0 0,2 1-3 0,10-1-2 0,13-12 0 0,0 24 0 0,12-12-1 0,-23 24 0 0,-14 1 2 0,1 10 1 0,-12 0-1 0,-12 2 0 0,1 9 1 0,-14 3-1 0,-11-3-1 0,13 3 1 0,-2-13-3 0,2 12 0 0,-1-24 0 0,12 0 1 0,12-1 0 0,0-11-1 0,12 12 0 0,24-12 0 0,35-23 0 0,12 23-1 0,-24 0 0 0,-22 0 1 0,-13 0 1 0,-24-12 3 0,0 12-2 0,12 0 0 0,-12 0-133 0</inkml:trace>
  <inkml:trace contextRef="#ctx0" brushRef="#br0">22970 5144 6 0,'0'0'5'0,"0"-11"12"0,13-2-10 0,10-11-2 0,37 24-2 0,0-13 0 0,-1 13 0 0,-23 13 1 0,-12-1-1 0,12 24 1 0,0 11 0 0,-13 37 1 0,1 23-1 0,-1 0-1 0,2 12-2 0,21 24-1 0,3 22 2 0,-26 3 1 0,-10-13-1 0,10-24-1 0,1 12-1 0,0 1 0 0,-12-26 0 0,1-10 1 0,-2-14-1 0,-11-22 0 0,12 11 0 0,-24-1 0 0,1-9 2 0,-14-25 0 0,-11-14 0 0,-35 16 1 0,-24-4 4 0,-12-10 1 0,59-13-6 0,24-23 0 0,24 0-16 0,12-23-51 0,-12 12 36 0</inkml:trace>
  <inkml:trace contextRef="#ctx0" brushRef="#br0">23911 5656 15 0,'0'0'9'0,"-23"-12"9"0,10 12-3 0,2-12 0 0,11-1-4 0,0 2-5 0,11-1 2 0,2-12-2 0,23 12-3 0,0 12-1 0,-12 12-1 0,-1 24 1 0,-12 0 2 0,-22-13 0 0,-25 0-2 0,36-10-2 0,13-1-2 0,21 24 3 0,15 35-3 0,-26 2 2 0,-23-27 1 0,-36-10 1 0,-11-24-1 0,11-12 1 0,1 11 4 0,10-11-2 0,2 0-2 0,10 0 0 0,13 0-2 0,-11 0-40 0,-1 13-52 0</inkml:trace>
  <inkml:trace contextRef="#ctx0" brushRef="#br0">12814 2584 26 0,'0'0'0'0,"-24"0"6"0,12 0 0 0,12 0 0 0,12 0-2 0,12 0 2 0,-2 0-2 0,75 0-1 0,-50 0-1 0,13 0-2 0,-13-13 2 0,-11 2-1 0,12 11 0 0,-12-12-1 0,-13 12 2 0,0 0-1 0,2-11-1 0,11 11 1 0,-12-13-1 0,-13 13-50 0</inkml:trace>
  <inkml:trace contextRef="#ctx0" brushRef="#br0">10157 5072 19 0,'-11'0'2'0,"22"-12"-1"0,50 1 1 0,22-37-2 0,24-25-2 0,36-21 2 0,36-25 2 0,59-36 4 0,60-34-3 0,35-16-4 0,48-21 3 0,36-11-4 0,22-12 3 0,3 23-2 0,10 10 1 0,-24-10 0 0,-11 24 0 0,-35 11 1 0,-49 25-1 0,-36 24-2 0,-58 10 3 0,-48 25 1 0,-36 36 2 0,-60 11-3 0,-59 36 2 0,-1 0-4 0,-35 24-10 0,-12 12-14 0</inkml:trace>
  <inkml:trace contextRef="#ctx0" brushRef="#br0">9871 5298 10 0,'0'-12'1'0,"73"-47"1"0,33-14-1 0,62-21 3 0,-2-25 1 0,60-36 0 0,47-47-2 0,62-36 0 0,35 0-4 0,45-1 3 0,2 0-3 0,-1 13 1 0,14-11-1 0,-1 22 0 0,-36 1 1 0,-24 13 0 0,-36 21 0 0,-35 13 0 0,-36 37-2 0,-61 34 1 0,-93 37 1 0,-60 23 5 0,-25 13-1 0,2 11-2 0,-14-13-2 0,2 25 0 0,-1 0-6 0,-37 13-26 0</inkml:trace>
  <inkml:trace contextRef="#ctx0" brushRef="#br0">9015 3798 18 0,'-12'0'4'0,"12"-13"-1"0,24 2-3 0,12-1 4 0,10 1 1 0,15-1-3 0,-2-13-1 0,0 14 0 0,13-12 0 0,0-2 1 0,-1-10-1 0,-11-1 0 0,10 11-1 0,2-9 1 0,12-26 0 0,-2-12-1 0,3 1-1 0,-2 11 2 0,-12-11-1 0,-11 11 0 0,-1-11 1 0,13 0-1 0,-14-13 0 0,14 1 0 0,-1-13-1 0,-10 12 1 0,-14 13 0 0,1-13-1 0,0 13 1 0,-1 0 1 0,25-13-1 0,-24 2 0 0,11-1 0 0,-11 22 0 0,0-10 0 0,-25 12 0 0,13 0 1 0,0-1-1 0,11-11-1 0,-11 35 4 0,12-12-4 0,11 0 0 0,-11-11 0 0,23 0 1 0,-11 22-1 0,-13 14 1 0,13-1-1 0,-12 0 1 0,11 1 0 0,13-1 0 0,-1 12 0 0,-11 12 0 0,-2 0 0 0,3 0-1 0,34-12 1 0,-13 12-1 0,15 0 1 0,-15 0 0 0,2 12 1 0,0-12-1 0,11 12 1 0,0 1-1 0,-1 8 0 0,3-8 1 0,-13-1 0 0,-2 13 0 0,26-14 0 0,-13 12-1 0,-1-10 0 0,14-13 0 0,-14 12 0 0,-9-12 0 0,22 0 0 0,-12 0 0 0,-11 0 1 0,11 0-1 0,-1-12 0 0,26-1 0 0,-25-10 0 0,1 12 0 0,-13-14 0 0,0 13-1 0,25-11 2 0,-37-1-1 0,48-13 0 0,-35 14-1 0,-2 12 0 0,14-14 0 0,-13 2 0 0,13 0 1 0,-13 10-3 0,1-11 2 0,-13-12 1 0,12 25-1 0,-12-13-1 0,-23 0 2 0,-12 12 0 0,-12 12 0 0,-12-11 0 0,0 11 1 0,-12 0-2 0,12 0 1 0,-12-13 1 0,0 13 0 0,12 0-1 0,-12 0 1 0,10 0-1 0,3-12 1 0,-13 12-14 0,-23-12-14 0</inkml:trace>
  <inkml:trace contextRef="#ctx0" brushRef="#br0">9978 3358 9 0,'-34'0'2'0,"-2"12"-1"0,-12-12-1 0,-11 23-1 0,-1 13 3 0,-12 0 6 0,13 11-7 0,-12-23 3 0,11 24 1 0,-11-12-3 0,-13-1-2 0,1 24 3 0,0 1-2 0,11-24 1 0,1-11-1 0,-1-2 2 0,1 0-2 0,-1 2 0 0,0 9-1 0,1-9 1 0,24-25 1 0,11 0 3 0,11 0 1 0,25-12-2 0,-10-12-1 0,45-12-2 0,1 12 0 0,11 24-2 0,37-11-52 0</inkml:trace>
  <inkml:trace contextRef="#ctx0" brushRef="#br0">12836 869 0 0,'0'0'3'0,"0"-11"1"0,-11-2-2 0,-12 13-1 0,-1-12-1 0,-12 12 1 0,-23 0-1 0,-1 12 1 0,-23 1 1 0,0-2-1 0,-1 1 1 0,-23 24 0 0,-36 0-1 0,48-1 0 0,11-10 0 0,0-14 1 0,2 12-1 0,-2 14 0 0,1-3 1 0,-13 3-1 0,1-1 1 0,0-13 0 0,13 13-1 0,-3 0 1 0,14 1 0 0,12 9-1 0,-14-10 0 0,26 0 0 0,0-1 0 0,-1 13 0 0,-12 0 0 0,24 0-1 0,-11-14 1 0,-1 27-3 0,25-14 3 0,-2 13-2 0,2-2 2 0,10-8-1 0,13 8 0 0,0-11 1 0,13-10 0 0,-1 22-1 0,-12 0 0 0,0 1 0 0,11-12 0 0,2-1 0 0,-1-10-1 0,-1-3 2 0,13 3-1 0,-12-13-1 0,12-1 2 0,-11 1 0 0,10 0-1 0,1-12 0 0,11-1 1 0,13-11 0 0,-12 13 0 0,11-13-1 0,1 0 0 0,-1 12 1 0,13-12-1 0,-13-12 0 0,1 12 0 0,0-13 0 0,12 2 0 0,11-12 0 0,0-2 1 0,1 0-1 0,-1 4-1 0,1-4 1 0,-13 0 1 0,25 2-1 0,-14-13 0 0,2 13 0 0,-12 0 0 0,0-14 0 0,-1 13 0 0,25 1 0 0,-13-14 0 0,1 3-1 0,-1-3 1 0,13-10 0 0,-14 23 1 0,14-23-1 0,-12 10 0 0,-13 3 1 0,1 9-1 0,10-11 0 0,-9 1 1 0,-14-13-1 0,1 12 1 0,0 1-1 0,-25 11 3 0,25-13-3 0,0 3 1 0,-1-3-1 0,-11 14 1 0,-25-1-2 0,14 0 1 0,-14-12 1 0,2 13-1 0,-2-13 1 0,2 0-2 0,-13 12 1 0,0-10 1 0,-13 9-1 0,2 0 0 0,11-9 0 0,-13-3 0 0,2 14 0 0,-14-1 0 0,2 0-1 0,-1-12 1 0,-11 1-1 0,11-1 0 0,0 12 0 0,-12-13 1 0,12 16 2 0,-11 8-4 0,-12-24 2 0,10 14 0 0,-10-13-1 0,-1 13 1 0,-12 11 1 0,-11 12-2 0,0-11 1 0,-1 11 0 0,1-25 1 0,11 13-1 0,-11 12 1 0,-1 12-2 0,-23 24 1 0,12-13 2 0,-1 1 0 0,1 0-1 0,-36 49-2 0,12-39 1 0,23-10 1 0,1 0 1 0,-12 12-1 0,11-1 0 0,-11-12 0 0,13 14 1 0,-3-24-1 0,14-2 0 0,12 12-1 0,-14 14 1 0,14 10 0 0,0-23 0 0,11 0-1 0,12 11 1 0,0 1-1 0,-11 0 1 0,23 11 1 0,-12-11-1 0,25 12-2 0,-1 0 2 0,-1 23-3 0,2 0 0 0,11-24 2 0,-12 1 0 0,12 0 0 0,0 11 0 0,0 1 1 0,12-12-1 0,-12-14 0 0,11 16 0 0,14-3 1 0,-14-12-1 0,1 1 0 0,0 1-1 0,12-3 2 0,1-10-3 0,-2 12 2 0,13-12 1 0,-2 0-1 0,15 0 0 0,-1-24 0 0,-2 10 0 0,3 3 0 0,11-1-1 0,10-12 1 0,2-12 0 0,12-1 0 0,-2 3-1 0,2-1 1 0,0-2-1 0,0 1 1 0,-14-13 0 0,14-9-1 0,-13 21 1 0,12-11 1 0,-23 1-5 0,0 12-28 0,-37-2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4" name="Google Shape;18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56" name="Google Shape;21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4596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4" name="Google Shape;216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835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5" name="Google Shape;217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4349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8" name="Google Shape;210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4" name="Google Shape;21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24" name="Google Shape;2124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5" name="Google Shape;2125;p3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Lecture-1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26" name="Google Shape;2126;p3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6" name="Google Shape;213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2" name="Google Shape;214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5" name="Google Shape;21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3" name="Google Shape;216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1" name="Google Shape;217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9" name="Google Shape;225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7604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8" name="Google Shape;218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4" name="Google Shape;219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0" name="Google Shape;220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4" name="Google Shape;221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3.xml" 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3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4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8.png" 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6.xml" 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6.xml" 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6.xml" 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6.xml" 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6.xml" 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6.xml" /><Relationship Id="rId4" Type="http://schemas.openxmlformats.org/officeDocument/2006/relationships/image" Target="../media/image8.png" 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7.xml" 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7.xml" 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7.xml" 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7.xml" 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7.xml" 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5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5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5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2" name="Google Shape;22;p5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3" name="Google Shape;23;p5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5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5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5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9" name="Google Shape;29;p5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4" name="Google Shape;34;p51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5" name="Google Shape;35;p5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" name="Google Shape;36;p5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" name="Google Shape;37;p5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8" name="Google Shape;38;p5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5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0" name="Google Shape;40;p5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5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5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" name="Google Shape;43;p5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" name="Google Shape;44;p5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" name="Google Shape;45;p5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5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7" name="Google Shape;47;p5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56" name="Google Shape;56;p7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57" name="Google Shape;57;p7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75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7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7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7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66" name="Google Shape;66;p7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67" name="Google Shape;67;p7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7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7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7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79" name="Google Shape;79;p7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7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7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7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7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7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93" name="Google Shape;93;p7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7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7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7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7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7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7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09" name="Google Shape;109;p7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7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7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7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21" name="Google Shape;121;p7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7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7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8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8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8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8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8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8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8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8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35" name="Google Shape;135;p8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8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8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8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8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8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50" name="Google Shape;150;p8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8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8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8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8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8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8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59" name="Google Shape;159;p8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8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8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8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8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68" name="Google Shape;168;p8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69" name="Google Shape;169;p8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8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8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8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83" name="Google Shape;183;p5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84" name="Google Shape;184;p5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5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5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7" name="Google Shape;187;p5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5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9" name="Google Shape;189;p5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5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5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5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3" name="Google Shape;193;p5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5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5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5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5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9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05" name="Google Shape;205;p9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06" name="Google Shape;206;p9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5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5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95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5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14" name="Google Shape;214;p95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15" name="Google Shape;215;p95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5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95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5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21" name="Google Shape;221;p95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22" name="Google Shape;222;p95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95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96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6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96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6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6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6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32" name="Google Shape;232;p96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33" name="Google Shape;233;p96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36" name="Google Shape;236;p97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37" name="Google Shape;237;p9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9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9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0" name="Google Shape;240;p9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9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2" name="Google Shape;242;p9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9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9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9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6" name="Google Shape;246;p9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9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9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9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9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9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9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54" name="Google Shape;254;p9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9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9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8" name="Google Shape;258;p9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9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9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9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262" name="Google Shape;262;p9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3" name="Google Shape;263;p98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4" name="Google Shape;264;p98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9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67" name="Google Shape;267;p9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9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9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9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71" name="Google Shape;271;p9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9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4" name="Google Shape;274;p9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9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276" name="Google Shape;276;p99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7" name="Google Shape;277;p99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78" name="Google Shape;278;p99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9" name="Google Shape;279;p99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80" name="Google Shape;280;p99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10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83" name="Google Shape;283;p10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0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0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87" name="Google Shape;287;p10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0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0" name="Google Shape;290;p10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0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292" name="Google Shape;292;p100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10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95" name="Google Shape;295;p10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0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0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10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99" name="Google Shape;299;p10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0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0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2" name="Google Shape;302;p10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0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04" name="Google Shape;304;p101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05" name="Google Shape;305;p101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06" name="Google Shape;306;p101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0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9" name="Google Shape;309;p10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0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0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0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13" name="Google Shape;313;p10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0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0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6" name="Google Shape;316;p10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18" name="Google Shape;318;p102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102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102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21" name="Google Shape;321;p102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10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24" name="Google Shape;324;p10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0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0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0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28" name="Google Shape;328;p10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0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0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1" name="Google Shape;331;p10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33" name="Google Shape;333;p10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10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104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337" name="Google Shape;337;p10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04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04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0" name="Google Shape;340;p104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04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42" name="Google Shape;342;p104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104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5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5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05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05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351" name="Google Shape;351;p105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352" name="Google Shape;352;p105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105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0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0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0" name="Google Shape;1170;p6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71" name="Google Shape;1171;p6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6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6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4" name="Google Shape;1174;p6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75" name="Google Shape;1175;p6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6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6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78" name="Google Shape;1178;p6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6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180" name="Google Shape;1180;p6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6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183" name="Google Shape;1183;p6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184" name="Google Shape;1184;p6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6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6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87" name="Google Shape;1187;p6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8" name="Google Shape;1188;p6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89" name="Google Shape;1189;p6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6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6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2" name="Google Shape;1192;p6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93" name="Google Shape;1193;p6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6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6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6" name="Google Shape;1196;p6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7" name="Google Shape;1197;p6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22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22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2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2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3" name="Google Shape;1203;p22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22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205" name="Google Shape;1205;p22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206" name="Google Shape;1206;p22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22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2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2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22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2" name="Google Shape;1212;p22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22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214" name="Google Shape;1214;p22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215" name="Google Shape;1215;p22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22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22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2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9" name="Google Shape;1219;p22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22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221" name="Google Shape;1221;p22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222" name="Google Shape;1222;p224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3" name="Google Shape;1223;p22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22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22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7" name="Google Shape;1227;p225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22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22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2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2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232" name="Google Shape;1232;p22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233" name="Google Shape;1233;p22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p22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6" name="Google Shape;1236;p22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37" name="Google Shape;1237;p22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2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22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0" name="Google Shape;1240;p22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41" name="Google Shape;1241;p22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2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22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4" name="Google Shape;1244;p22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245" name="Google Shape;1245;p2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46" name="Google Shape;1246;p22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47" name="Google Shape;1247;p22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9" name="Google Shape;1249;p22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50" name="Google Shape;1250;p22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22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22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3" name="Google Shape;1253;p22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54" name="Google Shape;1254;p22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22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22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57" name="Google Shape;1257;p22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22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259" name="Google Shape;1259;p22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60" name="Google Shape;1260;p22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61" name="Google Shape;1261;p22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62" name="Google Shape;1262;p22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63" name="Google Shape;1263;p22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5" name="Google Shape;1265;p22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6" name="Google Shape;1266;p2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9" name="Google Shape;1269;p22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70" name="Google Shape;1270;p2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3" name="Google Shape;1273;p22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22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275" name="Google Shape;1275;p228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76" name="Google Shape;1276;p228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77" name="Google Shape;1277;p228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9" name="Google Shape;1279;p22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80" name="Google Shape;1280;p2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2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22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3" name="Google Shape;1283;p22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84" name="Google Shape;1284;p2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2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22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87" name="Google Shape;1287;p22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22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289" name="Google Shape;1289;p229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0" name="Google Shape;1290;p229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1" name="Google Shape;1291;p229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2" name="Google Shape;1292;p22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4" name="Google Shape;1294;p23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95" name="Google Shape;1295;p23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2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23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8" name="Google Shape;1298;p23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99" name="Google Shape;1299;p23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2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23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02" name="Google Shape;1302;p23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23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304" name="Google Shape;1304;p23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5" name="Google Shape;1305;p23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7" name="Google Shape;1307;p231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308" name="Google Shape;1308;p231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231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231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11" name="Google Shape;1311;p231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231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313" name="Google Shape;1313;p231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4" name="Google Shape;1314;p231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23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23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23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3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0" name="Google Shape;1320;p23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23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322" name="Google Shape;1322;p23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323" name="Google Shape;1323;p23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4" name="Google Shape;1324;p23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2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7" name="Google Shape;1327;p2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8" name="Google Shape;1328;p2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23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331" name="Google Shape;1331;p234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332" name="Google Shape;1332;p23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23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23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35" name="Google Shape;1335;p234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6" name="Google Shape;1336;p23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37" name="Google Shape;1337;p23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23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23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0" name="Google Shape;1340;p23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41" name="Google Shape;1341;p23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23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23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4" name="Google Shape;1344;p23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5" name="Google Shape;1345;p23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7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4" name="Google Shape;1354;p71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grpSp>
        <p:nvGrpSpPr>
          <p:cNvPr id="1355" name="Google Shape;1355;p71"/>
          <p:cNvGrpSpPr/>
          <p:nvPr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56" name="Google Shape;1356;p71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71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71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59" name="Google Shape;1359;p7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0" name="Google Shape;1360;p71"/>
          <p:cNvGrpSpPr/>
          <p:nvPr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1361" name="Google Shape;1361;p7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7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7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4" name="Google Shape;1364;p71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65" name="Google Shape;1365;p7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7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7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8" name="Google Shape;1368;p71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9" name="Google Shape;1369;p7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0" name="Google Shape;1370;p71"/>
          <p:cNvSpPr txBox="1">
            <a:spLocks noGrp="1"/>
          </p:cNvSpPr>
          <p:nvPr>
            <p:ph type="sldNum" idx="12"/>
          </p:nvPr>
        </p:nvSpPr>
        <p:spPr>
          <a:xfrm>
            <a:off x="7010400" y="61015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6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3" name="Google Shape;1373;p16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74" name="Google Shape;1374;p161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5" name="Google Shape;1375;p16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6" name="Google Shape;1376;p161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6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9" name="Google Shape;1379;p16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0" name="Google Shape;1380;p162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1" name="Google Shape;1381;p16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2" name="Google Shape;1382;p162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6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5" name="Google Shape;1385;p16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86" name="Google Shape;1386;p163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7" name="Google Shape;1387;p16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8" name="Google Shape;1388;p163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6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1" name="Google Shape;1391;p164"/>
          <p:cNvSpPr txBox="1">
            <a:spLocks noGrp="1"/>
          </p:cNvSpPr>
          <p:nvPr>
            <p:ph type="body" idx="1"/>
          </p:nvPr>
        </p:nvSpPr>
        <p:spPr>
          <a:xfrm>
            <a:off x="471487" y="1825625"/>
            <a:ext cx="290036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2" name="Google Shape;1392;p164"/>
          <p:cNvSpPr txBox="1">
            <a:spLocks noGrp="1"/>
          </p:cNvSpPr>
          <p:nvPr>
            <p:ph type="body" idx="2"/>
          </p:nvPr>
        </p:nvSpPr>
        <p:spPr>
          <a:xfrm>
            <a:off x="3486150" y="1825625"/>
            <a:ext cx="290036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3" name="Google Shape;1393;p164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4" name="Google Shape;1394;p16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5" name="Google Shape;1395;p164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6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8" name="Google Shape;1398;p16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99" name="Google Shape;1399;p16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0" name="Google Shape;1400;p16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01" name="Google Shape;1401;p16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2" name="Google Shape;1402;p165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3" name="Google Shape;1403;p16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165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6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7" name="Google Shape;1407;p166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8" name="Google Shape;1408;p16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9" name="Google Shape;1409;p166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67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2" name="Google Shape;1412;p16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3" name="Google Shape;1413;p167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6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6" name="Google Shape;1416;p168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17" name="Google Shape;1417;p168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8" name="Google Shape;1418;p168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9" name="Google Shape;1419;p16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0" name="Google Shape;1420;p168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6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3" name="Google Shape;1423;p16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24" name="Google Shape;1424;p16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25" name="Google Shape;1425;p169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6" name="Google Shape;1426;p16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7" name="Google Shape;1427;p169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7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0" name="Google Shape;1430;p170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1" name="Google Shape;1431;p170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2" name="Google Shape;1432;p17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3" name="Google Shape;1433;p170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71"/>
          <p:cNvSpPr txBox="1">
            <a:spLocks noGrp="1"/>
          </p:cNvSpPr>
          <p:nvPr>
            <p:ph type="title"/>
          </p:nvPr>
        </p:nvSpPr>
        <p:spPr>
          <a:xfrm rot="5400000">
            <a:off x="2741216" y="2531666"/>
            <a:ext cx="5811838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6" name="Google Shape;1436;p171"/>
          <p:cNvSpPr txBox="1">
            <a:spLocks noGrp="1"/>
          </p:cNvSpPr>
          <p:nvPr>
            <p:ph type="body" idx="1"/>
          </p:nvPr>
        </p:nvSpPr>
        <p:spPr>
          <a:xfrm rot="5400000">
            <a:off x="-273446" y="1110059"/>
            <a:ext cx="5811838" cy="432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7" name="Google Shape;1437;p171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8" name="Google Shape;1438;p17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9" name="Google Shape;1439;p171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7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Tahoma"/>
              <a:buNone/>
            </a:pP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17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Tahoma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17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Tahoma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17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Tahoma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5" name="Google Shape;1445;p17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6" name="Google Shape;1446;p172"/>
          <p:cNvGrpSpPr/>
          <p:nvPr/>
        </p:nvGrpSpPr>
        <p:grpSpPr>
          <a:xfrm>
            <a:off x="-76200" y="5257801"/>
            <a:ext cx="2209800" cy="651821"/>
            <a:chOff x="76200" y="2209800"/>
            <a:chExt cx="2209800" cy="651821"/>
          </a:xfrm>
        </p:grpSpPr>
        <p:sp>
          <p:nvSpPr>
            <p:cNvPr id="1447" name="Google Shape;1447;p172"/>
            <p:cNvSpPr txBox="1"/>
            <p:nvPr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75"/>
                <a:buFont typeface="Arial"/>
                <a:buNone/>
              </a:pPr>
              <a:r>
                <a:rPr lang="en-US" sz="2175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BITS</a:t>
              </a:r>
              <a:r>
                <a:rPr lang="en-US" sz="2175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Pilani</a:t>
              </a:r>
              <a:endParaRPr/>
            </a:p>
          </p:txBody>
        </p:sp>
        <p:sp>
          <p:nvSpPr>
            <p:cNvPr id="1448" name="Google Shape;1448;p172"/>
            <p:cNvSpPr txBox="1"/>
            <p:nvPr/>
          </p:nvSpPr>
          <p:spPr>
            <a:xfrm>
              <a:off x="228600" y="2665413"/>
              <a:ext cx="1905000" cy="19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75"/>
                <a:buFont typeface="Arial"/>
                <a:buNone/>
              </a:pPr>
              <a:r>
                <a:rPr lang="en-US" sz="675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Pilani | Dubai | Goa | Hyderabad</a:t>
              </a:r>
              <a:endParaRPr/>
            </a:p>
          </p:txBody>
        </p:sp>
      </p:grpSp>
      <p:sp>
        <p:nvSpPr>
          <p:cNvPr id="1449" name="Google Shape;1449;p17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0" name="Google Shape;1450;p17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73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3" name="Google Shape;1453;p173"/>
          <p:cNvSpPr txBox="1">
            <a:spLocks noGrp="1"/>
          </p:cNvSpPr>
          <p:nvPr>
            <p:ph type="body" idx="1"/>
          </p:nvPr>
        </p:nvSpPr>
        <p:spPr>
          <a:xfrm>
            <a:off x="411163" y="1143000"/>
            <a:ext cx="408305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4" name="Google Shape;1454;p173"/>
          <p:cNvSpPr txBox="1">
            <a:spLocks noGrp="1"/>
          </p:cNvSpPr>
          <p:nvPr>
            <p:ph type="body" idx="2"/>
          </p:nvPr>
        </p:nvSpPr>
        <p:spPr>
          <a:xfrm>
            <a:off x="4646613" y="1143000"/>
            <a:ext cx="408305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74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7" name="Google Shape;1457;p174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8" name="Google Shape;1458;p174"/>
          <p:cNvSpPr txBox="1">
            <a:spLocks noGrp="1"/>
          </p:cNvSpPr>
          <p:nvPr>
            <p:ph type="body" idx="2"/>
          </p:nvPr>
        </p:nvSpPr>
        <p:spPr>
          <a:xfrm>
            <a:off x="4572000" y="1295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9" name="Google Shape;1459;p174"/>
          <p:cNvSpPr txBox="1">
            <a:spLocks noGrp="1"/>
          </p:cNvSpPr>
          <p:nvPr>
            <p:ph type="body" idx="3"/>
          </p:nvPr>
        </p:nvSpPr>
        <p:spPr>
          <a:xfrm>
            <a:off x="4572000" y="3962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0" name="Google Shape;1460;p174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" name="Google Shape;1462;p17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3" name="Google Shape;1463;p1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4" name="Google Shape;1464;p1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465" name="Google Shape;1465;p17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6" name="Google Shape;1466;p17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7" name="Google Shape;1467;p17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9" name="Google Shape;1469;p17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1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p1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17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3" name="Google Shape;1473;p17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4" name="Google Shape;1474;p17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6" name="Google Shape;1476;p17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1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17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0" name="Google Shape;1480;p17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1" name="Google Shape;1481;p17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17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1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5" name="Google Shape;1485;p1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17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7" name="Google Shape;1487;p17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8" name="Google Shape;1488;p17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0" name="Google Shape;1490;p17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" name="Google Shape;1491;p1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1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7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4" name="Google Shape;1494;p17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5" name="Google Shape;1495;p17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7" name="Google Shape;1497;p18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8" name="Google Shape;1498;p1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p1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18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1" name="Google Shape;1501;p18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2" name="Google Shape;1502;p18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">
  <p:cSld name="8_Title and Content"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504;p18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1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p1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18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8" name="Google Shape;1508;p18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9" name="Google Shape;1509;p18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Content">
  <p:cSld name="9_Title and Content"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1" name="Google Shape;1511;p18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2" name="Google Shape;1512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3" name="Google Shape;1513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14" name="Google Shape;1514;p18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5" name="Google Shape;1515;p18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6" name="Google Shape;1516;p18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Google Shape;1518;p18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9" name="Google Shape;1519;p1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" name="Google Shape;1520;p1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18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2" name="Google Shape;1522;p18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3" name="Google Shape;1523;p18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5" name="Google Shape;1525;p18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6" name="Google Shape;1526;p1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7" name="Google Shape;1527;p1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18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9" name="Google Shape;1529;p18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0" name="Google Shape;1530;p18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and Content">
  <p:cSld name="12_Title and Content"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2" name="Google Shape;1532;p18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1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18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6" name="Google Shape;1536;p18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7" name="Google Shape;1537;p18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18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1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1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18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3" name="Google Shape;1543;p18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4" name="Google Shape;1544;p18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and Content">
  <p:cSld name="14_Title and Content"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" name="Google Shape;1546;p18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p1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p1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18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0" name="Google Shape;1550;p18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1" name="Google Shape;1551;p18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3" name="Google Shape;1553;p18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1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1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18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7" name="Google Shape;1557;p18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8" name="Google Shape;1558;p18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0" name="Google Shape;1560;p18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1" name="Google Shape;1561;p1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2" name="Google Shape;1562;p1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18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4" name="Google Shape;1564;p18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5" name="Google Shape;1565;p18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7" name="Google Shape;1567;p19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1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19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1" name="Google Shape;1571;p19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2" name="Google Shape;1572;p19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le and Content">
  <p:cSld name="18_Title and Content"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Google Shape;1574;p19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p1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6" name="Google Shape;1576;p1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19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8" name="Google Shape;1578;p19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9" name="Google Shape;1579;p19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>
  <p:cSld name="19_Title and Content"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1" name="Google Shape;1581;p19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3" name="Google Shape;1583;p1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19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5" name="Google Shape;1585;p19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6" name="Google Shape;1586;p19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8" name="Google Shape;1588;p19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9" name="Google Shape;1589;p1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0" name="Google Shape;1590;p1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91" name="Google Shape;1591;p19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2" name="Google Shape;1592;p19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3" name="Google Shape;1593;p19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and Content">
  <p:cSld name="21_Title and Content"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5" name="Google Shape;1595;p19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6" name="Google Shape;1596;p1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1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19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9" name="Google Shape;1599;p19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0" name="Google Shape;1600;p19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and Content">
  <p:cSld name="22_Title and Content"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Google Shape;1602;p19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3" name="Google Shape;1603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4" name="Google Shape;1604;p1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19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6" name="Google Shape;1606;p19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7" name="Google Shape;1607;p19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and Content">
  <p:cSld name="23_Title and Content"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9" name="Google Shape;1609;p19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0" name="Google Shape;1610;p1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1" name="Google Shape;1611;p1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12" name="Google Shape;1612;p19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3" name="Google Shape;1613;p19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4" name="Google Shape;1614;p19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and Content">
  <p:cSld name="24_Title and Content"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6" name="Google Shape;1616;p19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7" name="Google Shape;1617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8" name="Google Shape;1618;p1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19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0" name="Google Shape;1620;p19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1" name="Google Shape;1621;p19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and Content">
  <p:cSld name="25_Title and Content"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3" name="Google Shape;1623;p19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19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19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7" name="Google Shape;1627;p19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8" name="Google Shape;1628;p19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and Content">
  <p:cSld name="26_Title and Content"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0" name="Google Shape;1630;p19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1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33" name="Google Shape;1633;p19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4" name="Google Shape;1634;p19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5" name="Google Shape;1635;p19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and Content">
  <p:cSld name="27_Title and Content"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7" name="Google Shape;1637;p20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8" name="Google Shape;1638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" name="Google Shape;1639;p2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20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1" name="Google Shape;1641;p20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2" name="Google Shape;1642;p20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and Content">
  <p:cSld name="28_Title and Content"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4" name="Google Shape;1644;p20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5" name="Google Shape;1645;p2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2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20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8" name="Google Shape;1648;p20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9" name="Google Shape;1649;p20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and Content">
  <p:cSld name="29_Title and Content"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1" name="Google Shape;1651;p20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2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p2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20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5" name="Google Shape;1655;p20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6" name="Google Shape;1656;p20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and Content">
  <p:cSld name="30_Title and Content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" name="Google Shape;1658;p20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" name="Google Shape;1659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0" name="Google Shape;1660;p2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20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2" name="Google Shape;1662;p20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3" name="Google Shape;1663;p20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Title and Content">
  <p:cSld name="31_Title and Content"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20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2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7" name="Google Shape;1667;p2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68" name="Google Shape;1668;p20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9" name="Google Shape;1669;p20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0" name="Google Shape;1670;p20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and Content">
  <p:cSld name="32_Title and Content"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2" name="Google Shape;1672;p20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3" name="Google Shape;1673;p2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4" name="Google Shape;1674;p2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20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6" name="Google Shape;1676;p20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7" name="Google Shape;1677;p20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Title and Content">
  <p:cSld name="33_Title and Content"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20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2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1" name="Google Shape;1681;p2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82" name="Google Shape;1682;p20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3" name="Google Shape;1683;p20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4" name="Google Shape;1684;p20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Title and Content">
  <p:cSld name="34_Title and Content"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6" name="Google Shape;1686;p20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7" name="Google Shape;1687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8" name="Google Shape;1688;p2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20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0" name="Google Shape;1690;p20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1" name="Google Shape;1691;p20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5_Title and Content">
  <p:cSld name="35_Title and Content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20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01141"/>
              </a:buClr>
              <a:buSzPts val="1600"/>
              <a:buFont typeface="Arial"/>
              <a:buNone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4" name="Google Shape;1694;p208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grpSp>
        <p:nvGrpSpPr>
          <p:cNvPr id="1695" name="Google Shape;1695;p208"/>
          <p:cNvGrpSpPr/>
          <p:nvPr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696" name="Google Shape;1696;p208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208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208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99" name="Google Shape;1699;p20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0" name="Google Shape;1700;p208"/>
          <p:cNvGrpSpPr/>
          <p:nvPr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1701" name="Google Shape;1701;p20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2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20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4" name="Google Shape;1704;p208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705" name="Google Shape;1705;p20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2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20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8" name="Google Shape;1708;p20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9" name="Google Shape;1709;p208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0" name="Google Shape;1710;p20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1" name="Google Shape;1711;p208"/>
          <p:cNvSpPr txBox="1">
            <a:spLocks noGrp="1"/>
          </p:cNvSpPr>
          <p:nvPr>
            <p:ph type="sldNum" idx="12"/>
          </p:nvPr>
        </p:nvSpPr>
        <p:spPr>
          <a:xfrm>
            <a:off x="7010400" y="61015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6_Title and Content">
  <p:cSld name="36_Title and Content"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3" name="Google Shape;1713;p20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4" name="Google Shape;1714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5" name="Google Shape;1715;p2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716" name="Google Shape;1716;p20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7" name="Google Shape;1717;p20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8" name="Google Shape;1718;p20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7_Title and Content">
  <p:cSld name="37_Title and Content"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" name="Google Shape;1720;p21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2" name="Google Shape;1722;p2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21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4" name="Google Shape;1724;p21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5" name="Google Shape;1725;p21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7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40" name="Google Shape;1740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41" name="Google Shape;1741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42" name="Google Shape;1742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2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45" name="Google Shape;1745;p2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46" name="Google Shape;1746;p2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47" name="Google Shape;1747;p2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48" name="Google Shape;1748;p2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21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51" name="Google Shape;1751;p2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2" name="Google Shape;1752;p212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53" name="Google Shape;1753;p212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21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56" name="Google Shape;1756;p2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7" name="Google Shape;1757;p213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58" name="Google Shape;1758;p213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214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61" name="Google Shape;1761;p2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2" name="Google Shape;1762;p214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63" name="Google Shape;1763;p214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2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66" name="Google Shape;1766;p2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67" name="Google Shape;1767;p2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68" name="Google Shape;1768;p2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69" name="Google Shape;1769;p2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2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72" name="Google Shape;1772;p2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73" name="Google Shape;1773;p2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74" name="Google Shape;1774;p2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75" name="Google Shape;1775;p2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76" name="Google Shape;1776;p2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2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79" name="Google Shape;1779;p2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0" name="Google Shape;1780;p2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781" name="Google Shape;1781;p2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2" name="Google Shape;1782;p2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783" name="Google Shape;1783;p2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84" name="Google Shape;1784;p2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85" name="Google Shape;1785;p2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2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88" name="Google Shape;1788;p2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89" name="Google Shape;1789;p2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2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92" name="Google Shape;1792;p2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793" name="Google Shape;1793;p2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94" name="Google Shape;1794;p2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95" name="Google Shape;1795;p2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96" name="Google Shape;1796;p2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2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99" name="Google Shape;1799;p2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00" name="Google Shape;1800;p2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801" name="Google Shape;1801;p2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02" name="Google Shape;1802;p2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03" name="Google Shape;1803;p2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2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06" name="Google Shape;1806;p2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7" name="Google Shape;1807;p2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08" name="Google Shape;1808;p2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09" name="Google Shape;1809;p2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22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12" name="Google Shape;1812;p2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3" name="Google Shape;1813;p2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14" name="Google Shape;1814;p2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15" name="Google Shape;1815;p2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p5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55" name="Google Shape;655;p5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5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5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8" name="Google Shape;658;p59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9" name="Google Shape;659;p5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60" name="Google Shape;660;p5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5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3" name="Google Shape;663;p5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64" name="Google Shape;664;p5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5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7" name="Google Shape;667;p5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8" name="Google Shape;668;p5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0"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646868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5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671" name="Google Shape;671;p250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2" name="Google Shape;672;p250"/>
          <p:cNvGrpSpPr/>
          <p:nvPr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673" name="Google Shape;673;p250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250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250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76" name="Google Shape;676;p25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7" name="Google Shape;677;p250"/>
          <p:cNvGrpSpPr/>
          <p:nvPr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678" name="Google Shape;678;p25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25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250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1" name="Google Shape;681;p250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682" name="Google Shape;682;p25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25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250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5" name="Google Shape;685;p2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86" name="Google Shape;686;p2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87" name="Google Shape;687;p250"/>
          <p:cNvSpPr txBox="1">
            <a:spLocks noGrp="1"/>
          </p:cNvSpPr>
          <p:nvPr>
            <p:ph type="sldNum" idx="12"/>
          </p:nvPr>
        </p:nvSpPr>
        <p:spPr>
          <a:xfrm>
            <a:off x="7010400" y="61015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172990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 type="obj">
  <p:cSld name="5_Title and Content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25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0" name="Google Shape;690;p25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91" name="Google Shape;691;p25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25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25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4" name="Google Shape;694;p251"/>
          <p:cNvSpPr txBox="1"/>
          <p:nvPr/>
        </p:nvSpPr>
        <p:spPr>
          <a:xfrm>
            <a:off x="3276600" y="6623050"/>
            <a:ext cx="58674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tabLst/>
              <a:defRPr/>
            </a:pPr>
            <a:r>
              <a:rPr kumimoji="0" lang="en-US" sz="825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825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5" name="Google Shape;695;p25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96" name="Google Shape;696;p25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25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25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9" name="Google Shape;699;p251"/>
          <p:cNvSpPr txBox="1">
            <a:spLocks noGrp="1"/>
          </p:cNvSpPr>
          <p:nvPr>
            <p:ph type="title"/>
          </p:nvPr>
        </p:nvSpPr>
        <p:spPr>
          <a:xfrm>
            <a:off x="312048" y="457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2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701" name="Google Shape;701;p25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Arial"/>
                <a:buNone/>
                <a:tabLst/>
                <a:defRPr/>
              </a:pPr>
              <a:t>‹#›</a:t>
            </a:fld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306804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3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3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3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3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7" name="Google Shape;707;p13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13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3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3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79187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3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3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3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3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6" name="Google Shape;716;p13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13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3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3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3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3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3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3" name="Google Shape;723;p13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13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3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3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7" name="Google Shape;727;p13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120313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134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134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1" name="Google Shape;731;p134" descr="Picture 7.png"/>
          <p:cNvPicPr preferRelativeResize="0"/>
          <p:nvPr/>
        </p:nvPicPr>
        <p:blipFill rotWithShape="1">
          <a:blip r:embed="rId3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134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34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34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34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34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34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080584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3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0" name="Google Shape;740;p13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741" name="Google Shape;741;p13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13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13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44" name="Google Shape;744;p135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5" name="Google Shape;745;p13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46" name="Google Shape;746;p13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3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13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9" name="Google Shape;749;p13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50" name="Google Shape;750;p13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13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13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3" name="Google Shape;753;p13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4" name="Google Shape;754;p13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008881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7" name="Google Shape;757;p13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758" name="Google Shape;758;p13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13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13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61" name="Google Shape;761;p136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2" name="Google Shape;762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63" name="Google Shape;763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6" name="Google Shape;766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67" name="Google Shape;767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0" name="Google Shape;770;p13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1" name="Google Shape;771;p13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56595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137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4" name="Google Shape;774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75" name="Google Shape;775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8" name="Google Shape;778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79" name="Google Shape;779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2" name="Google Shape;78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84" name="Google Shape;784;p137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85" name="Google Shape;785;p137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31077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7" name="Google Shape;787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88" name="Google Shape;788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1" name="Google Shape;791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92" name="Google Shape;792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95" name="Google Shape;795;p138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38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98" name="Google Shape;798;p138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99" name="Google Shape;799;p138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00" name="Google Shape;800;p138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01" name="Google Shape;801;p138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827918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3" name="Google Shape;803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04" name="Google Shape;804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7" name="Google Shape;807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08" name="Google Shape;808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11" name="Google Shape;811;p139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39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834382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5" name="Google Shape;81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16" name="Google Shape;81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9" name="Google Shape;81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20" name="Google Shape;82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23" name="Google Shape;823;p140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40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676901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" name="Google Shape;827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28" name="Google Shape;828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1" name="Google Shape;831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32" name="Google Shape;832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5" name="Google Shape;835;p141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41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38" name="Google Shape;838;p141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9" name="Google Shape;839;p141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443451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" name="Google Shape;841;p14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2" name="Google Shape;842;p14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1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14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5" name="Google Shape;845;p14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46" name="Google Shape;846;p14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14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49" name="Google Shape;849;p142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14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42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42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3" name="Google Shape;853;p142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54" name="Google Shape;854;p142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126526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6" name="Google Shape;856;p14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57" name="Google Shape;857;p14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14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14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0" name="Google Shape;860;p14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61" name="Google Shape;861;p14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14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14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4" name="Google Shape;864;p143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14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4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7" name="Google Shape;867;p14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427797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144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870" name="Google Shape;870;p14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144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144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73" name="Google Shape;873;p144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144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900"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44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6" name="Google Shape;876;p144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28076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45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45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4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4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2" name="Google Shape;882;p145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145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145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45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6" name="Google Shape;886;p145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966012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p146"/>
          <p:cNvPicPr preferRelativeResize="0"/>
          <p:nvPr/>
        </p:nvPicPr>
        <p:blipFill rotWithShape="1">
          <a:blip r:embed="rId2">
            <a:alphaModFix amt="50000"/>
          </a:blip>
          <a:srcRect t="-542" b="-540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1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1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14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2" name="Google Shape;892;p14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3" name="Google Shape;893;p14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167160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4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1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7" name="Google Shape;897;p1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8" name="Google Shape;898;p1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9" name="Google Shape;899;p14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608749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4" name="Google Shape;1184;p6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85" name="Google Shape;1185;p6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6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6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8" name="Google Shape;1188;p6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89" name="Google Shape;1189;p6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6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6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92" name="Google Shape;1192;p68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6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6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3152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6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7" name="Google Shape;1197;p6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198" name="Google Shape;1198;p6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6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6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01" name="Google Shape;1201;p69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2" name="Google Shape;1202;p6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03" name="Google Shape;1203;p6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6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6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6" name="Google Shape;1206;p6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07" name="Google Shape;1207;p6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6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6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0" name="Google Shape;1210;p6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1" name="Google Shape;1211;p6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316896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22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22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22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2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7" name="Google Shape;1217;p22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22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22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22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763833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22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22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2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2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6" name="Google Shape;1226;p22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22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22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22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22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2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2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3" name="Google Shape;1233;p22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22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2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224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7" name="Google Shape;1237;p22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307716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22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22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1" name="Google Shape;1241;p225" descr="Picture 7.png"/>
          <p:cNvPicPr preferRelativeResize="0"/>
          <p:nvPr/>
        </p:nvPicPr>
        <p:blipFill rotWithShape="1">
          <a:blip r:embed="rId3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22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22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2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2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2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2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221328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Google Shape;1249;p226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0" name="Google Shape;1250;p22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51" name="Google Shape;1251;p22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2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22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4" name="Google Shape;1254;p22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55" name="Google Shape;1255;p22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2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22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8" name="Google Shape;1258;p22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2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60" name="Google Shape;1260;p22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61" name="Google Shape;1261;p22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748819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3" name="Google Shape;1263;p22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4" name="Google Shape;1264;p22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2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22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7" name="Google Shape;1267;p22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68" name="Google Shape;1268;p22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22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22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1" name="Google Shape;1271;p227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22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22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74" name="Google Shape;1274;p22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75" name="Google Shape;1275;p22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76" name="Google Shape;1276;p22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77" name="Google Shape;1277;p22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728669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9" name="Google Shape;1279;p22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80" name="Google Shape;1280;p2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2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2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3" name="Google Shape;1283;p22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84" name="Google Shape;1284;p2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2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2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87" name="Google Shape;1287;p228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22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228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90" name="Google Shape;1290;p228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1" name="Google Shape;1291;p228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436866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oogle Shape;1293;p22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94" name="Google Shape;1294;p2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2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22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7" name="Google Shape;1297;p22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98" name="Google Shape;1298;p2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2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22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01" name="Google Shape;1301;p229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22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229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4" name="Google Shape;1304;p229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5" name="Google Shape;1305;p229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06" name="Google Shape;1306;p22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619836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8" name="Google Shape;1308;p23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09" name="Google Shape;1309;p23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2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23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2" name="Google Shape;1312;p23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13" name="Google Shape;1313;p23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2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23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16" name="Google Shape;1316;p230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23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23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9" name="Google Shape;1319;p23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504056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1" name="Google Shape;1321;p231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322" name="Google Shape;1322;p231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231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231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25" name="Google Shape;1325;p231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231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900"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231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8" name="Google Shape;1328;p231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956646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23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23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23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3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ahoma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4" name="Google Shape;1334;p23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23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23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23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8" name="Google Shape;1338;p23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9345492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2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41" name="Google Shape;1341;p2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42" name="Google Shape;1342;p2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727559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23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5" name="Google Shape;1345;p234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346" name="Google Shape;1346;p23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23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23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49" name="Google Shape;1349;p234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0" name="Google Shape;1350;p23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51" name="Google Shape;1351;p23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23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23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4" name="Google Shape;1354;p23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55" name="Google Shape;1355;p23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23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23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Tahoma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8" name="Google Shape;1358;p23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9" name="Google Shape;1359;p23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724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 /><Relationship Id="rId13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16.xml" /><Relationship Id="rId7" Type="http://schemas.openxmlformats.org/officeDocument/2006/relationships/slideLayout" Target="../slideLayouts/slideLayout20.xml" /><Relationship Id="rId12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15.xml" /><Relationship Id="rId1" Type="http://schemas.openxmlformats.org/officeDocument/2006/relationships/slideLayout" Target="../slideLayouts/slideLayout14.xml" /><Relationship Id="rId6" Type="http://schemas.openxmlformats.org/officeDocument/2006/relationships/slideLayout" Target="../slideLayouts/slideLayout19.xml" /><Relationship Id="rId11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18.xml" /><Relationship Id="rId15" Type="http://schemas.openxmlformats.org/officeDocument/2006/relationships/theme" Target="../theme/theme2.xml" /><Relationship Id="rId10" Type="http://schemas.openxmlformats.org/officeDocument/2006/relationships/slideLayout" Target="../slideLayouts/slideLayout23.xml" /><Relationship Id="rId4" Type="http://schemas.openxmlformats.org/officeDocument/2006/relationships/slideLayout" Target="../slideLayouts/slideLayout17.xml" /><Relationship Id="rId9" Type="http://schemas.openxmlformats.org/officeDocument/2006/relationships/slideLayout" Target="../slideLayouts/slideLayout22.xml" /><Relationship Id="rId14" Type="http://schemas.openxmlformats.org/officeDocument/2006/relationships/slideLayout" Target="../slideLayouts/slideLayout27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 /><Relationship Id="rId13" Type="http://schemas.openxmlformats.org/officeDocument/2006/relationships/slideLayout" Target="../slideLayouts/slideLayout40.xml" /><Relationship Id="rId3" Type="http://schemas.openxmlformats.org/officeDocument/2006/relationships/slideLayout" Target="../slideLayouts/slideLayout30.xml" /><Relationship Id="rId7" Type="http://schemas.openxmlformats.org/officeDocument/2006/relationships/slideLayout" Target="../slideLayouts/slideLayout34.xml" /><Relationship Id="rId12" Type="http://schemas.openxmlformats.org/officeDocument/2006/relationships/slideLayout" Target="../slideLayouts/slideLayout39.xml" /><Relationship Id="rId2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28.xml" /><Relationship Id="rId6" Type="http://schemas.openxmlformats.org/officeDocument/2006/relationships/slideLayout" Target="../slideLayouts/slideLayout33.xml" /><Relationship Id="rId11" Type="http://schemas.openxmlformats.org/officeDocument/2006/relationships/slideLayout" Target="../slideLayouts/slideLayout38.xml" /><Relationship Id="rId5" Type="http://schemas.openxmlformats.org/officeDocument/2006/relationships/slideLayout" Target="../slideLayouts/slideLayout32.xml" /><Relationship Id="rId15" Type="http://schemas.openxmlformats.org/officeDocument/2006/relationships/theme" Target="../theme/theme3.xml" /><Relationship Id="rId10" Type="http://schemas.openxmlformats.org/officeDocument/2006/relationships/slideLayout" Target="../slideLayouts/slideLayout37.xml" /><Relationship Id="rId4" Type="http://schemas.openxmlformats.org/officeDocument/2006/relationships/slideLayout" Target="../slideLayouts/slideLayout31.xml" /><Relationship Id="rId9" Type="http://schemas.openxmlformats.org/officeDocument/2006/relationships/slideLayout" Target="../slideLayouts/slideLayout36.xml" /><Relationship Id="rId14" Type="http://schemas.openxmlformats.org/officeDocument/2006/relationships/slideLayout" Target="../slideLayouts/slideLayout41.xml" 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 /><Relationship Id="rId18" Type="http://schemas.openxmlformats.org/officeDocument/2006/relationships/slideLayout" Target="../slideLayouts/slideLayout59.xml" /><Relationship Id="rId26" Type="http://schemas.openxmlformats.org/officeDocument/2006/relationships/slideLayout" Target="../slideLayouts/slideLayout67.xml" /><Relationship Id="rId39" Type="http://schemas.openxmlformats.org/officeDocument/2006/relationships/slideLayout" Target="../slideLayouts/slideLayout80.xml" /><Relationship Id="rId3" Type="http://schemas.openxmlformats.org/officeDocument/2006/relationships/slideLayout" Target="../slideLayouts/slideLayout44.xml" /><Relationship Id="rId21" Type="http://schemas.openxmlformats.org/officeDocument/2006/relationships/slideLayout" Target="../slideLayouts/slideLayout62.xml" /><Relationship Id="rId34" Type="http://schemas.openxmlformats.org/officeDocument/2006/relationships/slideLayout" Target="../slideLayouts/slideLayout75.xml" /><Relationship Id="rId42" Type="http://schemas.openxmlformats.org/officeDocument/2006/relationships/slideLayout" Target="../slideLayouts/slideLayout83.xml" /><Relationship Id="rId47" Type="http://schemas.openxmlformats.org/officeDocument/2006/relationships/slideLayout" Target="../slideLayouts/slideLayout88.xml" /><Relationship Id="rId50" Type="http://schemas.openxmlformats.org/officeDocument/2006/relationships/slideLayout" Target="../slideLayouts/slideLayout91.xml" /><Relationship Id="rId7" Type="http://schemas.openxmlformats.org/officeDocument/2006/relationships/slideLayout" Target="../slideLayouts/slideLayout48.xml" /><Relationship Id="rId12" Type="http://schemas.openxmlformats.org/officeDocument/2006/relationships/slideLayout" Target="../slideLayouts/slideLayout53.xml" /><Relationship Id="rId17" Type="http://schemas.openxmlformats.org/officeDocument/2006/relationships/slideLayout" Target="../slideLayouts/slideLayout58.xml" /><Relationship Id="rId25" Type="http://schemas.openxmlformats.org/officeDocument/2006/relationships/slideLayout" Target="../slideLayouts/slideLayout66.xml" /><Relationship Id="rId33" Type="http://schemas.openxmlformats.org/officeDocument/2006/relationships/slideLayout" Target="../slideLayouts/slideLayout74.xml" /><Relationship Id="rId38" Type="http://schemas.openxmlformats.org/officeDocument/2006/relationships/slideLayout" Target="../slideLayouts/slideLayout79.xml" /><Relationship Id="rId46" Type="http://schemas.openxmlformats.org/officeDocument/2006/relationships/slideLayout" Target="../slideLayouts/slideLayout87.xml" /><Relationship Id="rId2" Type="http://schemas.openxmlformats.org/officeDocument/2006/relationships/slideLayout" Target="../slideLayouts/slideLayout43.xml" /><Relationship Id="rId16" Type="http://schemas.openxmlformats.org/officeDocument/2006/relationships/slideLayout" Target="../slideLayouts/slideLayout57.xml" /><Relationship Id="rId20" Type="http://schemas.openxmlformats.org/officeDocument/2006/relationships/slideLayout" Target="../slideLayouts/slideLayout61.xml" /><Relationship Id="rId29" Type="http://schemas.openxmlformats.org/officeDocument/2006/relationships/slideLayout" Target="../slideLayouts/slideLayout70.xml" /><Relationship Id="rId41" Type="http://schemas.openxmlformats.org/officeDocument/2006/relationships/slideLayout" Target="../slideLayouts/slideLayout82.xml" /><Relationship Id="rId1" Type="http://schemas.openxmlformats.org/officeDocument/2006/relationships/slideLayout" Target="../slideLayouts/slideLayout42.xml" /><Relationship Id="rId6" Type="http://schemas.openxmlformats.org/officeDocument/2006/relationships/slideLayout" Target="../slideLayouts/slideLayout47.xml" /><Relationship Id="rId11" Type="http://schemas.openxmlformats.org/officeDocument/2006/relationships/slideLayout" Target="../slideLayouts/slideLayout52.xml" /><Relationship Id="rId24" Type="http://schemas.openxmlformats.org/officeDocument/2006/relationships/slideLayout" Target="../slideLayouts/slideLayout65.xml" /><Relationship Id="rId32" Type="http://schemas.openxmlformats.org/officeDocument/2006/relationships/slideLayout" Target="../slideLayouts/slideLayout73.xml" /><Relationship Id="rId37" Type="http://schemas.openxmlformats.org/officeDocument/2006/relationships/slideLayout" Target="../slideLayouts/slideLayout78.xml" /><Relationship Id="rId40" Type="http://schemas.openxmlformats.org/officeDocument/2006/relationships/slideLayout" Target="../slideLayouts/slideLayout81.xml" /><Relationship Id="rId45" Type="http://schemas.openxmlformats.org/officeDocument/2006/relationships/slideLayout" Target="../slideLayouts/slideLayout86.xml" /><Relationship Id="rId5" Type="http://schemas.openxmlformats.org/officeDocument/2006/relationships/slideLayout" Target="../slideLayouts/slideLayout46.xml" /><Relationship Id="rId15" Type="http://schemas.openxmlformats.org/officeDocument/2006/relationships/slideLayout" Target="../slideLayouts/slideLayout56.xml" /><Relationship Id="rId23" Type="http://schemas.openxmlformats.org/officeDocument/2006/relationships/slideLayout" Target="../slideLayouts/slideLayout64.xml" /><Relationship Id="rId28" Type="http://schemas.openxmlformats.org/officeDocument/2006/relationships/slideLayout" Target="../slideLayouts/slideLayout69.xml" /><Relationship Id="rId36" Type="http://schemas.openxmlformats.org/officeDocument/2006/relationships/slideLayout" Target="../slideLayouts/slideLayout77.xml" /><Relationship Id="rId49" Type="http://schemas.openxmlformats.org/officeDocument/2006/relationships/slideLayout" Target="../slideLayouts/slideLayout90.xml" /><Relationship Id="rId10" Type="http://schemas.openxmlformats.org/officeDocument/2006/relationships/slideLayout" Target="../slideLayouts/slideLayout51.xml" /><Relationship Id="rId19" Type="http://schemas.openxmlformats.org/officeDocument/2006/relationships/slideLayout" Target="../slideLayouts/slideLayout60.xml" /><Relationship Id="rId31" Type="http://schemas.openxmlformats.org/officeDocument/2006/relationships/slideLayout" Target="../slideLayouts/slideLayout72.xml" /><Relationship Id="rId44" Type="http://schemas.openxmlformats.org/officeDocument/2006/relationships/slideLayout" Target="../slideLayouts/slideLayout85.xml" /><Relationship Id="rId52" Type="http://schemas.openxmlformats.org/officeDocument/2006/relationships/theme" Target="../theme/theme4.xml" /><Relationship Id="rId4" Type="http://schemas.openxmlformats.org/officeDocument/2006/relationships/slideLayout" Target="../slideLayouts/slideLayout45.xml" /><Relationship Id="rId9" Type="http://schemas.openxmlformats.org/officeDocument/2006/relationships/slideLayout" Target="../slideLayouts/slideLayout50.xml" /><Relationship Id="rId14" Type="http://schemas.openxmlformats.org/officeDocument/2006/relationships/slideLayout" Target="../slideLayouts/slideLayout55.xml" /><Relationship Id="rId22" Type="http://schemas.openxmlformats.org/officeDocument/2006/relationships/slideLayout" Target="../slideLayouts/slideLayout63.xml" /><Relationship Id="rId27" Type="http://schemas.openxmlformats.org/officeDocument/2006/relationships/slideLayout" Target="../slideLayouts/slideLayout68.xml" /><Relationship Id="rId30" Type="http://schemas.openxmlformats.org/officeDocument/2006/relationships/slideLayout" Target="../slideLayouts/slideLayout71.xml" /><Relationship Id="rId35" Type="http://schemas.openxmlformats.org/officeDocument/2006/relationships/slideLayout" Target="../slideLayouts/slideLayout76.xml" /><Relationship Id="rId43" Type="http://schemas.openxmlformats.org/officeDocument/2006/relationships/slideLayout" Target="../slideLayouts/slideLayout84.xml" /><Relationship Id="rId48" Type="http://schemas.openxmlformats.org/officeDocument/2006/relationships/slideLayout" Target="../slideLayouts/slideLayout89.xml" /><Relationship Id="rId8" Type="http://schemas.openxmlformats.org/officeDocument/2006/relationships/slideLayout" Target="../slideLayouts/slideLayout49.xml" /><Relationship Id="rId51" Type="http://schemas.openxmlformats.org/officeDocument/2006/relationships/slideLayout" Target="../slideLayouts/slideLayout92.xml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.xml" /><Relationship Id="rId13" Type="http://schemas.openxmlformats.org/officeDocument/2006/relationships/slideLayout" Target="../slideLayouts/slideLayout105.xml" /><Relationship Id="rId3" Type="http://schemas.openxmlformats.org/officeDocument/2006/relationships/slideLayout" Target="../slideLayouts/slideLayout95.xml" /><Relationship Id="rId7" Type="http://schemas.openxmlformats.org/officeDocument/2006/relationships/slideLayout" Target="../slideLayouts/slideLayout99.xml" /><Relationship Id="rId12" Type="http://schemas.openxmlformats.org/officeDocument/2006/relationships/slideLayout" Target="../slideLayouts/slideLayout104.xml" /><Relationship Id="rId2" Type="http://schemas.openxmlformats.org/officeDocument/2006/relationships/slideLayout" Target="../slideLayouts/slideLayout94.xml" /><Relationship Id="rId1" Type="http://schemas.openxmlformats.org/officeDocument/2006/relationships/slideLayout" Target="../slideLayouts/slideLayout93.xml" /><Relationship Id="rId6" Type="http://schemas.openxmlformats.org/officeDocument/2006/relationships/slideLayout" Target="../slideLayouts/slideLayout98.xml" /><Relationship Id="rId11" Type="http://schemas.openxmlformats.org/officeDocument/2006/relationships/slideLayout" Target="../slideLayouts/slideLayout103.xml" /><Relationship Id="rId5" Type="http://schemas.openxmlformats.org/officeDocument/2006/relationships/slideLayout" Target="../slideLayouts/slideLayout97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02.xml" /><Relationship Id="rId4" Type="http://schemas.openxmlformats.org/officeDocument/2006/relationships/slideLayout" Target="../slideLayouts/slideLayout96.xml" /><Relationship Id="rId9" Type="http://schemas.openxmlformats.org/officeDocument/2006/relationships/slideLayout" Target="../slideLayouts/slideLayout101.xml" /><Relationship Id="rId14" Type="http://schemas.openxmlformats.org/officeDocument/2006/relationships/theme" Target="../theme/theme5.xml" 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 /><Relationship Id="rId13" Type="http://schemas.openxmlformats.org/officeDocument/2006/relationships/slideLayout" Target="../slideLayouts/slideLayout118.xml" /><Relationship Id="rId18" Type="http://schemas.openxmlformats.org/officeDocument/2006/relationships/slideLayout" Target="../slideLayouts/slideLayout123.xml" /><Relationship Id="rId3" Type="http://schemas.openxmlformats.org/officeDocument/2006/relationships/slideLayout" Target="../slideLayouts/slideLayout108.xml" /><Relationship Id="rId7" Type="http://schemas.openxmlformats.org/officeDocument/2006/relationships/slideLayout" Target="../slideLayouts/slideLayout112.xml" /><Relationship Id="rId12" Type="http://schemas.openxmlformats.org/officeDocument/2006/relationships/slideLayout" Target="../slideLayouts/slideLayout117.xml" /><Relationship Id="rId17" Type="http://schemas.openxmlformats.org/officeDocument/2006/relationships/slideLayout" Target="../slideLayouts/slideLayout122.xml" /><Relationship Id="rId2" Type="http://schemas.openxmlformats.org/officeDocument/2006/relationships/slideLayout" Target="../slideLayouts/slideLayout107.xml" /><Relationship Id="rId16" Type="http://schemas.openxmlformats.org/officeDocument/2006/relationships/slideLayout" Target="../slideLayouts/slideLayout121.xml" /><Relationship Id="rId20" Type="http://schemas.openxmlformats.org/officeDocument/2006/relationships/theme" Target="../theme/theme6.xml" /><Relationship Id="rId1" Type="http://schemas.openxmlformats.org/officeDocument/2006/relationships/slideLayout" Target="../slideLayouts/slideLayout106.xml" /><Relationship Id="rId6" Type="http://schemas.openxmlformats.org/officeDocument/2006/relationships/slideLayout" Target="../slideLayouts/slideLayout111.xml" /><Relationship Id="rId11" Type="http://schemas.openxmlformats.org/officeDocument/2006/relationships/slideLayout" Target="../slideLayouts/slideLayout116.xml" /><Relationship Id="rId5" Type="http://schemas.openxmlformats.org/officeDocument/2006/relationships/slideLayout" Target="../slideLayouts/slideLayout110.xml" /><Relationship Id="rId15" Type="http://schemas.openxmlformats.org/officeDocument/2006/relationships/slideLayout" Target="../slideLayouts/slideLayout120.xml" /><Relationship Id="rId10" Type="http://schemas.openxmlformats.org/officeDocument/2006/relationships/slideLayout" Target="../slideLayouts/slideLayout115.xml" /><Relationship Id="rId19" Type="http://schemas.openxmlformats.org/officeDocument/2006/relationships/slideLayout" Target="../slideLayouts/slideLayout124.xml" /><Relationship Id="rId4" Type="http://schemas.openxmlformats.org/officeDocument/2006/relationships/slideLayout" Target="../slideLayouts/slideLayout109.xml" /><Relationship Id="rId9" Type="http://schemas.openxmlformats.org/officeDocument/2006/relationships/slideLayout" Target="../slideLayouts/slideLayout114.xml" /><Relationship Id="rId14" Type="http://schemas.openxmlformats.org/officeDocument/2006/relationships/slideLayout" Target="../slideLayouts/slideLayout119.xml" 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 /><Relationship Id="rId13" Type="http://schemas.openxmlformats.org/officeDocument/2006/relationships/slideLayout" Target="../slideLayouts/slideLayout137.xml" /><Relationship Id="rId3" Type="http://schemas.openxmlformats.org/officeDocument/2006/relationships/slideLayout" Target="../slideLayouts/slideLayout127.xml" /><Relationship Id="rId7" Type="http://schemas.openxmlformats.org/officeDocument/2006/relationships/slideLayout" Target="../slideLayouts/slideLayout131.xml" /><Relationship Id="rId12" Type="http://schemas.openxmlformats.org/officeDocument/2006/relationships/slideLayout" Target="../slideLayouts/slideLayout136.xml" /><Relationship Id="rId2" Type="http://schemas.openxmlformats.org/officeDocument/2006/relationships/slideLayout" Target="../slideLayouts/slideLayout126.xml" /><Relationship Id="rId1" Type="http://schemas.openxmlformats.org/officeDocument/2006/relationships/slideLayout" Target="../slideLayouts/slideLayout125.xml" /><Relationship Id="rId6" Type="http://schemas.openxmlformats.org/officeDocument/2006/relationships/slideLayout" Target="../slideLayouts/slideLayout130.xml" /><Relationship Id="rId11" Type="http://schemas.openxmlformats.org/officeDocument/2006/relationships/slideLayout" Target="../slideLayouts/slideLayout135.xml" /><Relationship Id="rId5" Type="http://schemas.openxmlformats.org/officeDocument/2006/relationships/slideLayout" Target="../slideLayouts/slideLayout129.xml" /><Relationship Id="rId15" Type="http://schemas.openxmlformats.org/officeDocument/2006/relationships/theme" Target="../theme/theme7.xml" /><Relationship Id="rId10" Type="http://schemas.openxmlformats.org/officeDocument/2006/relationships/slideLayout" Target="../slideLayouts/slideLayout134.xml" /><Relationship Id="rId4" Type="http://schemas.openxmlformats.org/officeDocument/2006/relationships/slideLayout" Target="../slideLayouts/slideLayout128.xml" /><Relationship Id="rId9" Type="http://schemas.openxmlformats.org/officeDocument/2006/relationships/slideLayout" Target="../slideLayouts/slideLayout133.xml" /><Relationship Id="rId14" Type="http://schemas.openxmlformats.org/officeDocument/2006/relationships/slideLayout" Target="../slideLayouts/slideLayout138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8" name="Google Shape;178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9" name="Google Shape;179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0" name="Google Shape;180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5" name="Google Shape;1165;p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6" name="Google Shape;1166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67" name="Google Shape;1167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68" name="Google Shape;1168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7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48" name="Google Shape;1348;p7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49" name="Google Shape;1349;p70"/>
          <p:cNvSpPr txBox="1">
            <a:spLocks noGrp="1"/>
          </p:cNvSpPr>
          <p:nvPr>
            <p:ph type="dt" idx="10"/>
          </p:nvPr>
        </p:nvSpPr>
        <p:spPr>
          <a:xfrm>
            <a:off x="0" y="6644004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50" name="Google Shape;1350;p7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51" name="Google Shape;1351;p70"/>
          <p:cNvSpPr txBox="1">
            <a:spLocks noGrp="1"/>
          </p:cNvSpPr>
          <p:nvPr>
            <p:ph type="sldNum" idx="12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  <p:sldLayoutId id="2147483792" r:id="rId24"/>
    <p:sldLayoutId id="2147483793" r:id="rId25"/>
    <p:sldLayoutId id="2147483794" r:id="rId26"/>
    <p:sldLayoutId id="2147483795" r:id="rId27"/>
    <p:sldLayoutId id="2147483796" r:id="rId28"/>
    <p:sldLayoutId id="2147483797" r:id="rId29"/>
    <p:sldLayoutId id="2147483798" r:id="rId30"/>
    <p:sldLayoutId id="2147483799" r:id="rId31"/>
    <p:sldLayoutId id="2147483800" r:id="rId32"/>
    <p:sldLayoutId id="2147483801" r:id="rId33"/>
    <p:sldLayoutId id="2147483802" r:id="rId34"/>
    <p:sldLayoutId id="2147483803" r:id="rId35"/>
    <p:sldLayoutId id="2147483804" r:id="rId36"/>
    <p:sldLayoutId id="2147483805" r:id="rId37"/>
    <p:sldLayoutId id="2147483806" r:id="rId38"/>
    <p:sldLayoutId id="2147483807" r:id="rId39"/>
    <p:sldLayoutId id="2147483808" r:id="rId40"/>
    <p:sldLayoutId id="2147483809" r:id="rId41"/>
    <p:sldLayoutId id="2147483810" r:id="rId42"/>
    <p:sldLayoutId id="2147483811" r:id="rId43"/>
    <p:sldLayoutId id="2147483812" r:id="rId44"/>
    <p:sldLayoutId id="2147483813" r:id="rId45"/>
    <p:sldLayoutId id="2147483814" r:id="rId46"/>
    <p:sldLayoutId id="2147483815" r:id="rId47"/>
    <p:sldLayoutId id="2147483816" r:id="rId48"/>
    <p:sldLayoutId id="2147483817" r:id="rId49"/>
    <p:sldLayoutId id="2147483818" r:id="rId50"/>
    <p:sldLayoutId id="2147483819" r:id="rId5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7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28" name="Google Shape;1728;p72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1729" name="Google Shape;1729;p72" descr="Picture 7.png"/>
          <p:cNvPicPr preferRelativeResize="0"/>
          <p:nvPr/>
        </p:nvPicPr>
        <p:blipFill rotWithShape="1">
          <a:blip r:embed="rId15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0" name="Google Shape;1730;p72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31" name="Google Shape;1731;p7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7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72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4" name="Google Shape;1734;p72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735" name="Google Shape;1735;p7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7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72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8" name="Google Shape;648;p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9" name="Google Shape;649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50" name="Google Shape;650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51" name="Google Shape;651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96459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  <p:sldLayoutId id="2147483852" r:id="rId18"/>
    <p:sldLayoutId id="2147483853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9" name="Google Shape;1179;p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0" name="Google Shape;1180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81" name="Google Shape;1181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82" name="Google Shape;1182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02481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0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06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0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0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10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8.xml" /><Relationship Id="rId5" Type="http://schemas.openxmlformats.org/officeDocument/2006/relationships/image" Target="../media/image15.png" /><Relationship Id="rId4" Type="http://schemas.openxmlformats.org/officeDocument/2006/relationships/customXml" Target="../ink/ink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7" Type="http://schemas.openxmlformats.org/officeDocument/2006/relationships/image" Target="../media/image19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8.xml" /><Relationship Id="rId6" Type="http://schemas.openxmlformats.org/officeDocument/2006/relationships/customXml" Target="../ink/ink2.xml" /><Relationship Id="rId5" Type="http://schemas.openxmlformats.org/officeDocument/2006/relationships/image" Target="../media/image18.png" /><Relationship Id="rId4" Type="http://schemas.openxmlformats.org/officeDocument/2006/relationships/image" Target="../media/image17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9.xml" /><Relationship Id="rId6" Type="http://schemas.openxmlformats.org/officeDocument/2006/relationships/image" Target="../media/image22.png" /><Relationship Id="rId5" Type="http://schemas.openxmlformats.org/officeDocument/2006/relationships/customXml" Target="../ink/ink3.xml" /><Relationship Id="rId4" Type="http://schemas.openxmlformats.org/officeDocument/2006/relationships/image" Target="../media/image21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8.xml" /><Relationship Id="rId5" Type="http://schemas.openxmlformats.org/officeDocument/2006/relationships/image" Target="../media/image24.png" /><Relationship Id="rId4" Type="http://schemas.openxmlformats.org/officeDocument/2006/relationships/customXml" Target="../ink/ink4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8.xml" /><Relationship Id="rId5" Type="http://schemas.openxmlformats.org/officeDocument/2006/relationships/image" Target="../media/image26.png" /><Relationship Id="rId4" Type="http://schemas.openxmlformats.org/officeDocument/2006/relationships/customXml" Target="../ink/ink5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9.xml" /><Relationship Id="rId6" Type="http://schemas.openxmlformats.org/officeDocument/2006/relationships/image" Target="../media/image29.png" /><Relationship Id="rId5" Type="http://schemas.openxmlformats.org/officeDocument/2006/relationships/customXml" Target="../ink/ink6.xml" /><Relationship Id="rId4" Type="http://schemas.openxmlformats.org/officeDocument/2006/relationships/image" Target="../media/image28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9.xml" /><Relationship Id="rId5" Type="http://schemas.openxmlformats.org/officeDocument/2006/relationships/image" Target="../media/image30.png" /><Relationship Id="rId4" Type="http://schemas.openxmlformats.org/officeDocument/2006/relationships/customXml" Target="../ink/ink7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9.xml" /><Relationship Id="rId5" Type="http://schemas.openxmlformats.org/officeDocument/2006/relationships/image" Target="../media/image32.png" /><Relationship Id="rId4" Type="http://schemas.openxmlformats.org/officeDocument/2006/relationships/customXml" Target="../ink/ink8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9.xml" /><Relationship Id="rId5" Type="http://schemas.openxmlformats.org/officeDocument/2006/relationships/image" Target="../media/image33.png" /><Relationship Id="rId4" Type="http://schemas.openxmlformats.org/officeDocument/2006/relationships/customXml" Target="../ink/ink9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26.xml" /><Relationship Id="rId6" Type="http://schemas.openxmlformats.org/officeDocument/2006/relationships/image" Target="../media/image35.png" /><Relationship Id="rId5" Type="http://schemas.openxmlformats.org/officeDocument/2006/relationships/customXml" Target="../ink/ink10.xml" /><Relationship Id="rId4" Type="http://schemas.openxmlformats.org/officeDocument/2006/relationships/image" Target="../media/image34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9.xml" /><Relationship Id="rId4" Type="http://schemas.openxmlformats.org/officeDocument/2006/relationships/image" Target="../media/image36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9.xml" /><Relationship Id="rId4" Type="http://schemas.openxmlformats.org/officeDocument/2006/relationships/image" Target="../media/image37.png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9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42.xml" /><Relationship Id="rId4" Type="http://schemas.openxmlformats.org/officeDocument/2006/relationships/image" Target="../media/image38.pn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93.xml" /><Relationship Id="rId4" Type="http://schemas.openxmlformats.org/officeDocument/2006/relationships/image" Target="../media/image3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"/>
          <p:cNvSpPr txBox="1"/>
          <p:nvPr/>
        </p:nvSpPr>
        <p:spPr>
          <a:xfrm>
            <a:off x="800100" y="345672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AIML CZG565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M6 : Instance Based Learning  </a:t>
            </a:r>
            <a:endParaRPr sz="2400" b="1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"/>
          <p:cNvSpPr/>
          <p:nvPr/>
        </p:nvSpPr>
        <p:spPr>
          <a:xfrm>
            <a:off x="3962400" y="5257800"/>
            <a:ext cx="457200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Course Faculty of M.Tech Cluster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BITS – CSIS - WILP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2"/>
          <p:cNvSpPr txBox="1">
            <a:spLocks noGrp="1"/>
          </p:cNvSpPr>
          <p:nvPr>
            <p:ph type="title" idx="4294967295"/>
          </p:nvPr>
        </p:nvSpPr>
        <p:spPr>
          <a:xfrm>
            <a:off x="173059" y="429320"/>
            <a:ext cx="7926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Machine Learning</a:t>
            </a:r>
            <a:endParaRPr sz="2400"/>
          </a:p>
        </p:txBody>
      </p:sp>
      <p:sp>
        <p:nvSpPr>
          <p:cNvPr id="1827" name="Google Shape;1827;p2"/>
          <p:cNvSpPr txBox="1"/>
          <p:nvPr/>
        </p:nvSpPr>
        <p:spPr>
          <a:xfrm>
            <a:off x="2438619" y="890985"/>
            <a:ext cx="5698928" cy="28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0" anchor="t" anchorCtr="0">
            <a:spAutoFit/>
          </a:bodyPr>
          <a:lstStyle/>
          <a:p>
            <a:pPr marL="840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1572"/>
                </a:solidFill>
                <a:latin typeface="Arial"/>
                <a:ea typeface="Arial"/>
                <a:cs typeface="Arial"/>
                <a:sym typeface="Arial"/>
              </a:rPr>
              <a:t>Disclaimer and Acknowledgement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8" name="Google Shape;182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3267" y="1324075"/>
            <a:ext cx="760133" cy="7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2"/>
          <p:cNvSpPr/>
          <p:nvPr/>
        </p:nvSpPr>
        <p:spPr>
          <a:xfrm>
            <a:off x="173059" y="2362200"/>
            <a:ext cx="8818541" cy="431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9091" lvl="0" indent="-101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content of modules &amp; context under topics are planned by the course owner Dr. Sugata, with grateful acknowledgement to many others who made their course materials freely available online</a:t>
            </a:r>
            <a:endParaRPr/>
          </a:p>
          <a:p>
            <a:pPr marL="0" marR="0" lvl="0" indent="-101600" algn="l" rtl="0">
              <a:spcBef>
                <a:spcPts val="34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here by acknowledge all the contributors for their material and inputs.</a:t>
            </a:r>
            <a:endParaRPr/>
          </a:p>
          <a:p>
            <a:pPr marL="0" marR="0" lvl="0" indent="-101600" algn="l" rtl="0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have provided source information wherever necessary</a:t>
            </a:r>
            <a:endParaRPr/>
          </a:p>
          <a:p>
            <a:pPr marL="0" marR="0" lvl="0" indent="-101600" algn="l" rtl="0"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Students are requested to refer to the textbook w.r.t detailed content of the presentation deck shared over canvas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rtl="0"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We have reduced the slides from canvas and modified the content flow to suit the requirements of the course and for ease of class presentation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4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Slide Source / Preparation / Review: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From BITS Pilani WILP</a:t>
            </a:r>
            <a:r>
              <a:rPr lang="en-US" sz="14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Prof.Sugata, Prof.Chetana, , Prof.Monali, Prof.Rajavadhana, Prof.Seetha, Prof.Anita</a:t>
            </a:r>
            <a:endParaRPr sz="1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External: 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CS109 and CS229 Stanford lecture notes, Dr.Andrew NG and many others who made their course materials freely available online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4" name="Google Shape;1834;p3"/>
          <p:cNvGraphicFramePr/>
          <p:nvPr/>
        </p:nvGraphicFramePr>
        <p:xfrm>
          <a:off x="457200" y="1295400"/>
          <a:ext cx="6825125" cy="5168600"/>
        </p:xfrm>
        <a:graphic>
          <a:graphicData uri="http://schemas.openxmlformats.org/drawingml/2006/table">
            <a:tbl>
              <a:tblPr>
                <a:noFill/>
                <a:tableStyleId>{319B3E3A-FD22-4D73-9AAB-247F41A0A617}</a:tableStyleId>
              </a:tblPr>
              <a:tblGrid>
                <a:gridCol w="115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M1 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Workflow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Models for Regression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Models for Classification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 Tree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M6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 Based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M7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Support Vector Machine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M8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Bayesian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M9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Ensemble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M10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Unsupervised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M11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Model Evaluation/Comparison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35" name="Google Shape;1835;p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Course Plan</a:t>
            </a:r>
            <a:endParaRPr/>
          </a:p>
        </p:txBody>
      </p:sp>
      <p:sp>
        <p:nvSpPr>
          <p:cNvPr id="1836" name="Google Shape;1836;p3"/>
          <p:cNvSpPr/>
          <p:nvPr/>
        </p:nvSpPr>
        <p:spPr>
          <a:xfrm>
            <a:off x="304800" y="3616781"/>
            <a:ext cx="6553200" cy="5334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8" name="Google Shape;2158;p31"/>
          <p:cNvGraphicFramePr/>
          <p:nvPr/>
        </p:nvGraphicFramePr>
        <p:xfrm>
          <a:off x="515509" y="3184295"/>
          <a:ext cx="6453075" cy="1793135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</a:tblPr>
              <a:tblGrid>
                <a:gridCol w="108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18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Income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Profession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Region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Locality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C0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60000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Village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L1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C1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70000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Bengali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Village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C2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60000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Carpenter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Suburban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C3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80000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Bhojpuri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Metropolitan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C5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80000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Data Scientist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Small Town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L1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C4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50000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Data Scientist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Small Town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59" name="Google Shape;2159;p3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Problem Type – 2 </a:t>
            </a: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31"/>
          <p:cNvSpPr/>
          <p:nvPr/>
        </p:nvSpPr>
        <p:spPr>
          <a:xfrm>
            <a:off x="304800" y="1340011"/>
            <a:ext cx="8483600" cy="869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Based on the information given in the table below, find the customer type of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x</a:t>
            </a:r>
            <a:r>
              <a:rPr kumimoji="0" lang="en-US" sz="16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q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=C4 using K-NN. In given example consider all the instances and use locally weighted K-NN algorithm with kernel K(d(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x</a:t>
            </a:r>
            <a:r>
              <a:rPr kumimoji="0" lang="en-US" sz="16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q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,x</a:t>
            </a:r>
            <a:r>
              <a:rPr kumimoji="0" lang="en-US" sz="16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)) = 1/ d(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x</a:t>
            </a:r>
            <a:r>
              <a:rPr kumimoji="0" lang="en-US" sz="16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q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,x</a:t>
            </a:r>
            <a:r>
              <a:rPr kumimoji="0" lang="en-US" sz="16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r>
              <a:rPr kumimoji="0" lang="en-US" sz="16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 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31"/>
          <p:cNvSpPr/>
          <p:nvPr/>
        </p:nvSpPr>
        <p:spPr>
          <a:xfrm>
            <a:off x="312309" y="2097906"/>
            <a:ext cx="847609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Apply min-max normalization on income to obtain [0,1] range. Consider profession and Region as nominal. Consider :Locality as ordinal variable with ranking order of [Village, Small Town, Suburban, Metropolitan]. Give equal weight to each attribute.</a:t>
            </a:r>
            <a:endParaRPr kumimoji="0" sz="1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921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3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Problem Type – 2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32"/>
          <p:cNvSpPr/>
          <p:nvPr/>
        </p:nvSpPr>
        <p:spPr>
          <a:xfrm>
            <a:off x="304800" y="1340011"/>
            <a:ext cx="8483600" cy="869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Based on the information given in the table below, find the customer type of x</a:t>
            </a:r>
            <a:r>
              <a:rPr kumimoji="0" 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q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=C4 using K-NN. In given example consider all the instances and use locally weighted K-NN algorithm with kernel K(d(x</a:t>
            </a:r>
            <a:r>
              <a:rPr kumimoji="0" 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q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,x</a:t>
            </a:r>
            <a:r>
              <a:rPr kumimoji="0" 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)) = 1/ d(x</a:t>
            </a:r>
            <a:r>
              <a:rPr kumimoji="0" 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q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,x</a:t>
            </a:r>
            <a:r>
              <a:rPr kumimoji="0" 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r>
              <a:rPr kumimoji="0" lang="en-US" sz="16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 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68" name="Google Shape;2168;p32"/>
          <p:cNvGraphicFramePr/>
          <p:nvPr/>
        </p:nvGraphicFramePr>
        <p:xfrm>
          <a:off x="6801081" y="2897555"/>
          <a:ext cx="1959100" cy="180900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</a:tblPr>
              <a:tblGrid>
                <a:gridCol w="97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90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Distance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Weight</a:t>
                      </a:r>
                      <a:endParaRPr sz="14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1.06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1.75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1.06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2.2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(NA)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69" name="Google Shape;2169;p32"/>
          <p:cNvSpPr/>
          <p:nvPr/>
        </p:nvSpPr>
        <p:spPr>
          <a:xfrm>
            <a:off x="312309" y="2097906"/>
            <a:ext cx="847609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Apply min-max normalization on income to obtain [0,1] range. Consider profession and Region as nominal. Consider :Locality as ordinal variable with ranking order of [Village, Small Town, Suburban, Metropolitan]. Give equal weight to each attribute.</a:t>
            </a:r>
            <a:endParaRPr kumimoji="0" sz="16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32"/>
          <p:cNvSpPr/>
          <p:nvPr/>
        </p:nvSpPr>
        <p:spPr>
          <a:xfrm>
            <a:off x="288550" y="4772725"/>
            <a:ext cx="8855400" cy="17658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d(C4, C2)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 distance w.r.t to numerical attributes + distance w.r.t Nominal attributes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 Euclidean distance on  (Income, Scaled Locality ) + Categorical distance on attributes (Profession, Region)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 √((Income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c4-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Income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c2)</a:t>
            </a:r>
            <a:r>
              <a:rPr kumimoji="0" lang="en-US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"2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 +( Locality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c4-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Locaility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c2)</a:t>
            </a:r>
            <a:r>
              <a:rPr kumimoji="0" lang="en-US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	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)+(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No.of.Categorical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features -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No.of.Matches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between C4 &amp; C2)/(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No.of.Categorical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Features)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 √((0-0.33)</a:t>
            </a:r>
            <a:r>
              <a:rPr kumimoji="0" lang="en-US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"2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 +( 0.33-0.67)</a:t>
            </a:r>
            <a:r>
              <a:rPr kumimoji="0" lang="en-US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	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)+(2 -1)/2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 0.47 + 0.5 = 0.97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1" name="Google Shape;2171;p32"/>
          <p:cNvGraphicFramePr/>
          <p:nvPr/>
        </p:nvGraphicFramePr>
        <p:xfrm>
          <a:off x="304800" y="2879495"/>
          <a:ext cx="6453075" cy="1830942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</a:tblPr>
              <a:tblGrid>
                <a:gridCol w="108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Income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Profession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Region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Scaled Locality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0.33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🡪 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0.67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Bengali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🡪 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C2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0.33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Carpenter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 🡪 0.67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Bhojpuri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 🡪 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C5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 Scientist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 🡪 0.33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C4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 Scientist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 🡪 0.33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172" name="Google Shape;2172;p32"/>
          <p:cNvCxnSpPr>
            <a:endCxn id="2170" idx="0"/>
          </p:cNvCxnSpPr>
          <p:nvPr/>
        </p:nvCxnSpPr>
        <p:spPr>
          <a:xfrm flipH="1">
            <a:off x="4716250" y="3698125"/>
            <a:ext cx="2298900" cy="1074600"/>
          </a:xfrm>
          <a:prstGeom prst="curvedConnector2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86563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Problem Type – 2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33"/>
          <p:cNvSpPr/>
          <p:nvPr/>
        </p:nvSpPr>
        <p:spPr>
          <a:xfrm>
            <a:off x="304800" y="1340011"/>
            <a:ext cx="8483600" cy="869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Based on the information given in the table below, find the customer type of x</a:t>
            </a:r>
            <a:r>
              <a:rPr kumimoji="0" 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q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=C4 using K-NN. In given example consider all the instances and use locally weighted K-NN algorithm with kernel K(d(x</a:t>
            </a:r>
            <a:r>
              <a:rPr kumimoji="0" 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q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,x</a:t>
            </a:r>
            <a:r>
              <a:rPr kumimoji="0" 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)) = 1/ d(x</a:t>
            </a:r>
            <a:r>
              <a:rPr kumimoji="0" 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q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,x</a:t>
            </a:r>
            <a:r>
              <a:rPr kumimoji="0" lang="en-US" sz="16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r>
              <a:rPr kumimoji="0" lang="en-US" sz="16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 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9" name="Google Shape;2179;p33"/>
          <p:cNvGraphicFramePr/>
          <p:nvPr/>
        </p:nvGraphicFramePr>
        <p:xfrm>
          <a:off x="6801081" y="2897555"/>
          <a:ext cx="1959100" cy="180900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</a:tblPr>
              <a:tblGrid>
                <a:gridCol w="97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90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Distance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Weight</a:t>
                      </a:r>
                      <a:endParaRPr sz="14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1.06</a:t>
                      </a:r>
                      <a:endParaRPr sz="140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1.75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</a:t>
                      </a:r>
                      <a:endParaRPr sz="140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1.06</a:t>
                      </a:r>
                      <a:endParaRPr sz="140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2.2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</a:t>
                      </a:r>
                      <a:endParaRPr sz="140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5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(NA)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80" name="Google Shape;2180;p33"/>
          <p:cNvSpPr/>
          <p:nvPr/>
        </p:nvSpPr>
        <p:spPr>
          <a:xfrm>
            <a:off x="312309" y="2097906"/>
            <a:ext cx="847609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Apply min-max normalization on income to obtain [0,1] range. Consider profession and Region as nominal. Consider :Locality as ordinal variable with ranking order of [Village, Small Town, Suburban, Metropolitan]. Give equal weight to each attribute.</a:t>
            </a:r>
            <a:endParaRPr kumimoji="0" sz="16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81" name="Google Shape;2181;p33"/>
          <p:cNvGraphicFramePr/>
          <p:nvPr/>
        </p:nvGraphicFramePr>
        <p:xfrm>
          <a:off x="304800" y="2879495"/>
          <a:ext cx="6453075" cy="1830942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</a:tblPr>
              <a:tblGrid>
                <a:gridCol w="108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Income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Profession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Region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Scaled Locality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0.33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🡪 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0.67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Bengali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 🡪 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C2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0.33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Carpenter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 🡪 0.67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Bhojpuri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 🡪 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C5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 Scientist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 🡪 0.33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C4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 Scientist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Hindi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 🡪 0.33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82" name="Google Shape;2182;p33"/>
          <p:cNvGraphicFramePr/>
          <p:nvPr/>
        </p:nvGraphicFramePr>
        <p:xfrm>
          <a:off x="5967318" y="4741234"/>
          <a:ext cx="2821075" cy="1573985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</a:tblPr>
              <a:tblGrid>
                <a:gridCol w="6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650">
                <a:tc>
                  <a:txBody>
                    <a:bodyPr/>
                    <a:lstStyle/>
                    <a:p>
                      <a:pPr marL="9525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Point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Kernel / Weight</a:t>
                      </a:r>
                      <a:endParaRPr sz="1400" b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C5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L1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7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C0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1.06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L1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5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1.06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50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C1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0.33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0.21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sz="14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83" name="Google Shape;2183;p33"/>
          <p:cNvSpPr txBox="1"/>
          <p:nvPr/>
        </p:nvSpPr>
        <p:spPr>
          <a:xfrm>
            <a:off x="312309" y="5491827"/>
            <a:ext cx="509789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Inference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Without weighted KNN, L2 is the majority voted class.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But with weighted distances, L1 class instances are more similar to C4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028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402397"/>
            <a:ext cx="3921760" cy="924243"/>
          </a:xfrm>
        </p:spPr>
        <p:txBody>
          <a:bodyPr>
            <a:normAutofit/>
          </a:bodyPr>
          <a:lstStyle/>
          <a:p>
            <a:r>
              <a:rPr lang="en-US" sz="1400" b="1" dirty="0"/>
              <a:t>(a) Min–Max normalization of Income</a:t>
            </a:r>
          </a:p>
          <a:p>
            <a:r>
              <a:rPr lang="en-US" sz="1400" dirty="0"/>
              <a:t>Income range: min = 50000, max = 80000</a:t>
            </a:r>
          </a:p>
          <a:p>
            <a:r>
              <a:rPr lang="en-US" sz="1400" dirty="0"/>
              <a:t>Income (norm) = (Income – 50000) / 80000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326640"/>
          <a:ext cx="2814320" cy="215154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71894064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76400013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0160617"/>
                    </a:ext>
                  </a:extLst>
                </a:gridCol>
              </a:tblGrid>
              <a:tr h="307363">
                <a:tc>
                  <a:txBody>
                    <a:bodyPr/>
                    <a:lstStyle/>
                    <a:p>
                      <a:r>
                        <a:rPr lang="en-IN" sz="110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Normalized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812703"/>
                  </a:ext>
                </a:extLst>
              </a:tr>
              <a:tr h="307363">
                <a:tc>
                  <a:txBody>
                    <a:bodyPr/>
                    <a:lstStyle/>
                    <a:p>
                      <a:r>
                        <a:rPr lang="en-IN" sz="1100"/>
                        <a:t>C0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0.333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184626"/>
                  </a:ext>
                </a:extLst>
              </a:tr>
              <a:tr h="307363">
                <a:tc>
                  <a:txBody>
                    <a:bodyPr/>
                    <a:lstStyle/>
                    <a:p>
                      <a:r>
                        <a:rPr lang="en-IN" sz="1100"/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0.667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607334"/>
                  </a:ext>
                </a:extLst>
              </a:tr>
              <a:tr h="307363">
                <a:tc>
                  <a:txBody>
                    <a:bodyPr/>
                    <a:lstStyle/>
                    <a:p>
                      <a:r>
                        <a:rPr lang="en-IN" sz="1100" dirty="0"/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0.333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594188"/>
                  </a:ext>
                </a:extLst>
              </a:tr>
              <a:tr h="307363">
                <a:tc>
                  <a:txBody>
                    <a:bodyPr/>
                    <a:lstStyle/>
                    <a:p>
                      <a:r>
                        <a:rPr lang="en-IN" sz="1100"/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675485"/>
                  </a:ext>
                </a:extLst>
              </a:tr>
              <a:tr h="307363">
                <a:tc>
                  <a:txBody>
                    <a:bodyPr/>
                    <a:lstStyle/>
                    <a:p>
                      <a:r>
                        <a:rPr lang="en-IN" sz="1100"/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740225"/>
                  </a:ext>
                </a:extLst>
              </a:tr>
              <a:tr h="307363">
                <a:tc>
                  <a:txBody>
                    <a:bodyPr/>
                    <a:lstStyle/>
                    <a:p>
                      <a:r>
                        <a:rPr lang="en-IN" sz="1100"/>
                        <a:t>C4 (xq)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50000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96661"/>
                  </a:ext>
                </a:extLst>
              </a:tr>
            </a:tbl>
          </a:graphicData>
        </a:graphic>
      </p:graphicFrame>
      <p:sp>
        <p:nvSpPr>
          <p:cNvPr id="4" name="Text Placeholder 1"/>
          <p:cNvSpPr txBox="1">
            <a:spLocks/>
          </p:cNvSpPr>
          <p:nvPr/>
        </p:nvSpPr>
        <p:spPr>
          <a:xfrm>
            <a:off x="3403600" y="1402397"/>
            <a:ext cx="5852160" cy="92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(b) Ordinal encoding for Locality: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Ranking:Village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 &lt; Small Town &lt; Suburban &lt; Metropolitan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Encoded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as:Village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 = 0, Small Town = 1, Suburban = 2, Metropolitan = 3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To keep equal importance, normalize by max rank (3):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728720" y="2587947"/>
          <a:ext cx="2600960" cy="1295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29360">
                  <a:extLst>
                    <a:ext uri="{9D8B030D-6E8A-4147-A177-3AD203B41FA5}">
                      <a16:colId xmlns:a16="http://schemas.microsoft.com/office/drawing/2014/main" val="69842829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90719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100" dirty="0"/>
                        <a:t>Locality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Normalized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16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100" dirty="0"/>
                        <a:t>Village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137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100" dirty="0"/>
                        <a:t>Small Town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0.333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127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100"/>
                        <a:t>Suburban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0.667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7688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100"/>
                        <a:t>Metropolitan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43436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094647"/>
            <a:ext cx="325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Query point C4: 50000, Data Scientist, Hindi, Small Town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396" y="4312536"/>
            <a:ext cx="4105848" cy="1857634"/>
          </a:xfrm>
          <a:prstGeom prst="rect">
            <a:avLst/>
          </a:prstGeom>
        </p:spPr>
      </p:pic>
      <p:sp>
        <p:nvSpPr>
          <p:cNvPr id="10" name="Google Shape;2159;p31"/>
          <p:cNvSpPr txBox="1">
            <a:spLocks/>
          </p:cNvSpPr>
          <p:nvPr/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Problem Type – 2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132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4000" y="1371600"/>
            <a:ext cx="1757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Distance computation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400" y="1803400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C4 and C0: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111177"/>
            <a:ext cx="4020111" cy="20862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4676875"/>
            <a:ext cx="3991532" cy="1714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06400" y="4287501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C4 and C2: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53280" y="1712700"/>
          <a:ext cx="4169553" cy="18575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4555">
                  <a:extLst>
                    <a:ext uri="{9D8B030D-6E8A-4147-A177-3AD203B41FA5}">
                      <a16:colId xmlns:a16="http://schemas.microsoft.com/office/drawing/2014/main" val="2911517748"/>
                    </a:ext>
                  </a:extLst>
                </a:gridCol>
                <a:gridCol w="908368">
                  <a:extLst>
                    <a:ext uri="{9D8B030D-6E8A-4147-A177-3AD203B41FA5}">
                      <a16:colId xmlns:a16="http://schemas.microsoft.com/office/drawing/2014/main" val="2723696485"/>
                    </a:ext>
                  </a:extLst>
                </a:gridCol>
                <a:gridCol w="992505">
                  <a:extLst>
                    <a:ext uri="{9D8B030D-6E8A-4147-A177-3AD203B41FA5}">
                      <a16:colId xmlns:a16="http://schemas.microsoft.com/office/drawing/2014/main" val="3420176898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322492849"/>
                    </a:ext>
                  </a:extLst>
                </a:gridCol>
                <a:gridCol w="490045">
                  <a:extLst>
                    <a:ext uri="{9D8B030D-6E8A-4147-A177-3AD203B41FA5}">
                      <a16:colId xmlns:a16="http://schemas.microsoft.com/office/drawing/2014/main" val="3918677174"/>
                    </a:ext>
                  </a:extLst>
                </a:gridCol>
              </a:tblGrid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Category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385217414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L1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2812228278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L2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2303705511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L2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644843100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L2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134359537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L1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366632548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53280" y="1371600"/>
            <a:ext cx="17315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Final Distance Table: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" name="Google Shape;2159;p31"/>
          <p:cNvSpPr txBox="1">
            <a:spLocks noGrp="1"/>
          </p:cNvSpPr>
          <p:nvPr>
            <p:ph type="body" idx="429496729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Problem Type – 2 </a:t>
            </a: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5229016" y="3702725"/>
            <a:ext cx="280076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Majority Vote (Unweighted KNN)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Count class labels: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L1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→ C0, C5 → </a:t>
            </a: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L2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→ C1, C2, C3 → </a:t>
            </a: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5229016" y="5037502"/>
            <a:ext cx="26196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Final Prediction (Normal KNN)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 of C4=L2</a:t>
            </a:r>
          </a:p>
        </p:txBody>
      </p:sp>
    </p:spTree>
    <p:extLst>
      <p:ext uri="{BB962C8B-B14F-4D97-AF65-F5344CB8AC3E}">
        <p14:creationId xmlns:p14="http://schemas.microsoft.com/office/powerpoint/2010/main" val="872735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2720" y="1763531"/>
          <a:ext cx="4169553" cy="18575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4555">
                  <a:extLst>
                    <a:ext uri="{9D8B030D-6E8A-4147-A177-3AD203B41FA5}">
                      <a16:colId xmlns:a16="http://schemas.microsoft.com/office/drawing/2014/main" val="2911517748"/>
                    </a:ext>
                  </a:extLst>
                </a:gridCol>
                <a:gridCol w="908368">
                  <a:extLst>
                    <a:ext uri="{9D8B030D-6E8A-4147-A177-3AD203B41FA5}">
                      <a16:colId xmlns:a16="http://schemas.microsoft.com/office/drawing/2014/main" val="2723696485"/>
                    </a:ext>
                  </a:extLst>
                </a:gridCol>
                <a:gridCol w="992505">
                  <a:extLst>
                    <a:ext uri="{9D8B030D-6E8A-4147-A177-3AD203B41FA5}">
                      <a16:colId xmlns:a16="http://schemas.microsoft.com/office/drawing/2014/main" val="3420176898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322492849"/>
                    </a:ext>
                  </a:extLst>
                </a:gridCol>
                <a:gridCol w="490045">
                  <a:extLst>
                    <a:ext uri="{9D8B030D-6E8A-4147-A177-3AD203B41FA5}">
                      <a16:colId xmlns:a16="http://schemas.microsoft.com/office/drawing/2014/main" val="3918677174"/>
                    </a:ext>
                  </a:extLst>
                </a:gridCol>
              </a:tblGrid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Category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385217414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L1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2812228278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L2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2303705511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L2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644843100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L2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1134359537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L1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366632548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72720" y="1422431"/>
            <a:ext cx="3323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Final Distance Table (unweighted KNN):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95520" y="1763531"/>
          <a:ext cx="4169552" cy="18575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91527">
                  <a:extLst>
                    <a:ext uri="{9D8B030D-6E8A-4147-A177-3AD203B41FA5}">
                      <a16:colId xmlns:a16="http://schemas.microsoft.com/office/drawing/2014/main" val="2911517748"/>
                    </a:ext>
                  </a:extLst>
                </a:gridCol>
                <a:gridCol w="812836">
                  <a:extLst>
                    <a:ext uri="{9D8B030D-6E8A-4147-A177-3AD203B41FA5}">
                      <a16:colId xmlns:a16="http://schemas.microsoft.com/office/drawing/2014/main" val="2723696485"/>
                    </a:ext>
                  </a:extLst>
                </a:gridCol>
                <a:gridCol w="722277">
                  <a:extLst>
                    <a:ext uri="{9D8B030D-6E8A-4147-A177-3AD203B41FA5}">
                      <a16:colId xmlns:a16="http://schemas.microsoft.com/office/drawing/2014/main" val="342017689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22492849"/>
                    </a:ext>
                  </a:extLst>
                </a:gridCol>
                <a:gridCol w="619760">
                  <a:extLst>
                    <a:ext uri="{9D8B030D-6E8A-4147-A177-3AD203B41FA5}">
                      <a16:colId xmlns:a16="http://schemas.microsoft.com/office/drawing/2014/main" val="3918677174"/>
                    </a:ext>
                  </a:extLst>
                </a:gridCol>
                <a:gridCol w="461152">
                  <a:extLst>
                    <a:ext uri="{9D8B030D-6E8A-4147-A177-3AD203B41FA5}">
                      <a16:colId xmlns:a16="http://schemas.microsoft.com/office/drawing/2014/main" val="3490401120"/>
                    </a:ext>
                  </a:extLst>
                </a:gridCol>
              </a:tblGrid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Weight</a:t>
                      </a:r>
                      <a:endParaRPr sz="1200" b="0" i="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Category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/>
                </a:tc>
                <a:extLst>
                  <a:ext uri="{0D108BD9-81ED-4DB2-BD59-A6C34878D82A}">
                    <a16:rowId xmlns:a16="http://schemas.microsoft.com/office/drawing/2014/main" val="385217414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Calibri"/>
                        </a:rPr>
                        <a:t>1.06</a:t>
                      </a:r>
                      <a:endParaRPr sz="1200" b="0" i="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L1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 anchor="ctr"/>
                </a:tc>
                <a:extLst>
                  <a:ext uri="{0D108BD9-81ED-4DB2-BD59-A6C34878D82A}">
                    <a16:rowId xmlns:a16="http://schemas.microsoft.com/office/drawing/2014/main" val="2812228278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Calibri"/>
                        </a:rPr>
                        <a:t>0.33</a:t>
                      </a:r>
                      <a:endParaRPr sz="1200" b="0" i="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L2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 anchor="ctr"/>
                </a:tc>
                <a:extLst>
                  <a:ext uri="{0D108BD9-81ED-4DB2-BD59-A6C34878D82A}">
                    <a16:rowId xmlns:a16="http://schemas.microsoft.com/office/drawing/2014/main" val="2303705511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Calibri"/>
                        </a:rPr>
                        <a:t>1.06</a:t>
                      </a:r>
                      <a:endParaRPr sz="1200" b="0" i="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L2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 anchor="ctr"/>
                </a:tc>
                <a:extLst>
                  <a:ext uri="{0D108BD9-81ED-4DB2-BD59-A6C34878D82A}">
                    <a16:rowId xmlns:a16="http://schemas.microsoft.com/office/drawing/2014/main" val="644843100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Calibri"/>
                        </a:rPr>
                        <a:t>0.21</a:t>
                      </a:r>
                      <a:endParaRPr sz="1200" b="0" i="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L2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 anchor="ctr"/>
                </a:tc>
                <a:extLst>
                  <a:ext uri="{0D108BD9-81ED-4DB2-BD59-A6C34878D82A}">
                    <a16:rowId xmlns:a16="http://schemas.microsoft.com/office/drawing/2014/main" val="1134359537"/>
                  </a:ext>
                </a:extLst>
              </a:tr>
              <a:tr h="280077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200" b="0" i="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L1</a:t>
                      </a:r>
                      <a:endParaRPr sz="1200" u="none" strike="noStrike" cap="non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8600" marR="68600" marT="0" marB="0" anchor="ctr"/>
                </a:tc>
                <a:extLst>
                  <a:ext uri="{0D108BD9-81ED-4DB2-BD59-A6C34878D82A}">
                    <a16:rowId xmlns:a16="http://schemas.microsoft.com/office/drawing/2014/main" val="366632548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795520" y="1422431"/>
            <a:ext cx="3124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Final Distance Table (weighted KNN):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3520" y="3786342"/>
            <a:ext cx="280076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Majority Vote (Unweighted KNN)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Count class labels: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L1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→ C0, C5 → </a:t>
            </a: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L2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→ C1, C2, C3 → </a:t>
            </a: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23520" y="5121119"/>
            <a:ext cx="26196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Final Prediction (Normal KNN)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 of C4=L2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5598160" y="3773995"/>
            <a:ext cx="19800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Class-wise Weight Sum</a:t>
            </a: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7244318" y="4107587"/>
            <a:ext cx="151996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L2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C1: 0.328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C2: 1.060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C3: 0.206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Total (L2) = 1.594</a:t>
            </a: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5364718" y="5456071"/>
            <a:ext cx="28280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Final Prediction (Weighted K-NN)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 of C4=L1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64718" y="4125457"/>
            <a:ext cx="18084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 L1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C0: 1.060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C5: 1.000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Total (L1) = 2.060</a:t>
            </a:r>
          </a:p>
        </p:txBody>
      </p:sp>
      <p:sp>
        <p:nvSpPr>
          <p:cNvPr id="22" name="Google Shape;2159;p31"/>
          <p:cNvSpPr txBox="1">
            <a:spLocks noGrp="1"/>
          </p:cNvSpPr>
          <p:nvPr>
            <p:ph type="body" idx="429496729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Problem Type – 2 </a:t>
            </a: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448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34"/>
          <p:cNvSpPr txBox="1">
            <a:spLocks noGrp="1"/>
          </p:cNvSpPr>
          <p:nvPr>
            <p:ph type="body" idx="1"/>
          </p:nvPr>
        </p:nvSpPr>
        <p:spPr>
          <a:xfrm>
            <a:off x="1143000" y="26670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Locally Weighted Regression</a:t>
            </a:r>
            <a:endParaRPr sz="3200">
              <a:solidFill>
                <a:srgbClr val="C00000"/>
              </a:solidFill>
            </a:endParaRPr>
          </a:p>
        </p:txBody>
      </p:sp>
      <p:pic>
        <p:nvPicPr>
          <p:cNvPr id="2111" name="Google Shape;2111;p34" descr="C:\Documents and Settings\hoffmann\My Documents\MachineLearning\ll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3429000"/>
            <a:ext cx="4114800" cy="30861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F93651-3872-754F-CF3A-A4DC4E97844E}"/>
                  </a:ext>
                </a:extLst>
              </p14:cNvPr>
              <p14:cNvContentPartPr/>
              <p14:nvPr/>
            </p14:nvContentPartPr>
            <p14:xfrm>
              <a:off x="1148760" y="1285920"/>
              <a:ext cx="7674120" cy="4698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F93651-3872-754F-CF3A-A4DC4E9784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9400" y="1276560"/>
                <a:ext cx="7692840" cy="471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35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Locally Weighted Regression</a:t>
            </a:r>
            <a:endParaRPr sz="2400"/>
          </a:p>
        </p:txBody>
      </p:sp>
      <p:sp>
        <p:nvSpPr>
          <p:cNvPr id="2117" name="Google Shape;2117;p35"/>
          <p:cNvSpPr txBox="1"/>
          <p:nvPr/>
        </p:nvSpPr>
        <p:spPr>
          <a:xfrm>
            <a:off x="0" y="1295400"/>
            <a:ext cx="3483591" cy="575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Locally – Function approximated based on data near query point</a:t>
            </a:r>
            <a:endParaRPr/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Weighted – Contribution by each training example is weighted by its distance from query point</a:t>
            </a:r>
            <a:endParaRPr/>
          </a:p>
          <a:p>
            <a:pPr marL="342900" marR="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Regression- Approximates real-valued target function </a:t>
            </a:r>
            <a:endParaRPr/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error in approximating the target function.</a:t>
            </a:r>
            <a:endParaRPr/>
          </a:p>
          <a:p>
            <a:pPr marL="342900" marR="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Kernel function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function of distance that is used to determine the weight of each training example. In other words, the kernel function is the function </a:t>
            </a:r>
            <a:r>
              <a:rPr lang="en-US" sz="16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that</a:t>
            </a:r>
            <a:endParaRPr/>
          </a:p>
          <a:p>
            <a:pPr marL="342900" marR="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8" name="Google Shape;211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8424" y="5990311"/>
            <a:ext cx="1828800" cy="307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9" name="Google Shape;2119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400" y="4267200"/>
            <a:ext cx="1371600" cy="35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0" name="Google Shape;2120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2824" y="1253226"/>
            <a:ext cx="5849276" cy="3594085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35"/>
          <p:cNvSpPr/>
          <p:nvPr/>
        </p:nvSpPr>
        <p:spPr>
          <a:xfrm>
            <a:off x="152400" y="6293293"/>
            <a:ext cx="9448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Source Credit : https://www.ias.informatik.tu-darmstadt.de/uploads/Teaching/AutonomousLearningSystems/Englert_ALS_2012.pdf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CFE052-98AC-DECD-BC90-8CC24D7E0448}"/>
                  </a:ext>
                </a:extLst>
              </p14:cNvPr>
              <p14:cNvContentPartPr/>
              <p14:nvPr/>
            </p14:nvContentPartPr>
            <p14:xfrm>
              <a:off x="137160" y="1037160"/>
              <a:ext cx="4205880" cy="4051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CFE052-98AC-DECD-BC90-8CC24D7E04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800" y="1027800"/>
                <a:ext cx="4224600" cy="406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36"/>
          <p:cNvSpPr txBox="1">
            <a:spLocks noGrp="1"/>
          </p:cNvSpPr>
          <p:nvPr>
            <p:ph type="body" idx="1"/>
          </p:nvPr>
        </p:nvSpPr>
        <p:spPr>
          <a:xfrm>
            <a:off x="72788" y="1295400"/>
            <a:ext cx="4804012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The nearest-neighbor approaches can be thought of as approximating the target function f </a:t>
            </a:r>
            <a:r>
              <a:rPr lang="en-US" sz="1800" b="1" i="1"/>
              <a:t>(x) </a:t>
            </a:r>
            <a:r>
              <a:rPr lang="en-US" sz="1800"/>
              <a:t>at the single query point </a:t>
            </a:r>
            <a:r>
              <a:rPr lang="en-US" sz="1800" b="1" i="1"/>
              <a:t>x </a:t>
            </a:r>
            <a:r>
              <a:rPr lang="en-US" sz="1800"/>
              <a:t>= </a:t>
            </a:r>
            <a:r>
              <a:rPr lang="en-US" sz="1800" b="1" i="1"/>
              <a:t>x</a:t>
            </a:r>
            <a:r>
              <a:rPr lang="en-US" sz="1800" b="1" i="1" baseline="-25000"/>
              <a:t>q</a:t>
            </a:r>
            <a:endParaRPr sz="1800" b="1" i="1"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1" i="1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Locally weighted regression is a generalization of this approach. It constructs an explicit approximation to f over a local region surrounding </a:t>
            </a:r>
            <a:r>
              <a:rPr lang="en-US" sz="1800" b="1" i="1"/>
              <a:t>x</a:t>
            </a:r>
            <a:r>
              <a:rPr lang="en-US" sz="1800" b="1" i="1" baseline="-25000"/>
              <a:t>q</a:t>
            </a:r>
            <a:endParaRPr sz="1800" b="1" i="1"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Approximate the target function in the neighborhood surrounding x, using a linear function, a  quadratic function, a multilayer neural network, or some  other functional form.</a:t>
            </a:r>
            <a:endParaRPr sz="1800"/>
          </a:p>
        </p:txBody>
      </p:sp>
      <p:sp>
        <p:nvSpPr>
          <p:cNvPr id="2129" name="Google Shape;2129;p3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Locally Weighted Regression</a:t>
            </a:r>
            <a:endParaRPr sz="2400"/>
          </a:p>
        </p:txBody>
      </p:sp>
      <p:pic>
        <p:nvPicPr>
          <p:cNvPr id="2130" name="Google Shape;213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5960" y="1248968"/>
            <a:ext cx="2974256" cy="228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36"/>
          <p:cNvSpPr/>
          <p:nvPr/>
        </p:nvSpPr>
        <p:spPr>
          <a:xfrm>
            <a:off x="5452388" y="904534"/>
            <a:ext cx="3581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3-nearest-neighbors linear regression</a:t>
            </a: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32" name="Google Shape;2132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82574" y="3955348"/>
            <a:ext cx="3263914" cy="255259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" name="Google Shape;2133;p36"/>
          <p:cNvSpPr/>
          <p:nvPr/>
        </p:nvSpPr>
        <p:spPr>
          <a:xfrm>
            <a:off x="5705160" y="3460985"/>
            <a:ext cx="320991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Locally weighted regression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with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quadratic kernel</a:t>
            </a: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8394B8-9CAD-9ED8-A705-12263EA75AF0}"/>
                  </a:ext>
                </a:extLst>
              </p14:cNvPr>
              <p14:cNvContentPartPr/>
              <p14:nvPr/>
            </p14:nvContentPartPr>
            <p14:xfrm>
              <a:off x="1963080" y="1881720"/>
              <a:ext cx="1316520" cy="29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8394B8-9CAD-9ED8-A705-12263EA75A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3720" y="1872360"/>
                <a:ext cx="1335240" cy="4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37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Locally weighted linear regression</a:t>
            </a:r>
            <a:endParaRPr sz="2400"/>
          </a:p>
        </p:txBody>
      </p:sp>
      <p:pic>
        <p:nvPicPr>
          <p:cNvPr id="2139" name="Google Shape;213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752600"/>
            <a:ext cx="7254744" cy="36576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CF0083-5257-5265-7300-95343E00409C}"/>
                  </a:ext>
                </a:extLst>
              </p14:cNvPr>
              <p14:cNvContentPartPr/>
              <p14:nvPr/>
            </p14:nvContentPartPr>
            <p14:xfrm>
              <a:off x="2310480" y="2185560"/>
              <a:ext cx="3566880" cy="102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CF0083-5257-5265-7300-95343E0040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01120" y="2176200"/>
                <a:ext cx="3585600" cy="103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Locally weighted linear regression</a:t>
            </a:r>
            <a:endParaRPr/>
          </a:p>
        </p:txBody>
      </p:sp>
      <p:pic>
        <p:nvPicPr>
          <p:cNvPr id="2145" name="Google Shape;214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029" y="1447800"/>
            <a:ext cx="6164142" cy="442627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B9CE73-4EFB-DDE9-DF54-776C6ED75163}"/>
                  </a:ext>
                </a:extLst>
              </p14:cNvPr>
              <p14:cNvContentPartPr/>
              <p14:nvPr/>
            </p14:nvContentPartPr>
            <p14:xfrm>
              <a:off x="716040" y="1697400"/>
              <a:ext cx="7429320" cy="4265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B9CE73-4EFB-DDE9-DF54-776C6ED751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6680" y="1688040"/>
                <a:ext cx="7448040" cy="428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3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/>
              <a:t>For a given query point </a:t>
            </a:r>
            <a:r>
              <a:rPr lang="en-US" sz="1800" b="1" dirty="0" err="1"/>
              <a:t>x</a:t>
            </a:r>
            <a:r>
              <a:rPr lang="en-US" sz="1800" baseline="-25000" dirty="0" err="1"/>
              <a:t>q</a:t>
            </a:r>
            <a:r>
              <a:rPr lang="en-US" sz="1800" dirty="0"/>
              <a:t> we solve the following weighted regression problem using gradient descent training rule:</a:t>
            </a:r>
            <a:br>
              <a:rPr lang="en-US" sz="1800" dirty="0"/>
            </a:br>
            <a:endParaRPr sz="1800" dirty="0"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>
                <a:solidFill>
                  <a:srgbClr val="0000FF"/>
                </a:solidFill>
              </a:rPr>
              <a:t>Note that we need to solve a new regression problem for </a:t>
            </a:r>
            <a:r>
              <a:rPr lang="en-US" sz="1800" i="1" dirty="0">
                <a:solidFill>
                  <a:srgbClr val="0000FF"/>
                </a:solidFill>
              </a:rPr>
              <a:t>every </a:t>
            </a:r>
            <a:r>
              <a:rPr lang="en-US" sz="1800" dirty="0">
                <a:solidFill>
                  <a:srgbClr val="0000FF"/>
                </a:solidFill>
              </a:rPr>
              <a:t>query point—that’s what it means to be </a:t>
            </a:r>
            <a:r>
              <a:rPr lang="en-US" sz="1800" i="1" dirty="0">
                <a:solidFill>
                  <a:srgbClr val="0000FF"/>
                </a:solidFill>
              </a:rPr>
              <a:t>local</a:t>
            </a:r>
            <a:r>
              <a:rPr lang="en-US" sz="1800" dirty="0">
                <a:solidFill>
                  <a:srgbClr val="0000FF"/>
                </a:solidFill>
              </a:rPr>
              <a:t>. </a:t>
            </a:r>
            <a:endParaRPr sz="1800" dirty="0">
              <a:solidFill>
                <a:srgbClr val="0000FF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/>
              <a:t>In ordinary linear regression, we solved the regression problem once, globally, and then used the same </a:t>
            </a:r>
            <a:r>
              <a:rPr lang="en-US" sz="1800" dirty="0" err="1"/>
              <a:t>h</a:t>
            </a:r>
            <a:r>
              <a:rPr lang="en-US" sz="1800" b="1" baseline="-25000" dirty="0" err="1"/>
              <a:t>w</a:t>
            </a:r>
            <a:r>
              <a:rPr lang="en-US" sz="1800" b="1" dirty="0"/>
              <a:t> </a:t>
            </a:r>
            <a:r>
              <a:rPr lang="en-US" sz="1800" dirty="0"/>
              <a:t>for any query point.</a:t>
            </a:r>
            <a:endParaRPr sz="1800" dirty="0"/>
          </a:p>
        </p:txBody>
      </p:sp>
      <p:sp>
        <p:nvSpPr>
          <p:cNvPr id="2151" name="Google Shape;2151;p3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Locally weighted linear regression</a:t>
            </a:r>
            <a:endParaRPr sz="2400"/>
          </a:p>
        </p:txBody>
      </p:sp>
      <p:pic>
        <p:nvPicPr>
          <p:cNvPr id="2152" name="Google Shape;215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575" y="2341375"/>
            <a:ext cx="5593838" cy="5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264;p43"/>
          <p:cNvSpPr txBox="1"/>
          <p:nvPr/>
        </p:nvSpPr>
        <p:spPr>
          <a:xfrm>
            <a:off x="1425945" y="4669774"/>
            <a:ext cx="6015865" cy="170288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329" t="-79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FDA9E4-7415-C419-9C5A-D010E9F36A71}"/>
                  </a:ext>
                </a:extLst>
              </p14:cNvPr>
              <p14:cNvContentPartPr/>
              <p14:nvPr/>
            </p14:nvContentPartPr>
            <p14:xfrm>
              <a:off x="523080" y="2190240"/>
              <a:ext cx="8578440" cy="4123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FDA9E4-7415-C419-9C5A-D010E9F36A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3720" y="2180880"/>
                <a:ext cx="8597160" cy="414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7" name="Google Shape;2157;p4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1378268"/>
            <a:ext cx="5849276" cy="3594085"/>
          </a:xfrm>
          <a:prstGeom prst="rect">
            <a:avLst/>
          </a:prstGeom>
          <a:noFill/>
          <a:ln>
            <a:noFill/>
          </a:ln>
        </p:spPr>
      </p:pic>
      <p:sp>
        <p:nvSpPr>
          <p:cNvPr id="2158" name="Google Shape;2158;p4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Example</a:t>
            </a:r>
            <a:endParaRPr sz="2400"/>
          </a:p>
        </p:txBody>
      </p:sp>
      <p:sp>
        <p:nvSpPr>
          <p:cNvPr id="2159" name="Google Shape;2159;p40"/>
          <p:cNvSpPr/>
          <p:nvPr/>
        </p:nvSpPr>
        <p:spPr>
          <a:xfrm>
            <a:off x="152400" y="6293293"/>
            <a:ext cx="9448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Source Credit : https://www.ias.informatik.tu-darmstadt.de/uploads/Teaching/AutonomousLearningSystems/Englert_ALS_2012.pdf</a:t>
            </a:r>
            <a:endParaRPr/>
          </a:p>
        </p:txBody>
      </p:sp>
      <p:sp>
        <p:nvSpPr>
          <p:cNvPr id="2160" name="Google Shape;2160;p40"/>
          <p:cNvSpPr/>
          <p:nvPr/>
        </p:nvSpPr>
        <p:spPr>
          <a:xfrm>
            <a:off x="0" y="5092964"/>
            <a:ext cx="919631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upper graphic the set of data points (x,y) (blue dots), query point (green line), local linear model (red line) and prediction (black dot).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graphic in the middle shows the activation area of the model.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corresponding weighting kernel (receptive field) is shown in the bottom graphic.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7F0011-E475-6887-216B-4AC69CE0AB41}"/>
                  </a:ext>
                </a:extLst>
              </p14:cNvPr>
              <p14:cNvContentPartPr/>
              <p14:nvPr/>
            </p14:nvContentPartPr>
            <p14:xfrm>
              <a:off x="1333440" y="1603080"/>
              <a:ext cx="3511440" cy="320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7F0011-E475-6887-216B-4AC69CE0AB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4080" y="1593720"/>
                <a:ext cx="3530160" cy="322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Problem Type - 3 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41"/>
          <p:cNvSpPr/>
          <p:nvPr/>
        </p:nvSpPr>
        <p:spPr>
          <a:xfrm>
            <a:off x="228600" y="1333500"/>
            <a:ext cx="8483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the following training set in 2-dimensional Euclidean space. What is the prize of the product with size 7 if 5-NN is considered? Use the kernel of the form K(d(x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 = exp( - d(x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2b</a:t>
            </a:r>
            <a:r>
              <a:rPr lang="en-US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where b=1. Use the linear regression of the form y = 3.5 + 0.8 x and the learning rate of 0.2 to apply the gradient descent and update the weights at the end of first iteration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67" name="Google Shape;2167;p41"/>
          <p:cNvGraphicFramePr/>
          <p:nvPr/>
        </p:nvGraphicFramePr>
        <p:xfrm>
          <a:off x="330200" y="2743200"/>
          <a:ext cx="1955800" cy="324612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{31F39C7C-3BE4-43C1-B245-7D31BA7CE096}</a:tableStyleId>
              </a:tblPr>
              <a:tblGrid>
                <a:gridCol w="79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Size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Product Price</a:t>
                      </a:r>
                      <a:br>
                        <a:rPr lang="en-US" sz="1400" u="none" strike="noStrike" cap="none"/>
                      </a:br>
                      <a:r>
                        <a:rPr lang="en-US" sz="1400" u="none" strike="noStrike" cap="none"/>
                        <a:t>(scaled down) 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2168" name="Google Shape;2168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3805" y="3263900"/>
            <a:ext cx="4584589" cy="275563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74A284-812A-8DF8-97FC-7AEB1BE312A4}"/>
                  </a:ext>
                </a:extLst>
              </p14:cNvPr>
              <p14:cNvContentPartPr/>
              <p14:nvPr/>
            </p14:nvContentPartPr>
            <p14:xfrm>
              <a:off x="201600" y="1607400"/>
              <a:ext cx="7069680" cy="3446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74A284-812A-8DF8-97FC-7AEB1BE312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240" y="1598040"/>
                <a:ext cx="7088400" cy="346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4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Problem Type - 3 </a:t>
            </a:r>
            <a:endParaRPr sz="2400"/>
          </a:p>
        </p:txBody>
      </p:sp>
      <p:sp>
        <p:nvSpPr>
          <p:cNvPr id="2174" name="Google Shape;2174;p42"/>
          <p:cNvSpPr/>
          <p:nvPr/>
        </p:nvSpPr>
        <p:spPr>
          <a:xfrm>
            <a:off x="228600" y="1333500"/>
            <a:ext cx="8483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the following training set in 2-dimensional Euclidean space. What is the prize of the product with size 7 if 5-NN is considered? Use the kernel of the form K(d(x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 = exp( - d(x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2b</a:t>
            </a:r>
            <a:r>
              <a:rPr lang="en-US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where b=1. Use the linear regression of the form y = 3.5 + 0.8 x and the learning rate of 0.2 to apply the gradient descent and update the weights at the end of first iteration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5" name="Google Shape;2175;p42"/>
          <p:cNvGraphicFramePr/>
          <p:nvPr/>
        </p:nvGraphicFramePr>
        <p:xfrm>
          <a:off x="330200" y="2743200"/>
          <a:ext cx="1955800" cy="324612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{31F39C7C-3BE4-43C1-B245-7D31BA7CE096}</a:tableStyleId>
              </a:tblPr>
              <a:tblGrid>
                <a:gridCol w="79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Size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Product Price</a:t>
                      </a:r>
                      <a:br>
                        <a:rPr lang="en-US" sz="1400" u="none" strike="noStrike" cap="none"/>
                      </a:br>
                      <a:r>
                        <a:rPr lang="en-US" sz="1400" u="none" strike="noStrike" cap="none"/>
                        <a:t>(scaled down) 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2176" name="Google Shape;2176;p42"/>
          <p:cNvGraphicFramePr/>
          <p:nvPr/>
        </p:nvGraphicFramePr>
        <p:xfrm>
          <a:off x="4876800" y="3289300"/>
          <a:ext cx="4038600" cy="3338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4A0EFF-97CD-B3FF-8F77-2A25F992AC8F}"/>
                  </a:ext>
                </a:extLst>
              </p14:cNvPr>
              <p14:cNvContentPartPr/>
              <p14:nvPr/>
            </p14:nvContentPartPr>
            <p14:xfrm>
              <a:off x="1483560" y="1568880"/>
              <a:ext cx="4433040" cy="228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4A0EFF-97CD-B3FF-8F77-2A25F992AC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4200" y="1559520"/>
                <a:ext cx="4451760" cy="229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p4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Problem Type - 3 </a:t>
            </a:r>
            <a:endParaRPr sz="2400"/>
          </a:p>
        </p:txBody>
      </p:sp>
      <p:sp>
        <p:nvSpPr>
          <p:cNvPr id="2263" name="Google Shape;2263;p43"/>
          <p:cNvSpPr txBox="1"/>
          <p:nvPr/>
        </p:nvSpPr>
        <p:spPr>
          <a:xfrm>
            <a:off x="375978" y="5586885"/>
            <a:ext cx="309874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Apply gradient descent where the gradient is weighed by the kernel output.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Answer :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Updated weights after 1</a:t>
            </a:r>
            <a:r>
              <a:rPr kumimoji="0" lang="en-US" sz="12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st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 iteration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ahoma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w0 = 3.43, w1= 0.43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4" name="Google Shape;2264;p43"/>
          <p:cNvSpPr txBox="1"/>
          <p:nvPr/>
        </p:nvSpPr>
        <p:spPr>
          <a:xfrm>
            <a:off x="3227258" y="528203"/>
            <a:ext cx="5509009" cy="15343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29" t="-79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 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5" name="Google Shape;2265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3690" y="5882249"/>
            <a:ext cx="2157790" cy="60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oogle Shape;2262;p43"/>
          <p:cNvGraphicFramePr/>
          <p:nvPr>
            <p:extLst>
              <p:ext uri="{D42A27DB-BD31-4B8C-83A1-F6EECF244321}">
                <p14:modId xmlns:p14="http://schemas.microsoft.com/office/powerpoint/2010/main" val="1126194266"/>
              </p:ext>
            </p:extLst>
          </p:nvPr>
        </p:nvGraphicFramePr>
        <p:xfrm>
          <a:off x="375978" y="2070994"/>
          <a:ext cx="8066983" cy="3110531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</a:tblPr>
              <a:tblGrid>
                <a:gridCol w="733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570">
                  <a:extLst>
                    <a:ext uri="{9D8B030D-6E8A-4147-A177-3AD203B41FA5}">
                      <a16:colId xmlns:a16="http://schemas.microsoft.com/office/drawing/2014/main" val="2720857494"/>
                    </a:ext>
                  </a:extLst>
                </a:gridCol>
                <a:gridCol w="733570">
                  <a:extLst>
                    <a:ext uri="{9D8B030D-6E8A-4147-A177-3AD203B41FA5}">
                      <a16:colId xmlns:a16="http://schemas.microsoft.com/office/drawing/2014/main" val="551289297"/>
                    </a:ext>
                  </a:extLst>
                </a:gridCol>
                <a:gridCol w="733570">
                  <a:extLst>
                    <a:ext uri="{9D8B030D-6E8A-4147-A177-3AD203B41FA5}">
                      <a16:colId xmlns:a16="http://schemas.microsoft.com/office/drawing/2014/main" val="59558595"/>
                    </a:ext>
                  </a:extLst>
                </a:gridCol>
                <a:gridCol w="977331">
                  <a:extLst>
                    <a:ext uri="{9D8B030D-6E8A-4147-A177-3AD203B41FA5}">
                      <a16:colId xmlns:a16="http://schemas.microsoft.com/office/drawing/2014/main" val="3843035190"/>
                    </a:ext>
                  </a:extLst>
                </a:gridCol>
                <a:gridCol w="977331">
                  <a:extLst>
                    <a:ext uri="{9D8B030D-6E8A-4147-A177-3AD203B41FA5}">
                      <a16:colId xmlns:a16="http://schemas.microsoft.com/office/drawing/2014/main" val="1606422246"/>
                    </a:ext>
                  </a:extLst>
                </a:gridCol>
                <a:gridCol w="977331">
                  <a:extLst>
                    <a:ext uri="{9D8B030D-6E8A-4147-A177-3AD203B41FA5}">
                      <a16:colId xmlns:a16="http://schemas.microsoft.com/office/drawing/2014/main" val="1220538592"/>
                    </a:ext>
                  </a:extLst>
                </a:gridCol>
              </a:tblGrid>
              <a:tr h="3824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sz="1200" b="1" i="0" u="none" strike="noStrike" cap="none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bg1"/>
                          </a:solidFill>
                        </a:rPr>
                        <a:t>Product Price (Y) </a:t>
                      </a:r>
                      <a:endParaRPr sz="1200" b="1" i="0" u="none" strike="noStrike" cap="none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d(</a:t>
                      </a:r>
                      <a:r>
                        <a:rPr lang="en-US" sz="1200" b="1" i="0" u="none" strike="noStrike" cap="none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xq</a:t>
                      </a: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xi)</a:t>
                      </a:r>
                      <a:endParaRPr sz="1200" b="1" i="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K(d(</a:t>
                      </a:r>
                      <a:r>
                        <a:rPr lang="en-US" sz="1200" b="1" u="none" strike="noStrike" cap="none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lang="en-US" sz="1200" b="1" u="none" strike="noStrike" cap="none" baseline="-25000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1200" b="1" u="none" strike="noStrike" cap="none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,x</a:t>
                      </a:r>
                      <a:r>
                        <a:rPr lang="en-US" sz="1200" b="1" u="none" strike="noStrike" cap="none" baseline="-25000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)) </a:t>
                      </a:r>
                      <a:endParaRPr sz="1200" b="1" i="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Y’</a:t>
                      </a:r>
                      <a:endParaRPr sz="1200" b="1" i="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Y-Y’</a:t>
                      </a:r>
                      <a:endParaRPr sz="1200" b="1" i="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(Y-Y’) * a</a:t>
                      </a:r>
                      <a:endParaRPr sz="1200" b="1" i="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lang="en-US" sz="1200" b="1" i="0" u="none" strike="noStrike" cap="none" baseline="0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* </a:t>
                      </a: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(Y-Y’) * a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LR * Gradient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cap="none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</a:t>
                      </a:r>
                      <a:r>
                        <a:rPr lang="en-US" sz="1200" b="1" i="0" u="none" strike="noStrike" cap="none" baseline="-25000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old</a:t>
                      </a: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delta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10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5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b="0" u="none" strike="noStrike" cap="none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200" b="0" u="none" strike="noStrike" cap="none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11.5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-6.5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-65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-0.65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en-US"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5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/>
                        <a:t>5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b="0" u="none" strike="noStrike" cap="none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7.5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-2.5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-12.5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-1.75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2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/>
                        <a:t>2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b="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b="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3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3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5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5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7.5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-2.5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-12.5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-1.75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15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/>
                        <a:t>5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00" b="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30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/>
                        <a:t>9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200" b="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20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/>
                        <a:t>8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200" b="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6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/>
                        <a:t>9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b="0" u="none" strike="noStrike" cap="none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8.3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0.7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4.2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2.6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2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/>
                        <a:t>3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b="0" u="none" strike="noStrike" cap="none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10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/>
                        <a:t>9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b="0" u="none" strike="noStrike" cap="none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11.5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-2.5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-25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-0.25</a:t>
                      </a: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13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/>
                        <a:t>8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0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</a:rPr>
                        <a:t>Sum</a:t>
                      </a:r>
                      <a:r>
                        <a:rPr lang="en-US" sz="1200" b="0" u="none" strike="noStrike" cap="none" baseline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</a:rPr>
                        <a:t>-1.8</a:t>
                      </a:r>
                      <a:endParaRPr sz="12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</a:rPr>
                        <a:t>LR * sum =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</a:rPr>
                        <a:t>-0.36</a:t>
                      </a:r>
                      <a:endParaRPr sz="12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</a:rPr>
                        <a:t>New weight = 0.44</a:t>
                      </a:r>
                      <a:endParaRPr sz="12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40999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8639D5-3422-651F-9C7A-50F84B0C3E73}"/>
                  </a:ext>
                </a:extLst>
              </p14:cNvPr>
              <p14:cNvContentPartPr/>
              <p14:nvPr/>
            </p14:nvContentPartPr>
            <p14:xfrm>
              <a:off x="192960" y="758160"/>
              <a:ext cx="8900280" cy="5920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8639D5-3422-651F-9C7A-50F84B0C3E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600" y="748800"/>
                <a:ext cx="8919000" cy="593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3309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44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76200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Suitable for Low dimensional datasets</a:t>
            </a:r>
            <a:endParaRPr/>
          </a:p>
          <a:p>
            <a:pPr marL="114300" lvl="0" indent="-1143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Local information can yield highly adaptive behavior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14300" lvl="0" indent="-1143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Lots of training data (distance-weighted KNN)</a:t>
            </a:r>
            <a:endParaRPr/>
          </a:p>
          <a:p>
            <a:pPr marL="914400" lvl="2" indent="-4572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Training is very fast </a:t>
            </a:r>
            <a:endParaRPr/>
          </a:p>
          <a:p>
            <a:pPr marL="514350" lvl="1" indent="-4572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Learn complex target functions</a:t>
            </a:r>
            <a:endParaRPr/>
          </a:p>
          <a:p>
            <a:pPr marL="914400" lvl="2" indent="-4572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Do not lose information</a:t>
            </a:r>
            <a:endParaRPr/>
          </a:p>
          <a:p>
            <a:pPr marL="514350" lvl="1" indent="-4572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Noisy training data (distance-weighted KNN)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by taking the weighted average of the k neighbors nearest to the query point, it can smooth out the impact of isolated noisy training examples.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4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When to Consider Nearest Neighbors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A6CA4F-CDA0-9914-FDAE-26D19D72CA60}"/>
                  </a:ext>
                </a:extLst>
              </p14:cNvPr>
              <p14:cNvContentPartPr/>
              <p14:nvPr/>
            </p14:nvContentPartPr>
            <p14:xfrm>
              <a:off x="2555640" y="1658880"/>
              <a:ext cx="2528640" cy="3009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A6CA4F-CDA0-9914-FDAE-26D19D72CA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6280" y="1649520"/>
                <a:ext cx="2547360" cy="302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45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8153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value of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the number of nearest neighbors to retrieve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rgbClr val="0C7B9C"/>
              </a:buClr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Choice of Distance Metric to compute distance between records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7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Expensive, Slow at query time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CC0000"/>
              </a:buClr>
              <a:buSzPts val="1800"/>
              <a:buChar char="–"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To determine the nearest neighbour of a query point </a:t>
            </a:r>
            <a:r>
              <a:rPr lang="en-US" sz="1800" i="1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, must compute the distance to all </a:t>
            </a:r>
            <a:r>
              <a:rPr lang="en-US" sz="1800" i="1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training examples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+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Pre-sort training examples into fast data structures (kd-trees)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+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Remove redundant data (condensing)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Storage Requirements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CC0000"/>
              </a:buClr>
              <a:buSzPts val="1800"/>
              <a:buChar char="–"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Must store all training data </a:t>
            </a:r>
            <a:r>
              <a:rPr lang="en-US" sz="1800" b="1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  <a:p>
            <a:pPr marL="1143000" lvl="2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+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Remove redundant data (condensing)</a:t>
            </a:r>
            <a:endParaRPr/>
          </a:p>
          <a:p>
            <a:pPr marL="342900" lvl="0" indent="-228600" algn="l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rgbClr val="0C7B9C"/>
              </a:buClr>
              <a:buSzPts val="1800"/>
              <a:buFont typeface="Arial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742950" lvl="1" indent="-171450" algn="l" rtl="0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rgbClr val="0C7B9C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228600" algn="l" rtl="0">
              <a:lnSpc>
                <a:spcPct val="150000"/>
              </a:lnSpc>
              <a:spcBef>
                <a:spcPts val="7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4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Nearest-Neighbor Classifiers: Challenges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502B36-3A2E-530D-9912-A811356FED53}"/>
                  </a:ext>
                </a:extLst>
              </p14:cNvPr>
              <p14:cNvContentPartPr/>
              <p14:nvPr/>
            </p14:nvContentPartPr>
            <p14:xfrm>
              <a:off x="780480" y="1521720"/>
              <a:ext cx="6730560" cy="379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502B36-3A2E-530D-9912-A811356FED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1120" y="1512360"/>
                <a:ext cx="6749280" cy="381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p4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Additional Exercise for Students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46"/>
          <p:cNvSpPr/>
          <p:nvPr/>
        </p:nvSpPr>
        <p:spPr>
          <a:xfrm>
            <a:off x="3429000" y="1333500"/>
            <a:ext cx="52832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7B9C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the following training set in 2-dimensional Euclidean space. What is the prize of the product with size 12 if 7-NN is considered? Use the kernel of the form K(d(x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,x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 = 1/ d(x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,x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6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Use the linear regression of the form y = 2 + 1.5 x and the learning rate of 0.6 to apply the gradient descent and update the weights at the end of first iteration. Use Manhattan Distance for the distance calculation.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C7B9C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to scale all the features with min-max of [0-5] and redo the modelling under previous question. Observe to Interpret the influence of the scaling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C7B9C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MSE of the K-NNs from the results of both above parts separately &amp; state your observations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C7B9C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Product with features (13,6) and (30,4) are outliers then interpret the effect of the same in the K-NN modelling, before and after removing them with numerical justication.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C7B9C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4" name="Google Shape;2204;p46"/>
          <p:cNvGraphicFramePr/>
          <p:nvPr/>
        </p:nvGraphicFramePr>
        <p:xfrm>
          <a:off x="304800" y="1672590"/>
          <a:ext cx="2794000" cy="324612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{31F39C7C-3BE4-43C1-B245-7D31BA7CE096}</a:tableStyleId>
              </a:tblPr>
              <a:tblGrid>
                <a:gridCol w="8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Rating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(1-10)</a:t>
                      </a:r>
                      <a:endParaRPr sz="1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Product Price</a:t>
                      </a:r>
                      <a:br>
                        <a:rPr lang="en-US" sz="1400" u="none" strike="noStrike" cap="none"/>
                      </a:br>
                      <a:r>
                        <a:rPr lang="en-US" sz="1400" u="none" strike="noStrike" cap="none"/>
                        <a:t>(scaled down) 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9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13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4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Tune KNN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Try different values of </a:t>
            </a:r>
            <a:r>
              <a:rPr lang="en-US" i="1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 to see if you can improve the performance of the algorithm.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Use weighted KNN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and check the performance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Regression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Apply it to a regression predictive modelling problem (e.g. predict a numerical value)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More Distance Measures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Implement other distance measures such as Hamming distance, Manhattan distance and Minkowski distance.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Data Preparation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Distance measures are strongly affected by the scale of the input data. Experiment with and without standardization and other data preparation methods in order to improve results.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47"/>
          <p:cNvSpPr txBox="1">
            <a:spLocks noGrp="1"/>
          </p:cNvSpPr>
          <p:nvPr>
            <p:ph type="sldNum" idx="12"/>
          </p:nvPr>
        </p:nvSpPr>
        <p:spPr>
          <a:xfrm>
            <a:off x="7010400" y="61015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47"/>
          <p:cNvSpPr txBox="1"/>
          <p:nvPr/>
        </p:nvSpPr>
        <p:spPr>
          <a:xfrm>
            <a:off x="533400" y="457200"/>
            <a:ext cx="7620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 : Practise 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Take any BITS virtual Lab dataset and experiment on below cases</a:t>
            </a:r>
            <a:endParaRPr sz="18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2692AC-E35D-9ACD-4C52-E984EFC68914}"/>
                  </a:ext>
                </a:extLst>
              </p14:cNvPr>
              <p14:cNvContentPartPr/>
              <p14:nvPr/>
            </p14:nvContentPartPr>
            <p14:xfrm>
              <a:off x="231120" y="312840"/>
              <a:ext cx="5231160" cy="4865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2692AC-E35D-9ACD-4C52-E984EFC689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760" y="303480"/>
                <a:ext cx="5249880" cy="488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48"/>
          <p:cNvSpPr txBox="1">
            <a:spLocks noGrp="1"/>
          </p:cNvSpPr>
          <p:nvPr>
            <p:ph type="title"/>
          </p:nvPr>
        </p:nvSpPr>
        <p:spPr>
          <a:xfrm>
            <a:off x="1219200" y="19812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Thank you !</a:t>
            </a:r>
            <a:endParaRPr/>
          </a:p>
        </p:txBody>
      </p:sp>
      <p:sp>
        <p:nvSpPr>
          <p:cNvPr id="2217" name="Google Shape;2217;p48"/>
          <p:cNvSpPr txBox="1"/>
          <p:nvPr/>
        </p:nvSpPr>
        <p:spPr>
          <a:xfrm>
            <a:off x="762000" y="4114800"/>
            <a:ext cx="86106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Next Session Plan : </a:t>
            </a:r>
            <a:br>
              <a:rPr lang="en-US"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Module  7 : Support vector machines will be covered in CS 15 or 16</a:t>
            </a:r>
            <a:endParaRPr/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Important Note  for SVM : Below</a:t>
            </a:r>
            <a:r>
              <a:rPr lang="en-US" sz="1600" b="0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Math Pre-requisite (Yet to be discussed in MFML parallel course) :</a:t>
            </a:r>
            <a:endParaRPr/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Since the math basics will be covered in detail in math course, ML course is intended to discuss the application &amp; interpretation of the model </a:t>
            </a:r>
            <a:r>
              <a:rPr lang="en-US" sz="16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			Lagrange Multipliers</a:t>
            </a:r>
            <a:endParaRPr/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			KKT – Conditions</a:t>
            </a:r>
            <a:endParaRPr/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			Primal – Dual for SVM</a:t>
            </a:r>
            <a:endParaRPr/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			Kernel for Non-Linear SVM</a:t>
            </a:r>
            <a:endParaRPr sz="16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48"/>
          <p:cNvSpPr txBox="1"/>
          <p:nvPr/>
        </p:nvSpPr>
        <p:spPr>
          <a:xfrm>
            <a:off x="762000" y="2819400"/>
            <a:ext cx="79878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Required Reading for completed session :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542925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T1 - Chapter  # 8   (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Tom M. Mitchell, Machine Learning)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173ED03-D25E-A449-AE9E-8FEB5F04A0E4}"/>
                  </a:ext>
                </a:extLst>
              </p14:cNvPr>
              <p14:cNvContentPartPr/>
              <p14:nvPr/>
            </p14:nvContentPartPr>
            <p14:xfrm>
              <a:off x="3074040" y="270000"/>
              <a:ext cx="5598720" cy="269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173ED03-D25E-A449-AE9E-8FEB5F04A0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4680" y="260640"/>
                <a:ext cx="5617440" cy="271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0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8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58543d8bc0cfcdfd6dc214ca45683f74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39c990f4c0bc340faab59afd8c44214d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E9129980-576B-476F-A482-B558C730D840}"/>
</file>

<file path=customXml/itemProps2.xml><?xml version="1.0" encoding="utf-8"?>
<ds:datastoreItem xmlns:ds="http://schemas.openxmlformats.org/officeDocument/2006/customXml" ds:itemID="{186AB994-A472-44CD-8086-224B343A5842}"/>
</file>

<file path=customXml/itemProps3.xml><?xml version="1.0" encoding="utf-8"?>
<ds:datastoreItem xmlns:ds="http://schemas.openxmlformats.org/officeDocument/2006/customXml" ds:itemID="{F732B1C8-5352-4089-ACCD-7D0ECCB994E3}"/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2147</Words>
  <Application>Microsoft Office PowerPoint</Application>
  <PresentationFormat>On-screen Show (4:3)</PresentationFormat>
  <Paragraphs>668</Paragraphs>
  <Slides>24</Slides>
  <Notes>21</Notes>
  <HiddenSlides>2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1_Office Theme</vt:lpstr>
      <vt:lpstr>4_Office Theme</vt:lpstr>
      <vt:lpstr>7_Office Theme</vt:lpstr>
      <vt:lpstr>30_Office Theme</vt:lpstr>
      <vt:lpstr>31_Office Theme</vt:lpstr>
      <vt:lpstr>26_Office Theme</vt:lpstr>
      <vt:lpstr>8_Office Theme</vt:lpstr>
      <vt:lpstr>PowerPoint Presentation</vt:lpstr>
      <vt:lpstr>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Neha Vinayak .</cp:lastModifiedBy>
  <cp:revision>9</cp:revision>
  <dcterms:created xsi:type="dcterms:W3CDTF">2021-11-12T07:04:08Z</dcterms:created>
  <dcterms:modified xsi:type="dcterms:W3CDTF">2026-01-10T05:48:19Z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