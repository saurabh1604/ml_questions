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wmf" ContentType="image/x-wmf"/>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entation.xml" ContentType="application/vnd.openxmlformats-officedocument.presentationml.presentation.main+xml"/>
  <Override PartName="/ppt/slideLayouts/slideLayout23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slideMaster14.xml" ContentType="application/vnd.openxmlformats-officedocument.presentationml.slideMaster+xml"/>
  <Override PartName="/ppt/slideMasters/slideMaster13.xml" ContentType="application/vnd.openxmlformats-officedocument.presentationml.slideMaster+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ink/ink10.xml" ContentType="application/inkml+xml"/>
  <Override PartName="/ppt/ink/ink31.xml" ContentType="application/inkml+xml"/>
  <Override PartName="/ppt/ink/ink30.xml" ContentType="application/inkml+xml"/>
  <Override PartName="/ppt/ink/ink29.xml" ContentType="application/inkml+xml"/>
  <Override PartName="/ppt/ink/ink28.xml" ContentType="application/inkml+xml"/>
  <Override PartName="/ppt/ink/ink27.xml" ContentType="application/inkml+xml"/>
  <Override PartName="/ppt/ink/ink26.xml" ContentType="application/inkml+xml"/>
  <Override PartName="/ppt/ink/ink25.xml" ContentType="application/inkml+xml"/>
  <Override PartName="/ppt/ink/ink24.xml" ContentType="application/inkml+xml"/>
  <Override PartName="/ppt/ink/ink23.xml" ContentType="application/inkml+xml"/>
  <Override PartName="/ppt/ink/ink22.xml" ContentType="application/inkml+xml"/>
  <Override PartName="/ppt/ink/ink21.xml" ContentType="application/inkml+xml"/>
  <Override PartName="/ppt/ink/ink20.xml" ContentType="application/inkml+xml"/>
  <Override PartName="/ppt/ink/ink19.xml" ContentType="application/inkml+xml"/>
  <Override PartName="/ppt/ink/ink18.xml" ContentType="application/inkml+xml"/>
  <Override PartName="/ppt/ink/ink17.xml" ContentType="application/inkml+xml"/>
  <Override PartName="/ppt/ink/ink16.xml" ContentType="application/inkml+xml"/>
  <Override PartName="/ppt/ink/ink15.xml" ContentType="application/inkml+xml"/>
  <Override PartName="/ppt/ink/ink14.xml" ContentType="application/inkml+xml"/>
  <Override PartName="/ppt/ink/ink13.xml" ContentType="application/inkml+xml"/>
  <Override PartName="/ppt/ink/ink12.xml" ContentType="application/inkml+xml"/>
  <Override PartName="/ppt/theme/theme2.xml" ContentType="application/vnd.openxmlformats-officedocument.theme+xml"/>
  <Override PartName="/ppt/ink/ink11.xml" ContentType="application/inkml+xml"/>
  <Override PartName="/ppt/notesMasters/notesMaster1.xml" ContentType="application/vnd.openxmlformats-officedocument.presentationml.notesMaster+xml"/>
  <Override PartName="/ppt/ink/ink9.xml" ContentType="application/inkml+xml"/>
  <Override PartName="/ppt/ink/ink8.xml" ContentType="application/inkml+xml"/>
  <Override PartName="/ppt/ink/ink7.xml" ContentType="application/inkml+xml"/>
  <Override PartName="/ppt/ink/ink6.xml" ContentType="application/inkml+xml"/>
  <Override PartName="/ppt/ink/ink5.xml" ContentType="application/inkml+xml"/>
  <Override PartName="/ppt/ink/ink4.xml" ContentType="application/inkml+xml"/>
  <Override PartName="/ppt/ink/ink3.xml" ContentType="application/inkml+xml"/>
  <Override PartName="/ppt/ink/ink2.xml" ContentType="application/inkml+xml"/>
  <Override PartName="/ppt/ink/ink1.xml" ContentType="application/inkml+xml"/>
  <Override PartName="/ppt/theme/theme20.xml" ContentType="application/vnd.openxmlformats-officedocument.theme+xml"/>
  <Override PartName="/ppt/theme/theme19.xml" ContentType="application/vnd.openxmlformats-officedocument.theme+xml"/>
  <Override PartName="/ppt/handoutMasters/handoutMaster1.xml" ContentType="application/vnd.openxmlformats-officedocument.presentationml.handoutMaster+xml"/>
  <Override PartName="/ppt/theme/theme18.xml" ContentType="application/vnd.openxmlformats-officedocument.theme+xml"/>
  <Override PartName="/ppt/theme/theme1.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theme/theme13.xml" ContentType="application/vnd.openxmlformats-officedocument.theme+xml"/>
  <Override PartName="/ppt/theme/theme12.xml" ContentType="application/vnd.openxmlformats-officedocument.theme+xml"/>
  <Override PartName="/ppt/theme/theme11.xml" ContentType="application/vnd.openxmlformats-officedocument.theme+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3.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xml" ContentType="application/vnd.openxmlformats-officedocument.presentationml.tags+xml"/>
  <Override PartName="/ppt/tags/tag1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tags/tag2.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92" r:id="rId1"/>
    <p:sldMasterId id="2147483808" r:id="rId2"/>
    <p:sldMasterId id="2147483820" r:id="rId3"/>
    <p:sldMasterId id="2147483999" r:id="rId4"/>
    <p:sldMasterId id="2147484175" r:id="rId5"/>
    <p:sldMasterId id="2147484382" r:id="rId6"/>
    <p:sldMasterId id="2147484433" r:id="rId7"/>
    <p:sldMasterId id="2147484521" r:id="rId8"/>
    <p:sldMasterId id="2147485010" r:id="rId9"/>
    <p:sldMasterId id="2147485061" r:id="rId10"/>
    <p:sldMasterId id="2147485367" r:id="rId11"/>
    <p:sldMasterId id="2147485389" r:id="rId12"/>
    <p:sldMasterId id="2147485487" r:id="rId13"/>
    <p:sldMasterId id="2147485610" r:id="rId14"/>
    <p:sldMasterId id="2147485634" r:id="rId15"/>
    <p:sldMasterId id="2147485658" r:id="rId16"/>
    <p:sldMasterId id="2147485686" r:id="rId17"/>
    <p:sldMasterId id="2147485764" r:id="rId18"/>
  </p:sldMasterIdLst>
  <p:notesMasterIdLst>
    <p:notesMasterId r:id="rId60"/>
  </p:notesMasterIdLst>
  <p:handoutMasterIdLst>
    <p:handoutMasterId r:id="rId61"/>
  </p:handoutMasterIdLst>
  <p:sldIdLst>
    <p:sldId id="680" r:id="rId19"/>
    <p:sldId id="1363" r:id="rId20"/>
    <p:sldId id="1514" r:id="rId21"/>
    <p:sldId id="1511" r:id="rId22"/>
    <p:sldId id="1445" r:id="rId23"/>
    <p:sldId id="1446" r:id="rId24"/>
    <p:sldId id="1448" r:id="rId25"/>
    <p:sldId id="1449" r:id="rId26"/>
    <p:sldId id="1540" r:id="rId27"/>
    <p:sldId id="1168" r:id="rId28"/>
    <p:sldId id="1458" r:id="rId29"/>
    <p:sldId id="1510" r:id="rId30"/>
    <p:sldId id="1543" r:id="rId31"/>
    <p:sldId id="1459" r:id="rId32"/>
    <p:sldId id="1460" r:id="rId33"/>
    <p:sldId id="1512" r:id="rId34"/>
    <p:sldId id="1462" r:id="rId35"/>
    <p:sldId id="1544" r:id="rId36"/>
    <p:sldId id="1545" r:id="rId37"/>
    <p:sldId id="1542" r:id="rId38"/>
    <p:sldId id="1464" r:id="rId39"/>
    <p:sldId id="1465" r:id="rId40"/>
    <p:sldId id="1495" r:id="rId41"/>
    <p:sldId id="1472" r:id="rId42"/>
    <p:sldId id="1473" r:id="rId43"/>
    <p:sldId id="1466" r:id="rId44"/>
    <p:sldId id="1474" r:id="rId45"/>
    <p:sldId id="1475" r:id="rId46"/>
    <p:sldId id="1546" r:id="rId47"/>
    <p:sldId id="1480" r:id="rId48"/>
    <p:sldId id="1493" r:id="rId49"/>
    <p:sldId id="1481" r:id="rId50"/>
    <p:sldId id="1482" r:id="rId51"/>
    <p:sldId id="1486" r:id="rId52"/>
    <p:sldId id="1487" r:id="rId53"/>
    <p:sldId id="1488" r:id="rId54"/>
    <p:sldId id="1489" r:id="rId55"/>
    <p:sldId id="1490" r:id="rId56"/>
    <p:sldId id="1491" r:id="rId57"/>
    <p:sldId id="1492" r:id="rId58"/>
    <p:sldId id="1494" r:id="rId59"/>
  </p:sldIdLst>
  <p:sldSz cx="9144000" cy="6858000" type="screen4x3"/>
  <p:notesSz cx="6858000" cy="9144000"/>
  <p:custDataLst>
    <p:tags r:id="rId62"/>
  </p:custDataLst>
  <p:defaultTextStyle>
    <a:defPPr>
      <a:defRPr lang="en-US"/>
    </a:defPPr>
    <a:lvl1pPr algn="l" rtl="0" fontAlgn="base">
      <a:spcBef>
        <a:spcPct val="0"/>
      </a:spcBef>
      <a:spcAft>
        <a:spcPct val="0"/>
      </a:spcAft>
      <a:defRPr sz="1600" kern="1200">
        <a:solidFill>
          <a:schemeClr val="tx1"/>
        </a:solidFill>
        <a:latin typeface="Tahoma" charset="0"/>
        <a:ea typeface="+mn-ea"/>
        <a:cs typeface="+mn-cs"/>
      </a:defRPr>
    </a:lvl1pPr>
    <a:lvl2pPr marL="457200" algn="l" rtl="0" fontAlgn="base">
      <a:spcBef>
        <a:spcPct val="0"/>
      </a:spcBef>
      <a:spcAft>
        <a:spcPct val="0"/>
      </a:spcAft>
      <a:defRPr sz="1600" kern="1200">
        <a:solidFill>
          <a:schemeClr val="tx1"/>
        </a:solidFill>
        <a:latin typeface="Tahoma" charset="0"/>
        <a:ea typeface="+mn-ea"/>
        <a:cs typeface="+mn-cs"/>
      </a:defRPr>
    </a:lvl2pPr>
    <a:lvl3pPr marL="914400" algn="l" rtl="0" fontAlgn="base">
      <a:spcBef>
        <a:spcPct val="0"/>
      </a:spcBef>
      <a:spcAft>
        <a:spcPct val="0"/>
      </a:spcAft>
      <a:defRPr sz="1600" kern="1200">
        <a:solidFill>
          <a:schemeClr val="tx1"/>
        </a:solidFill>
        <a:latin typeface="Tahoma" charset="0"/>
        <a:ea typeface="+mn-ea"/>
        <a:cs typeface="+mn-cs"/>
      </a:defRPr>
    </a:lvl3pPr>
    <a:lvl4pPr marL="1371600" algn="l" rtl="0" fontAlgn="base">
      <a:spcBef>
        <a:spcPct val="0"/>
      </a:spcBef>
      <a:spcAft>
        <a:spcPct val="0"/>
      </a:spcAft>
      <a:defRPr sz="1600" kern="1200">
        <a:solidFill>
          <a:schemeClr val="tx1"/>
        </a:solidFill>
        <a:latin typeface="Tahoma" charset="0"/>
        <a:ea typeface="+mn-ea"/>
        <a:cs typeface="+mn-cs"/>
      </a:defRPr>
    </a:lvl4pPr>
    <a:lvl5pPr marL="1828800" algn="l" rtl="0" fontAlgn="base">
      <a:spcBef>
        <a:spcPct val="0"/>
      </a:spcBef>
      <a:spcAft>
        <a:spcPct val="0"/>
      </a:spcAft>
      <a:defRPr sz="1600" kern="1200">
        <a:solidFill>
          <a:schemeClr val="tx1"/>
        </a:solidFill>
        <a:latin typeface="Tahoma" charset="0"/>
        <a:ea typeface="+mn-ea"/>
        <a:cs typeface="+mn-cs"/>
      </a:defRPr>
    </a:lvl5pPr>
    <a:lvl6pPr marL="2286000" algn="l" defTabSz="914400" rtl="0" eaLnBrk="1" latinLnBrk="0" hangingPunct="1">
      <a:defRPr sz="1600" kern="1200">
        <a:solidFill>
          <a:schemeClr val="tx1"/>
        </a:solidFill>
        <a:latin typeface="Tahoma" charset="0"/>
        <a:ea typeface="+mn-ea"/>
        <a:cs typeface="+mn-cs"/>
      </a:defRPr>
    </a:lvl6pPr>
    <a:lvl7pPr marL="2743200" algn="l" defTabSz="914400" rtl="0" eaLnBrk="1" latinLnBrk="0" hangingPunct="1">
      <a:defRPr sz="1600" kern="1200">
        <a:solidFill>
          <a:schemeClr val="tx1"/>
        </a:solidFill>
        <a:latin typeface="Tahoma" charset="0"/>
        <a:ea typeface="+mn-ea"/>
        <a:cs typeface="+mn-cs"/>
      </a:defRPr>
    </a:lvl7pPr>
    <a:lvl8pPr marL="3200400" algn="l" defTabSz="914400" rtl="0" eaLnBrk="1" latinLnBrk="0" hangingPunct="1">
      <a:defRPr sz="1600" kern="1200">
        <a:solidFill>
          <a:schemeClr val="tx1"/>
        </a:solidFill>
        <a:latin typeface="Tahoma" charset="0"/>
        <a:ea typeface="+mn-ea"/>
        <a:cs typeface="+mn-cs"/>
      </a:defRPr>
    </a:lvl8pPr>
    <a:lvl9pPr marL="3657600" algn="l" defTabSz="914400" rtl="0" eaLnBrk="1" latinLnBrk="0" hangingPunct="1">
      <a:defRPr sz="1600" kern="1200">
        <a:solidFill>
          <a:schemeClr val="tx1"/>
        </a:solidFill>
        <a:latin typeface="Tahoma"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33CC"/>
    <a:srgbClr val="CCCC00"/>
    <a:srgbClr val="996633"/>
    <a:srgbClr val="FF7C8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309" autoAdjust="0"/>
    <p:restoredTop sz="94280" autoAdjust="0"/>
  </p:normalViewPr>
  <p:slideViewPr>
    <p:cSldViewPr>
      <p:cViewPr varScale="1">
        <p:scale>
          <a:sx n="72" d="100"/>
          <a:sy n="72" d="100"/>
        </p:scale>
        <p:origin x="1212"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8.xml"/><Relationship Id="rId21" Type="http://schemas.openxmlformats.org/officeDocument/2006/relationships/slide" Target="slides/slide3.xml"/><Relationship Id="rId42" Type="http://schemas.openxmlformats.org/officeDocument/2006/relationships/slide" Target="slides/slide24.xml"/><Relationship Id="rId47" Type="http://schemas.openxmlformats.org/officeDocument/2006/relationships/slide" Target="slides/slide29.xml"/><Relationship Id="rId63" Type="http://schemas.openxmlformats.org/officeDocument/2006/relationships/presProps" Target="presProps.xml"/><Relationship Id="rId68" Type="http://schemas.openxmlformats.org/officeDocument/2006/relationships/customXml" Target="../customXml/item2.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 Target="slides/slide11.xml"/><Relationship Id="rId11" Type="http://schemas.openxmlformats.org/officeDocument/2006/relationships/slideMaster" Target="slideMasters/slideMaster11.xml"/><Relationship Id="rId24" Type="http://schemas.openxmlformats.org/officeDocument/2006/relationships/slide" Target="slides/slide6.xml"/><Relationship Id="rId32" Type="http://schemas.openxmlformats.org/officeDocument/2006/relationships/slide" Target="slides/slide14.xml"/><Relationship Id="rId37" Type="http://schemas.openxmlformats.org/officeDocument/2006/relationships/slide" Target="slides/slide19.xml"/><Relationship Id="rId40" Type="http://schemas.openxmlformats.org/officeDocument/2006/relationships/slide" Target="slides/slide22.xml"/><Relationship Id="rId45" Type="http://schemas.openxmlformats.org/officeDocument/2006/relationships/slide" Target="slides/slide27.xml"/><Relationship Id="rId53" Type="http://schemas.openxmlformats.org/officeDocument/2006/relationships/slide" Target="slides/slide35.xml"/><Relationship Id="rId58" Type="http://schemas.openxmlformats.org/officeDocument/2006/relationships/slide" Target="slides/slide40.xml"/><Relationship Id="rId66" Type="http://schemas.openxmlformats.org/officeDocument/2006/relationships/tableStyles" Target="tableStyles.xml"/><Relationship Id="rId5" Type="http://schemas.openxmlformats.org/officeDocument/2006/relationships/slideMaster" Target="slideMasters/slideMaster5.xml"/><Relationship Id="rId61" Type="http://schemas.openxmlformats.org/officeDocument/2006/relationships/handoutMaster" Target="handoutMasters/handoutMaster1.xml"/><Relationship Id="rId19" Type="http://schemas.openxmlformats.org/officeDocument/2006/relationships/slide" Target="slides/slide1.xml"/><Relationship Id="rId14" Type="http://schemas.openxmlformats.org/officeDocument/2006/relationships/slideMaster" Target="slideMasters/slideMaster14.xml"/><Relationship Id="rId22" Type="http://schemas.openxmlformats.org/officeDocument/2006/relationships/slide" Target="slides/slide4.xml"/><Relationship Id="rId27" Type="http://schemas.openxmlformats.org/officeDocument/2006/relationships/slide" Target="slides/slide9.xml"/><Relationship Id="rId30" Type="http://schemas.openxmlformats.org/officeDocument/2006/relationships/slide" Target="slides/slide12.xml"/><Relationship Id="rId35" Type="http://schemas.openxmlformats.org/officeDocument/2006/relationships/slide" Target="slides/slide17.xml"/><Relationship Id="rId43" Type="http://schemas.openxmlformats.org/officeDocument/2006/relationships/slide" Target="slides/slide25.xml"/><Relationship Id="rId48" Type="http://schemas.openxmlformats.org/officeDocument/2006/relationships/slide" Target="slides/slide30.xml"/><Relationship Id="rId56" Type="http://schemas.openxmlformats.org/officeDocument/2006/relationships/slide" Target="slides/slide38.xml"/><Relationship Id="rId64" Type="http://schemas.openxmlformats.org/officeDocument/2006/relationships/viewProps" Target="viewProps.xml"/><Relationship Id="rId69" Type="http://schemas.openxmlformats.org/officeDocument/2006/relationships/customXml" Target="../customXml/item3.xml"/><Relationship Id="rId8" Type="http://schemas.openxmlformats.org/officeDocument/2006/relationships/slideMaster" Target="slideMasters/slideMaster8.xml"/><Relationship Id="rId51" Type="http://schemas.openxmlformats.org/officeDocument/2006/relationships/slide" Target="slides/slide33.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7.xml"/><Relationship Id="rId33" Type="http://schemas.openxmlformats.org/officeDocument/2006/relationships/slide" Target="slides/slide15.xml"/><Relationship Id="rId38" Type="http://schemas.openxmlformats.org/officeDocument/2006/relationships/slide" Target="slides/slide20.xml"/><Relationship Id="rId46" Type="http://schemas.openxmlformats.org/officeDocument/2006/relationships/slide" Target="slides/slide28.xml"/><Relationship Id="rId59" Type="http://schemas.openxmlformats.org/officeDocument/2006/relationships/slide" Target="slides/slide41.xml"/><Relationship Id="rId67" Type="http://schemas.openxmlformats.org/officeDocument/2006/relationships/customXml" Target="../customXml/item1.xml"/><Relationship Id="rId20" Type="http://schemas.openxmlformats.org/officeDocument/2006/relationships/slide" Target="slides/slide2.xml"/><Relationship Id="rId41" Type="http://schemas.openxmlformats.org/officeDocument/2006/relationships/slide" Target="slides/slide23.xml"/><Relationship Id="rId54" Type="http://schemas.openxmlformats.org/officeDocument/2006/relationships/slide" Target="slides/slide36.xml"/><Relationship Id="rId62"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 Target="slides/slide5.xml"/><Relationship Id="rId28" Type="http://schemas.openxmlformats.org/officeDocument/2006/relationships/slide" Target="slides/slide10.xml"/><Relationship Id="rId36" Type="http://schemas.openxmlformats.org/officeDocument/2006/relationships/slide" Target="slides/slide18.xml"/><Relationship Id="rId49" Type="http://schemas.openxmlformats.org/officeDocument/2006/relationships/slide" Target="slides/slide31.xml"/><Relationship Id="rId57" Type="http://schemas.openxmlformats.org/officeDocument/2006/relationships/slide" Target="slides/slide39.xml"/><Relationship Id="rId10" Type="http://schemas.openxmlformats.org/officeDocument/2006/relationships/slideMaster" Target="slideMasters/slideMaster10.xml"/><Relationship Id="rId31" Type="http://schemas.openxmlformats.org/officeDocument/2006/relationships/slide" Target="slides/slide13.xml"/><Relationship Id="rId44" Type="http://schemas.openxmlformats.org/officeDocument/2006/relationships/slide" Target="slides/slide26.xml"/><Relationship Id="rId52" Type="http://schemas.openxmlformats.org/officeDocument/2006/relationships/slide" Target="slides/slide34.xml"/><Relationship Id="rId60" Type="http://schemas.openxmlformats.org/officeDocument/2006/relationships/notesMaster" Target="notesMasters/notesMaster1.xml"/><Relationship Id="rId65"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 Target="slides/slide21.xml"/><Relationship Id="rId34" Type="http://schemas.openxmlformats.org/officeDocument/2006/relationships/slide" Target="slides/slide16.xml"/><Relationship Id="rId50" Type="http://schemas.openxmlformats.org/officeDocument/2006/relationships/slide" Target="slides/slide32.xml"/><Relationship Id="rId55"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0.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r>
              <a:rPr lang="en-US"/>
              <a:t>Lecture-1</a:t>
            </a:r>
          </a:p>
        </p:txBody>
      </p:sp>
      <p:sp>
        <p:nvSpPr>
          <p:cNvPr id="3584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023B7232-710D-494E-88C7-F703C04F40C2}" type="datetimeFigureOut">
              <a:rPr lang="en-US" smtClean="0"/>
              <a:pPr>
                <a:defRPr/>
              </a:pPr>
              <a:t>1/31/2026</a:t>
            </a:fld>
            <a:endParaRPr lang="en-US"/>
          </a:p>
        </p:txBody>
      </p:sp>
      <p:sp>
        <p:nvSpPr>
          <p:cNvPr id="3584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US"/>
          </a:p>
        </p:txBody>
      </p:sp>
      <p:sp>
        <p:nvSpPr>
          <p:cNvPr id="3584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496DCEF7-9E9F-4185-8062-A1F4E6576C3B}" type="slidenum">
              <a:rPr lang="en-US"/>
              <a:pPr>
                <a:defRPr/>
              </a:pPr>
              <a:t>‹#›</a:t>
            </a:fld>
            <a:endParaRPr lang="en-US"/>
          </a:p>
        </p:txBody>
      </p:sp>
    </p:spTree>
    <p:extLst>
      <p:ext uri="{BB962C8B-B14F-4D97-AF65-F5344CB8AC3E}">
        <p14:creationId xmlns:p14="http://schemas.microsoft.com/office/powerpoint/2010/main" val="161499762"/>
      </p:ext>
    </p:extLst>
  </p:cSld>
  <p:clrMap bg1="lt1" tx1="dk1" bg2="lt2" tx2="dk2" accent1="accent1" accent2="accent2" accent3="accent3" accent4="accent4" accent5="accent5" accent6="accent6" hlink="hlink" folHlink="folHlink"/>
  <p:hf ftr="0" dt="0"/>
</p:handoutMaster>
</file>

<file path=ppt/ink/ink1.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7252 9215 2 0,'0'0'7'0,"11"-12"28"0,-11 12-13 0,0 0 16 0,36-11-25 0,13 11-9 0,34-12 1 0,12 12 2 0,13 23-3 0,23-23-2 0,-1 12 0 0,25-12-1 0,-1 12-3 0,14 1 6 0,-25-13-3 0,12 0 0 0,-25 11 0 0,-10 1-1 0,-13 12-1 0,-25-12 3 0,-10-12 0 0,-24 0 0 0,0 0 1 0,-12 0 0 0,-1-12-1 0,1 12-1 0,-12 0-13 0,-36 0-97 0</inkml:trace>
  <inkml:trace contextRef="#ctx0" brushRef="#br0">4073 10107 9 0,'-13'0'44'0,"13"-10"-32"0,0 10-11 0,13 0 1 0,23 10 3 0,11 3 1 0,25-13-2 0,35 0 0 0,24 0-2 0,36 0 0 0,11-23-2 0,1 12 2 0,-25 11-1 0,12 0-1 0,13 0 1 0,13-25-2 0,-14 13 3 0,-11-1 0 0,-24 13 0 0,-36 0 0 0,-25 0 4 0,-33 0 8 0,-37 0 5 0,-12-11-10 0,11 11-8 0,2 0-10 0,-1 11-112 0</inkml:trace>
  <inkml:trace contextRef="#ctx0" brushRef="#br0">7383 14227 55 0,'-12'-23'14'0,"12"-1"2"0,24 24-11 0,48-35 1 0,23-1 5 0,12 12 3 0,13 0-6 0,-14 12-5 0,14 12 0 0,-1 12-1 0,0-12-2 0,-23 24 2 0,-2-12 2 0,2 0-1 0,-1 1-1 0,-24-2-1 0,-23-11 0 0,-24 0 0 0,-12 0 0 0,-24 0-19 0,-37 12-59 0,38-12 40 0</inkml:trace>
  <inkml:trace contextRef="#ctx0" brushRef="#br0">7444 14204 3 0,'-37'-11'7'0,"1"11"4"0,36 0 0 0,24-13 4 0,36 13-10 0,35 13 1 0,35-13-2 0,49 0-2 0,-13-13-1 0,-10 13 0 0,-13-12-1 0,-24 12 1 0,-35-12 1 0,-26 12 2 0,-33 0-1 0,-14 0 2 0,-11-11-1 0,13 11-1 0,-13-12-2 0,0 12-1 0,12-11 1 0,-12 11-1 0,0-13-16 0,0 26-53 0</inkml:trace>
</inkml:ink>
</file>

<file path=ppt/ink/ink2.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17208 4262 6 0,'0'0'0'0,"-36"-12"52"0,12 12-44 0,-12 0-7 0,-11 24 0 0,11 0-1 0,23-1 0 0,2-10 3 0,-1-1 2 0,-1 13-2 0,13-4-1 0,13 16-1 0,-13-1 1 0,0 12 5 0,0 11-3 0,0 12-1 0,-13 13-1 0,13 12-1 0,-11 9 1 0,-12 16 2 0,11-16-3 0,24-8 0 0,-12 22 0 0,0-12 0 0,12-24 0 0,-1 1-1 0,0-1 0 0,-11 1 0 0,13-25 0 0,-1 12 1 0,-12-12 0 0,0 1-1 0,11 1 0 0,-11-15 0 0,0-10 0 0,-11 12 0 0,11-2 0 0,0-9 1 0,11 10-2 0,-11-10 1 0,13-14 1 0,-1 1-1 0,-1 0 0 0,-11 0 0 0,13-1 0 0,10 1 0 0,13 0 2 0,12-12-3 0,-25-1 3 0,2-11-1 0,-14 0 3 0,-11 0 1 0,12 0-117 0</inkml:trace>
  <inkml:trace contextRef="#ctx0" brushRef="#br0">11443 7537 0 0,'-11'0'0'0,"22"0"8"0,-11-13 9 0,13 13-5 0,-13 0-3 0,12 0-4 0,-1 0-1 0,2 0 2 0,10 0 1 0,61-11 5 0,-36 11-7 0,11 0-1 0,13-12 0 0,-1 12 0 0,36 0-2 0,0 0-2 0,1 0 1 0,11 12-3 0,0-12 2 0,12 0 1 0,-12 0 0 0,12 11-1 0,0-11 0 0,-24 13 0 0,0-13-1 0,-25 0 1 0,3 12 1 0,-38-12-1 0,-11 0 2 0,-12 0 3 0,-1-12 0 0,2 12-3 0,-14 0-1 0,-11 0-14 0,-11 12-84 0</inkml:trace>
  <inkml:trace contextRef="#ctx0" brushRef="#br0">11647 8049 9 0,'-12'-12'18'0,"-1"1"3"0,13 11-7 0,0-13-1 0,13 13 1 0,-1-12-10 0,35 12-1 0,13 0-2 0,35 0-1 0,36 0 1 0,12 12-1 0,24-12-2 0,23 13 3 0,13-2-1 0,-25 12 0 0,12-11-1 0,-24 13 1 0,-21-14 1 0,-15 1 0 0,1 12-1 0,-59-24-1 0,-37 0 2 0,-24 0-1 0,2-13-12 0,-26 13-68 0</inkml:trace>
  <inkml:trace contextRef="#ctx0" brushRef="#br0">11539 7227 0 0,'0'0'0'0,"0"-13"10"0,0 2 36 0,0-1-33 0,12 24-11 0,36 12-1 0,59-12 1 0,72 0-1 0,71 12 0 0,47-1-2 0,-23 25 2 0,-47-25-6 0,-50-10-2 0,-45-1 0 0,-60-12 5 0,-37 0 1 0,-22 0-8 0,-13 12-33 0</inkml:trace>
  <inkml:trace contextRef="#ctx0" brushRef="#br0">11647 8227 2 0,'11'0'5'0,"1"0"2"0,-12 0 8 0,36 0 0 0,12 0-9 0,47 0-4 0,59 0 0 0,25 12-2 0,23-12-1 0,13 13 2 0,-12-2 0 0,-25-11-1 0,-11 0-2 0,-25 12 3 0,-35-12 0 0,-35 0-1 0,-36 0 0 0,-36-12 3 0,-24 12-1 0,-11 0-8 0,22 0-44 0</inkml:trace>
  <inkml:trace contextRef="#ctx0" brushRef="#br0">19767 12275 1 0,'0'0'0'0,"25"-24"18"0,-25 1-1 0,-25-13-2 0,2 0-4 0,-13-11-5 0,-11 0-2 0,-13-3-1 0,-35 16-1 0,0 10-2 0,-13-12 1 0,1 0 1 0,-12 13-2 0,0 23 0 0,-13 11 0 0,-11 13 0 0,25 0 0 0,-2 12 1 0,13 1-2 0,-23 9 1 0,22 2-1 0,13 0 2 0,11 11-1 0,14 24 0 0,10 14-2 0,-10-3 2 0,21-12-1 0,1 2 1 0,36 24-2 0,12 23 1 0,24 0-1 0,12 12 1 0,24-1 0 0,-1-23 1 0,25-10-1 0,11-4 0 0,12-9 0 0,0 0 1 0,36-12 0 0,0-38 1 0,24-34 0 0,-14 1 0 0,3-38 0 0,-1 0 2 0,0-9 0 0,11-3 0 0,-23-10-1 0,-23 0 0 0,-25-25-1 0,-12 1 2 0,0-23 0 0,-23 10-1 0,-24-12-1 0,-12-11 2 0,-24-12-1 0,-11-11 0 0,-2 9 0 0,1-9-1 0,-12 23 0 0,0-12 0 0,-12 10-1 0,0 4 2 0,-11-3-2 0,-13 13 0 0,13 12 1 0,-24 22-1 0,-13 2 1 0,1 24-1 0,-1-1 0 0,13 36 0 0,-12 0 0 0,35 25 0 0,12-14 0 0,24 1 0 0,-1 11 0 0,13 2-10 0,-22 22-81 0</inkml:trace>
  <inkml:trace contextRef="#ctx0" brushRef="#br0">17767 13573 17 0,'0'0'19'0,"0"0"24"0,0 0-30 0,0 13-5 0,-12-2-2 0,-22-11-1 0,-39 12-1 0,-35 12-2 0,-46-12-1 0,-37 11 0 0,1-11 0 0,-24 12 0 0,-24 0-2 0,-36 0 2 0,36-1 3 0,71-11 2 0,59 0-2 0,1 12-3 0,-23 12 0 0,-37-12 0 0,24-11 1 0,48-13 1 0,59-13 2 0,24 1-2 0,24 0-2 0,12-1-30 0,12 13-71 0</inkml:trace>
  <inkml:trace contextRef="#ctx0" brushRef="#br0">15636 13620 69 0,'0'0'0'0,"0"0"4"0,0-11 14 0,0-1-15 0,-13 35 11 0,-10-10 1 0,-26 11-3 0,-9 10-8 0,-2 3-1 0,-11 10-3 0,11 1 1 0,-11-12-1 0,23-12 2 0,0 0-2 0,12-1 1 0,-11 1-1 0,22 0-1 0,3-12 1 0,22-1 4 0,12-11 0 0,11 13-4 0,25 22 0 0,12 1-1 0,23 1 2 0,48-14 2 0,-106-23 0 0,-14 11 3 0,-22-22-42 0,11 11-53 0</inkml:trace>
  <inkml:trace contextRef="#ctx0" brushRef="#br0">8419 15609 1 0,'0'0'20'0,"-11"0"0"0,-1 0 0 0,12 0-5 0,0-13 1 0,0 13-5 0,0-11-1 0,0 11-2 0,12 0-4 0,11 0 0 0,25 0-1 0,35 0-1 0,12 0 1 0,1 0-1 0,23-12 0 0,0 12-1 0,-12 0 1 0,0 0 0 0,1 0-1 0,-25 0 0 0,-12-11 0 0,-12 11 0 0,-22-12 0 0,-3 12 0 0,-9 0-1 0,-14 0 1 0,-11 0 0 0,13 0 0 0,-1 0 0 0,-1 0-1 0,2-12 0 0,10 12 1 0,-11 0-1 0,-12 0-13 0,-23 0-65 0,23 0 35 0</inkml:trace>
  <inkml:trace contextRef="#ctx0" brushRef="#br0">5823 15562 14 0,'0'0'0'0,"-11"-12"26"0,11 12-11 0,0 0 0 0,35 0 3 0,49-12-7 0,-13 12-4 0,60 0-1 0,-13 0-3 0,38 0-2 0,-13 0-4 0,12 0 5 0,0 0-1 0,-1 0-1 0,-23 0 2 0,12 0-1 0,-24 12-2 0,0 0 2 0,-1-12 0 0,3 0 1 0,-2 0 1 0,-12 0-2 0,12 11 0 0,-12-11 0 0,-12-11 1 0,-11 11 0 0,-25 0 0 0,-59 0-21 0,-72 23-80 0</inkml:trace>
  <inkml:trace contextRef="#ctx0" brushRef="#br0">4347 16454 8 0,'-36'0'29'0,"0"0"-6"0,13 12 0 0,23-12 1 0,23 0-8 0,25 0-9 0,47 0-2 0,48 0-4 0,48-12-1 0,22 12-6 0,38 0 1 0,22-12 0 0,14 12-5 0,-1-11 5 0,-12-1 2 0,-12 1-2 0,-36 11 4 0,-36 0 0 0,-48 11 0 0,-35 1 3 0,-22-12-2 0,-50 0 3 0,-11-12 4 0,-24 12-1 0,0-11-3 0,0-2-1 0,0 13-1 0,0-12 0 0,0 12 0 0,0-12-11 0,-12 12-92 0</inkml:trace>
</inkml:ink>
</file>

<file path=ppt/ink/ink3.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13623 6334 49 0,'0'-12'41'0,"-25"-13"-23"0,25 25-20 0,13 0 4 0,-13 13 5 0,23-13 3 0,50 0-6 0,33-13-1 0,37 13-4 0,13 0 3 0,33 0-1 0,15-10-1 0,-2 10 1 0,-12 0 0 0,-11 10 1 0,12-10-2 0,-25 0 1 0,13-10 0 0,-12 10 7 0,-1-11-4 0,13 11-2 0,0 0-2 0,23-13-1 0,-11 13 1 0,11 0 1 0,0 0-1 0,1 0-1 0,0 0 2 0,-1 13 0 0,0-13 0 0,1 11-3 0,-1-1 2 0,12 3 1 0,13-1-2 0,-14 0-3 0,2 1 5 0,0 10-1 0,-13-23 1 0,0 11-4 0,1-11 4 0,-24 13-1 0,-25-13 0 0,-11 0-1 0,-12 0 0 0,-12-13 1 0,0 2 0 0,-23 11 0 0,-13-12-1 0,-11 1 1 0,-25 11 0 0,0-13 0 0,1 1 3 0,-24 0 4 0,-12-1 2 0,0-8-2 0,-12 21-6 0,-12 11-39 0,0-1-54 0</inkml:trace>
  <inkml:trace contextRef="#ctx0" brushRef="#br0">12861 2977 0 0,'0'0'4'0,"0"-12"4"0,11 12 1 0,-11 0-2 0,13 0-4 0,10 0 1 0,13-13 2 0,-12 13 2 0,25 13-4 0,-2-13-2 0,-1 0 0 0,3 0-1 0,-13 0 0 0,-1 12 0 0,13-12 1 0,-12 0 1 0,-1-25-1 0,1 14-1 0,0-12 0 0,-12-2 1 0,-1-10 4 0,13-26-2 0,0 14 1 0,1 0-1 0,-3 11-1 0,2-12 3 0,-24 0-3 0,24-11-1 0,-1 13-2 0,1-4 1 0,-12-9 0 0,-1-12 1 0,13 23-2 0,-12-11 1 0,0 11-1 0,1-11 2 0,-2 11-1 0,-12-23 2 0,14 23-3 0,-14 0 1 0,1 0-2 0,12 1 1 0,0-11 0 0,0 21 0 0,12 1 2 0,-13-12-3 0,13 1-1 0,-13 10 2 0,13 3 0 0,24-3-1 0,0 3-2 0,-1-16 3 0,-11 40-2 0,11-14 2 0,0 0-1 0,1 0 0 0,12 12-1 0,-13 1 4 0,2-2-3 0,-2 1 1 0,-24 12-1 0,13 0 1 0,-24 0-1 0,0 0 2 0,-14 0-2 0,3-12 1 0,-1 12 1 0,-12 0 0 0,0-11-1 0,0 11 1 0,0 0-1 0,-12 0 1 0,12-12-1 0,-13 12 0 0,3 0 0 0,-26 0 1 0,-12 0 0 0,1 0-1 0,-1 0 1 0,0 0-1 0,1 12-1 0,-14-1 1 0,14 1 1 0,0 0 0 0,-2 12 0 0,3-1-1 0,-2 2 1 0,-12 11 0 0,1-13 0 0,0 14 1 0,22-14-2 0,-10 1 1 0,11 11-1 0,11 1 1 0,-9 12 0 0,10-13-1 0,-12 37-3 0,12-14 4 0,1 3-1 0,-2-1 1 0,14-13-2 0,-12 13 0 0,10-1 1 0,-11 1 1 0,12-1-1 0,-12 0 0 0,13-11 0 0,-1 12 0 0,-12 11 1 0,-1-11-1 0,-11-12 1 0,25-1-1 0,-24 0 1 0,10 13 1 0,2-24-2 0,-1 0 2 0,-11-1-2 0,-1 13 0 0,0 13 1 0,-12-27 0 0,1 3 0 0,11-3 0 0,0-9 0 0,-11-2 0 0,-13-11-1 0,1 12 2 0,-1 0-2 0,1-11 2 0,12-13 0 0,-2-25 4 0,2 13 6 0,23 12-5 0,-1-13-4 0,14 13 1 0,11 0-6 0,11 0-1 0,14 0-14 0,22 0-103 0</inkml:trace>
  <inkml:trace contextRef="#ctx0" brushRef="#br0">17386 6276 0 0,'0'0'0'0,"-47"-50"20"0,23 39-19 0,24 11 0 0,0 0 3 0,0-12-2 0,24 12-3 0,11-11 0 0,37 11 1 0,-1 0 0 0,167 11 0 0,-95-11 0 0,25 12-1 0,-2-1 0 0,0 2 1 0,25-1 0 0,0 0 0 0,-2 1-2 0,13-2 3 0,26-1 0 0,-2 3-1 0,12-13-1 0,-12 0 3 0,12 0-2 0,-23 0 0 0,-25 12-1 0,1 0 2 0,-12-12 0 0,-13-12-1 0,-47 12 0 0,-23-12-1 0,-49-1 2 0,-23 3 0 0,-24 10 2 0,-13-11-1 0,-81-2-1 0,-48 1 1 0,-73 12 0 0,-83-12-1 0,-47 12 0 0,-24-13 0 0,-14 13-1 0,2 13-1 0,2-1 0 0,45 0 3 0,71-12-3 0,50 0-1 0,34 0 4 0,36 13-3 0,48-2-1 0,35-1 2 0,48 3-2 0,36-13 0 0,71 0 1 0,60-13 0 0,83 13-5 0,59 0 7 0,84-21-1 0,61 8 1 0,-2 13-1 0,-59 0 2 0,-70 13 1 0,-62-13-3 0,-23 0 1 0,-11 0 0 0,-13 0-2 0,-23 0 0 0,-37 0 2 0,-46 0 0 0,-72 0 0 0,-12 0-1 0,-12 0 4 0,-36 0-1 0,-23 0-2 0,-73 0 0 0,-81 11 2 0,-98-11-1 0,-58 10-1 0,-48 3 2 0,-11-1-2 0,23 0 0 0,-1 1-1 0,26 10 2 0,70-12-3 0,36 2 3 0,47-1-3 0,38 0 0 0,33-1-1 0,38-11 1 0,57 12 2 0,50-12-4 0,35 0-3 0,83-12 7 0,72-11 0 0,82-13 1 0,73 0-5 0,59 12 1 0,48 1-1 0,11-1 4 0,-35 0-3 0,-71 24 3 0,-96 0-2 0,-97 12 0 0,-32-12 2 0,-27-12 0 0,-46 12 1 0,-36-13 0 0,-12 13 0 0,0 13-9 0,0-1-31 0</inkml:trace>
  <inkml:trace contextRef="#ctx0" brushRef="#br0">20351 15060 1 0,'0'0'3'0,"0"-10"21"0,0 10-17 0,12 0-5 0,-12 0 1 0,37 0-3 0,-3-12 1 0,38 12-1 0,12 0-1 0,34-12 2 0,14 0 2 0,34 12-1 0,-12 0-2 0,14-12 0 0,-1 12-1 0,-1 0 1 0,13-13 0 0,-24 13 0 0,0-11 0 0,-1-1-1 0,-12 12 0 0,1 0 0 0,-23 0 0 0,-61 12 1 0,-11-12-1 0,-12 0 1 0,-12 0 0 0,-12 0 0 0,-12 0 0 0,0 0 2 0,0 0-3 0,0 0-33 0</inkml:trace>
  <inkml:trace contextRef="#ctx0" brushRef="#br0">2418 8870 0 0,'0'0'0'0,"-12"-24"24"0,12 0 12 0,-12 13-18 0,12-1-11 0,0 12-3 0,12-11 1 0,-12-2 0 0,36-11-3 0,23 11 1 0,24 2-2 0,0 11 0 0,37 0 0 0,11 0 0 0,48 0 2 0,11 0-3 0,-11 0 2 0,-13 0 0 0,-35 0 1 0,12 11 0 0,-12 2 0 0,-12-13 0 0,-23 0 1 0,-13 12 0 0,-35-12 0 0,-1-12-1 0,-11-1 1 0,11 2-2 0,-34 11-45 0,-13 0-57 0</inkml:trace>
  <inkml:trace contextRef="#ctx0" brushRef="#br0">2013 8882 8 0,'0'-12'44'0,"0"12"-32"0,12-11-9 0,12-2 7 0,34 1 11 0,27 0-15 0,22 1-6 0,12 11 0 0,12-12 4 0,-24 12-2 0,-83 0-1 0,131 0 0 0,-14 0 0 0,2 0-1 0,1-11-1 0,-14 11 3 0,2-13 0 0,-12 13 0 0,-14 0 1 0,3 0 0 0,-16 0 0 0,-9 0-1 0,11-12 2 0,-11 12-1 0,-13 0-1 0,13 0-1 0,-14-12 1 0,-9 12-1 0,-13 0-2 0,-1 12 3 0,1-12 0 0,-1 0 0 0,1 0-2 0,-12 0 1 0,-13 0-2 0,-11 0 2 0,-1 0-2 0,14-12 4 0,-1 12-2 0,0 0-1 0,-1 0 0 0,-12 0 0 0,2 0 0 0,10 0 2 0,2-13-2 0,-14 13 1 0,-11-11 0 0,0 11 6 0,-23 0-8 0,-48 11 1 0,-37 2 0 0,-46 11 2 0,11-24-2 0,-24 13 1 0,12-13-1 0,-12 0-1 0,1 0 1 0,-13 11 0 0,1 1 2 0,22-12-1 0,2 11-2 0,-14 1-4 0,14 0-4 0,-1-12-3 0,36 0 1 0,36-12 5 0,24 0 1 0,-1-11 0 0,0 12 3 0,13-2-4 0,11 13-1 0,11 0 3 0,14 0-1 0,11 13 1 0,47-2 3 0,25 12-2 0,37-23 0 0,33 0 4 0,25 12 1 0,23-24 4 0,12 1 10 0,0-1-3 0,13 1 0 0,-1-14-9 0,-35 0-3 0,-48 25 0 0,-48 0 0 0,-23 0 0 0,-12 0 0 0,-25 0 1 0,1-11 3 0,-12 11 0 0,-12 0-4 0,0 0-51 0,-12 11-50 0</inkml:trace>
  <inkml:trace contextRef="#ctx0" brushRef="#br0">10372 8859 5 0,'0'-25'40'0,"-13"13"-17"0,13-11-7 0,13 12-8 0,-1-2-7 0,48 13-1 0,11-12 0 0,48 12-1 0,12-12 1 0,23-1 2 0,25 2 0 0,12-1-1 0,-1 1-1 0,1 11 3 0,-12 0 0 0,-12 0 0 0,-1-12-1 0,-11 12 2 0,-12 0 1 0,12 0-4 0,12 0 1 0,-13 12 0 0,0-12-4 0,-22 11 4 0,-12 1-1 0,-14-12 0 0,3 11 1 0,-27-11 0 0,0-11-2 0,15 22 2 0,-2 2 1 0,-36-13 1 0,1 0-1 0,0 0-1 0,-1 0-2 0,0 0 1 0,-11 0 1 0,-25 0 1 0,2-13 0 0,-14 13-3 0,2 0 2 0,-13 0 0 0,12 0 2 0,-1 0-3 0,1 0 0 0,-12 0-1 0,0 13 1 0,0-1-18 0,0-12-84 0</inkml:trace>
</inkml:ink>
</file>

<file path=ppt/ink/ink4.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1441 6657 0 0,'-12'-25'0'0,"-11"25"1"0,-13 12 1 0,-12 12-1 0,-23-1 0 0,-36 61 1 0,-12 24 0 0,11 10-1 0,48-10-1 0,49-14-1 0,58 13 2 0,26 36 1 0,9 12 0 0,2 0-2 0,-50 24 2 0,-44-37-1 0,-50 13 4 0,-36-24 0 0,13-12-2 0,12-35-2 0,35-1 0 0,36-12-1 0,60 1 1 0,11 11 0 0,13 49 1 0,-37 23 1 0,-35 34-1 0,-48 3-2 0,-23-87 1 0,23-21-1 0,24 24 2 0,37-13-1 0,22-35 5 0,24-37 2 0,-23-35 4 0,-24 1-6 0,-14 11-5 0,-10 11 1 0,-10 25-25 0,-2-24-10 0</inkml:trace>
  <inkml:trace contextRef="#ctx0" brushRef="#br0">14600 15157 57 0,'0'-13'16'0,"-12"-10"5"0,70-1-6 0,39 0-6 0,10 24-6 0,-12-13 0 0,-23 13-1 0,-37 0-63 0,-47 0 16 0</inkml:trace>
  <inkml:trace contextRef="#ctx0" brushRef="#br0">14612 15370 77 0,'-48'-11'15'0,"23"-1"13"0,74 1-22 0,58-2-4 0,12-11-1 0,-24 24 1 0,-47-11-11 0,-24 34-25 0,-36 2-41 0</inkml:trace>
  <inkml:trace contextRef="#ctx0" brushRef="#br0">14659 15562 9 0,'-35'11'26'0,"11"12"13"0,36-23-18 0,47 0-17 0,36-23-2 0,25 0 0 0,-49 11-43 0,-59 12-15 0</inkml:trace>
  <inkml:trace contextRef="#ctx0" brushRef="#br0">14624 15822 29 0,'0'0'0'0,"0"0"35"0,94 0-23 0,38-46-9 0,-13 21-1 0,-83 14-29 0</inkml:trace>
  <inkml:trace contextRef="#ctx0" brushRef="#br0">16969 13145 11 0,'11'-11'23'0,"2"-26"11"0,-13 24-12 0,0 2-2 0,0 35 3 0,-24 47-10 0,13 0-9 0,-1 0-2 0,0 2-4 0,12-25-29 0,12-25-69 0</inkml:trace>
  <inkml:trace contextRef="#ctx0" brushRef="#br0">17267 13097 20 0,'12'-13'38'0,"0"2"-2"0,-12 22-10 0,0 39-16 0,-12 8-7 0,0 14-2 0,12-13-35 0,0-22-55 0</inkml:trace>
  <inkml:trace contextRef="#ctx0" brushRef="#br0">17576 13061 40 0,'0'0'0'0,"13"0"25"0,-13 23 15 0,0 38-25 0,-13 10-13 0,-10 0-5 0,23-35-41 0,-13-24-20 0</inkml:trace>
  <inkml:trace contextRef="#ctx0" brushRef="#br0">17814 13121 81 0,'0'0'8'0,"0"34"-4"0,0 16 3 0,13-3-4 0,-1-23-23 0,-12-13-51 0</inkml:trace>
  <inkml:trace contextRef="#ctx0" brushRef="#br0">17482 12764 9 0,'-287'23'30'0,"26"14"-25"0,-13 10 1 0,24 11-6 0,47 15 1 0,37 9 1 0,-1 14-2 0,48 11-2 0,83 0 0 0,72 1 2 0,95-37 3 0,107-24-2 0,84-22 3 0,69-25 5 0,15-12-6 0,-37 12-1 0,-35 0 0 0,-36-13-3 0,-25-10 3 0,-58 12 1 0,-72-14-2 0,-36-10 1 0,-24-26-4 0,-23-10-5 0,-48-24 3 0,-36-24 4 0,-59-24-1 0,-85 35 10 0,-22 26 1 0,-24 22-6 0,-24 13-4 0,23 23 2 0,49 24-2 0,71 0 0 0,35 12 0 0,36 0 0 0,12-12 1 0,12 0 0 0,0 0 2 0,0 13-1 0,0-13 0 0,0 0 1 0,0 11-3 0,-12-1-66 0</inkml:trace>
  <inkml:trace contextRef="#ctx0" brushRef="#br0">14539 14537 0 0,'-34'24'2'0,"-109"60"2"0,0 59 0 0,12 35-4 0,35 25 1 0,37 11 2 0,48 12 1 0,11 12-3 0,11-24-1 0,48 25-1 0,1-85 1 0,35-24 2 0,36-33 0 0,12-85 1 0,24-71-2 0,-24-49 0 0,-24 1 2 0,-36-12-1 0,-23-36 1 0,10-36 0 0,2-23 1 0,-1 24-1 0,-46 47 0 0,-14-24-2 0,-22 0 0 0,-37 24 0 0,-11 47 0 0,-2 38 0 0,-9 11-1 0,-26-3 0 0,26 40 0 0,-3 10-2 0,37 0 4 0,13 10-2 0,10-10 0 0,2 0 0 0,-14 13 1 0,14-13 0 0,0 0-1 0,11 12 0 0,0-12 0 0,0 0 0 0,0 0 0 0,0 12 0 0,0-12 1 0,-12 0 0 0,12 0-1 0,0 0 0 0,-12 0 0 0,12 0 1 0,0 0-1 0,0 0 0 0,-12 0 0 0,12 0 0 0,0 0-1 0,0 0 1 0,0 13 0 0,0-26 1 0,0 13-7 0,12 0-10 0,-12 0-8 0,0 0 17 0</inkml:trace>
  <inkml:trace contextRef="#ctx0" brushRef="#br0">16303 14907 1 0,'-13'-60'3'0,"13"-24"4"0,0 37-2 0,0 23 4 0,0 11 3 0,0 50 1 0,-11 118 1 0,-12 84-9 0,34-13-5 0,12-60-1 0,2-47 0 0,-25-36 1 0,0-59-3 0,0-60-25 0,0-10-8 0</inkml:trace>
  <inkml:trace contextRef="#ctx0" brushRef="#br0">16231 14574 8 0,'-12'-13'7'0,"-12"-11"10"0,12 13-5 0,12 11-8 0,12 0-3 0,72-12 1 0,83-12 0 0,94-13 0 0,73 3 0 0,11 22-2 0,-59 0 2 0,-95-1-1 0,-37-34 0 0,-11 23 5 0,-24 1-1 0,-47-1-3 0,-25 12 0 0,-11 12-1 0,-12 0 0 0,-12 36 4 0,-12 83 2 0,0 107 0 0,0 36-2 0,24-47-3 0,-12-49 0 0,-12-59-1 0,0-49-1 0,11-33-2 0,1-13-28 0,-24-24-35 0</inkml:trace>
  <inkml:trace contextRef="#ctx0" brushRef="#br0">16195 15919 1 0,'0'0'0'0,"-95"12"14"0,36 0 6 0,47-1-5 0,0 1-7 0,24 12-2 0,23-12-4 0,25 13-1 0,35-25-1 0,60-13 1 0,72-35 0 0,9 13 1 0,4-13 2 0,10 0 0 0,-1-11 1 0,-22 11-3 0,-37 0 0 0,-23 25 1 0,-48-1-1 0,-47 0-1 0,-25 0 2 0,-11 12 2 0,-25 1-1 0,2 11-2 0,-13 0-1 0,0-12 0 0,0 12 0 0,0-12-1 0,0 12-1 0,0 0-1 0,-13 0 0 0,2 0-13 0,-1 0-46 0,12 0 35 0</inkml:trace>
  <inkml:trace contextRef="#ctx0" brushRef="#br0">19851 14729 13 0,'0'0'10'0,"-24"-13"6"0,24 13 8 0,13 13-11 0,34-13-7 0,12-13-3 0,13 1-1 0,-1-13 0 0,1-9-1 0,-36-3 0 0,-25 3 0 0,-11-3 1 0,-23 14-2 0,-25-1 0 0,0 24 0 0,-11 24 0 0,-13 36-1 0,13 11 1 0,34 0 0 0,14 1 1 0,35-13 1 0,47-22 0 0,37-26 0 0,45-35-6 0,-33-13-81 0</inkml:trace>
  <inkml:trace contextRef="#ctx0" brushRef="#br0">20493 14597 17 0,'25'-36'19'0,"-1"12"17"0,-12 24-14 0,0 48-12 0,-12 36-5 0,0 10-3 0,34-10-1 0,2-36 0 0,0-48 2 0,24-61 0 0,0-69 0 0,-24 11-2 0,-24 71 0 0,-1 25-8 0,25 23-103 0</inkml:trace>
  <inkml:trace contextRef="#ctx0" brushRef="#br0">21030 14763 29 0,'0'0'12'0,"23"-11"1"0,38-12-2 0,10-27-6 0,12 16-3 0,-46-14 1 0,-37 12-1 0,-13 24 2 0,-23 0 3 0,-11 36-1 0,-2 36-3 0,3 23-2 0,34 1 0 0,24-25-1 0,47-22 1 0,24-37-1 0,25-61 0 0,-1 1 0 0,-37 1 0 0,-34 13 1 0,-11-15-1 0,10 1 1 0,-22 37-1 0,-13-1 0 0,-13 12 0 0,-11 12 1 0,-12 0-1 0,13 12 1 0,10 1-1 0,13-2 0 0,13 1 0 0,35-1 0 0,0 13 0 0,-25-11 0 0,-12 34 0 0,-11-10-1 0,13-16 1 0,10 4 0 0,2-13 0 0,-2-12 1 0,-11 0 0 0,24-37-1 0,13 16 1 0,-15-16-1 0,-11 13 1 0,-10 12 0 0,-13 12 2 0,0 12-2 0,0 24 0 0,24 10-1 0,12-33 0 0,23-13 1 0,1-34-1 0,-13-16 1 0,-23 3 0 0,-12 23-1 0,12 24-3 0,-24 84 2 0,0 83 1 0,0 71 1 0,-11 12 1 0,-26-72-3 0,1-70 2 0,0-97 4 0,-11-118 0 0,22-83-2 0,50 24-1 0,47 82-2 0,12 24-17 0,-25 36-85 0</inkml:trace>
  <inkml:trace contextRef="#ctx0" brushRef="#br0">21053 15704 21 0,'25'-47'14'0,"-13"11"6"0,-24 24 11 0,-49 12-9 0,-9 37-6 0,46 9-12 0,72 26-1 0,34-1-3 0,-33-11 0 0,-98-36 4 0,-69-12-2 0,46-37 0 0,120-9-3 0,107-3 1 0,0 2-1 0,-24-14 1 0,-60 2-1 0,-71 35 10 0,-24 48 0 0,0 58-3 0,24 50-4 0,24 59-4 0,-12-72 2 0,-12-60 1 0,-12-71 5 0,-12-107-2 0,13-155-4 0,58-12-2 0,13 167 2 0,-1 82-1 0,-23 75 0 0,-25 44-1 0,-83-34 2 0,-22-25 2 0,58-58 1 0,48-1-4 0,48 24-1 0,23 12 0 0,37-12 0 0,10-72 2 0,-22-60-1 0,-49-45-5 0,-47 34 6 0,-12 107 0 0,-24 72 2 0,11 58-2 0,13 50 0 0,0-1-2 0,0-24 1 0,37-60 1 0,11-47 2 0,35-71 0 0,24-37-2 0,-24 84 0 0,-71 36 0 0,0 36 2 0,12-2-2 0,48-45 0 0,35-60 0 0,-12-84 1 0,-24-48 1 0,-47 120-1 0,-36 81-2 0,0 99 3 0,12 9-2 0,36-10 0 0,-11-49-3 0,-2-71-25 0,-12-61-86 0</inkml:trace>
  <inkml:trace contextRef="#ctx0" brushRef="#br0">22757 15419 84 0,'0'0'7'0,"24"-12"4"0,83-12-11 0,11 24-4 0,-82 0-78 0</inkml:trace>
  <inkml:trace contextRef="#ctx0" brushRef="#br0">19542 14156 0 0,'0'12'8'0,"23"215"77"0,-11 166-80 0,-47 95-5 0,35-72-3 0,23-70 2 0,0-108-1 0,-10-119-8 0,-1-156-71 0</inkml:trace>
  <inkml:trace contextRef="#ctx0" brushRef="#br0">19303 14323 56 0,'-107'-46'12'0,"72"21"-4"0,94 13-1 0,179-12-4 0,167 1-1 0,179-48 0 0,106 21-2 0,-35 16-1 0,-107-3-1 0,-143-10 10 0,-108 10-2 0,-70 16-4 0,-49 8 0 0,-59 13-1 0,-71 71 0 0,-23 60 1 0,-25 143-5 0,-37 155 0 0,13 59 1 0,48 0-2 0,24-95 1 0,0-108 5 0,-14-82 3 0,-21-59-3 0,-13-73-3 0,-24-48-28 0,1-35-32 0</inkml:trace>
  <inkml:trace contextRef="#ctx0" brushRef="#br0">19363 16562 51 0,'-71'0'16'0,"59"35"-17"0,71-11 6 0,84-24-1 0,202-37 7 0,298-21 6 0,251 34-13 0,22 24-7 0,-165 0-2 0,-239 0 5 0,-226 0 7 0,-227-12 9 0,-72-24-6 0,-33 1-18 0,-14-1-91 0</inkml:trace>
  <inkml:trace contextRef="#ctx0" brushRef="#br0">8860 13394 1 0,'0'0'0'0,"24"-59"17"0,-12 0 16 0,1 35-6 0,-13 36-10 0,-13 84 2 0,1 105-8 0,24 2-6 0,12-50-3 0,-1-21 0 0,-23-48-1 0,0-49 2 0,0-23 1 0,-23-59-28 0,12-25-87 0</inkml:trace>
  <inkml:trace contextRef="#ctx0" brushRef="#br0">8800 13299 2 0,'0'-23'46'0,"0"11"-9"0,-11 12-21 0,11 0-9 0,23-12-2 0,37-1 0 0,11 2-2 0,1-1-2 0,22 12 1 0,2 0 0 0,0 0-1 0,23-11 1 0,0-2-2 0,0 1 1 0,1 24-2 0,-38-12 1 0,2 13-1 0,-14-13 1 0,-9 0 0 0,-13 0 0 0,-1 11 0 0,-11-11 2 0,-1 0-2 0,-23 0-1 0,12 0 1 0,-12 0 1 0,0 0-1 0,-12 0 2 0,0-11-1 0,0 11-1 0,0 0 2 0,12 0-4 0,-12 0 3 0,0 11-1 0,0 1-1 0,0 24 0 0,12-1 2 0,1 26-2 0,-13 10 1 0,0 13 1 0,-13 10 0 0,13 1 0 0,13 0 0 0,-13-11 0 0,11 0 3 0,-22 10 1 0,-2 1-4 0,13-24 1 0,0-21-1 0,13-16 0 0,-13-22 0 0,0 0 1 0,-25-12-10 0,1-24-82 0,24 24 49 0</inkml:trace>
  <inkml:trace contextRef="#ctx0" brushRef="#br0">8777 14227 0 0,'0'0'6'0,"-13"0"23"0,26-11 0 0,-1-1-3 0,-12 12-12 0,11 0-4 0,1-11-6 0,24 11 0 0,36-13-1 0,-1 13-4 0,11 0 3 0,-10 13 0 0,1-13-1 0,10 0 0 0,0 0 1 0,-13-13-1 0,15 13 0 0,-27 0 0 0,14 13 0 0,-24-13 0 0,13 11-1 0,9-11-1 0,-10 0 1 0,-12 12 1 0,-13-12 0 0,1 0-1 0,0 0 2 0,11 0-2 0,-11 0 1 0,0 0 1 0,-12 0-1 0,-12 0 1 0,11 0 1 0,1 0-2 0,-12 0 0 0,12-12 0 0,-24 12 0 0,12 0-1 0,0 0 1 0,-12 0-1 0,0 0 2 0,0-11-10 0,-12-2-117 0</inkml:trace>
  <inkml:trace contextRef="#ctx0" brushRef="#br0">9277 14026 1 0,'0'-12'4'0,"36"-48"-2"0,-13 2 3 0,13 8 21 0,-12 3 15 0,-12 35-8 0,-12 0-16 0,0 24-3 0,-60 84-1 0,-36 70-7 0,-11 62-4 0,1-2 0 0,-13-25 6 0,-24 2-9 0,12-37 1 0,12-35 2 0,11-12 0 0,49-47-1 0,23-26 1 0,24-33 0 0,12-13 1 0,12-47-22 0,47-1-96 0</inkml:trace>
  <inkml:trace contextRef="#ctx0" brushRef="#br0">9658 13896 16 0,'0'-25'52'0,"-12"0"-8"0,12 14-17 0,12 22-10 0,12 39-14 0,47 44 0 0,24 13-4 0,84 94 2 0,0-9 2 0,-36-24 2 0,-36-3-1 0,-12-33-3 0,-12-37-3 0,-23-60 4 0,-37-23 4 0,-10-24-1 0,-1-23-8 0,-1-26-143 0</inkml:trace>
  <inkml:trace contextRef="#ctx0" brushRef="#br0">8479 15491 3 0,'24'-37'50'0,"-24"24"-10"0,-48-9-19 0,-11-2-6 0,-37-1-7 0,-23 14-5 0,-37 22 0 0,-10 26-2 0,-24 22-3 0,47 25 0 0,48 12 0 0,47 9-2 0,36 27 1 0,72-25 0 0,35 1 1 0,36-25 3 0,48-24 1 0,0 1-1 0,-1-36 2 0,-11-24 1 0,-24-24 2 0,0-12-2 0,-36-35 0 0,-24 10-2 0,-35-21 2 0,-12 9-2 0,10-9 1 0,-21-1-1 0,-25-1 1 0,-59 2 0 0,-84-2-1 0,-48 13-2 0,-24-1 1 0,25 48-2 0,22 12 1 0,27 36-5 0,93 35-131 0</inkml:trace>
  <inkml:trace contextRef="#ctx0" brushRef="#br0">11194 15252 45 0,'0'-12'8'0,"0"-13"20"0,-36 2-7 0,-47 0-3 0,-37 23-6 0,2 12-3 0,-36 22-4 0,9 16 0 0,38 21-4 0,48 24-1 0,46-1-1 0,13 14-1 0,61 10 0 0,46 3 1 0,49-27-4 0,22-22 4 0,12-25 0 0,2-34 1 0,-15-26 1 0,-34-45-2 0,-24-15 4 0,-35 14 0 0,-13-14 0 0,-12 2-1 0,-24-11 2 0,-22-2 0 0,-13 1-2 0,-48 12 1 0,-11-1-1 0,-36 1 1 0,-25-2-1 0,2 27-1 0,-25-2 3 0,0 37-4 0,-13 11 1 0,26 23-2 0,35 25 0 0,34 11-1 0,15-11-17 0,10-37-40 0,36-11-17 0</inkml:trace>
  <inkml:trace contextRef="#ctx0" brushRef="#br0">8562 15525 2 0,'-23'0'34'0,"23"0"0"0,-12-11-17 0,24-1-8 0,11-12-1 0,-11 12 5 0,-24 0-2 0,-11-1-2 0,-25 3-3 0,24-2-1 0,-12 0-2 0,1-12 0 0,11 0-1 0,-24 12 0 0,0 12 0 0,-11-11-1 0,10-2 2 0,3 1 0 0,10 0-2 0,-12 12-1 0,-23 12 0 0,-1 0 1 0,13-12 0 0,-1 13-1 0,13-2 0 0,-13 12 0 0,13 2-1 0,-25-1 0 0,13-2 0 0,12 3 0 0,-2 11 0 0,2 12-1 0,23-2 3 0,12 15-1 0,12-14-2 0,12 13-5 0,-1-2 6 0,2 15-1 0,10-2 0 0,37-10 1 0,23-3 0 0,13-11 1 0,23 14 0 0,0-14 1 0,0-23 1 0,11-1 0 0,-23 2-2 0,1-13 3 0,-12-12 0 0,11-12 0 0,-1-24 0 0,-10 13 0 0,-49-14-1 0,1-22 0 0,-24 0 1 0,12-12-1 0,-12-2-1 0,-24 14 1 0,-12-36 0 0,-24-1 3 0,-23 13-4 0,-2 35 0 0,-21 25 0 0,-2-2-1 0,13-9 2 0,23-3-2 0,24 24 0 0,24 13 1 0,-11 13-4 0,-25 11-45 0,13-11-67 0</inkml:trace>
  <inkml:trace contextRef="#ctx0" brushRef="#br0">8692 14204 4 0,'25'-59'18'0,"-14"-1"20"0,25 1-14 0,-23 11-4 0,22 0-3 0,-23 14-1 0,0 21-1 0,-24 26-9 0,-23 69 1 0,-37 37-2 0,1 36-1 0,10 0-1 0,3-48-2 0,22-24 1 0,24-47-1 0,-12-24 2 0,12-12-1 0,0-24-22 0,24-23-53 0,0 34 5 0</inkml:trace>
  <inkml:trace contextRef="#ctx0" brushRef="#br0">8408 14264 1 0,'0'-24'16'0,"23"0"39"0,-11 12-16 0,-12 12-18 0,0 36-7 0,-12 12-6 0,12 12-3 0,0-1 0 0,0 0-1 0,-12 1-1 0,12-1-2 0,12-36 0 0,-12 14 0 0,12-13 0 0,-12-14 2 0,0-10-1 0,12-10 0 0,12-1 0 0,36-26-1 0,-1 1 1 0,0 12-1 0,-11-11-1 0,-36 23 1 0,-1 12 0 0,-11-11-1 0,13 11 0 0,-1-13 1 0,-1 13 0 0,-11-12-1 0,13-13-90 0,-13 25 27 0</inkml:trace>
  <inkml:trace contextRef="#ctx0" brushRef="#br0">6954 14847 1 0,'13'0'2'0,"-13"-13"16"0,0 2 1 0,12 59 3 0,-12 83-9 0,0 48-9 0,11-24-2 0,-11-37 0 0,12-22-2 0,-12-25 0 0,-12-46 1 0,24-50-10 0,0-71-61 0</inkml:trace>
  <inkml:trace contextRef="#ctx0" brushRef="#br0">6907 14763 3 0,'-12'0'14'0,"12"-11"10"0,12-1-8 0,48 1-6 0,47 11-4 0,48-13-5 0,35-11 0 0,-11 24 0 0,-36 12 0 0,-36 0-1 0,-60 1 0 0,-11-2 0 0,0-22 1 0,-12-14 3 0,0 25 1 0,-14-12-1 0,-10 12-2 0,0 37 2 0,0 45-2 0,0 25-1 0,0 13 0 0,-10-14-1 0,10-10 0 0,0-48 1 0,10-25-3 0,-10-23-52 0,0 0 11 0</inkml:trace>
  <inkml:trace contextRef="#ctx0" brushRef="#br0">6811 15478 1 0,'0'0'0'0,"13"0"18"0,23-12 11 0,22 12-10 0,14 0-9 0,48-12-6 0,11-11-1 0,35-1-3 0,-23 0 2 0,-13 11-1 0,-34 13 0 0,-36 0 0 0,-12 0 1 0,-13-11 0 0,1-1-1 0,0 12 1 0,-12-11 1 0,-24 11 0 0,0-13-1 0,0 1-19 0,0 0-61 0</inkml:trace>
  <inkml:trace contextRef="#ctx0" brushRef="#br0">10229 14072 0 0,'0'0'0'0,"-23"-23"37"0,23 12-9 0,0 11-12 0,59 34-6 0,14 50-2 0,20 48-3 0,27 22-5 0,12-22 0 0,-39-14 1 0,-32-22-2 0,-15-37 2 0,-33-59 3 0,-13-47 1 0,-35-37 0 0,-37-11-4 0,13 59 0 0,23 36-1 0,25 48 0 0,45 11-1 0,14 1 0 0,-48-12 0 0,-48-14 1 0,25-9-71 0,23-25 33 0</inkml:trace>
  <inkml:trace contextRef="#ctx0" brushRef="#br0">11206 14658 0 0,'0'-37'17'0,"0"13"12"0,24 1-7 0,-11 46-5 0,-2 239-2 0,12-143-15 0,0-59 2 0,-10-25 0 0,-13-35 0 0,12-59-30 0,-1 0-46 0</inkml:trace>
  <inkml:trace contextRef="#ctx0" brushRef="#br0">11254 14503 18 0,'0'0'12'0,"0"-25"16"0,46 13 0 0,50-1-11 0,71-10-14 0,48 0 0 0,10-2-2 0,-69 2 0 0,-61 12-1 0,-37-2 1 0,3 1 1 0,-14 12 2 0,-10 12 1 0,-26 1-2 0,12 21 0 0,2 26-1 0,-14 12-2 0,14 47 2 0,-14 48 0 0,-11-12-2 0,0-13 1 0,24-47 0 0,-12-47 1 0,-12-36 0 0,12-36-13 0,-24-12-45 0,-12 25-12 0</inkml:trace>
  <inkml:trace contextRef="#ctx0" brushRef="#br0">11515 15228 8 0,'-11'0'21'0,"-14"-13"8"0,-11 13-7 0,13 13-6 0,10-1-10 0,13 0-1 0,0 1-3 0,13-13 2 0,35 11-4 0,47-22 1 0,48-2 0 0,47-11 1 0,1 11-2 0,0 2 0 0,-25-1 1 0,-47 12-1 0,-23 0 1 0,-49 0-1 0,-35 0 1 0,-1 0 2 0,2-11-1 0,-1 11 0 0,-1-12-22 0</inkml:trace>
  <inkml:trace contextRef="#ctx0" brushRef="#br0">8741 13978 0 0,'0'0'1'0,"12"-11"0"0,-1-2 0 0,2 13-1 0,-1-12 6 0,-12 12 18 0,11 0-8 0,-11-12-4 0,12-1 0 0,0 13 7 0,-12 0-3 0,0 0-4 0,-12 0-5 0,12 0-2 0,0 13-1 0,0-13-1 0,-12 0-1 0,1 12 0 0,11 0 0 0,-12 12 1 0,-12 24-1 0,-12 23-1 0,0 12 2 0,-11 14 0 0,-2-3-1 0,13 13 0 0,-22-36-1 0,22-12 1 0,12-9-1 0,-11-4-2 0,11-10 1 0,12-24 1 0,1-1 1 0,11-34 1 0,23-25-1 0,13-23 1 0,11-1-1 0,13-24-1 0,10-22 1 0,-21 10-1 0,-2 14 0 0,-11 10 2 0,11 25-3 0,-22 11 1 0,-14 23 0 0,1 4-2 0,-35 42 1 0,-38 88-2 0,-21 21-1 0,-2 12 1 0,13 2 1 0,-1-37-1 0,36-48 1 0,25-46 2 0,11-13 0 0,24-72 1 0,35-35 0 0,25 0-1 0,-13-1 1 0,-11 14-3 0,-25 22 4 0,-35 60-3 0,0 24-2 0,-48 95-2 0,-35 48 3 0,-12 12-1 0,35-36 1 0,24-48-2 0,25-35 3 0,-1-37 2 0,1-45 0 0,11-26 1 0,23-12-2 0,-12 1 1 0,14-2-1 0,-14-9 0 0,1-1 0 0,-12 35 0 0,12 1-1 0,-12 34 0 0,0 1 0 0,0 12 0 0,0 0 0 0,0 36-1 0,-12 12 0 0,0 23 0 0,-11 13 0 0,10-13 1 0,2-23-1 0,-1 11 0 0,1-23 0 0,11 1 1 0,-13-26 0 0,13-1 0 0,0 3 0 0,0-1-1 0,13 13 0 0,-13-25 1 0,23 0 1 0,-12-13 0 0,14-11 0 0,34-23 1 0,1 10-1 0,-13 3 0 0,-11 9-1 0,0 13 0 0,-1-11 1 0,1 12-1 0,-25 11 0 0,-11 0 0 0,0 0 0 0,-11 11 0 0,-14 1 0 0,3-1-1 0,-14 13 1 0,-13 0 0 0,3 12-1 0,-2-12 1 0,12 0-1 0,0-14 1 0,13 15-2 0,-13-13 2 0,12 1 1 0,0-13-1 0,12 0 0 0,0 11 0 0,12-11 1 0,0 0-1 0,12 0 0 0,-12 0 0 0,0-11 0 0,0 11 0 0,0-13 1 0,0 1-1 0,0-34 0 0,0-15-7 0,0-10-8 0,-12-13-13 0,12 13-31 0,12 48-7 0</inkml:trace>
  <inkml:trace contextRef="#ctx0" brushRef="#br0">9324 12514 17 0,'0'-12'25'0,"0"12"30"0,-11 59-19 0,-14 49-20 0,2-3-12 0,23-21-2 0,-13-36-16 0,13 0-97 0</inkml:trace>
  <inkml:trace contextRef="#ctx0" brushRef="#br0">9158 12847 34 0,'12'0'9'0,"47"0"21"0,25-12-18 0,-1-24-6 0,-12-35-3 0,-35-1-1 0,-24 1 15 0,-12 34 18 0,-25 50-22 0,-11 70-4 0,14 26-7 0,-2-4-1 0,36-45-16 0,12-12-65 0,-24-48 37 0</inkml:trace>
  <inkml:trace contextRef="#ctx0" brushRef="#br0">9575 12728 30 0,'11'-12'55'0,"-11"12"-7"0,-11 58-25 0,11 3-15 0,-12-1-4 0,24-37-1 0,35-12-1 0,13-45 0 0,-1-26-2 0,-22-1 0 0,-26 40 1 0,-11 21-1 0,0 46 1 0,-11 2 0 0,34-24-1 0,24-24 0 0,1-36-2 0,-12-12 0 0,-36 48 1 0,12 37 0 0,12-3 1 0,35-21 0 0,-11-26-9 0,-13-10 4 0,-35 23 6 0,-24 36 6 0,48-12-6 0,48-36 0 0,-1-36-11 0,-35 12 0 0,-24 36-1 0,-36 25-105 0</inkml:trace>
  <inkml:trace contextRef="#ctx0" brushRef="#br0">7598 13799 1 0,'0'0'4'0,"0"-12"18"0,0 0-1 0,0 12-16 0,0 0-4 0,0 0 15 0,0 0 8 0,12 0-22 0,-12 0 2 0,0 0 6 0,12 0-2 0,-12-11-2 0,0 11-3 0,0 0 15 0,0-12-15 0,0 12 1 0,0 0-1 0,0 0-2 0,0 0 1 0,0 0 0 0,0-11-1 0,12 11-1 0,-12 0 0 0,0 0 0 0,0 0 1 0,0 0-1 0,0 0 0 0,0 0 0 0,0-13 1 0,0 13 0 0,0-12-1 0,10 0 0 0,-10 24 1 0,-10 47 5 0,-2 49-3 0,12-1-1 0,0-25-3 0,0-9-6 0,-12-2-25 0,12-71-25 0,-12-12-7 0</inkml:trace>
  <inkml:trace contextRef="#ctx0" brushRef="#br0">7550 14014 5 0,'0'0'15'0,"12"0"24"0,36 0-9 0,35-24-18 0,-11-36-3 0,-25 1-1 0,-23 11 14 0,-24 48-3 0,-13 60-10 0,2 11-5 0,11 1-3 0,11-37 1 0,14-24-10 0,11-22-27 0,-1-36-79 0</inkml:trace>
  <inkml:trace contextRef="#ctx0" brushRef="#br0">8015 13907 41 0,'0'0'54'0,"23"47"-14"0,-11 0-29 0,-1 1-8 0,-11-25-2 0,-11-23-19 0,-14-11-24 0,25-36-42 0</inkml:trace>
  <inkml:trace contextRef="#ctx0" brushRef="#br0">8253 13917 8 0,'12'-21'38'0,"-1"-4"-1"0,-11 0-13 0,0 2-13 0,-11 12-7 0,11 11-2 0,0 11 9 0,0 37 0 0,-36-2-4 0,11 4-4 0,38 9-2 0,35 12-3 0,-13 0 2 0,-47-23 1 0,-36-37 1 0,1-34-6 0,35-48-18 0,35-24-66 0,-10 83 57 0</inkml:trace>
  <inkml:trace contextRef="#ctx0" brushRef="#br0">8383 13716 67 0,'0'0'0'0,"13"36"69"0,-13 58-48 0,-13 2-13 0,38-60-4 0,22-47 1 0,13-49-2 0,-60 60-3 0,0 35-2 0,34 1-123 0</inkml:trace>
  <inkml:trace contextRef="#ctx0" brushRef="#br0">10789 14180 16 0,'0'-24'39'0,"0"-23"0"0,24-24-19 0,-12-13-10 0,12-35-5 0,-12 12-2 0,0 24-1 0,-12 24 0 0,-12 34-2 0,0 25 4 0,0 59 1 0,0 37 1 0,-12 11-3 0,24 12-2 0,12-35-1 0,0-38 0 0,12-33 2 0,23-60 2 0,25-24-2 0,-12 21 0 0,-49 50-2 0,-11 50 1 0,36-3 0 0,12-35 1 0,-1-24 0 0,-11-35 0 0,-36-3 0 0,-60 40-2 0,1 20 0 0,23 3 0 0,47-26 1 0,50-21-1 0,10-3 1 0,-22 26-1 0,-38 22-1 0,-11 26 1 0,35-37-1 0,25-12 2 0,11-24-1 0,-48 24 0 0,-34 35 0 0,22 2 0 0,61-50-2 0,35-46 4 0,-59 24-1 0,-48 47-1 0,-48 0-10 0,61 24-131 0</inkml:trace>
  <inkml:trace contextRef="#ctx0" brushRef="#br0">7312 14692 0 0,'0'0'3'0,"0"-13"2"0,0 13-1 0,0-10 0 0,0-1 11 0,0 82 7 0,-13 59-10 0,2 25-10 0,11-36-2 0,11-24-1 0,2-35 1 0,-1-25-6 0,12-11-37 0,-24-24 30 0</inkml:trace>
  <inkml:trace contextRef="#ctx0" brushRef="#br0">7526 14776 0 0,'0'0'0'0,"0"-24"6"0,11 12 2 0,2 12 10 0,-13 83 6 0,0 24-16 0,-13 1-6 0,13-25-1 0,13-23-1 0,-1-37 1 0,-12-23-20 0,12 0-30 0</inkml:trace>
  <inkml:trace contextRef="#ctx0" brushRef="#br0">7776 14729 0 0,'0'0'5'0,"0"23"24"0,0 72 2 0,0 36-24 0,-11-12-3 0,22-35-1 0,-11-50 0 0,0-21 1 0,0-13-1 0,0 0-3 0,13 0-40 0,-2 0-5 0</inkml:trace>
  <inkml:trace contextRef="#ctx0" brushRef="#br0">10359 11359 7 0,'0'0'0'0,"13"-48"39"0,-1 12-19 0,12 11-15 0,-24 50-4 0,-36 71-1 0,2 22 0 0,9-34-1 0,25-26 2 0,0-33-2 0,12-13 1 0,22-12 0 0,15-37-58 0</inkml:trace>
  <inkml:trace contextRef="#ctx0" brushRef="#br0">10683 11394 24 0,'11'-12'22'0,"-22"1"-19"0,-26 45-2 0,13 16 1 0,24 8-2 0,48-34-1 0,24-24 5 0,-25-36 0 0,13-23-3 0,-48 11-1 0,-36 1-3 0,-37 23-1 0,15 35 0 0,22 37-26 0</inkml:trace>
  <inkml:trace contextRef="#ctx0" brushRef="#br0">10014 11799 22 0,'-23'0'24'0,"0"0"-19"0,11-13 4 0,119 2-7 0,83-24 0 0,13 10-2 0,-37 14-1 0,-46-12 1 0,-61 10 1 0,-35 13 0 0,-12 13-6 0,-12-13-39 0</inkml:trace>
  <inkml:trace contextRef="#ctx0" brushRef="#br0">10170 11859 23 0,'0'0'6'0,"-47"0"5"0,47 0-5 0,95-23-2 0,59-2-2 0,37 0-2 0,-24 2 2 0,-72 12 3 0,-47-13-3 0,-25 0 0 0,-11 12 0 0,-1 12-3 0,-11 12-52 0</inkml:trace>
</inkml:ink>
</file>

<file path=ppt/ink/ink5.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11361 11740 40 0,'12'-59'7'0,"0"59"-2"0,-1 105 22 0,0 100-8 0,-11-4-10 0,13-34-4 0,-13-49-3 0,0-34 0 0,-13-47-2 0,-9-98-96 0</inkml:trace>
  <inkml:trace contextRef="#ctx0" brushRef="#br0">11218 11610 52 0,'-24'-13'4'0,"24"1"-3"0,83-13 2 0,108-9-1 0,47-3 0 0,107 3 0 0,-35 34-2 0,-119 0 10 0,-120 11-4 0,-35-11 0 0,-2 12-3 0,-9 47-1 0,-1 60 2 0,-1 61-1 0,14-4-2 0,-14-44-1 0,-23-25 1 0,0-23 0 0,-35-13 3 0,-37-11-2 0,-83-24 1 0,-83-13-2 0,-71 25 3 0,-1 0-5 0,60 11 4 0,130-47-4 0,109-12 4 0,59 0-11 0,22 0-78 0</inkml:trace>
  <inkml:trace contextRef="#ctx0" brushRef="#br0">14993 11455 68 0,'0'0'0'0,"-12"-73"4"0,12 133-1 0,-12 166 20 0,12 72-14 0,0-60-5 0,36-70 0 0,-1-63-2 0,-12-57 0 0,-23-83-101 0</inkml:trace>
  <inkml:trace contextRef="#ctx0" brushRef="#br0">14861 11442 60 0,'-23'-37'7'0,"46"26"-6"0,156-36 0 0,107 23 0 0,60 1 0 0,-14 10 3 0,-117 1 4 0,-131 24-2 0,-72-12 1 0,-12 47 0 0,11 49-3 0,1 71-3 0,24 47 0 0,12 0-1 0,-36-72 0 0,-12-10 1 0,-48-25 0 0,-59-23 3 0,-84-49-2 0,-83-23 0 0,1-35 0 0,82-14-1 0,83 14-1 0,25 12 1 0,36 22-2 0,11 1-30 0,36-12-46 0</inkml:trace>
  <inkml:trace contextRef="#ctx0" brushRef="#br0">18875 11074 44 0,'-13'-61'5'0,"13"61"3"0,0 166 13 0,0 85-6 0,13-13-9 0,-13-83-1 0,12-24-3 0,-12-60 2 0,0-47-6 0,0-95-89 0</inkml:trace>
  <inkml:trace contextRef="#ctx0" brushRef="#br0">18790 11001 62 0,'0'0'0'0,"-22"-48"6"0,129 37-6 0,119-25 0 0,36 24 1 0,36 12-1 0,-49 0 0 0,-104 0 2 0,-111-25 6 0,-11 15 2 0,38-1-7 0,-15 22-1 0,-10 72 0 0,-11 83 2 0,-14 73-1 0,2 11-1 0,-1-36-2 0,11-34 1 0,-23-62 1 0,-12-47 0 0,-11-34 3 0,-49-37-1 0,-82-37-2 0,-61-10-1 0,-60 10 0 0,14 14 0 0,35 12 0 0,23 22-1 0,73 1 0 0,58 12 0 0,84 0-3 0,48-13-96 0</inkml:trace>
  <inkml:trace contextRef="#ctx0" brushRef="#br0">12302 12966 26 0,'-12'-12'2'0,"0"-13"2"0,0 14 11 0,12-1-2 0,12 12-4 0,0 36 1 0,10 72-1 0,3 58-1 0,11 36-4 0,11 0-3 0,24-35 0 0,-10-47-1 0,-26-26 2 0,-23-69 0 0,-12-25 3 0,0-25-35 0,12 2-45 0</inkml:trace>
  <inkml:trace contextRef="#ctx0" brushRef="#br0">15493 12883 50 0,'0'-25'4'0,"12"62"-4"0,24 93 25 0,-26 299 4 0,15-238-24 0,-25-95-2 0,0-25-1 0,0-48-13 0,11-46-72 0</inkml:trace>
  <inkml:trace contextRef="#ctx0" brushRef="#br0">19422 12502 51 0,'0'-48'5'0,"12"37"1"0,-12 70 12 0,-35 131 3 0,-14 47-11 0,26-45-6 0,10-74 2 0,13-58-3 0,-22-36-12 0,22-37-90 0</inkml:trace>
  <inkml:trace contextRef="#ctx0" brushRef="#br0">12611 14442 29 0,'-48'-60'8'0,"25"49"-5"0,10-1 11 0,26 12-1 0,46 60 7 0,25 35-10 0,11-1-5 0,-12-23-2 0,-23-10-2 0,-37-13 1 0,-11-13-24 0,-12-47-60 0</inkml:trace>
  <inkml:trace contextRef="#ctx0" brushRef="#br0">12944 14335 51 0,'0'0'0'0,"-47"72"12"0,-48 70 23 0,-24-12-17 0,35-9-13 0,48-62-3 0,25 0-3 0,34-35-6 0,37-11-69 0,-48-13 44 0</inkml:trace>
  <inkml:trace contextRef="#ctx0" brushRef="#br0">15576 14227 81 0,'-12'-23'6'0,"-11"-1"9"0,46 60 12 0,49 46-9 0,22 27-8 0,2-26-5 0,-12-24-3 0,-37-11-1 0,-36-12-47 0,2-24-52 0</inkml:trace>
  <inkml:trace contextRef="#ctx0" brushRef="#br0">15945 14240 140 0,'-23'0'7'0,"-49"48"-5"0,1 46 19 0,-36 14-12 0,22-24-8 0,39-13-2 0,34-24-61 0,47-47-42 0</inkml:trace>
  <inkml:trace contextRef="#ctx0" brushRef="#br0">19077 13883 73 0,'0'-60'35'0,"12"49"-25"0,24 45 24 0,0 50-20 0,35 12-6 0,36-13-3 0,0-36-2 0,-58 1-1 0,-38-25-39 0,-11-46-79 0</inkml:trace>
  <inkml:trace contextRef="#ctx0" brushRef="#br0">19506 13859 122 0,'0'0'0'0,"-107"83"19"0,-12 36 3 0,10-35-5 0,-9-25-11 0,34-36-3 0,37-10-17 0,60-37-133 0</inkml:trace>
  <inkml:trace contextRef="#ctx0" brushRef="#br0">11277 14788 43 0,'0'-12'7'0,"0"-35"-4"0,36 47-3 0,-13 47 10 0,2 24-1 0,10 12-4 0,25-11-7 0,11 11 4 0,-10-11-3 0,-14-37 2 0,0-12-1 0,13 27 0 0,22-16-1 0,25 3 2 0,25-14-2 0,23-23 3 0,36 0-3 0,11 0 2 0,48 0-1 0,48 0 0 0,47-12 2 0,48 1 0 0,0 11 0 0,24 0-1 0,-12-13-1 0,34-11-1 0,3 13 1 0,46-25-1 0,11 12 0 0,3 0 1 0,-14 12 2 0,-24-11 0 0,-23 11 0 0,-60-12 1 0,-36 12-1 0,-83-12 1 0,-83-13-2 0,-60 3 0 0,-83-26 1 0,-36-22 0 0,0-26 0 0,0 1 0 0,-12 46 6 0,0 50-2 0,-24 59-4 0,-12 36-1 0,25-13 0 0,12-24 0 0,-2-23-15 0,13 0-81 0</inkml:trace>
  <inkml:trace contextRef="#ctx0" brushRef="#br0">15779 15525 90 0,'-13'-23'4'0,"2"59"-9"0,35 106 13 0,-12 37-1 0,-1-36-2 0,-11-24-3 0,0-24-1 0,0-47-38 0,-11-36-33 0</inkml:trace>
  <inkml:trace contextRef="#ctx0" brushRef="#br0">15517 15954 20 0,'24'0'11'0,"22"23"8"0,15 73-8 0,-2 12-10 0,-11-49 1 0,-12-46 1 0,11-63-15 0,1-32 5 0,-12 46 10 0,-26 72 6 0,-32 36-5 0,-38-12-15 0,36-37-34 0</inkml:trace>
  <inkml:trace contextRef="#ctx0" brushRef="#br0">15755 17002 12 0,'-12'-12'3'0,"-1"-84"13"0,13 37 8 0,0 13 6 0,0 46-19 0,36 82-3 0,36 49-3 0,12-36-6 0,-2 12 1 0,-22-47-2 0,-24-24 4 0,-12-36-17 0,-1-72-49 0,-23-23 35 0</inkml:trace>
  <inkml:trace contextRef="#ctx0" brushRef="#br0">16136 16965 1 0,'0'0'0'0,"0"-94"31"0,-12 83 2 0,-24 82-10 0,-48 47-10 0,2-10-7 0,22-24-4 0,12-13-1 0,36-37-17 0,24-21-77 0</inkml:trace>
  <inkml:trace contextRef="#ctx0" brushRef="#br0">16946 17062 0 0,'-12'-13'0'0,"12"-10"2"0,12-1 2 0,11 12 4 0,-12 0 3 0,2 12 1 0,-1 37-4 0,-12 34-4 0,0 0-3 0,11-24 0 0,2-23 0 0,-1-24 3 0,12-12 1 0,-12-34-2 0,11-4-1 0,-11 39-2 0,24 11-1 0,0 11-1 0,11 26 0 0,-24-37 1 0,2 0 2 0,-25-37 2 0,-12 14-2 0,-1 0 1 0,26-2-2 0,47-9 2 0,-1 9-2 0,-12 25 1 0,-11 0-3 0,-12 25 1 0,0 9-2 0,12 14 3 0,-13-25-1 0,-23 2 3 0,-23-37 1 0,-1-1 0 0,24-33-1 0,36 10 0 0,11 0-1 0,13 24 1 0,-11 0-2 0,-15 12-1 0,2 12 0 0,12 0 1 0,-12 1-1 0,-26-2 0 0,3 1 1 0,-1-1-1 0,-12-22 2 0,11-1 1 0,-11-12 0 0,-11 0 0 0,-24 11-1 0,-1-9-2 0,11 22 1 0,25 0 0 0,0 0-1 0,13 22 1 0,23-9-20 0,-24 11-9 0,-12-11 17 0,10-13 12 0,-10-13 4 0,0-11 7 0,-10 11 2 0,10 26-8 0,-24 24-2 0,12 10-1 0,12-12-3 0,24-12 3 0,23 14 0 0,-11-49 0 0,-12-13 2 0,-24-21 1 0,-13-26-2 0,-10 25 0 0,-1 35-3 0,-1 12-1 0,25 22-1 0,36-22 2 0,25 0 1 0,23 0-1 0,-37 37-2 0,-12 10 0 0,-11-10 0 0,-24-14 3 0,12-23 3 0,24-47 1 0,23-13 0 0,-23 23-3 0,-24 27-2 0,-1 57-2 0,14-11 1 0,57 0 2 0,38-36 2 0,-25-25 1 0,-11-9 1 0,-48-26 0 0,-36-1-1 0,-12 38-1 0,-12 23-4 0,0 23-1 0,24 73-3 0,12 47 0 0,-12-1-1 0,-24-71 3 0,-1-46-6 0,-21-25-67 0</inkml:trace>
  <inkml:trace contextRef="#ctx0" brushRef="#br0">17016 17777 40 0,'0'0'0'0,"-130"11"6"0,23 12-6 0,131-10-2 0,189-37 2 0,157-12 3 0,83 12-2 0,-36 24-1 0,-120 12 2 0,-201 13-36 0,-119-25 21 0,-50-25 13 0,1 0 1 0,72 15-5 0</inkml:trace>
</inkml:ink>
</file>

<file path=ppt/ink/ink6.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5645 12002 21 0,'12'-72'5'0,"1"1"1"0,-13 23 18 0,0 60 2 0,0 119-2 0,0 107-10 0,-13 13-12 0,13-38 0 0,0-45-2 0,13-63-5 0,-2-80-51 0,-11-37-3 0</inkml:trace>
  <inkml:trace contextRef="#ctx0" brushRef="#br0">5478 11930 59 0,'-12'-36'3'0,"48"-11"-2"0,83-14 1 0,72 15 5 0,46 10-1 0,-10 24-5 0,-25 12 1 0,-94 0 3 0,-49 36 4 0,-35 11-5 0,-12 48 1 0,0 84-2 0,12 23 0 0,23 13-5 0,0-37 3 0,-22-58 0 0,-25-26 1 0,-36-46 0 0,-59-25 1 0,-71-34-3 0,-61-12 3 0,12 11-2 0,37 12-1 0,47 0-2 0,36 23 1 0,35 13-14 0,72 12-47 0,-12-48 29 0</inkml:trace>
  <inkml:trace contextRef="#ctx0" brushRef="#br0">9134 11704 85 0,'0'-23'46'0,"-36"10"-46"0,11 168 17 0,3 118-1 0,-2 3-10 0,36-75-5 0,22-58 0 0,-9-48-9 0,-25-71-54 0,0-72-20 0</inkml:trace>
  <inkml:trace contextRef="#ctx0" brushRef="#br0">8943 11715 53 0,'0'-23'3'0,"36"-1"-3"0,130-23 10 0,85 36-2 0,11 11-6 0,-36 21-2 0,-107-8 12 0,-108-1 1 0,2-12-9 0,23 48-4 0,24 71 2 0,10 120 1 0,-22 58-2 0,-12-35-2 0,0-84 1 0,-72-71 2 0,-84-59 1 0,-69-36 0 0,-50-36 0 0,0 24-2 0,1 0-1 0,84 0-1 0,47 12-15 0,95-12-45 0,24 0 22 0</inkml:trace>
  <inkml:trace contextRef="#ctx0" brushRef="#br0">13004 11501 98 0,'0'0'22'0,"-48"143"-12"0,25 167 4 0,23-24-8 0,11-83-2 0,1-98 0 0,-12-55-30 0,0-75-83 0</inkml:trace>
  <inkml:trace contextRef="#ctx0" brushRef="#br0">12921 11466 131 0,'0'-48'3'0,"83"12"-6"0,179-12 1 0,60 1 3 0,-49 35-1 0,-94 12 2 0,-131-12 7 0,-36-1 9 0,-12 13-16 0,22 50-3 0,14 80 2 0,0 132 0 0,-23 83-2 0,-1-23-1 0,-1-72 2 0,-11-85 0 0,-23-56 0 0,-37-74 4 0,-59-47-2 0,-96-23-4 0,-70-12 3 0,-1 10 3 0,61-10 3 0,105 10-3 0,59 14-3 0,39 35-19 0,10 36-122 0</inkml:trace>
  <inkml:trace contextRef="#ctx0" brushRef="#br0">6419 12275 15 0,'0'0'11'0,"-12"0"5"0,12-12 5 0,-13 12-2 0,13 0-3 0,0-12-3 0,0 12-4 0,0 0-6 0,13 0 2 0,10 0-1 0,25 0 0 0,24 0-2 0,23-23 2 0,-1 23-1 0,-9-11-1 0,-2 11-1 0,0 0 0 0,1 0 0 0,23 0 0 0,24 0-2 0,-12 0 1 0,-13 0 1 0,-9 0 0 0,-2 0 0 0,-1 0-1 0,26 0 0 0,-2 0-1 0,2 11 0 0,-13-11 2 0,13 12-1 0,-25-12 1 0,12 11-1 0,-25-11 1 0,-10 0 0 0,-24 0-1 0,-24 0 1 0,0 12 0 0,-12-12 2 0,0-12-1 0,24 12-1 0,-13 0-1 0,-11 0 0 0,-1 0 0 0,2 12-1 0,-13-24-50 0,0 12-29 0</inkml:trace>
  <inkml:trace contextRef="#ctx0" brushRef="#br0">8491 11966 30 0,'0'0'20'0,"-12"-12"-4"0,0 12 1 0,24 0-3 0,0 12-2 0,0 0-3 0,0 1-5 0,12 8-1 0,22 4-1 0,-10-13 0 0,13 12 1 0,-14-1-1 0,-12 2 0 0,26-13 1 0,-2-1-2 0,-23 1-1 0,0 12 2 0,-12-12 0 0,0 0 2 0,1-12-2 0,-2 13-1 0,-11-13-2 0,12 11 2 0,-12-11-1 0,0 0 4 0,-23 12-1 0,-14-1 1 0,1 13-1 0,-11 0-1 0,-14 12 0 0,-10 12-1 0,12-1-1 0,0-11 0 0,23-12 3 0,12 0-1 0,12-13 0 0,0-11-1 0,0 12 0 0,12-12 1 0,0 0 0 0,0 0-74 0,0 0-8 0</inkml:trace>
  <inkml:trace contextRef="#ctx0" brushRef="#br0">10003 12347 47 0,'-47'0'23'0,"23"-12"-5"0,24 12-11 0,0 0 0 0,24 0 7 0,23-13-8 0,36 2 0 0,49-12-3 0,22 10 1 0,48-11-4 0,25 13-1 0,11-1 2 0,-11 12-1 0,-14 0-1 0,-22 0 3 0,-12-11 1 0,11 11-2 0,-24-13-1 0,-46 13-1 0,-25-12 5 0,-47 12 0 0,11-12-2 0,-11-1-1 0,12 13 0 0,-12 0 0 0,-2 0-1 0,-21 0 0 0,11-11 1 0,-1 11-6 0,-11-12-33 0,-24 12-46 0</inkml:trace>
  <inkml:trace contextRef="#ctx0" brushRef="#br0">12480 11941 105 0,'0'0'1'0,"-36"-11"1"0,49-1 4 0,-13 12 0 0,34 23 2 0,15-10-2 0,10 24-3 0,1-3-2 0,-1 3 0 0,-23-3 0 0,-12-21 2 0,-12-1 2 0,-12 0 0 0,0 22 2 0,-48 16-2 0,-23-4-2 0,-1 2-1 0,25-12 0 0,35-11-1 0,-1-25 0 0,13 11 0 0,0-11-3 0,0 10-19 0,-11 3-43 0,11-13-15 0</inkml:trace>
</inkml:ink>
</file>

<file path=ppt/ink/ink7.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15398 6037 32 0,'0'-12'30'0,"0"0"-26"0,12-1-1 0,-12 2 8 0,0 11 0 0,0 11 17 0,23 14-21 0,1 10-2 0,0 1 1 0,-12 23-1 0,12-11-4 0,0-12 0 0,11-12 1 0,-24-24 1 0,14 0 2 0,-1-12-1 0,12-24-3 0,22-24 0 0,14 1-1 0,12 0 2 0,-2-1-4 0,-33 12 4 0,-37 25-1 0,0 12 6 0,-12-2-4 0,0 13 0 0,0 0-3 0,12 0-10 0,10 13-122 0</inkml:trace>
  <inkml:trace contextRef="#ctx0" brushRef="#br0">15350 7335 27 0,'0'0'45'0,"-12"-25"-16"0,12 2-9 0,0-13-1 0,12 12-11 0,0 11 0 0,-12 13 2 0,0-11-3 0,0 11-3 0,0 0-1 0,12 11-3 0,12 26 1 0,-12 10-1 0,11 13 3 0,1-12-3 0,0-14 3 0,0-21-3 0,-12-1-2 0,-12-12 5 0,0 0 4 0,24-25-3 0,35-21-1 0,36-2-3 0,-11-11 2 0,-13 11-2 0,1-11 3 0,-1-1-4 0,-35 24 4 0,-36 11-3 0,0 15 2 0,-12-1-2 0,-1 11 2 0,13 11-44 0,13 12-66 0</inkml:trace>
  <inkml:trace contextRef="#ctx0" brushRef="#br0">2513 16181 33 0,'0'-36'17'0,"-12"-11"0"0,12 22 7 0,12 13-2 0,0 24-6 0,12 84-3 0,-12 59-4 0,-12 0-2 0,0-13-4 0,0-35 0 0,-12-46-2 0,12-3 0 0,-12-45-24 0,12-38-38 0,0-21-3 0</inkml:trace>
  <inkml:trace contextRef="#ctx0" brushRef="#br0">2488 15966 70 0,'-11'-23'10'0,"-1"23"8"0,-1 23 6 0,3 61-9 0,-14-2-3 0,-12 2-4 0,0 0-3 0,12-13-2 0,1-23-1 0,23-36 0 0,0-35 4 0,12-27-4 0,23-21-1 0,-11 24 0 0,0 0 0 0,13 11 0 0,-16-23-1 0,15 11 1 0,-23 25-1 0,-13 10 1 0,12 13 0 0,0-12 0 0,12 12 0 0,-12-12-1 0,11 12 1 0,-12 12-1 0,2 13 0 0,23 21 0 0,-13 13 1 0,2-10-1 0,-2-14 1 0,2-11 2 0,-25-11 1 0,0-13 1 0,0-13-3 0,0 1-1 0,0 12-13 0,-25 0-88 0,13 0 42 0</inkml:trace>
  <inkml:trace contextRef="#ctx0" brushRef="#br0">1358 12025 63 0,'0'-13'10'0,"0"26"4"0,0 47 20 0,23 22-14 0,13-21-10 0,-12-14-5 0,-12-11-2 0,0-36-1 0,-12 0 5 0,-12-48-5 0,-12-11-1 0,1-12 0 0,-2-13 0 0,-11 1-2 0,13-1 2 0,12-12 0 0,11 73 0 0,11 12-3 0,37-13 2 0,11 11-3 0,1 50 4 0,-36 10-1 0,-11 1 4 0,-26-25-2 0,-35-11 3 0,12 0-4 0,-12 12-2 0,1 70-28 0,11-10-57 0,36-71 47 0</inkml:trace>
  <inkml:trace contextRef="#ctx0" brushRef="#br0">1690 11978 104 0,'-11'-24'12'0,"11"36"-1"0,11 24 15 0,2 47-13 0,10-12-1 0,-10 24-5 0,10-24-2 0,-10-10 0 0,-1-51 0 0,-12-10 3 0,-12-21-1 0,-1-63-5 0,2 13 1 0,11 10-3 0,-12 26 0 0,-1 10-8 0,13 14-133 0,0 11 92 0</inkml:trace>
  <inkml:trace contextRef="#ctx0" brushRef="#br0">3108 7769 28 0,'0'-7'14'0,"-24"-16"0"0,18-8-2 0,6 14 4 0,-6-1-2 0,6 12-3 0,6 6-7 0,6 24-4 0,0 24 3 0,0 34 10 0,-6 20 1 0,6-13-11 0,-6-29 0 0,-6-24-3 0,0-24 5 0,0 5-31 0,-6-11-74 0</inkml:trace>
  <inkml:trace contextRef="#ctx0" brushRef="#br0">2995 7983 35 0,'0'-7'12'0,"6"-4"9"0,5 11 9 0,2 0-12 0,-2 18 1 0,7 11-7 0,0 7-6 0,6 0-3 0,-12-6 0 0,0-18 0 0,0-7 0 0,-12-5-8 0,0-23-42 0,6 4-40 0</inkml:trace>
  <inkml:trace contextRef="#ctx0" brushRef="#br0">3251 7911 37 0,'-12'-12'50'0,"-6"30"-27"0,1 36-8 0,-14-1-2 0,8 1-4 0,5-24-2 0,0-12-3 0,12-13 1 0,6-10-1 0,6-13-21 0,6 12-80 0</inkml:trace>
  <inkml:trace contextRef="#ctx0" brushRef="#br0">15148 8323 17 0,'11'-12'25'0,"-11"-13"15"0,0 2-18 0,0-1-7 0,13 24 1 0,-13 0-10 0,34 24 2 0,2 24-3 0,12 11-1 0,-12 12-1 0,0 0 0 0,-24-21-2 0,24-4 1 0,-2-10 0 0,-9-24 1 0,-13-48 1 0,24-22-2 0,-2-15-1 0,38-9 0 0,24 21 0 0,-13 14 0 0,-35 23 1 0,-36 12-1 0,0-12 1 0,-12 12-1 0,0 0 0 0,0 12-35 0,12 0-75 0</inkml:trace>
  <inkml:trace contextRef="#ctx0" brushRef="#br0">15206 9525 77 0,'0'-12'5'0,"-23"-12"21"0,23 24-11 0,0 0-9 0,12 0 7 0,24 11-5 0,-12-11 0 0,11 25-3 0,-11-13-2 0,0 12 0 0,-12-1-1 0,0 1 1 0,0-11 0 0,1 10 0 0,10-12-1 0,-23 2-2 0,11-1 1 0,-11-12 1 0,12 0-1 0,-1 0 2 0,14-12-1 0,11-12 0 0,10-12-1 0,3 1-1 0,-1-1 0 0,-1-1 1 0,1-9 0 0,11-2-1 0,1 0 2 0,-12 25-3 0,-36 12 1 0,-2-14 1 0,15 13 0 0,-1-12 0 0,-12 24-1 0,-1-12 0 0,-11 1 4 0,13-2-4 0,-13 1-17 0,0 12-115 0</inkml:trace>
  <inkml:trace contextRef="#ctx0" brushRef="#br0">3847 7918 34 0,'0'0'23'0,"-36"-13"10"0,12 13-4 0,12 0-10 0,0 0-8 0,0 0 1 0,1-23-6 0,-1-13-4 0,12-10 0 0,12-15-3 0,-1 13-3 0,1 2 2 0,12-4 0 0,24-21-1 0,-2 24-1 0,3 0 2 0,23 11 0 0,-1-12 2 0,12 12-1 0,13 1 0 0,23-1 0 0,12 24 0 0,-24-1 0 0,24 2 1 0,0 11-2 0,12 0 2 0,-24 11 1 0,-12 39-3 0,-24 21 2 0,-11 34 1 0,-1 16 4 0,1 9 2 0,-1 0 0 0,-23-33-1 0,-12-26-1 0,-13-47-1 0,-12 0-2 0,-11-24 4 0,0-11-2 0,-34-14-1 0,-26 13-5 0,-23-12 3 0,22 1-1 0,3-14 0 0,22 3-2 0,12 9 2 0,-1 13-2 0,25 12 2 0,0 24-4 0,36 12 4 0,35 0-1 0,14-13 2 0,-38-11 0 0,-11-24 2 0,-12-11-2 0,12-36 2 0,-24 9-3 0,-1 40 0 0,-11 10-2 0,12 35 1 0,-12 13 0 0,-12-12 2 0,1-24-3 0,-1-1 3 0,1 1-2 0,11-12-2 0,0 24-161 0</inkml:trace>
  <inkml:trace contextRef="#ctx0" brushRef="#br0">15219 11811 8 0,'0'0'9'0,"12"-25"22"0,-1 14-10 0,2 11 2 0,-1 24-4 0,-1 36-8 0,13-1-7 0,12 1 2 0,-12-36 2 0,35-48 5 0,25-60-9 0,-2 1-1 0,61 12-3 0,-35 35 0 0,-48 0-22 0,-36-1-79 0</inkml:trace>
  <inkml:trace contextRef="#ctx0" brushRef="#br0">15231 10538 70 0,'0'0'4'0,"11"34"-1"0,37-21 12 0,36-73 6 0,47-35-13 0,47 0-13 0,-95 59-59 0</inkml:trace>
  <inkml:trace contextRef="#ctx0" brushRef="#br0">2989 8227 0 0,'0'0'10'0,"0"0"46"0,-13-12-43 0,3 24-4 0,-14 13-4 0,-12 9-2 0,12-9-3 0,-12 10 1 0,0-11 0 0,25 0-1 0,-1-11 1 0,-1-13 0 0,13 0-1 0,0 0-34 0</inkml:trace>
  <inkml:trace contextRef="#ctx0" brushRef="#br0">2740 8239 0 0,'0'0'0'0,"-13"-37"40"0,13 16 0 0,0 21-36 0,13 21-2 0,-2 29 0 0,25 21 0 0,-13 0-2 0,13-24 1 0,-12-23 0 0,-12-24 0 0,0 0 0 0,0 0-78 0</inkml:trace>
  <inkml:trace contextRef="#ctx0" brushRef="#br0">6169 8430 0 0,'0'0'25'0,"12"-12"0"0,-12 12-5 0,0-11-6 0,0-2-2 0,12 13-4 0,0 13-1 0,-2 10 3 0,3 12-1 0,10 12-3 0,-10-22-3 0,-1 0 0 0,-1-14-1 0,-11-1-1 0,13-10 1 0,-13 13 8 0,36-60-6 0,11-13-2 0,25 12 0 0,-25 1-3 0,-10-1 1 0,-3 13 0 0,-9-1-1 0,-14 13 0 0,12 10 1 0,-23 13-2 0,13 0-13 0,-13 13-108 0</inkml:trace>
  <inkml:trace contextRef="#ctx0" brushRef="#br0">21720 12167 61 0,'156'-58'4'0,"-49"22"4"0,-36 12 11 0,-35 0-7 0,0 1-7 0,23 23-1 0,13 10 1 0,-13 40-1 0,1 9-1 0,-26 60-2 0,-21 47 0 0,-13 60 1 0,-23 37 1 0,23-3 0 0,10 3-2 0,-10-24-1 0,0-50 0 0,-34-34 1 0,-14-47 2 0,-23-61-2 0,11-23 3 0,13-82 1 0,23-15-4 0,12 38 0 0,-1 47 0 0,13 34 2 0,36 4-1 0,37-39 1 0,9-11-13 0,-10-11-103 0</inkml:trace>
  <inkml:trace contextRef="#ctx0" brushRef="#br0">20685 15336 34 0,'-13'-25'23'0,"26"2"-1"0,34-25-2 0,-11-11-5 0,11 11-2 0,-22 36-7 0,-14 12-2 0,13 12-1 0,-24 36 0 0,0 36-3 0,-12-2 1 0,0 2-1 0,12-37 1 0,0-23 1 0,12-48 3 0,24-47-2 0,25-25-1 0,-4 25-1 0,-32 46-1 0,-1 14-1 0,-12 72 0 0,12 21-1 0,-2-22 2 0,14-26-1 0,-11-34 3 0,11-46 0 0,-1-50 0 0,-23 1-1 0,-12 48 0 0,0 34-1 0,0 13-2 0,12 60 1 0,13 24-1 0,22-25 2 0,12-23-1 0,35-36 1 0,-9-36 1 0,-2-23 0 0,-36-25 0 0,-22 1-1 0,-14 22 1 0,-22 39-3 0,-25 57 0 0,-12 49 1 0,13 11 0 0,46-11 0 0,61-37 1 0,11-35 0 0,24-60 1 0,1-47 0 0,-25 35 0 0,-59 49-1 0,-12 34 1 0,-12 49 0 0,0-12-2 0,35-13-1 0,14-35-19 0,21-24-41 0,-34-24 5 0</inkml:trace>
  <inkml:trace contextRef="#ctx0" brushRef="#br0">22459 14907 63 0,'0'0'0'0,"-71"-48"35"0,71 36-28 0,35 49-86 0</inkml:trace>
  <inkml:trace contextRef="#ctx0" brushRef="#br0">22721 15336 13 0,'0'0'12'0,"13"-37"2"0,-13 3-2 0,11-16-5 0,1 16-2 0,-12-3-2 0,0 14-1 0,-12-1 1 0,1 12 0 0,-14 0-1 0,-11 24 2 0,-12 0-1 0,12 12 1 0,-22 12-3 0,9 22 1 0,2 15-2 0,22-25 0 0,25-14 0 0,25-34 3 0,35-47-2 0,11 0 0 0,-23 36-2 0,-12 22 0 0,-25 60 3 0,13 23-1 0,-24 27 0 0,-12 9-1 0,-36-34 1 0,-11-25 1 0,24-35 0 0,-14-36 3 0,13-60-2 0,13-35 1 0,35 12-6 0,48-1-5 0,59 13-4 0,24-36-3 0,0-23 7 0,-60-14 6 0,-35 37 2 0,-37 11 0 0,2 12 1 0,-13 50-1 0,0 45 2 0,-36 108 6 0,-13 72-4 0,3-1-2 0,22-82-1 0,12-73 2 0,36-70 4 0,70-61-8 0,-21 38-1 0,-39 69-1 0,2 49 0 0,24-13 1 0,0-23 1 0,22-48 1 0,25-71-5 0,1-83-14 0,-24-61 10 0,-61 120 10 0,-34 96 5 0,-37 57-4 0,-11 87-1 0,11 45 0 0,60-12-2 0,35-47-1 0,26-71 3 0,20-60 0 0,27-71-2 0,-25-23-1 0,-82 81 1 0,-37 49-3 0,-24 47 3 0,35 37-1 0,49-25 0 0,60-35 1 0,23-36 0 0,0-36-5 0,24-23 0 0,-60 11 5 0,-83 36-1 0,-59 48 3 0,0 24-3 0,47-25 1 0,59-22 1 0,25-61-1 0,-1-83-7 0,1-60 1 0,-72 72 16 0,-48 106 0 0,-12 97-6 0,36 36-3 0,37 23-4 0,-26-25-25 0,-23-70-23 0</inkml:trace>
  <inkml:trace contextRef="#ctx0" brushRef="#br0">23566 14834 76 0,'48'-94'3'0,"213"46"-1"0,-10 25-1 0,-167 23-3 0,-144 0-21 0,-23 0-32 0</inkml:trace>
  <inkml:trace contextRef="#ctx0" brushRef="#br0">21375 16169 85 0,'0'-37'5'0,"24"14"16"0,36 95-1 0,-36 59-14 0,-2-1-4 0,-32-46 2 0,-14-48 3 0,0-72-4 0,48-95 0 0,35-11-1 0,24 70-2 0,-23 72-1 0,23 59 0 0,-23 25 1 0,-48-13 1 0,-48-35 3 0,12-25 0 0,24-70-1 0,84-37-3 0,11 49 0 0,-23 47-2 0,-1 36 0 0,-35 35 0 0,-12-10 1 0,23-27 0 0,36-22 0 0,37-35-5 0,11-13-1 0,-24-1 2 0,-48 3 4 0,-35-14 1 0,-11 0 0 0,-13 13 1 0,-25 23-1 0,-11 12 0 0,-12 12 0 0,1 23 0 0,-12 13 1 0,22 0-2 0,14-1 1 0,23-23 0 0,12 0 0 0,-1-24 0 0,26-24 0 0,10-13-1 0,12 14 2 0,-34 23-2 0,-14 12 1 0,25 24-1 0,12-24-1 0,34-24 1 0,15-47 0 0,-51 22 0 0,-33 37 5 0,-26 71 2 0,2 37-6 0,11 10 0 0,0 26 2 0,-47-83 0 0,-38-38-2 0,3-96-28 0,58-45-79 0</inkml:trace>
  <inkml:trace contextRef="#ctx0" brushRef="#br0">22983 15895 110 0,'-24'11'6'0,"24"2"-5"0,24 22-68 0,-12-23 28 0</inkml:trace>
  <inkml:trace contextRef="#ctx0" brushRef="#br0">23530 16216 32 0,'0'0'0'0,"36"-47"24"0,0 35-1 0,-24 83-12 0,-12 36-7 0,0-23-1 0,12-49 0 0,12-35 3 0,35-71-2 0,25-25-2 0,-25 62 1 0,-36 34 0 0,-23 34-3 0,25 14-2 0,35-36 3 0,23-47 1 0,-24-13 0 0,-47 37-1 0,-12-2-1 0,-12 37-1 0,24-1 1 0,12-23 0 0,-12-23 1 0,-12-1 1 0,-36 0-1 0,12 11-1 0,1 13 0 0,35 0-1 0,11 0 1 0,-11 25-1 0,-12-13 1 0,0-12 0 0,0 13-1 0,-12 21 0 0,0 14-1 0,24 12 1 0,36-36 1 0,-12-35 1 0,11-39 0 0,-24-21 2 0,-10-23 0 0,-37 58-1 0,-11 36-3 0,-13 36 0 0,36 11-2 0,61-23-3 0,33-12 2 0,25-60 4 0,12-35 2 0,0-72 1 0,-1-23 3 0,-82 83-5 0,-72 70 1 0,-22 50-4 0,-14 80 0 0,25 39-2 0,47 11 0 0,47-48 0 0,1-59 4 0,24-37 7 0,23-82 0 0,-12-24-5 0,-72 72 0 0,-69 57 1 0,-2 37 0 0,60-10-5 0,36-13 3 0,23-36-25 0,-36-72-24 0,-10 12 0 0</inkml:trace>
  <inkml:trace contextRef="#ctx0" brushRef="#br0">24793 15883 31 0,'-49'-24'15'0,"-9"-13"28"0,116 27-25 0,134 10-13 0,-1-12-3 0,-120 0 1 0,-83-12-3 0,-36 24-85 0</inkml:trace>
</inkml:ink>
</file>

<file path=ppt/ink/ink8.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19018 12477 5 0,'0'0'16'0,"0"-11"-12"0,0-1 17 0,23 1-10 0,1-2-9 0,60 1-1 0,59 0 2 0,23-1-2 0,311-8 4 0,-193 8-4 0,27 1 0 0,10 0 1 0,13 12 1 0,-14 0-3 0,-57 0 2 0,-36 0 0 0,-37 0-1 0,-47 12 2 0,-36-12 9 0,-60 0 1 0,-34 0 0 0,-13 0-6 0,0-25-4 0,0 14-1 0,0-12-1 0,0-2-3 0,0 13-92 0</inkml:trace>
  <inkml:trace contextRef="#ctx0" brushRef="#br0">16612 13549 28 0,'36'-59'29'0,"-24"34"-27"0,-24 14 1 0,-35 22 4 0,-37 14-6 0,-35 11 1 0,-23 24-2 0,-14-13 1 0,37-23 0 0,48-24-2 0,35 11 2 0,12 1-2 0,12 12 1 0,12 0-1 0,0 12 1 0,12 12-1 0,-12 23-1 0,0 36 1 0,0 12 0 0,0-1 1 0,0 3-1 0,-12 9-1 0,0 13 0 0,0 36 1 0,12-13-1 0,-12-22 1 0,1-2 0 0,11 1 1 0,-12-24-3 0,12 0 4 0,12-1-3 0,-12-34 1 0,0 12 0 0,0-25 0 0,-12-46 1 0,12-14 1 0,0 1 0 0,23 11 0 0,1 2 0 0,36-14 0 0,47-22-1 0,24-2 0 0,-24 49-2 0,-35-25 1 0,-37 2 1 0,-24-26 2 0,2 13-1 0,-13 0 0 0,-13 25-25 0,2-13-1 0</inkml:trace>
</inkml:ink>
</file>

<file path=ppt/ink/ink9.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2882 8788 0 0,'12'-37'55'0,"-12"24"-48"0,-24 13-9 0,-47 25 4 0,-1 0 0 0,-11-2-1 0,23-12-1 0,25 1 1 0,-1-12-1 0,24 12-1 0,12 1 2 0,12 10-2 0,-12 1 0 0,0 34 1 0,0 3-1 0,0 22 0 0,0 12 0 0,0 26 2 0,0-3-1 0,-12 24 2 0,12-21 8 0,0-3 1 0,0 1-2 0,0 12 0 0,0 24-3 0,0-25-5 0,0 0 0 0,-13-9-1 0,13-3 0 0,-23-10 1 0,23 10-2 0,0 3 2 0,12-27 0 0,-12-33-1 0,11-15 1 0,2-21-1 0,-1 9 1 0,24-21 1 0,10 11-2 0,26-13 1 0,12 1-1 0,11-24 1 0,-35-11 0 0,-36 11 3 0,-24 12-1 0,0 0-4 0,12 0-53 0,-12 12 15 0</inkml:trace>
</inkml:ink>
</file>

<file path=ppt/ink/ink10.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3180 9370 44 0,'0'-12'36'0,"0"12"-10"0,24 0 0 0,47-13-16 0,13-8-4 0,-25 8-2 0,-11 1 0 0,-14 0-2 0,-21-1 1 0,-1-10-14 0,-1 23-55 0</inkml:trace>
  <inkml:trace contextRef="#ctx0" brushRef="#br0">3323 9358 46 0,'0'0'0'0,"-72"0"48"0,72 0-28 0,24 0-1 0,35 0-7 0,49-23-7 0,-1-1-3 0,-24 12-9 0,-59 37-85 0</inkml:trace>
  <inkml:trace contextRef="#ctx0" brushRef="#br0">3334 11668 82 0,'-11'-24'11'0,"11"24"0"0,36-23-5 0,47-1 3 0,11-13-3 0,2 37-4 0,-60 0-1 0,-12 0-44 0</inkml:trace>
  <inkml:trace contextRef="#ctx0" brushRef="#br0">3311 11740 85 0,'-11'0'6'0,"11"-12"-2"0,59 12 6 0,36-24 2 0,36 1-9 0,-24 23-10 0,-84 0-62 0</inkml:trace>
  <inkml:trace contextRef="#ctx0" brushRef="#br0">2858 14834 49 0,'-12'0'6'0,"-11"-11"6"0,23-1-7 0,71-36 6 0,36 1-2 0,-11 35-7 0,-25 12-12 0,-35 12-52 0</inkml:trace>
  <inkml:trace contextRef="#ctx0" brushRef="#br0">2954 14907 56 0,'0'0'0'0,"-24"-12"25"0,24 12-16 0,36-24-4 0,71-13-3 0,71-21-70 0</inkml:trace>
  <inkml:trace contextRef="#ctx0" brushRef="#br0">10182 9085 34 0,'-36'23'28'0,"24"-23"-7"0,12 0-12 0,36 0 1 0,23 11 1 0,37-11-1 0,23 0-1 0,36-11-3 0,11-1-6 0,-12 1-1 0,-34-1 4 0,-36 12-2 0,-37 0 0 0,-35-12 0 0,0-1 2 0,-24 2-2 0,-12-25 0 0,-11 24 0 0,-1-13-1 0,24 15 0 0,24 10-1 0,12 35 1 0,-1 1 0 0,-23-13 2 0,-47 2-2 0,-60 10-6 0,59-11-34 0,35-12-45 0</inkml:trace>
  <inkml:trace contextRef="#ctx0" brushRef="#br0">11504 9335 33 0,'-12'-11'32'0,"12"11"-29"0,12-13 5 0,-1 1 4 0,-11-13-4 0,24-22-2 0,-12-11-2 0,25-15-2 0,10-34 1 0,-24 61-1 0,-11 21 7 0,0 13-7 0,0 24 2 0,-12 24 2 0,12 35-3 0,-12 12-1 0,0-22 0 0,24-15-1 0,0-34 2 0,0-24 0 0,11-47-1 0,12-1-1 0,-22 25 0 0,-1 22-1 0,-13 26-2 0,0 22 2 0,25 13 0 0,0-23 0 0,0-14 0 0,12-11 1 0,-12-61 1 0,0 3-2 0,-24 22 1 0,-12 12-1 0,0 24 0 0,0 0-1 0,0 36 1 0,34 0-1 0,27-1 1 0,21-11-1 0,-10 0 1 0,-1-36 1 0,-10-13 0 0,10-9-1 0,-11-14 0 0,-50 12 1 0,-10-11-1 0,-22 23 1 0,-2 12-3 0,0 24 1 0,-12 35 0 0,12 13 1 0,36-1-1 0,36-23 2 0,22-12-2 0,27-36 2 0,-2-24 0 0,-12-24-1 0,-23 26-1 0,-24-16 2 0,-13 40-3 0,-11 20 2 0,-12 40 0 0,0 9 1 0,11 0 0 0,2-22-8 0,23-14-37 0,-12-23-33 0</inkml:trace>
  <inkml:trace contextRef="#ctx0" brushRef="#br0">13207 8788 56 0,'0'0'0'0,"-36"-50"33"0,36 50-112 0</inkml:trace>
  <inkml:trace contextRef="#ctx0" brushRef="#br0">13634 9119 11 0,'0'-34'27'0,"13"-14"-11"0,-13 0 0 0,0 2-9 0,-13-4-3 0,-10 27-2 0,0 12 0 0,-13 11 2 0,-12 23 3 0,-11 25-1 0,23 23-4 0,12-24 0 0,35-10-2 0,38-26 2 0,-2-46 0 0,13-1-1 0,-14-12-1 0,-21 25 1 0,-25 12-1 0,11 22-1 0,-11 24 5 0,13 49 4 0,10 23 1 0,2 24-3 0,-25-13-3 0,0-10-2 0,-12-37 2 0,-24-35 1 0,-23-25 0 0,11-45 0 0,12-26-3 0,24-12-5 0,12-22-2 0,48 10 1 0,23 0-3 0,13-11 2 0,-2 11 4 0,-21 25 2 0,-14 0 0 0,-23-12 0 0,-11 11 2 0,-13 12-2 0,0 35 0 0,0 13-2 0,0 37 8 0,0 58-1 0,0 12-2 0,11-23-1 0,-11-49 1 0,0-23 3 0,-11-59-2 0,34-13-2 0,-12 36-3 0,14 48-2 0,9 23 4 0,27 13-2 0,10-36 2 0,1-37-1 0,-1-45 2 0,-35-39-3 0,0-56-3 0,-1-14 1 0,1 72 4 0,-12 35-2 0,-24 49-1 0,-12 45 3 0,-12 74 4 0,12 23-4 0,24-23-1 0,49-13 1 0,-15-24-2 0,1-48-17 0,-34-23-97 0</inkml:trace>
  <inkml:trace contextRef="#ctx0" brushRef="#br0">14314 8811 78 0,'-13'-12'11'0,"13"1"-7"0,72 11-2 0,12 0-4 0,-2 23-5 0,-21 0 1 0,-15 2 6 0,-21-25 7 0,11 0-1 0,0-25-4 0,-13-10-1 0,-11 11 2 0,-24 0 1 0,-36 24-1 0,1 12 0 0,11 13 1 0,25 9-3 0,22 3 0 0,36-3 1 0,2-9-2 0,22-25 1 0,13 0-1 0,11-12 1 0,0-1 0 0,1-10-1 0,-49-13 1 0,-11-10 0 0,-24 21 5 0,-24 25 5 0,-37 0-7 0,-9 25-3 0,9 21-1 0,38 2 0 0,11 0 0 0,36-35 1 0,-1-13 0 0,25-37 1 0,-12-47-1 0,-13-46-4 0,-11-13 2 0,-36 83-1 0,-12 60 1 0,-11 84 4 0,22 47 2 0,49-36-4 0,24-1 1 0,12-33 0 0,-13-51-14 0,-11-10-98 0</inkml:trace>
  <inkml:trace contextRef="#ctx0" brushRef="#br0">16588 8918 52 0,'0'-12'6'0,"24"-1"-3"0,60 2 1 0,-13-25 11 0,-22 1-4 0,-28-1-5 0,-31-12-1 0,-50 13 0 0,0 23-1 0,1 36 5 0,-1 35 2 0,36 12-4 0,37-12-4 0,58-22 1 0,24-24-2 0,35-13 1 0,-23-25-14 0,-58 13-93 0</inkml:trace>
  <inkml:trace contextRef="#ctx0" brushRef="#br0">17124 8811 86 0,'0'-12'14'0,"0"1"-6"0,24 45-9 0,12 3 5 0,-12-3 6 0,-24-9-5 0,0-13-2 0,-13-24 3 0,38-47-4 0,34-12-1 0,13 46-3 0,-13 25-25 0,-36 12-15 0,-10 1 26 0,-13-13 15 0,12-13 9 0,12 1 11 0,11 0-4 0,1 12-6 0,0 37 6 0,-36 9-2 0,12-10-5 0,-12-13-3 0,0-10-1 0,11-37 0 0,25-24-1 0,24 13-3 0,-1 11-1 0,-12 12 1 0,2 0 0 0,-2 12 0 0,-23 24-1 0,-1 12 0 0,-10-1 0 0,-13 1 2 0,35-12-1 0,1-24 1 0,0-24 1 0,-24-24-1 0,-12-11 0 0,-36 22-2 0,-12 26 0 0,13 11 0 0,22 24 0 0,26 13 0 0,34-14 1 0,25-23 1 0,-13-23 0 0,1-14-1 0,-24 13 0 0,11 12 0 0,13 35-1 0,-13 14 1 0,-23-13 1 0,-12 11 0 0,-12-23 1 0,0-12 1 0,0-47-1 0,47-37 1 0,13-23-2 0,-12 72-1 0,-24 35-16 0,-11 23-27 0,-2 1-49 0</inkml:trace>
  <inkml:trace contextRef="#ctx0" brushRef="#br0">7812 11442 51 0,'-12'0'10'0,"12"0"-10"0,0 0 11 0,0 13 1 0,12-2-1 0,35-11-2 0,37 12-3 0,47-24 0 0,24 12 1 0,-1-11 2 0,2 11-1 0,-38-13-3 0,-34 13-2 0,-13-12 0 0,-35 12-2 0,-24-12 0 0,-12 12-11 0,0 0-39 0,0-13-34 0</inkml:trace>
  <inkml:trace contextRef="#ctx0" brushRef="#br0">8562 11240 52 0,'0'0'0'0,"-13"-11"6"0,3 11 22 0,10 0-7 0,23 0-11 0,13 0-1 0,12 11-6 0,11 12 1 0,13 1-2 0,-1-11 1 0,1 10-2 0,-26-12 0 0,-21 14-3 0,-13-13 3 0,-12 11 6 0,-37 13-1 0,-9 12-4 0,-26 11-1 0,13-11 1 0,23-12 2 0,11-26-2 0,25-10 1 0,0 0 1 0,0 0-25 0,0 25-100 0</inkml:trace>
  <inkml:trace contextRef="#ctx0" brushRef="#br0">9932 11240 26 0,'0'-24'20'0,"0"-13"13"0,0 14-3 0,0 23-20 0,12 84 9 0,0 70-7 0,23 25-5 0,-12-24-4 0,2-47-1 0,-25-50-3 0,0-34-22 0,-12-72-93 0</inkml:trace>
  <inkml:trace contextRef="#ctx0" brushRef="#br0">9920 11300 61 0,'0'-60'20'0,"24"-1"-14"0,46 38 11 0,15 35 4 0,-2 60-6 0,-12 11-10 0,-47-1-2 0,-48-32 5 0,-59-27-3 0,-1-23-4 0,37 11-16 0,35 1-50 0,12-12 18 0</inkml:trace>
  <inkml:trace contextRef="#ctx0" brushRef="#br0">10277 11334 52 0,'36'-23'1'0,"35"-25"4"0,1 14 20 0,-26 34-1 0,3 21-4 0,-26 16-11 0,13 23-4 0,-24-13-3 0,-12-11 1 0,-12-24 0 0,-24-24 1 0,25-36-4 0,22-11-6 0,37 23 1 0,24 12 2 0,10 1 3 0,15-1 0 0,-15 24-1 0,2-12 0 0,-48 0 0 0,-36-1 2 0,-13 2-2 0,-21-1 1 0,-14 48 0 0,12 22-1 0,0 3 1 0,60-13 0 0,59-13-9 0,36-35-26 0,1 0-42 0</inkml:trace>
  <inkml:trace contextRef="#ctx0" brushRef="#br0">11504 11300 33 0,'35'-25'13'0,"25"-10"9"0,-60 11 5 0,-48 24-14 0,-47 34-7 0,-12 16 0 0,58-3-3 0,49 0-2 0,61-23 0 0,21-24-8 0,14-47-5 0,-36-37 4 0,-37-24-6 0,-23-34 12 0,13 47 14 0,-13 47-4 0,0 48-2 0,-13 48 5 0,-10 47-3 0,23 13-2 0,23-24-4 0,37-26 0 0,-12-22-1 0,10-48-4 0,14-49 0 0,-23 15 2 0,-14 34 0 0,-23 36 6 0,-1 47-1 0,-11 1-3 0,0-26-8 0,13-33-102 0</inkml:trace>
  <inkml:trace contextRef="#ctx0" brushRef="#br0">12075 10966 111 0,'-24'-13'2'0,"24"38"-8"0,48 21-51 0,-36-33 25 0</inkml:trace>
  <inkml:trace contextRef="#ctx0" brushRef="#br0">12397 11097 65 0,'0'-12'9'0,"-49"12"16"0,3 23-7 0,10 14-8 0,12-3-8 0,36 16 0 0,46-4-2 0,14-34 0 0,12-12-1 0,0-37 0 0,-1-34-2 0,-12-47-3 0,-12-13 5 0,-46 12 1 0,-26 59 3 0,2 36 3 0,-14 72 2 0,2 59-2 0,10 12-4 0,38 12-1 0,-14-34-16 0,2-51-43 0,-13-46 16 0</inkml:trace>
  <inkml:trace contextRef="#ctx0" brushRef="#br0">12671 11061 52 0,'0'0'2'0,"22"0"7"0,50-12 12 0,12 0-15 0,-12-1 0 0,-37 2 9 0,-11 22-6 0,-12 26-2 0,0-1-4 0,1 12-2 0,10-25 1 0,13-12 1 0,-13 2-2 0,-12-37 1 0,-22-12 0 0,-37-11-2 0,14 11 0 0,34 11 1 0,70 2-4 0,14 46-3 0,-13 38 5 0,-47 10 1 0,-24-48 7 0,-13-23 1 0,38-59-6 0,46-24-1 0,1 12-15 0,23 47-21 0,-47 24-35 0</inkml:trace>
  <inkml:trace contextRef="#ctx0" brushRef="#br0">14243 11216 80 0,'0'13'1'0,"-24"-2"1"0,35-22 14 0,2-26-2 0,22-23-3 0,1-35-5 0,12 24-5 0,-1 24 1 0,-23 22 1 0,0 0 2 0,-24 15-2 0,12 33-2 0,-12 14-1 0,0-3 1 0,0 14-1 0,0-12 0 0,13 1 1 0,10-37 0 0,11-13 0 0,2-11 0 0,13 0-1 0,-2 12 0 0,-23 24-1 0,12-1 1 0,-1 14-1 0,13-13 1 0,-1-24 1 0,-34-36 0 0,-26 0 0 0,-10 25-1 0,-1 12-2 0,24 34 1 0,36 13 2 0,47-13 0 0,36-23-1 0,-12-35 0 0,-24-37-1 0,-23-24 3 0,-36-46-1 0,-24 58 0 0,-24 61-3 0,-23 35 0 0,11 70 3 0,23 39 0 0,49-16-1 0,36-8 1 0,-24-39-1 0,-12-33-16 0,-24-25-85 0</inkml:trace>
  <inkml:trace contextRef="#ctx0" brushRef="#br0">15290 10787 121 0,'12'-36'12'0,"73"1"4"0,33-1 2 0,-72 12-5 0,-21 0-8 0,-25 1-4 0,0 23-38 0,-25 0-67 0</inkml:trace>
  <inkml:trace contextRef="#ctx0" brushRef="#br0">11896 14288 31 0,'-11'-11'3'0,"-14"-2"2"0,2 13 18 0,-1 0-8 0,24-12-2 0,11 12-5 0,25 12-4 0,35-12 2 0,26-12 5 0,10 12-6 0,36 12-3 0,-24-12-1 0,-25 0 2 0,-45-12 1 0,-26 0-2 0,-23 12-8 0,12 0-31 0,-24 0-49 0</inkml:trace>
  <inkml:trace contextRef="#ctx0" brushRef="#br0">12325 14072 19 0,'0'0'0'0,"-35"-23"43"0,-13 12-13 0,36 11-10 0,12 0-8 0,48 23-8 0,35 13-2 0,0-11 0 0,-11 9-1 0,-25-10 1 0,-35 12-1 0,-35 12 0 0,-49 11 0 0,1-23 2 0,35-13 0 0,24 2-2 0,-1-2-5 0,2-11-91 0,11-12 60 0</inkml:trace>
  <inkml:trace contextRef="#ctx0" brushRef="#br0">12980 13930 61 0,'0'-13'4'0,"0"-33"0"0,37 34 9 0,-3 24 8 0,2 47-6 0,-24 25-5 0,12-26-9 0,-12-8 2 0,-12-16-1 0,0-22 0 0,-12-12 1 0,12-23 0 0,-13-13-5 0,13-12 4 0,25 1-3 0,35 0 1 0,-2-13 0 0,27 24 0 0,-50 24 1 0,-12 36 0 0,2 23-2 0,-25 1 1 0,0 0 0 0,0-13 0 0,11-24-1 0,37-11 3 0,24-23-4 0,-13-12 1 0,0-1 1 0,-22 12 0 0,-3 12 0 0,-9 37 0 0,-1 34 0 0,12-13-1 0,-13-9 1 0,13-37 1 0,-12-24 0 0,-11-35 1 0,-26-25-4 0,-11 13 1 0,-12 35 0 0,-11 24 0 0,-1 35-1 0,24 38 1 0,13-1 0 0,22-13 1 0,25-12 0 0,24-12 0 0,-25-23 1 0,60-46 0 0,-11-2 0 0,-24 0-1 0,-38 1 1 0,3 10 0 0,-14 14-1 0,-34 12 0 0,0 11 1 0,-1 0-1 0,0 23 0 0,48-12 0 0,46 2 0 0,2 35 0 0,-35 59-1 0,-37-83 0 0,23-13 2 0,49-34-2 0,23-36 0 0,-13-12 1 0,-9 21 1 0,-26 16-1 0,-24 34 2 0,-23 23 0 0,0 25-1 0,0-1 0 0,0-10-1 0,13-14 0 0,-13-12 3 0,12-45-3 0,59-50 1 0,-35 60-1 0,24 11-1 0,-13 26 2 0,13 11-2 0,-36 10 2 0,-12-21-2 0,-12-1 4 0,0-47-3 0,23-13 2 0,25 24-4 0,-12 35 2 0,-12 39 0 0,11-4-1 0,13-21-10 0,11-14-29 0,-11-11-42 0</inkml:trace>
  <inkml:trace contextRef="#ctx0" brushRef="#br0">15707 13917 29 0,'0'0'19'0,"0"-21"-17"0,23-4-3 0,2 0 2 0,-25-9 6 0,-12 9 7 0,-24 13-2 0,12 1-5 0,0 11-4 0,1 11-2 0,-1 13 4 0,-12 12 4 0,11 0-5 0,3-11-2 0,10-4-1 0,12-21 2 0,24-10 0 0,11-1-3 0,1 11-1 0,-12 0 1 0,23 21 0 0,0-21 0 0,25 0 1 0,0-34 0 0,-1-26 1 0,13-47 0 0,-2-48-2 0,-33 48 1 0,-49 84-2 0,-24 34 1 0,-24 49 1 0,13 47 4 0,23-25-2 0,46 2-3 0,15-36 1 0,10-48 1 0,14-48-2 0,-50 48-1 0,-12 37 1 0,2 34 0 0,-13-12-16 0,12-23-71 0,-12-36 60 0</inkml:trace>
  <inkml:trace contextRef="#ctx0" brushRef="#br0">16326 13502 125 0,'-23'-37'6'0,"10"37"-6"0,38 0-97 0</inkml:trace>
  <inkml:trace contextRef="#ctx0" brushRef="#br0">16564 13716 81 0,'-36'-12'12'0,"0"-1"3"0,36 2-5 0,36-1-7 0,37 1-3 0,10 22 5 0,-12 49 0 0,-35-1-3 0,-48 0 0 0,-12-22 1 0,24-3-4 0,61 27 1 0,-15 22-3 0,-58 1 3 0,-83-61 1 0,-48-23 0 0,84-71 1 0,83 0-10 0,59-1-3 0,60 14 2 0,12-15 8 0,-36 2 3 0,-60 10 8 0,-59 50 0 0,-12 35-9 0,-12 24-2 0,12-1 1 0,24 0-1 0,60 3-5 0,47-29-6 0,36-8-16 0,0-36 12 0,-12-49 16 0,-120 12 4 0,-94 37 11 0,-36 35-5 0,11 23-2 0,49 12-3 0,70-22-1 0,61-37-5 0,23-60-16 0,-46-35-3 0,-38-12 35 0,-35 94 6 0,-48 75 0 0,0 32-15 0,60 14-6 0,84-1-17 0,23-24-95 0</inkml:trace>
  <inkml:trace contextRef="#ctx0" brushRef="#br0">18387 13645 39 0,'0'-12'18'0,"35"-12"-7"0,-12 12 10 0,-23 1 7 0,0 22-17 0,-11 12-5 0,11 14-3 0,0-3-2 0,0 3 0 0,11-24 0 0,2-13 1 0,23-13-1 0,11 13-1 0,1 0 0 0,-11 13 0 0,9-13 1 0,2-13-1 0,-24-11 2 0,-12 0-2 0,0 12 0 0,10 1 0 0,50-1-3 0,48-47-9 0,-61-37-4 0,-47-23 12 0,0-13 12 0,0 85 7 0,0 107-6 0,-24 82-1 0,0 25-6 0,24-37-3 0,0-34-16 0,12-71-28 0,-12-38-26 0</inkml:trace>
  <inkml:trace contextRef="#ctx0" brushRef="#br0">19041 13454 88 0,'-11'-36'34'0,"94"12"-14"0,72 24-8 0,-1-11-4 0,-58 11-2 0,-85-23-1 0,-11-2-45 0,0 25-65 0</inkml:trace>
</inkml:ink>
</file>

<file path=ppt/ink/ink11.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12242 12740 34 0,'0'0'0'0,"0"-24"31"0,12 0-31 0,-12 24 1 0,-49 0 0 0,-8 0 0 0,-4-12 0 0,13 12 0 0,25-11 0 0,-13 22-2 0,0 12 1 0,1-10 1 0,11 11-1 0,12 0-1 0,-1-1 1 0,13 14 0 0,-11-3 1 0,-1 3-1 0,12-3 0 0,0-9 1 0,0 23-2 0,0 0 1 0,0-1 1 0,-13 11-2 0,2 15 0 0,-1-14-1 0,12 14 2 0,12-2-5 0,-12 13 0 0,0-2-3 0,-12 1-1 0,12-11 7 0,0-12 1 0,0-1 0 0,0 0 1 0,0-11-1 0,0 12 3 0,0-26-3 0,12 16 2 0,-12-16 6 0,24-10-2 0,-1 0-2 0,13-12 1 0,24-12-3 0,-13 0 0 0,-22 11 0 0,-14-11-2 0,1 0 2 0,0-11 0 0,0-12-2 0,0 23-1 0,-24 11-29 0</inkml:trace>
  <inkml:trace contextRef="#ctx0" brushRef="#br0">17755 15633 10 0,'-23'-12'10'0,"-1"12"7"0,24-12 0 0,0 12 1 0,0-13 0 0,0 2-5 0,0-1-2 0,13 1-5 0,33 11-2 0,14 0 0 0,47-12-2 0,48 0 0 0,12 12 0 0,-36 0 3 0,-1 0-1 0,-10-13-1 0,-13 13 0 0,-25-11-2 0,-33 11 1 0,-13 0 2 0,-1 0-3 0,1 0 3 0,-13-12-3 0,-10 1 2 0,-13 11-5 0,0-13-34 0,-49 26-78 0</inkml:trace>
  <inkml:trace contextRef="#ctx0" brushRef="#br0">17612 15704 4 0,'0'0'7'0,"12"-12"8"0,0 0 7 0,0 1 1 0,-12 11-2 0,0-12-11 0,36 1-7 0,1-2 1 0,9-11 3 0,14 11 1 0,-2 2-2 0,14-1-2 0,24 12-1 0,-1-11-1 0,1 11 0 0,-13 11 1 0,1-11 0 0,11-11 0 0,-12-1-1 0,0 12 0 0,-11 0-1 0,-1 0 1 0,-11 0-1 0,-13-12 3 0,-11-1 0 0,-12 13-2 0,12 0 0 0,-24-11-1 0,23 11 1 0,-11-12 0 0,0 1-1 0,-12 11-16 0,-48 23-111 0</inkml:trace>
  <inkml:trace contextRef="#ctx0" brushRef="#br0">17100 18003 0 0,'0'-13'1'0,"12"-11"5"0,-12 13 8 0,-12-12 3 0,-11 10-10 0,-2 13-3 0,14 0-3 0,11 0-1 0,71 0-1 0,25 0 2 0,11 0 0 0,11-12 1 0,-45 12 0 0,-50-12 1 0,-12 12 0 0,-11-13-2 0,0 13-13 0,0 0-18 0,-11 0 10 0</inkml:trace>
  <inkml:trace contextRef="#ctx0" brushRef="#br0">17161 17978 0 0,'-13'0'0'0,"-58"12"3"0,23-12 5 0,71 13-6 0,73-38 1 0,59 2 6 0,24 0 1 0,-60 10-5 0,-96 13 4 0,-23 0-4 0,-12-12-4 0,12 12-4 0,12 0-11 0,0 0-4 0,0 0-2 0</inkml:trace>
  <inkml:trace contextRef="#ctx0" brushRef="#br0">21971 18108 0 0,'0'13'1'0,"-12"-13"2"0,12 12 2 0,-24-12 1 0,11 0 3 0,-10 0 0 0,0 0 2 0,-1 0-8 0,12 0 0 0,24 0-2 0,58-12-1 0,37 12 4 0,25 0-3 0,-36 12 6 0,-37 0 5 0,-35-12-7 0,-12-12-1 0,0 0-2 0,-12-11-7 0,12 11-33 0,-12 12-5 0</inkml:trace>
  <inkml:trace contextRef="#ctx0" brushRef="#br0">21733 18181 4 0,'0'0'4'0,"0"0"3"0,-13 0 5 0,2 0-5 0,11 11 0 0,11-11-3 0,37 13 2 0,24-13 0 0,10 0-3 0,15 12 0 0,-26-12 1 0,-24 0 2 0,-11 0-2 0,-24 0-2 0,0 0-1 0,-12 0 1 0,13 0-60 0</inkml:trace>
  <inkml:trace contextRef="#ctx0" brushRef="#br0">12266 6347 9 0,'-12'0'8'0,"0"0"-3"0,0 0-5 0,0 11 10 0,12-11 6 0,-13 0-5 0,13 0-3 0,-11 12-3 0,-1-1-3 0,12-11 6 0,0 13 8 0,0-13-7 0,23 0-3 0,2 0-2 0,-1 0 2 0,0 0 3 0,-12 0-2 0,0 0-3 0,34-13-2 0,15 13 0 0,10 0-1 0,1 0 3 0,-13 0-2 0,1 0 1 0,-13-11-2 0,0-1 1 0,13 12-3 0,-13 0 3 0,-11 12-2 0,0-12 1 0,-12 0 0 0,12-12-1 0,11 24 0 0,-11-12 1 0,-24 11-1 0,-12-11 2 0,0-11 0 0,-12 11-2 0,12-12 0 0,-11 12 1 0,-14 0-2 0,2 0 2 0,-25 0-1 0,-11 12 1 0,-1-12-1 0,-11 11 1 0,-1-11-1 0,-23 0 0 0,24 0 0 0,-1 0 0 0,24 13 0 0,0-13 0 0,-11 12 0 0,24-12 1 0,-1 0 0 0,12 0-1 0,-1 0 0 0,14 0 0 0,-1 12 0 0,1-12 1 0,11 0-1 0,0 0 0 0,0-12 0 0,0 12 0 0,23 0 0 0,1 0 0 0,0 0 0 0,12 0 0 0,11 0-1 0,1-12 1 0,-1 12 0 0,1 0 0 0,0 0 0 0,11 0 1 0,-11-13-1 0,-12 13-1 0,-2 0 2 0,2-11-2 0,-11 11 2 0,23 0-1 0,-14 0 0 0,2 0 0 0,0 11-1 0,-11-11 1 0,-14 0 1 0,1 0-1 0,0 0 0 0,0-11-1 0,-12 11 2 0,-12 0 0 0,-12 0-2 0,-23 0 0 0,-1 11 4 0,1-11-5 0,-13 0 4 0,1 0-4 0,-1 0 3 0,-11 0 0 0,10 0 0 0,2 0-2 0,24 13 2 0,-14-13-2 0,26 12 0 0,0-12 1 0,11 0 3 0,0 0-4 0,0 0 2 0,12 0-3 0,0 0 3 0,0-12 0 0,0 12-41 0,-12 12-52 0</inkml:trace>
  <inkml:trace contextRef="#ctx0" brushRef="#br0">13719 15240 37 0,'11'-59'44'0,"0"22"-17"0,2 3-11 0,-13-16-3 0,0 28-4 0,-13 10-4 0,-21 12-3 0,-26 0-2 0,1 24 1 0,-13-1-2 0,-12 25 1 0,-10 23-2 0,9 36-1 0,39 1 0 0,22-24 1 0,24-2 1 0,47-22 0 0,37-24 2 0,11-25 1 0,-24-11 1 0,-35-23 1 0,-24 12 1 0,0-14-2 0,0 13-4 0,13-1-36 0,-14 26-60 0</inkml:trace>
  <inkml:trace contextRef="#ctx0" brushRef="#br0">13956 15669 34 0,'0'-12'8'0,"0"-24"15"0,13 0 6 0,-13 36-18 0,0 0-4 0,12 36-1 0,-12 23-1 0,-12 37-3 0,-1-13 1 0,2-11-2 0,11-26 2 0,-12-21-2 0,12-13 9 0,0-72-5 0,12-35 0 0,12-13-4 0,-12 37 3 0,-1 24-4 0,1 23 2 0,-12 0-2 0,11 24-30 0,-11 48-86 0</inkml:trace>
  <inkml:trace contextRef="#ctx0" brushRef="#br0">14421 14966 14 0,'0'-24'17'0,"12"-23"1"0,24 11 3 0,-23 11 3 0,-13 14 1 0,-25 22-12 0,-47 73-5 0,-35 58-4 0,48 50-4 0,59-37-2 0,59-37 1 0,0-22 1 0,-11-60 0 0,-36-13 3 0,0-34-3 0,12-12-53 0,-24 10-13 0</inkml:trace>
  <inkml:trace contextRef="#ctx0" brushRef="#br0">14659 15014 57 0,'0'0'0'0,"23"-59"37"0,2 34-5 0,-1 50-20 0,11 58-7 0,26 23-2 0,9-10-2 0,-34-25 1 0,0-35-1 0,-24-24-19 0,0-24-50 0,-12-12 27 0</inkml:trace>
  <inkml:trace contextRef="#ctx0" brushRef="#br0">15027 14978 65 0,'0'-12'24'0,"-22"35"14"0,-38 48-21 0,-24 38-11 0,13-2-5 0,12-24 1 0,23-1-16 0,23-9-112 0</inkml:trace>
  <inkml:trace contextRef="#ctx0" brushRef="#br0">15135 15383 59 0,'0'-36'23'0,"24"-12"16"0,0 1-20 0,-12 23-11 0,-1 11-3 0,-11 13-5 0,0 61 1 0,-11 22-1 0,-12 24 0 0,10 0-1 0,2-34 1 0,-2-39 2 0,-10 3 4 0,-13-26 0 0,-13-11-1 0,15-24-8 0,-2 0-37 0,36 1-68 0</inkml:trace>
  <inkml:trace contextRef="#ctx0" brushRef="#br0">15231 15073 78 0,'0'0'0'0,"11"-59"36"0,2 23-13 0,-13 36-20 0,0 11-38 0,0 14-37 0</inkml:trace>
  <inkml:trace contextRef="#ctx0" brushRef="#br0">15457 14823 76 0,'12'-35'18'0,"24"35"13"0,-12 107-19 0,11 83-10 0,-23 13-2 0,-59-50 2 0,-49-21-2 0,13-59 4 0,59-62 1 0,24-11-6 0,24-36-68 0,-24 36 18 0</inkml:trace>
  <inkml:trace contextRef="#ctx0" brushRef="#br0">13588 6465 14 0,'0'0'18'0,"0"0"-10"0,0-13 1 0,10 13-4 0,15 0 5 0,22 0 1 0,13 0-6 0,12 0-3 0,-1-11-1 0,-11 11-1 0,-24 0-1 0,-1 0 2 0,-11 0 1 0,0 0 0 0,12-12-1 0,-2 12 0 0,-9 12-1 0,11-12 1 0,-12 0 0 0,23 0-1 0,-23-12-8 0,-1 12-66 0</inkml:trace>
  <inkml:trace contextRef="#ctx0" brushRef="#br0">14861 6429 12 0,'0'0'14'0,"-23"12"-9"0,35-12 3 0,12-12 6 0,23 12-7 0,13 0-6 0,-1 0 2 0,13 0 0 0,-12 0 1 0,-13-11-1 0,-24 11 0 0,-23 0-2 0,0 0 0 0,0 0-23 0,0 0-30 0</inkml:trace>
  <inkml:trace contextRef="#ctx0" brushRef="#br0">15968 6406 21 0,'-46'0'11'0,"22"0"-9"0,12 0 14 0,48-12-7 0,23 12-7 0,35 0 1 0,-9 0-2 0,-14 0-1 0,1 0 1 0,-37 12-1 0,-11-12 0 0,-24 0-3 0,12 0-47 0</inkml:trace>
  <inkml:trace contextRef="#ctx0" brushRef="#br0">17254 6429 26 0,'0'0'7'0,"-11"12"-9"0,59-12 1 0,35-12 3 0,1 1 2 0,-2 11-1 0,-21 0-23 0,-61 0 8 0</inkml:trace>
  <inkml:trace contextRef="#ctx0" brushRef="#br0">18494 6406 38 0,'0'0'7'0,"-13"0"16"0,85 0-21 0,35 0-4 0,-11 0-22 0,-37 0-15 0</inkml:trace>
  <inkml:trace contextRef="#ctx0" brushRef="#br0">19375 6418 44 0,'11'-12'15'0,"14"12"-8"0,22 0-8 0,13 0 1 0,47 0-39 0,-83 0 20 0</inkml:trace>
  <inkml:trace contextRef="#ctx0" brushRef="#br0">20566 6418 70 0,'24'0'5'0,"35"0"-1"0,84 11-20 0,36-11 15 0,10 0-42 0</inkml:trace>
  <inkml:trace contextRef="#ctx0" brushRef="#br0">22269 6489 2 0,'0'0'3'0,"0"0"0"0,35 0 11 0,37-12-11 0,11 12-4 0,-23 0 4 0,-37 0 4 0,-34 0 0 0,-13-12-3 0,24 12-44 0</inkml:trace>
  <inkml:trace contextRef="#ctx0" brushRef="#br0">23233 6394 71 0,'-24'-13'6'0,"36"13"-2"0,118 0-5 0,62 0 0 0,-37 13-1 0,-84-1 2 0,-108-12 0 0,-9-12 0 0,33 12-60 0</inkml:trace>
  <inkml:trace contextRef="#ctx0" brushRef="#br0">24744 6465 31 0,'-34'-24'29'0,"22"12"-23"0,58 12-2 0,51 0-2 0,-26 12 0 0,-35-12 1 0,-61-12-1 0,-33 12-21 0,34-11-31 0</inkml:trace>
</inkml:ink>
</file>

<file path=ppt/ink/ink12.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11266 6215 11 0,'0'0'0'0,"-23"-12"15"0,10 12 3 0,-11 0 11 0,0 0-6 0,12 0-5 0,12 0-8 0,12-11-6 0,49 11-2 0,21 0 1 0,0 0 0 0,-21 0 7 0,-2 0-3 0,-11-13-2 0,-12 1-1 0,-12-11-2 0,-1 23 0 0,-11-12-4 0,0 12-47 0,12 0-46 0</inkml:trace>
  <inkml:trace contextRef="#ctx0" brushRef="#br0">11551 5989 56 0,'0'0'13'0,"-12"0"5"0,24 0 11 0,0 24-19 0,36 0-7 0,-1-1 2 0,13 1 0 0,-12 0-2 0,-26-11 1 0,-9-2-1 0,-13 1 0 0,-35 11-1 0,-1 2-1 0,-12-2 0 0,1-12 0 0,23 2 1 0,12-1-2 0,24 0-71 0,-12 1 19 0</inkml:trace>
  <inkml:trace contextRef="#ctx0" brushRef="#br0">1251 6525 2 0,'0'-12'23'0,"0"12"-22"0,0 0 0 0,-13 0 0 0,2 0 0 0,-1-11 1 0,12 11-3 0,23 0 3 0,13-13-1 0,24 1-3 0,-13 0 4 0,49-1-2 0,-13 2-1 0,13-1 2 0,-49 1 0 0,1-13-1 0,-24 11 0 0,-12 13 0 0,-1-11 1 0,-11 22-2 0,0 2 1 0,12 11-2 0,-12-24-16 0</inkml:trace>
  <inkml:trace contextRef="#ctx0" brushRef="#br0">1202 6739 25 0,'-23'-11'23'0,"10"22"-22"0,3-11-1 0,10 0 3 0,0-11-1 0,46-2-2 0,15 1 0 0,10 0 0 0,12-11 1 0,-23-1 0 0,-11 12-3 0,-3 0 5 0,-10-12-2 0,-25 24 2 0,-11-12-1 0,13 12 0 0,-26 0-2 0,26 0-2 0,-1 12-31 0</inkml:trace>
  <inkml:trace contextRef="#ctx0" brushRef="#br0">966 4465 14 0,'0'0'0'0,"-25"-36"25"0,13-1-14 0,12 3-8 0,24-3 6 0,-24 26 7 0,0-1-1 0,0 12-7 0,0 48 2 0,0 48-4 0,36 34-3 0,-25-34-2 0,14-25 1 0,-25-47-1 0,0-14 7 0,0-68-5 0,11-26-2 0,1 0 0 0,12 61-2 0,0 35 0 0,12 60 1 0,11-1-1 0,12-23 1 0,-10-36 1 0,-14-36 0 0,-12-48 1 0,2-24-1 0,-14-22 0 0,-11 71 0 0,-11 23-1 0,11 37-1 0,11 21 0 0,25 26 0 0,12-1 1 0,13-23 0 0,9-12 0 0,13-48 1 0,13-35 1 0,-13-37-3 0,-11 12 1 0,-49 25-3 0,-23 13 3 0,-35 21-1 0,11 37 0 0,12 59 0 0,1 13 2 0,45-25-1 0,14-11 1 0,24-48 1 0,-1-36-1 0,1-35-1 0,10-25 1 0,-10 50 0 0,-48 46-2 0,-12 58 2 0,-12 14-2 0,12-26 2 0,12-9-5 0,13-24-19 0,-3-13-76 0</inkml:trace>
  <inkml:trace contextRef="#ctx0" brushRef="#br0">2322 3965 30 0,'-11'0'-25'0</inkml:trace>
  <inkml:trace contextRef="#ctx0" brushRef="#br0">2680 4250 45 0,'0'0'0'0,"23"0"3"0,1 0-4 0,36-34-1 0,-12-16 4 0,-37-8 7 0,-34 22 2 0,-1 0-6 0,12 11-3 0,-24 4 1 0,12 8 6 0,-11 13-5 0,-1 24 0 0,11 36-1 0,-11-1-1 0,25 12 2 0,0-35-3 0,22-13 0 0,25-46 1 0,0-25 0 0,-12 1-3 0,-1 35 1 0,1 35 1 0,-11 50 5 0,21 21 0 0,-9 1-2 0,11 13-2 0,-25-13-1 0,-11-48 0 0,-11-23 2 0,-25-35 0 0,-12-37-2 0,12-25-3 0,36-9-3 0,48-25-4 0,24-12-4 0,23-12 3 0,-13 0 10 0,-33 23 0 0,-37 37 1 0,-12 24 0 0,0 23 2 0,0 36 8 0,-12 95 5 0,12 58-12 0,0-10-2 0,24-82 1 0,-1-73 1 0,-12-36 1 0,14-47-6 0,11 24 0 0,-12 93 0 0,35 37 3 0,37-34-2 0,-13-61 1 0,-25-60-5 0,-22-10 4 0,-11-97-15 0,-25-10 12 0,-12 117 11 0,-1 95-4 0,13 83 1 0,25 38-3 0,22-1-2 0,1-23-7 0,-25-14-24 0,-34-46-64 0</inkml:trace>
  <inkml:trace contextRef="#ctx0" brushRef="#br0">3454 3940 71 0,'0'0'2'0,"0"-11"8"0,82 11-8 0,50-23-1 0,-1-14-1 0,-36 14 1 0,-36-1 1 0,-34 0 0 0,-37 0 7 0,-12 24-5 0,-24 0 0 0,1 48 0 0,23 11-2 0,48 0-1 0,35-22-2 0,37-13 2 0,-2-35 2 0,26-14-2 0,-13-23 0 0,0-11 0 0,-35 11-1 0,-48 0 0 0,-24 37 1 0,-36 45 0 0,0 39-1 0,23-14 0 0,26-23 0 0,35-24 1 0,23-37 0 0,-11-46 0 0,-13-13 0 0,-35-34 0 0,-36 23-1 0,-11 82 0 0,11 63 1 0,-1 68 1 0,25-10 1 0,49-50-1 0,22-22 0 0,-10-36-1 0,-15-12-5 0,-10-24-56 0,-36 24 13 0</inkml:trace>
  <inkml:trace contextRef="#ctx0" brushRef="#br0">4668 3239 82 0,'-12'-24'10'0,"-11"37"0"0,10 117 6 0,26 60-11 0,10-11-7 0,-23-71-15 0,12-50-47 0,0-58 35 0</inkml:trace>
  <inkml:trace contextRef="#ctx0" brushRef="#br0">5121 3785 82 0,'0'0'0'0,"-24"0"9"0,48 25-8 0,47-37 0 0,13-47 0 0,-37-13 1 0,-24-11 2 0,-23 35-3 0,-11 37 0 0,-24 11 1 0,-13 23 7 0,12 59 0 0,36 2-6 0,36-24-2 0,22-24 0 0,14-36 2 0,24-59-1 0,-13-25-1 0,-23 13 0 0,-36 59-1 0,24 48-1 0,-25 24 2 0,13-13-1 0,0-23 3 0,-36-24 4 0,12-60-4 0,-12-22 1 0,12-2-4 0,46 36-25 0,38 25-33 0,-60 10 1 0</inkml:trace>
  <inkml:trace contextRef="#ctx0" brushRef="#br0">6109 3404 64 0,'0'0'35'0,"12"50"-13"0,48 32-15 0,23-22-4 0,-35-13-2 0,-48-35 2 0,-25-12 5 0,2-46-5 0,23-15-4 0,48-22-2 0,23-1 0 0,1 25 2 0,-13 36-1 0,-23 23 1 0,-13 34 4 0,-10 14-2 0,10 0 1 0,0-36 0 0,2-24 0 0,-13-24-2 0,-24 13 1 0,-24 11-2 0,-12-13 2 0,14 14-2 0,45-25 0 0,48-1 1 0,1 27-2 0,-12 45 1 0,-1 13 1 0,-11-24 2 0,11-24 2 0,-23-36-3 0,0 0 4 0,-24 36-4 0,36 0-1 0,35 12-3 0,1-36 0 0,-36-35 3 0,-36 34 0 0,-24 62-27 0,12-13-56 0</inkml:trace>
  <inkml:trace contextRef="#ctx0" brushRef="#br0">6169 6334 0 0,'-24'-24'16'0,"0"24"4"0,12-13-10 0,0 3-4 0,0-1-5 0,12 11-2 0,0 0 2 0,24 11-2 0,36-11 2 0,47 0-1 0,36 0 1 0,24 0-2 0,-14 0 1 0,-21 0 0 0,-24 0 1 0,-49 0-1 0,-23 0 1 0,-24-11-1 0,-12 11 0 0,0-13-2 0,0 26 0 0,-24-2-49 0</inkml:trace>
  <inkml:trace contextRef="#ctx0" brushRef="#br0">6276 6418 67 0,'-25'0'8'0,"-45"0"-1"0,46 11-6 0,24-11 0 0,12 0 1 0,59-11-2 0,60-13 1 0,37 11-2 0,-14 2 2 0,-11-1-1 0,-25 1 0 0,-34-2 1 0,-36 1 0 0,-24 12-1 0,-24-12 1 0,10 12-2 0,-10-13 1 0,13 3 1 0,-1-1-1 0,-1 11 0 0,2 11-1 0,-13 12-85 0</inkml:trace>
  <inkml:trace contextRef="#ctx0" brushRef="#br0">5300 6239 25 0,'0'0'0'0,"-60"-36"26"0,48 25-21 0,12 11 4 0,12 0 10 0,-12 11 8 0,24-22-12 0,12-14-7 0,10 2-5 0,-21 0 1 0,-25 23 0 0,-25 0-2 0,-21 0 1 0,10-13-2 0,24 1 1 0,12 0-1 0,24 24 1 0,0 13-2 0,-14-25 2 0,3 0-1 0,-1-13 0 0,-1 13 1 0,-11 0-2 0,0 0-1 0,0 0 3 0,13-12-2 0,-13 0 0 0,12 12 0 0,-1 12 1 0,-11-12-2 0,0-12 2 0,-11 12-2 0,11 0 1 0,0 12 1 0,0-12-1 0,-12 0-1 0,12 0 1 0,-13 12 0 0,2-12 0 0,11 13 1 0,-12-13-1 0,12 0-2 0,12 0 1 0,-1 0 0 0,2 0 1 0,-13 0 0 0,0 0 0 0,0 0 0 0,0 0 0 0,-13 11 0 0,13-11 0 0,-11 0 0 0,11 0-2 0,0 0 2 0,0 0 0 0,0 0 1 0,0-11-2 0,0 11 1 0,0 0-1 0,0 0-1 0,0 0 2 0,11 0 0 0,-11 11-2 0,0 1 1 0,0-12 1 0,0 0 0 0,0 0 0 0,13 0-2 0,-13 0 2 0,0 0 0 0,0 0-1 0,0 0 1 0,0 0-1 0,12 11 0 0,-12 13-97 0,0-24 65 0</inkml:trace>
  <inkml:trace contextRef="#ctx0" brushRef="#br0">6121 6406 48 0,'-36'-12'28'0,"13"12"-10"0,10-13-6 0,-10 2 1 0,10 11 1 0,13 0-5 0,0 0-4 0,13 0 3 0,46 0-3 0,25 0 1 0,-13 0-3 0,-24 0 0 0,13-12 1 0,-24 1-2 0,-12-2 1 0,-12 13-2 0,-24-12 1 0,-48 12-2 0,-11 12 2 0,0-12-3 0,23 13 1 0,12-13 0 0,12 0 2 0,1 11-2 0,-2-11 0 0,25 0 0 0,25 0-1 0,34 0 3 0,23-24-1 0,-10 24-3 0,-1-12 2 0,-22 12 0 0,-1-12 0 0,-48 12 2 0,-12 0-1 0,-37 0-1 0,-33 0-2 0,-2 12 3 0,13 0-1 0,-1-12 1 0,13 0 0 0,46 0-2 0,2 0 0 0,35 0 2 0,35 0-1 0,13-12 0 0,11 12 0 0,-11-12 0 0,10 12 0 0,-21-13 0 0,-26 3 0 0,-11 10 0 0,-12 0 0 0,-12-11 0 0,-24 11 0 0,-48 0 1 0,-11 0-1 0,0 11 0 0,24-11 0 0,-1 10 0 0,36 3 0 0,0-13 0 0,24 0 0 0,36 0 0 0,36-13 0 0,23 13 0 0,-1-10 0 0,-10 10-1 0,-23-11 1 0,-38 11 1 0,-12 0-1 0,-34-13 0 0,-25 13 0 0,-24 0 1 0,-11 0-1 0,0 13 0 0,34-13 0 0,15 0 0 0,22 0 0 0,24 0 0 0,22 0 0 0,2 0 0 0,25 0 0 0,-2-13 0 0,-11 13 0 0,-12 0 0 0,-13 0-1 0,-11-12 1 0,-36 12 1 0,-23 0-1 0,-36 0 0 0,11 12 0 0,13-12 0 0,-1 13 0 0,36-13 0 0,12 11 0 0,24-11-1 0,36 0 1 0,34-11 0 0,3 11 0 0,22-13-1 0,-36 1 0 0,-23 0 2 0,-24 12-1 0,-24 0 0 0,0 0-1 0,0 0 3 0,0 0-2 0,0 0 0 0,0 0-2 0,0 0 4 0,0 0-3 0,0 0 2 0,-13 0 0 0,13 12-3 0,0-12 3 0,0-12-1 0,0 12 0 0,0 0 1 0,13 0-2 0,-13 0 1 0,12 0 0 0,-12 0 0 0,0 0 0 0,0 0 0 0,0 12 0 0,0-12 0 0,0 0 0 0,-12 0 0 0,12 0 1 0,12 0-1 0,-12-12 0 0,0 12 0 0,0 0 0 0,0 0 0 0,11 0-9 0,1 24-120 0</inkml:trace>
  <inkml:trace contextRef="#ctx0" brushRef="#br0">6228 4547 13 0,'0'-11'22'0,"0"-12"-24"0,23-1 31 0,-10 0-4 0,-13 12-4 0,0 48-2 0,0 11-11 0,12 14-5 0,12-27-1 0,0 3 0 0,-1-14 0 0,13-23 2 0,-12-23-1 0,-1-14-1 0,2-10-1 0,-2 23-1 0,-11 11 0 0,0-21 1 0,-12 22 4 0,0 12-2 0,12 46-1 0,13 75 2 0,-25 21-4 0,0 1 1 0,-25-72 3 0,-11-46 3 0,-12-14-3 0,-11-35 0 0,24-11-30 0,11 12-97 0</inkml:trace>
  <inkml:trace contextRef="#ctx0" brushRef="#br0">6478 4011 112 0,'-23'-21'7'0,"-13"21"-7"0,24 34 11 0,-24 37 3 0,1-23-3 0,23-12-5 0,12-24-2 0,0-12-2 0,0 0 1 0,12 0-2 0,-12-25 0 0,11 2 0 0,25-25-1 0,-12 1 1 0,12 10-1 0,-13 16 1 0,1-4-1 0,-12 13 1 0,-12 12 2 0,37 37-3 0,10 34 2 0,-1 0 0 0,-9-12 0 0,-1 12-158 0</inkml:trace>
  <inkml:trace contextRef="#ctx0" brushRef="#br0">8110 4572 21 0,'12'-12'44'0,"12"-12"-20"0,-13 12-5 0,-11 1-6 0,11 11-5 0,-11 11 0 0,13 25-1 0,-1 12-2 0,12-13-3 0,-1-10 1 0,2-14-3 0,10-11 3 0,1-24-1 0,-12-11 0 0,-12 12-1 0,-1-14 0 0,14 1-2 0,-25 25 2 0,11-13 0 0,1 24 0 0,-12-13-2 0,0 26 2 0,0-1-2 0,12 23 2 0,-12 26 0 0,-12 10-1 0,12 24-1 0,-12-1 2 0,-11-10-1 0,10-24 3 0,2-12-1 0,-1-25-1 0,1-12 3 0,-14-11-3 0,1-23 2 0,0 12-3 0,24-26 2 0,0-10-3 0,36-13 0 0,12 1 2 0,11 11-1 0,13 2 0 0,-1 9 1 0,-35 13-1 0,-36 1 1 0,0 23 0 0,12 0-1 0,-1 0-20 0,2 23-83 0</inkml:trace>
  <inkml:trace contextRef="#ctx0" brushRef="#br0">6371 5263 0 0,'0'0'0'0,"0"0"0"0,0-25 0 0,0 14 0 0,0-1 0 0,-13 12 0 0,13 0 0 0,13-11 0 0,23 11 0 0,12-13 0 0,-13 13 0 0,-23 0 0 0,-24 0 0 0,-35 0 0 0,11 0 0 0,23 0 0 0,62 13 0 0,22-2 0 0,-35-11 0 0</inkml:trace>
  <inkml:trace contextRef="#ctx0" brushRef="#br0">8265 5024 0 0,'0'0'0'0,"0"-12"0"0,0 12 0 0,0 0 0 0,35-11 0 0,25 11 0 0,-1 0 0 0,-23 0 0 0,-24 11 0 0,-48-11 0 0,-23 12 0 0,-1-12 0 0,13 0 0 0,47-12 0 0,23 12 0 0,38-11 0 0,-14 11 0 0,-35 0 0 0,-12 23 0 0,-25-11 0 0</inkml:trace>
  <inkml:trace contextRef="#ctx0" brushRef="#br0">6836 6536 18 0,'0'-23'66'0,"11"12"-62"0,2-2-1 0,-26 13 6 0,2 0 4 0,-25 36-7 0,11-1-4 0,-21 37 3 0,-14-13 0 0,12 1-1 0,13-12-2 0,11-1-1 0,1-10 0 0,10-26 0 0,13 1 0 0,-12-12 1 0,0-12 1 0,0-12-1 0,12-24 0 0,0 13-2 0,0 10 0 0,12 14-2 0,-12 47 4 0,-12 10-1 0,-12-9 0 0,24-24 5 0,24-13-2 0,25-13-18 0,-26 37-37 0,-23-1-23 0</inkml:trace>
  <inkml:trace contextRef="#ctx0" brushRef="#br0">6013 7180 38 0,'0'0'0'0,"-23"0"24"0,12 0-15 0,34-12 29 0,49 0-27 0,23-1-7 0,0 2-3 0,-35-1 1 0,-37 12-3 0,-23 0-30 0,0 12-44 0</inkml:trace>
  <inkml:trace contextRef="#ctx0" brushRef="#br0">6062 7346 40 0,'-13'0'5'0,"-34"12"13"0,35-1-5 0,35-11 27 0,49-23-23 0,0-1-9 0,11 12-5 0,-47 12-1 0,-12 0-7 0,-37 0-101 0</inkml:trace>
  <inkml:trace contextRef="#ctx0" brushRef="#br0">6240 6941 23 0,'0'0'25'0,"0"-12"5"0,0 24-14 0,0 35-2 0,-12 49-1 0,-11 11 4 0,-13 12-4 0,12-23-6 0,12-49-1 0,12-10-2 0,0-37-2 0,0 11 1 0,0-11-2 0,12-11-33 0,-12 11-79 0</inkml:trace>
  <inkml:trace contextRef="#ctx0" brushRef="#br0">5192 7477 15 0,'12'-24'50'0,"0"1"-22"0,-12 12-9 0,-12 22-10 0,-48 49 6 0,1 22-5 0,11 2-5 0,37-13-2 0,22-11 1 0,25-26-3 0,-12-9 2 0,12 0-2 0,-25-14-5 0,-11-11-28 0,13 0-78 0</inkml:trace>
  <inkml:trace contextRef="#ctx0" brushRef="#br0">5323 7595 33 0,'0'0'0'0,"12"-23"19"0,-12 35 10 0,0 36 19 0,0 23-28 0,-12-24-13 0,12 3-4 0,12-29-10 0,-12-21-51 0</inkml:trace>
  <inkml:trace contextRef="#ctx0" brushRef="#br0">5431 7453 63 0,'11'-13'22'0,"36"97"-11"0,14 37 3 0,-38-16 1 0,-23-34-1 0,-48-21-5 0,1-3-5 0,11-23-8 0,47-1-56 0,-11-23 12 0</inkml:trace>
  <inkml:trace contextRef="#ctx0" brushRef="#br0">7562 6477 7 0,'-12'-25'39'0,"12"2"-22"0,12 12 5 0,-12-1 9 0,12 24-17 0,24 35-5 0,23 24-2 0,13 0-3 0,10 0-2 0,-10-10-1 0,-24-13 0 0,-24-25-1 0,-24-23 7 0,-12-23-4 0,-12-36-2 0,12 46-2 0,12 1 1 0,12 48-2 0,-12 0 4 0,12 11-1 0,-12-36 1 0,-12-11 0 0,-24 0-3 0,13 13-53 0,23-1-17 0</inkml:trace>
  <inkml:trace contextRef="#ctx0" brushRef="#br0">7919 6678 68 0,'-12'-21'17'0,"0"8"3"0,24 13-12 0,12 47 11 0,12 24-5 0,-12 13-5 0,-11-24-4 0,-13-49 4 0,-73 1-3 0,-10-12-5 0,11 25 0 0,61-2-17 0,69-12-96 0</inkml:trace>
  <inkml:trace contextRef="#ctx0" brushRef="#br0">8217 7049 118 0,'-36'0'15'0,"48"-11"-5"0,48 11-1 0,-1-13-2 0,12 13-2 0,-23 0-4 0,-24 0 0 0,-12 13-10 0,0-13-21 0,-12 0-53 0</inkml:trace>
  <inkml:trace contextRef="#ctx0" brushRef="#br0">8240 7214 86 0,'-59'0'20'0,"59"13"-12"0,59-1-3 0,37-24 5 0,11 12 2 0,-47 0-3 0,-48 0 1 0,-24 0-11 0,0 0-103 0</inkml:trace>
  <inkml:trace contextRef="#ctx0" brushRef="#br0">8896 7214 42 0,'0'-11'28'0,"24"-24"-24"0,-1-1 24 0,-11 24-11 0,-24 12-7 0,-11 60 4 0,-25 35-4 0,12-1-5 0,36-33-1 0,36-14 0 0,35-23-2 0,1-1-13 0,-14-10-45 0,-45-13 5 0</inkml:trace>
  <inkml:trace contextRef="#ctx0" brushRef="#br0">9301 7335 74 0,'0'0'11'0,"-24"-13"-2"0,12 37 7 0,-24 24 1 0,25-12-6 0,11 11-4 0,34-23-2 0,27-12-2 0,-14-24 0 0,-23-12-1 0,0-23 0 0,-24-1-1 0,-24-24 1 0,0 37 3 0,12 11-3 0,0 24-5 0,0 13-16 0,-11 10-44 0,23-23 19 0</inkml:trace>
  <inkml:trace contextRef="#ctx0" brushRef="#br0">9479 7049 57 0,'0'0'2'0,"60"-11"4"0,-2 57 37 0,-22 50-5 0,-11 34-23 0,-1 0-9 0,-24-33-2 0,-60-39 1 0,1-21-2 0,22-13-2 0,26-12-7 0,11-1-71 0,11 1 23 0</inkml:trace>
  <inkml:trace contextRef="#ctx0" brushRef="#br0">17493 15585 11 0,'-60'11'34'0,"37"-11"0"0,23-11-9 0,0 11-13 0,72-12-5 0,94-11 0 0,107 23-4 0,38-12 0 0,-26 36-1 0,-82-1 0 0,-84 1 0 0,-60-12 1 0,-35-12 1 0,-11-12-7 0,-26 12-40 0,-11 24-33 0</inkml:trace>
  <inkml:trace contextRef="#ctx0" brushRef="#br0">17744 15751 54 0,'0'0'0'0,"-191"-23"10"0,96 12 13 0,70-2-3 0,38 13-14 0,94-24 1 0,107 1 0 0,96-1 0 0,24 12-1 0,-62 12-1 0,-93 12 1 0,-72-12-2 0,-71-12 0 0,-11 0-1 0,-25-1-5 0,-72 13-15 0,-60 0-4 0,-45 25-6 0,-27-13-45 0</inkml:trace>
  <inkml:trace contextRef="#ctx0" brushRef="#br0">17708 15657 19 0,'-24'0'10'0,"-191"-11"30"0,107-2-11 0,98 13-17 0,105 0-6 0,180-24 1 0,117 0 1 0,-11 24-1 0,-95 11-3 0,-108 2 2 0,-118-13 0 0,-48-13 2 0,-12 2-5 0,0-1-3 0,0 1-33 0,0 11-67 0</inkml:trace>
  <inkml:trace contextRef="#ctx0" brushRef="#br0">1632 10383 66 0,'-13'-48'33'0,"13"25"-26"0,13 23 11 0,-1 0 1 0,59-13-8 0,24-24-7 0,36-9-2 0,-11 10 0 0,-49 13-2 0,-35-2-4 0,-36 25-29 0,0 25-67 0</inkml:trace>
  <inkml:trace contextRef="#ctx0" brushRef="#br0">1775 10394 82 0,'0'0'0'0,"-13"-11"16"0,49 11-9 0,37-37 12 0,57-10-12 0,-24 10-5 0,-57 37-88 0</inkml:trace>
  <inkml:trace contextRef="#ctx0" brushRef="#br0">17422 7013 19 0,'-25'12'31'0,"-33"-12"-14"0,-2 0 9 0,1 0-8 0,59 0-1 0,83-24-8 0,120-12-1 0,69 25-3 0,16 22-5 0,-63 12 3 0,-82-23 1 0,-83-11-2 0,-48-1 1 0,11 1-4 0,-23 11-18 0,-12 11-35 0,-24 1-22 0</inkml:trace>
  <inkml:trace contextRef="#ctx0" brushRef="#br0">17755 7001 8 0,'-107'0'53'0,"-72"0"-33"0,71 0 4 0,62-13-6 0,70 13-6 0,70-23-4 0,97 12-4 0,60-2-3 0,10 1-1 0,-59 24 2 0,-95 1 1 0,-71-13 0 0,-47 0-1 0,-96 11-1 0,-72 1 0 0,-59-12 1 0,13 0-1 0,33 11-1 0,73 2 0 0,83-13 0 0,48 0-2 0,95-13 2 0,108-10 0 0,47 12-1 0,-36 11-1 0,-71 0 3 0,-84 0-1 0,-59 0 2 0,-24 0-1 0,-72 0-2 0,-70 11 1 0,-48-11 2 0,47 0-1 0,60-11-2 0,84 45-139 0</inkml:trace>
  <inkml:trace contextRef="#ctx0" brushRef="#br0">15814 13084 59 0,'0'0'4'0,"-48"-11"6"0,48 22 11 0,36-11-5 0,24 0 3 0,10 0-7 0,27 13-5 0,10-13-3 0,0 0-1 0,12 12 0 0,-12 0-2 0,-12 1 1 0,12-13 2 0,-11 0-3 0,10 0 1 0,37-13-1 0,-107 1 0 0,12-13 1 0,0-9-1 0,24 9 0 0,-38 2-1 0,3-13 2 0,-13-1-1 0,-12 3 2 0,22-3-2 0,-21 3 1 0,-1-16-1 0,-12-8 0 0,-47-2 1 0,-25 2-1 0,13 8 1 0,-13 16-1 0,-12-3-2 0,-10 14 1 0,-14-1 2 0,1-13 0 0,-24 37-2 0,0 13-2 0,-1 24 1 0,14-3 1 0,11 26 1 0,0-12-4 0,22 11 3 0,51-23 0 0,-14 58-2 0,36-21 0 0,24-2 2 0,48-23-1 0,34 11 1 0,38-11-1 0,11 0 2 0,24-24-4 0,11-1 5 0,14-11-2 0,-15-12 1 0,-22-25 0 0,-36-9 0 0,-47-3 1 0,-25-10 0 0,-23-24-1 0,-1 0 0 0,13 11 1 0,1-1-2 0,-26-10 1 0,-35-11 0 0,-59 9 0 0,-36 15-2 0,-36-2 1 0,-47 23 0 0,-84 37-3 0,-119 73 1 0,12 34-48 0,286-59-39 0</inkml:trace>
  <inkml:trace contextRef="#ctx0" brushRef="#br0">11563 13442 17 0,'0'0'12'0,"-24"-11"23"0,12 11-33 0,0 0 0 0,48 0-2 0,60 11 2 0,11-11 0 0,-1 0-1 0,-10 0 0 0,-36-11 1 0,-25 11-1 0,-23-13 1 0,0 1-1 0,-12 12 0 0,0-12 5 0,0 1-80 0</inkml:trace>
  <inkml:trace contextRef="#ctx0" brushRef="#br0">11909 13276 14 0,'-49'-12'45'0,"26"-13"-38"0,10 25-5 0,2 0-3 0,22 0 1 0,38 13 0 0,22-1 1 0,1 0-1 0,-25 11 0 0,-11-12 0 0,-12 14-1 0,-12-13 1 0,1 1 0 0,-2-2 1 0,-11-11 1 0,-48 23-1 0,-35 37-1 0,-14 1 0 0,3-3 0 0,45-22 1 0,39-25 0 0,10 2 1 0,0-13 1 0,10 0-1 0,-10-13-1 0,0 13-43 0</inkml:trace>
  <inkml:trace contextRef="#ctx0" brushRef="#br0">11931 12443 48 0,'0'-13'6'0,"25"-24"3"0,-1 16 2 0,-1 8 5 0,-23 13-1 0,0-12-4 0,0 0-5 0,-23-1-4 0,-26 13 1 0,-9 25-3 0,-14-13 3 0,13 1-3 0,11-13 3 0,1 11-3 0,-1-1 1 0,0-10-2 0,12 13 4 0,25-13-2 0,11 0 0 0,-12 12-2 0,-1 24 3 0,-10 0 0 0,-13 22 0 0,12 3-2 0,13 22 1 0,11-1-2 0,-24 15 2 0,12-14-1 0,-1 36 1 0,13-12 1 0,13 0-3 0,-1-11 2 0,-12-1 0 0,12 0 0 0,0 12-1 0,-1-23 0 0,-11-2 0 0,0 2 0 0,0-13 0 0,0 0-1 0,11 2 0 0,14-14 1 0,11-23-1 0,11 12 0 0,13-25 2 0,0 1 0 0,-1-11-1 0,-11-13 1 0,-36 11-1 0,-36-35-50 0,12 24-12 0</inkml:trace>
  <inkml:trace contextRef="#ctx0" brushRef="#br0">14469 14729 57 0,'0'-60'21'0,"0"24"9"0,-36 11-13 0,0 2-4 0,1 35-11 0,-1 24-2 0,0 35-1 0,24 25-1 0,12 34 1 0,36 25 2 0,35-12 2 0,13-24 1 0,22-25 0 0,1-10-2 0,-11-36-2 0,-24-12 3 0,-25-24-1 0,-35-12 1 0,-12-25-19 0,12-21-7 0,-12-13 4 0,0 22 6 0,-12 14 12 0,-11-1 4 0,23 12 8 0,11-13 2 0,1 2 1 0,0 35-6 0,-12-1-2 0,12 26-6 0,0 10 1 0,0 13-1 0,24-1 0 0,-24-11 1 0,-12-12 3 0,-12-13-2 0,-24-23 2 0,12 12-2 0,12-12-1 0,-12 0 0 0,-95 12-11 0,12 35-28 0,36-22-41 0</inkml:trace>
  <inkml:trace contextRef="#ctx0" brushRef="#br0">11111 4763 52 0,'-13'-11'19'0,"13"-2"-13"0,0 1 13 0,0 0-2 0,-11 36-8 0,-1 35-1 0,12 0-4 0,12-11-2 0,12-12-1 0,23-12 1 0,-11-11 1 0,13-13-2 0,8-25 1 0,-8-23-1 0,9 0-1 0,-22 1 0 0,-23 0 1 0,-13 11 1 0,0 11-1 0,-24 14-1 0,24-1 0 0,0 12-3 0,11 60 1 0,2 24 1 0,10 10 0 0,2 1 2 0,-14 13-1 0,-22-24 0 0,-25-25 2 0,-12-36 0 0,24-23 1 0,-11-35-1 0,10-12-1 0,25 10-1 0,49-10-1 0,22-24-1 0,61-13 1 0,-26 24 1 0,-46 25 1 0,-60 22 0 0,0 2 0 0,12 35-54 0,-12 0-15 0</inkml:trace>
  <inkml:trace contextRef="#ctx0" brushRef="#br0">10813 6167 26 0,'0'-12'20'0,"-24"-35"13"0,11 10-17 0,13 26 1 0,0-1 0 0,0 12-12 0,13 48 2 0,-1 35-3 0,12 1-4 0,0-25 2 0,23-11-2 0,1-12 2 0,12-36 2 0,-2-36-1 0,-22-24-1 0,-11 13 0 0,-25 10-1 0,0-10 1 0,-12 23-1 0,12 13-1 0,0 11-5 0,0 35 4 0,12 37 0 0,11 24 1 0,1 22-1 0,-12 13 1 0,0 1-2 0,-12-27 2 0,-12-32 0 0,-24-38 3 0,-12-22-1 0,1-26 1 0,11-34-1 0,12-14 0 0,13-33-2 0,59-25 1 0,22 1 0 0,2 57-1 0,-36 38 0 0,-12-14-13 0,0-10-107 0</inkml:trace>
  <inkml:trace contextRef="#ctx0" brushRef="#br0">10801 5656 96 0,'0'-12'8'0,"-12"35"-5"0,-12 37 12 0,-11 24 3 0,-12 0-8 0,10-50-2 0,37-22-5 0,0-37 8 0,0-9-9 0,12-14-1 0,13 12-3 0,-2-11 3 0,1-14-1 0,11 3 1 0,1 22 0 0,-12 25 2 0,-24-14 1 0,12 25-1 0,12 12-2 0,23 24-1 0,25 35 1 0,-1-10-1 0,-47-15 2 0,-12-10 3 0,-1-24 0 0,-11-24-10 0,0 12-153 0</inkml:trace>
  <inkml:trace contextRef="#ctx0" brushRef="#br0">4561 6334 67 0,'-24'0'26'0,"13"0"-23"0,35 0 9 0,23-12-1 0,12 12 2 0,1 0-4 0,-11 0-3 0,-15 0 3 0,-22-12 1 0,-12-1-4 0,-35 3-3 0,-13 10-2 0,-12 10 0 0,25 3 0 0,22-13 1 0,13 0 2 0,25 0-4 0,22 0 0 0,1 0 1 0,-23 0-1 0,-14 0 1 0,-11 0 1 0,-48 0-1 0,-12 0-1 0,-11 12 1 0,47-12-1 0,12 0 1 0,35 0-1 0,38 0 0 0,22-12 0 0,-25 12 0 0,-33-13 1 0,-50 13 1 0,-21 13-2 0,-14-13 2 0,48 0-1 0,12-13-1 0,0 13-2 0,12 13-43 0,-12 11-74 0</inkml:trace>
  <inkml:trace contextRef="#ctx0" brushRef="#br0">2870 6762 95 0,'-12'-11'9'0,"-36"-12"7"0,37 23-10 0,-1 0 8 0,12 0 1 0,0 0-8 0,59-13-2 0,37 13 0 0,23 0-4 0,-25-24 2 0,-22 24-1 0,-36-13 3 0,-36 3 0 0,-36 10-3 0,-36 0 1 0,-22 10-2 0,-1 15-1 0,11-13 1 0,84-12-2 0,48 0 2 0,34-12-1 0,25 0 0 0,-46-1 0 0,-37 3 0 0,-24 10 2 0,-36 0 0 0,-35 0-2 0,-1 10 1 0,36 3-1 0,23-13 1 0,13 0-1 0,36 0-13 0,-23 37-104 0</inkml:trace>
  <inkml:trace contextRef="#ctx0" brushRef="#br0">1941 5263 57 0,'-36'-48'6'0,"-23"-71"13"0,0 72-13 0,11 34-3 0,-165 110-1 0,32 21 1 0,27 48 1 0,71 13 4 0,47 11 3 0,48 24-2 0,48-11-5 0,166 71-2 0,-59-203 0 0,47-71 4 0,24-59-4 0,-24-36 0 0,-71-36 0 0,-71-24 0 0,-25-47-1 0,-47-48-2 0,-23-1 3 0,-61 0 1 0,-35 109-2 0,-36 58-24 0,-83 84 2 0,11 84 12 0,-34 37 5 0,-1 44-55 0,214-129 31 0</inkml:trace>
  <inkml:trace contextRef="#ctx0" brushRef="#br0">5300 6071 60 0,'-24'0'4'0,"-36"-11"12"0,36 11-2 0,60-35 10 0,36 23 5 0,10-1-20 0,2 13-5 0,-25-11-2 0,-59 11 2 0,-72-12-1 0,-22 24 0 0,35-1-1 0,35 2 3 0,36-13-1 0,82-24-3 0,26 1 1 0,-25 10 1 0,-71 13-3 0,-36 0 3 0,-83 24-3 0,-12-1 1 0,46 2-1 0,50-25 1 0,22 12-1 0,62-1 1 0,-3-22-1 0,-34-1 1 0,-47 12-1 0,-25 12 1 0,-23-1-1 0,11-11 1 0,23 0-1 0,25 0 0 0,0 12 0 0,0-12 0 0,0 0 0 0,13 11 0 0,-1-11 0 0,-12 13 0 0,0-13 0 0,-12 12 0 0,12-12 0 0,-13 12 0 0,26-12 0 0,-13 0 1 0,0 0-1 0,0 0 0 0,12 0 0 0,-12 13-18 0,0 10-29 0,0-12-38 0</inkml:trace>
  <inkml:trace contextRef="#ctx0" brushRef="#br0">13516 4287 9 0,'-12'11'26'0,"12"1"-7"0,0-1-3 0,12 2-6 0,-12-1-2 0,0 0-3 0,0-12 2 0,-12-12-3 0,0-13-1 0,12-34 0 0,24 0-1 0,12-12-4 0,0-13 2 0,-1 1 1 0,25-36 0 0,-2 58-1 0,-9 15 0 0,-1 10 0 0,-37-12 0 0,13 13 1 0,0 11-1 0,-24 24 1 0,-12 0 1 0,-12 13-1 0,1-2-1 0,-2 12 1 0,-11 1 0 0,13 0-1 0,10-12 1 0,26-35 6 0,23-27-6 0,0 16-1 0,-24 22-1 0,11 12 3 0,-11 12 2 0,0 22 0 0,12-9-2 0,-11-13 0 0,-13 1-12 0,11-2-26 0,1-11-25 0</inkml:trace>
  <inkml:trace contextRef="#ctx0" brushRef="#br0">14076 2893 21 0,'-36'-25'33'0,"24"15"-17"0,-1-1 3 0,26 22 3 0,-1 49-1 0,-12 11-13 0,12-12-4 0,-12-23 2 0,0-24 1 0,0-48 2 0,0-12-8 0,0 1 0 0,12-13 0 0,0 13-2 0,0-1 4 0,-12 35-3 0,0 26 0 0,0 35-3 0,-24 23 5 0,24-23-5 0,-12-2 6 0,12-46-2 0,0 0 1 0,0-34-3 0,-12-26 4 0,0 12-4 0,12 1 5 0,-13 10-7 0,13 37 4 0,13 0-11 0,-1 13-17 0,24 11-73 0</inkml:trace>
  <inkml:trace contextRef="#ctx0" brushRef="#br0">14326 2858 53 0,'0'0'0'0,"0"-24"17"0,0 12-3 0,11 12 11 0,2 0-10 0,10 12 3 0,13 22-10 0,0 3-5 0,1-13-2 0,-14-1 0 0,-12 2 0 0,-11-2 1 0,0-11-2 0,0-1 1 0,0-11-1 0,12 13-9 0,-12-13-19 0,0-13-65 0</inkml:trace>
  <inkml:trace contextRef="#ctx0" brushRef="#br0">14528 2774 13 0,'0'0'0'0,"0"-11"28"0,-12 11-13 0,12-13 10 0,0 13-16 0,0 24 4 0,-11 49-5 0,-12-27-1 0,-2-10 1 0,-11-13-1 0,0 2 0 0,1-2-1 0,-1 13-3 0,23-12-1 0,-10 0 0 0,23-24 0 0,23-11-41 0,2 11-48 0</inkml:trace>
  <inkml:trace contextRef="#ctx0" brushRef="#br0">14778 2847 46 0,'0'-13'5'0,"0"-11"12"0,0 0-6 0,0 12 8 0,0 12-10 0,-12 23-1 0,0 27-2 0,12-4-2 0,0 2 0 0,12-12-2 0,0-13 0 0,12 0-1 0,12-23 1 0,0 0-2 0,-1-11 1 0,-23-1 1 0,-12-11-1 0,0-2-1 0,0-9 1 0,0 9-1 0,-12-10 1 0,0-1-1 0,-11 11 1 0,-13 14-3 0,12-1 3 0,0 12-1 0,12 0 0 0,0 0-2 0,0 12-9 0,1 24-22 0,-1 0-55 0</inkml:trace>
  <inkml:trace contextRef="#ctx0" brushRef="#br0">15076 2858 73 0,'-24'-11'21'0,"-1"11"-6"0,25 0 3 0,0 11 2 0,0-1-13 0,0 3-2 0,0-13-1 0,0 12 0 0,13 13-3 0,-13-25 0 0,0 0 3 0,0-13-3 0,0 1-4 0,0 12-41 0,12 12-44 0</inkml:trace>
  <inkml:trace contextRef="#ctx0" brushRef="#br0">15350 2738 57 0,'-12'0'15'0,"0"-12"0"0,12-11 4 0,0-1-1 0,0 12-7 0,0 12 7 0,-12 0-15 0,12 25 1 0,0 9-3 0,0 14 2 0,0 12-3 0,12-13 3 0,-12 1-2 0,0-25 1 0,0-10 1 0,0-13 2 0,0 0-2 0,0-13-3 0,12-10-46 0,0 23-43 0</inkml:trace>
  <inkml:trace contextRef="#ctx0" brushRef="#br0">15766 2929 62 0,'-11'-11'17'0,"-25"11"-9"0,36 0-1 0,0-13 3 0,24 13 0 0,-1-12-5 0,25 0 1 0,0 12-2 0,0-13-1 0,-1 3 0 0,0-1 0 0,-22 11-2 0,-1 0 0 0,-2 0 0 0,-9 11-13 0,10-11-32 0,-10 0-34 0</inkml:trace>
  <inkml:trace contextRef="#ctx0" brushRef="#br0">16004 2703 22 0,'-11'0'23'0,"-1"35"3"0,-1 37-3 0,2-14-5 0,11-8-8 0,0-27-4 0,0-23-14 0,11 11-83 0</inkml:trace>
  <inkml:trace contextRef="#ctx0" brushRef="#br0">16505 2631 40 0,'0'0'0'0,"-13"-35"32"0,13 23-20 0,-11-1 11 0,11 13-13 0,-12 48 0 0,-1 12-5 0,13-13-1 0,0 13-1 0,0 1-4 0,0-15-17 0,-10-10-33 0,10-36 9 0</inkml:trace>
  <inkml:trace contextRef="#ctx0" brushRef="#br0">16671 2631 77 0,'0'0'2'0,"0"-12"3"0,36 35 0 0,12 38 10 0,24-14-9 0,-1 0-6 0,-23-22-39 0,-48-13-13 0</inkml:trace>
  <inkml:trace contextRef="#ctx0" brushRef="#br0">16909 2631 97 0,'-47'11'4'0,"1"50"-2"0,33-14-1 0,-23-11 0 0,0 12-7 0,24-1-64 0,12-47 48 0</inkml:trace>
  <inkml:trace contextRef="#ctx0" brushRef="#br0">17124 2667 66 0,'0'-12'6'0,"0"-1"-2"0,12 26-1 0,-12 24 16 0,12-3-12 0,12 3-4 0,24-26 0 0,-1-11-3 0,-23-36 3 0,-12-10 0 0,-36 21 2 0,-24 0-3 0,-11 25-11 0,35 0-58 0,24 0 36 0</inkml:trace>
  <inkml:trace contextRef="#ctx0" brushRef="#br0">17493 2642 93 0,'0'-34'29'0,"-24"34"-26"0,24 0-20 0,0 23-64 0</inkml:trace>
  <inkml:trace contextRef="#ctx0" brushRef="#br0">17875 2524 105 0,'0'0'0'0,"-12"0"8"0,-12 84-6 0,12-25 10 0,-12 0-2 0,24-22-6 0,0-26-3 0,11-11-28 0,-11 0-68 0</inkml:trace>
  <inkml:trace contextRef="#ctx0" brushRef="#br0">18672 2667 36 0,'0'0'9'0,"11"0"3"0,38 0-22 0,-1-12-33 0</inkml:trace>
  <inkml:trace contextRef="#ctx0" brushRef="#br0">19125 2619 54 0,'0'-11'28'0,"0"11"-26"0,24 11-71 0</inkml:trace>
  <inkml:trace contextRef="#ctx0" brushRef="#br0">19637 2631 27 0,'0'0'-20'0</inkml:trace>
  <inkml:trace contextRef="#ctx0" brushRef="#br0">19827 2619 17 0,'0'0'4'0,"13"0"-17"0</inkml:trace>
  <inkml:trace contextRef="#ctx0" brushRef="#br0">21196 2487 30 0,'0'0'16'0,"-23"-10"-3"0,35 10-10 0,12 0 8 0,-1 0 2 0,1 47 0 0,0 25-7 0,24-26-3 0,-1-9-2 0,-11-13-18 0,-24-24-58 0</inkml:trace>
  <inkml:trace contextRef="#ctx0" brushRef="#br0">21411 2477 40 0,'0'0'29'0,"-72"23"-17"0,25 48-9 0,-1-23 10 0,13 0-6 0,22 0-7 0,49-13-77 0</inkml:trace>
  <inkml:trace contextRef="#ctx0" brushRef="#br0">21888 2560 27 0,'-12'0'20'0,"-12"11"-16"0,37 2 1 0,-2-13 10 0,35 0-9 0,27 12-2 0,-3-12-3 0,-21 0 2 0,-13 0-2 0,-13 0 0 0,-11-12 0 0,-12 12-79 0</inkml:trace>
  <inkml:trace contextRef="#ctx0" brushRef="#br0">22101 2466 28 0,'-11'-13'5'0,"-1"13"4"0,24 34 24 0,-24 63-3 0,12 22-19 0,12-25-8 0,-12-44-2 0,11-29-13 0,14-8-50 0,-14-13 31 0</inkml:trace>
  <inkml:trace contextRef="#ctx0" brushRef="#br0">22566 2548 37 0,'0'-11'8'0,"0"-2"-3"0,-13 13-2 0,2 0 15 0,-24 60-4 0,23-2-10 0,48 3-1 0,-1-26-2 0,24-23 0 0,1-47 0 0,-11-25 1 0,-38-11-1 0,-47 11 1 0,-23 13 3 0,23 36-7 0,0 22-38 0,24-1-6 0</inkml:trace>
  <inkml:trace contextRef="#ctx0" brushRef="#br0">22947 2608 44 0,'-13'-24'22'0,"26"11"-14"0,71-10 7 0,47 23-8 0,1 0-6 0,-50 12-14 0,-58-12-48 0</inkml:trace>
  <inkml:trace contextRef="#ctx0" brushRef="#br0">23221 2416 62 0,'-12'0'15'0,"-12"61"-6"0,24 33-6 0,24-23-2 0,-12 2-25 0,0-50-25 0</inkml:trace>
  <inkml:trace contextRef="#ctx0" brushRef="#br0">23673 2500 48 0,'0'0'0'0,"0"37"7"0,-34 10 13 0,21 0-6 0,26-11-9 0,69-11-3 0,-22-50 0 0,-24-34 0 0,-48 11 0 0,-48-12-4 0,36 60-32 0,12 12-17 0</inkml:trace>
  <inkml:trace contextRef="#ctx0" brushRef="#br0">24018 2560 72 0,'-11'-23'4'0,"22"23"-3"0,73-25 0 0,-12 25 0 0,-1-12 1 0,13 24-18 0,-50-12-40 0</inkml:trace>
  <inkml:trace contextRef="#ctx0" brushRef="#br0">24281 2416 46 0,'-25'0'27'0,"-9"37"-18"0,22 70-15 0,24-25-59 0</inkml:trace>
  <inkml:trace contextRef="#ctx0" brushRef="#br0">24626 2548 22 0,'0'0'11'0,"0"0"7"0,0 23 0 0,12 25-12 0,24-25-4 0,12-10 0 0,-1-60 5 0,-11-24-3 0,-25 21 7 0,-47 40-9 0,-22 10-18 0,-14 23-54 0</inkml:trace>
  <inkml:trace contextRef="#ctx0" brushRef="#br0">4871 6121 39 0,'0'0'0'0,"-72"0"29"0,25 0 0 0,23-13-12 0,-12 13-13 0,24 13-2 0,24-2-1 0,24 12 2 0,47-23 1 0,1 12-2 0,-37-12 1 0,-47 0 3 0,-71 0-5 0,-14 12 1 0,27 1-2 0,46-2-55 0,36-11-21 0</inkml:trace>
  <inkml:trace contextRef="#ctx0" brushRef="#br0">5180 6263 75 0,'-11'-12'13'0,"-25"12"8"0,24-25 10 0,48-22-13 0,35 23-10 0,11 13-7 0,15-1-1 0,-38 12 0 0,-47-11 2 0,-37 11 1 0,-46 0-1 0,-1 11-3 0,14 12 1 0,34 1 1 0,48-24 1 0,59-12-2 0,24 0 1 0,-11-11 0 0,-49 23 0 0,-47 0 0 0,-24 0 1 0,-23 12-3 0,11-12 2 0,24-12-1 0,12 12 0 0,12 0 0 0,12 0 0 0,-24 0 1 0,0 0-1 0,12 12 0 0,-12-1 0 0,0 1 0 0,0-12 0 0,0 12 0 0,11-12 1 0,-11 0-2 0,13 0 2 0,-13 0 1 0,12-12-2 0,-12 0 0 0,0 1 0 0,-12-1 0 0,12 12-1 0,-13-11 1 0,13 11 0 0,0 0 0 0,-11 0 0 0,11 11 0 0,0 1 0 0,-12-12 0 0,12 0 0 0,-13 0 0 0,13-12 0 0,-11 12 1 0,11 0-2 0,-12 0 1 0,12 12 1 0,0-12-2 0,-13 0 1 0,13 0 0 0,0 0 0 0,0 0 0 0,0 11-2 0,0-11-15 0,0 12-100 0</inkml:trace>
  <inkml:trace contextRef="#ctx0" brushRef="#br0">13147 2679 92 0,'-12'-37'3'0,"-13"37"9"0,14 121-5 0,35 21-4 0,0-47-2 0,-12-35-1 0,-12-13-14 0,0-10-60 0</inkml:trace>
  <inkml:trace contextRef="#ctx0" brushRef="#br0">12861 3322 52 0,'-59'0'25'0,"35"0"-18"0,36-12 2 0,70 1 1 0,63-14-1 0,-3 13-4 0,1 12-3 0,-60 0-18 0,-59 0-55 0</inkml:trace>
  <inkml:trace contextRef="#ctx0" brushRef="#br0">12980 3393 86 0,'0'0'0'0,"-47"48"7"0,22 70-2 0,14 3 1 0,-14-62 8 0,2-36 1 0,10-11-10 0,13-24-1 0,0-11-4 0,0-13 0 0,0-24 0 0,0 1 0 0,0 23 1 0,25 24-2 0,-14 24 2 0,25 24 2 0,0 23-1 0,12-11-1 0,0-25 0 0,-12-10 0 0,-13-1 1 0,1-24-1 0,-24-12 1 0,12-36-1 0,0-24 0 0,0 25 2 0,-12 24 4 0,12 11-4 0,0 12-5 0,12 24-38 0,-1 1-39 0</inkml:trace>
  <inkml:trace contextRef="#ctx0" brushRef="#br0">16909 6418 9 0,'-11'-12'27'0,"-1"12"8"0,-1 0-16 0,13 0 12 0,36 0-23 0,60-12-1 0,47 12 0 0,24 0-3 0,11 24-1 0,13-13 0 0,-24-11-1 0,-48 0 2 0,-84 12 0 0,-47-12 5 0,-71-12-8 0,-60 1 0 0,-48 11-1 0,-11-12 0 0,12 12 0 0,71 0 2 0,106-12-2 0,85 12 0 0,107 0-1 0,24 0 1 0,-37 12 1 0,-83 11-14 0,-60 0-35 0,-10-23-35 0</inkml:trace>
  <inkml:trace contextRef="#ctx0" brushRef="#br0">18744 6429 88 0,'-61'-23'12'0,"-105"23"-1"0,36 0 0 0,58-12 6 0,59 12-5 0,49-13-9 0,84 13-2 0,23 0 0 0,-24 13-2 0,-59-13 2 0,-50 12 1 0,-44 0 2 0,-73-12-1 0,-13 0-2 0,49-12-1 0,71 12-1 0,119 0-35 0,-24 12-51 0</inkml:trace>
  <inkml:trace contextRef="#ctx0" brushRef="#br0">19744 6452 104 0,'0'0'0'0,"-107"-34"9"0,-12 45-7 0,71-11 13 0,24-11 3 0,73-1-15 0,81 0-3 0,25 12-2 0,-36 0 5 0,-72 0 0 0,-47 0 6 0,-11-13-8 0,11 13-20 0,47 25-57 0,-35-13 33 0</inkml:trace>
  <inkml:trace contextRef="#ctx0" brushRef="#br0">21292 6429 111 0,'-71'-35'6'0,"-84"47"-4"0,36-12-1 0,47-12 12 0,48-1-2 0,48 13-9 0,84 0 0 0,23 0-2 0,-36 0 1 0,-48 0 1 0,-47 13 0 0,-12-13 2 0,-59 0-2 0,-49 12-1 0,-22 0 0 0,71-12-1 0,59-12 3 0,71 12-2 0,84 0-1 0,0 0 0 0,-11 0 0 0,-38 0-2 0,-58 0 3 0,-24 0 4 0,-36 0-4 0,-47-12-21 0,24 36-98 0</inkml:trace>
  <inkml:trace contextRef="#ctx0" brushRef="#br0">19446 2679 23 0,'0'-12'9'0,"-24"-13"23"0,36 25-29 0,36 0-2 0,35 0 0 0,13 13-4 0,-13-1-41 0,-71-12 26 0</inkml:trace>
  <inkml:trace contextRef="#ctx0" brushRef="#br0">19673 2560 89 0,'0'0'0'0,"-60"24"2"0,24 84-2 0,72-37-22 0,24-24-43 0</inkml:trace>
  <inkml:trace contextRef="#ctx0" brushRef="#br0">20148 2548 52 0,'-36'0'9'0,"2"71"-7"0,45 2-1 0,12-27 0 0,26-21 1 0,9-38-1 0,3-45-1 0,-50-15 1 0,-34 14-1 0,-26 47-10 0,27 12-43 0</inkml:trace>
  <inkml:trace contextRef="#ctx0" brushRef="#br0">20542 2608 38 0,'0'0'16'0,"12"-24"-3"0,34 24-13 0,62 0-1 0,-12 0-26 0,-72 0-4 0</inkml:trace>
  <inkml:trace contextRef="#ctx0" brushRef="#br0">20732 2500 88 0,'-60'24'4'0,"24"71"-10"0,72-11-53 0,-23-72 38 0</inkml:trace>
  <inkml:trace contextRef="#ctx0" brushRef="#br0">21149 2571 13 0,'0'0'8'0,"-12"-11"-21"0</inkml:trace>
  <inkml:trace contextRef="#ctx0" brushRef="#br0">21173 2560 14 0,'-24'-12'29'0,"-11"24"-9"0,-13 47-13 0,35 1-5 0,38-24 1 0,21-25-2 0,3-45-6 0,-13-27 1 0,-60 38 1 0,-37 23-29 0,51 0 8 0</inkml:trace>
  <inkml:trace contextRef="#ctx0" brushRef="#br0">1775 10358 2 0,'0'0'7'0,"-36"-23"10"0,-13 11 16 0,15 1-7 0,10 11-12 0,24-13 1 0,94-35-2 0,51 1-2 0,45 0-4 0,-1-3-6 0,-33 16-1 0,-61-3 2 0,-59 26-2 0,-36 11-7 0,-85 11-25 0,-9 26-51 0</inkml:trace>
  <inkml:trace contextRef="#ctx0" brushRef="#br0">1513 10442 55 0,'-24'0'12'0,"0"0"5"0,119-36-3 0,84-47 10 0,59-12-4 0,-35 24-11 0,11 11-3 0,-202 49-2 0,-24-2-1 0,-24 37-78 0,24-24 21 0</inkml:trace>
  <inkml:trace contextRef="#ctx0" brushRef="#br0">7395 8964 43 0,'-12'0'12'0,"0"-10"16"0,12 10 14 0,36 10-29 0,35-10-6 0,-12-10-3 0,-10-14-2 0,-13 12 1 0,-14 0-7 0,-9 12-27 0,-1 0-70 0</inkml:trace>
  <inkml:trace contextRef="#ctx0" brushRef="#br0">7299 9192 85 0,'0'0'1'0,"-11"0"7"0,58 0 7 0,37-23 3 0,0-2-6 0,-13 13-4 0,-35 12-3 0,-24-13-2 0,-12 13-4 0,12 13-35 0,-2-1-41 0</inkml:trace>
  <inkml:trace contextRef="#ctx0" brushRef="#br0">8097 8799 46 0,'0'-11'16'0,"0"-2"-13"0,0 1 10 0,0-13 8 0,0 14-3 0,0 11 0 0,0 48 5 0,0 59-9 0,-11 0-9 0,-1-11-3 0,12-49 3 0,-13-10-10 0,26-14-43 0,-1-12-42 0</inkml:trace>
  <inkml:trace contextRef="#ctx0" brushRef="#br0">8300 9037 127 0,'0'0'0'0,"-12"-23"18"0,12 23-41 0,12 11-63 0</inkml:trace>
  <inkml:trace contextRef="#ctx0" brushRef="#br0">8562 8704 113 0,'-23'-37'14'0,"-1"37"0"0,24-11 3 0,24 11-14 0,58-12 1 0,14-12-2 0,-36 12 0 0,-37 24 5 0,-23 35 0 0,-36 24-4 0,13 25-2 0,10-12-1 0,13-1 0 0,0 1-32 0,13-13-88 0</inkml:trace>
  <inkml:trace contextRef="#ctx0" brushRef="#br0">8966 8715 93 0,'0'-11'7'0,"0"-13"3"0,13-12-1 0,35 12 8 0,-2 12-4 0,-10 37-2 0,-11 22-3 0,-37 0-3 0,-1 14-3 0,13-27-1 0,25 14-1 0,22 12 1 0,-23-13-2 0,-143 24 5 0,60-71-7 0,59 0-62 0,0 0 6 0</inkml:trace>
  <inkml:trace contextRef="#ctx0" brushRef="#br0">9408 8859 39 0,'0'0'0'0,"36"-25"28"0,10-10-10 0,-10 11 8 0,-23-24 6 0,-1 13-11 0,0-1-13 0,-24 13-5 0,-13-2-3 0,-22 25 1 0,12 25 1 0,-1-2-1 0,36 25-1 0,36 11 0 0,10 0-1 0,-33 1 1 0,-37-24 2 0,-59-36 6 0,11-36 1 0,61-47-4 0,118-1-8 0,-1 49-135 0</inkml:trace>
  <inkml:trace contextRef="#ctx0" brushRef="#br0">2894 6715 76 0,'0'0'5'0,"-12"-24"13"0,0 11-9 0,12 3 3 0,0-1 8 0,-12 11-3 0,12-13-10 0,0 13-3 0,60-12 0 0,23 12-1 0,24-12 0 0,-24-1-1 0,-23-10-1 0,-36 12 3 0,-12 11 0 0,-48 0-3 0,-35 0 0 0,-24 11 0 0,-1 1 0 0,25-1 0 0,47 2-1 0,24-13 0 0,12 0-1 0,48 0 2 0,22-13-1 0,2 2 0 0,-12-12-1 0,-25 10 3 0,-23 13-4 0,-12 0 2 0,-12 0-30 0,-12 24-82 0</inkml:trace>
  <inkml:trace contextRef="#ctx0" brushRef="#br0">2740 7025 96 0,'0'0'0'0,"-37"-48"24"0,37 36-19 0,0 48 12 0,0 22 10 0,-23 3-18 0,10-1-1 0,2-26-5 0,-1-9 0 0,12 0-11 0,-13-14-31 0,38 1-77 0</inkml:trace>
  <inkml:trace contextRef="#ctx0" brushRef="#br0">2954 7096 16 0,'0'0'15'0,"12"-12"32"0,-12 0-12 0,-12 12-9 0,-12 12-9 0,0 13-7 0,24-2-7 0,0 1 0 0,12 0-2 0,12-13 1 0,10 1-1 0,2-12 0 0,0-23 1 0,-11-14-1 0,-1 14 0 0,-24-13 0 0,-12 1 2 0,-25-13 1 0,1 24-2 0,0 24-2 0,2 24-7 0,-2 24-27 0,12-1-92 0</inkml:trace>
  <inkml:trace contextRef="#ctx0" brushRef="#br0">2452 7524 59 0,'-10'0'28'0,"-14"0"-2"0,24-11-5 0,34-1-13 0,63-12 3 0,46-13-4 0,11 3 2 0,-24-3-3 0,-45 26-4 0,-38-1-1 0,-23 24-13 0,-24-1-19 0,-35 14-67 0</inkml:trace>
  <inkml:trace contextRef="#ctx0" brushRef="#br0">2631 7608 38 0,'-11'12'30'0,"-48"0"-3"0,23-12-14 0,24 13 0 0,60-26-2 0,83-47 3 0,35 12-6 0,-23 14 1 0,-47 9-3 0,-61 13-4 0,-23-1 4 0,-12 13-13 0,-12 25-102 0</inkml:trace>
  <inkml:trace contextRef="#ctx0" brushRef="#br0">7145 5929 0 0,'-71'-23'1'0,"-1"12"-1"0,24 11 0 0,25 0 0 0,10 0 0 0,38 0 0 0,-14 0-1 0</inkml:trace>
  <inkml:trace contextRef="#ctx0" brushRef="#br0">3144 16574 23 0,'0'-48'34'0,"11"12"-6"0,2 12-6 0,-13 12-5 0,0 12-2 0,-24 0-9 0,-12 36-4 0,13 12-2 0,46-12 0 0,49 11 0 0,11-11 0 0,-71 0 2 0,-60 10 3 0,-60-9-2 0,50-24-3 0,58-13-45 0,36-13-55 0</inkml:trace>
  <inkml:trace contextRef="#ctx0" brushRef="#br0">3359 16550 87 0,'-12'-37'32'0,"12"26"-9"0,12 35-13 0,22 24-6 0,-9-1-1 0,-1-11 0 0,-24-12 3 0,12-24-1 0,-12-47-1 0,0-37-2 0,24 24-2 0,11 36 0 0,13 37-1 0,-12 21 1 0,-13 15-1 0,-11-14 2 0,-12-23-1 0,24-37 4 0,12-46-1 0,0 37-3 0,-1 34-2 0,1 71 1 0,-12-12-2 0,13-34-5 0,-3-14-38 0,14-22-58 0</inkml:trace>
  <inkml:trace contextRef="#ctx0" brushRef="#br0">4228 16550 21 0,'0'-37'32'0,"11"3"3"0,-11-3-12 0,-11 3-10 0,11-3-5 0,0 13 2 0,-12 12-1 0,-24 12-6 0,-12 23-2 0,37 14 1 0,-25 10-1 0,11 1 0 0,14 0-1 0,11-36 0 0,11-12 5 0,25-24-4 0,-11 11-1 0,-2 26-1 0,13 23-1 0,0-24 2 0,12-36 3 0,11-36 0 0,-35-22 0 0,0-39-3 0,-12 27 2 0,-12 58-2 0,-12 36-1 0,0 59 1 0,12 25 0 0,12-1 0 0,35-12-3 0,12-35 3 0,14-36 1 0,-26-59 1 0,12-72-4 0,-23 0 1 0,-12 94 3 0,-36 62 2 0,-12 82 0 0,12 0-1 0,48-24-5 0,36-35-2 0,-26-24-75 0,-21-24-6 0</inkml:trace>
  <inkml:trace contextRef="#ctx0" brushRef="#br0">5727 16038 37 0,'-11'-11'37'0,"-1"-14"4"0,-22 25-18 0,-39 36-12 0,26 35-3 0,11 1-3 0,24 11-1 0,24 0-3 0,35-11 0 0,1-12-4 0,0-37 2 0,11-23-1 0,13-36-12 0,-13-22-43 0,-47 21-28 0</inkml:trace>
  <inkml:trace contextRef="#ctx0" brushRef="#br0">5573 16276 65 0,'-12'0'9'0,"-35"24"37"0,35-12-24 0,71-12-12 0,73-25-9 0,-13 2 0 0,-72 12-2 0,-59 22-123 0</inkml:trace>
  <inkml:trace contextRef="#ctx0" brushRef="#br0">7038 16419 32 0,'-12'-11'11'0,"-35"-14"15"0,11 25 2 0,11 0-17 0,38 0-3 0,46 12-1 0,61-36-2 0,22 0-3 0,-23 24 0 0,-23-12 0 0,-37 12 0 0,-48-11 3 0,-11-37 0 0,-23 0-2 0,0 23 4 0,23 15-5 0,23 20-2 0,13 27 0 0,-12-13-1 0,-24 12 1 0,-60 11 1 0,-10 25-7 0,81-12-85 0,1-49 45 0</inkml:trace>
  <inkml:trace contextRef="#ctx0" brushRef="#br0">7120 16621 21 0,'-10'13'9'0,"-26"-13"22"0,12 11-4 0,36-22-16 0,82-39-3 0,74 16 0 0,-14-3-2 0,-106 37-3 0,-60 0-8 0,-47 0-31 0,35-47-42 0</inkml:trace>
  <inkml:trace contextRef="#ctx0" brushRef="#br0">7335 16169 62 0,'-11'-37'19'0,"-1"26"17"0,12 11-28 0,48 36-2 0,36 23 0 0,22 12-1 0,-22-11-1 0,-49 12 2 0,-60 35 3 0,-69 24-3 0,-12-36-3 0,81-58-5 0,50-26-25 0,68-11-94 0</inkml:trace>
  <inkml:trace contextRef="#ctx0" brushRef="#br0">8086 16085 37 0,'0'-12'12'0,"-12"-34"26"0,12 33-3 0,0 84-23 0,12 37-4 0,12-14-5 0,-12 2 0 0,0-48 1 0,-12-37 2 0,-12-34 2 0,12-61-6 0,35 13 0 0,12 23-1 0,2 48-1 0,-14 24-1 0,-11 36 1 0,0-13-2 0,0 1 3 0,24-24 1 0,11-60 2 0,13-23-1 0,-13 11 0 0,-36 12-3 0,-10 36 0 0,-13 24-1 0,12 24 2 0,-1 11-3 0,-11-22 2 0,0-26-22 0,0-11-28 0,13-48-41 0</inkml:trace>
  <inkml:trace contextRef="#ctx0" brushRef="#br0">8681 16014 67 0,'-11'-37'21'0,"-13"26"-17"0,12 47-89 0</inkml:trace>
  <inkml:trace contextRef="#ctx0" brushRef="#br0">8979 16312 57 0,'0'-12'5'0,"24"-35"6"0,0-3 6 0,-24 4 9 0,-12 21-13 0,-12 2-5 0,-1-1-3 0,14 24-3 0,-12 13-1 0,0 21 0 0,-26 3 2 0,13 10-2 0,24-10-1 0,12-26 2 0,48-22 1 0,1 11-3 0,-3 34-1 0,2 50-1 0,-24 35 0 0,-24-35 0 0,-24-24 4 0,0-37 5 0,-12-23-6 0,36-95-6 0,84-36-9 0,11 0 6 0,-24 34 9 0,-35 3 0 0,-24 23 5 0,-12 60 8 0,0 82-7 0,-12 24-3 0,12-24-2 0,23-48 1 0,13-46 1 0,12 12-3 0,-48 45-2 0,0 14 1 0,24-25-18 0,48-34-44 0,-37-12-8 0</inkml:trace>
  <inkml:trace contextRef="#ctx0" brushRef="#br0">10050 15966 95 0,'-11'-12'14'0,"-14"60"13"0,2 35-12 0,0 25-9 0,-13-25-2 0,12-47 0 0,-24-13 1 0,13-58 0 0,22-25 0 0,13 23-7 0,36 27 1 0,24 45-1 0,35 13 0 0,1 11 0 0,-38-23 2 0,-22-24 0 0,-11 0 1 0,-14-12-1 0,13-24-75 0,-12 11 11 0</inkml:trace>
  <inkml:trace contextRef="#ctx0" brushRef="#br0">4883 13168 30 0,'0'0'0'0,"-12"0"20"0,-12 0-4 0,12 0 4 0,12-13-5 0,12 13 2 0,24-10-6 0,10-1-5 0,62-2 0 0,35-11 0 0,23 0-3 0,-10 12-2 0,-25 12-1 0,-24-11 1 0,-47-2 0 0,-37 13-1 0,-23 0-26 0,0 0-68 0</inkml:trace>
  <inkml:trace contextRef="#ctx0" brushRef="#br0">5014 13134 25 0,'-13'11'3'0,"-23"-1"-4"0,13 3 24 0,10-13-13 0,26 0 8 0,10 0-2 0,38-13-7 0,10 3-1 0,60-14 0 0,23-13-4 0,-11 26 1 0,-35-1-4 0,-25 1 1 0,-47 11-24 0,-24 0-55 0</inkml:trace>
  <inkml:trace contextRef="#ctx0" brushRef="#br0">5026 14122 8 0,'-12'0'1'0,"-1"0"8"0,2 0 17 0,-1 0-3 0,12 0-9 0,0 0-6 0,12 0-4 0,24 0 0 0,11 0 0 0,37-25 3 0,35-11 3 0,36 13-5 0,-25-1-1 0,-34 11-2 0,-26 13 3 0,-33-11-4 0,-13 11 1 0,-12-12-5 0,-12 24-30 0,-24-1-62 0</inkml:trace>
  <inkml:trace contextRef="#ctx0" brushRef="#br0">5097 14156 3 0,'-12'0'4'0,"-24"12"17"0,13 0 8 0,11-12-19 0,24 0 5 0,23 0-4 0,25-24 0 0,59-10-1 0,23 9-5 0,14 0-3 0,-24 2 0 0,-38 12-3 0,-70-1 2 0,-24 12-4 0,-24 12-98 0</inkml:trace>
  <inkml:trace contextRef="#ctx0" brushRef="#br0">3323 15038 54 0,'-60'0'13'0,"13"0"5"0,35 12 0 0,35-12-9 0,50-12-1 0,69-12-3 0,-12 12-3 0,-23 12 0 0,-58 0 1 0,-26 0-5 0,-23 0-14 0,0-13-21 0,-11 13-22 0</inkml:trace>
  <inkml:trace contextRef="#ctx0" brushRef="#br0">3275 15121 19 0,'0'0'0'0,"-95"12"48"0,83-12-29 0,83-12-14 0,96-36 7 0,35 1-5 0,-70 23-2 0,-85 24-2 0,-47 0-11 0,-24 0-74 0</inkml:trace>
</inkml:ink>
</file>

<file path=ppt/ink/ink13.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13623 7382 0 0,'-12'-13'0'0,"-11"2"0"0,23-1 10 0,-11-12 35 0,11 12-47 0,-13 12 2 0,1 0 0 0,0 12 0 0,49 1 2 0,33-13-1 0,24 0 0 0,14 11-1 0,-35-11-1 0,-26 0 1 0,-35 0 1 0,-24-11-2 0,-35 11 2 0,34-13-1 0,-94 1 1 0,-12 0-2 0,0 12 0 0,47 0 0 0,48 0 0 0,48 0 0 0,82 0-2 0,26 0 2 0,-1 0 3 0,-47 12 0 0,-48-12-2 0,-36 0 0 0,-25 0-2 0,14 25-4 0,11-2-37 0</inkml:trace>
  <inkml:trace contextRef="#ctx0" brushRef="#br0">14886 7440 30 0,'-25'-21'32'0,"-58"-16"-36"0,71 37 3 0,48 0 1 0,36 0 1 0,59 0-1 0,-1 0-1 0,-10 0 1 0,-73 0-1 0,-59-13 1 0,-72 13 0 0,-59 13 1 0,13-1-1 0,58-12 0 0,61 0-1 0,47 0-1 0,35-12 2 0,12 12-1 0,-35-13 1 0,-37 2-1 0,-22 11-16 0,11 0-18 0</inkml:trace>
  <inkml:trace contextRef="#ctx0" brushRef="#br0">16256 7382 50 0,'0'0'0'0,"-96"-60"35"0,72 60-36 0,60 0 0 0,23 0 1 0,25-12 1 0,-1 12-2 0,-25 0-1 0,-33 0 3 0,-50 0 0 0,-57 0 2 0,-36 0-4 0,22 0 1 0,60 0 0 0,72-23-3 0,47 23 2 0,0 0 1 0,-47-12-1 0,-24 12 1 0,-83 35-64 0</inkml:trace>
  <inkml:trace contextRef="#ctx0" brushRef="#br0">17303 7335 0 0,'-24'-13'0'0,"-1"13"15"0,14 0 7 0,-1 0 0 0,1 0-3 0,22 0-8 0,12 0-7 0,14-12-1 0,11 12-2 0,-36 0-1 0,-12 12-63 0,0 1 29 0</inkml:trace>
  <inkml:trace contextRef="#ctx0" brushRef="#br0">18232 7406 43 0,'-12'-24'47'0,"-12"11"-33"0,12 2-8 0,60 11-4 0,35 0-1 0,13 0 0 0,-13 11-53 0,-24 2-10 0</inkml:trace>
  <inkml:trace contextRef="#ctx0" brushRef="#br0">19554 7369 79 0,'23'-34'32'0,"1"21"-26"0,83 13-4 0,12 0-15 0,0 24-89 0,-95-24 98 0</inkml:trace>
  <inkml:trace contextRef="#ctx0" brushRef="#br0">21066 7369 62 0,'58'-11'15'0,"50"11"-18"0,-48 0-52 0</inkml:trace>
  <inkml:trace contextRef="#ctx0" brushRef="#br0">22650 7358 59 0,'35'-36'38'0,"37"36"-36"0,35 13-1 0,-1-2-12 0,3 1-57 0</inkml:trace>
  <inkml:trace contextRef="#ctx0" brushRef="#br0">23781 7358 51 0,'12'0'13'0,"34"-12"-10"0,62 35-16 0,-1-23 9 0,-11 0-3 0,-84 0-17 0</inkml:trace>
  <inkml:trace contextRef="#ctx0" brushRef="#br0">24780 7382 104 0,'0'-24'2'0,"13"-12"2"0,70 72-25 0,-47-25-36 0</inkml:trace>
  <inkml:trace contextRef="#ctx0" brushRef="#br0">11730 7214 0 0,'0'-23'0'0,"-24"0"0"0,12 23 0 0,-12-25 0 0,1 14 0 0,-25 11 0 0,-24 11 0 0,1 2 0 0,-24-1 0 0,0 23 1 0,-1 13-2 0,13-1 1 0,24 13 0 0,22 1 0 0,14 10 0 0,10 0 0 0,26 13 0 0,23-13 0 0,22 0 0 0,14-24 0 0,0-10 0 0,22-26 0 0,2-11 0 0,-13-11 0 0,-23-2 0 0,-48 13 0 0,-12-12 0 0</inkml:trace>
  <inkml:trace contextRef="#ctx0" brushRef="#br0">11443 7739 0 0,'-47'-36'0'0,"24"36"0"0,23 0 0 0,12 13 0 0,35-2 0 0,-11 1 0 0,23 24 0 0,-11 0 0 0,-1-13 0 0,-22-11 0 0,-25 0 0 0,-12 12 0 0,-35 24 0 0,-14-2 0 0,2-9 0 0,34-1 1 0,14-13-1 0,11-23 0 0,0 12-1 0,24 12 1 0</inkml:trace>
  <inkml:trace contextRef="#ctx0" brushRef="#br0">5478 5370 9 0,'0'0'32'0,"0"0"-4"0,0 0-12 0,-12-11-3 0,12 11-5 0,0-13-1 0,0 1-3 0,0 0-1 0,-13-1 1 0,2 2 0 0,-12-1 1 0,11 1 0 0,0 11-2 0,-1 0 0 0,2-12 1 0,-1 12-1 0,-1 0 0 0,-10 12-2 0,10-1 1 0,3 1 0 0,-14-1-1 0,12 2 0 0,12 24 0 0,0-14 0 0,12 0 1 0,-12 2-1 0,12-14 1 0,10 12 0 0,3-10-1 0,-1-1 1 0,12-12-1 0,-12 12 0 0,10 1-1 0,-9-2 1 0,-1-1-1 0,-1 15 1 0,2 0 0 0,-14 9-1 0,-11 3 2 0,0-3-1 0,-11 3 2 0,-1-13-1 0,-1-1-1 0,-23 1 0 0,0-11 1 0,-10-13 0 0,-2 0 0 0,12-13-2 0,1 1 1 0,-37-23 0 0,48 11 0 0,12 12-1 0,1 0 0 0,11-12 0 0,0 12-1 0,35-11 1 0,1-2 0 0,0 14 1 0,-2-1-1 0,2-12 0 0,-23 12 0 0,10 0 0 0,14-1-1 0,-3 13 2 0,-9 0 0 0,-25 0-2 0,0 0 2 0,-25 0-1 0,-9-10 1 0,10 10-1 0,0 0 0 0,-12 10 0 0,11 3 0 0,-21 11 0 0,22-11 0 0,0 21-1 0,12 3 1 0,12-3 0 0,12 3 0 0,0-13-1 0,12-1 1 0,12-11 0 0,-1-12 0 0,13-12 0 0,-24 1 0 0,0-1 0 0,-1 1 0 0,1-14 0 0,-1 0 0 0,-10 2 1 0,-13 12-1 0,-13-13 1 0,-10 0-1 0,-24 12 0 0,23 1 1 0,0-14-1 0,-12-10 0 0,11 11 0 0,15 0 1 0,-14 0-1 0,12-12 0 0,0-11 0 0,12-1 1 0,0 12-1 0,24-12 0 0,0 14 0 0,-1 21 0 0,13 1 0 0,-13 0-1 0,14 12 1 0,-14 12 0 0,-23-12 1 0,0-12-1 0,-11 12 0 0,11 0-20 0,11 37-127 0</inkml:trace>
  <inkml:trace contextRef="#ctx0" brushRef="#br0">6228 4631 63 0,'0'-11'14'0,"-13"-12"2"0,38 10-3 0,-25 13 2 0,0 0-3 0,11 47-5 0,-11 13-1 0,13 1-4 0,23-27 1 0,11-22 0 0,13-12-1 0,-1-35 0 0,-23-1 1 0,1-12-2 0,-37 0 0 0,0 14 0 0,0 9-1 0,0 25 0 0,0 0-1 0,0 48 1 0,-13 34 1 0,13 14 0 0,13 11 1 0,-13 0 1 0,0-23-2 0,-13-36 1 0,-11-25 0 0,-12-23 1 0,-11-59-1 0,22-25 0 0,14 1-3 0,35 12 2 0,24-1-1 0,-13 26-1 0,-11 9-15 0,-12 24-104 0</inkml:trace>
  <inkml:trace contextRef="#ctx0" brushRef="#br0">6287 4143 83 0,'0'0'12'0,"-23"36"18"0,10 12-11 0,13 35-5 0,0-35-6 0,0-14-3 0,0-34 0 0,0-21-1 0,13-29-2 0,10-9-3 0,2 13 2 0,-1-4 1 0,-13-8-3 0,0 34 2 0,2 12 2 0,10 24-1 0,13 12 0 0,0 23 2 0,0-11 1 0,1-11-3 0,-14-25 2 0,-12 0-4 0,25-25-47 0,-36 25-68 0</inkml:trace>
  <inkml:trace contextRef="#ctx0" brushRef="#br0">12159 6489 24 0,'0'0'0'0,"-48"-37"52"0,24 26-32 0,12 11-3 0,12-12-13 0,36 12 0 0,35 0-5 0,25 0 1 0,-13 0-2 0,-47 12 4 0,-36-12-2 0,-24 0 2 0,-24-12-2 0,1 12 3 0,-1-11-3 0,23-1 0 0,2 12-1 0,35 0-2 0,48 12 3 0,11-1-2 0,-12-11 2 0,-34 0 1 0,-14 12-2 0,-47-12 1 0,-46-12 0 0,-15 12 2 0,27 0-3 0,58 0-4 0,12 0 2 0,71 12 1 0,25-12 1 0,11 0-1 0,-36 0 3 0,-59 0-1 0,-24 0 0 0,-36 0 0 0,-82 0 1 0,58 0 0 0,48 0-1 0,60 0-1 0,59 11-2 0,-11-11 3 0,-36 0 0 0,-37 0 1 0,-47-11-1 0,-12 11 0 0,25-12 0 0,10 12 0 0,26 12 0 0,-1-12 1 0,-12 0-1 0,0 0-1 0,0 0 1 0,0 11 0 0,0-11 0 0,0 0 0 0,-25 25-2 0,-33 23-100 0</inkml:trace>
  <inkml:trace contextRef="#ctx0" brushRef="#br0">5942 6239 0 0,'0'-13'2'0,"-11"2"42"0,-1-1-31 0,12 1 9 0,0 11 0 0,0 0-18 0,23 0 0 0,14 0-1 0,22-13 0 0,-12 13-2 0,1 0 0 0,-12 0 0 0,-24 0 0 0,-12-12 2 0,-36 12-3 0,-24-12 2 0,1 24-2 0,12 0 0 0,22 1 0 0,13-13 0 0,12 11 0 0,12-11 1 0,24 0-1 0,36 0 0 0,-13 0 0 0,-35-11 1 0,-12-2-1 0,-12 13 0 0,-12 0 0 0,-36 0-1 0,0 0 1 0,12 13 0 0,25-13 0 0,11 0-2 0,36-13 1 0,0 13-2 0,-13 36-100 0</inkml:trace>
  <inkml:trace contextRef="#ctx0" brushRef="#br0">8168 4572 39 0,'-11'-48'20'0,"22"13"-17"0,25-1 9 0,-11 12 7 0,-25 24-8 0,0 24-9 0,11 59-2 0,14-11-2 0,-2-25 5 0,13-23 4 0,23-12 1 0,-23-24-3 0,-12-24-1 0,0-10 0 0,-12-4-1 0,0 16-2 0,12-14 0 0,-12 25-1 0,0 23-1 0,-12 23-1 0,0 36 0 0,0 14-2 0,10-2 0 0,-10 24 3 0,0 12 3 0,0-36 5 0,-22-23 1 0,-2-25-3 0,-12-23-1 0,0-11-1 0,-12-1-2 0,25-24 1 0,35-12-1 0,35-11 1 0,25-1-2 0,-1 13 0 0,-12-1-2 0,-10 25 2 0,-27-2-2 0,3 13 1 0,-1 12-3 0,-1 48-90 0,-23-36 53 0</inkml:trace>
  <inkml:trace contextRef="#ctx0" brushRef="#br0">3585 13073 33 0,'0'0'0'0,"-85"-12"34"0,39 1-17 0,10-2 0 0,36-11 5 0,12 24-14 0,58 0-2 0,62 12-2 0,-13-12-2 0,-10 0 0 0,-63-12 0 0,-35 12-12 0,-11 0-36 0,-46 24-40 0</inkml:trace>
  <inkml:trace contextRef="#ctx0" brushRef="#br0">3728 13084 13 0,'-36'0'21'0,"-84"37"23"0,73-37-17 0,71 0-17 0,95-37-3 0,36 3-4 0,-25 21-13 0,-93 37-67 0</inkml:trace>
  <inkml:trace contextRef="#ctx0" brushRef="#br0">10765 9858 42 0,'-95'0'-28'0</inkml:trace>
  <inkml:trace contextRef="#ctx0" brushRef="#br0">9218 9680 103 0,'-25'-36'4'0,"2"13"5"0,23 10 9 0,-12 13-4 0,-37 24-3 0,13 49-6 0,26 9-3 0,10 25 0 0,46-36-2 0,26-23 2 0,-1-48 0 0,-22-24 2 0,-26-34 1 0,-23-15 1 0,-23-9-2 0,-26-2-2 0,2 24-1 0,0 36-2 0,11 48-35 0,36-1-102 0</inkml:trace>
  <inkml:trace contextRef="#ctx0" brushRef="#br0">9490 9705 129 0,'0'0'0'0,"0"-50"45"0,0 50-42 0,0 0-2 0,13 0-16 0,-1 37-110 0</inkml:trace>
  <inkml:trace contextRef="#ctx0" brushRef="#br0">9778 9466 133 0,'0'-24'13'0,"11"59"3"0,1 49-2 0,-12 23-8 0,11-12-5 0,-11-35 3 0,0-25 0 0,0-23 0 0,0-1-40 0</inkml:trace>
  <inkml:trace contextRef="#ctx0" brushRef="#br0">10146 9550 103 0,'0'-37'27'0,"24"24"-12"0,12 38 2 0,-1 34-9 0,13-11-3 0,1 12-3 0,-3-13 0 0,-10-10-8 0,-25-14-24 0,-11-12-81 0</inkml:trace>
  <inkml:trace contextRef="#ctx0" brushRef="#br0">10420 9466 117 0,'0'0'1'0,"-61"59"11"0,3 12 15 0,-37 13-15 0,35-25-9 0,37-11-3 0,23-25-27 0,0 2-78 0</inkml:trace>
  <inkml:trace contextRef="#ctx0" brushRef="#br0">10742 9655 91 0,'-12'-11'28'0,"12"22"-18"0,12-11 10 0,22 13-10 0,39-13-6 0,-3-24-2 0,-34 1-1 0,-11-25 1 0,-14 25 1 0,-11-14-3 0,0 1 1 0,0 13-1 0,-23-2 2 0,-26 25-1 0,3 25-1 0,-2 21 0 0,-1 15 1 0,26 10 0 0,12 13 0 0,34-13 0 0,37-35 0 0,23-12 2 0,13-36-1 0,-25-13 0 0,-48 2-1 0,2 12 0 0,-2-2-3 0,-11 1-29 0,0 12-75 0</inkml:trace>
  <inkml:trace contextRef="#ctx0" brushRef="#br0">10717 8954 89 0,'-11'-11'3'0,"-12"11"6"0,34-13 6 0,12 13 4 0,49-12-3 0,35 0-9 0,-35 12-3 0,-36-13 0 0,-49 13 1 0,-34 0-4 0,-24 0 0 0,-13 13-1 0,12-1 1 0,38 0 0 0,21 1-1 0,13-13 0 0,0 0 0 0,0 0 1 0,0 0-2 0,0 11 1 0,0-11 0 0,0 0 1 0,-12 0-1 0,12 0 0 0,0 0 0 0,0 0 1 0,0-11-1 0,0 11 0 0,0 0-1 0,0 0 1 0,0 0-2 0,12 0-2 0,-12 0-5 0,13 0-16 0,-2 0-49 0,-11 11 37 0</inkml:trace>
  <inkml:trace contextRef="#ctx0" brushRef="#br0">10742 8751 32 0,'0'0'22'0,"0"-13"13"0,0 2-10 0,0 11-6 0,0 48 0 0,0 23-10 0,23 13-6 0,1-13-2 0,0 1 1 0,-12-37 0 0,-12-24 1 0,0-22 1 0,0-36-1 0,-12-13-1 0,12 2-1 0,0 8 0 0,12 16-1 0,0-3 0 0,-12 37-1 0,0 0 0 0,0 24 1 0,-12 0 1 0,12-1-2 0,0 2 1 0,0-13 3 0,-12-36-12 0,12 0-44 0,12 24-53 0</inkml:trace>
  <inkml:trace contextRef="#ctx0" brushRef="#br0">11325 8704 71 0,'0'-12'19'0,"0"-13"-13"0,0 14 5 0,0 11 16 0,0 71 0 0,0 24-19 0,11-11-6 0,2-1-2 0,-13-24-29 0,0-34-95 0</inkml:trace>
  <inkml:trace contextRef="#ctx0" brushRef="#br0">11492 8882 121 0,'0'0'5'0,"0"0"-4"0,35 0-26 0,-35 11-63 0</inkml:trace>
  <inkml:trace contextRef="#ctx0" brushRef="#br0">11670 8727 106 0,'-35'-23'11'0,"22"11"1"0,49 0-10 0,36-12 1 0,22 12 5 0,-58 12 5 0,-23 36-2 0,-37 47-7 0,12 13-3 0,-1-25-1 0,26 0-23 0,-13-24-35 0,0-34-8 0</inkml:trace>
  <inkml:trace contextRef="#ctx0" brushRef="#br0">12028 8715 64 0,'0'0'0'0,"0"-23"33"0,47-2-13 0,1 25-2 0,-12 25-1 0,-13 21-8 0,-34 15-4 0,-12-14-3 0,23-11-2 0,11 0 0 0,12 10 0 0,-11 4 0 0,-71-27-1 0,-25-23-37 0,49-12-54 0</inkml:trace>
  <inkml:trace contextRef="#ctx0" brushRef="#br0">12516 8727 50 0,'0'-12'10'0,"11"-23"-7"0,14 11 17 0,-25 12 0 0,0 12 0 0,-48 12-4 0,24 12-9 0,24 11-5 0,36 13 0 0,0 11 0 0,-13-11-1 0,-35-25 7 0,-47-23-3 0,12 0-1 0,34-47-4 0,60 0-4 0,25-1-1 0,-24 1 3 0,-36 35-111 0</inkml:trace>
  <inkml:trace contextRef="#ctx0" brushRef="#br0">3620 13239 24 0,'-12'0'12'0,"-24"0"15"0,-23-23 2 0,36-13-3 0,23 11-3 0,0 15-11 0,23-1-5 0,49 11-1 0,35-13-3 0,12-11-2 0,-24 24 0 0,-48 12-1 0,-47 13 2 0,-23-25 2 0,-36-13-1 0,-25-11 0 0,1 11-2 0,11 13 0 0,48 0 0 0,36 13-1 0,60-13 2 0,35-13 0 0,-25 13-2 0,-21 0 0 0,-50 13 1 0,-11-13 1 0,-36-13 0 0,0 2-2 0,15 11 0 0,21 0 0 0,-13 11-6 0,1 39-133 0</inkml:trace>
  <inkml:trace contextRef="#ctx0" brushRef="#br0">4716 13155 48 0,'0'0'9'0,"-24"-10"22"0,12-1-3 0,0 11-2 0,12-13-10 0,0 13-6 0,0 0-4 0,36-12-1 0,25 12-2 0,32 0 2 0,14-12 0 0,38-1 1 0,-3 2-5 0,156-25 2 0,-167 24-3 0,-24 12 1 0,-25 0 3 0,-21-12-3 0,-13 1 2 0,-1 11-2 0,-11 0 1 0,-13 0 0 0,-11-12 2 0,0 1-1 0,0-2-2 0,0 1 0 0,-12 12-16 0,-24 25-115 0</inkml:trace>
  <inkml:trace contextRef="#ctx0" brushRef="#br0">5049 14014 30 0,'-12'0'7'0,"-47"-13"8"0,10 13 6 0,15 0-2 0,22 0 4 0,12 0-3 0,0-11-7 0,12 11-4 0,22 0-3 0,15 0 0 0,46-12-3 0,24-12 0 0,24 24 0 0,-12-12-1 0,-12 12-1 0,-23 0 1 0,-37 0 1 0,-11 0-1 0,-36-12 3 0,0-1 1 0,-12-8-3 0,11-4-1 0,-11 13-2 0,-11 12-8 0,-13 24-161 0</inkml:trace>
  <inkml:trace contextRef="#ctx0" brushRef="#br0">3239 15181 12 0,'-12'0'37'0,"1"0"-12"0,-1 0-4 0,12 11-7 0,35-11-1 0,60 0-5 0,37-11-4 0,10 22 0 0,-35 1-1 0,-47-12-1 0,-36 0 1 0,-24-23 1 0,12-1-5 0,-36 11-6 0,0 13-10 0,-24 13 7 0,-35-1 7 0,-13 11 2 0,-10-11 1 0,35-1 7 0,35-22 2 0,36-1 0 0,24-11-7 0,59-13 2 0,12 24-3 0,-12 12 0 0,-46 0-1 0,-37 12 5 0,0-12 0 0,-60-23-3 0,-12 10-1 0,-11 26-2 0,12-2 0 0,23-11 2 0,48 12 1 0,12-24-2 0,83 1 1 0,12-2-1 0,-24 13 1 0,-59 0 0 0,-24 13 4 0,-12-26-4 0,12 13 0 0,12 0-8 0,1 0-10 0,-13 0-12 0,11 24-73 0</inkml:trace>
</inkml:ink>
</file>

<file path=ppt/ink/ink14.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11956 11573 0 0,'0'-13'2'0,"-12"-10"0"0,24-1 0 0,-12 0 1 0,-25 24 0 0,-33 0-1 0,-37 0-1 0,23 0 0 0,13 0-2 0,34 0 0 0,2 12-3 0,-1 0 2 0,12 1 1 0,0 10 0 0,0-12 1 0,12 26-1 0,-12 10-1 0,12 24 0 0,0 0 1 0,0 2 1 0,-12 9 0 0,1 2 0 0,11-13 0 0,-12 13 0 0,12-13 1 0,12 0 3 0,-12 13 3 0,11-13 8 0,1 13-3 0,-12-1-15 0,12 1 10 0,0 12-5 0,-12-25 6 0,0 0-1 0,0 0-1 0,0-11 1 0,0-2-1 0,0 15 1 0,0-14-2 0,0-11-2 0,0-12 2 0,12-13 1 0,36-11 3 0,35 0-3 0,11 1 0 0,14-2 0 0,-24-11-4 0,-48 0 1 0,-24 0 2 0,-1-11 0 0,1-2-5 0,36 13-99 0</inkml:trace>
  <inkml:trace contextRef="#ctx0" brushRef="#br0">12051 11573 45 0,'0'-13'7'0,"0"13"-7"0,36 0 5 0,-24-11 13 0,-12 11 18 0,0 0-28 0,0 0-2 0,0 0-5 0,-24-12 6 0,0 12-2 0,-11-11 1 0,-14 11-2 0,-9 0-3 0,-27 11 1 0,3 12 0 0,10-10-1 0,1-1 1 0,23 0-2 0,24 1 3 0,1-2-2 0,11-1 0 0,-1 3-2 0,2 11 5 0,-1 0-2 0,-1-1-1 0,13 25-1 0,0 12 0 0,13 11 1 0,-1 13-2 0,-12 0 2 0,0-13 0 0,11 13 0 0,2-13 1 0,-1 13-1 0,-12-26 0 0,0 14 0 0,0-1 1 0,11 12-1 0,-11-11-1 0,12-13 1 0,0 12 0 0,0-23 0 0,-12 12 0 0,0-1-1 0,0-11 0 0,0 13 1 0,0-15-1 0,0 2 0 0,0 11 0 0,0-36 1 0,0 2-1 0,12 0 0 0,0 9 0 0,12 3 0 0,-1-14 0 0,-10-12 1 0,10 2-1 0,1 11 0 0,12-11 1 0,12-13-1 0,-1 0 1 0,13 0-1 0,-13 0 1 0,-11 0 0 0,-12 0 0 0,-12 0 0 0,-12 0 1 0,0 0-1 0,11 0-1 0,-22 0-163 0</inkml:trace>
  <inkml:trace contextRef="#ctx0" brushRef="#br0">18683 15240 10 0,'-23'0'23'0,"12"-12"1"0,11 12 0 0,-12-13-7 0,12 13-5 0,12-11-5 0,22 11 0 0,51 0-2 0,69-12-1 0,13 12-1 0,-36 12-1 0,-24-1 2 0,-59-11 0 0,-24-11-1 0,-12-1 0 0,-12 12-2 0,0 0-13 0,0 12-15 0,0-12 21 0,-12 11-88 0</inkml:trace>
  <inkml:trace contextRef="#ctx0" brushRef="#br0">18529 15323 20 0,'-48'0'7'0,"37"0"13"0,11 0 2 0,59 0-8 0,49 0 3 0,45-12-4 0,3 12-4 0,-13 0-3 0,-48 0-2 0,-23 12 0 0,-25-12-1 0,-36 0-1 0,-11 0 3 0,13 0-5 0,-1-12-16 0,12 12-89 0</inkml:trace>
  <inkml:trace contextRef="#ctx0" brushRef="#br0">11028 8822 23 0,'0'0'0'0,"-13"0"7"0,26-11 23 0,-13 11-13 0,0 11-6 0,23 1-2 0,-12 13-2 0,2-2 0 0,-1 1 0 0,-1 13-3 0,2-16-1 0,-1-8 0 0,-12-1 0 0,11 0 1 0,-11-12 1 0,24 0-2 0,0-24-1 0,12-10 0 0,23-3-2 0,0 1 2 0,12 0 1 0,-22 1-1 0,-13-1 1 0,-13 11 2 0,-11 14-1 0,-12 11-3 0,0-12 0 0,0 12-1 0,0 0-3 0,0 0-24 0,12 0-89 0</inkml:trace>
  <inkml:trace contextRef="#ctx0" brushRef="#br0">10955 9037 25 0,'-23'-12'27'0,"10"12"-15"0,26-11 8 0,-13 22-2 0,12 1-6 0,-1 12-4 0,14 11-1 0,-14 1-1 0,26-12-2 0,-3 0 0 0,-21-24 0 0,23 0-2 0,-1-11 1 0,13-39-2 0,12 4 0 0,22 10-2 0,2-24 1 0,0 13 0 0,-13 10 4 0,-24 14 2 0,-34 12-1 0,-13-2-2 0,12 26-29 0,-12-2-74 0</inkml:trace>
  <inkml:trace contextRef="#ctx0" brushRef="#br0">10622 8680 19 0,'0'0'19'0,"0"-24"-8"0,12 1 7 0,0 10 10 0,-12 1-10 0,12 12-11 0,-12-12-4 0,25-1-2 0,9 3-48 0,-34 10 3 0</inkml:trace>
  <inkml:trace contextRef="#ctx0" brushRef="#br0">10837 6167 50 0,'0'-35'28'0,"0"24"-22"0,12-14 13 0,0 13 5 0,-12-1-11 0,12 26-9 0,-2 11 0 0,3 23-2 0,-1-10 0 0,12-3-1 0,12 3 1 0,24-13-2 0,-13-24 3 0,-11-11-2 0,-1-39 2 0,-23 3-2 0,0-24 0 0,-12 34-2 0,0 3 2 0,0 34-2 0,0 0 0 0,12 11 1 0,12 49 0 0,0 35-1 0,12-1 1 0,-25 3 1 0,-34-39-1 0,-25-21 2 0,12-37 2 0,0-48-2 0,25-23-1 0,34-2 0 0,49 15-1 0,23 34-3 0,-1 24-31 0,-69 0-54 0</inkml:trace>
  <inkml:trace contextRef="#ctx0" brushRef="#br0">10456 8656 33 0,'0'0'0'0,"0"-60"48"0,0 26-30 0,12 21 3 0,-12 13-9 0,12 24 3 0,-1 36-6 0,0 22-8 0,14 2 1 0,11-37-1 0,11-11 1 0,-11-36 0 0,24-60-1 0,-24 13 0 0,-13-13 0 0,-12 1-2 0,-11 11 1 0,13 23 0 0,-13 25-2 0,0 50 2 0,12 55 1 0,0 16-1 0,12 34 0 0,0-13 0 0,-24-35-1 0,-48-25 3 0,11-69 0 0,3-1-1 0,-38-47 3 0,24-37 3 0,25-11-6 0,46-1 0 0,25 2-3 0,47-2-3 0,-23 13-49 0,-48 58-24 0</inkml:trace>
  <inkml:trace contextRef="#ctx0" brushRef="#br0">10491 8144 125 0,'-35'-36'16'0,"23"72"-12"0,-12 22 13 0,12 3-8 0,-1-13-5 0,13-36 0 0,0-12 0 0,13-24 0 0,23-36-3 0,0-11 0 0,-1 11-2 0,1 24 2 0,0 36-2 0,-1 36 0 0,13 24-1 0,-1-13 3 0,1 1-2 0,-12 0-76 0,-36-36 13 0</inkml:trace>
  <inkml:trace contextRef="#ctx0" brushRef="#br0">3860 7214 34 0,'46'-71'20'0,"-10"37"-1"0,-36-3 12 0,-48 14-12 0,-47 23-9 0,-25 47-7 0,-23 37-1 0,13 11 11 0,71 24-6 0,35-12-3 0,71-13-1 0,25-21 0 0,22-25-2 0,15-25 0 0,-39-12-2 0,-10-34-26 0,-24-25-99 0</inkml:trace>
  <inkml:trace contextRef="#ctx0" brushRef="#br0">3359 7549 84 0,'0'0'0'0,"-48"0"27"0,60-12-13 0,83-12 0 0,48 1-3 0,-12-2-3 0,-48 0-1 0,-71 15-1 0,-12 10-13 0,12 10-111 0</inkml:trace>
  <inkml:trace contextRef="#ctx0" brushRef="#br0">3728 8775 63 0,'0'-24'13'0,"-13"11"18"0,13 2-23 0,0 35 7 0,-11 36-2 0,-14 35-5 0,-9 24-2 0,-14-12-2 0,-24-36-1 0,25-23-1 0,-1-25 1 0,11-23 1 0,-9-47-2 0,10 0-2 0,25-1-2 0,11-11 0 0,11 11 2 0,25 12-1 0,23 11-1 0,-23 25 1 0,12 50 3 0,11 32 0 0,12 14-1 0,13 11-1 0,-25-36 0 0,-11-12 2 0,-12-34 2 0,-12-13 1 0,-24-36 0 0,10 0-22 0,3 24-134 0</inkml:trace>
  <inkml:trace contextRef="#ctx0" brushRef="#br0">3334 10561 46 0,'0'-36'20'0,"-11"12"-8"0,22-10 13 0,-11 21-2 0,0 26-14 0,0 33 3 0,13 38-5 0,-1 12-4 0,-1-14-2 0,1-22 1 0,-1-13-2 0,2-35 2 0,-13-12 3 0,12-35-3 0,24-13-2 0,0-12 0 0,-13 13 0 0,13 23 0 0,-13 12-1 0,-10 37 1 0,10 21 0 0,-11 13 2 0,36-22-1 0,-1-3-1 0,13-34 2 0,0-10-1 0,-1-14 0 0,-11-24-1 0,-12 0 0 0,-12-11 1 0,-24-1 0 0,0-11-1 0,-12 23-2 0,-25 1 2 0,1 23-1 0,0 24 0 0,15 12 0 0,-4 24 0 0,13 24 2 0,49 11 0 0,33-12 0 0,13-23 3 0,-23-13 0 0,-12-23 1 0,-13-11-1 0,-11-12-3 0,-12 10-6 0,1 26-50 0,-13-2-32 0</inkml:trace>
  <inkml:trace contextRef="#ctx0" brushRef="#br0">4239 10953 66 0,'0'-23'13'0,"0"-13"7"0,0 11-3 0,13 4 5 0,-13 32-9 0,23 36-1 0,-11 13-6 0,-1-13-3 0,14-11 2 0,11-36 0 0,10-36-9 0,-10 1-65 0,-23 10-22 0</inkml:trace>
  <inkml:trace contextRef="#ctx0" brushRef="#br0">4371 10609 142 0,'-12'-12'6'0,"-12"-13"4"0,48 25-25 0,0 25-78 0</inkml:trace>
  <inkml:trace contextRef="#ctx0" brushRef="#br0">2976 12372 40 0,'0'0'0'0,"0"-84"29"0,0 47 2 0,13 14-8 0,-1 83-1 0,-1 70-13 0,-11-34-6 0,13-49-3 0,-1 72 1 0,-12-46 0 0,0-27-18 0,0-46-35 0,-12-12-2 0</inkml:trace>
  <inkml:trace contextRef="#ctx0" brushRef="#br0">2930 12299 70 0,'0'-59'24'0,"24"47"0"0,23 83-5 0,25 36-17 0,23-11-4 0,-12-13 1 0,-34-36-9 0,-26-35-25 0,-23-12-26 0</inkml:trace>
  <inkml:trace contextRef="#ctx0" brushRef="#br0">3334 12240 85 0,'-11'0'10'0,"-12"48"21"0,23 47-16 0,-13-1-13 0,26 2-6 0,34 0-48 0,-35-85-8 0</inkml:trace>
  <inkml:trace contextRef="#ctx0" brushRef="#br0">3763 11991 97 0,'-12'-25'9'0,"-35"71"16"0,-25 63-7 0,-11 58-11 0,70 11-8 0,85-23 2 0,60-23-2 0,-1-61 1 0,-49-60-37 0,-57-22-51 0</inkml:trace>
  <inkml:trace contextRef="#ctx0" brushRef="#br0">3942 12299 56 0,'0'-24'24'0,"11"48"20"0,14 36-33 0,-13-1-5 0,0 0-3 0,-1-22 1 0,13-37 0 0,-12-37-1 0,24-10-1 0,-12 10 0 0,-12 27-2 0,11 10-1 0,25 23 3 0,-1 1-3 0,1-36 3 0,0-34 0 0,-24-27 0 0,-36 25 5 0,-12 14-4 0,12 21-2 0,-1 13-1 0,26 0-1 0,11 24 1 0,24-1-1 0,-1-11-9 0,-23-12-13 0,-1-12-89 0</inkml:trace>
  <inkml:trace contextRef="#ctx0" brushRef="#br0">4526 11859 50 0,'0'0'0'0,"71"-23"19"0,36 105 33 0,24 96-16 0,-1 1-22 0,-69-11-8 0,-73-13-3 0,-60 0-2 0,-12-13-4 0,25-95-41 0,25-35-71 0</inkml:trace>
  <inkml:trace contextRef="#ctx0" brushRef="#br0">11004 9692 81 0,'-13'0'5'0,"2"13"4"0,82-2 5 0,-11-11-6 0,-1 0 1 0,14-11 4 0,9-39-6 0,25-9-4 0,12 24-3 0,-23 24-34 0,-73 11-37 0</inkml:trace>
  <inkml:trace contextRef="#ctx0" brushRef="#br0">11146 10323 28 0,'0'0'26'0,"-12"-11"-2"0,36 11 4 0,-12 11-5 0,0 12-15 0,24 25-5 0,-11 0 0 0,-2-23 0 0,0-14 6 0,-12-11-3 0,38-24 0 0,22-24-4 0,36-23-3 0,36-2-61 0,-119 50 1 0</inkml:trace>
  <inkml:trace contextRef="#ctx0" brushRef="#br0">17327 9406 54 0,'-12'0'10'0,"-49"-24"-11"0,61 12-10 0,0-34 20 0,0 21 13 0,-11 13-3 0,-12 12-6 0,11-13-5 0,-12 26-3 0,24-13-4 0,-23 0 6 0,23 0-1 0,47 0-1 0,84-24-5 0,95 12 3 0,60 1-1 0,-12-2 2 0,-84 26 0 0,-131-13-1 0,-70 0 1 0,-25 0-4 0,11 23-17 0,50 1-100 0</inkml:trace>
  <inkml:trace contextRef="#ctx0" brushRef="#br0">19601 9382 39 0,'-13'0'17'0,"-33"-12"-18"0,46 12-1 0,-13-12 3 0,-10 12 15 0,-13 0 4 0,-23-13-6 0,-13 13-8 0,1 0-1 0,-1 0 1 0,13 13 1 0,-1-13-2 0,36 0 0 0,24-13 0 0,84 3-1 0,47-1 1 0,71-2-2 0,13 1-3 0,-49 12 2 0,-82 0 3 0,-84 0-1 0,0 0-4 0,-48 25-124 0</inkml:trace>
  <inkml:trace contextRef="#ctx0" brushRef="#br0">11134 6084 13 0,'-11'0'10'0,"-25"-13"17"0,0 13 4 0,-11 61-18 0,47 10-10 0,24-11-2 0,10-36 1 0,2-24 4 0,-23-48 5 0,-13 1 0 0,-13-1-2 0,-34 48 1 0,-13 35-5 0,24 25-3 0,25-23-1 0,35-16-1 0,23-8 4 0,36-36-4 0,-11-38 2 0,-36 27 0 0,-36-37 1 0,-48 58-3 0,-12 13 2 0,-34 36-1 0,58-1 0 0,12 1-1 0,60 25 1 0,46-15-2 0,14-21 2 0,-36-25 2 0,-12-60-1 0,-37-12 2 0,-45-11-3 0,-27 59-3 0,2 24 2 0,-2 71 0 0,50-24 0 0,35-10 1 0,35-13 0 0,37-24-1 0,-26-36 1 0,-45 24 0 0,-37 12 0 0,-1 12-2 0,13 0-1 0,36 1-35 0,-11-13-59 0</inkml:trace>
  <inkml:trace contextRef="#ctx0" brushRef="#br0">11158 4941 17 0,'0'-24'47'0,"12"1"-33"0,-12 23 10 0,0-12 2 0,-12 58-2 0,12 15-21 0,12-14-1 0,12-11-1 0,12-25 1 0,11-11 0 0,1-23 0 0,-37-1 0 0,14-23-1 0,-13-1-2 0,0 24 2 0,-1-11-2 0,-11 23 1 0,11 12 0 0,2 24 1 0,-1 35 1 0,-1 24-1 0,-11 25 1 0,0-14-2 0,-23 2 0 0,10-48 1 0,-9-13 1 0,-2-35 2 0,-1-12-1 0,14-34 0 0,11-27-2 0,60 2-1 0,34 0-2 0,2 10 1 0,-36 14 3 0,-25 23-2 0,-35 13 1 0,0 34-13 0,-23 36-36 0,-2-9-35 0</inkml:trace>
  <inkml:trace contextRef="#ctx0" brushRef="#br0">10837 6215 68 0,'0'-48'18'0,"36"13"-13"0,35 24-1 0,13 34 14 0,-25 12-3 0,-35 1-7 0,-37 0-1 0,-23-24 2 0,-22-24-4 0,34-36-2 0,35 0-2 0,60 14-2 0,13 34 1 0,-24 34 0 0,-36 26 1 0,-24-12 2 0,-60-1 1 0,-12-35-1 0,25-24 1 0,24-35-2 0,57 10-2 0,38 26-1 0,12 35 0 0,-36 13 1 0,-37-3 0 0,-34-10 1 0,-25-24 0 0,-12-12 1 0,37-23-1 0,34 24-1 0,73 11-10 0,-2 11-109 0</inkml:trace>
  <inkml:trace contextRef="#ctx0" brushRef="#br0">2930 6739 54 0,'-12'-11'23'0,"0"11"-16"0,24 0-8 0,24 23 6 0,-14 36 9 0,14 1-1 0,-23-24-5 0,-1-25 2 0,24-34-1 0,59-49-7 0,37-11-2 0,-2 1 2 0,-47 32-2 0,-47 39 2 0,-36 11-16 0,12 0-69 0</inkml:trace>
  <inkml:trace contextRef="#ctx0" brushRef="#br0">2406 9382 41 0,'-12'-12'12'0,"0"-13"-3"0,0 15-4 0,12 10 6 0,0-11-2 0,12 22-4 0,0 24-1 0,-12-10-2 0,12 22 0 0,-12-12 1 0,12-12 1 0,-12-10-1 0,24-1 0 0,-14-24 3 0,39-24-4 0,11-23 0 0,23-14 0 0,24 2 0 0,-23 0-3 0,-25 48 3 0,-47 12 0 0,-12-2 3 0,0 13-2 0,0 0-2 0,0 0 4 0,12 0-5 0,-12-12 2 0,0 12-2 0,0 0-12 0,12 0-51 0,0-12 9 0</inkml:trace>
  <inkml:trace contextRef="#ctx0" brushRef="#br0">2143 11179 47 0,'0'0'37'0,"-36"-34"-31"0,25 21 6 0,22 37 16 0,14 12-17 0,-1 1-3 0,0 21-6 0,-1-22 1 0,1-12-2 0,-12-12 5 0,24-48-3 0,59-47-2 0,48-37 0 0,11 13 3 0,2 0-1 0,-61 49 4 0,-59 8-2 0,-24 39-1 0,-12 11-5 0,0 11-134 0</inkml:trace>
  <inkml:trace contextRef="#ctx0" brushRef="#br0">2037 13097 60 0,'0'-36'11'0,"0"-12"11"0,0 48 0 0,-12 12-10 0,12 13-7 0,24 22-1 0,-2 1-1 0,14 12 0 0,0-13-2 0,-11-12 0 0,-1-12 0 0,-2-10 1 0,3-26 0 0,35-45 0 0,11-26-2 0,36 0 1 0,0 13 0 0,-35 24 1 0,-13-1 1 0,-34 25 1 0,-14 11-3 0,1 0-16 0,12 12-88 0</inkml:trace>
  <inkml:trace contextRef="#ctx0" brushRef="#br0">10157 12477 8 0,'13'-23'34'0,"-1"-1"6"0,-12 0-6 0,0 36-21 0,0 72 2 0,-12 46-6 0,12 12-4 0,0-33-2 0,12-50-1 0,-12 1 1 0,0-37-10 0,0-35-22 0,-25-59-79 0</inkml:trace>
  <inkml:trace contextRef="#ctx0" brushRef="#br0">10182 12347 20 0,'11'-84'54'0,"25"13"-14"0,0 46-16 0,12 50-22 0,-2 58-1 0,-21 35 2 0,-60-9 3 0,-49-26 1 0,-11-47-4 0,71-25 2 0,24-22-4 0,60 34-1 0,11 36-1 0,1 12 3 0,10-21 1 0,-33-27-2 0,-2 13-2 0,-11-24-19 0,11-1-101 0</inkml:trace>
  <inkml:trace contextRef="#ctx0" brushRef="#br0">10706 12703 88 0,'-12'-34'25'0,"24"-3"5"0,24 14-17 0,11 23-9 0,1 12-2 0,-12 36 1 0,-26-1-2 0,-20 36 2 0,-62-11 0 0,1-14-2 0,24-8 0 0,22-4 0 0,73-34 0 0,83-24 3 0,47-11-4 0,-59 0 1 0,-71 10 0 0,-48 13 6 0,-12-12-6 0,-12 12-7 0,1 36-119 0</inkml:trace>
  <inkml:trace contextRef="#ctx0" brushRef="#br0">14743 14776 44 0,'-12'-36'8'0,"12"12"10"0,-36 24 5 0,-59 72-2 0,-23 70-6 0,45-12-8 0,73-33-1 0,48-26 0 0,34-59 0 0,14-12-1 0,-36 0-32 0,-12 0-84 0</inkml:trace>
  <inkml:trace contextRef="#ctx0" brushRef="#br0">14909 15228 43 0,'0'0'0'0,"0"-95"47"0,36 35-12 0,0 25-17 0,0 23-13 0,10 46-3 0,-10 27-1 0,-11 10 1 0,-14 2 0 0,-47 9 1 0,-23-22 1 0,12-13 1 0,23-23-2 0,24 0 0 0,83-12 4 0,84-35-5 0,24 10 0 0,-84 1-1 0,-83 12 1 0,-24-12 4 0,0-1-5 0,0 13-135 0,0 0 87 0</inkml:trace>
  <inkml:trace contextRef="#ctx0" brushRef="#br0">10944 9108 17 0,'0'0'7'0,"-25"-23"22"0,14 11-2 0,22-13-9 0,2 2-4 0,10 12-6 0,2-2 0 0,-1 13-1 0,11 0-2 0,13 13-3 0,-12 10-1 0,-13 25 1 0,1-14 2 0,-24 16 0 0,0 8-1 0,-12 2 0 0,-12-2 1 0,1 3 1 0,-26-13-1 0,26-13-1 0,-1-11-1 0,24-12 0 0,0-12 2 0,83-12 0 0,73-24-1 0,10 1-4 0,-71 22 1 0,-71 13 4 0,-36 0 7 0,-11 13-11 0,-2 22-61 0,25-12-53 0</inkml:trace>
  <inkml:trace contextRef="#ctx0" brushRef="#br0">2311 6988 53 0,'-12'-23'12'0,"-1"-1"5"0,26 0-1 0,-1 13 3 0,11 82 6 0,1 61-8 0,12-2-11 0,1-47-1 0,33-70 1 0,49-84 1 0,60-73-4 0,47-35-1 0,-12 37-4 0,-94 71 6 0,-86 58-6 0,-21 13 5 0,-13 0-14 0,0 47-80 0,0-34 40 0</inkml:trace>
  <inkml:trace contextRef="#ctx0" brushRef="#br0">2001 9655 96 0,'0'-59'11'0,"12"47"-4"0,12 36 5 0,0 36 9 0,-1 11-6 0,13-11-6 0,12-49-2 0,34-45-3 0,74-98-2 0,58-46 3 0,12-1-2 0,-83 72-4 0,-95 83 2 0,-37 12-5 0,2 24-38 0,-1 47-69 0</inkml:trace>
  <inkml:trace contextRef="#ctx0" brushRef="#br0">1918 11275 47 0,'0'0'0'0,"-13"-59"21"0,13 83-17 0,25 23 14 0,10 25-4 0,-11-1-5 0,12-35-5 0,35-47 0 0,72-110 0 0,95-57-1 0,12-12 0 0,-83 83-3 0,-119 83 0 0,-48 24 0 0,0 0-33 0,-24 59-60 0</inkml:trace>
  <inkml:trace contextRef="#ctx0" brushRef="#br0">1715 13478 49 0,'-36'-24'9'0,"25"1"-6"0,33 10 5 0,14 1 5 0,0 24-1 0,0 35-6 0,12 14-2 0,-12 22-1 0,0-1-1 0,11-45 1 0,37-74-1 0,47-105-2 0,83-60 0 0,12 0 2 0,-36 47 0 0,-94 71 1 0,-72 61 0 0,-36 11-1 0,-12 12-20 0,-12 0-78 0</inkml:trace>
  <inkml:trace contextRef="#ctx0" brushRef="#br0">13577 8049 7 0,'0'0'9'0,"11"-12"34"0,-11 12-30 0,10 12-6 0,-10 11-1 0,0 13 1 0,0-13 0 0,25 2-1 0,-14-25 1 0,25 0-3 0,24-36-1 0,23-12-1 0,-11 13 4 0,-24 11-4 0,-12 12-13 0,-24 12-76 0</inkml:trace>
  <inkml:trace contextRef="#ctx0" brushRef="#br0">14993 8049 22 0,'12'-23'34'0,"0"23"-32"0,11 0 13 0,-23 11 5 0,12 24-9 0,12-10-6 0,-12-25 3 0,35-13-2 0,49-34-2 0,-1 23-3 0,48 0-57 0,-119 24 15 0</inkml:trace>
  <inkml:trace contextRef="#ctx0" brushRef="#br0">16290 8013 45 0,'-11'-12'41'0,"-1"37"-38"0,35 9-3 0,13-22 2 0,12-12 5 0,24-35-4 0,35-13-2 0,0 24-76 0</inkml:trace>
  <inkml:trace contextRef="#ctx0" brushRef="#br0">17327 8120 62 0,'0'-36'-25'0</inkml:trace>
  <inkml:trace contextRef="#ctx0" brushRef="#br0">13504 8108 10 0,'-72'0'35'0,"49"0"-27"0,23 0-7 0,36 23 1 0,47-10 0 0,36-1-1 0,0 0 1 0,0-24 4 0,-48 0-5 0,-58 12 3 0,-73 0-1 0,-95 12-2 0,-11-12-3 0,46 0-2 0,120 0 3 0,84 0 1 0,34 12 0 0,2-12 0 0,-25 24-1 0,-58-24-37 0</inkml:trace>
  <inkml:trace contextRef="#ctx0" brushRef="#br0">14682 8192 91 0,'0'0'0'0,"-154"-48"8"0,119 48-7 0,106-24-1 0,96 24-1 0,11 0 0 0,12 11 0 0,-70-11 2 0,-108 13 0 0,-84-26 2 0,-47 2-4 0,24 11 3 0,83-12-6 0,84 35 0 0,-1 14-46 0</inkml:trace>
  <inkml:trace contextRef="#ctx0" brushRef="#br0">16303 8192 94 0,'-96'-61'12'0,"0"61"-12"0,60 0-1 0,49 0-3 0,71-11 3 0,47 11 2 0,-36 0-3 0,-83 0 3 0,-107 0 0 0,-60 0-2 0,24-12-5 0,119 1 4 0,95 11-1 0,24 11 2 0,-35 37-59 0</inkml:trace>
  <inkml:trace contextRef="#ctx0" brushRef="#br0">11266 3940 43 0,'-12'-34'12'0,"-12"21"0"0,-24 13-10 0,0 0 0 0,-35 13 3 0,-13-2 2 0,2 12-1 0,46-10-2 0,24 11-3 0,11-11 0 0,13 8 0 0,0 4 0 0,0 23 2 0,0 11 2 0,-23 14-2 0,12 21-2 0,-1 1 1 0,-12 24 0 0,1 0 1 0,-14 1-2 0,13-1 2 0,12-23 0 0,1-14 1 0,11 2-1 0,0-13-1 0,0-11-1 0,0-13 0 0,11-10 0 0,13-3 0 0,25 3-1 0,10-3 2 0,12-21 1 0,12-1-1 0,-11-12-1 0,-12 12-1 0,-26 1 1 0,-34-13 4 0,0-13-2 0,-23 13-45 0,23 13-22 0</inkml:trace>
  <inkml:trace contextRef="#ctx0" brushRef="#br0">4502 8346 1 0,'-12'-12'16'0,"-12"-11"6"0,-12-2-4 0,-47 2-3 0,-48 23-4 0,0 12-7 0,-48 12 0 0,1-12 2 0,-25 34 0 0,1 15-2 0,-2 10 0 0,3 2-2 0,10 21-1 0,25 1-1 0,23 0 1 0,11 2 3 0,14 33-3 0,34-11 1 0,37 0-2 0,35-1 2 0,12 3-2 0,59-16 2 0,37-9-2 0,58 0 1 0,37-12 0 0,58-50 1 0,25-22 0 0,12-24-2 0,0-22 3 0,179-74 4 0,-275 36-5 0,-24-11 0 0,-46-1 0 0,-25-23-1 0,-11-12 1 0,-25 12-1 0,-36 12 0 0,-23-13-1 0,-36-34 1 0,2 11 1 0,-38 36 0 0,-11-2-1 0,-37 3-1 0,-22 23 1 0,12 23-1 0,-2 24 2 0,12 12-4 0,27 12 2 0,20 0 0 0,14 0-2 0,10 12 2 0,26-12-1 0,-1 11 1 0,12 2-1 0,12-1 0 0,-12 0 0 0,1 1 2 0,11-13-1 0,0 0 0 0,-12 0-1 0,12 0 2 0,0 11-4 0,12 12-10 0,-12 14-81 0</inkml:trace>
  <inkml:trace contextRef="#ctx0" brushRef="#br0">3715 11405 8 0,'0'0'0'0,"0"0"7"0,-11-11 46 0,35-1-36 0,35-23 0 0,35-1-8 0,3 0-6 0,-15 1-1 0,-46 24-30 0,-23-2-51 0</inkml:trace>
  <inkml:trace contextRef="#ctx0" brushRef="#br0">3632 11455 17 0,'0'0'6'0,"-35"11"2"0,46-22 6 0,37-2 0 0,11-11-2 0,13 0-7 0,-12 24-5 0,-36-12-27 0,-14 12-14 0</inkml:trace>
  <inkml:trace contextRef="#ctx0" brushRef="#br0">3597 11526 6 0,'-25'11'19'0,"25"-11"7"0,0-11-10 0,48-14 2 0,11-10-4 0,2 24-9 0,-38 11-3 0,-23-13-1 0,0 13 2 0,0 0-3 0,12 0 0 0,0-12 1 0,0 12-1 0,-12-12 0 0,0 12 1 0,12 0-1 0,-12 12-13 0,12-12-65 0</inkml:trace>
  <inkml:trace contextRef="#ctx0" brushRef="#br0">6181 10157 5 0,'0'0'0'0,"0"-25"37"0,12 0-13 0,-12 4-2 0,0 8-7 0,0 13-4 0,0 59 5 0,0 13-7 0,0 11-6 0,12-12 0 0,-12-35-1 0,0-24 0 0,10-12 2 0,-10-36-2 0,36-22-1 0,0-15-1 0,1 38 0 0,-14 11 1 0,1 60-3 0,12 35 2 0,12 0 0 0,23-23 0 0,1-37 1 0,-25-34 1 0,-11-48 0 0,-48-24 0 0,-12 24-2 0,-12 34 1 0,25 37-9 0,11 37-51 0,0-3-12 0</inkml:trace>
  <inkml:trace contextRef="#ctx0" brushRef="#br0">4466 9989 74 0,'0'-47'11'0,"-12"36"-9"0,12 45 30 0,-24 74-14 0,12 23-10 0,-1-36-2 0,13-82-5 0,0 33 5 0,0-46 3 0,13-71-3 0,-1-48-5 0,24-13 1 0,0 73-1 0,-12 36-2 0,-24 23 0 0,0 35 0 0,11 25-73 0,-11-36 18 0</inkml:trace>
  <inkml:trace contextRef="#ctx0" brushRef="#br0">5014 10501 116 0,'-24'-23'5'0,"60"12"0"0,35-14 12 0,48 0-13 0,0 2-2 0,-47 12-53 0,-72 11-22 0</inkml:trace>
  <inkml:trace contextRef="#ctx0" brushRef="#br0">5037 10727 103 0,'0'0'0'0,"-23"0"18"0,70-23-9 0,61-13-2 0,33 0-12 0,-56 36-104 0</inkml:trace>
  <inkml:trace contextRef="#ctx0" brushRef="#br0">6788 10680 98 0,'0'-12'4'0,"-24"-24"-1"0,35 1 6 0,14 10 10 0,-14 2-6 0,-11 12-4 0,0 11-7 0,0 23 0 0,0 13 1 0,13 10-1 0,-1-21 1 0,-1 11-1 0,2-13-1 0,-2 1 0 0,-11-24 1 0,13 0 0 0,34-24-1 0,1-10-1 0,-25 9-15 0,-11 13-116 0</inkml:trace>
  <inkml:trace contextRef="#ctx0" brushRef="#br0">6788 10358 90 0,'-13'0'13'0,"26"12"9"0,-13 1-8 0,12-13-8 0,-1 0-1 0,-11 11 3 0,-11 37-4 0,11-36-3 0,36-12-3 0,-1-12-123 0</inkml:trace>
  <inkml:trace contextRef="#ctx0" brushRef="#br0">7800 9203 17 0,'0'-11'2'0,"0"-12"12"0,-11 10 24 0,-2 13-9 0,-83 0 0 0,14 36-24 0,-13 12-3 0,23 11-2 0,36-13 2 0,12 27-1 0,24-2-1 0,36-23 1 0,24 11 0 0,-1 0-1 0,-11 12 1 0,-24 13 4 0,-48-13 0 0,-13 13-2 0,-9-24 0 0,10 1-2 0,25-3-1 0,-2-11 0 0,37 13 1 0,47-12-1 0,-11 23 1 0,-24 1-2 0,-14 11 1 0,-22 24 0 0,0-12 0 0,0 13-2 0,-34 10 1 0,-14 26 1 0,-23 9 0 0,35-21-1 0,25-25 0 0,58-36 2 0,-1-46 0 0,-9-13 2 0,46-49-2 0,36-68-51 0,-72 55-38 0</inkml:trace>
  <inkml:trace contextRef="#ctx0" brushRef="#br0">8300 9668 106 0,'-24'-24'5'0,"1"24"-3"0,35-12 4 0,-1 12 8 0,49 12-5 0,12-24-4 0,-1 1-1 0,-1-14-1 0,-9 2-2 0,-25 0 1 0,-12-14-1 0,-13-10 1 0,-22 23-2 0,-25 0 0 0,-13-12 1 0,3 24-1 0,-2 24 0 0,-12 12-1 0,12 36 1 0,1 11-1 0,23 13 2 0,12 11-1 0,36-24 0 0,24 0 0 0,23-35 1 0,13-24-1 0,10-12 1 0,-10-25 0 0,-48 14 1 0,-13-12 1 0,-23 23-2 0,0-12-1 0,13 12-23 0,10-12-85 0</inkml:trace>
  <inkml:trace contextRef="#ctx0" brushRef="#br0">8884 9001 9 0,'0'0'7'0,"-12"0"32"0,12-12-9 0,0 0-8 0,12-1-1 0,13 3-6 0,32-1-9 0,4 11-5 0,10 0 1 0,-24-13-1 0,-11 13-1 0,-24 0-10 0,-12 13-55 0,0-13 19 0</inkml:trace>
  <inkml:trace contextRef="#ctx0" brushRef="#br0">9051 8811 58 0,'0'0'30'0,"-48"-12"-3"0,48 35-2 0,0 48-11 0,0 0-9 0,12 2-4 0,0-37 1 0,-12-1-18 0,12-24-109 0</inkml:trace>
  <inkml:trace contextRef="#ctx0" brushRef="#br0">9658 8680 42 0,'-12'-24'41'0,"-1"12"-14"0,13 12-3 0,0 36-8 0,-11 22-10 0,-14 15-2 0,-21-2-3 0,-2-10 0 0,-1-27 0 0,15-22 1 0,22-12-1 0,-12-35-2 0,24-13-1 0,12 1 1 0,0-1 0 0,24 25 2 0,-1-2-4 0,-11 25 4 0,12 12 2 0,-12 35 0 0,-1 13-3 0,24 1 2 0,2-3-3 0,-14-22 2 0,-23-25 3 0,12-11-2 0,-12-23-7 0,-12 12-125 0</inkml:trace>
  <inkml:trace contextRef="#ctx0" brushRef="#br0">8455 10978 18 0,'-12'-12'33'0,"0"-12"14"0,0 12-17 0,12 12-18 0,12 0-6 0,36 0-2 0,35 12-2 0,1-12 1 0,-13-12-2 0,-24-12 1 0,-11 0 0 0,-12-10-1 0,-24-3 0 0,-12 1 0 0,-11-12 0 0,-13 25 0 0,11-1-1 0,-11 24 0 0,1 13 0 0,-12 10 0 0,-1 12-1 0,1 25 1 0,-1 23 0 0,24 13 0 0,24-12 0 0,24-13 0 0,24-37 0 0,22-9 2 0,26-25 0 0,0 0-1 0,-13-25 1 0,-47 14-1 0,-23 11 1 0,-2 0-3 0,1-23-33 0,-1 10-80 0</inkml:trace>
  <inkml:trace contextRef="#ctx0" brushRef="#br0">8955 10513 58 0,'0'0'0'0,"-23"-12"27"0,23-1-4 0,0 3-10 0,47 10-4 0,13-11 0 0,-26 11 0 0,-34 0 0 0,0-13-7 0,0 13-4 0,25 0-38 0,-1 13-61 0</inkml:trace>
  <inkml:trace contextRef="#ctx0" brushRef="#br0">9597 10299 17 0,'0'-24'33'0,"-11"-12"-4"0,11 13 8 0,-11-2-12 0,11 25-16 0,-24 48-2 0,-1 12-3 0,2-1-2 0,-1-11 0 0,-11 0-1 0,-1-24 0 0,0-14 1 0,0 3-1 0,13-26 0 0,-2 3-1 0,14-14-1 0,11 0 1 0,0 0-1 0,11 1 1 0,14-2 0 0,-2 13-1 0,13 12 1 0,-12 24 1 0,0 23 0 0,0 14 0 0,22-14 0 0,3 0 0 0,-13-22-1 0,-14-25 2 0,3 0 0 0,-25-25-13 0,0 14-105 0</inkml:trace>
  <inkml:trace contextRef="#ctx0" brushRef="#br0">12111 11573 29 0,'0'-13'5'0,"0"-10"1"0,12-1 5 0,0 0 24 0,-12 13-16 0,-12-1-5 0,-24 1-6 0,-23-2-5 0,-13 13-1 0,-11 13-2 0,-36 10 2 0,23-12 3 0,1 1-3 0,0 24-1 0,34-13 1 0,15 2-3 0,21 11 0 0,25-1 1 0,0 13-1 0,13 0 0 0,-1 11 1 0,-12 24-1 0,0 1 0 0,0 11 1 0,12-1 0 0,-12 14 2 0,12 0 4 0,-1-1-4 0,0 12-2 0,2 25 1 0,23-26-2 0,-13-35-1 0,2 0 2 0,-2 1 1 0,-11 0-2 0,-12 10 1 0,0-10 0 0,-12-36 0 0,12-1 1 0,0 1-1 0,12-13-1 0,12-10 2 0,12-14 1 0,35 1-2 0,13-12 1 0,-1-12-1 0,-24 1 1 0,-35 11 0 0,-24-13 2 0,-11 13-54 0,11 13-10 0</inkml:trace>
</inkml:ink>
</file>

<file path=ppt/ink/ink15.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13741 13216 9 0,'0'0'0'0,"-22"0"42"0,-2 0-9 0,12 0-7 0,12-11-9 0,0 11-7 0,36-13-5 0,35 13 0 0,36 0-1 0,11 0-1 0,14 13 0 0,-36-13-1 0,-25 0 0 0,-12 0 0 0,-23-25 0 0,-12 25-1 0,-12-12 1 0,0 12-3 0,-12 12-26 0,0 0-71 0</inkml:trace>
  <inkml:trace contextRef="#ctx0" brushRef="#br0">13683 13418 29 0,'-49'0'13'0,"13"0"14"0,15 0 9 0,21 0-20 0,21 0-4 0,64-12-1 0,81-11-5 0,13 0-3 0,-24 10-2 0,-48 1 2 0,-47 0-2 0,-13 12 1 0,-23 0-1 0,-12 0 0 0,12-13-1 0,-24 13-1 0,12 0-25 0,-24 13-89 0</inkml:trace>
  <inkml:trace contextRef="#ctx0" brushRef="#br0">13885 13490 19 0,'-36'0'24'0,"0"12"13"0,13-12-4 0,23 0-21 0,36-12-4 0,83-13-1 0,83 2 1 0,13 12-3 0,-61-2-2 0,-58 13-1 0,-62-12 1 0,-21 0 0 0,-1 1-1 0,-12 11 0 0,0-12-6 0,-12 24-43 0,-1-1-28 0</inkml:trace>
</inkml:ink>
</file>

<file path=ppt/ink/ink16.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3370 3441 15 0,'-11'-12'9'0,"-37"-13"25"0,37 14-21 0,11 22-12 0,34-11 3 0,25 0 9 0,38-11-2 0,58-1-7 0,23 1-3 0,48-13 1 0,12 11 2 0,1 13 0 0,0 0-3 0,-3 13 2 0,-21-37-3 0,-49 12 7 0,-70 1 0 0,-60 11-4 0,-25 11 0 0,-11-11-2 0,25 0-15 0,34 23-84 0</inkml:trace>
  <inkml:trace contextRef="#ctx0" brushRef="#br0">7229 3512 11 0,'-37'-12'14'0,"-69"-11"7"0,70 23-9 0,36 0 0 0,36-12-1 0,59-12 1 0,36 24-4 0,71-12-4 0,49 0-1 0,34-12-2 0,1 24 0 0,-12-12 0 0,12 12 0 0,23-11-1 0,-11 11 2 0,-12 0-2 0,-25 0-1 0,2-24 0 0,-13 24 1 0,-12 0-1 0,-48 12 2 0,-35 0-1 0,-47-1 3 0,-62 1 6 0,-21-12 1 0,-25 0 0 0,0-12-8 0,-12 1-6 0,12 22-104 0</inkml:trace>
</inkml:ink>
</file>

<file path=ppt/ink/ink17.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18411 9573 31 0,'0'-48'15'0,"0"23"-1"0,23 25-11 0,1 37 20 0,-1 10-4 0,13 1-8 0,0 12-3 0,0-36-3 0,24-24 2 0,35-48-2 0,36-12-3 0,-12 13-2 0,-36 11 1 0,-11 11 2 0,-37 2-2 0,-12 0 1 0,-23 23-34 0,0 35-58 0</inkml:trace>
  <inkml:trace contextRef="#ctx0" brushRef="#br0">18756 11859 27 0,'-12'-23'12'0,"-36"-2"12"0,48 25-17 0,12 59 9 0,12 25-3 0,24-26-2 0,-2-33-2 0,39-13 0 0,45-70-4 0,36-15-3 0,-10 37 0 0,-61 1-1 0,-35 24 0 0,-36 11-18 0,-24 58-80 0</inkml:trace>
  <inkml:trace contextRef="#ctx0" brushRef="#br0">18553 14466 29 0,'0'-36'11'0,"-12"48"-3"0,24 24-5 0,12 0 10 0,-12 11 4 0,25-23-7 0,20-24-3 0,40 0-3 0,69-48-2 0,1 14 2 0,-60 9 0 0,-71 13-1 0,-24-1 0 0,-12 13-4 0,12 13-45 0,-12-1-11 0</inkml:trace>
</inkml:ink>
</file>

<file path=ppt/ink/ink18.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13123 4011 8 0,'0'-46'17'0,"0"21"-7"0,0 2-7 0,0-13 2 0,-13-10 22 0,-46 9-7 0,-12-10-11 0,-24 10-3 0,-12 14-4 0,-48-1 0 0,-24 0-1 0,-35 1 3 0,-13-1 1 0,-34 0-3 0,11 11-1 0,1 13 3 0,21-11-3 0,-11 11-2 0,-22 48 6 0,-48 11-4 0,-13 13 0 0,48-1 2 0,72-11-1 0,35 11-1 0,48 11-1 0,36-9 1 0,10 9 2 0,16 14-3 0,20 13-1 0,1 21 0 0,0 0 1 0,0 12-1 0,25-10 0 0,22-1 3 0,37-23-2 0,49-1 0 0,33 1-2 0,60-37 3 0,48-24 0 0,12 1-1 0,36-13 0 0,12-23 2 0,23 1-2 0,12-13 1 0,12-25-1 0,13-10-1 0,-13 11 3 0,-46 0-4 0,-49 0 3 0,-73-12 0 0,-34 1 0 0,-11-25-1 0,-13-24 0 0,0 0 0 0,-23-10 2 0,-38-13-1 0,-33-12 2 0,-25 0 0 0,-12 12 0 0,-35-25-2 0,-13-23 2 0,-25 25-1 0,3 11-4 0,-25 12 5 0,-13 11-2 0,-23 12 1 0,-11 13-1 0,0 0 0 0,-73 37-3 0,-72 80-117 0</inkml:trace>
  <inkml:trace contextRef="#ctx0" brushRef="#br0">4359 6121 5 0,'0'0'0'0,"-12"-37"24"0,0 37 2 0,24 24-4 0,-12 71-3 0,0 24-12 0,0-12-2 0,0-34 0 0,0-27 2 0,0-21-3 0,0-25 1 0,0-37-4 0,-12-22-1 0,0 11 0 0,-13-11 1 0,2-1-1 0,0-24 1 0,10-10-1 0,13 22 0 0,25 37 0 0,9 23-1 0,27 24 0 0,-2 34 2 0,-11 4-1 0,-48-4 1 0,-61-10 2 0,-21-13 0 0,23-10-1 0,59 11-1 0,47 35 2 0,37 0-2 0,-2-34 2 0,-9-2-2 0,-39 0 0 0,-9 2-47 0,-14 0-48 0</inkml:trace>
  <inkml:trace contextRef="#ctx0" brushRef="#br0">4811 6310 93 0,'-35'12'30'0,"-1"84"-23"0,36-37-4 0,12-11 3 0,1-37 2 0,21 1-5 0,2-24-116 0</inkml:trace>
  <inkml:trace contextRef="#ctx0" brushRef="#br0">11432 6607 35 0,'-12'-47'29'0,"-12"23"-18"0,35 48-3 0,14 48 10 0,-14 11-8 0,14-23-4 0,-14-36 3 0,-11-13 3 0,-11-59-7 0,-14-23-4 0,-11-13 3 0,25 2-4 0,11-2 1 0,24 13-1 0,24 23-3 0,-12 60-1 0,-25 48 4 0,-11-2 0 0,-23-8 1 0,-1-27 1 0,12-23 2 0,12-12-2 0,12 24-5 0,12 36 3 0,-1 11-1 0,1-13 1 0,25-21-15 0,-2 0-82 0</inkml:trace>
  <inkml:trace contextRef="#ctx0" brushRef="#br0">11920 6668 69 0,'0'0'0'0,"-24"-24"16"0,37 12-16 0,58 0 11 0,-23 12 8 0,23 48-12 0,-22-1-1 0,-38 0 2 0,-47 1 3 0,-12-25-4 0,24-10-4 0,48-13-1 0,60-13-1 0,47-10-1 0,-24 0 0 0,-84 11 1 0,-59 36-9 0,-23 23-115 0</inkml:trace>
  <inkml:trace contextRef="#ctx0" brushRef="#br0">16100 5834 87 0,'-36'24'11'0,"13"59"-7"0,11-47-3 0,12-13 10 0,0-23 4 0,12 0-12 0,-12-11-1 0,0-25-1 0,0 24 0 0,-24-23 0 0,0-37 1 0,12 1-4 0,24 11 3 0,36 1-1 0,11 23 1 0,13 24-3 0,-25 48 2 0,-23 22 0 0,-36-21 3 0,-59-13 3 0,-14-24-1 0,51 0-3 0,34 12-2 0,23 59 0 0,37 1 0 0,11-12-1 0,-23-37 4 0,-1 1-9 0,-11 0-120 0</inkml:trace>
  <inkml:trace contextRef="#ctx0" brushRef="#br0">16612 5895 59 0,'0'-37'29'0,"12"37"-22"0,24-24-4 0,-25 1 12 0,2 10-4 0,10-11-8 0,25 13-2 0,0 11 0 0,-1 0 1 0,-35 35 3 0,-12 1-1 0,-12 0 1 0,-11 0-4 0,46-1 1 0,36 13 0 0,1-12-2 0,-36-1 3 0,-37-24 10 0,-45-11-7 0,-61 13-5 0,-36 35-13 0,71-13-97 0</inkml:trace>
  <inkml:trace contextRef="#ctx0" brushRef="#br0">3216 8263 7 0,'-25'0'22'0,"-34"-11"2"0,12 11-13 0,10 11-1 0,14 1-3 0,10-1-4 0,13-11-2 0,0 13 1 0,13-1-1 0,35 11 1 0,11 0-4 0,36-10 0 0,25-1 5 0,-1-12 2 0,35 0-2 0,1 0 3 0,0 12 1 0,11 1 0 0,-10-26-3 0,33 1 2 0,15 0-4 0,-27 12 1 0,2 0 2 0,-47 0 1 0,-13-13-4 0,-25 13 1 0,-45 0-1 0,-25-11 1 0,-12 11-1 0,-12 0 0 0,0-12-1 0,11 12 0 0,0 0-25 0,-11 12-57 0</inkml:trace>
  <inkml:trace contextRef="#ctx0" brushRef="#br0">10527 8286 36 0,'0'0'0'0,"-12"-11"44"0,-1-1-17 0,13 12-18 0,0 0-2 0,49 0-1 0,22-11-2 0,37-2 2 0,23 1-5 0,47 12 0 0,215 0-2 0,-178 0 1 0,23-12 1 0,-36 12-1 0,-35 0 0 0,-60 0 1 0,-71 0 7 0,-24-13 2 0,-12 3-7 0,0 10-2 0,11 10-63 0,1 3 7 0</inkml:trace>
  <inkml:trace contextRef="#ctx0" brushRef="#br0">17254 8275 5 0,'0'0'0'0,"-59"-12"27"0,25 1-13 0,-3 11 14 0,13-13-7 0,12 1-8 0,12 12-6 0,12 0-4 0,24 0-1 0,23 12 1 0,49 1-1 0,47-2 2 0,59-11-2 0,84-11 0 0,23 11-2 0,-23 0 1 0,-61 0-2 0,-45 0 0 0,-73-13 6 0,-24 1 0 0,-35 12-4 0,-2 0 0 0,-9 0 0 0,-14 12 2 0,-23-24-1 0,0 12 0 0,-24-12-104 0</inkml:trace>
  <inkml:trace contextRef="#ctx0" brushRef="#br0">11682 3990 0 0,'-60'0'0'0,"1"0"1"0,11 11-2 0</inkml:trace>
  <inkml:trace contextRef="#ctx0" brushRef="#br0">11325 4036 0 0,'0'0'0'0,"-82"25"3"0,21-2 3 0,13 25-4 0,1-14 4 0,-12 3-5 0,-1 22 0 0,11-23 4 0,13 12 4 0,14 11 1 0,-2 12-3 0,12 0-3 0,12-10-3 0,24-14 1 0,23 25-1 0,1-26 3 0,-12 15-1 0,-1-1-1 0,12-13 0 0,2-10 2 0,106 21 1 0,-48-45-3 0,-12-13-2 0,0 0 3 0,-11-13-3 0,23-11 2 0,12-10-2 0,0-16 1 0,-24 4 0 0,-23 10-1 0,-26 0 1 0,-21-11 0 0,-1-1 0 0,0-24 0 0,-24-11-1 0,0 12 1 0,0-1 0 0,-12 1 0 0,0-1 0 0,-12-11 2 0,-12 0-4 0,13 23 3 0,-25 13-1 0,0-1 0 0,-11 12 0 0,-13-12-1 0,-23 25 0 0,0 23 1 0,-12 12-1 0,-13-1 0 0,-11 26 1 0,24-3-1 0,24 16 1 0,35 32-6 0,13 12-61 0</inkml:trace>
  <inkml:trace contextRef="#ctx0" brushRef="#br0">3572 9621 42 0,'-11'-13'21'0,"-1"1"-4"0,12 12-9 0,-13-12 4 0,13 1-1 0,0 11-8 0,13 11 1 0,-1 1 3 0,12 13-3 0,-1-2 0 0,1-12 0 0,-11 14-1 0,-2-25 0 0,1 12 0 0,-12-12 1 0,11-12 0 0,25-24-1 0,24-12-1 0,0 2-1 0,-1-4 0 0,-11 4 1 0,0-2 2 0,-25 24 1 0,1 12-1 0,-12 12-4 0,-1 0-18 0,14 25-83 0</inkml:trace>
  <inkml:trace contextRef="#ctx0" brushRef="#br0">11194 9489 14 0,'0'-12'30'0,"-12"12"-12"0,12 0-7 0,0 12 0 0,12 12-1 0,0 13 3 0,12-3-6 0,-11-10-1 0,-2 12 0 0,1-12-2 0,-1 0-1 0,1-11 0 0,-12-13 2 0,11-25-1 0,74-59-3 0,-14 25-1 0,12-1 0 0,0 12 0 0,-35-11 1 0,-12 34 2 0,-24 15 1 0,-12-14-1 0,12 12-2 0,-12 12 1 0,0 0-2 0,0 0-145 0</inkml:trace>
  <inkml:trace contextRef="#ctx0" brushRef="#br0">18387 9705 28 0,'0'-13'15'0,"0"13"-8"0,0-12 9 0,11 37 9 0,13 9-14 0,-1 14-4 0,13-12-3 0,-11-12 1 0,-14-1 1 0,1 1 2 0,-12 0-4 0,12 0-1 0,0-12 1 0,12-12 1 0,12-48-1 0,11-11-2 0,25-12-1 0,11 11-1 0,37-24 0 0,-2 2 3 0,-10 9 1 0,-26 14 0 0,-45 23 2 0,-25 12 1 0,-12 1-4 0,0 12-4 0,11-2-143 0</inkml:trace>
  <inkml:trace contextRef="#ctx0" brushRef="#br0">14874 10811 34 0,'-24'-13'33'0,"1"13"-27"0,23 0 15 0,11 0-12 0,25 0 5 0,35 0-6 0,11 0-4 0,15 0-1 0,-38 0 1 0,-47-11 2 0,-1 11 0 0,2-12-7 0,-1 12-13 0,-12 0-64 0</inkml:trace>
  <inkml:trace contextRef="#ctx0" brushRef="#br0">15040 10549 41 0,'0'-11'52'0,"0"22"-46"0,0 83 20 0,12 14-13 0,-1-11-4 0,2-15-3 0,-13-46-2 0,12-1-1 0,-12-23-18 0,11-12-98 0</inkml:trace>
  <inkml:trace contextRef="#ctx0" brushRef="#br0">15541 10680 49 0,'0'-12'33'0,"0"-13"-14"0,0 14-12 0,10 35 12 0,3 36-6 0,10 22-8 0,2 2-1 0,-1-36 0 0,-12-25-3 0,-1-23 4 0,2 0 2 0,10-47-4 0,1 0-2 0,0-1 1 0,-1-12-2 0,2 13 0 0,-14 23 1 0,1 12-2 0,0 24-1 0,0 24 1 0,12 23 1 0,-12 1 0 0,24-13 0 0,11-23 1 0,25-11 0 0,-1-26 0 0,12-11 0 0,-10-10 0 0,-26-3 0 0,-24 1-1 0,0-12 1 0,-23-23 0 0,0 12 0 0,-11 34-1 0,-12 2 0 0,11 23-1 0,-12 0-1 0,1 23 1 0,10 2 0 0,-11 21 1 0,24 15-1 0,0-14 1 0,37-11 0 0,-3 0 0 0,38-24 1 0,0-12 0 0,-14 0-1 0,-22-24 2 0,0 0-3 0,-23 1 3 0,-2 10-2 0,-11 13-125 0</inkml:trace>
  <inkml:trace contextRef="#ctx0" brushRef="#br0">17993 10417 8 0,'0'0'20'0,"-11"-11"33"0,-1-1-34 0,-1 12-3 0,13 0-6 0,0-11-8 0,72-2 2 0,59 13 0 0,11 13 3 0,-22-2-3 0,-25 1 3 0,-59-12 1 0,-24-12-1 0,0 1-5 0,0-2-13 0,0 26-59 0,-12-13 10 0</inkml:trace>
  <inkml:trace contextRef="#ctx0" brushRef="#br0">17957 10478 90 0,'-11'-11'15'0,"-1"-2"0"0,12 13-4 0,12 0 3 0,24 0-6 0,-1 13-4 0,25 8-2 0,11 16 0 0,-11 10-1 0,-2 1 0 0,-22 0-1 0,-36 0 1 0,0 0-1 0,-23 11 0 0,-24 12 1 0,-1-12 0 0,-11 1 0 0,23-12 0 0,24-24-1 0,12-1 1 0,48-11 1 0,47-12-1 0,23 0 0 0,-22-12 0 0,-24 12-1 0,-72 0 0 0,0 0 1 0,0 12-1 0,0 0-8 0,11 1-39 0,1-13-46 0</inkml:trace>
  <inkml:trace contextRef="#ctx0" brushRef="#br0">19625 10454 64 0,'-12'0'5'0,"12"-12"1"0,0 12 1 0,-12 12 5 0,-1 35 4 0,2-10-4 0,-1 10-5 0,-11 11-3 0,-1-8-1 0,-12-16-2 0,-12 3 0 0,-11-14 0 0,11-12 2 0,13 2-2 0,-1-1 1 0,-13-12-2 0,13-12 1 0,14-1 0 0,-14-10 0 0,12 12 1 0,12-14-1 0,0 2-1 0,12 0 1 0,0-2-1 0,24 0 1 0,-12 2-2 0,12 12 2 0,0-1-2 0,-2-13 2 0,14 25-2 0,-11 0 1 0,11 25-1 0,-12 10 0 0,11 13 1 0,1-1 1 0,12 13-1 0,-13-12 1 0,-23-24 2 0,0 11 0 0,0-23 0 0,-12 1-1 0,0-26 7 0,0 13-55 0,0-12-48 0</inkml:trace>
  <inkml:trace contextRef="#ctx0" brushRef="#br0">20030 10716 77 0,'-12'-12'32'0,"12"12"-13"0,0 0 7 0,-12 0-15 0,12 0-5 0,0 12 0 0,0-12-3 0,0 11-2 0,0-11 1 0,0 12 0 0,12-24 2 0,12 24-43 0,0-12-86 0</inkml:trace>
  <inkml:trace contextRef="#ctx0" brushRef="#br0">20697 10216 14 0,'0'-12'30'0,"11"-1"-7"0,-11 13-10 0,-11 0-1 0,11 0-6 0,-25 0 0 0,-11 0-1 0,0 0-2 0,14 0-2 0,-2 13 1 0,12-1-1 0,0-12-1 0,12 12 0 0,0-1 0 0,12 1 1 0,-12 12 0 0,0 0 0 0,12 0 1 0,-12 23 0 0,0 0 1 0,0-10-1 0,0 22 1 0,0 0-1 0,0 1 0 0,0 1-2 0,0-15 1 0,12 13 0 0,-12-22-1 0,12 10 0 0,-12-23 2 0,0 0-2 0,0-1 1 0,12-10 2 0,11-1-3 0,13 0 2 0,12-1-2 0,0 1 3 0,22-12-18 0,26-12-86 0</inkml:trace>
  <inkml:trace contextRef="#ctx0" brushRef="#br0">22400 10061 38 0,'0'-12'13'0,"-12"-1"6"0,12 2-15 0,12-1 3 0,23 1-2 0,1 11-1 0,12 0-2 0,11-13 0 0,1 26-2 0,-25-13 1 0,-23 11 4 0,0-11 5 0,0 0-6 0,0 12-3 0,1 12 0 0,-2-12 1 0,1 13 1 0,-1 9-1 0,-11 14 1 0,0 12-2 0,13 11 0 0,-13-12-1 0,0 0 1 0,0 12-1 0,0-21 1 0,12 9 0 0,-1-24-1 0,-11 1 1 0,0-11-1 0,0 9 1 0,0 3 0 0,12-14 1 0,-12-12-1 0,0 2 0 0,0-13 1 0,-12 0-2 0,12 24 1 0,0-11-2 0,0-13 2 0,-11 21-1 0,-1-8 0 0,12-1 0 0,-13 0 0 0,13 1 1 0,-11-2 0 0,-1-11 1 0,1 0-2 0,-2 0 1 0,1 12 3 0,0-12-1 0,12 0 1 0,-12 0-1 0,0 0-1 0,-23 0 0 0,-1-12-4 0,0 24-128 0</inkml:trace>
  <inkml:trace contextRef="#ctx0" brushRef="#br0">21137 10370 39 0,'0'-12'3'0,"23"0"-3"0,2-11 6 0,-25 12 17 0,-12-2-9 0,-24 26-6 0,1-2-1 0,-14 24 5 0,-21 24 0 0,22 12-5 0,0 2-4 0,36-25-2 0,36-25 2 0,37-12-1 0,32-11-3 0,14-11-57 0,-71 11-4 0</inkml:trace>
  <inkml:trace contextRef="#ctx0" brushRef="#br0">21305 10764 43 0,'0'0'0'0,"-25"-13"24"0,25-11-19 0,0 1 7 0,0 12 3 0,0 11-6 0,0-13-2 0,0 13-1 0,0 0-2 0,0 13-2 0,0 45 3 0,0 14-2 0,12-1 1 0,1-23-2 0,-13-24 2 0,0-12 5 0,-37-12-3 0,1 0-5 0,0 0-22 0,0-12-43 0,25-1 13 0</inkml:trace>
  <inkml:trace contextRef="#ctx0" brushRef="#br0">21280 10513 104 0,'-12'-35'5'0,"12"35"-4"0,24-11-5 0,-11 11-56 0,-13 0 29 0</inkml:trace>
  <inkml:trace contextRef="#ctx0" brushRef="#br0">21661 10287 48 0,'0'-25'8'0,"-11"14"0"0,11-1-4 0,0 12 4 0,-37 48 5 0,-10 23 3 0,-1 13-10 0,25-13-5 0,23-23 1 0,23-24 1 0,13-12 0 0,36 0-8 0,-25-12-43 0,-36 0 4 0</inkml:trace>
  <inkml:trace contextRef="#ctx0" brushRef="#br0">21697 10383 27 0,'0'0'24'0,"12"23"-9"0,-12 25-1 0,11-1-9 0,14-23-3 0,-2 0-17 0,-23-12-50 0</inkml:trace>
  <inkml:trace contextRef="#ctx0" brushRef="#br0">21816 10417 53 0,'0'0'11'0,"-36"13"-6"0,24 11-2 0,-23 10 2 0,11 3-5 0,12-13-8 0,12-1-17 0,0-23-3 0</inkml:trace>
  <inkml:trace contextRef="#ctx0" brushRef="#br0">21911 10513 48 0,'0'-12'7'0,"24"-1"-4"0,0 13 3 0,-24 13 9 0,-12 24-4 0,0 10-3 0,-1-12-3 0,26 1-3 0,11-24 2 0,12 0-3 0,-2-12-23 0,-9 0-48 0</inkml:trace>
  <inkml:trace contextRef="#ctx0" brushRef="#br0">21888 10643 54 0,'0'0'8'0,"-12"0"0"0,35-11-8 0,25-1 0 0,0 1-11 0,-1-13-41 0</inkml:trace>
  <inkml:trace contextRef="#ctx0" brushRef="#br0">22078 10335 44 0,'0'0'0'0,"36"23"10"0,11 61 12 0,-47 12 1 0,-11-14-12 0,-13-22-8 0,12-36-27 0,12-12-34 0</inkml:trace>
  <inkml:trace contextRef="#ctx0" brushRef="#br0">22316 10501 33 0,'0'0'6'0,"-24"0"9"0,24 0-7 0,0-13-3 0,12 13 0 0,0 0-1 0,12 0-1 0,12-10-1 0,-2 10-2 0,15 0 1 0,-26 0-1 0,2 0 0 0,-25 0-10 0,0 10-43 0</inkml:trace>
  <inkml:trace contextRef="#ctx0" brushRef="#br0">22257 10609 36 0,'-13'0'10'0,"-10"0"5"0,23 0-12 0,0 0-1 0,12 0 0 0,12 0 0 0,11 0 4 0,1 0-2 0,-12-12-1 0,0 12-2 0,-24 0 0 0,0 0-22 0,12 0-24 0</inkml:trace>
  <inkml:trace contextRef="#ctx0" brushRef="#br0">22435 10358 46 0,'0'0'0'0,"-12"-12"17"0,24 12-16 0,12-11 0 0,-1 11 3 0,14 0 0 0,-14-12-2 0,1 12-2 0,-12 0-7 0,-12 0-13 0,0 0-12 0</inkml:trace>
  <inkml:trace contextRef="#ctx0" brushRef="#br0">22507 10216 24 0,'-12'0'13'0,"24"0"-3"0,-12 23 6 0,0 37-4 0,0-24-7 0,0-13-3 0,0 2-8 0,12-25-56 0</inkml:trace>
  <inkml:trace contextRef="#ctx0" brushRef="#br0">22673 10228 30 0,'0'0'4'0,"-12"-12"4"0,12 0 5 0,0 24 9 0,0 34-18 0,0 4 1 0,0-16-3 0,0-10 0 0,12-11 1 0,-12-13-1 0,12 0-74 0</inkml:trace>
  <inkml:trace contextRef="#ctx0" brushRef="#br0">14838 12585 86 0,'-48'-24'8'0,"36"24"0"0,36 0 0 0,48 0 2 0,-1 0 1 0,-23-24-7 0,-14 35-8 0,15 2-114 0</inkml:trace>
  <inkml:trace contextRef="#ctx0" brushRef="#br0">15231 12477 63 0,'0'-23'14'0,"0"-1"-6"0,24 0 14 0,-12 24-3 0,11 37-3 0,1 10-11 0,0 0-2 0,12-11-1 0,-12-24 0 0,-12 1 0 0,22-26 2 0,-9-24-1 0,11-9-2 0,-12-2 0 0,-2 12 0 0,3 11 0 0,-14 25 0 0,-11 0 0 0,25 25-1 0,-14 23 1 0,14-24-1 0,22 0 1 0,1-13 1 0,23-11 0 0,-11 0-1 0,-12-23 0 0,-13-2 1 0,1-9-1 0,-12-16 0 0,-12 16 0 0,-12-3 0 0,-12 26-1 0,-12 11-1 0,-1 11 1 0,-11 26-2 0,26 22 2 0,10-11-1 0,35-12 1 0,37-24 0 0,10-12 1 0,-21-12 0 0,-38 0-1 0,-11-1 1 0,-12 13-137 0</inkml:trace>
  <inkml:trace contextRef="#ctx0" brushRef="#br0">17506 12275 60 0,'-24'-12'18'0,"11"12"-9"0,26 0 25 0,22 0-27 0,49 0 1 0,23-12 1 0,-1 12-2 0,-22-11-2 0,-36-1 0 0,-24 12 0 0,-1 0-3 0,-11-11-2 0,12 11-31 0,-24 11-50 0,0-11 45 0</inkml:trace>
  <inkml:trace contextRef="#ctx0" brushRef="#br0">17446 12288 70 0,'-13'0'11'0,"-10"0"0"0,23 0 8 0,0 11 3 0,12 1-11 0,24 12-7 0,23-12 1 0,13 13-2 0,35-14-1 0,-12 12-1 0,-11 14-1 0,-49-14 0 0,-24 1 2 0,2 11-1 0,-37 13 1 0,-11-12-1 0,-13 11 0 0,-1 0-2 0,-8 37 3 0,-4-36-3 0,13 12 2 0,25-13-3 0,23-10 4 0,0-14-3 0,47-12 4 0,49-11-1 0,-1 0-2 0,-12-11-1 0,-23 11 2 0,-37-12-2 0,-23 12 4 0,0 0-3 0,-11 0-6 0,11 0-54 0</inkml:trace>
  <inkml:trace contextRef="#ctx0" brushRef="#br0">18744 12477 65 0,'0'0'0'0,"0"-23"16"0,12-1-12 0,-12 24 5 0,0 13 4 0,0 34 5 0,-24 0-3 0,0 14-8 0,-1-3-4 0,-9-11-2 0,-14-10 1 0,-12-3 0 0,25-21 1 0,-1-26-1 0,11-8-1 0,2-4-1 0,12 0 0 0,11-9 0 0,0-3 0 0,11 3-1 0,12 21 1 0,13 1-2 0,-11 12 0 0,10 25 1 0,1 21 1 0,13 26 1 0,-15-1 0 0,14-11 0 0,-24-24 0 0,-12-1 1 0,0-24-1 0,-12-11 2 0,0-11 4 0,-12-1-43 0,-12-11-76 0</inkml:trace>
  <inkml:trace contextRef="#ctx0" brushRef="#br0">19518 12251 12 0,'11'-11'31'0,"2"-1"-3"0,-13-12-11 0,0 12 0 0,0 0-1 0,0 12-8 0,-36 60 6 0,-24 47-5 0,-11 23-4 0,23 14-2 0,60-25-3 0,48-35 1 0,-1-50 2 0,1-9-1 0,-24-25 0 0,-36 0 0 0,11-12-91 0,1 12 24 0</inkml:trace>
  <inkml:trace contextRef="#ctx0" brushRef="#br0">19899 12335 58 0,'0'-13'13'0,"0"-10"-4"0,0 23 9 0,0-11-1 0,-12 11 3 0,-35 34-10 0,-37 37-5 0,36 2-3 0,25-14 1 0,33-11-2 0,26-12 2 0,25-13-2 0,10-23-8 0,1 0-93 0,-61 0 64 0</inkml:trace>
  <inkml:trace contextRef="#ctx0" brushRef="#br0">20125 12740 80 0,'0'0'2'0,"-13"0"-1"0,26 0 4 0,-1-24 6 0,-1 11 0 0,-11 2 6 0,0-1-3 0,0 24-8 0,0 49-3 0,0 10 0 0,13 0-1 0,-13-24 0 0,0 1 1 0,0-25 2 0,-24-11 3 0,-24-12-3 0,14-12-2 0,-15 1-34 0,1-25-96 0</inkml:trace>
  <inkml:trace contextRef="#ctx0" brushRef="#br0">20030 12598 97 0,'-12'-50'29'0,"12"39"-25"0,24-1-22 0,0 12-62 0</inkml:trace>
  <inkml:trace contextRef="#ctx0" brushRef="#br0">20459 12359 86 0,'0'-24'9'0,"-25"24"-6"0,-9 48 16 0,-15 46 1 0,25 14-12 0,24-24-5 0,48-13-1 0,11-37-13 0,-11-21-78 0,-48-13 55 0</inkml:trace>
  <inkml:trace contextRef="#ctx0" brushRef="#br0">20600 12490 70 0,'0'0'7'0,"13"58"-1"0,23 3 0 0,-13-14-4 0,2-23-7 0,-25-24-54 0</inkml:trace>
  <inkml:trace contextRef="#ctx0" brushRef="#br0">20779 12514 63 0,'-58'11'47'0,"-2"37"-34"0,35-12-7 0,2 11-5 0,10-11-25 0,26 0-59 0</inkml:trace>
  <inkml:trace contextRef="#ctx0" brushRef="#br0">20887 12656 56 0,'-12'-12'25'0,"0"0"-15"0,36 12-8 0,-24 37 15 0,0-3-3 0,0 3-7 0,12-13-3 0,12-14-3 0,13 3-51 0,-14-13-20 0</inkml:trace>
  <inkml:trace contextRef="#ctx0" brushRef="#br0">20840 12585 37 0,'0'0'8'0,"23"-12"-11"0,-11 12-34 0</inkml:trace>
  <inkml:trace contextRef="#ctx0" brushRef="#br0">20947 12514 35 0,'0'0'-29'0</inkml:trace>
  <inkml:trace contextRef="#ctx0" brushRef="#br0">20947 12477 97 0,'-24'0'1'0,"48"0"-73"0</inkml:trace>
  <inkml:trace contextRef="#ctx0" brushRef="#br0">21078 12251 77 0,'0'0'0'0,"0"-23"11"0,71 83-9 0,-11 70 19 0,-1 37-2 0,-35-36-9 0,-48-48-4 0,-35-35 2 0,23-37-11 0,36-22-114 0</inkml:trace>
  <inkml:trace contextRef="#ctx0" brushRef="#br0">21518 12477 73 0,'-13'0'23'0,"-9"-23"-9"0,57-1-11 0,13 24 10 0,23 0-8 0,-11 0-3 0,-12 0-2 0,-37 0-41 0,-11 0-36 0</inkml:trace>
  <inkml:trace contextRef="#ctx0" brushRef="#br0">21541 12573 78 0,'-36'0'17'0,"26"0"0"0,33 0-16 0,25 0 0 0,23 0-23 0,-35 0-49 0</inkml:trace>
  <inkml:trace contextRef="#ctx0" brushRef="#br0">22007 12454 76 0,'0'0'3'0,"0"-11"8"0,35-2 7 0,-12 13-1 0,26-12-16 0,-2 12 1 0,-11 0-46 0,0 0-28 0</inkml:trace>
  <inkml:trace contextRef="#ctx0" brushRef="#br0">22423 12335 62 0,'0'-24'27'0,"12"24"-19"0,-1 24 15 0,2 34-7 0,-13 3-12 0,0-25-3 0,0-24-41 0,0 0-43 0</inkml:trace>
  <inkml:trace contextRef="#ctx0" brushRef="#br0">22602 12073 54 0,'0'-11'18'0,"23"-14"-15"0,2 13-2 0,-2 12 1 0,1-13 4 0,0 13 4 0,0 0-6 0,-1 13-3 0,2 11-1 0,-14 0 2 0,-11-12 7 0,0-1 1 0,0 14-6 0,0-2-2 0,-11 0 0 0,11-10 0 0,0-1 0 0,-12 0 2 0,12 12-1 0,0-1-1 0,0-11-1 0,0 0 2 0,0-12 2 0,0 13-5 0,0-13 0 0,0 0 1 0,0 0-38 0,-13 0-27 0,13 0 31 0</inkml:trace>
  <inkml:trace contextRef="#ctx0" brushRef="#br0">22709 12002 32 0,'0'-11'17'0,"-12"-2"11"0,12 1-18 0,12 12-5 0,24 46 12 0,0 27 2 0,-1 70-11 0,1 12-1 0,-24-13-1 0,-36-35 1 0,-48-23 1 0,25-36-4 0,35-38-1 0,12-10-1 0,0-21-23 0,0-29-78 0,0 50 62 0</inkml:trace>
  <inkml:trace contextRef="#ctx0" brushRef="#br0">23317 10488 38 0,'0'0'0'0,"-36"0"23"0,12 0-7 0,24 0-6 0,24 0-2 0,23-10 0 0,25-1 0 0,-14 11-3 0,-9 0-4 0,-37 0 1 0,-1 0-6 0,-11 0-31 0,25 11-36 0</inkml:trace>
  <inkml:trace contextRef="#ctx0" brushRef="#br0">23305 10656 48 0,'-48'0'16'0,"24"0"-8"0,36 0-5 0,60 0 4 0,23 0 5 0,-13-13 4 0,-33 2-4 0,-26-1-3 0,-23 12-3 0,0 0-110 0,0 12 79 0</inkml:trace>
  <inkml:trace contextRef="#ctx0" brushRef="#br0">11098 8156 49 0,'0'0'0'0,"60"25"15"0,48-4-1 0,69 16-10 0,38-1 0 0,58-25 1 0,1-34-2 0,-11-38 0 0,-60-10 2 0,-96-11 2 0,-83-14 5 0,-48-46-5 0,-25-13-3 0,-21 23-2 0,-14 2 1 0,-11 0-1 0,-60 22-1 0,-35 84-1 0,-25 24 0 0,-11 36-1 0,11 23 1 0,-21 36 0 0,55 23-1 0,27 26 0 0,83 11 0 0,107 11-1 0,119-22 2 0,83-12 0 0,71-27-19 0,-83-45-60 0</inkml:trace>
  <inkml:trace contextRef="#ctx0" brushRef="#br0">23817 10204 52 0,'0'-13'8'0,"-12"-21"-4"0,46 9-1 0,15 13 9 0,-1 12-2 0,-13 12 0 0,-11 24-1 0,-24 12 0 0,-11 11-3 0,-37 1 0 0,0-12-3 0,24-14-2 0,-1-9 1 0,15 0 1 0,-2-14-1 0,12-11 0 0,12 10 2 0,23-10 0 0,12-10-2 0,13 10-2 0,-24 0 1 0,-12 0-17 0,-24 0-52 0,12 0 8 0</inkml:trace>
  <inkml:trace contextRef="#ctx0" brushRef="#br0">24102 10323 64 0,'-23'-24'22'0,"11"0"5"0,12 24-22 0,23-13-7 0,25 38-56 0,-36-25 20 0</inkml:trace>
  <inkml:trace contextRef="#ctx0" brushRef="#br0">24269 10097 76 0,'-24'-24'10'0,"24"24"-5"0,47-12-4 0,14 0 0 0,-2 12 2 0,-36 0 13 0,-23 0 2 0,-11 58-8 0,-1 15-6 0,-1 9-2 0,13-21 0 0,25-14-16 0,-25-23-50 0,0-12 18 0</inkml:trace>
  <inkml:trace contextRef="#ctx0" brushRef="#br0">24495 10132 80 0,'-24'-12'16'0,"37"-1"-11"0,47 3-4 0,22-1 2 0,-46 11 8 0,-24 11 6 0,-24 24-4 0,-12 49-8 0,12-13-3 0,12-12-1 0,0-22 1 0,-12-14-27 0,12-12-70 0</inkml:trace>
  <inkml:trace contextRef="#ctx0" brushRef="#br0">24948 10239 67 0,'0'-11'5'0,"24"-26"0"0,-1 14 20 0,-11-13-5 0,-12 1-5 0,-12-13-2 0,-11 12-7 0,-1 25-3 0,-12 11-3 0,-11 11 0 0,23 25-1 0,12 12 2 0,35 12-1 0,48 22 1 0,-22-9-1 0,-37-15 2 0,-37-34-3 0,-45-24 3 0,22-24 0 0,23-23 3 0,61-25-3 0,71 1-28 0,-23 59-98 0</inkml:trace>
  <inkml:trace contextRef="#ctx0" brushRef="#br0">4883 7310 50 0,'-12'0'21'0,"-24"-35"-19"0,36 35-1 0,23-11 1 0,2 45 16 0,-13 14-8 0,11 12-3 0,1-36 4 0,-12-35 6 0,60-50-12 0,35-22-12 0,36 22-96 0</inkml:trace>
  <inkml:trace contextRef="#ctx0" brushRef="#br0">18994 6787 80 0,'0'-36'7'0,"0"24"-5"0,36 83 5 0,11 36-4 0,13-23-1 0,-1-72 15 0,25-60-1 0,22-23-13 0,50-1-58 0,-121 60 3 0</inkml:trace>
  <inkml:trace contextRef="#ctx0" brushRef="#br0">23257 12454 48 0,'0'-11'13'0,"-24"-14"6"0,24 0 1 0,12 15-3 0,37-14-10 0,21 24-4 0,2 0-3 0,-14 0-16 0,-33 0-36 0,-25 0 11 0</inkml:trace>
  <inkml:trace contextRef="#ctx0" brushRef="#br0">23233 12525 51 0,'-36'12'17'0,"24"-12"4"0,24-23-2 0,36-1-8 0,12 11-11 0,-1 2 0 0,-11 11-39 0,-24 0-23 0</inkml:trace>
  <inkml:trace contextRef="#ctx0" brushRef="#br0">23924 12204 13 0,'0'0'17'0,"0"0"3"0,0 0-4 0,-24 13-8 0,24 10-1 0,-12 12-3 0,24-22-3 0,-1 10 0 0,14 1-1 0,-1 0 2 0,11 0-2 0,-12-1 3 0,-23 1 3 0,0-11-1 0,0-2-3 0,-23 1 1 0,-1-1-3 0,-11 2 1 0,-1-1-23 0,24 0-59 0</inkml:trace>
  <inkml:trace contextRef="#ctx0" brushRef="#br0">23900 12288 42 0,'11'-48'33'0,"49"-12"-23"0,12 13-1 0,-25 23-11 0,-11 24-39 0,-36 0 8 0</inkml:trace>
  <inkml:trace contextRef="#ctx0" brushRef="#br0">24233 12347 74 0,'0'-12'17'0,"12"-1"-4"0,-12 2-14 0,24 11-87 0</inkml:trace>
  <inkml:trace contextRef="#ctx0" brushRef="#br0">24591 12240 43 0,'0'0'0'0,"0"-36"22"0,0 12-7 0,0-12-2 0,12 1-5 0,-24 11-3 0,-1 12-3 0,-10 12-1 0,-1 0-1 0,0 12 2 0,12 12-1 0,1 0-1 0,-2 10 0 0,26 16 1 0,-2-4-2 0,13 2 0 0,-12-12 1 0,-12 10 1 0,-24-33 1 0,1-13 2 0,-13-13 2 0,23-21 3 0,26-14-7 0,46 12-19 0,1 24-75 0</inkml:trace>
  <inkml:trace contextRef="#ctx0" brushRef="#br0">24757 12144 29 0,'0'-11'29'0,"-13"11"-12"0,13 0-8 0,0 23 0 0,0 13-1 0,13 0-2 0,10 11 2 0,-23-11-4 0,0-12 0 0,-11-12-1 0,-1-12-9 0,-1 0-35 0,3 0-28 0</inkml:trace>
  <inkml:trace contextRef="#ctx0" brushRef="#br0">24734 12192 34 0,'0'-25'27'0,"35"2"-25"0,-11 12-46 0</inkml:trace>
  <inkml:trace contextRef="#ctx0" brushRef="#br0">25031 12085 47 0,'0'-36'40'0,"36"12"-27"0,35 11-7 0,-11 3 0 0,-48 20 2 0,-12 51-3 0,0-1-3 0,0-1-11 0,-12-23-28 0,-12-1 2 0,24-35-5 0</inkml:trace>
  <inkml:trace contextRef="#ctx0" brushRef="#br0">25067 12192 20 0,'0'0'18'0,"-12"-36"19"0,12 24-10 0,49-11-4 0,33-2-15 0,-10 25-6 0,-26-11-2 0,-33-1 3 0,-1 12-1 0,-12 0-5 0,11 0-39 0,2 12-32 0</inkml:trace>
  <inkml:trace contextRef="#ctx0" brushRef="#br0">24829 12133 57 0,'0'-12'13'0,"-24"0"3"0,12-1-11 0,12 13-5 0,12 13-1 0,12-13-4 0,12 0-26 0,-25 0 0 0</inkml:trace>
  <inkml:trace contextRef="#ctx0" brushRef="#br0">25007 12121 62 0,'-12'-12'19'0,"1"-1"4"0,11 2-5 0,47 11-11 0,37-12-6 0,-1 12-1 0,-35-11 7 0,-36-2 9 0,-12 1-8 0,0 12-5 0,0 25-5 0,0 69 2 0,-24 38 1 0,-24-2 0 0,23-34 1 0,2-37-1 0,23-34-9 0,0-14-61 0,0-22-7 0</inkml:trace>
  <inkml:trace contextRef="#ctx0" brushRef="#br0">25031 12393 62 0,'-12'-34'29'0,"48"10"-12"0,83 0-1 0,0 1-5 0,-47 10 1 0,-72 13-12 0,-12 0-59 0,-1 0-3 0</inkml:trace>
  <inkml:trace contextRef="#ctx0" brushRef="#br0">24710 12204 20 0,'0'-12'23'0,"0"0"3"0,0-1-4 0,0 13-11 0,0 25-2 0,-24 11-1 0,24 11-3 0,24-11 1 0,23 0-3 0,-11 10-2 0,-13 4 2 0,-34-16 4 0,-1-9 0 0,-12-13-4 0,-11-12-4 0,-1-12-19 0,12-24-23 0,12-24-27 0</inkml:trace>
  <inkml:trace contextRef="#ctx0" brushRef="#br0">24710 12228 28 0,'0'0'24'0,"12"-24"9"0,35-13-15 0,36 14-21 0,-23 12-84 0</inkml:trace>
  <inkml:trace contextRef="#ctx0" brushRef="#br0">19363 13846 80 0,'-49'-11'14'0,"-9"-1"2"0,34 1 5 0,12-2-1 0,60 13-12 0,59-12-2 0,13 12-4 0,-14 0-1 0,-70 12-5 0,-24 12-26 0,-12-1-23 0,-12-23-8 0</inkml:trace>
  <inkml:trace contextRef="#ctx0" brushRef="#br0">19863 13752 37 0,'0'-11'21'0,"-12"-26"9"0,24 1-13 0,12 25-1 0,12 34 1 0,-1 25-8 0,-11 11-5 0,0-23-1 0,-12 0 0 0,0-24 0 0,13-12 1 0,-2-25 0 0,11-34-2 0,-9 24-1 0,-1-1 0 0,-12 11-1 0,0 14 0 0,-12 11 0 0,0 36 0 0,12 0 0 0,-1-1 0 0,25 1 0 0,11-13 1 0,1-10 0 0,13-26 0 0,-2-21-1 0,-12-14 0 0,-23 12 0 0,-12 12 1 0,-24 0-2 0,-12 24 1 0,11 0-1 0,-21 24 1 0,22 24-1 0,24-13 1 0,22 1 0 0,51-13-21 0,9 2-93 0</inkml:trace>
  <inkml:trace contextRef="#ctx0" brushRef="#br0">20911 13573 66 0,'-48'-83'6'0,"-36"-1"0"0,-23 13 16 0,-35 23-14 0,-25 25-4 0,-48 11-3 0,-34 24 0 0,-37 34 4 0,23 38-3 0,26 12-1 0,59 23-1 0,23 13 1 0,35-2-2 0,86 0 0 0,91-22 3 0,63-24 1 0,166 34-2 0,24-34 3 0,35-26-2 0,0-33 0 0,-11-37-1 0,-36-35-3 0,-120-13 4 0,-11-47-1 0,-73-60 1 0,-10-35-1 0,-36 10 2 0,-96-34 2 0,-130 25 11 0,-120 82-8 0,-107 83-4 0,-107 82-18 0,-107 98-55 0,500-108 17 0</inkml:trace>
  <inkml:trace contextRef="#ctx0" brushRef="#br0">20745 3620 35 0,'11'-48'9'0,"1"1"2"0,12-13 6 0,-12 24-2 0,-12 11 1 0,-59 50-6 0,-50 46 2 0,-34 38 3 0,1 44-7 0,59-9-5 0,59-14 0 0,60-46-1 0,35-13 1 0,12-23-4 0,13-25 3 0,-26 2-2 0,15-38 2 0,-14-22-23 0,-12-1-45 0,-34 12 12 0</inkml:trace>
  <inkml:trace contextRef="#ctx0" brushRef="#br0">20316 4036 80 0,'-48'-35'11'0,"60"11"-7"0,95-24 0 0,60-23 9 0,-13 11-2 0,-83 36-8 0,-58 12 3 0,-26 1-21 0,26 11-38 0,-1 0 21 0</inkml:trace>
  <inkml:trace contextRef="#ctx0" brushRef="#br0">20542 4798 18 0,'0'-35'11'0,"-24"-37"2"0,-1 36 5 0,25 60-5 0,0 95 0 0,25 11-9 0,-1-9-3 0,-12-16-7 0,12-21-45 0,-24-71 25 0</inkml:trace>
  <inkml:trace contextRef="#ctx0" brushRef="#br0">20756 4928 44 0,'0'0'0'0,"0"-23"5"0,23 46-3 0,-10 27 7 0,-13 8 4 0,0-11-8 0,36 3-3 0,-1-29 0 0,25-8-1 0,0-26 0 0,-13-33 1 0,-24-2-1 0,-23 0 1 0,-59 14-1 0,-12 9 0 0,-1 25-1 0,25 0 0 0,35 12-1 0,-1-12 1 0,26 0 0 0,35-37 0 0,47-9 0 0,-24-13 1 0,-11 22-2 0,-36 24 2 0,0 3 0 0,-14 10 1 0,3 0-2 0,-1 23 1 0,-1 25-1 0,-11 0 1 0,0-2-1 0,25-33 1 0,11-26 1 0,23-45-1 0,0 11-1 0,-11 22 0 0,0 0-2 0,35 4 3 0,-11-16-1 0,-36-10 2 0,-60 22 5 0,-48 25-5 0,47 12-18 0,122-70-75 0</inkml:trace>
  <inkml:trace contextRef="#ctx0" brushRef="#br0">23686 2631 73 0,'-24'-12'4'0,"-12"85"1"0,24 32 5 0,0 3 2 0,-35-1-1 0,-50 0-4 0,-67 2-1 0,19-51-1 0,62-70 0 0,72-71-4 0,35-1-1 0,23 25-2 0,36 34 1 0,25 50 3 0,11 23 1 0,0 0-2 0,-35-1 0 0,-25-23 1 0,-12-11-10 0,1-13-75 0,-36-13 47 0</inkml:trace>
  <inkml:trace contextRef="#ctx0" brushRef="#br0">23294 3727 81 0,'0'-13'3'0,"-37"2"13"0,25 70-5 0,12 25 1 0,12-1-2 0,0-11-4 0,-12-12-1 0,-24-13-2 0,0-35 1 0,12-12-1 0,12-36-1 0,12-12-1 0,24-11-2 0,12 11 0 0,-13 48 0 0,-24 0 3 0,25 24-2 0,1 13 0 0,10-26 0 0,1-11 0 0,11-36 2 0,-23 0-1 0,-11 24-2 0,-2 24 1 0,1 12 0 0,11 13-1 0,1-3-1 0,12-22-53 0,-14 0-26 0</inkml:trace>
  <inkml:trace contextRef="#ctx0" brushRef="#br0">23829 3596 83 0,'0'0'0'0,"-97"-24"4"0,110 36-34 0,-1 0-17 0</inkml:trace>
  <inkml:trace contextRef="#ctx0" brushRef="#br0">24067 3785 44 0,'0'0'8'0,"-24"0"-2"0,24-11-3 0,11-24 2 0,-11-1 4 0,0-12-1 0,-23 36 3 0,-24 12 0 0,-26 24 1 0,26 23-6 0,22-22-3 0,50-2-2 0,22 37 2 0,2 47-1 0,-38 0 8 0,-35-23-2 0,-12-38-5 0,36-46-36 0,13-82-67 0</inkml:trace>
  <inkml:trace contextRef="#ctx0" brushRef="#br0">24210 3381 67 0,'0'-11'11'0,"-11"-1"10"0,22 108-4 0,12 22-6 0,0-10-5 0,13-61-2 0,25-47 0 0,10-36-4 0,-24 48-2 0,-34 36-7 0,-2-25-22 0,38-35 20 0,10-59 10 0,-48 47 26 0,-58 24-18 0,11 13-52 0,36-13-4 0</inkml:trace>
  <inkml:trace contextRef="#ctx0" brushRef="#br0">11349 4905 0 0,'-13'0'17'0,"-46"-23"46"0,36 11-34 0,12-1-7 0,-2 2-16 0,13 11-7 0,13 0-2 0,80 11 3 0,63-22-2 0,-1-1 3 0,-24 12-1 0,-49 0 1 0,-57 0-1 0,-25 0 2 0,-25-11 0 0,-57-2-3 0,-38 37-1 0,-23-1 0 0,48-10 1 0,71-13-1 0,35 0-5 0,50 0 4 0,46 0 3 0,0 0 0 0,-23 0 0 0,-49 0 1 0,-12 0 0 0,-23-13 0 0,-11 2-1 0,-14 11-2 0,-9 48-92 0</inkml:trace>
  <inkml:trace contextRef="#ctx0" brushRef="#br0">1703 7537 20 0,'12'0'33'0,"-12"-24"-13"0,24 1-9 0,-12-2 1 0,-1 13-9 0,-11 12 0 0,0-13 2 0,0 3-1 0,-23-1-2 0,-13 11 0 0,-11 11 1 0,10 12-3 0,-35 48 5 0,2 13 2 0,10 11 2 0,37-11-5 0,35-25-2 0,23-34 1 0,1-2-1 0,0-35 1 0,47-12 1 0,-23 0-4 0,-13 11-41 0,-11 13-55 0</inkml:trace>
  <inkml:trace contextRef="#ctx0" brushRef="#br0">1965 7549 69 0,'0'0'0'0,"0"-36"30"0,0 118-16 0,-12 39 8 0,12-3-8 0,12-34-6 0,12-49-1 0,12 1-3 0,-12-12 0 0,-24-24 0 0,0-12 4 0,0 12-7 0,0 0 1 0,0-12-1 0,-12 12 0 0,12-13-1 0,0 2 0 0,0 11-7 0,0 0-112 0,0 0 80 0</inkml:trace>
  <inkml:trace contextRef="#ctx0" brushRef="#br0">2418 4513 6 0,'0'0'13'0,"-12"0"-8"0,12 0-3 0,0-12 30 0,-12 12-15 0,0 12-8 0,-12 11-4 0,0-12 0 0,12-11 3 0,12 0-2 0,-11 0-3 0,11 13 1 0,-12 11-2 0,12 12-1 0,0-1 1 0,12 1 0 0,-1 0-3 0,1-11 3 0,0-4-1 0,-12-8 1 0,0-13 1 0,0 0 1 0,12-13-110 0</inkml:trace>
  <inkml:trace contextRef="#ctx0" brushRef="#br0">2084 4536 39 0,'-23'-12'21'0,"11"-11"-9"0,24-13 1 0,23 0-2 0,12 12-3 0,13 24-4 0,12 24 0 0,-25 48 3 0,13 11 2 0,-24 1-2 0,-2 0-1 0,-55-13-2 0,-28-24-1 0,1-12 1 0,36-23-1 0,-11-35 2 0,46-48-3 0,25 0-3 0,34-13 2 0,-33 13 0 0,-13-25 0 0,-24 12 0 0,-12 49 0 0,-24 11-1 0,12 37-2 0,-13 45 0 0,2 37 2 0,23-11 1 0,36-37 0 0,47-23 2 0,13-12-1 0,-2-24 0 0,-58 1 1 0,-23-14-2 0,-13 13-51 0,23 1-34 0</inkml:trace>
  <inkml:trace contextRef="#ctx0" brushRef="#br0">3513 4001 74 0,'0'-24'9'0,"0"-13"-2"0,12 26-2 0,-12 11 6 0,0 61 4 0,-25 69-4 0,-33-23-4 0,9-24 4 0,26-35-4 0,35-24-3 0,48-14-1 0,11 15-1 0,1-13-1 0,-25 12 0 0,-23-24 1 0,-1 12 0 0,-10-24-19 0,-1 1-54 0,-1 11 2 0</inkml:trace>
  <inkml:trace contextRef="#ctx0" brushRef="#br0">3347 4547 72 0,'-72'-11'17'0,"36"11"-8"0,36 0-1 0,48 11-4 0,12 26 6 0,11-1 1 0,1-13-3 0,-26-11-3 0,-21 1-2 0,-14-13 0 0,-11 0-66 0,0 0 6 0</inkml:trace>
  <inkml:trace contextRef="#ctx0" brushRef="#br0">4060 4061 80 0,'0'0'0'0,"-23"-25"11"0,10 13-6 0,13 12 0 0,13 48 8 0,-13 23-3 0,23 13-4 0,13-37-3 0,0-23 0 0,24-12 1 0,-13-24-1 0,-22-36 0 0,-2 1-1 0,-35-13-3 0,-35 1 2 0,-25-14 1 0,12 52-2 0,1 21 0 0,24 21-5 0,11 16-40 0,24-13-23 0</inkml:trace>
  <inkml:trace contextRef="#ctx0" brushRef="#br0">4418 4011 105 0,'0'-34'14'0,"0"34"-5"0,-13 0-9 0,26 0-54 0,-13 0 14 0</inkml:trace>
  <inkml:trace contextRef="#ctx0" brushRef="#br0">4526 3655 57 0,'-36'-35'50'0,"36"35"-47"0,107-36-3 0,24-12 1 0,-24 12 0 0,-84 24 6 0,-23 12 14 0,-23 24-6 0,-13 36-6 0,23 48-2 0,38 10-4 0,-1-10 1 0,12-24 0 0,-24-26-1 0,0-22-1 0,-12-25-13 0,-24-22-117 0</inkml:trace>
  <inkml:trace contextRef="#ctx0" brushRef="#br0">5180 3477 94 0,'-11'-23'4'0,"-25"23"-1"0,24 11-2 0,24 12 10 0,-12 14 4 0,11 10-7 0,14-10-5 0,10-3-1 0,25-22 1 0,-1-12-2 0,0 25-1 0,-22 9 1 0,-3-9 9 0,-34 10 4 0,-11-11-2 0,-36 0-7 0,11 0-4 0,-13-12-1 0,-33-1-44 0,-2-11-53 0</inkml:trace>
  <inkml:trace contextRef="#ctx0" brushRef="#br0">5097 3525 103 0,'36'-96'12'0,"47"37"-10"0,36-1-3 0,-59 49-15 0,-48 11-62 0</inkml:trace>
  <inkml:trace contextRef="#ctx0" brushRef="#br0">5752 3000 102 0,'-36'-82'4'0,"-10"45"-5"0,-15-10 2 0,-59 10 1 0,-59 26 2 0,-82 47-2 0,-84 35-4 0,-95 13 4 0,-25 35-2 0,13 13 0 0,47 33 2 0,24 38-5 0,0 11 4 0,72 12-1 0,70-12 1 0,108 25 0 0,47-1-2 0,73 0 1 0,58-24 2 0,60-23-1 0,84-60 1 0,71-72 1 0,95-71 1 0,119-59 3 0,84-108 0 0,36-36-1 0,-25 14-4 0,-71 10 2 0,-120 24-1 0,-93-23 2 0,-108-49-3 0,-49-34-1 0,-70-37-1 0,-48 47-1 0,-202-164 7 0,-60 297-1 0,-121 141-3 0,-56 108-2 0,21 48-13 0,109 22-49 0,249-152 11 0</inkml:trace>
  <inkml:trace contextRef="#ctx0" brushRef="#br0">3048 5535 25 0,'0'0'0'0,"-11"-58"50"0,22-14-30 0,2 26 0 0,-13 21-6 0,0 25-10 0,-13 59 9 0,-23 37 1 0,-34 23-8 0,-14 24-2 0,13-12-1 0,11-36 0 0,36-47-1 0,24-36-2 0,0-12 4 0,24-48-2 0,-11 0-2 0,-13 23 0 0,-13 25-1 0,-11 13 2 0,13 71-1 0,-1-13 0 0,35-23 1 0,25-36 0 0,24-35 0 0,11-27-1 0,-23 27-21 0,-25 12-114 0</inkml:trace>
  <inkml:trace contextRef="#ctx0" brushRef="#br0">1726 6715 95 0,'-36'0'10'0,"25"-12"-6"0,58 0 1 0,37-22 2 0,36-16-4 0,-13 16-1 0,-24 9-57 0,-71 25 15 0</inkml:trace>
  <inkml:trace contextRef="#ctx0" brushRef="#br0">2250 6334 75 0,'0'0'5'0,"-36"84"-4"0,49 11 0 0,10-48 0 0,-10 50-12 0,-13-51-49 0</inkml:trace>
  <inkml:trace contextRef="#ctx0" brushRef="#br0">5061 4608 74 0,'-71'-24'8'0,"46"37"-7"0,38-13 1 0,23 0 5 0,47 11 4 0,72 12-5 0,24-11-3 0,35 0-2 0,-36-12 3 0,-35-12-1 0,-83 0 0 0,-73-11 2 0,-58-1-1 0,24 12 4 0,35 24-6 0,35 24 0 0,25 12-2 0,-12-14 1 0,-47-9 1 0,-14 11-3 0,13-13-58 0,49-11 0 0</inkml:trace>
  <inkml:trace contextRef="#ctx0" brushRef="#br0">6478 4679 84 0,'0'-11'9'0,"-23"-2"7"0,58-11-10 0,48 1-2 0,-11-1-3 0,-36 12-2 0,-24 0-38 0,-36-12-13 0</inkml:trace>
  <inkml:trace contextRef="#ctx0" brushRef="#br0">6586 4429 39 0,'-24'-12'31'0,"1"0"-11"0,23 83-10 0,34 37-6 0,25-37-1 0,14 1-42 0,-49-60-8 0</inkml:trace>
  <inkml:trace contextRef="#ctx0" brushRef="#br0">7062 4358 84 0,'-24'-37'31'0,"12"108"-27"0,48 26 8 0,22-14-4 0,-9-12-5 0,-13 1-39 0,-24-60-40 0</inkml:trace>
  <inkml:trace contextRef="#ctx0" brushRef="#br0">10157 3965 54 0,'0'0'0'0,"-11"-25"8"0,11 25-7 0,0-23 1 0,0-25 4 0,-36-11 0 0,-35 0-3 0,-24-12-2 0,-37-25 0 0,2-23 1 0,-49-13-1 0,-36-10-1 0,-34 11 0 0,-62 0 1 0,-9-48 0 0,-2 25-1 0,12-1 0 0,12 0 2 0,-24 36-2 0,2 37 1 0,10 9 0 0,24-9 1 0,25 32-1 0,-2 39-1 0,0-12 1 0,2 34 0 0,23 12 0 0,36-10 0 0,59-13 2 0,24 24-2 0,24 60 0 0,11 34 0 0,25 13 0 0,23-12 0 0,36-22 1 0,0 8 0 0,0-21-1 0,0-36 1 0,12-36 3 0,-24-35 0 0,-24-38-4 0,0-22 0 0,-12 12 0 0,25 23-1 0,23 35 1 0,0 2-1 0,0 35 1 0,12 59 3 0,12 36-2 0,23-24-1 0,-11-47 1 0,0-36 3 0,0-35-1 0,23-61-2 0,23 13 0 0,-21 23-2 0,-61 48 0 0,0 0-30 0,0 48-59 0</inkml:trace>
  <inkml:trace contextRef="#ctx0" brushRef="#br0">3275 9705 14 0,'0'-25'30'0,"0"0"-10"0,0 2-7 0,0 12-2 0,12 45 10 0,35 27-9 0,12-1-6 0,14-1-1 0,-14-36 0 0,-12-23 2 0,26-71-1 0,45-48-4 0,36 12 1 0,-22 12 6 0,-49 47-5 0,-59 12 1 0,-12 24-1 0,-12 0-3 0,0 36-58 0,-12 0-29 0</inkml:trace>
  <inkml:trace contextRef="#ctx0" brushRef="#br0">13564 2642 29 0,'13'-11'2'0,"21"-72"6"0,-34 59-5 0,-47 12 4 0,-25 12 3 0,1 25-6 0,12 34-3 0,-1 24 0 0,24 1 0 0,36-25-1 0,36-13 0 0,0-56 1 0,-1-62 0 0,13-59-1 0,-24-37-6 0,-1-21 5 0,-11 47-1 0,-12 92 3 0,-12 50 0 0,1 13 1 0,-1 58 1 0,-1 61 0 0,2 33-2 0,35-10 0 0,71-47-1 0,-1-48 0 0,26-48 1 0,-13-60-1 0,1-47-2 0,-25-24 1 0,-35 12 1 0,-48 59 0 0,-48 48 0 0,-35 72 1 0,-1 35-2 0,48 1 2 0,72-37-1 0,83-37 1 0,35-45 0 0,2-60-5 0,-37-60-8 0,-70-48 1 0,-38-36 9 0,-11 37 5 0,0 83 1 0,0 83 0 0,23 60 3 0,-23 95 2 0,12 95-6 0,-1 70-2 0,38 2 1 0,9-107-2 0,-9-84 0 0,-37-94 3 0,-24-96-2 0,-37-109-12 0,-115-142 6 0,44 311 5 0,-12 46 0 0,73 12 0 0,59-22 0 0,119-37 1 0,84-24-3 0,35-12 2 0,-36-11 0 0,-47 0 0 0,-84-37 1 0,-58 0-1 0,-37 14 0 0,-12 34 2 0,-13 48-1 0,-9 12 0 0,-26 47-1 0,1 13 1 0,35 11 0 0,36 1-1 0,24-13 2 0,25-35-2 0,22-36 2 0,12-72-3 0,-23-35 2 0,10-1-1 0,-22 74 0 0,-36 21 0 0,13 37 2 0,-13 12 0 0,12 1-1 0,12 9-1 0,0-10 1 0,-13 12-1 0,12-25 1 0,13-11-1 0,0-24 1 0,36-11-1 0,-1-49 0 0,1 1-1 0,-24-13 1 0,-13 13 0 0,-24 34 0 0,-11 26 0 0,0 22 0 0,13 39 0 0,-1-4 1 0,12 13-1 0,12-9 0 0,-1-29 1 0,13-21-1 0,11-46 0 0,1-26 0 0,-24 48 1 0,-24 24-2 0,-12 24 0 0,10 12 1 0,26 0 0 0,37-24 0 0,10 1 0 0,0-38-1 0,-11-47 1 0,-25-47 0 0,1-12-1 0,-24-24 0 0,-12 37 0 0,-12 81 0 0,-12 62-1 0,-37 58 4 0,15 72 0 0,34-12-1 0,59-24 0 0,13-37 1 0,10-57-2 0,14-84 1 0,-13-62-1 0,-11-68-4 0,-14-14-1 0,-22 49 0 0,-36 59 4 0,0 35-1 0,0 49 5 0,-23 129 3 0,0 108-1 0,23-13-1 0,35-33-1 0,25-50-2 0,-13-69-13 0,-11-51-26 0,-36-20 10 0</inkml:trace>
  <inkml:trace contextRef="#ctx0" brushRef="#br0">16755 2001 58 0,'0'0'0'0,"-12"-71"8"0,85 46-8 0,127-34 1 0,4 22-3 0,-109 14-2 0,-71 23-20 0,-36 12-2 0</inkml:trace>
  <inkml:trace contextRef="#ctx0" brushRef="#br0">17576 1286 27 0,'-23'-24'17'0,"-133"-95"-20"0,-10 36 0 0,-24 47 3 0,-60 0 1 0,-85 11 0 0,-117 50 6 0,-71 47 2 0,-72 36-1 0,-72 58-2 0,-131 107-1 0,202 37-4 0,119 34-1 0,121 37 2 0,142 0-3 0,178-23 2 0,179-25 0 0,177-118-2 0,181-108 2 0,131-95 0 0,82-70 2 0,12-63-1 0,1-57 0 0,-49-13-3 0,-154 13 2 0,-95-25-3 0,-96-35 0 0,-58-59 0 0,-49-13 0 0,-60 24 0 0,-82 23-1 0,-72 98 1 0,-96-85-5 0,-143 0 2 0,-22 132 3 0,-180 45 8 0,-797 180 2 0,392 143-57 0</inkml:trace>
</inkml:ink>
</file>

<file path=ppt/ink/ink19.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7086 3333 5 0,'-48'0'32'0,"24"0"-23"0,0 13-2 0,13-26 6 0,11 2 9 0,23 22-10 0,25-11-8 0,35-11 1 0,60-1-2 0,48-12-1 0,47 0 0 0,24 11-1 0,-12 13-2 0,-24 0 2 0,-23 13-1 0,-1 11 1 0,-11 12 0 0,11-25 1 0,11 2-1 0,2-13-1 0,12 0-1 0,0 0 1 0,-12 0-1 0,-2 12 0 0,12-12 1 0,3 0 1 0,-38 0-1 0,-48 0 0 0,-46 12 0 0,-36-12 2 0,-13 0 12 0,-35 0 2 0,0-12-3 0,-12-13-9 0,0 14-9 0</inkml:trace>
  <inkml:trace contextRef="#ctx0" brushRef="#br0">5133 10107 36 0,'0'0'0'0,"-48"-10"16"0,24-26 8 0,-23 0-8 0,-2 0-2 0,-9 36-10 0,-2 36-4 0,-22 25 3 0,-3-15-1 0,2 13 1 0,12 25-2 0,-14 11 1 0,27 2-1 0,34-3 2 0,36 13 2 0,47-24 0 0,13-11-3 0,23-36 1 0,24-13 1 0,12-11-1 0,23-12 1 0,-34-35 0 0,-37-13 0 0,-47-24 1 0,0-24-2 0,-24-22-1 0,0-13 0 0,-36 12-1 0,-48 48 6 0,-22-1 1 0,-26 47-8 0,-12 50-6 0,39 59-115 0</inkml:trace>
  <inkml:trace contextRef="#ctx0" brushRef="#br0">3073 8596 45 0,'-12'-34'57'0,"-12"21"-46"0,-12 13-5 0,-47 13 5 0,0-26-7 0,22 1-2 0,38 0-1 0,12 12-1 0,11 12-4 0,0 47 4 0,0 37-1 0,-25 34 0 0,13 2 3 0,1 10 2 0,-1-11 3 0,-1 0-1 0,2-23 1 0,-1-37-3 0,35-47-1 0,37-1-1 0,59-34 2 0,96-1-25 0,58 24-115 0</inkml:trace>
  <inkml:trace contextRef="#ctx0" brushRef="#br0">6847 8478 102 0,'-36'-60'43'0,"36"60"-55"0,107 12 13 0,25-1 0 0,-13-11-1 0,-47 12 1 0,-37 13-1 0,-23-2 1 0,-12 25-2 0,0 36 1 0,11-2-1 0,14 25 3 0,34 14 4 0,-11-3 1 0,-12 13 2 0,-25 1-1 0,-11-27-1 0,0-21-2 0,-23-47 1 0,-25-3-1 0,-47-22 1 0,-48 13 0 0,12-14-3 0,36 1-5 0,83 12-168 0</inkml:trace>
  <inkml:trace contextRef="#ctx0" brushRef="#br0">7062 12443 17 0,'0'0'0'0,"0"-13"76"0,-24 1-52 0,12 0-10 0,0 12-6 0,0 0-3 0,36 0-3 0,36 12 1 0,59-12-3 0,71 12 0 0,25 1 6 0,11 10-3 0,-12-12 2 0,-11-22-1 0,-37-1 2 0,-11-12-3 0,-37 12 1 0,-33 12-2 0,-50 0-2 0,-35 0 8 0,0 0 2 0,12-12-68 0,0 24-40 0</inkml:trace>
  <inkml:trace contextRef="#ctx0" brushRef="#br0">6717 8441 51 0,'-24'-11'10'0,"-12"-1"11"0,11-12-5 0,25 12-3 0,61 0-3 0,70-24-2 0,35 1-3 0,-57 35 0 0,-75 12-1 0,-22 0 0 0,-12 11 0 0,-12 25-2 0,12 11-1 0,84 203 2 0,-49-95-2 0,-11-1 0 0,-1-22 0 0,-23-37 1 0,13-24 0 0,-13 1 0 0,0-13-1 0,12-24 1 0,-12-10-1 0,-12-3 1 0,-24-21 3 0,-35-13-2 0,-24 12 1 0,11 13-1 0,25-25 0 0,35 0 0 0,60-37-27 0,47 13-103 0</inkml:trace>
</inkml:ink>
</file>

<file path=ppt/ink/ink20.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8122 10228 12 0,'-36'-12'1'0,"11"12"-4"0,14 12-2 0,47-12 8 0,35 11-5 0,60-11 4 0,36 12-2 0,344-35 2 0,-212 11-2 0,46 0 0 0,23-1 15 0,26 2 0 0,-1-1-3 0,-12 1-5 0,0 11-2 0,1 11 1 0,34-11-1 0,-82 0-1 0,-264-11-3 0,360-2 2 0,-1 1-1 0,-13-13 1 0,-58 25 2 0,-25 0-1 0,-47 0 1 0,0 13-1 0,-12-1 1 0,-24 0-3 0,-12-12 2 0,-11 13-3 0,-27-13 1 0,-32 0 0 0,-37 11-1 0,-36 1 1 0,-59-12 1 0,-24-12 1 0,-1 1-1 0,-11-2-7 0,-23 37-80 0</inkml:trace>
  <inkml:trace contextRef="#ctx0" brushRef="#br0">6394 11775 32 0,'0'-12'8'0,"-11"-36"12"0,22 25-2 0,2 12-3 0,23 166 25 0,-24-50-32 0,-1-34-1 0,-11-10-2 0,0-25-3 0,0-1-7 0,12-23-38 0,-12-12-49 0</inkml:trace>
  <inkml:trace contextRef="#ctx0" brushRef="#br0">6609 11418 60 0,'0'-24'11'0,"12"24"-5"0,36 72 21 0,22 72-8 0,2 32-8 0,-47 16-2 0,-86-37-1 0,-33-13-2 0,11-45-5 0,58-39-4 0,25-22-55 0,25-36-17 0</inkml:trace>
  <inkml:trace contextRef="#ctx0" brushRef="#br0">7812 11597 20 0,'-12'-12'17'0,"12"-24"4"0,0 24-12 0,0 1 2 0,0 34 7 0,0 72 5 0,0 36-10 0,0 24-8 0,-11-23-4 0,-2-50 1 0,2-9-8 0,-2-50-25 0,-10-35-60 0</inkml:trace>
  <inkml:trace contextRef="#ctx0" brushRef="#br0">7705 11597 63 0,'-12'-24'6'0,"-1"11"1"0,26 38 13 0,35 46-1 0,0 13-8 0,35 12-6 0,0-14-3 0,0 2-1 0,1-49-3 0,-38-23-19 0,3-59-35 0,-37 23 15 0</inkml:trace>
  <inkml:trace contextRef="#ctx0" brushRef="#br0">8324 11597 24 0,'0'0'0'0,"-12"-96"33"0,12 25-8 0,-12 59-9 0,12 72 8 0,-12 47-11 0,0 23-9 0,12-22-3 0,0-1-3 0,24-25-32 0,0-57-57 0</inkml:trace>
  <inkml:trace contextRef="#ctx0" brushRef="#br0">8585 11775 69 0,'0'0'16'0,"-11"36"-13"0,22 23-1 0,14 1 10 0,11-12-8 0,23-24-2 0,0-14 0 0,-23-31-1 0,-12-52-1 0,-24-9 0 0,-35 9 0 0,-13 25 0 0,-1 14 1 0,27 45-2 0,-14 25 1 0,12 22-1 0,24-8 1 0,24 8 0 0,23-34 0 0,13-12 1 0,35-35-3 0,1-25 1 0,-1-12-3 0,-24 1 5 0,-11 0 0 0,-13 22-1 0,-34 37 0 0,-13 37 7 0,0 45 2 0,0 2-4 0,11-1-5 0,12-11-66 0</inkml:trace>
  <inkml:trace contextRef="#ctx0" brushRef="#br0">9252 11418 83 0,'-11'-24'24'0,"-1"24"-39"0,60 0-57 0</inkml:trace>
  <inkml:trace contextRef="#ctx0" brushRef="#br0">9765 11597 47 0,'-12'-24'11'0,"-12"24"-2"0,0-13 4 0,-23 26-5 0,11 24 0 0,24-3-6 0,24 14-2 0,35 12 0 0,-22-13-1 0,-14 1 4 0,-34-13 7 0,-37-10-6 0,1-14-4 0,47-11-50 0,12-11 8 0</inkml:trace>
  <inkml:trace contextRef="#ctx0" brushRef="#br0">9932 11656 91 0,'0'-12'1'0,"-12"-1"0"0,48 13 1 0,-24 25 4 0,-12 0-1 0,10 22-2 0,15-23-2 0,22-13 1 0,13-22-2 0,23-37-1 0,-23 0 2 0,-36 2-1 0,-12 9 1 0,0 1-1 0,-12 25 2 0,12 11 7 0,-12 84-1 0,12 34-1 0,1 48-3 0,-2 13-2 0,-11-24-2 0,-11 10 1 0,-26-21-2 0,-23-72 3 0,1-60 2 0,23-108 0 0,24-70 0 0,35-37-3 0,38 49 0 0,10 34-1 0,12 24-22 0,1 73-95 0</inkml:trace>
  <inkml:trace contextRef="#ctx0" brushRef="#br0">12135 12217 91 0,'-12'-13'16'0,"-36"120"-16"0,24 0 1 0,-24-23 2 0,-11-25-9 0,35-11-94 0</inkml:trace>
  <inkml:trace contextRef="#ctx0" brushRef="#br0">12693 11501 78 0,'13'-23'2'0,"-26"46"11"0,-9 49 9 0,10 11-14 0,36 24-7 0,22-23 0 0,3-49 1 0,-2-35-1 0,-11-71-4 0,0-59-4 0,-25-25-9 0,-22 34 15 0,-25 50 1 0,-35 24 1 0,10 35 3 0,-9 24 1 0,22 72-2 0,12 34-1 0,24-10-1 0,60-1-1 0,24-25 1 0,23-32 0 0,12-27-1 0,0-46-3 0,-23-14 0 0,-25-10 2 0,-11-13 2 0,-24-11-1 0,-14 23 1 0,-10 24-2 0,0 24 1 0,0-12 0 0,-10 24 1 0,10 36-2 0,10-14 1 0,-10 27-1 0,0-13 2 0,13-25-2 0,23-11 3 0,0-12-4 0,24-35 5 0,-1-13-5 0,-23 0 4 0,23 14-3 0,-23 9 1 0,-24 25-1 0,1 12 3 0,-13 12-1 0,0 23 1 0,11-11-2 0,12 12 0 0,13-25 0 0,12-12 1 0,-2-34 0 0,26-48-1 0,0-24-1 0,-12-60-2 0,-49 24 5 0,2 60-1 0,-26 35 0 0,2 24-2 0,-1 36 2 0,1 47 0 0,11 13 0 0,11 11-1 0,25-12 0 0,10-22 0 0,27-50 1 0,22-11-5 0,-11-72-2 0,-1-22 4 0,-24 10 2 0,-47 47-1 0,-12 26-19 0,-12 11-52 0</inkml:trace>
  <inkml:trace contextRef="#ctx0" brushRef="#br0">14445 11085 33 0,'0'-11'3'0,"12"11"-1"0,-12 0 16 0,-12 0-5 0,12-13-4 0,0 13-1 0,0-12-1 0,0 0-3 0,0 24-3 0,0 13-32 0,0-14-16 0</inkml:trace>
  <inkml:trace contextRef="#ctx0" brushRef="#br0">13956 10978 34 0,'0'0'0'0,"-11"12"35"0,-1 83-10 0,12 36-12 0,-11-13-10 0,11-22-3 0,-13-25-31 0,1-35-35 0</inkml:trace>
  <inkml:trace contextRef="#ctx0" brushRef="#br0">13802 11334 79 0,'0'0'0'0,"-12"-23"11"0,95 12-12 0,36-2 2 0,-11 13-18 0,-1-24-10 0,-84 11-6 0</inkml:trace>
  <inkml:trace contextRef="#ctx0" brushRef="#br0">14385 11049 16 0,'-12'-25'21'0,"-11"-33"8"0,23 34-18 0,0 24-6 0,0 59 17 0,-13 48-9 0,-10 1-8 0,10 10-3 0,26-10-2 0,23-24-1 0,-1-37 3 0,13-35-2 0,1-37-1 0,21-22-1 0,2-11 2 0,-25-3 1 0,0 14-1 0,-34 34-1 0,-13 61 6 0,12 36-2 0,-1-13-3 0,13-11 0 0,-12-13-34 0,0-47-54 0</inkml:trace>
  <inkml:trace contextRef="#ctx0" brushRef="#br0">14850 11061 109 0,'-12'0'1'0,"-24"0"-22"0,61 36-48 0</inkml:trace>
  <inkml:trace contextRef="#ctx0" brushRef="#br0">14993 11501 84 0,'-12'0'6'0,"58"0"-4"0,15-59 0 0,-14-24-1 0,-10-1 0 0,-37 49 0 0,-24 11 3 0,-25 37 1 0,13 33 0 0,13 13-1 0,10 1-3 0,26-12 0 0,35-24 1 0,12-12-1 0,23-48-1 0,-12-35 1 0,14 47-1 0,9 48-1 0,12 35 0 0,-45 12 2 0,-50-12 1 0,-11-34 4 0,-36-37 0 0,13-35-3 0,10-49-1 0,62 13-2 0,34 23-2 0,12 2 2 0,-23 33 0 0,-48 25 0 0,-12 36 7 0,-24 24-2 0,0-13-2 0,12-12-2 0,-24 1-19 0,0-24-39 0,60-48 32 0,71-11 55 0,-25 11 8 0,-57 25-35 0,-50 11-88 0</inkml:trace>
  <inkml:trace contextRef="#ctx0" brushRef="#br0">6657 13465 78 0,'-12'-23'3'0,"-1"12"3"0,13-14 8 0,25 2 0 0,23 0-7 0,-14 46-2 0,27 25 0 0,-25 11-2 0,-12 0-1 0,-37 12 4 0,-23-11 0 0,-23-12-1 0,0-12-2 0,35-1-1 0,12-22-1 0,12-13 0 0,48 0 2 0,35-25-2 0,0 13-1 0,-11 12 1 0,-13-11-1 0,-11 11-2 0,-24-12-27 0,-24 1-34 0,0-2 5 0</inkml:trace>
  <inkml:trace contextRef="#ctx0" brushRef="#br0">6990 13180 78 0,'0'0'0'0,"-23"-46"24"0,70 92-24 0,59 97 9 0,26 70-2 0,-60 38-6 0,-97-24 2 0,-82-73 1 0,1-70 1 0,34-59-2 0,48-50-47 0,24 0-26 0</inkml:trace>
  <inkml:trace contextRef="#ctx0" brushRef="#br0">3334 10978 101 0,'-47'-96'7'0,"60"73"-4"0,46 70 16 0,36 96-5 0,23 0-10 0,2-24-2 0,-25-36-12 0,-35-47-36 0,-47-48-35 0</inkml:trace>
  <inkml:trace contextRef="#ctx0" brushRef="#br0">3751 10894 126 0,'-36'59'8'0,"-34"96"9"0,-3 0-5 0,1-13-8 0,26-21-6 0,34-26-35 0,48-60-67 0</inkml:trace>
  <inkml:trace contextRef="#ctx0" brushRef="#br0">4323 11250 65 0,'0'0'0'0,"0"-34"14"0,36-37 5 0,-36 23-10 0,-24 25-4 0,0-2-1 0,-23 13-3 0,22-1 1 0,2 13 1 0,12 0-1 0,-14 13 1 0,1 24 6 0,-11 9-4 0,10-10-2 0,14 12-2 0,11-12-1 0,-12-13 1 0,35-23 1 0,13-23-1 0,12-25 1 0,-12-12-2 0,0 36 1 0,-24 13-2 0,11 70 5 0,25 35 4 0,0 38-2 0,-26-13-5 0,-22 11-1 0,-46-33 5 0,-15-50 1 0,2-59-4 0,48-70-58 0,11 22-55 0</inkml:trace>
  <inkml:trace contextRef="#ctx0" brushRef="#br0">3370 11300 48 0,'-11'-50'24'0,"34"4"-19"0,95-13 15 0,86-1-3 0,9 36-8 0,-45 24-3 0,-97 13-2 0,-59 10 10 0,-107 36-8 0,-72 1-7 0,-35 11 2 0,23-24-2 0,120-34 3 0,83-13-3 0,131-47 2 0,60 10-1 0,10 14 3 0,-58 23-2 0,-121 10-1 0,-57 15 7 0,-144 47-5 0,-60 11-4 0,38-12 2 0,165-46 1 0,165-38 1 0,62 13-1 0,-72 47 0 0,-143 24-3 0,-154 26 3 0,-71 22-20 0,116-59-96 0</inkml:trace>
  <inkml:trace contextRef="#ctx0" brushRef="#br0">4298 10538 139 0,'-11'34'0'0,"-71"158"0"0,9-50 3 0,26-106 16 0,-1-84-11 0,24-82-7 0,24-73 0 0,11-23 0 0,74 107-1 0,-14 142 1 0,1 108 4 0,-13 37-3 0,35-2-1 0,-9-47-6 0,-38-48-46 0,-34-59-39 0</inkml:trace>
  <inkml:trace contextRef="#ctx0" brushRef="#br0">4121 10727 108 0,'-61'-11'12'0,"86"-1"-13"0,82-36 3 0,96-23-1 0,47 11-1 0,-12 13 0 0,-60-1 2 0,-142 35 0 0,-107 2-3 0,-84 35 5 0,0 59 4 0,23 24-1 0,121-23-5 0,71-49 0 0,72-47 0 0,-2-72-2 0,-35-58-21 0,-84-36-10 0,-47-38 30 0,13 98 18 0,-1 71-1 0,24 94 3 0,24 84-3 0,12 36-11 0,12 0-3 0,-1-12-14 0,1-25-115 0</inkml:trace>
  <inkml:trace contextRef="#ctx0" brushRef="#br0">5609 10394 62 0,'0'-11'7'0,"-48"-37"9"0,25 0 10 0,-1 23-13 0,-1 2-8 0,-11 23-2 0,2 12 5 0,-14 24 2 0,12 23-4 0,11 1-3 0,3 12-2 0,10-12-1 0,24-37 1 0,10-23 2 0,39-48-1 0,-1 2-2 0,-2 33-1 0,-9 37-1 0,-2 11 2 0,13-23 0 0,22-36 1 0,-33-47-1 0,-13-13-1 0,-36-58-4 0,-12-13 1 0,12 60 4 0,0 72-1 0,-12 23 2 0,12 82 8 0,0 25-8 0,12-23 1 0,22-37 1 0,15-36 0 0,22-34-4 0,-35 23-1 0,-36 84 0 0,-48-24 2 0,-24-37 1 0,36-23 0 0,36-48-1 0,61 13-2 0,-2 11-1 0,25-13 2 0,11-9 1 0,-23-13 0 0,-26 22 0 0,-21 24 1 0,-25 63 6 0,0 21-5 0,24-37 0 0,12 3 0 0,11-49 1 0,-23-36 0 0,-48-11-2 0,-35 11-3 0,-25 23 2 0,59 15 0 0,50-26 0 0,71 0-2 0,11 13 1 0,-48 23-2 0,-22 34 2 0,-26 37 0 0,25-34 2 0,35-13-1 0,-11-35 1 0,-25-26 1 0,-48-10-1 0,-33-13-1 0,-15 36 0 0,2 24 0 0,25 13-1 0,9 21 0 0,37-9 1 0,35 0 0 0,1-25 0 0,0-25 1 0,12-11-1 0,11-24 0 0,0 13 0 0,-24 10 0 0,-34 3 1 0,-13 10-1 0,0 24-1 0,12 24 2 0,71 47-2 0,11 0 2 0,-45-11-1 0,-73-48 4 0,-47 0-2 0,35-60-4 0,60-46-13 0,24-74-38 0,-2-11 27 0,-10 108 62 0,-23 95 0 0,11 60-17 0,35 34-15 0,13-10-5 0,-37-37 2 0,-23-47-3 0,-12-85-2 0,0-44 5 0,71 21-1 0,49 36 0 0,-25 36-1 0,-36 1-3 0,-82 22-18 0,-96 37-9 0,-84 59-60 0</inkml:trace>
  <inkml:trace contextRef="#ctx0" brushRef="#br0">4383 11405 116 0,'0'0'0'0,"-274"73"6"0,214-50 2 0,179-94 2 0,239-84 17 0,260-83-5 0,169-24-15 0,11 36-2 0,-167 83-4 0,-275 83 0 0,-283 49-8 0,-205 34-48 0,-34 13-52 0</inkml:trace>
  <inkml:trace contextRef="#ctx0" brushRef="#br0">3966 11537 102 0,'-155'-11'36'0,"143"-14"-28"0,226-82-2 0,286-83 7 0,215-48 1 0,106 23-6 0,-70 49-3 0,-216 59-1 0,-296 59-1 0,-215 35 8 0,-96 2-9 0,1-1-50 0,35 12-98 0</inkml:trace>
  <inkml:trace contextRef="#ctx0" brushRef="#br0">8467 13394 5 0,'36'-71'24'0,"-24"12"8"0,-12 11-8 0,-24 12-9 0,12 11 2 0,-12 15-5 0,0 10-7 0,1 35-3 0,-25 37 1 0,12 23 0 0,12 36 0 0,12-12-3 0,36-12 0 0,13-36 1 0,-3-34 0 0,26-37 1 0,12-25 1 0,-2-46-1 0,-9 12-1 0,-15 22-1 0,-33 14 1 0,-13 23-1 0,12 23 0 0,-12 14 0 0,11 10 0 0,14 13-1 0,-1-12 1 0,11-1 0 0,13-35 1 0,1-24 1 0,-26-35 0 0,-23-24-1 0,-36-2-1 0,-12 2 1 0,12 10-1 0,1 40-1 0,11 32-1 0,-12 36 1 0,11 13-1 0,14-2 1 0,35-8 1 0,48-27 0 0,11-23 1 0,0-36 0 0,1-35-2 0,-25 23 2 0,-11 12-1 0,-12 36 0 0,-13 24 0 0,-11 12 1 0,1 11 0 0,-13-23 0 0,0 13 0 0,0-26-1 0,11 1 2 0,1-12-1 0,-1-23 1 0,2-2-1 0,-1-11 0 0,12-24 0 0,35 13 0 0,1 35-3 0,-13 24 2 0,-11 12-1 0,-13 36 2 0,-10-26 0 0,-1-9-1 0,-12-13 1 0,0-24 4 0,12-24-4 0,0 1 0 0,23-1-1 0,1 0 0 0,12 12-2 0,11 24 1 0,-23 0 1 0,0 24-2 0,-13 0 2 0,-11 12-1 0,24-12 1 0,0-13 0 0,46-11 1 0,-10-23-1 0,-1-2-5 0,-22 2 3 0,-37-13 2 0,-1-10 1 0,-11-4 0 0,12 39-1 0,-12-1-3 0,12 60 4 0,-12 59 1 0,12 12 0 0,12-12-1 0,0-13-1 0,-12-33 0 0,-12-25 2 0,-12-24 4 0,-12-71-4 0,0-25-1 0,0-24-2 0,12-34-4 0,36 45 2 0,36 76-1 0,-1 79 1 0,-36 26 3 0,-34-25 6 0,-60-47-2 0,-1 1-4 0,72-50-62 0,24 13-19 0</inkml:trace>
  <inkml:trace contextRef="#ctx0" brushRef="#br0">10634 13515 18 0,'0'-13'40'0,"0"-11"-13"0,0 0-5 0,12 24-12 0,12 0-1 0,-11 36-2 0,-13 10-1 0,-13 4-3 0,1-16-2 0,24-9 0 0,24-13 1 0,0-12 0 0,11-24-2 0,1-12 1 0,-2-25 0 0,-21 27 0 0,-1 22-1 0,-24 12 0 0,12 36-1 0,-12-1 1 0,0 24 0 0,24-46 1 0,47-1-1 0,1-24 1 0,23-24-1 0,-35-12 0 0,-1-59 1 0,-11-12-1 0,11-36 1 0,-35 71-2 0,-37 25 2 0,2 47-2 0,-14 72 4 0,3 59 0 0,22 12-2 0,11 0-2 0,13-12-11 0,-12-24-39 0,-12-83-37 0</inkml:trace>
  <inkml:trace contextRef="#ctx0" brushRef="#br0">11277 13323 97 0,'0'0'6'0,"-11"-24"12"0,81-23-11 0,37 11-5 0,13 12-28 0,-61 24-53 0</inkml:trace>
  <inkml:trace contextRef="#ctx0" brushRef="#br0">12003 13515 39 0,'0'0'6'0,"25"-50"2"0,10 16-2 0,-23-3 3 0,-24 3 5 0,-12-16-6 0,1 16-1 0,-1 22 1 0,12 0-6 0,-12 24 0 0,-12 11 5 0,-11 37 1 0,-2-1-3 0,26-11-3 0,10 0-1 0,26-24 0 0,10-24 1 0,26-36 0 0,-2 0-1 0,-23 13-1 0,-12 23 1 0,24 11 5 0,0 12-3 0,11 2-2 0,1 0 0 0,0-14-1 0,-14 12 1 0,3-23 0 0,11-34 0 0,-1-50-1 0,0-60 0 0,-11 2-5 0,-36 34 3 0,12 13 3 0,-12 24 0 0,12 47-1 0,-12 12-3 0,0 48 1 0,-24 59 2 0,13 36 1 0,11 0 1 0,11-24-2 0,26-24-1 0,-3-47 2 0,38-36 1 0,12-23-1 0,-2-25 0 0,-9 0 0 0,-39 0 0 0,-21 0-2 0,-13 25 2 0,0 12-1 0,12 11 0 0,-12 23-2 0,0 13 3 0,0-1 0 0,0-11-1 0,11 0 0 0,25-11 1 0,36-13-2 0,12-25 1 0,-13-11-1 0,-23 24 2 0,-24 12-2 0,-24 0 2 0,-12 23-2 0,12 14 2 0,22-13-1 0,27-12 1 0,23-24-1 0,-14-12 2 0,-22-36-2 0,-23 1 0 0,-62-1 1 0,2 26 0 0,-13 34-2 0,24 0 0 0,25 21 0 0,11 4 1 0,24-13 1 0,24 1-2 0,11-38 1 0,13 13 0 0,-1 36-1 0,-23 36-1 0,-24-2 3 0,-14-33 0 0,-10-13 2 0,25-49-1 0,22-34-2 0,24 0 1 0,-35 71-2 0,-11 12 0 0,-25 24 2 0,11 0-1 0,-11-24-5 0,-11-12-51 0,-1-25-11 0</inkml:trace>
  <inkml:trace contextRef="#ctx0" brushRef="#br0">12230 13025 93 0,'-59'0'5'0,"23"-12"3"0,143-22-7 0,60-16-7 0,71 16-32 0,-143 34-8 0</inkml:trace>
  <inkml:trace contextRef="#ctx0" brushRef="#br0">14171 13168 41 0,'0'-13'20'0,"12"3"-12"0,-1-14 2 0,-11 0 4 0,0 0-6 0,-11 1-5 0,-1 10-1 0,-24-11-1 0,13 24 0 0,-13 12 0 0,12 0 1 0,-24 24 3 0,0 25-1 0,14-15-5 0,21 2 4 0,26-24-2 0,21-37 4 0,14-34-4 0,0 10 0 0,-12 16-2 0,-24 55 3 0,10 3 1 0,39 10-1 0,10-47 0 0,37-36 2 0,-1-25-2 0,-12-33 0 0,-24-61-2 0,-35-11-4 0,-36 35 3 0,-12 70 0 0,-1 38 0 0,2 46 2 0,-24 61 3 0,-1 58-2 0,24-10-2 0,12-13-1 0,23-35 2 0,26-38-1 0,9-33 0 0,26-36-9 0,11-49-4 0,-23-22-21 0,0-27 8 0,-50 3 21 0,-22 10 7 0,0 37 14 0,0 35-9 0,0 25-2 0,13 34 9 0,-26 38 2 0,-9 21-7 0,-2 2-6 0,0-1-1 0,24-1-1 0,0-9 2 0,36-25 1 0,11-14-1 0,12-9-1 0,-10-25 0 0,9-12 1 0,-9-24-1 0,-14-23 0 0,-23 11-1 0,-12 36-1 0,0 24 2 0,-12 36 0 0,12 0-1 0,48-37 1 0,1-22 1 0,21-37-1 0,-34 25-1 0,-24 34-2 0,0 83 1 0,0 50 0 0,10 22-1 0,-32 37 1 0,-50-48 0 0,12-108 2 0,13-71 7 0,-1-94-4 0,24-74-2 0,49 37-2 0,57 50 1 0,25 21-10 0,47 24-80 0,-141 49 31 0</inkml:trace>
  <inkml:trace contextRef="#ctx0" brushRef="#br0">16898 12918 49 0,'-12'0'31'0,"-24"0"-22"0,36 24 2 0,23-24 1 0,2-13-2 0,11-45-6 0,10-49-1 0,-21 71 1 0,-1 24 5 0,-12 24-1 0,-12 24-2 0,0-1-3 0,-12 13-1 0,24-12-2 0,12-1 1 0,11-24-1 0,13 2 2 0,-12-13-4 0,11-13 4 0,1-21-3 0,24-14 3 0,-1 25-2 0,-24 23 1 0,-23 23-3 0,-11 13 3 0,-26-13 0 0,-11-11 3 0,24-24-1 0,0-36-1 0,37-11-3 0,22 34 2 0,0 25-3 0,38 37 2 0,-40-1 0 0,-32 0 0 0,-25-24-11 0,-25-12-36 0,-21-12-55 0</inkml:trace>
  <inkml:trace contextRef="#ctx0" brushRef="#br0">17397 12299 96 0,'0'0'0'0,"-36"-36"27"0,85 36-89 0,-37 0 22 0</inkml:trace>
  <inkml:trace contextRef="#ctx0" brushRef="#br0">18208 12251 102 0,'-12'0'8'0,"-12"108"-10"0,0 47 13 0,-24-13 3 0,48-11-10 0,13-47-17 0,-1-37-89 0</inkml:trace>
  <inkml:trace contextRef="#ctx0" brushRef="#br0">17910 12621 99 0,'-12'-12'3'0,"24"1"-1"0,83 11-2 0,13 0 0 0,23 23 1 0,12-12 0 0,-24-22 0 0,-36-25 0 0,-46-12-1 0,-50 25 0 0,-47 11 0 0,-23 24 4 0,11 35 2 0,48 13-4 0,24-12-1 0,48-1 0 0,11-35 0 0,25-12-1 0,-12-36 0 0,-13 24 0 0,-11 35 0 0,-36 48 9 0,-12-21-2 0,0-39-3 0,0-11 2 0,24-36-3 0,11-35-2 0,25-13 0 0,11 72-5 0,1 12 4 0,-37 60-2 0,-11 1 2 0,-12-27 0 0,0-10 1 0,24-24-1 0,23-24-6 0,1-23-6 0,23-24 7 0,-11-13 2 0,-25 13 3 0,-23 23 0 0,-36 36 1 0,-12 12 1 0,12 60 0 0,48 11-2 0,23-12 1 0,-23-11-1 0,-47-12 0 0,-61-36 0 0,12 0 0 0,49-12-1 0,70-24-13 0,36-12-17 0,25 14 23 0,-38 21 22 0,-46 49 5 0,-23 35-10 0,-13-23-8 0,-13-14-3 0,2-21-32 0,-1-26-29 0</inkml:trace>
  <inkml:trace contextRef="#ctx0" brushRef="#br0">19874 12322 56 0,'-11'-23'20'0,"11"23"-74"0</inkml:trace>
  <inkml:trace contextRef="#ctx0" brushRef="#br0">20018 12525 94 0,'-12'-11'9'0,"0"34"-6"0,48 13 0 0,0 12 20 0,-1-25-19 0,12-35-1 0,13-22-1 0,12-39 1 0,-25 2-2 0,-23 60 1 0,-24 22 6 0,-24 49-1 0,13-1-5 0,22-11-1 0,49-13 2 0,35-11-2 0,23-48-2 0,3-34 1 0,-38-38 1 0,-59 37-1 0,-48 46-2 0,-24 49 2 0,24 23 1 0,48 1-1 0,71-13 2 0,37-23-1 0,-1-11 0 0,-36-26 0 0,-60-11-24 0,-58 13-112 0</inkml:trace>
  <inkml:trace contextRef="#ctx0" brushRef="#br0">6943 15085 37 0,'0'-12'15'0,"-25"-1"-12"0,25 3 2 0,0-2 5 0,0 0 0 0,13 0 1 0,23 0-4 0,23-1-1 0,14 26 2 0,-39 35-4 0,-34-1 5 0,-47 0-4 0,23-10-1 0,24-3-4 0,48 3 2 0,-2-1 0 0,-21-13 1 0,-50 2 1 0,-45-2-8 0,10 1-30 0,48-60-57 0</inkml:trace>
  <inkml:trace contextRef="#ctx0" brushRef="#br0">7348 14752 110 0,'23'24'1'0,"61"142"-6"0,11 2 6 0,-71-26 1 0,-48 13-1 0,-48-24-1 0,13-73-12 0,47-81-35 0,12-25-2 0</inkml:trace>
  <inkml:trace contextRef="#ctx0" brushRef="#br0">8539 15431 29 0,'-12'0'2'0,"0"0"8"0,36-12 10 0,35-24-17 0,-11-24 0 0,11-11-1 0,-11-12 0 0,-12-13-1 0,-1 12 1 0,-11-10 1 0,-12-1-1 0,-12 11 0 0,0 1-1 0,-12 58-1 0,-12 2 0 0,12 23 0 0,12 0 1 0,0 23 0 0,-12 48 6 0,1 38-2 0,-14-2-3 0,14 12-1 0,11-23 2 0,0-14-1 0,-12 2-2 0,12-49 2 0,0-10-1 0,0-25 4 0,0-13-2 0,23-45-1 0,13-15-2 0,12 2 2 0,-12 23-1 0,12 13-1 0,-25 23-1 0,1 36-1 0,-12 11 1 0,0 24 1 0,12-11 0 0,0-12 0 0,11-12 0 0,1-24 1 0,23-37 0 0,-11-34 1 0,-12 24-1 0,12 0-1 0,-37 35 0 0,13 24-2 0,-12 23 3 0,0 13-1 0,0 11 0 0,12-23-1 0,0-12 1 0,-2-11-8 0,27-50-20 0,-26-47-37 0</inkml:trace>
  <inkml:trace contextRef="#ctx0" brushRef="#br0">9551 14704 33 0,'-12'-25'9'0,"-1"15"-6"0,13 20-18 0,13 3-9 0</inkml:trace>
  <inkml:trace contextRef="#ctx0" brushRef="#br0">9789 15192 21 0,'12'0'5'0,"12"-23"9"0,-1-25-2 0,-11 12-6 0,-1-23-3 0,2 22 2 0,-26 3 5 0,2 21-2 0,-12 1-2 0,-13 12 2 0,-12 48-2 0,0 12 0 0,1-1-3 0,35 1-3 0,12-36 1 0,12-13 0 0,24-22-2 0,-1-49-2 0,1 12 2 0,0 13 1 0,-25 23-2 0,2 12 1 0,-13 34 2 0,12 27 4 0,-1 22 0 0,1 36-2 0,-12-11 1 0,0-1-1 0,-23-24 0 0,11-12-1 0,-35-35 2 0,-2-24 1 0,14-60 0 0,10-35-2 0,25-12-1 0,25 0-3 0,34 12-6 0,25-38-9 0,11-9 5 0,-24 34 8 0,-11 25 1 0,-13-13 0 0,-23-10-3 0,-12 23 4 0,-12 23 1 0,-12 1 1 0,1 34 0 0,11-11 0 0,-13 24 1 0,2 37 7 0,-2 47 2 0,-10 46-5 0,10 12-7 0,13-34 2 0,0-49 1 0,0-46 2 0,13-26 4 0,23-24-7 0,-1 27-1 0,13 33-2 0,-12 14 2 0,11-26 0 0,13-35-1 0,-1-23-48 0,-48 35-13 0</inkml:trace>
  <inkml:trace contextRef="#ctx0" brushRef="#br0">11443 15026 50 0,'0'-12'7'0,"0"12"-1"0,13-25 5 0,-1-9-5 0,-1-14 5 0,-34 25 3 0,-13 10-5 0,-23 26-1 0,-2 33-3 0,-9 26-2 0,34 11-3 0,12-24 0 0,36-22 0 0,24-26 3 0,23-34-1 0,13-61-2 0,-14-46-5 0,-9-2 3 0,-1 25 2 0,-25 49 0 0,-23 8 1 0,-12 39-1 0,12 11-2 0,-11 48 4 0,-14 36 1 0,2 21 1 0,23-9-7 0,12-12 1 0,12-48 3 0,23-26 1 0,2-20 0 0,10-74-1 0,0 36 0 0,-35 1 0 0,0 23-1 0,-24 11-1 0,0 26 0 0,0 35 1 0,12-13-2 0,0-10 1 0,-2-2 2 0,26-23-1 0,13-12 0 0,9-12 1 0,3-11 0 0,-14-13 0 0,1 12-1 0,-12 24 0 0,-24 35 3 0,-12 27 0 0,0-4-3 0,0-10 0 0,0-13 2 0,0-10-1 0,0-1 3 0,13-37-1 0,-13-9-2 0,11 9 0 0,24-10 0 0,1 11 0 0,0 12-2 0,-12 12 0 0,-2 36-2 0,-9 11 2 0,-1-23 0 0,-1-1 3 0,-11-23-2 0,13-11 2 0,23-37-1 0,11-11 2 0,13 22-3 0,-24 50-1 0,-13 35-2 0,1 23 2 0,-12-23 0 0,0-36 0 0,-12 0-35 0,-36-48-62 0</inkml:trace>
  <inkml:trace contextRef="#ctx0" brushRef="#br0">12230 14526 88 0,'-12'0'2'0,"-24"-12"8"0,36 12-5 0,48 0-92 0</inkml:trace>
  <inkml:trace contextRef="#ctx0" brushRef="#br0">13719 14847 96 0,'0'0'0'0,"-12"-24"5"0,12-11-2 0,23-13 3 0,-23 24 3 0,-23 12 8 0,-73 48-2 0,-23 24-8 0,59-13-6 0,37 13-1 0,23-12 0 0,23-37 1 0,25-11 1 0,24-71-6 0,-1-36-17 0,13-48 1 0,-37 48 19 0,-47 34 2 0,-13 15 1 0,2 58 3 0,0 58 13 0,-1 63-6 0,12 9-8 0,0-23-2 0,-12-34 0 0,12-39-6 0,0-10-44 0,0-24-34 0</inkml:trace>
  <inkml:trace contextRef="#ctx0" brushRef="#br0">14052 14800 47 0,'12'-12'5'0,"24"-24"2"0,-14 0 6 0,-9-11-4 0,-13 23 0 0,-13 0 0 0,-9 11-2 0,-14 13 0 0,12 0 3 0,-12 37-1 0,1-3-5 0,11 27-1 0,1-13-2 0,10-2-1 0,13-33 2 0,24-13 2 0,24-59-3 0,11 34 0 0,-35 14-2 0,-12 59-1 0,24-14 2 0,10 3 1 0,26-37 0 0,-12-48 1 0,0-35-1 0,-13-49-7 0,1-23-2 0,-24 50 8 0,-24 55 0 0,0 50 7 0,-24 97 1 0,0 45-6 0,12-10-1 0,36-25-1 0,12-24 1 0,-23-47-23 0,-2-47-78 0</inkml:trace>
  <inkml:trace contextRef="#ctx0" brushRef="#br0">14314 14549 67 0,'-13'-12'15'0,"26"-11"-1"0,35-1 0 0,11 12-11 0,25 12-10 0,-25 0-79 0</inkml:trace>
  <inkml:trace contextRef="#ctx0" brushRef="#br0">14850 14811 12 0,'24'-23'17'0,"-1"-13"6"0,13-12-13 0,-24 2-2 0,0 9 4 0,-12 1 1 0,-12 12-10 0,0 0 3 0,0 13 5 0,-12 11 5 0,-12 23-6 0,13 2-5 0,-13 22-1 0,12 1-1 0,0-1-2 0,13-23 1 0,22-1 0 0,13-23 1 0,25-23-1 0,-15 12-1 0,-9 22-2 0,-2 25 1 0,1-12 0 0,0-1 0 0,24-23-4 0,-13-47-56 0,-12 23-13 0</inkml:trace>
  <inkml:trace contextRef="#ctx0" brushRef="#br0">15802 14277 39 0,'-11'-50'24'0,"22"-9"-11"0,37 24 6 0,24 11-7 0,-13 12 2 0,1 48 3 0,-48 47-7 0,-1-22-4 0,-22 10-1 0,-38-24 1 0,2 0-3 0,12-11-3 0,11 12-5 0,-12 23-59 0,24-35-7 0</inkml:trace>
  <inkml:trace contextRef="#ctx0" brushRef="#br0">15862 14978 44 0,'0'-23'11'0,"12"-14"16"0,0 14 0 0,-12 23-6 0,-12 12-5 0,0 11-8 0,12 2-4 0,12-14-1 0,12-11 0 0,10-36 0 0,-21 13 0 0,-13 11-1 0,-13 24-8 0,3 23-131 0</inkml:trace>
  <inkml:trace contextRef="#ctx0" brushRef="#br0">17267 14811 15 0,'0'0'17'0,"0"-11"-1"0,12-1-2 0,-12 12-5 0,0-12-2 0,12 12 0 0,-12 0 2 0,12 12-2 0,-12 0 1 0,12 11-4 0,-12 13 1 0,0 0-1 0,0-1-1 0,0 1 1 0,12-24-2 0,-12-1 0 0,12 2-1 0,-12-13 2 0,12 0-1 0,11-13 0 0,25-21-1 0,-12 9 0 0,-1 2 0 0,1-13 1 0,24 12-2 0,-1-12 2 0,1 13-1 0,-24-2 1 0,-13 14 1 0,-12-1 0 0,2 12-1 0,-13 0-1 0,12-11 1 0,-1-2-1 0,14 1-30 0,-25 12-62 0</inkml:trace>
</inkml:ink>
</file>

<file path=ppt/ink/ink21.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19350 6787 0 0,'-11'0'7'0,"11"0"31"0,0-12-14 0,0 12-19 0,24 0-1 0,35 0 0 0,14-13 0 0,20 2-1 0,39 11-2 0,35-12 1 0,35 1 0 0,36-2-2 0,1 13-1 0,-13 0 1 0,12 0 0 0,-12 0 0 0,-23 13-2 0,-36-13 3 0,-60 0 0 0,-60 0 2 0,-35 0-1 0,-24 11-9 0,0 12-50 0</inkml:trace>
  <inkml:trace contextRef="#ctx0" brushRef="#br0">2037 7846 35 0,'-12'-35'4'0,"0"24"0"0,24-2-2 0,-12 13 13 0,24 0-8 0,59 13-6 0,60-2 1 0,47-1-2 0,37-10 3 0,11-10-1 0,0-1-3 0,-95-2 1 0,24 1 1 0,-73 12 0 0,-34 12 2 0,-36-12 5 0,-24-12 11 0,0 12-13 0,0 0-30 0,0 0-24 0</inkml:trace>
  <inkml:trace contextRef="#ctx0" brushRef="#br0">18148 16609 2 0,'0'-12'8'0,"-23"-1"6"0,23 3 13 0,-12 10-14 0,24 0-7 0,11 10 3 0,61 3 0 0,82-26-2 0,73-21 2 0,70 22 0 0,59 12 2 0,26 0-2 0,59 12-2 0,35-12-4 0,23 0-1 0,49 0-6 0,-119 0 0 0,-36-12-4 0,-71 0 3 0,-60-1-3 0,-97 2 7 0,-81-12 0 0,-85 10 1 0,-45 13-16 0,-133 0-72 0</inkml:trace>
  <inkml:trace contextRef="#ctx0" brushRef="#br0">17921 16466 10 0,'25'-12'5'0,"34"12"-2"0,61 0 13 0,57 0 4 0,74 0-3 0,83 0-1 0,93-12 1 0,51 1-5 0,34 11-3 0,12-12-6 0,0 1-1 0,-60 11-3 0,-70 0-3 0,-73 0 0 0,-107-13 4 0,-132 13 2 0,-69 0 11 0,-13-24-6 0,-13 11-4 0,2-10-2 0,-1 23-14 0,1 0-104 0</inkml:trace>
  <inkml:trace contextRef="#ctx0" brushRef="#br0">9991 15502 45 0,'-13'12'9'0,"13"-12"12"0,25 24-3 0,35-24-9 0,11-13-4 0,13 2-2 0,-25-37 0 0,-23 13 1 0,-24-13-3 0,-24 24 1 0,-36 12-2 0,-11 12 3 0,10 48-3 0,2-2 3 0,23 27-1 0,24-14 0 0,37-11-1 0,33-23 1 0,26-25 1 0,-1-37-4 0,-11-10-28 0,-50 10-52 0,-21 26 61 0</inkml:trace>
  <inkml:trace contextRef="#ctx0" brushRef="#br0">10599 15359 5 0,'0'0'21'0,"23"-23"12"0,-11 34-15 0,0 25-6 0,12 22-6 0,0 3-3 0,-12-25 1 0,-24-12 1 0,1-24 3 0,11-12-2 0,0-47-4 0,34-1 0 0,25 12-4 0,-10 24-5 0,-25 1 3 0,10 23 2 0,2 0 0 0,-11 11 0 0,11 12 0 0,-25 14 0 0,2-3 4 0,-2 16 1 0,2-3-2 0,10-23-1 0,-23-1 1 0,0-12 1 0,-12-22 1 0,12-24-2 0,23-24 1 0,26 9-2 0,10 28 0 0,1-2-1 0,-24 24 0 0,11 0 0 0,-24 12 0 0,2-12 0 0,-13 24 0 0,-12-1 1 0,0 14 0 0,0-14 0 0,12-12 0 0,10 2 1 0,3-13 0 0,-14-24 1 0,-11 1-1 0,0-14 0 0,-36 2 0 0,14 23-1 0,-14 12 0 0,23 24-1 0,2-1 0 0,35 1 1 0,12-36 1 0,22-23-1 0,-9 11-1 0,10 12 1 0,-11 36-2 0,-12 23 0 0,-24 12 1 0,-12-22 4 0,0-14 2 0,0-46 3 0,23-37-4 0,13-11 0 0,0 35-2 0,0 24 1 0,-26 12-2 0,-10 0-120 0</inkml:trace>
  <inkml:trace contextRef="#ctx0" brushRef="#br0">18351 16538 10 0,'-24'-12'13'0,"-24"12"15"0,13-13-8 0,23 13-12 0,24 0-3 0,71 0-1 0,96-23 3 0,71-1-1 0,119 12 6 0,48 0-3 0,-1 12 0 0,-106-11-4 0,-119 11 0 0,-96-12-3 0,-49-12 0 0,-33 12-1 0,-13 0-5 0,-71 36-36 0,11-11-39 0</inkml:trace>
  <inkml:trace contextRef="#ctx0" brushRef="#br0">18315 16584 27 0,'-167'-10'24'0,"36"20"-24"0,96-10 13 0,58 13-10 0,85-13 4 0,81-13 3 0,146-21 0 0,129 22 5 0,48 24-4 0,-36 12 0 0,-106-14-4 0,-144-10-3 0,-143-10 5 0,-83-14 1 0,-12 12-8 0,-12 12-4 0,0 0-83 0,13 0 34 0</inkml:trace>
  <inkml:trace contextRef="#ctx0" brushRef="#br0">9597 14168 43 0,'-11'0'10'0,"11"12"0"0,36-12 6 0,11 0-6 0,13-24-4 0,0-10-2 0,-37-3-2 0,-10 1 3 0,-26 13-1 0,-21 11 0 0,-3 12 3 0,1 24-3 0,13 10-5 0,10 16 3 0,26-4-1 0,34-21 1 0,13-14 1 0,11-11-4 0,1-36 4 0,-13 1-2 0,-11-1 0 0,-24 11 2 0,-1 14-4 0,1 11 1 0,0 24-2 0,-12 13 2 0,12-14 0 0,-12-12 0 0,-12 1 1 0,0-24 1 0,0-22-1 0,36 9-1 0,11-11 2 0,26 24-2 0,-27-11 0 0,-10 23 0 0,-12 0 0 0,-12 12 0 0,23 11-2 0,1 13 1 0,-12-11 1 0,-24 9-2 0,0 3 1 0,-13-26 1 0,13-11 1 0,0-24 1 0,36-23 0 0,12-1-3 0,13 24 1 0,-14 1 1 0,-24 23-1 0,-11 23-1 0,-1-12 0 0,14 14-1 0,23-13 2 0,-1 1 1 0,-11-13-1 0,-36 0 1 0,-36-13-1 0,1 1 0 0,23 0 0 0,24-1 3 0,35-10-3 0,13 0 0 0,-24 35-1 0,-12 22-2 0,-13 27 2 0,12-14 1 0,13-34 0 0,0-26 1 0,0-34 0 0,0-1 1 0,1 1 3 0,-14 23 0 0,-12 0-3 0,1 12-1 0,-1 1-40 0</inkml:trace>
  <inkml:trace contextRef="#ctx0" brushRef="#br0">17088 15144 21 0,'-11'-11'14'0,"-1"-1"6"0,12 12 8 0,35-11-16 0,85-2-4 0,106 1-1 0,106-23-2 0,50 23-1 0,-1 12-1 0,-60 0-1 0,-106 0-1 0,-96-12 7 0,-72 0-4 0,-22 0 0 0,-13 12-4 0,-12 0-3 0,-24 24-44 0,-25 0-36 0</inkml:trace>
  <inkml:trace contextRef="#ctx0" brushRef="#br0">17161 15215 76 0,'-61'0'2'0,"26"0"-2"0,58 0 14 0,97 0-4 0,82-23-1 0,120-25 2 0,82 1-5 0,49 23-2 0,-60 24-1 0,-107 0-1 0,-108-13 2 0,-59-9-2 0,-23-2-1 0,-13-1 1 0,-83 25-102 0</inkml:trace>
</inkml:ink>
</file>

<file path=ppt/ink/ink22.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1941 2858 45 0,'0'0'0'0,"-70"-61"33"0,57 50-31 0,13 11-1 0,0 0 4 0,13-12 6 0,46 1-2 0,72-2 0 0,107-34-1 0,107-14 0 0,59 15-4 0,-10 21-1 0,-25 14-2 0,-59 11 1 0,-60-12 2 0,-48-12-1 0,-83 24-2 0,-83-12 0 0,-36 12-3 0,0 0-29 0,-36 0-54 0</inkml:trace>
  <inkml:trace contextRef="#ctx0" brushRef="#br0">1858 2858 50 0,'-83'-24'18'0,"34"24"-17"0,38 0 5 0,22-12 3 0,25-13 2 0,191-9-3 0,-48 9-3 0,47-10 2 0,24 11-2 0,24 0-3 0,-12 0-1 0,0 1 2 0,-12-1 0 0,-12 11 1 0,-36-10 0 0,-36 12 0 0,-59 11-1 0,-58-13 1 0,-49 1 5 0,0 12-1 0,0-12-6 0,0 12-9 0,23 12-102 0</inkml:trace>
  <inkml:trace contextRef="#ctx0" brushRef="#br0">22589 6883 3 0,'-23'-13'23'0,"-12"1"-7"0,23 0-5 0,12-1-1 0,0 2-3 0,23-1 2 0,37 1-3 0,72-13-1 0,46 11-3 0,59 2-1 0,-10 11-2 0,-1 0 1 0,-47-12-2 0,-49 12 12 0,-46-11-4 0,-48-2-1 0,-96 26-12 0,-72 34-55 0,86-35 34 0</inkml:trace>
  <inkml:trace contextRef="#ctx0" brushRef="#br0">17910 7608 26 0,'-12'0'9'0,"-47"-13"6"0,23 13-7 0,24-11 12 0,12 11-9 0,23 0 2 0,38 0-7 0,81-12 1 0,49 1-3 0,35 11-1 0,-11-24 0 0,-49 11 3 0,-94 2-1 0,-61 11 2 0,2 0-95 0</inkml:trace>
  <inkml:trace contextRef="#ctx0" brushRef="#br0">1739 11442 78 0,'0'0'3'0,"-49"-12"9"0,-9 48-1 0,-37-1 4 0,-13 1-1 0,13-24-3 0,24-12-5 0,35 0-5 0,11 11 0 0,2 2-1 0,0-1 1 0,11 0-1 0,12 12 0 0,-12 36 0 0,0 22 1 0,0 2 0 0,-12 23 2 0,12 1 0 0,24 10 2 0,-12 1-1 0,12-12 1 0,0 1-3 0,-12-13 0 0,12-1-1 0,-12 2 0 0,0-37 0 0,-12 1-1 0,12 1 1 0,0-15 0 0,12 2-3 0,0-12 3 0,22-11-1 0,51-25 1 0,9 0-2 0,26-25 1 0,-25 0 0 0,-11 14 1 0,-49-12 0 0,-11 10 2 0,-24 1-1 0,23-11-9 0,-10 23-116 0</inkml:trace>
  <inkml:trace contextRef="#ctx0" brushRef="#br0">15659 8811 19 0,'0'0'0'0,"-11"-12"12"0,58 1-10 0,24-2 15 0,-11 13-8 0,-12 0-3 0,0 13-2 0,-38-2-1 0,3 1 2 0,-1 11-3 0,12 2 1 0,12 9-2 0,-12 16-1 0,10 32 1 0,-9 37 2 0,-1 11 0 0,-12-9-1 0,-1 9 0 0,14-23-1 0,-2-13 0 0,1-10 0 0,-12-13-1 0,-12-34 1 0,-12-24 4 0,-24-2 0 0,-11-11-2 0,-1 0 0 0,13-11-1 0,23 11-88 0</inkml:trace>
  <inkml:trace contextRef="#ctx0" brushRef="#br0">15017 5845 48 0,'0'-34'26'0,"23"34"-23"0,36 0-2 0,-10 0 4 0,-14 11-3 0,1 1 0 0,0 12-3 0,-13 13 2 0,1 34-1 0,0 0 0 0,-12 24-1 0,-12-12 2 0,-12 24-1 0,0-11 2 0,12-1 0 0,12-35 0 0,0-1-3 0,0-34 4 0,-12-14 7 0,-24-11 5 0,-35 10-11 0,-49 3-7 0,73 11-65 0</inkml:trace>
</inkml:ink>
</file>

<file path=ppt/ink/ink23.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21697 5227 9 0,'0'0'15'0,"-13"-12"-9"0,13 1 22 0,-11-14-2 0,11 13-10 0,0 12 2 0,11-13-12 0,38 3-3 0,46 10-2 0,24 0 0 0,12 0-1 0,12 0 1 0,-24-11 0 0,-24-2 2 0,-59 1 1 0,-25 12 2 0,-11-12-1 0,0-1-2 0,0 2-3 0,0 11 1 0,13 0-11 0,-13 36-28 0,0-11-50 0</inkml:trace>
  <inkml:trace contextRef="#ctx0" brushRef="#br0">21792 5251 46 0,'0'0'0'0,"-47"-24"20"0,22 24-19 0,25 11 15 0,13-22 5 0,-1 11-13 0,59 0-5 0,24 11-2 0,23 2 0 0,14-13-3 0,-13 12 3 0,-35-12 1 0,-48 0 3 0,-26-12 2 0,-10-1-3 0,0 2-4 0,13 11-64 0,-1 0 20 0</inkml:trace>
  <inkml:trace contextRef="#ctx0" brushRef="#br0">20232 2560 1 0,'0'0'0'0,"-13"-83"18"0,13 72-18 0,0-50 13 0,13 13 6 0,-13 25-5 0,0 46-5 0,-24 61 0 0,-11 35-5 0,10 0 0 0,38-24-1 0,45-22-1 0,27-52-1 0,22-42-2 0,-12-40 0 0,-11-22 0 0,-38 11 1 0,-21 1 0 0,11-2 2 0,-36 27-2 0,11 21 0 0,-11 14 0 0,0 22-1 0,0 50 1 0,-11 46 1 0,11 47 2 0,-12 49-2 0,-1 0 0 0,13-61 0 0,-23-24 0 0,-36-45 1 0,-1-50 1 0,12-46-1 0,25-37-1 0,11-24-1 0,24-34 1 0,47-24-1 0,23 21-1 0,3 50 1 0,-14 37 0 0,-23-3 0 0,-24 37 0 0,11 0-22 0,-23 0-47 0</inkml:trace>
  <inkml:trace contextRef="#ctx0" brushRef="#br0">21221 2584 70 0,'-36'-36'13'0,"36"25"-7"0,83-2-6 0,13 13 1 0,-13 0-2 0,11 0-8 0,-33 24-64 0</inkml:trace>
  <inkml:trace contextRef="#ctx0" brushRef="#br0">21256 2810 41 0,'-24'-13'8'0,"-12"13"4"0,72-11-11 0,60-12 0 0,-1 10-4 0,0 1-51 0</inkml:trace>
  <inkml:trace contextRef="#ctx0" brushRef="#br0">22019 2524 21 0,'0'-58'33'0,"0"45"-22"0,0 60 5 0,-12 49-2 0,0 11-7 0,12-13-3 0,12-33-3 0,-12-38 2 0,0-23 2 0,-12-34-2 0,-24-50-2 0,36-24 0 0,0-23-1 0,24 23 2 0,12 26-2 0,-1 22 1 0,48 13-1 0,1 10-2 0,11 14 1 0,-11 23 0 0,-25 23-11 0,-36 2-54 0,-10-13 37 0</inkml:trace>
  <inkml:trace contextRef="#ctx0" brushRef="#br0">22065 2655 60 0,'-23'0'6'0,"-12"-13"5"0,70 13-9 0,73-23-2 0,-1 0 0 0,24-2-30 0,-96 25-11 0</inkml:trace>
  <inkml:trace contextRef="#ctx0" brushRef="#br0">22912 2156 34 0,'-12'-37'15'0,"-24"24"-8"0,-12 50 1 0,-23 70 17 0,-1 36-9 0,49 12-12 0,58-36-1 0,37-23-2 0,23-25-1 0,12-47-13 0,-11-24-83 0</inkml:trace>
  <inkml:trace contextRef="#ctx0" brushRef="#br0">23197 2369 30 0,'0'-12'16'0,"12"48"-10"0,48 37 5 0,11-15-2 0,1 2-6 0,10-2-2 0,-33-21-52 0,-49-37 31 0</inkml:trace>
  <inkml:trace contextRef="#ctx0" brushRef="#br0">23483 2334 50 0,'-71'0'17'0,"10"82"-12"0,27 14-3 0,-14-12 8 0,12-25-2 0,24-11-17 0,24-13-65 0</inkml:trace>
  <inkml:trace contextRef="#ctx0" brushRef="#br0">23458 2096 48 0,'0'0'0'0,"36"0"3"0,60 71-2 0,23 48-1 0,-47 11 3 0,-48-9 10 0,-60-16-1 0,-47 3 2 0,-13-11-8 0,-11-39-2 0,48-22-32 0,59-36-37 0</inkml:trace>
  <inkml:trace contextRef="#ctx0" brushRef="#br0">5026 6276 0 0,'0'0'6'0,"11"0"-3"0,25 0-2 0,48 0 0 0,59-13 0 0,23 13-1 0,38 0-1 0,-4 0 2 0,15 13-1 0,12-26-12 0</inkml:trace>
  <inkml:trace contextRef="#ctx0" brushRef="#br0">7014 6215 0 0,'85'0'1'0,"57"-12"1"0,-48 1 1 0,-46 11 4 0,-48 0 28 0,-12-13-24 0,-11 13-8 0,-1 13-7 0,12-13-42 0</inkml:trace>
  <inkml:trace contextRef="#ctx0" brushRef="#br0">6038 7739 16 0,'-12'-23'34'0,"12"10"-28"0,12 1 10 0,-1 12 10 0,2 0-14 0,-1 0-6 0,11 12 0 0,1 24 1 0,-12-12-1 0,0 13 0 0,-12-3-3 0,24-10-1 0,-24 0 0 0,12-24 0 0,0 0 3 0,0-11-3 0,23-14 0 0,1-10-2 0,24-13 1 0,-2 12 0 0,-9 12-1 0,-14 0 1 0,-23 1-1 0,0 12 4 0,0-2-2 0,-12 13-1 0,0 0-2 0,0 13-33 0,0-2-80 0</inkml:trace>
  <inkml:trace contextRef="#ctx0" brushRef="#br0">10395 8727 1 0,'0'0'11'0,"-11"-12"9"0,-14 12 1 0,25 0 4 0,-10 0-5 0,10 0-9 0,0 0-5 0,10 12 1 0,3-12 0 0,23 11-1 0,12 2 0 0,34-13-1 0,26-13-3 0,11 2-1 0,-11-1 0 0,-26 12 0 0,-46 0 1 0,-12 0 2 0,0-11-2 0,-12 11 0 0,-1-12-2 0,2 12 1 0,-1 0-26 0,-1 0-84 0</inkml:trace>
  <inkml:trace contextRef="#ctx0" brushRef="#br0">10372 8751 5 0,'0'0'7'0,"-23"12"-1"0,23-12 35 0,-11 0-17 0,22 0 24 0,24 0-41 0,12-12 0 0,24-1-2 0,1 2-2 0,0 11-3 0,12 0 1 0,-1 0-1 0,-13 0 1 0,-9 0 1 0,-1 0 0 0,-25 0 0 0,-12 0 0 0,2 0 0 0,-25 0 0 0,11 0 0 0,2 0 0 0,-13 0 0 0,0 0-1 0,12 24-34 0,-12-24-41 0</inkml:trace>
  <inkml:trace contextRef="#ctx0" brushRef="#br0">6478 8763 4 0,'-23'0'14'0,"-2"0"10"0,14-12-4 0,11 12 1 0,-12 0-5 0,24 0-9 0,35 0-4 0,26-13-5 0,9 13 4 0,2 0 1 0,-25 0 1 0,-12-11 0 0,2-1-2 0,-25 12 0 0,-1-11-1 0,1 11 0 0,-24 11 2 0,-24 1-105 0,12-12 82 0</inkml:trace>
  <inkml:trace contextRef="#ctx0" brushRef="#br0">6358 8834 14 0,'0'0'0'0,"-11"0"10"0,35 0-2 0,24-12 35 0,35 12-22 0,24-11-9 0,-11-12-5 0,-13 23-3 0,-24-13 0 0,-11 1-2 0,-25 12 0 0,-23 0-1 0,0 0-101 0</inkml:trace>
  <inkml:trace contextRef="#ctx0" brushRef="#br0">10408 10002 1 0,'0'0'0'0,"-13"-13"28"0,13 13 12 0,0 0-14 0,-11 0 19 0,22 0-31 0,2-12-12 0,-13 12 2 0,12 0-1 0,-1 0-1 0,2 0-2 0,-1 0 1 0,-12 0 0 0,12 0 0 0,11 0-1 0,13 0 1 0,0 12-1 0,23-12-1 0,25 0-1 0,-14 0 4 0,3 0-1 0,-26 0 1 0,-11 0-2 0,-13-12 1 0,-10 12 0 0,-1 0 0 0,-12 0-2 0,11 12-8 0,-22-12-51 0,11 0-9 0</inkml:trace>
  <inkml:trace contextRef="#ctx0" brushRef="#br0">10420 10073 46 0,'-36'0'35'0,"11"0"-22"0,50 0 39 0,47-12-44 0,10 0 0 0,26 12-8 0,-12 0 2 0,-37 0 0 0,-11 0-1 0,-24 0 1 0,-14 0-2 0,3 0 1 0,-13 0 0 0,0 0 0 0,0 0-2 0,0 0-111 0</inkml:trace>
  <inkml:trace contextRef="#ctx0" brushRef="#br0">6347 10168 23 0,'0'0'0'0,"-11"0"50"0,11-11-21 0,0-2-4 0,0 1-11 0,35 0-7 0,37-1-3 0,11 3-1 0,0 10 1 0,13-11-1 0,-37 11 0 0,-12 0-2 0,-11 0 1 0,-23 0-1 0,-13 0 1 0,0 0-7 0,-13 0-149 0</inkml:trace>
  <inkml:trace contextRef="#ctx0" brushRef="#br0">6276 10191 49 0,'0'0'45'0,"24"0"-38"0,59-23 29 0,48 12-20 0,0-14-9 0,-37 13-3 0,-33-1 0 0,-50 13-2 0,2-10 0 0,-26 20-61 0,13-10-1 0</inkml:trace>
  <inkml:trace contextRef="#ctx0" brushRef="#br0">16207 13050 24 0,'0'-13'14'0,"0"-11"0"0,-12 1 9 0,-11 12-11 0,-2-26 1 0,-22 24-7 0,-12 13-4 0,-25 13-2 0,13 11 1 0,11 23-2 0,13 13 1 0,-2 12 0 0,14 11 1 0,-1 12 3 0,0 13 4 0,25-13-1 0,11-1-4 0,24-10 2 0,23-1 1 0,13-24 1 0,23-9-3 0,-11-16 0 0,23-22 0 0,-13 0 0 0,-10-24-1 0,-24-23 0 0,0-13 0 0,-1-24-1 0,-22-11 0 0,-2-1-2 0,-12-10-2 0,-11 10-3 0,0 2 0 0,13-26-16 0,-13 24 5 0,-13 37 8 0,-10-24-3 0,-13 11-11 0,2 12 9 0,-39 24 0 0,-10 12-6 0,-49 60-2 0,109-36 6 0</inkml:trace>
  <inkml:trace contextRef="#ctx0" brushRef="#br0">9896 17800 4 0,'-12'0'12'0,"-12"0"8"0,12-12 0 0,35 12-5 0,38 0-10 0,10 0 0 0,25-11-2 0,23 11-2 0,12 0 1 0,0 0-2 0,-12-13-2 0,-35 13 2 0,-61 0 3 0,-23 0 5 0,-72 0-2 0,-82 0-1 0,-49 0-1 0,-11 13-2 0,35-13 0 0,73 11 2 0,81-22 0 0,61 11-3 0,107-13-1 0,82-11-1 0,26 1 0 0,-25-1-5 0,-95 12 4 0,-107 12 2 0,-60 12 3 0,-59-12 0 0,0 0-67 0,95 0 25 0</inkml:trace>
  <inkml:trace contextRef="#ctx0" brushRef="#br0">13421 16466 32 0,'0'0'0'0,"-48"-24"24"0,13 24-8 0,11 12-1 0,24-12-9 0,59 12 3 0,84 1-4 0,118-2 4 0,133-22-2 0,70-14-2 0,36 2-2 0,-71 11-3 0,-119 12 0 0,-109 0 0 0,-116 12-3 0,-98-1 6 0,-141 1-1 0,-180 0 1 0,-94-24 0 0,-72 0-2 0,12 1-4 0,35 11-1 0,84 0 1 0,119 11 0 0,130-11 2 0,120 0 2 0,120-11 2 0,166-12 0 0,130 10 2 0,84 1 1 0,48 12-4 0,-48 12-3 0,-95-12-2 0,-120 0 2 0,-117 0 0 0,-109-12 4 0,-59-13 6 0,-59 2-7 0,-25 0 0 0,-23 11-18 0,36 24-95 0</inkml:trace>
  <inkml:trace contextRef="#ctx0" brushRef="#br0">8134 16287 10 0,'0'0'0'0,"-60"0"9"0,-35 25 8 0,11-2 1 0,25 0-4 0,23-10-3 0,1-1-5 0,11 24-2 0,-1-1-3 0,14 13-1 0,-14 24-2 0,25 22 6 0,-11 14-1 0,11 10-2 0,-25 3 1 0,15-16-2 0,-14 16 0 0,24-38-2 0,12 0-1 0,0 24 0 0,11-47 15 0,36-1-13 0,25 1 1 0,0-13 3 0,11-23 1 0,23-36-8 0,-34-13-92 0</inkml:trace>
  <inkml:trace contextRef="#ctx0" brushRef="#br0">11098 16466 17 0,'0'0'1'0,"25"-24"10"0,10 13 7 0,13-1-4 0,12 1-4 0,-26 11-4 0,-9 23 0 0,-1-12-1 0,0 26-2 0,-12 10 0 0,-1 24 2 0,-11 25 3 0,0 11-7 0,0 24-2 0,11 0-2 0,14 11-1 0,-14-10 0 0,14 83 5 0,-14-133-3 0,-11 2-3 0,0-37 8 0,0-23 6 0,-36-12 8 0,-46-1-9 0,-49 14-6 0,-12 10-11 0,11 37-102 0</inkml:trace>
  <inkml:trace contextRef="#ctx0" brushRef="#br0">8146 16347 12 0,'0'0'0'0,"-12"-12"31"0,0 12-5 0,-49 12-12 0,-9 12-5 0,22-24 0 0,-23 0-1 0,22 0-2 0,2 0-3 0,0 0-1 0,11 12-2 0,0 13 1 0,23-2-3 0,13 0 1 0,0 25 0 0,0 0 0 0,-10 23-1 0,-2 1 7 0,0-1-7 0,12 12 1 0,-12 1-2 0,12 11 1 0,0-24 0 0,12 13 2 0,-12-13-1 0,0 13 0 0,0-1-4 0,0-1 3 0,12-21 13 0,0-14-14 0,11 13 1 0,13-12 1 0,12-13 3 0,11-23 1 0,0 1 0 0,-11-2-25 0,-24 1-63 0</inkml:trace>
  <inkml:trace contextRef="#ctx0" brushRef="#br0">11111 16300 30 0,'-13'0'5'0,"-23"-24"25"0,2 12-5 0,34 1-11 0,47-2-7 0,48-11-3 0,-11 24-1 0,-13 12-2 0,-35 13 0 0,-24-2 0 0,0 13 1 0,-12 10 0 0,11 4-1 0,0 8-2 0,14 14-1 0,-25 11-1 0,11 1 7 0,-11 11-6 0,0-1 0 0,-11 2-1 0,11 0 0 0,0-1-1 0,0-24 1 0,0 1-2 0,0 0 2 0,0 10-1 0,0-22 7 0,0-13-2 0,0 24-5 0,0 0 0 0,0 2 2 0,-12-25 1 0,-12-25 3 0,-23 1-1 0,-25-12 1 0,1-12 3 0,-12 12-1 0,35-12 1 0,24-12-2 0,12-13-73 0,12 25 44 0</inkml:trace>
  <inkml:trace contextRef="#ctx0" brushRef="#br0">8336 16526 9 0,'-12'0'3'0,"12"-13"-1"0,-24-10 24 0,12-1 0 0,12 12-6 0,24 24-5 0,-12 48-5 0,13-2-6 0,-2-21 2 0,36-49 5 0,59-71-1 0,14-12-3 0,-13-1-2 0,-23 37 0 0,-60 23-3 0,-2 12-1 0,-9 11 1 0,-1 13-5 0,-12 25-44 0,-12 0-44 0</inkml:trace>
  <inkml:trace contextRef="#ctx0" brushRef="#br0">8134 16526 24 0,'-12'-13'8'0,"12"2"28"0,0 11-17 0,0 36-6 0,12 10-9 0,22 15-1 0,15-38 0 0,10-10 3 0,48-49 3 0,59-59-1 0,38-24-1 0,-37 23-3 0,-72 37-1 0,-37 23 0 0,-45 24-1 0,-1 0-1 0,24-1-1 0,-12 26-136 0</inkml:trace>
  <inkml:trace contextRef="#ctx0" brushRef="#br0">10146 16502 13 0,'0'0'11'0,"-23"-12"18"0,23-12-10 0,0 0-2 0,23 24-5 0,-12 12-5 0,14 24-4 0,-14 12-2 0,14-12 1 0,10-13 0 0,25 1 2 0,-1-48-1 0,37-11 0 0,-1-14 0 0,-36 2-1 0,-23 12 0 0,-11 12 0 0,-14 10 0 0,1 1-12 0,-24 37-55 0,1-14 8 0</inkml:trace>
  <inkml:trace contextRef="#ctx0" brushRef="#br0">10157 16574 36 0,'-11'-12'22'0,"11"0"6"0,-12 24-17 0,12 10-5 0,23 28-2 0,-10-16-1 0,10 14 1 0,2-12-2 0,-14 1-1 0,25-37 1 0,24-13 4 0,46-58-4 0,37-13-5 0,-34 13 2 0,-16 0 6 0,-20 23-2 0,-26 12 2 0,-11-1-4 0,-24 26 2 0,12-12-5 0,12-1-119 0</inkml:trace>
  <inkml:trace contextRef="#ctx0" brushRef="#br0">11230 17252 0 0,'-48'0'2'0,"12"-11"14"0,1 11 4 0,35 0-7 0,0 11-3 0,47 12-3 0,38 2-3 0,33-13-3 0,36 0-3 0,37-12 3 0,-1 0 1 0,1-24 2 0,12-48 1 0,-2-23 2 0,-33 36 0 0,-13 0-2 0,-25-13 0 0,-10 12 0 0,-25-11 0 0,-1-2 0 0,-22 15 0 0,-35 11-2 0,-14 10 4 0,-23 14-3 0,0-1-1 0,0 24-1 0,-36 0-3 0,-47 34 0 0,-36 16-2 0,0-16 5 0,35-21-1 0,25-1-1 0,23-12 0 0,36 0 0 0,23 0 1 0,49-12-4 0,1-24 5 0,9 12 0 0,2 0 1 0,-50 24-1 0,-9 0 0 0,-1 12-1 0,-1 13-1 0,-23 9 5 0,0 3 1 0,-11 10-2 0,-14 13-1 0,2-12-1 0,10-1 0 0,13-23 0 0,-10-24 1 0,10 0-5 0,23-12-147 0</inkml:trace>
  <inkml:trace contextRef="#ctx0" brushRef="#br0">14981 15419 10 0,'-36'0'27'0,"24"12"2"0,12-12-10 0,0-12-13 0,48-37 2 0,11-10 0 0,49-24 0 0,-1 12-3 0,-12 24-1 0,-35 10-2 0,-13 14 0 0,-35 11 1 0,-12-12 2 0,-12 24-3 0,12 0-2 0,12 24 0 0,24 11 0 0,-36-11-1 0,-12-11-18 0,12-2-91 0</inkml:trace>
  <inkml:trace contextRef="#ctx0" brushRef="#br0">15826 14704 41 0,'0'-12'5'0,"0"-11"20"0,0 12-6 0,-24 57-14 0,13 13-2 0,11-11-2 0,11-12 0 0,1-12 1 0,12-36 1 0,-12-24-1 0,0-11 0 0,-36 0-2 0,-12 34 1 0,13 1-1 0,-1 12 0 0,60-12 0 0,47-1 0 0,-12 3 0 0,-23 45-2 0,-37 24 1 0,2-11 1 0,11-36 1 0,46-47 0 0,2-13 0 0,-24 24-1 0,-48 24 0 0,0 24-1 0,36 12 1 0,23-24-12 0,-23-24-55 0</inkml:trace>
  <inkml:trace contextRef="#ctx0" brushRef="#br0">16779 14895 27 0,'-60'23'27'0,"48"-23"-3"0,12 0-12 0,24-34-9 0,24-27 0 0,0-22-1 0,-13 12 0 0,-24 23 0 0,2 1 0 0,-13 10-1 0,0 14 0 0,0 12 1 0,-13-2 0 0,13 13 0 0,-11 0 0 0,-1 0-1 0,12 0 0 0,-13 0-1 0,3 0 0 0,-1 13 0 0,11 10 0 0,11 0 0 0,24-11 0 0,1 24 0 0,-12 0-1 0,-24 10 1 0,0-33 0 0,47 11 0 0,13-36 1 0,23 0 1 0,-11-35-1 0,-13-1 0 0,-35-12 0 0,0 1 0 0,-24 34-1 0,-24 25 0 0,-23 37-1 0,-1 22 1 0,24 0-1 0,37 2 0 0,46-38 1 0,0-23-1 0,13-23 0 0,-1-25 1 0,-11-12 1 0,-25 13-1 0,-23 11 1 0,-12 11-1 0,0 38-2 0,36 35 1 0,23 12 0 0,-23-13 0 0,-48-10 1 0,-47-26 0 0,46-11 0 0,49-36 0 0,48-12-8 0,11 12 4 0,-59 24 3 0,-24 24 6 0,-12 24-1 0,0 0-3 0,12 1-6 0,0-26-18 0,0-35-24 0,-2 12 22 0</inkml:trace>
  <inkml:trace contextRef="#ctx0" brushRef="#br0">18327 14549 37 0,'0'-35'11'0,"11"-13"12"0,-34 35-2 0,-48 26-13 0,-13 47-7 0,37-1 0 0,47-23-1 0,35-12-1 0,37-48-1 0,-26-36 0 0,-10-35 3 0,13-48-2 0,-13 13 1 0,-25 70 2 0,-11 49 1 0,-24 69-2 0,-12 26 0 0,25 11-1 0,11-12 0 0,24-22 0 0,23-50 2 0,13-11 0 0,11-36-1 0,-23-12 0 0,-12-11 0 0,-12 23 0 0,-12 12 2 0,-12 24-1 0,0 24-2 0,0 12 0 0,-12 12 0 0,24-14 1 0,11-9 0 0,13-13 0 0,24-49-1 0,-25 3 0 0,-12-14 1 0,-10 36-1 0,-13 1-2 0,12 45 2 0,12 14-1 0,23-25 0 0,13 2 1 0,-1-13 0 0,1-24 0 0,-12-24 0 0,-1 1-2 0,0 10-1 0,-22 2 2 0,-25-1 2 0,0 12-2 0,-12 0 1 0,-12 12 1 0,-1 0 0 0,2 12 0 0,0 0-1 0,11 1 0 0,-12 10 1 0,0 13-1 0,12-13 0 0,12 0 0 0,36-23 2 0,0 13-2 0,-13-1 0 0,0 0 0 0,26-24 1 0,22-13-1 0,-12-46 0 0,13-34-5 0,-1-27-2 0,-46 48 7 0,-25 72 7 0,-12 72-5 0,-12 58-1 0,24 14-1 0,59-25 1 0,-11-70 0 0,-12-26-1 0,-2-59-6 0,2 12-27 0,-36 36-29 0</inkml:trace>
</inkml:ink>
</file>

<file path=ppt/ink/ink24.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4121 15977 16 0,'-36'-23'7'0,"11"23"-3"0,50 12 8 0,46-1-1 0,48 14-1 0,72-13-3 0,71-12-5 0,47 0-6 0,13-24 3 0,-11 11-2 0,-39 2 1 0,-9 11 0 0,-38 0 1 0,-23 0-2 0,-46 0 5 0,-13-12 0 0,-12 1 0 0,-1-1 0 0,-46-13 4 0,-12 14-1 0,-13-1-1 0,-22 1-1 0,-14-14 0 0,1 13-1 0,-12-11 0 0,22 23-75 0</inkml:trace>
  <inkml:trace contextRef="#ctx0" brushRef="#br0">2835 6883 0 0,'0'0'0'0,"0"-25"0"0,0 13 1 0,0-1 0 0,11 2 0 0,-11-1-1 0,12 12 0 0,0-11-1 0,12-1 0 0,12 0 0 0,0 12 1 0,23 0 0 0,1-13 0 0,23 13 0 0</inkml:trace>
  <inkml:trace contextRef="#ctx0" brushRef="#br0">3323 6751 0 0,'24'0'0'0</inkml:trace>
  <inkml:trace contextRef="#ctx0" brushRef="#br0">3775 6739 0 0,'12'0'0'0,"0"0"0"0,0 0 0 0,0 0 0 0,-12 0 0 0</inkml:trace>
  <inkml:trace contextRef="#ctx0" brushRef="#br0">2858 6822 1 0,'0'0'3'0,"-12"-12"13"0,12 12 5 0,0-11 2 0,0-1-2 0,0 0-11 0,24 12-5 0,24-13 1 0,23 13 1 0,37 0-4 0,11 0-1 0,-24 0 1 0,0 0 0 0,-35 0 1 0,-13 0-1 0,-11-11 0 0,12-1-1 0,-25 12 0 0,-11-11-1 0,1 11-1 0,-2 0 0 0,-11 0-16 0,-24 0-18 0,-59 59-48 0</inkml:trace>
  <inkml:trace contextRef="#ctx0" brushRef="#br0">2740 6906 13 0,'-13'-12'5'0,"-22"12"19"0,10 0 1 0,2-11-3 0,10 11-5 0,13 0-9 0,25 0-2 0,59-13-3 0,34-11 0 0,0 11-1 0,-21 13 0 0,-15 0-1 0,-10-11 0 0,1 11 0 0,-3-12 2 0,2 12-3 0,-48 0 1 0,0 0 1 0,-14 0 0 0,3 0-1 0,-13 0 1 0,0 0-2 0,12 0-4 0,12 0-107 0</inkml:trace>
  <inkml:trace contextRef="#ctx0" brushRef="#br0">4907 6822 6 0,'0'-12'29'0,"0"1"-8"0,0 11-9 0,11-12-1 0,-11 0-3 0,0 12 2 0,0 0-6 0,11 0-4 0,2 0 1 0,10 0-1 0,-10 0 1 0,10 0 4 0,13 0-3 0,12 0 1 0,11 0-2 0,13-13 2 0,12 13-2 0,-13 0 2 0,0 0-2 0,-11 0 1 0,-12 0 0 0,-13 0 1 0,1-11-2 0,0 11 0 0,-12 0 1 0,-12 0 0 0,-1-12 0 0,-11 12-1 0,12-11-1 0,-12 11-8 0,11 11-24 0,-22 12-50 0</inkml:trace>
  <inkml:trace contextRef="#ctx0" brushRef="#br0">4965 6822 5 0,'0'0'11'0,"0"0"9"0,-11-12-2 0,11 12 3 0,0-11-8 0,-12 11-5 0,24 0-1 0,-1 0-2 0,2-12-1 0,23 0 1 0,11 12-3 0,13 0-1 0,-1 12 0 0,-11-12 0 0,0 12 0 0,-14-12 0 0,15 0 0 0,-13 11 0 0,0-11 0 0,-1 0-1 0,1 0 2 0,0-11 0 0,-13 11-1 0,1 0 0 0,-12 0-1 0,0 0 1 0,0 0 0 0,12 0-1 0,-12 0 1 0,1 0-2 0,-13 0 2 0,0-12 0 0,11 12-2 0,1 12-81 0,-1-1 42 0</inkml:trace>
  <inkml:trace contextRef="#ctx0" brushRef="#br0">3216 6787 1 0,'0'0'0'0,"0"0"23"0,0-12-13 0,0 12-7 0,0 0-2 0,11 0-20 0,-11 0 1 0</inkml:trace>
  <inkml:trace contextRef="#ctx0" brushRef="#br0">5001 6929 4 0,'0'0'7'0,"0"0"6"0,0-12-6 0,0 12-3 0,0 0-2 0,0 0 0 0,0-11-2 0,0 11 0 0</inkml:trace>
  <inkml:trace contextRef="#ctx0" brushRef="#br0">2465 5763 6 0,'-23'-60'41'0,"23"60"-35"0,0-13 2 0,-11 13-5 0,-14 13 1 0,1-1-2 0,24 13-1 0,0 21 0 0,0 13 3 0,0 2-1 0,12 22-1 0,-12-1 1 0,12 26-1 0,0-11 0 0,1-3 0 0,-13-12 1 0,-13 2 0 0,1 0-1 0,0-13 1 0,12-23-2 0,12 0 1 0,13-2 0 0,21-9 0 0,26-13 0 0,71-12-30 0,-48-12-39 0</inkml:trace>
  <inkml:trace contextRef="#ctx0" brushRef="#br0">5954 5727 12 0,'0'0'9'0,"-23"-24"7"0,46 11-11 0,2-10 9 0,9 0 2 0,2 23-10 0,12 0-4 0,-24 12-2 0,12 11 4 0,-24 13-1 0,0-11 0 0,0 21-2 0,0 2 1 0,-12 0-2 0,0 11 2 0,10 0-2 0,-10 25 1 0,13 11 0 0,-1 2 0 0,-12-15 0 0,11 25-2 0,2-24 1 0,-1 26 1 0,12-4 1 0,-12-21-3 0,-12-47 2 0,-48-14 2 0,-23-23-1 0,11 0 1 0,12 0 0 0,12 0-2 0,13 0 0 0,10 0-14 0,13 11-68 0</inkml:trace>
  <inkml:trace contextRef="#ctx0" brushRef="#br0">6788 6751 11 0,'0'0'13'0,"-13"0"3"0,13 0 21 0,36 11-29 0,13-11-2 0,22 0-3 0,0 13 0 0,-23-13 0 0,-12 0 2 0,-23 0 1 0,-2 0-3 0,-1 0-2 0,3 0 0 0,-13-13-1 0,0 13-10 0</inkml:trace>
  <inkml:trace contextRef="#ctx0" brushRef="#br0">6739 6833 0 0,'0'0'0'0,"-10"0"18"0,-2 0 16 0,12 0-14 0,12 0-3 0,34 0-13 0,26 0-3 0,-1 0 3 0,-22 0 0 0,-14 0-2 0,-23 0 1 0,0 0 2 0,-12 0 0 0,0 0-15 0,12 0-88 0</inkml:trace>
  <inkml:trace contextRef="#ctx0" brushRef="#br0">2382 7156 23 0,'0'-24'14'0,"0"24"-11"0,0 0 3 0,0 0-5 0,-12 0 5 0,-12 11 2 0,0 14 1 0,-12-13-5 0,0 35-2 0,13 1-1 0,10-13 1 0,13 1 2 0,0 12 1 0,25 11-1 0,11 25-1 0,-25-13-1 0,2 24 0 0,-1-11 1 0,-12 0 0 0,11-2-2 0,-11-9 0 0,12-15 0 0,0-11-2 0,24-10 1 0,0-3 0 0,71-9-18 0,48-25-62 0</inkml:trace>
  <inkml:trace contextRef="#ctx0" brushRef="#br0">6074 7132 16 0,'0'0'0'0,"0"-23"35"0,0 10-27 0,11 1-1 0,13 12 0 0,0 12 0 0,0 12-6 0,12 36 0 0,-14-1-1 0,-9 24 2 0,10 14 0 0,-10-3-1 0,-13 13 1 0,23 23-1 0,2 2-1 0,-1-49 0 0,-24-47 1 0,-49-11 5 0,-23-14-1 0,14 1-4 0,46-12-25 0,24 11-42 0</inkml:trace>
  <inkml:trace contextRef="#ctx0" brushRef="#br0">6847 8144 39 0,'-11'0'15'0,"22"0"-9"0,49 12-2 0,0 0-2 0,11-12 0 0,-23 0-42 0,-48 0 21 0</inkml:trace>
  <inkml:trace contextRef="#ctx0" brushRef="#br0">6739 8299 23 0,'0'0'22'0,"0"0"0"0,85-13-18 0,58-10-28 0,-131 23-8 0</inkml:trace>
  <inkml:trace contextRef="#ctx0" brushRef="#br0">6811 6060 5 0,'0'0'0'0,"-11"-35"11"0,11 23-6 0,0 12 0 0,-25-13 6 0,14 13-2 0,-14 13-6 0,15 11-1 0,-14-1 1 0,12 13 4 0,-12 12 6 0,12-13-4 0,0 25-6 0,-1-2 0 0,13 26-1 0,0-13 0 0,-11 2 0 0,11-14-1 0,0-11-1 0,11-12 2 0,38-13 2 0,45-11-29 0,-45-12-30 0</inkml:trace>
  <inkml:trace contextRef="#ctx0" brushRef="#br0">7383 6084 64 0,'-12'-13'3'0,"48"38"-2"0,12 46 12 0,-12 25-2 0,-13-12-5 0,-11-13-2 0,-60-24 0 0,-47-10-1 0,-59 34-53 0,117-60 11 0</inkml:trace>
  <inkml:trace contextRef="#ctx0" brushRef="#br0">4405 5477 0 0,'0'-36'14'0,"-10"0"11"0,20 13-12 0,3 11-4 0,-13 35 4 0,12 48-6 0,24 0-4 0,0-21 0 0,-1-39 2 0,1-35-1 0,0-23 0 0,-25-1-2 0,-11 24-2 0,0 12 0 0,13 12-1 0,10 48 1 0,1 23 0 0,-12 25 0 0,0-1 0 0,-36-12 1 0,-23-47 0 0,11-24 3 0,0-49 1 0,12-34-2 0,24-47-2 0,36 34-2 0,24 26-21 0,-1 21-58 0</inkml:trace>
  <inkml:trace contextRef="#ctx0" brushRef="#br0">4584 5120 45 0,'-47'24'5'0,"0"59"10"0,23-24 1 0,-1-11-6 0,2-36-3 0,23-12 3 0,0-37-7 0,12-21 0 0,12-2-3 0,12 23 0 0,11 27 0 0,0 20 1 0,14 3-1 0,-14-1 2 0,13 13-2 0,-1-2-72 0</inkml:trace>
  <inkml:trace contextRef="#ctx0" brushRef="#br0">2025 7084 0 0,'0'0'0'0,"0"-12"1"0,12-47 22 0,0 47-21 0,10-35 18 0,-9 22-4 0,-13 25-7 0,-13 0-5 0,-9 0-2 0,-26 25 0 0,-12 9-2 0,-35 16 0 0,0 8 0 0,0 2-1 0,-14-13-1 0,15 25 3 0,22 11-2 0,-11 12 2 0,-24 36 0 0,0 24 0 0,-11 0 1 0,22-12 1 0,24 22 1 0,-23 15 0 0,13 21 0 0,9 27-2 0,-10-2 1 0,24 11-2 0,34 2 0 0,13-26 0 0,36 15-1 0,-11-2 3 0,10 11-3 0,24-22 2 0,13-12 0 0,36-25 0 0,23-12-1 0,12-45 2 0,0-27 1 0,12-22-3 0,-25-37 2 0,-22-23-1 0,-60-12 1 0,-25-12 1 0,-11-23-2 0,0-13 0 0,-11-11-1 0,-1 11-1 0,-24 12 2 0,-11 1-1 0,23 24 0 0,11-2-2 0,13 13 2 0,0 24-1 0,60 11 1 0,12 13-2 0,-13 0 2 0,-11 23-2 0,-48 0 4 0,-72 13 1 0,-24-13 1 0,2-11-1 0,45-36-3 0,26 10-18 0,23 3-86 0</inkml:trace>
  <inkml:trace contextRef="#ctx0" brushRef="#br0">5407 11954 0 0,'-12'0'11'0,"12"0"14"0,0 0-10 0,0 0 2 0,12 0 11 0,12 12-26 0,34-12 0 0,26 0 0 0,36-12 1 0,34 12-1 0,1 0 0 0,-12 12-2 0,-24 0 0 0,-12 1 2 0,-12-13 2 0,-35-13-5 0,0 13 4 0,-25 0 0 0,-24 0 3 0,2-12-4 0,-13 0 0 0,0 12-100 0</inkml:trace>
  <inkml:trace contextRef="#ctx0" brushRef="#br0">5561 13360 0 0,'-11'0'5'0,"-14"-13"12"0,25 13 5 0,13-12-2 0,-1 0-8 0,23 12-6 0,25-13-3 0,47 13 4 0,47-11-3 0,25-1-2 0,0 12-1 0,-36 0-2 0,-60 12 2 0,-59-12 6 0,1-12 2 0,-25 1-6 0,11-1-2 0,-11 0 0 0,12 12-27 0,-12 0-48 0</inkml:trace>
  <inkml:trace contextRef="#ctx0" brushRef="#br0">3811 11786 7 0,'0'0'19'0,"0"-11"9"0,0 11 4 0,0-12-13 0,0 24-1 0,24-12-12 0,-12 11-2 0,1 26 0 0,-13-1-1 0,0-1 0 0,0-11-1 0,11-12 0 0,-1 12-2 0,3 0 0 0,-1 0 1 0,-12-14-1 0,0 3 1 0,11-13 0 0,-11 12-1 0,13-12 1 0,-1 12-1 0,12 1 1 0,0-13 1 0,10 0-1 0,2 0 0 0,25 0 0 0,-26 11-1 0,14-11 0 0,-2 0 1 0,12 0-1 0,13 0 1 0,-1-11-1 0,1 11 1 0,-14 0-1 0,14 0 1 0,12-13-1 0,-2 13-1 0,3 0 4 0,-14 0-1 0,0 0-4 0,1 0 5 0,-1 13-4 0,13-13 3 0,-14 0-3 0,-21 0 2 0,-2 0-1 0,13 0 3 0,-1 0-3 0,13 0 1 0,-1-13-1 0,1 13 1 0,-14 13 1 0,3-13 1 0,-2 0-2 0,25-13 0 0,-25 13-2 0,13-12 2 0,-26 12-1 0,26 0 1 0,-1 0 0 0,1 0-2 0,-12 0 1 0,-11 0-1 0,-15 0 1 0,14 0 2 0,-12 0-2 0,12 0 0 0,-36 0 1 0,0 0-1 0,-2-12 1 0,15-1 0 0,-14-8-1 0,14 8 1 0,-14-11-1 0,14-12 1 0,-14 12 0 0,2 12-1 0,-13-11 0 0,11 0 0 0,2-14 1 0,-13 13 0 0,0 1-1 0,0-1 1 0,0 0-1 0,0 1 1 0,0 10-1 0,0 1 0 0,0 12 0 0,0 0 1 0,0 0-1 0,-13 25 0 0,13 9 0 0,-11 14 0 0,-2 0-1 0,2 0 1 0,-1 0 0 0,-1-1 0 0,13-23 1 0,0-11 0 0,0-13 4 0,-11-25-4 0,-1 0 1 0,-1 2-7 0,2 23-152 0</inkml:trace>
  <inkml:trace contextRef="#ctx0" brushRef="#br0">5037 10643 38 0,'-11'0'20'0,"11"-11"-10"0,11 59 17 0,-11 23-10 0,12 1-5 0,0-1-7 0,-12-23-2 0,0-12-1 0,-24-24 3 0,13-12-1 0,-14-37-1 0,2-34-1 0,10-13-1 0,2 13 1 0,22-13-3 0,25 26 0 0,12 45 1 0,0 38-1 0,-24 21 3 0,-12 15-1 0,-48-14 2 0,-12-11-3 0,25-36 3 0,23 0-2 0,35 48 0 0,1 11-2 0,36 13 1 0,11-37-10 0,0-12-69 0,-59-23 21 0</inkml:trace>
  <inkml:trace contextRef="#ctx0" brushRef="#br0">5453 10906 79 0,'-11'0'8'0,"11"0"3"0,24-12 3 0,24-13-10 0,-1-9-2 0,-35-14-2 0,-35 25 2 0,-25 23-2 0,-47 71 4 0,83-24-1 0,24-23-1 0,34 0 1 0,3-24-1 0,-1 0-1 0,-13-24 0 0,13-13-2 0,0-9 0 0,-2 10 2 0,3-12 0 0,-13 2 0 0,-14 21-1 0,-22 0 1 0,0 14-2 0,-11 11 1 0,0 11 0 0,11 14-1 0,22 11 1 0,14-1 0 0,-11 13-2 0,-37-24 3 0,-24 0 1 0,12-11-2 0,35-26 2 0,38-35-5 0,22-12-1 0,-23 37 3 0,-24 12 1 0,-12 22 5 0,-1 24-3 0,2 1-2 0,-1-13-1 0,-12-10-25 0,11-49-10 0,-11-23 1 0,0-25 19 0,0 37 31 0,12 34-13 0,12 26-18 0,0 11-8 0</inkml:trace>
  <inkml:trace contextRef="#ctx0" brushRef="#br0">6300 10716 5 0,'71'0'23'0,"-12"-23"6"0,-11-27-3 0,-36 16-6 0,-24 22-9 0,-36 0-7 0,-24 47 0 0,14 13-4 0,22 0 0 0,36 0-1 0,48-25 3 0,-2-23 1 0,3-36-2 0,-1-35 2 0,-25-24-5 0,-11-12 1 0,-12 46 1 0,0 14 1 0,0 35-2 0,0 12 1 0,0 48 1 0,0 24 0 0,0-1-1 0,36-11 2 0,0-26-2 0,0-9 3 0,-2-37 0 0,3-35-2 0,-13 10 1 0,-12-10-1 0,0 0 0 0,10 36-2 0,-9 11 1 0,-13 11 1 0,12 36 0 0,-12-11-1 0,11 0 1 0,14-24 0 0,11-12 2 0,-12-37-1 0,11 3-2 0,-12-16 1 0,-23 40-1 0,0 10 0 0,13 0-1 0,-1 10 1 0,12 15 0 0,11 0 0 0,37-25 0 0,-1 0 0 0,1-13-1 0,10-11 0 0,-33-10-1 0,-26 9 2 0,-11-11 0 0,-12 13-1 0,-23-2 1 0,-2 2 0 0,-11 23 0 0,0 0-1 0,14 35 1 0,-2 1 0 0,12 0 0 0,12-11 0 0,12-25 1 0,23 0 0 0,-11 0-2 0,24 11 0 0,23-11 0 0,1-24-1 0,-2-24-3 0,-45-35 3 0,-13-49 2 0,12 14 0 0,-24 106 0 0,12 58 5 0,0 75-2 0,35-3-2 0,25-34 1 0,-24-60 1 0,-25-36 1 0,-12-24-6 0,2 13-115 0</inkml:trace>
  <inkml:trace contextRef="#ctx0" brushRef="#br0">2286 12025 12 0,'0'0'7'0,"-36"-13"22"0,0 13-1 0,36-10-15 0,13 20 0 0,82-10-6 0,48 13 1 0,23-13 2 0,-10 0-3 0,-49 0-1 0,-59-13 1 0,-48 13-1 0,0 0-11 0</inkml:trace>
  <inkml:trace contextRef="#ctx0" brushRef="#br0">2346 13418 71 0,'-24'-12'2'0,"13"0"1"0,22 12 7 0,61 0 7 0,47 0-7 0,24-23-3 0,-25 12-1 0,-69-2-3 0,-49 26-4 0,-24 10-105 0</inkml:trace>
  <inkml:trace contextRef="#ctx0" brushRef="#br0">2537 14608 56 0,'-12'-11'19'0,"-12"11"-9"0,24 11 5 0,24 2-3 0,59-13-6 0,24 0-2 0,13-13 1 0,-49 2-3 0,-47 11 0 0,-12-12-11 0,-12 12-88 0</inkml:trace>
  <inkml:trace contextRef="#ctx0" brushRef="#br0">2084 17336 25 0,'0'-48'11'0,"-13"24"4"0,13 24 2 0,0 0-11 0,0 48 5 0,13 23-3 0,-1 1-7 0,-1-1-1 0,2-23 3 0,-1 11-5 0,12 1-2 0,12-13 3 0,11-10 2 0,48-14 2 0,23-23 1 0,38-12 0 0,46 1 0 0,0 11-3 0,25 0-2 0,-12-13 1 0,10 26-4 0,2-2-1 0,-24 12 2 0,11-10-1 0,-11-1-1 0,-25-12 1 0,-11-12 2 0,-12-12 2 0,-12-12-1 0,-36-1 3 0,-37 3-1 0,-21-3 3 0,-25-10 1 0,-24 12-1 0,0-13-9 0,12 60 3 0,-12 1 7 0,11 21-8 0,13-10 1 0,-24-11-46 0,0-2 9 0</inkml:trace>
  <inkml:trace contextRef="#ctx0" brushRef="#br0">6455 17170 4 0,'0'-25'7'0,"-12"0"6"0,12 62-1 0,-13 22 2 0,2 13-6 0,-1-14-5 0,-1 3-3 0,13-1-2 0,0-13 2 0,0-23 5 0,13 0-5 0,-1-12 1 0,35-12-1 0,37-12 1 0,35 1 0 0,107-14-8 0,-22 13 5 0,21-1 3 0,1 13 2 0,0 0 1 0,-35 13 9 0,-1-1-4 0,25 24-4 0,-13-13-3 0,-12 1-1 0,-34 0 2 0,-3-24-1 0,-21 0-1 0,-36-24 3 0,-13-11 0 0,-35-13-5 0,-26 36-2 0,-9 12 2 0,-1 12 10 0,-12 36-11 0,-25-13-10 0,15 1-58 0,10-36 45 0</inkml:trace>
  <inkml:trace contextRef="#ctx0" brushRef="#br0">11123 17204 1 0,'0'0'0'0,"0"-11"4"0,0 34 5 0,0 2 7 0,0 22-4 0,11-11-4 0,1 11-2 0,12-22-3 0,-12 9-1 0,24 3-2 0,12-14-1 0,11-23 1 0,12 11 0 0,37-22-2 0,23-1 2 0,47 1 0 0,25 11 1 0,11-12-1 0,24 12 2 0,36 0 0 0,12 23 1 0,24 0 2 0,-60-10 6 0,11-13-2 0,25 12-3 0,-48 0-2 0,1-49-7 0,-120 3 5 0,-60-14 7 0,-22 25 3 0,-26-2-6 0,12 13-4 0,-10 12-26 0,-1 0-73 0</inkml:trace>
  <inkml:trace contextRef="#ctx0" brushRef="#br0">1526 15906 80 0,'-85'-11'5'0,"-45"70"4"0,-168 96 9 0,238-119-9 0,60-36-4 0,24 0-1 0,35 36 0 0,-11 36-2 0,-24 58 1 0,-24 49 0 0,-24 35-1 0,12 0-6 0,12-34 0 0,24-50 1 0,12-23 0 0,11-47 3 0,37-26 3 0,47-34 0 0,94-11-78 0,-176-1 37 0</inkml:trace>
  <inkml:trace contextRef="#ctx0" brushRef="#br0">15659 16038 39 0,'-47'-36'5'0,"-24"11"11"0,11 2 14 0,48 23-10 0,36 12-16 0,106-1 0 0,38 14-1 0,-37-13-1 0,-96 12 1 0,-35-24 11 0,-25 23-6 0,3 25-8 0,22 46-2 0,47 61 0 0,13 37-3 0,-36-26 6 0,-12-11-2 0,-24-48 2 0,-36-36 3 0,-13-23 4 0,-9-25 0 0,-26-10-3 0,13-13 0 0,12 0-2 0,59-13-6 0,107 13-159 0</inkml:trace>
  <inkml:trace contextRef="#ctx0" brushRef="#br0">4156 15906 53 0,'-24'-23'6'0,"13"-1"5"0,11 12 2 0,23 0-2 0,49-1 1 0,35 13-1 0,60 0-3 0,71 0-4 0,48 0-2 0,35 0 2 0,25 25-6 0,22-13 0 0,2 1-1 0,-37-2 0 0,-35 1 3 0,-49-12 0 0,-45-12 1 0,-73 1 0 0,-72-14 1 0,-47 13 1 0,-37-11-26 0,-81-1-24 0,-108 12 25 0,-96 12 14 0,-47 12 4 0,0 12 4 0,-13-1-1 0,13 1 2 0,12 0 0 0,46-12 0 0,50-1 4 0,46 2 11 0,61-13 5 0,82 24-12 0,72-13 0 0,106-11 2 0,133-11-1 0,118-26-9 0,84-10 1 0,59 0-3 0,12-1 1 0,-24 12 3 0,-83 12 0 0,-119 12 2 0,-156 12-3 0,-130 48-9 0,-72 0-85 0</inkml:trace>
  <inkml:trace contextRef="#ctx0" brushRef="#br0">16577 16965 27 0,'0'0'1'0,"-60"-22"16"0,35 10 14 0,38 0-14 0,23 12-6 0,71 12-5 0,36 0-2 0,35-12-3 0,-11 0 1 0,-49-12-2 0,-69-12 4 0,-49-12 2 0,-36 0-1 0,-11 13-1 0,22 23-2 0,61 23-5 0,36 36-2 0,-36 2 3 0,-96-1 2 0,-71-26-11 0,71-9-100 0</inkml:trace>
  <inkml:trace contextRef="#ctx0" brushRef="#br0">18029 16479 13 0,'0'-37'9'0,"24"-22"24"0,-11 11 8 0,-13 60-21 0,0 83-8 0,0 72-8 0,11 0 2 0,1-36-6 0,-1-36 1 0,-11-71 2 0,13-48 7 0,10-84-3 0,37 26-2 0,0 59-3 0,-1 46-3 0,24 48-1 0,-36 1 0 0,-22-12 0 0,-50-26 0 0,-9 3-11 0,21-37-59 0,37-48 2 0</inkml:trace>
  <inkml:trace contextRef="#ctx0" brushRef="#br0">18875 16395 68 0,'12'-24'5'0,"-1"24"32"0,-58 108-11 0,-24 70-16 0,47-23-9 0,58-12-2 0,51-49-4 0,-2-34-84 0,-59-49 41 0</inkml:trace>
  <inkml:trace contextRef="#ctx0" brushRef="#br0">19101 16668 69 0,'0'-47'14'0,"36"0"20"0,47 35-17 0,0 59-7 0,-47 37 1 0,-61-1-7 0,-33-24-2 0,-2-23-1 0,60-47 3 0,60-49 0 0,23-12-1 0,-11 1 0 0,-49 35-9 0,-23 36 6 0,-59 47 3 0,11 24-3 0,35 2-1 0,49-14 1 0,25-23-19 0,-38-12-93 0,-11-36 80 0</inkml:trace>
  <inkml:trace contextRef="#ctx0" brushRef="#br0">19649 16358 113 0,'12'13'9'0,"47"95"17"0,-12 47-4 0,-34 0-13 0,-37-13-8 0,-59-24-5 0,-25-34 1 0,25-36-76 0,71-36-8 0</inkml:trace>
  <inkml:trace contextRef="#ctx0" brushRef="#br0">20756 5535 66 0,'-48'-21'5'0,"25"139"7"0,-1 95 0 0,12-33-5 0,24-50-2 0,-1-59 0 0,2-46 0 0,-37-25 3 0,-47-96-5 0,-13-70 1 0,48-49-3 0,25 73 0 0,22 82-1 0,37 23 0 0,24 27-1 0,10-14 1 0,25 0 0 0,1-12 0 0,-48-12-34 0,-36 14-54 0</inkml:trace>
  <inkml:trace contextRef="#ctx0" brushRef="#br0">20685 5774 37 0,'-24'24'8'0,"-37"48"5"0,51-72 0 0,69-25-5 0,71-69-6 0,85-13-42 0,-192 95 10 0</inkml:trace>
  <inkml:trace contextRef="#ctx0" brushRef="#br0">21518 5489 71 0,'-23'-25'16'0,"11"25"-9"0,47-23-2 0,49-25-2 0,34-11-2 0,-10 11-26 0,-71 25-10 0,-50-2-8 0,-35-22 60 0,-11 10 14 0,34 37-14 0,14 73-1 0,22 59-5 0,25-2-8 0,24-23-6 0,0-36-79 0</inkml:trace>
  <inkml:trace contextRef="#ctx0" brushRef="#br0">22114 4834 78 0,'-13'-11'2'0,"-34"-2"0"0,58 97 7 0,2 58 5 0,10-11-9 0,26-47-2 0,11-60 3 0,34-108-3 0,12-35-4 0,-21 96 0 0,-49 82 2 0,-25 37 1 0,13-25-3 0,-1-48-30 0,-23-12-50 0</inkml:trace>
  <inkml:trace contextRef="#ctx0" brushRef="#br0">19970 5238 65 0,'-12'0'1'0,"-36"-23"4"0,1 59 5 0,-13 35 3 0,-12 48-3 0,26-25-5 0,22-21-3 0,24-2 0 0,0 24 2 0,24 26-1 0,-1 55-1 0,25 16-3 0,-1-37 3 0,1 0-1 0,-12-13 1 0,35-11-1 0,13-36-35 0,-25-71-40 0</inkml:trace>
  <inkml:trace contextRef="#ctx0" brushRef="#br0">22638 4321 77 0,'0'-11'1'0,"-36"-37"1"0,59 48-1 0,37 59 4 0,107 275 5 0,-60-166-9 0,-60 10 2 0,-22 0 6 0,-25-23-3 0,-25-25 0 0,-47-34 0 0,-35 0-1 0,1-37-21 0,35-47-96 0</inkml:trace>
</inkml:ink>
</file>

<file path=ppt/ink/ink25.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1144 5525 11 0,'-24'-24'39'0,"12"0"-22"0,12 0-1 0,-12 1-5 0,12 23 2 0,0 0-4 0,0 0-5 0,24 47 5 0,0 1-3 0,-2 12-2 0,-9-26-1 0,-1-9 1 0,-1-13 3 0,50-49 0 0,46-22-5 0,36-24 0 0,34-24 1 0,4-12 0 0,-27 47 0 0,-59 26 4 0,-72 33 2 0,-23 1 2 0,0 0-9 0,13 12-146 0</inkml:trace>
  <inkml:trace contextRef="#ctx0" brushRef="#br0">1287 7989 17 0,'0'-36'28'0,"-24"36"-16"0,12-11-10 0,12 11 6 0,-13-12 14 0,13 12-6 0,0-12 0 0,0-1-2 0,0 13-5 0,13 0-3 0,-13 0-1 0,23 25 0 0,1-2-1 0,0 0-2 0,-1 2 1 0,13 0-1 0,-11-14 1 0,-14-11 1 0,37-11-1 0,13-39-1 0,32-8 2 0,14-26-3 0,25 0 1 0,-1 2 0 0,-49 9-3 0,-21 27 2 0,-25 34-2 0,-24-12 4 0,-12 24 1 0,0-12 2 0,0 1-8 0,0 11 4 0,59-25-36 0,1-10-76 0</inkml:trace>
  <inkml:trace contextRef="#ctx0" brushRef="#br0">941 9108 66 0,'-59'-23'8'0,"34"23"-6"0,25-12 0 0,-11 0 9 0,11-1 5 0,-12 13-6 0,12 0-5 0,12 13-2 0,-1 11 1 0,2-1 2 0,-1 13 7 0,-1 0-5 0,13 11-6 0,-12 0 2 0,12-22-3 0,-11-13 1 0,10 1 0 0,1-2 4 0,-1-1-1 0,37-20-1 0,0-26-2 0,11-36-1 0,24-11 2 0,12-24-4 0,11 0 1 0,3 11 2 0,-27 13-2 0,-34 36 3 0,-36 23 1 0,-24 11 0 0,12 2-4 0,48-1-55 0,-13 12-39 0</inkml:trace>
</inkml:ink>
</file>

<file path=ppt/ink/ink26.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13409 13192 45 0,'0'0'0'0,"-24"0"4"0,48 0 0 0,71-12 14 0,24 0-8 0,12-1-2 0,-36 13-2 0,-71-10 2 0,-59 10 2 0,-62 10-6 0,15 3-2 0,0 11 0 0,57-11 1 0,37-2 2 0,58-11 1 0,15-11-3 0,-38-2-1 0,-23 1 1 0,-24 0-1 0,0 12-105 0</inkml:trace>
  <inkml:trace contextRef="#ctx0" brushRef="#br0">13409 13431 62 0,'0'-13'9'0,"0"37"-7"0,0 36 16 0,-13 35-4 0,-10-12 3 0,-12-11-9 0,-1 11-2 0,12 24 1 0,48-95-2 0,36 1 0 0,10-13-3 0,-10-13 1 0,-36 13-3 0,0 0-5 0,-12 13-114 0</inkml:trace>
  <inkml:trace contextRef="#ctx0" brushRef="#br0">13683 13764 95 0,'-13'-12'7'0,"-10"24"-7"0,35 36 12 0,-12-14 2 0,0 3-4 0,0-3-6 0,11-21-1 0,-11-47 5 0,0-27-6 0,0 1 0 0,0-11-1 0,0-13 0 0,25-21 0 0,21 44 0 0,15 49-1 0,-25 12-1 0,-25 36 2 0,-11 1-1 0,-36-16 1 0,0-8 1 0,13-1-1 0,35 47 0 0,35 12 1 0,25 2-2 0,-12-14 1 0,-24-36 0 0,-36-10-1 0,-12-1-70 0,12 0 2 0</inkml:trace>
  <inkml:trace contextRef="#ctx0" brushRef="#br0">13385 14168 35 0,'-47'12'7'0,"-13"24"7"0,60-36 16 0,71-23-12 0,96-2-5 0,36-10-9 0,-49 24-2 0,-82 11-2 0,-84 11-49 0,-12 1-2 0</inkml:trace>
  <inkml:trace contextRef="#ctx0" brushRef="#br0">13230 14359 48 0,'-23'0'11'0,"105"-24"6"0,109 0 5 0,-1 1-2 0,-34 12-2 0,-97-2-7 0,-47 1-3 0,-24 0-10 0,-12 24-129 0</inkml:trace>
</inkml:ink>
</file>

<file path=ppt/ink/ink27.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1263 5036 20 0,'-12'-35'31'0,"24"58"-37"0,12 36 9 0,23 25 2 0,0-60 2 0,13-61 8 0,12-34-7 0,23-23-5 0,23 33-5 0,-69 50-49 0</inkml:trace>
  <inkml:trace contextRef="#ctx0" brushRef="#br0">3108 4953 63 0,'0'-12'2'0,"0"-1"2"0,24 74-2 0,24-14 0 0,11-34 5 0,25-38 8 0,23-34-11 0,48-1-1 0,-36 37-65 0</inkml:trace>
  <inkml:trace contextRef="#ctx0" brushRef="#br0">5609 4798 45 0,'-12'-46'22'0,"0"46"-11"0,48 46-10 0,-12-10 0 0,35-24 16 0,25-60-1 0,70-35-12 0,73-1-21 0,-191 73-35 0</inkml:trace>
  <inkml:trace contextRef="#ctx0" brushRef="#br0">8122 4668 11 0,'0'0'0'0,"0"-25"34"0,12-10-8 0,-12 11-10 0,0 24-10 0,12 13-4 0,-1 33 1 0,0 13-1 0,14-22 0 0,11-13 1 0,0-14 2 0,-25-10-1 0,25-21-1 0,-12-29-2 0,0 3 0 0,-12 12-1 0,-1-1 2 0,-11-1-1 0,0 26 0 0,0 59-1 0,13 11 1 0,-13 25 0 0,0 12 0 0,0 22 0 0,-13 13 2 0,2-12-3 0,-12-24 1 0,-2-22 0 0,-11-39 2 0,1-22 0 0,-1-12 1 0,12-35 0 0,12-26-2 0,60-33 1 0,47-13-2 0,12 35-1 0,-23 25 0 0,-25 11-2 0,-48 11 4 0,2 14 0 0,-1-1-2 0,24 24-5 0,-25 12-88 0</inkml:trace>
  <inkml:trace contextRef="#ctx0" brushRef="#br0">2976 15121 20 0,'0'0'0'0,"-10"-11"18"0,10 11 4 0,10 34-11 0,15 74 3 0,11 10-2 0,-12-22-3 0,0-12 0 0,-12-38-1 0,-1-21-2 0,-11-25 3 0,-23-36-5 0,-1-35-3 0,0-12-1 0,-1 11 0 0,14-59 0 0,11 13 0 0,24 46 0 0,12 23 1 0,0 15-3 0,-1 9 1 0,13 2-2 0,-1 11 4 0,-11 12-34 0,-12 0-37 0</inkml:trace>
  <inkml:trace contextRef="#ctx0" brushRef="#br0">3012 15370 48 0,'-11'0'11'0,"11"0"9"0,36-34-13 0,46-37-6 0,38-2-1 0,-25 14-50 0</inkml:trace>
  <inkml:trace contextRef="#ctx0" brushRef="#br0">3572 14788 66 0,'0'12'3'0,"-47"106"14"0,22 49 4 0,38-37-10 0,59-22-5 0,47-48 1 0,12-48-7 0,-36-24-116 0</inkml:trace>
  <inkml:trace contextRef="#ctx0" brushRef="#br0">3823 14989 41 0,'0'0'0'0,"-12"-23"19"0,48-1-11 0,-2 24-1 0,15 47 6 0,-26 2-3 0,-10 10 0 0,-37-23-3 0,24-36-2 0,24-36 0 0,0-59-4 0,23 11 0 0,-11 37 1 0,-36 35-2 0,0 37-2 0,0 33 2 0,23-11 2 0,13-22 0 0,12-1-2 0,-23-24-54 0,-25 0 11 0</inkml:trace>
  <inkml:trace contextRef="#ctx0" brushRef="#br0">4216 14621 66 0,'23'24'9'0,"36"107"10"0,-10 23 1 0,-37 1-3 0,-12-48-4 0,0-47-5 0,0-47 0 0,0-63-117 0</inkml:trace>
  <inkml:trace contextRef="#ctx0" brushRef="#br0">4822 14776 18 0,'0'0'0'0,"0"0"29"0,-11-13-9 0,11 2-4 0,0 11-8 0,24-12-5 0,24 1 4 0,11-14-3 0,0 0 0 0,-23 15-1 0,0-1-1 0,1-2 0 0,-3 13 0 0,-21-12-1 0,-1 12-39 0</inkml:trace>
  <inkml:trace contextRef="#ctx0" brushRef="#br0">4895 14453 32 0,'0'0'7'0,"0"-23"16"0,-12 12-17 0,12-1 3 0,12 12-4 0,-12 35 4 0,23 13 0 0,1 11-1 0,-1 13-3 0,2-14 1 0,11 3 0 0,-25-25 0 0,13-1 0 0,-12-23 6 0,-12-12-7 0,0-23-2 0,0 11-1 0,0-13-1 0,0 14-3 0,-12 11-117 0</inkml:trace>
  <inkml:trace contextRef="#ctx0" brushRef="#br0">5395 14001 63 0,'0'-11'13'0,"-13"22"11"0,13 73 5 0,0 47-13 0,37-36-8 0,-3-24-1 0,-9-23-1 0,-14-25-2 0,2-10 1 0,-13-26 3 0,0-45-4 0,23-39-2 0,13 26-1 0,0 48-2 0,0 35-3 0,12 49 4 0,-13-3 1 0,1 2 1 0,-12-2 0 0,-12-33 0 0,-12-25-8 0,12-36-64 0,0 1-4 0</inkml:trace>
  <inkml:trace contextRef="#ctx0" brushRef="#br0">6002 13775 85 0,'-12'0'25'0,"-36"96"13"0,25 34-16 0,23-9-17 0,60-16-2 0,35-44-1 0,0-51 2 0,-49-10-34 0,-33-46-107 0</inkml:trace>
  <inkml:trace contextRef="#ctx0" brushRef="#br0">6145 13978 40 0,'0'-24'45'0,"-12"-13"-26"0,36 27-11 0,12 20 8 0,-1 40-4 0,-23-3 1 0,-12-23-4 0,-12-13-3 0,12-11 0 0,23-48-4 0,13-11-1 0,-11 13 0 0,-13 21 0 0,-12 13-2 0,-12 36 1 0,12 10 2 0,24 16-3 0,23-16 1 0,-11-9-13 0,-12-25-55 0,-24-12 8 0</inkml:trace>
  <inkml:trace contextRef="#ctx0" brushRef="#br0">6455 13668 46 0,'11'36'15'0,"62"83"27"0,-14 36-4 0,-36-24-25 0,-12-36-7 0,2-35-3 0,-13-60-24 0,0-12-85 0</inkml:trace>
  <inkml:trace contextRef="#ctx0" brushRef="#br0">2573 14847 75 0,'0'0'0'0,"-96"-13"10"0,-11 74 1 0,12 33 8 0,70-23-14 0,86 2-4 0,59-2 0 0,-2 24 4 0,-59 37 9 0,-23-1-2 0,-24-13-3 0,12-10-4 0,36-1-2 0,10-36 1 0,96-35-2 0,133-119-141 0</inkml:trace>
  <inkml:trace contextRef="#ctx0" brushRef="#br0">6621 13216 74 0,'0'0'0'0,"0"-48"19"0,24 25-13 0,24 23 2 0,47 83 10 0,35 95-7 0,-10 61-2 0,-84-38 2 0,-48-57 2 0,-36-62-5 0,1-32-4 0,34-50-6 0,49-61-132 0</inkml:trace>
  <inkml:trace contextRef="#ctx0" brushRef="#br0">7478 13536 96 0,'0'0'4'0,"13"-34"1"0,70-3 9 0,23 3-6 0,14-3-4 0,-48 14-29 0,-60 12-44 0</inkml:trace>
  <inkml:trace contextRef="#ctx0" brushRef="#br0">7705 13264 90 0,'-25'12'10'0,"25"47"13"0,25 37-5 0,22-1-10 0,1-24-3 0,0-35-2 0,-1-36-60 0,-35-13 5 0</inkml:trace>
  <inkml:trace contextRef="#ctx0" brushRef="#br0">8015 12929 88 0,'0'-11'7'0,"0"-1"8"0,0 85 16 0,23 45-17 0,36 1-8 0,-34-48-4 0,-1-35 5 0,-24-60 5 0,35-70-6 0,1 44-5 0,0 50-3 0,11 61-1 0,2-1 1 0,-15-13 2 0,-21-10-9 0,-13-37-71 0,0 0 29 0</inkml:trace>
  <inkml:trace contextRef="#ctx0" brushRef="#br0">8479 12774 106 0,'-12'0'17'0,"-24"97"6"0,24 34-3 0,48-24-14 0,58-11-2 0,14-49-1 0,-37-35-54 0,-46-24-53 0</inkml:trace>
  <inkml:trace contextRef="#ctx0" brushRef="#br0">8658 12954 85 0,'-1'0'0'0,"-10"-25"22"0,11 14-13 0,24-1 4 0,11 48-5 0,-12 12-2 0,-10-13 4 0,-13-23-1 0,0-12-1 0,12-58-5 0,12 21-3 0,-12 13 1 0,-12 35-2 0,-25 14 6 0,14 11-4 0,35-1 0 0,23-23 2 0,1 1-5 0,-24-38-38 0,-24-10-59 0</inkml:trace>
  <inkml:trace contextRef="#ctx0" brushRef="#br0">8872 12644 39 0,'0'-12'36'0,"37"1"-16"0,9 106 21 0,-10 47-19 0,0-10-14 0,-12-38-2 0,-24-10-1 0,-24-47-31 0,0-26-76 0</inkml:trace>
  <inkml:trace contextRef="#ctx0" brushRef="#br0">8122 12609 98 0,'-25'-11'20'0,"25"45"3"0,0 50-13 0,25 35-45 0,-25-96-30 0</inkml:trace>
  <inkml:trace contextRef="#ctx0" brushRef="#br0">11111 4155 19 0,'-24'-35'17'0,"12"10"-13"0,24-22 3 0,-12 23 3 0,0 11-1 0,0 26-6 0,-12 35 0 0,-1 46 3 0,2-10-5 0,22-36 0 0,38-12 2 0,-14-49 1 0,13-34-3 0,12 0 0 0,-14-14 1 0,-21 3-4 0,-14 22 3 0,-11 0-1 0,0 24 1 0,0 12-3 0,0 37 1 0,13 34 1 0,-1 36 0 0,0 25-1 0,0 10 1 0,-1-24 0 0,-11-58 1 0,-23-24 1 0,-37-36 1 0,1-25-1 0,11-46 0 0,36 12-2 0,48-37 1 0,47 2-1 0,0 33 0 0,-23 27-1 0,-24 21-5 0,-36 13-75 0</inkml:trace>
  <inkml:trace contextRef="#ctx0" brushRef="#br0">10908 3488 30 0,'-59'-23'26'0,"23"46"-25"0,36 37-1 0,0 1 7 0,-12-3 2 0,12-11-5 0,0-34-1 0,0-13 3 0,12-47-3 0,12-37-1 0,-12-24-2 0,22 24 1 0,2 38-2 0,13 21 2 0,11 50 2 0,-1 46 2 0,0 0-3 0,-23-12 1 0,-24-22-2 0,0-13 3 0,0-14-54 0,0-10 7 0</inkml:trace>
  <inkml:trace contextRef="#ctx0" brushRef="#br0">11658 4072 51 0,'-36'0'5'0,"25"0"-5"0,70-24 1 0,-11 0 6 0,22 1-1 0,15 12-4 0,-38-14-1 0,0 13 0 0,-11 12-23 0,-23 0-20 0</inkml:trace>
  <inkml:trace contextRef="#ctx0" brushRef="#br0">11742 4239 43 0,'-24'0'4'0,"-12"11"0"0,60-11-2 0,24-11 2 0,35-1 1 0,-11-12-1 0,-37 24 1 0,-35 0 1 0,-24 0-4 0,13 0-9 0,22-12-56 0</inkml:trace>
  <inkml:trace contextRef="#ctx0" brushRef="#br0">12575 4166 27 0,'0'-11'11'0,"36"-1"-11"0,0-23 1 0,-24 11 3 0,12-12 0 0,-24-1-3 0,0 3 1 0,-36-14-1 0,12 0 2 0,-12 25 1 0,12 11-1 0,-12 12-1 0,0 12-2 0,-11 11 1 0,12 25-1 0,-1 24 1 0,24-12-1 0,-1-1 1 0,38-24 0 0,11-24 0 0,12-11 0 0,-14-23-2 0,2-25 3 0,0-11-2 0,0 24-1 0,-12 11 2 0,-24 24 0 0,12 13 3 0,-12 8 0 0,24 16-2 0,-12-13 0 0,10-1-2 0,-9 2 1 0,10-2-47 0,-23-23 12 0</inkml:trace>
  <inkml:trace contextRef="#ctx0" brushRef="#br0">12933 3881 57 0,'0'0'0'0,"-72"-12"4"0,60 12-4 0,12 12 8 0,0 24 1 0,23 0-6 0,13 1-1 0,-11-3 0 0,10-22-1 0,-11 0 1 0,1-24 0 0,-2-34-1 0,-23 21-1 0,0-11 1 0,0 13-1 0,0 10 0 0,11 26-1 0,2 10 1 0,10 1 0 0,13 0-1 0,12-11 1 0,23-2 1 0,12-35-1 0,13-13 0 0,-1 3 0 0,-23-14 0 0,-37 12 0 0,-24 12 0 0,-11-12 0 0,-11 13 0 0,-14-2 0 0,4 14 0 0,8 11-1 0,-23 0 1 0,12 11 0 0,-12 14-1 0,0 10 1 0,0 1 0 0,25 0-1 0,11-24 1 0,36-12 1 0,0-36 0 0,-1 12-1 0,-23 0 0 0,-12 24-1 0,0 24 1 0,24 47-1 0,0 13 1 0,12 11-1 0,-26 48 3 0,-20-24-3 0,-26-24 1 0,-12-35 0 0,1-49 2 0,11-45 0 0,11-50 0 0,25-35 0 0,36 12-3 0,72 23-2 0,59 13-56 0,-133 59 32 0</inkml:trace>
  <inkml:trace contextRef="#ctx0" brushRef="#br0">14076 3703 11 0,'0'0'9'0,"-24"-23"3"0,24 10-13 0,0-11 3 0,-12 11 4 0,0 13 1 0,-1-10 2 0,2-1 0 0,11 11-5 0,0 0-2 0,0 0 5 0,0 0-4 0,-12 0-2 0,12 21 1 0,0 4-1 0,0 11-1 0,12-13 0 0,-12-10 3 0,-12-26 2 0,12 2-5 0,0 11 0 0,0-12 2 0,12 1-2 0,-12-2 0 0,11-11 0 0,-11 11 0 0,0 3 1 0,-11-14-1 0,22 12 0 0,-11 0 0 0,0 12 0 0,-11 0 0 0,11-13 0 0,0 13 1 0,0 0-2 0,0 13 1 0,0-13 0 0,11 0 0 0,-11 0 0 0,0-13 1 0,0 13-1 0,0 0 0 0,0 0-1 0,13 0 1 0,-13 0 1 0,0 0-1 0,-13 0 0 0,13 0 0 0,13 0-3 0,-1 0-22 0,0 0-11 0</inkml:trace>
  <inkml:trace contextRef="#ctx0" brushRef="#br0">14040 3441 33 0,'0'0'6'0,"-36"-12"7"0,24 0-5 0,12 12 4 0,-11 12-2 0,11 36-3 0,0 11-2 0,23 14-3 0,13-15 0 0,12-34 0 0,-1-24 1 0,-11-36 0 0,-13-23-2 0,-10 11 0 0,-1-23 0 0,-12 23 0 0,11 12-1 0,-11 24 1 0,0 1-2 0,0 58 2 0,0 24 0 0,0 50 2 0,13 9-2 0,11 0 0 0,-1-9 0 0,-12-27 1 0,-11-12 3 0,-23-57-1 0,-12-13-1 0,-14-49 1 0,2-21-5 0,35-14 2 0,48-24 0 0,47 14-1 0,13-2 0 0,11 37 0 0,-71 23 0 0,-24 1 1 0,-24-2-1 0,12 25-10 0,-11 36-35 0,-38 12-27 0</inkml:trace>
  <inkml:trace contextRef="#ctx0" brushRef="#br0">12790 4631 38 0,'-12'0'6'0,"-48"0"0"0,35 12-4 0,15 0 4 0,-14 1 0 0,24-2 1 0,47-11 9 0,132-71-7 0,119-24-6 0,59-1-1 0,-36 25-1 0,-130 23 0 0,-143 24 2 0,-60 12-1 0,-12 0-7 0,24 24-43 0,-12 13 0 0</inkml:trace>
  <inkml:trace contextRef="#ctx0" brushRef="#br0">13087 4679 82 0,'-36'-11'3'0,"49"-2"-2"0,225-45 1 0,58-26-1 0,-33 36-1 0,-132 25 1 0,-142 23 3 0,-85 0-4 0,1 0-87 0</inkml:trace>
  <inkml:trace contextRef="#ctx0" brushRef="#br0">7693 10061 47 0,'-49'-12'15'0,"15"-1"-2"0,10 13 5 0,0-11-3 0,24 11-9 0,12 11-3 0,58 14 1 0,51-13 1 0,57 1-2 0,25-13-3 0,0 0 1 0,-61 0 1 0,-48 0 2 0,-58-13 2 0,-11-11-2 0,-14 11-3 0,-11 2-13 0,0 47-45 0,-23 0-5 0</inkml:trace>
  <inkml:trace contextRef="#ctx0" brushRef="#br0">7598 10430 56 0,'-24'-13'4'0,"0"13"-1"0,36-11 1 0,12-1 3 0,34 12 2 0,39-11-4 0,-15-2-3 0,-21 13 0 0,-14-12 0 0,-35 0 1 0,0-11 1 0,-12 12 2 0,0 11-1 0,-12 0-4 0,12 34 1 0,0 50 3 0,-12 24 2 0,-12 10-2 0,12-35 0 0,1-35-2 0,11-37 0 0,0-11-2 0,11-11-49 0,13-12-33 0</inkml:trace>
  <inkml:trace contextRef="#ctx0" brushRef="#br0">8134 10478 31 0,'0'-36'16'0,"12"11"-2"0,-1 2 10 0,0 46-3 0,-11 48-3 0,-11 13-5 0,11-13-8 0,0-21-6 0,24-16-1 0,-12-10-57 0,-1-24-8 0</inkml:trace>
  <inkml:trace contextRef="#ctx0" brushRef="#br0">8312 10632 59 0,'-12'0'11'0,"0"0"1"0,24 0-10 0,24-12-43 0,-36 12 8 0</inkml:trace>
  <inkml:trace contextRef="#ctx0" brushRef="#br0">8479 10478 48 0,'-12'-11'9'0,"12"-26"1"0,60-10 5 0,-13 10 1 0,-23 37-8 0,-1 24 1 0,13 36 2 0,-23-2-4 0,-13 15-1 0,-24-37-2 0,12-1 0 0,12-24-3 0,23-11 2 0,48-23-2 0,13 12 0 0,-48-1-3 0,-24 12-2 0,-12 12-48 0,-36 11-34 0</inkml:trace>
  <inkml:trace contextRef="#ctx0" brushRef="#br0">7622 11179 63 0,'-24'0'7'0,"-48"25"-1"0,83-37-1 0,62-12 5 0,93-36 4 0,96-11-5 0,24 24-4 0,-48 10-1 0,-83 14-2 0,-72 12 0 0,-47-2 0 0,-12 1-1 0,-24 12-10 0,-48 25-56 0,13-14 19 0</inkml:trace>
  <inkml:trace contextRef="#ctx0" brushRef="#br0">7729 11311 84 0,'-36'0'5'0,"-23"12"1"0,130-48-1 0,131-35 10 0,120-37-6 0,11 24-4 0,-95 38-3 0,-129 10 3 0,-86 13 1 0,-23 23-43 0,11 0-49 0</inkml:trace>
  <inkml:trace contextRef="#ctx0" brushRef="#br0">3692 15822 37 0,'0'0'0'0,"-47"0"22"0,34 13-18 0,1-1 5 0,12 0 3 0,59-36 2 0,122-47-10 0,55-24 1 0,-21 22-3 0,-108 62-2 0,-84 35-7 0,-46 13-26 0,-48 9-10 0,47-34 23 0</inkml:trace>
  <inkml:trace contextRef="#ctx0" brushRef="#br0">3799 16073 26 0,'-131'48'20'0,"60"-24"5"0,82-48-11 0,96-70-7 0,120-27 0 0,11 3 0 0,-71 22 0 0,-109 61 0 0,-58 35 1 0,-34-11-9 0,10 45-62 0,12-34 18 0</inkml:trace>
  <inkml:trace contextRef="#ctx0" brushRef="#br0">23340 11752 11 0,'0'0'10'0,"-12"-12"-5"0,60-13-3 0,34 2-7 0,-46 23-15 0</inkml:trace>
  <inkml:trace contextRef="#ctx0" brushRef="#br0">23328 12335 25 0,'-11'-24'5'0,"45"12"-4"0,39-12-10 0,-39 24-11 0</inkml:trace>
  <inkml:trace contextRef="#ctx0" brushRef="#br0">23412 12942 39 0,'-12'0'3'0,"-12"-13"1"0,84-21-4 0,70-14-23 0,-118 36 4 0</inkml:trace>
  <inkml:trace contextRef="#ctx0" brushRef="#br0">23436 13620 26 0,'-24'-11'5'0,"70"-37"-5"0,39 13-7 0,-26 24-15 0</inkml:trace>
  <inkml:trace contextRef="#ctx0" brushRef="#br0">23483 14168 14 0,'0'-12'5'0,"36"1"-3"0,11-12-4 0,1 10-16 0</inkml:trace>
  <inkml:trace contextRef="#ctx0" brushRef="#br0">23351 14884 18 0,'-23'23'12'0,"0"12"-3"0,35-22-6 0,71-50-41 0</inkml:trace>
  <inkml:trace contextRef="#ctx0" brushRef="#br0">3679 15977 76 0,'-11'0'4'0,"-37"0"16"0,-11 13 2 0,47-26-1 0,60-21-11 0,70-37-4 0,48-13-5 0,-10 13 0 0,-37 23 2 0,-70 25-2 0,-15 10 1 0,-34 13-6 0,0 13-19 0,-47 21-33 0,35-10 6 0</inkml:trace>
  <inkml:trace contextRef="#ctx0" brushRef="#br0">3561 16073 71 0,'-36'0'17'0,"1"0"13"0,35-23-14 0,95-37-7 0,60-24-4 0,22-10-4 0,-34 22 0 0,-35 36 3 0,-60 12-4 0,-36 24-20 0,-24 0-33 0,12 12 3 0</inkml:trace>
  <inkml:trace contextRef="#ctx0" brushRef="#br0">3656 16061 77 0,'0'0'4'0,"-36"0"11"0,95-47-10 0,97-36-1 0,33-13 4 0,-21 12-2 0,-73 50 0 0,-59 9-3 0,-36 13 4 0,0 1-4 0,0-1-2 0,12 1-1 0,0 11 0 0,0 0 0 0,-12 11 0 0,0-11 0 0,0 0 1 0,0 0-1 0,0 0-13 0,-12 23-48 0,12-23 23 0</inkml:trace>
</inkml:ink>
</file>

<file path=ppt/ink/ink28.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9265 6799 39 0,'0'0'5'0,"0"0"3"0,0 0 19 0,0-12-14 0,0 24 27 0,12-1-31 0,12 37 0 0,-1 0-2 0,1-13-2 0,24 12-2 0,-24-10 1 0,0-13-2 0,-14-1 1 0,3-23 1 0,10-13 2 0,2-21-5 0,11-14 2 0,10-12-2 0,15 1-1 0,-14 34-3 0,-23 2 5 0,-12 12-1 0,-12 11 4 0,0-12-2 0,0 12-2 0,0 0-5 0,37 12-93 0,-26-1 38 0</inkml:trace>
  <inkml:trace contextRef="#ctx0" brushRef="#br0">12290 6573 20 0,'0'0'0'0,"0"-13"23"0,-12 1-8 0,24-11 8 0,-12 11-6 0,12-12 1 0,-2 12-5 0,-10 0-3 0,0-1-3 0,-10 13-6 0,10 25-1 0,0 23 2 0,0 11-3 0,10-23 2 0,3 1-2 0,-1-26 3 0,12-1 0 0,24-20 2 0,-13-1-6 0,1-14 1 0,-12 0 0 0,12 2 0 0,-24-13 3 0,-1 1-2 0,1 24-1 0,0-14 1 0,-12 13 0 0,0-1 0 0,0 13-3 0,0 13 2 0,-12 35 0 0,12-1 0 0,0 37 2 0,0 0-2 0,0 21 1 0,0-21-1 0,0 12 2 0,12-37-1 0,-24-22 0 0,0-14 1 0,-11 1 0 0,-13-24 0 0,12 12 0 0,12-12 0 0,1-12 0 0,-2-1 0 0,13-10 0 0,0-13-1 0,13 1 0 0,-2-1 0 0,25 0 0 0,0-12 0 0,-1 25 0 0,-11 11 0 0,0-12 1 0,0 0-1 0,12 11 0 0,-13 2 0 0,-11-1 2 0,-12 12 0 0,0-11 0 0,11-1 1 0,-11 12-1 0,0-12 0 0,0 12-1 0,0 0-1 0,13 0-29 0,10 0-75 0</inkml:trace>
  <inkml:trace contextRef="#ctx0" brushRef="#br0">13242 6584 63 0,'0'0'0'0,"-35"0"16"0,23-11-9 0,0-2 12 0,0 13-3 0,12-12-11 0,12 12-1 0,22 0-4 0,27 0 3 0,23 0-2 0,-14 0 2 0,-10 0 3 0,-36 0 3 0,-24 0-1 0,0-12-5 0,12 24-59 0,12-12-21 0</inkml:trace>
  <inkml:trace contextRef="#ctx0" brushRef="#br0">13956 6429 80 0,'0'0'0'0,"0"-11"15"0,0 45-8 0,-11 16 13 0,-12 8-10 0,23-22-5 0,0-12 3 0,0-12-5 0,0-12 1 0,0-12 2 0,0-24-5 0,-13 12 0 0,-11-23 0 0,24-1-1 0,12-11 1 0,0-13-1 0,12 1 1 0,-12 23-2 0,-1 12 1 0,25-11 0 0,0 23 1 0,12 0-1 0,-2 24 0 0,-10 0 0 0,-11 0 0 0,11 12-6 0,-1 13-23 0,-11 21-19 0,-24-34-5 0</inkml:trace>
  <inkml:trace contextRef="#ctx0" brushRef="#br0">13945 6441 82 0,'-36'0'8'0,"24"0"-6"0,12 0 12 0,25 0 6 0,9-23-15 0,50 11-3 0,-12 12-31 0,-13 0-49 0</inkml:trace>
  <inkml:trace contextRef="#ctx0" brushRef="#br0">14539 6167 39 0,'-11'-35'10'0,"22"11"0"0,2 12 29 0,-26 12-21 0,-21 48-5 0,-26 23-4 0,12 24-2 0,24 1-2 0,36-25-3 0,36-12 1 0,1-11-8 0,8-12-34 0,-44-24-12 0,-1-12 15 0</inkml:trace>
  <inkml:trace contextRef="#ctx0" brushRef="#br0">14505 6370 75 0,'0'-12'11'0,"11"-24"-2"0,37 11-2 0,-24 15 9 0,-12 20-4 0,0 40-5 0,0-16-3 0,-1 3-3 0,-11-14 3 0,-11-23-2 0,11 11 3 0,-12-22-5 0,12-1 2 0,12-11-2 0,10-2 1 0,14-9-1 0,-23 9 0 0,-1 0-1 0,-24 25 3 0,-1 0-3 0,2 25 4 0,-1 11-3 0,12 0 2 0,23-12-2 0,26-1-7 0,-14-12-51 0,-23 2-11 0</inkml:trace>
  <inkml:trace contextRef="#ctx0" brushRef="#br0">14802 6215 60 0,'0'-12'4'0,"-24"-24"0"0,60 24 3 0,-12 1 22 0,-12 70-12 0,12 25-12 0,-12-1-3 0,-12-12-1 0,0-10 1 0,-12-15-2 0,-12-21 4 0,24-14 1 0,-12-11-1 0,12 0-45 0,0 0-30 0</inkml:trace>
  <inkml:trace contextRef="#ctx0" brushRef="#br0">7181 7668 23 0,'0'-12'22'0,"0"1"-3"0,-12-2 3 0,12 1-14 0,0 0 1 0,-13-12 4 0,2 1-4 0,-1 11-5 0,-11 0-2 0,-13 12-1 0,-12 0-1 0,1-13 3 0,-1 13 0 0,1 0 0 0,34 0-3 0,-34 0 1 0,-2 25-2 0,3-2 2 0,-14 13 6 0,23 1-5 0,14-3-1 0,0 26-1 0,10-12 1 0,2-1 0 0,35 13 1 0,11-12 2 0,25-14 3 0,11 3-4 0,13-1 1 0,23-13-1 0,-12-11 0 0,-23-12-1 0,-1 0 0 0,11-24 0 0,-10-10-1 0,-24-3-2 0,-12 13 4 0,-24-11-1 0,1-13 0 0,-26 0-1 0,1-11-1 0,-12 0 0 0,-11-1 4 0,-13 12-3 0,-1 12-1 0,3-12-4 0,-15 25-1 0,-9 12 2 0,-37 22-1 0,-1 25 1 0,12 35-45 0,60-47-54 0</inkml:trace>
  <inkml:trace contextRef="#ctx0" brushRef="#br0">6717 6703 66 0,'0'0'0'0,"-36"-46"50"0,36 46-44 0,12-13 13 0,-12 13-6 0,0 13-9 0,0 33-1 0,12 2-1 0,22-12 0 0,2-13 2 0,13-34-1 0,-2-26 0 0,0-10 0 0,-34 10-2 0,-13 3 0 0,12-3 0 0,-12 14-1 0,0 12 1 0,24-2-1 0,-12 37-1 0,-12 36 1 0,0 11 0 0,0 24 0 0,0-11 0 0,-12-1 0 0,-1-22 0 0,-10-40 2 0,10-8 1 0,-21-13 0 0,21-13 0 0,2-33-1 0,11-13-2 0,24-1 1 0,10 12-1 0,27 1 0 0,10 10-1 0,-1 14 3 0,-9-1-3 0,-25 24 2 0,-24-12 1 0,-12 12 0 0,0 25-137 0</inkml:trace>
  <inkml:trace contextRef="#ctx0" brushRef="#br0">9515 6441 32 0,'-12'-12'19'0,"12"-11"2"0,0-2 2 0,0 2-4 0,-13 23-8 0,26 36 1 0,-13 22-4 0,12 15-4 0,-1-14 0 0,2-23-1 0,-1-12 2 0,-12-11-1 0,-12-13 0 0,-1-13 0 0,2-24-1 0,-14 3-1 0,14-14-1 0,-1 0 0 0,-1 0-1 0,13 0 1 0,0 1 0 0,0 23-1 0,25 1 1 0,-1 12-1 0,12-2 0 0,11 13 0 0,13-12 0 0,-37 12 0 0,-10 0-2 0,-1 12-9 0,-1 1-17 0,1-2-19 0,-12 12-30 0</inkml:trace>
  <inkml:trace contextRef="#ctx0" brushRef="#br0">9503 6477 86 0,'0'0'4'0,"-36"0"14"0,36 0-4 0,36-12-4 0,24-1-7 0,23 2-11 0,-24 11-76 0</inkml:trace>
  <inkml:trace contextRef="#ctx0" brushRef="#br0">9908 6226 24 0,'0'-11'25'0,"12"-1"13"0,-12 1-17 0,-12 11 3 0,-25 34-3 0,3 37-10 0,9 2-7 0,25-14-2 0,25 1 0 0,22-1 0 0,1-23 0 0,-2 0-20 0,-10-24-48 0,-23-12 14 0</inkml:trace>
  <inkml:trace contextRef="#ctx0" brushRef="#br0">10050 6381 38 0,'-11'-23'43'0,"11"-1"-31"0,36 12-8 0,-1 12 6 0,-11 25 9 0,-1 22-6 0,2 0-8 0,-25 1-2 0,-36-12 0 0,13-25 0 0,-1-11-1 0,11-11 0 0,26-12-2 0,34-27 0 0,-11 27-1 0,0-12 2 0,-13 22-2 0,-23-10 1 0,0 12 0 0,0 11 3 0,-12 23-1 0,-11 13 1 0,10-13-1 0,13 0 0 0,13 2 0 0,22-13 2 0,1 1-13 0,0-13-15 0,-11 11-31 0,-25-11 13 0</inkml:trace>
  <inkml:trace contextRef="#ctx0" brushRef="#br0">10313 6155 98 0,'0'-11'6'0,"12"-1"-5"0,47 59 7 0,-35 50 18 0,-12 8-11 0,-1-9-8 0,-11-25-3 0,-23-23-2 0,-1-12 0 0,12-24 1 0,12-24 3 0,0-13-17 0,12 25-105 0</inkml:trace>
  <inkml:trace contextRef="#ctx0" brushRef="#br0">19577 11560 65 0,'0'0'0'0,"-71"-11"15"0,-1 11-6 0,60-12 8 0,72 1-6 0,83-2 0 0,48 1-2 0,-1 0-4 0,-59 1-2 0,-95 11-2 0,-61 0 2 0,-68 11-2 0,-27 1 0 0,-35 0-2 0,-12 1 0 0,36-2 1 0,83-11 1 0,72 0-1 0,95-11 0 0,60-2 2 0,0 1-1 0,-48 12-1 0,-85 0 0 0,-69 0 2 0,-84 0-1 0,-59 12-1 0,-13 12-2 0,48-12 3 0,107-1-1 0,71 2 1 0,97-13-1 0,46 0 2 0,-23 12-3 0,-60 0 0 0,-71 1 2 0,-72-13 0 0,-59 0 0 0,-37 0-1 0,38 0 0 0,70 0 0 0,48 11 1 0,70-1 0 0,14-10 0 0,11 13-95 0,-95-13 48 0</inkml:trace>
  <inkml:trace contextRef="#ctx0" brushRef="#br0">19482 11621 17 0,'-12'-11'39'0,"12"-2"-16"0,0 13-10 0,12 0-9 0,24 0 2 0,23 0 1 0,49-12-4 0,10 0 0 0,-22 12 0 0,-25-13-1 0,-47 2 5 0,-24-1 2 0,0 1-6 0,0 11-3 0,12 0-25 0,0 11-47 0</inkml:trace>
  <inkml:trace contextRef="#ctx0" brushRef="#br0">19518 11644 82 0,'-23'-13'5'0,"34"26"-7"0,84-26 3 0,24 13 4 0,-12-10-1 0,-60-1 6 0,-34 11 10 0,-26-13-12 0,2 1-6 0,11 12-7 0,47 12-34 0,-11-12-17 0</inkml:trace>
  <inkml:trace contextRef="#ctx0" brushRef="#br0">19422 11656 25 0,'-23'-12'24'0,"-1"12"-16"0,24-13 13 0,0 13-11 0,0-10-5 0,24 10-4 0,11-11 0 0,13-2 0 0,24 1 2 0,11 0 2 0,11-12 0 0,2 12-3 0,-36 1 1 0,-12-2-1 0,-37 13 1 0,1 0-2 0,0 0-12 0,-12 13-28 0,0-13 3 0</inkml:trace>
  <inkml:trace contextRef="#ctx0" brushRef="#br0">19339 11631 30 0,'-12'0'18'0,"24"0"-9"0,60-10 6 0,23-1-1 0,12-2-4 0,0-11-1 0,-35 11-3 0,-37 2-3 0,-22 11-15 0,-13 11-71 0</inkml:trace>
  <inkml:trace contextRef="#ctx0" brushRef="#br0">1882 14109 31 0,'-11'-12'21'0,"-2"-24"-7"0,13 13-12 0,13-14-2 0,10 37 1 0,13 25-1 0,-13 34 1 0,1 1-1 0,0-12 0 0,0-25 1 0,22-12-1 0,26-58 2 0,24-36 0 0,35-13-4 0,-24 2 3 0,-35 33 1 0,-60 38-1 0,-12 12-1 0,0 11-1 0,34 0-2 0,2-13-40 0</inkml:trace>
  <inkml:trace contextRef="#ctx0" brushRef="#br0">6407 13942 51 0,'0'0'13'0,"-13"-12"-9"0,26-1 4 0,-13 3 3 0,12 10-5 0,-1 0-1 0,2 0 0 0,-1 10-1 0,-1 15-1 0,13 0 2 0,12 9-1 0,-23 14-2 0,10-25 0 0,-12 2 0 0,2-13 2 0,-1-24 2 0,11-24-2 0,25-11-4 0,22-25 3 0,38 1-1 0,24-13 0 0,-25 13-1 0,-73 35 1 0,-9 1 8 0,-25 10-1 0,0 14-7 0,0 11-16 0,11 0-101 0</inkml:trace>
  <inkml:trace contextRef="#ctx0" brushRef="#br0">13897 11526 50 0,'-12'-13'13'0,"0"13"-7"0,24 0-3 0,-12 13 2 0,12-13 4 0,24-25 0 0,0-34-2 0,35-24-2 0,1-1-3 0,-1 25-1 0,-11 22-29 0,-36 14-44 0</inkml:trace>
  <inkml:trace contextRef="#ctx0" brushRef="#br0">13741 11560 56 0,'0'0'6'0,"-22"37"5"0,44-13-3 0,14-14 6 0,36-31 2 0,24-40-1 0,35-33-4 0,12 10 0 0,-48 24-2 0,-36-1-1 0,-35 15-2 0,0 21-22 0,12 14-102 0</inkml:trace>
  <inkml:trace contextRef="#ctx0" brushRef="#br0">11361 16562 8 0,'0'0'0'0,"-12"-24"17"0,12-1 0 0,0 2-2 0,0 23-6 0,24 36 1 0,-1 0-5 0,-12-14 2 0,38-44-2 0,22-27 0 0,1 15-2 0,-13 9-2 0,1 13-84 0</inkml:trace>
  <inkml:trace contextRef="#ctx0" brushRef="#br0">13017 16550 56 0,'-13'-12'16'0,"1"48"-14"0,24 11 9 0,35-34-1 0,85-73-1 0,70-12-12 0,-59 36-85 0</inkml:trace>
  <inkml:trace contextRef="#ctx0" brushRef="#br0">15195 16705 58 0,'0'23'4'0,"11"1"11"0,25-12 6 0,36-24-8 0,47-47-5 0,-1-13-10 0,14 1-48 0,-85 47-8 0</inkml:trace>
  <inkml:trace contextRef="#ctx0" brushRef="#br0">17339 16705 79 0,'-12'0'0'0,"46"34"2"0,27-34 12 0,34-23-1 0,84-48-6 0,59-24-1 0,12-1-111 0</inkml:trace>
  <inkml:trace contextRef="#ctx0" brushRef="#br0">19601 11610 91 0,'-24'-25'7'0,"1"13"-3"0,23 12 0 0,11-13 9 0,61-10-2 0,58-1-3 0,26 12-4 0,-13-11-1 0,-36 23-1 0,-95 0-1 0,-60 0 1 0,-71 11-1 0,-48 13 0 0,1 0-1 0,35-1-1 0,95-23 2 0,36 0-1 0,83 0 4 0,60-11-1 0,36-1-1 0,-36 12-2 0,-97 0 1 0,-46 0 0 0,-94 12-1 0,-73-1 1 0,-11 2-2 0,34 11 2 0,97-24-1 0,60 13 1 0,93-13-1 0,60 0 1 0,13-13 0 0,-47 13 0 0,-85 0 0 0,-47 0 1 0,-36 0-1 0,-35 0-1 0,23 0 0 0,24 0-1 0,13 0 1 0,11 13-8 0,47 8-106 0</inkml:trace>
  <inkml:trace contextRef="#ctx0" brushRef="#br0">8692 12288 64 0,'-11'-60'25'0,"0"-1"-8"0,22 27 3 0,0 57 0 0,2 96-4 0,10 24-10 0,2 12-1 0,-1-36-1 0,-24-47-1 0,0-25 2 0,-13-47 5 0,2-71-5 0,11-25-3 0,36 25-1 0,-1 23-1 0,13 48-2 0,12 60 0 0,-13 24 1 0,-11 11 0 0,-12-35 1 0,-24-13 0 0,12-12-3 0,0-23-57 0,11-12-43 0</inkml:trace>
  <inkml:trace contextRef="#ctx0" brushRef="#br0">9408 12692 103 0,'0'0'0'0,"-12"61"29"0,36 21-7 0,-12 1-7 0,10-22-9 0,-9-15-3 0,10-21-26 0,2-25-96 0</inkml:trace>
  <inkml:trace contextRef="#ctx0" brushRef="#br0">9765 12085 112 0,'-24'-12'12'0,"0"72"14"0,-24 70-1 0,25 25-15 0,35-12-6 0,59-35-2 0,12-37-1 0,1-24-3 0,-36-23-56 0,-24-36-45 0</inkml:trace>
  <inkml:trace contextRef="#ctx0" brushRef="#br0">9908 12454 83 0,'-12'-11'9'0,"-24"-60"5"0,60-2-9 0,36 37 7 0,10 13 9 0,-21 58-4 0,-2 37-5 0,-23 11-7 0,-24-11 1 0,-11-26-3 0,-13-33 2 0,24-26-1 0,11-58-1 0,25 0-1 0,0 12 1 0,-12 11-5 0,-37 24 4 0,13 24-4 0,-23 36 3 0,10 12-2 0,26 11 2 0,35 0-4 0,-1-11 4 0,1-12-30 0,-23-24-112 0</inkml:trace>
  <inkml:trace contextRef="#ctx0" brushRef="#br0">10372 11894 64 0,'0'-35'17'0,"48"-1"4"0,12 12 9 0,-2 95-10 0,14 71-6 0,1 38-10 0,-39-13-3 0,-21-24 1 0,-49-24 0 0,-12-71 2 0,1-25 4 0,22-35-4 0,2-12-2 0,-1 0-4 0,24 13-143 0</inkml:trace>
  <inkml:trace contextRef="#ctx0" brushRef="#br0">9682 6929 59 0,'-72'0'22'0,"13"12"-13"0,59-12 5 0,0-12-10 0,95-11-1 0,48-13-5 0,46-12 2 0,-10 13 1 0,-47 10 1 0,-83 25-2 0,-49 0 14 0,0 0-19 0,0 0-89 0</inkml:trace>
  <inkml:trace contextRef="#ctx0" brushRef="#br0">9753 6977 67 0,'-84'0'31'0,"12"11"-28"0,61-22 12 0,35-12-10 0,71-2 2 0,71-21-5 0,26 9 1 0,-14 1-2 0,-70 25 0 0,-73 11 1 0,-35 0 0 0,-12 0-21 0,-1 11-26 0,-8 1-7 0</inkml:trace>
  <inkml:trace contextRef="#ctx0" brushRef="#br0">9837 7025 51 0,'0'0'0'0,"-96"-12"55"0,72 12-46 0,85-25-4 0,69-22-2 0,61-11 4 0,11 21-3 0,-72 13-3 0,-81 24 0 0,-49 0 1 0,-36 0-2 0,-24 11-9 0,-23 2 2 0,-25 24 2 0,1-3 0 0,-1 3 4 0,62-26 4 0,34-11 7 0,36-11-7 0,71-26 3 0,12 14 2 0,12-13 3 0,-46 11-2 0,-39 14-4 0,-34-1-3 0,0 12-61 0</inkml:trace>
  <inkml:trace contextRef="#ctx0" brushRef="#br0">19243 11610 8 0,'-36'11'45'0,"13"-1"-35"0,10-10 0 0,13 0 6 0,-10 0 2 0,10 0-6 0,0 0-8 0,-12 0-1 0,12 13 1 0,0-13 0 0,12 12 0 0,23-12 0 0,12-12-2 0,49-1-1 0,-1 3 0 0,13-1-1 0,-13 11 1 0,-47-13-1 0,-13 1 2 0,-24 0 0 0,14-1 0 0,-14 2-1 0,14-1-2 0,-14 12-4 0,-11 0-44 0,13 12-33 0</inkml:trace>
  <inkml:trace contextRef="#ctx0" brushRef="#br0">19161 11704 44 0,'-24'-23'46'0,"0"23"-44"0,24-13 11 0,0 13-6 0,0-12-2 0,12 12-2 0,0-12-2 0,12 12-1 0,11 0 1 0,37 0 1 0,23-13-1 0,0 3 0 0,12 10 0 0,-11-11 0 0,-26 11-1 0,-34-13 2 0,0 13-1 0,-23 0 3 0,-13-12-4 0,11 12 1 0,-11 0-1 0,0 0 1 0,0 0-1 0,13 0 2 0,-13 0-1 0,11 0-1 0,1 0 0 0,-12 0-1 0,0-12 2 0,0 12 0 0,11 0-2 0,-11 0 2 0,0 0-1 0,0 0 0 0,0 0 0 0,0 0-3 0,36 0-115 0</inkml:trace>
  <inkml:trace contextRef="#ctx0" brushRef="#br0">1560 16693 65 0,'-13'-12'8'0,"3"-1"2"0,10 61 6 0,0 25-2 0,23-27-5 0,13-34 1 0,47-70-1 0,13-38-6 0,0 12 3 0,-62 59-2 0,-21 25-3 0,10 13-31 0,13-13-54 0</inkml:trace>
  <inkml:trace contextRef="#ctx0" brushRef="#br0">3442 16584 66 0,'0'0'0'0,"0"0"23"0,12 73 4 0,-12 9-10 0,24-45-9 0,70-49 0 0,38-84-5 0,-1 2-2 0,-60 58 1 0,1 0-42 0,-48 36-29 0</inkml:trace>
  <inkml:trace contextRef="#ctx0" brushRef="#br0">5466 16645 53 0,'-13'0'4'0,"26"23"9"0,10 37 2 0,13-12-7 0,24-35-1 0,36-63-7 0,-1-8 3 0,-37 34-3 0,-22 12-9 0,13-12-71 0</inkml:trace>
  <inkml:trace contextRef="#ctx0" brushRef="#br0">7335 16705 14 0,'0'0'3'0,"0"23"1"0,0-12 5 0,13 2 1 0,-13-13 0 0,35-13-3 0,37-45-2 0,10-2-4 0,-9 13 4 0,-49 23 2 0,-14 12-4 0,3 12-3 0,-1-12-44 0,-1 12 19 0</inkml:trace>
  <inkml:trace contextRef="#ctx0" brushRef="#br0">10991 16657 22 0,'0'-12'5'0,"-11"1"9"0,11 22 4 0,-12 12-9 0,24 2-8 0,23-13 1 0,37-24 0 0,35-36-3 0,35-35 4 0,-22 11-3 0,-37 24 3 0,-59 37-2 0,-12 22-2 0,71 1-62 0</inkml:trace>
  <inkml:trace contextRef="#ctx0" brushRef="#br0">12825 16621 8 0,'0'0'0'0,"-23"-24"12"0,11 11 10 0,12 50 1 0,12 23-8 0,22-2-4 0,38-33-4 0,48-61 4 0,47-58-6 0,-24-2 1 0,-85 71-3 0,-33 14-1 0,22 11-27 0,13 0-45 0</inkml:trace>
  <inkml:trace contextRef="#ctx0" brushRef="#br0">14897 16621 38 0,'0'0'6'0,"-11"0"20"0,-1 72 2 0,-1-13-13 0,61-22-7 0,70-62-2 0,74-58-4 0,-1-1-2 0,-72 49 0 0,-107 35 2 0,-2 0-4 0,26 0-75 0,-23 0 40 0</inkml:trace>
  <inkml:trace contextRef="#ctx0" brushRef="#br0">16946 16728 33 0,'0'0'5'0,"-24"36"17"0,24 12 3 0,12 0-16 0,59-37-3 0,96-59 1 0,83-36-2 0,-12 2-4 0,-84 9 5 0,-105 39 2 0,-49-3 3 0,0 14-6 0,0 12-3 0,-12 11-1 0,24-13-1 0,0 13-21 0,-2-12-35 0,-10 24-4 0</inkml:trace>
  <inkml:trace contextRef="#ctx0" brushRef="#br0">9051 13454 51 0,'-96'11'18'0,"73"2"-13"0,57-60-1 0,145-49-2 0,96 0 3 0,22 12-1 0,-46 38-4 0,-49-2 3 0,-71 24-1 0,-94 24-4 0,-74 13-19 0,-11 10-23 0</inkml:trace>
  <inkml:trace contextRef="#ctx0" brushRef="#br0">9252 13502 37 0,'0'0'0'0,"-189"71"40"0,117-58-35 0,144-50 0 0,130-47-1 0,96-34 1 0,-24-1 10 0,-84 36-9 0,-47 11-2 0,-84 60-4 0,-47 12 1 0,-12 12-22 0,0-1-35 0</inkml:trace>
  <inkml:trace contextRef="#ctx0" brushRef="#br0">15086 16310 70 0,'0'0'0'0,"-7"-31"21"0,14 19-9 0,29 6-2 0,31-6-3 0,12 6-4 0,-5-6 0 0,-38 12 0 0,-36 0 4 0,-31 0-3 0,-29 0-4 0,-19 0 2 0,-1 6 0 0,19 0 1 0,43 0-2 0,36 1 0 0,37-7 0 0,24-13 0 0,-12 7 0 0,-30 6 0 0,-24 0-1 0,-8 0 1 0,-5-6 1 0,7-1-25 0,-1 7-76 0</inkml:trace>
  <inkml:trace contextRef="#ctx0" brushRef="#br0">13084 16206 38 0,'-19'-11'25'0,"2"4"-2"0,4 1 0 0,7 6-14 0,12 0-7 0,36 0 0 0,44 0 1 0,6-6-1 0,-7 6 0 0,-48 0-2 0,-25 6 0 0,-24-6 6 0,-31 6-4 0,-24-6-1 0,-7 0 0 0,2 7 2 0,22-1 4 0,44-6-5 0,37 0-3 0,49-6 4 0,29-7-2 0,-11 0 1 0,-31 8-2 0,-49-1 1 0,-18 6 2 0,-12-6-11 0,-12-1-19 0,11 7-76 0</inkml:trace>
  <inkml:trace contextRef="#ctx0" brushRef="#br0">11436 16279 57 0,'0'0'0'0,"-25"0"14"0,20 0-1 0,10 0-7 0,38 0-2 0,31-12 2 0,5 1-4 0,-30-2 2 0,-31 7 1 0,-25 6 9 0,-35 0-12 0,-19 0 2 0,6 12-1 0,37-12 1 0,18 0-3 0,31 0-7 0,5 0-88 0</inkml:trace>
  <inkml:trace contextRef="#ctx0" brushRef="#br0">17087 16340 60 0,'-18'-18'18'0,"12"-6"-9"0,36 5 7 0,19 7-10 0,24 6-2 0,13 1-1 0,-31-2-2 0,-37 7 3 0,-30-6 6 0,-37 6-7 0,-30 0-2 0,-7 6 0 0,7 1-1 0,42-2 0 0,37 1 1 0,49-6-1 0,30-6 1 0,7 6-1 0,-44-5 1 0,-23 5-2 0,5-7 1 0,-24 7 4 0,-18-6-2 0,-25 6-1 0,1 0-1 0,17 0-9 0,19 6-17 0,24-6-56 0</inkml:trace>
</inkml:ink>
</file>

<file path=ppt/ink/ink29.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14754 7930 56 0,'0'-12'6'0,"0"-24"2"0,0 0 10 0,12 11 13 0,-12 15-15 0,0 70-6 0,24 58-3 0,-24 1-4 0,12-25 0 0,-12-44 0 0,-12-39 2 0,12-11 7 0,-24-61-10 0,12-33 0 0,1 12 0 0,-1-2-1 0,-1 13 0 0,2 0 0 0,11-2-1 0,24 37 0 0,23 13 1 0,2 11-1 0,10 1 0 0,12-2 0 0,-11 1 0 0,-14 12-20 0,-33 25-43 0,-13-14-5 0</inkml:trace>
  <inkml:trace contextRef="#ctx0" brushRef="#br0">14682 8037 46 0,'-11'0'35'0,"-48"12"-23"0,59-12 4 0,12-12 5 0,35-24-10 0,36 11-8 0,-23 14-1 0,-13 11-35 0,-22 11-43 0</inkml:trace>
  <inkml:trace contextRef="#ctx0" brushRef="#br0">15278 8156 50 0,'0'0'21'0,"-11"-25"4"0,-1 14-6 0,12-1 7 0,-13-12-7 0,13 24-15 0,13 60-3 0,-1 35 0 0,-1 0 1 0,1-22 1 0,0-27 2 0,-12-34-3 0,0-12 2 0,-12-12-130 0,12 0 89 0</inkml:trace>
  <inkml:trace contextRef="#ctx0" brushRef="#br0">15874 7595 69 0,'0'0'0'0,"-12"-46"31"0,12 21-19 0,-12 14 8 0,0 11-11 0,-24 71 0 0,-23 36-1 0,23 36-4 0,12-24-2 0,48-12-1 0,12-36 1 0,23-21 1 0,13-29-1 0,11-8-34 0,-11-26-73 0</inkml:trace>
  <inkml:trace contextRef="#ctx0" brushRef="#br0">16004 7942 36 0,'0'-24'15'0,"37"-12"7"0,10-12 3 0,-11 14-9 0,0 21-7 0,-1 37-2 0,-11 11 4 0,-24 13-3 0,-12 11-3 0,-23-11-2 0,-1-12-1 0,11-24 0 0,25-12 3 0,13-23-4 0,10-14-1 0,25-10-1 0,-12 10 1 0,-11 3 0 0,-14-3 0 0,-11 14 0 0,0 23 2 0,0 0-1 0,-11 35 1 0,-2 13-1 0,13 0 0 0,13-14-1 0,10-9 2 0,24 0-2 0,-11-25-22 0,0 11-37 0,-24-11 0 0</inkml:trace>
  <inkml:trace contextRef="#ctx0" brushRef="#br0">16481 7369 32 0,'-12'0'21'0,"12"-23"3"0,-13 12 1 0,13-2-7 0,0 1-6 0,0 0-1 0,0 12-4 0,13 0-4 0,-1 0-2 0,12 0 1 0,-12 0-2 0,24 24 3 0,12 23-2 0,11 24 0 0,-12 26-2 0,1 22 2 0,-36 25 0 0,-48 128 2 0,-35-176-2 0,-1-25 4 0,25-35-1 0,11-12-1 0,23-24 2 0,2 0 0 0,11 0-2 0,0-13-26 0,0 2-101 0</inkml:trace>
  <inkml:trace contextRef="#ctx0" brushRef="#br0">17208 8001 48 0,'0'0'0'0,"-72"-12"36"0,48-1-23 0,24 2 1 0,0-1-5 0,60 1 2 0,22 11-5 0,3-12-3 0,-38 12 1 0,0 0-3 0,-11 0 0 0,-12 0-47 0,-11 0-24 0</inkml:trace>
  <inkml:trace contextRef="#ctx0" brushRef="#br0">17195 8144 67 0,'0'0'12'0,"-34"0"-2"0,68-13 3 0,14 2 12 0,12-1-9 0,23 1-12 0,-11 11-2 0,-1-13-23 0,-24 26-89 0</inkml:trace>
  <inkml:trace contextRef="#ctx0" brushRef="#br0">18398 7858 113 0,'0'0'0'0,"-60"36"2"0,60 46-2 0,-11-9 13 0,-1-2 0 0,12-23-6 0,12-24-3 0,-12-14 1 0,0-20 1 0,0-38-3 0,-12-12-2 0,-1 2 0 0,2-15 0 0,-1-9-1 0,-1-14 1 0,26 24-1 0,10 14 1 0,2 21-1 0,-1 1 1 0,23 13 0 0,0-2-1 0,14 25 0 0,-2-11 0 0,2 11 1 0,-4 0-6 0,-8 11-54 0,-25 2-17 0</inkml:trace>
  <inkml:trace contextRef="#ctx0" brushRef="#br0">18374 7905 60 0,'-36'-11'48'0,"-11"-1"-40"0,94 1 2 0,26-14-2 0,33 0-5 0,26 25-54 0,-121 0 1 0</inkml:trace>
  <inkml:trace contextRef="#ctx0" brushRef="#br0">19018 7965 92 0,'0'0'0'0,"-72"-23"6"0,61 34-4 0,-26 25 23 0,-10 12-7 0,35-13-11 0,12 13-5 0,23-24 1 0,26 0-2 0,-2-24 0 0,0-24 1 0,-22-23-1 0,-14-24 0 0,-47 21 1 0,-23 27-1 0,-25 23-19 0,37 0-86 0</inkml:trace>
  <inkml:trace contextRef="#ctx0" brushRef="#br0">19565 7419 96 0,'-47'-37'12'0,"-1"61"3"0,-11 71 9 0,-2 49-9 0,25 32-9 0,72-44-3 0,25-25-1 0,10-36 1 0,12-46-27 0,-11-25-87 0</inkml:trace>
  <inkml:trace contextRef="#ctx0" brushRef="#br0">19625 7703 37 0,'0'-24'30'0,"-12"-10"-9"0,48-3 2 0,10 24-7 0,15 26-9 0,-14 35-1 0,-23 12-1 0,-24-1-1 0,-35-23-1 0,10-13-1 0,14-23 2 0,35-34-2 0,36-16-2 0,-1-9-1 0,-12 13 1 0,-47 21 1 0,-23 0-1 0,-13 38 2 0,0 35 2 0,25 12-3 0,34-1 0 0,49-13 1 0,-13-9-33 0,-11-24-79 0</inkml:trace>
  <inkml:trace contextRef="#ctx0" brushRef="#br0">20125 7440 53 0,'12'-10'18'0,"48"45"-8"0,23 84 19 0,-36 24-2 0,-11 1-15 0,-60-50-3 0,-24-33-1 0,12-27-2 0,13-22-6 0,23-12 1 0,0 0-140 0</inkml:trace>
  <inkml:trace contextRef="#ctx0" brushRef="#br0">20960 7716 72 0,'-37'-13'9'0,"37"1"0"0,24 0 13 0,23 1 2 0,25-1-14 0,11 1-5 0,12 11-4 0,-11-13-1 0,-1 1 1 0,-35 12-1 0,-24 0-17 0,-24 0-45 0</inkml:trace>
  <inkml:trace contextRef="#ctx0" brushRef="#br0">21305 7440 57 0,'-25'-10'18'0,"-11"20"-5"0,13 87 19 0,11 34-10 0,-1-12-11 0,2-35-5 0,11-37-2 0,-12-23-1 0,12-24-4 0,23-37-89 0,-23 37 42 0</inkml:trace>
  <inkml:trace contextRef="#ctx0" brushRef="#br0">21804 7537 70 0,'-48'-13'30'0,"37"13"-12"0,34 0-10 0,37 0 0 0,11 0-1 0,13-11-2 0,-2 11-3 0,-21-12 0 0,-14-12-1 0,-10 12 1 0,-26-23-3 0,1-1 3 0,-12 0-1 0,-36-24-1 0,0 26 1 0,1-3 0 0,-1 13-1 0,11 1 2 0,2 23-2 0,-24 11 0 0,-1 37-2 0,0 35 2 0,1 35-1 0,-1 26 3 0,12-12-3 0,13-27 3 0,-2-32-1 0,2-25 4 0,10-14-3 0,13-21 2 0,0-13 5 0,0-13-12 0,25 2-89 0,-1 11 35 0</inkml:trace>
  <inkml:trace contextRef="#ctx0" brushRef="#br0">22423 7976 94 0,'-23'-11'8'0,"33"-1"-1"0,15 1 15 0,-25 11-10 0,11 11-6 0,-11-11-1 0,0 0-3 0,25 12-56 0,-1-12-10 0</inkml:trace>
  <inkml:trace contextRef="#ctx0" brushRef="#br0">22924 7156 48 0,'0'-36'16'0,"-12"12"-5"0,12 0 6 0,0 24-3 0,12 71 2 0,-12 61-7 0,0-1-3 0,0-13-1 0,10-34-2 0,3-36-1 0,-13-36 0 0,0-12 6 0,12-36-4 0,-1-35-6 0,25 23 4 0,0-12-4 0,1 37 2 0,-3 12 0 0,-9 22 0 0,11 36-1 0,-13 37 2 0,13-13 0 0,-12-24 2 0,-12-10-4 0,-12-26 3 0,12-11-22 0,12-11-62 0,-12-2 36 0</inkml:trace>
  <inkml:trace contextRef="#ctx0" brushRef="#br0">23566 7501 58 0,'0'-11'6'0,"24"-26"8"0,0 61 18 0,-24 60-13 0,12 23-8 0,-12-25-6 0,0-32-2 0,0-29-1 0,13-31-32 0,-2-38-72 0</inkml:trace>
  <inkml:trace contextRef="#ctx0" brushRef="#br0">24079 6965 58 0,'-12'-36'29'0,"-1"36"-4"0,-57 96-5 0,-14 59-10 0,59 0-8 0,50-50-1 0,35-32 2 0,11-37-5 0,0-13-60 0,-35-23-5 0</inkml:trace>
  <inkml:trace contextRef="#ctx0" brushRef="#br0">24245 7251 51 0,'-12'-24'11'0,"1"-35"5"0,45 23 1 0,2 13-1 0,13 46-6 0,-37 48-3 0,-12-10-2 0,-12-3-1 0,-12-34-1 0,12-12 2 0,36-60-3 0,23-11-2 0,1-12 0 0,-12 34 0 0,-36 26 0 0,0 11 1 0,-36 59-1 0,0 25 2 0,36-24-2 0,11-13 1 0,25-10-1 0,-11-16-29 0,10-31-79 0</inkml:trace>
  <inkml:trace contextRef="#ctx0" brushRef="#br0">24674 6846 68 0,'0'-24'6'0,"60"48"3"0,11 59 7 0,-24 72 2 0,-58 12-8 0,-50-24-1 0,-21-24-3 0,10-48-2 0,37-60-1 0,35-11-10 0,35-34-111 0</inkml:trace>
  <inkml:trace contextRef="#ctx0" brushRef="#br0">23519 8072 26 0,'-61'-12'24'0,"15"1"-8"0,21 11-1 0,2 0-3 0,23 0-3 0,12 0-8 0,95-12-1 0,60 1 0 0,35-2-2 0,0 1 3 0,-57-13-1 0,-75 2 0 0,-34 23-2 0,-12 0-80 0</inkml:trace>
  <inkml:trace contextRef="#ctx0" brushRef="#br0">23436 8192 79 0,'-96'-11'8'0,"50"11"-4"0,80-25-3 0,109-11-1 0,95 13-2 0,37 10 2 0,-37 13 0 0,-143 0 2 0,-71-12 15 0,-24 0-9 0,-36 12-57 0,36 0 5 0</inkml:trace>
  <inkml:trace contextRef="#ctx0" brushRef="#br0">20291 8943 39 0,'-11'-25'26'0,"11"0"-11"0,-12 14-4 0,12-1-1 0,0 12-4 0,0 0 4 0,12 23 0 0,-1 14-3 0,14 10-2 0,-2 13-1 0,-11-24-1 0,12-13 1 0,-12-11 0 0,12-12 3 0,24-35-5 0,47-13-1 0,23-23-1 0,2-1 0 0,-25 1 1 0,-47 35 1 0,-36 12 0 0,1 11-2 0,10 2 1 0,0 11-20 0,-23 0-102 0</inkml:trace>
  <inkml:trace contextRef="#ctx0" brushRef="#br0">20112 9073 67 0,'-11'-25'19'0,"11"25"-17"0,-12 0 8 0,12 0-3 0,23 13 10 0,13 34-8 0,-11 1-3 0,10-1 0 0,-11 1-2 0,24-25 0 0,11-23-2 0,25-11 2 0,47-60-4 0,47-13-1 0,13-23 1 0,-36 49 0 0,-73 21 0 0,-46 13 2 0,-36 12 0 0,25 1-70 0,-25 11 10 0</inkml:trace>
  <inkml:trace contextRef="#ctx0" brushRef="#br0">18470 10906 7 0,'-12'0'15'0,"-12"0"8"0,-12 0-5 0,12 0 0 0,1 13-4 0,10-2-1 0,2-11 0 0,35 0 5 0,47-11-15 0,48 11-1 0,-11 0 1 0,-13 0 2 0,-24 0-1 0,-11 0-1 0,-24-13 2 0,-25 13 0 0,-11 0-2 0,-35 13 0 0,-62-2-1 0,-10 1-1 0,1-1 1 0,-13 2-2 0,35-1 1 0,37-12-1 0,47 0 2 0,24-12-1 0,70-1 0 0,62 2 0 0,-13 11-1 0,-12-12 0 0,-37 1 1 0,-58-2 2 0,-47 13 3 0,-37-12-5 0,-23 0 0 0,22 12-17 0,38 12-115 0</inkml:trace>
  <inkml:trace contextRef="#ctx0" brushRef="#br0">11266 10978 57 0,'-48'-25'32'0,"-24"25"-4"0,1-11-4 0,24-1-10 0,34 12-2 0,26 0-8 0,70-11 0 0,49 11-3 0,10 0-2 0,-59 11 1 0,-59-11 2 0,-48 0 4 0,-59 0-2 0,-36 0-1 0,-1-11-2 0,25 11 0 0,59 0-1 0,49 0 1 0,70 0-1 0,60-13 0 0,23 1-1 0,-59 12-1 0,-83 0 4 0,-36 0-1 0,-84 0 1 0,-47 12 0 0,25 1-1 0,94-2-1 0,24 1-1 0,72-12-24 0,-13 11-92 0</inkml:trace>
  <inkml:trace contextRef="#ctx0" brushRef="#br0">19506 10966 58 0,'0'0'10'0,"-24"-13"8"0,24 13-9 0,0 0 1 0,13-11-6 0,10 11 1 0,13 0 1 0,23 11 0 0,1-11-2 0,-13 0-3 0,-36 0 4 0,-22 0 1 0,-24 0-4 0,-49 0 1 0,1 0 0 0,11 0-1 0,37 0-1 0,10 0 1 0,38 0 0 0,58 0 0 0,24 0-2 0,25 13 1 0,-49-13 0 0,-35 0 2 0,-36 0 5 0,-36-13-6 0,-35 13-2 0,-26 0 1 0,51 0-1 0,33 0 1 0,26 0-1 0,33 0 0 0,3 0 1 0,-37 0 0 0,-12 0 0 0,0-11-1 0,-12 11 0 0,0 0 0 0,12 0 0 0,0 11-1 0,0-11 2 0,0 0-1 0,0 0 0 0,0 0 1 0,-12 0-1 0,12 0 0 0,0 0 0 0,0 0 0 0,0 0 0 0,-12 0 0 0,12 0 0 0,0 0 1 0,0 0-20 0,12 13-37 0,0-1-21 0</inkml:trace>
  <inkml:trace contextRef="#ctx0" brushRef="#br0">16349 10869 28 0,'0'0'0'0,"-23"0"38"0,-13 0-18 0,13-10 5 0,-1 10-7 0,12 0-6 0,12 0-5 0,48 0-1 0,47 10-1 0,12 15-4 0,-24 0 1 0,-23-14 2 0,-24-11 0 0,-36-11 2 0,-25-2-5 0,-69 1-1 0,-49 24 1 0,12-12-1 0,47 0 1 0,61 13-1 0,46-13 1 0,50 0-1 0,57 0 0 0,1 0 1 0,-47 0-1 0,-37 0 1 0,-47 0 1 0,-24 0-1 0,-47 0-2 0,-26 0 1 0,15 0 1 0,57 11 0 0,38-11-2 0,71 0 1 0,58-11 1 0,-23-2 0 0,-35 1-1 0,-59 12 1 0,-50 0-2 0,-47 0 2 0,-35 12-2 0,12 1 3 0,59-13-4 0,36 0 4 0,11 0-4 0,25 0 2 0,-23 0-1 0,-13 11-40 0,0 1-90 0</inkml:trace>
  <inkml:trace contextRef="#ctx0" brushRef="#br0">20518 10859 55 0,'-12'0'22'0,"-1"0"2"0,2 0 2 0,22 0 7 0,50 0-29 0,70 0-1 0,12 0-1 0,-24 0 1 0,-72 0-1 0,-47 0 4 0,-34 0-4 0,-51 0-1 0,-45 10-1 0,-15-10 1 0,27 0 1 0,70 0-1 0,48 0 0 0,59 13 0 0,61-1-3 0,35-12 3 0,-36 0-1 0,-71 0 0 0,-48 0 3 0,-36-12-1 0,-48 12-2 0,14-13 1 0,33 13-1 0,26 0-51 0,22 13-45 0</inkml:trace>
  <inkml:trace contextRef="#ctx0" brushRef="#br0">20636 11715 32 0,'-23'-11'38'0,"0"-1"-26"0,11 12 6 0,0 0-1 0,0 0-9 0,36 0-1 0,95 0-4 0,24-11-1 0,-23 11-1 0,-74 0 0 0,-46 11 5 0,-46 1 0 0,-39-1-4 0,2-11 0 0,-1 0-1 0,61 13 0 0,10-13-1 0,26 0 2 0,47 0 0 0,-1 0-1 0,-59 0 2 0,0-13-3 0,0 26-41 0,0 11-57 0</inkml:trace>
  <inkml:trace contextRef="#ctx0" brushRef="#br0">20625 12621 27 0,'-25'0'25'0,"-21"-12"-15"0,10 12-1 0,11 0-3 0,-9-11 2 0,-2 22 3 0,24-11-5 0,24 0 2 0,58 0-5 0,50 0-2 0,-12-11 1 0,-61 11 3 0,-47-13 7 0,0 1-6 0,-36 0-5 0,-11 12-1 0,11 0 1 0,12 0-1 0,24 0 0 0,11 0 1 0,25 0 1 0,-11 0-36 0,-14 12-39 0</inkml:trace>
  <inkml:trace contextRef="#ctx0" brushRef="#br0">20447 13442 53 0,'-13'0'15'0,"2"-24"1"0,-1 24 0 0,48 0-9 0,47 0-7 0,12 13 0 0,-23-2 1 0,-48-11 6 0,-48-11 3 0,-48 11-8 0,-23-13 2 0,71 13-3 0,60 13-15 0,22-13-67 0</inkml:trace>
  <inkml:trace contextRef="#ctx0" brushRef="#br0">20578 14180 48 0,'-36'0'15'0,"0"0"-5"0,23 0 6 0,13 0-14 0,25 24 3 0,47-1-2 0,35-10-2 0,-48-13 1 0,-47-13 3 0,-24 2 1 0,1-1-6 0,11 12-81 0</inkml:trace>
  <inkml:trace contextRef="#ctx0" brushRef="#br0">20339 15288 58 0,'-12'0'10'0,"48"0"9"0,60 0-14 0,35-12-4 0,-13 1 4 0,-81-2 2 0,-37 13 10 0,-73 0-15 0,-33 0 1 0,33 13 5 0,62-2-7 0,35 1 3 0,48-12-4 0,-14 11 1 0,-22-11-61 0,-36 0 9 0</inkml:trace>
  <inkml:trace contextRef="#ctx0" brushRef="#br0">6609 7942 39 0,'-11'0'1'0,"-14"-12"24"0,14 0-9 0,11-1-11 0,36 13-4 0,23-11-1 0,13-1 3 0,10 1-2 0,-22-2 1 0,0-11-2 0,-37-10 0 0,-10-3 0 0,-1-10 1 0,-24 10-1 0,-1 14 1 0,-23-1-2 0,-22 24 2 0,9 13-2 0,-10 21 1 0,0 50 0 0,-2 24-1 0,2 34-1 0,25-11 2 0,-3 0 0 0,13-49 3 0,1-32-1 0,23-27-2 0,0-23 8 0,11-36-5 0,1 24-58 0</inkml:trace>
  <inkml:trace contextRef="#ctx0" brushRef="#br0">6312 7645 0 0,'0'0'0'0,"-36"-13"0"0,0 49 0 0,-11 46 0 0,-25 73 0 0,0 12 0 0,36 0 0 0,36-49 0 0,36-22 25 0,36-48 10 0,22-37-25 0,49-34-48 0</inkml:trace>
  <inkml:trace contextRef="#ctx0" brushRef="#br0">7288 7656 7 0,'0'-11'10'0,"0"-50"3"0,11 26-6 0,-11 23-4 0,0 36-3 0,0 71-9 0,13 70-12 0,-1 27 16 0,-24-13 35 0,-48-48 0 0,-23-24-11 0,13-59-12 0,33-37-4 0,37-11 6 0,71-24-57 0</inkml:trace>
</inkml:ink>
</file>

<file path=ppt/ink/ink30.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23650 5179 2 0,'-24'-35'12'0,"24"-26"0"0,0 38 0 0,0-1 2 0,0 12-6 0,0 48-6 0,0 37 1 0,13-2-1 0,-2-37 1 0,25-21 6 0,23-60-3 0,35-37-5 0,3 0 1 0,-26 26 0 0,-24 8 0 0,-11 16 0 0,-24 10-1 0,12 11 0 0,-24 13-13 0,0 25-16 0,0 34-25 0</inkml:trace>
  <inkml:trace contextRef="#ctx0" brushRef="#br0">23471 5346 25 0,'0'0'4'0,"-13"-24"10"0,26 36 5 0,10 24-11 0,13-13-3 0,12-11-1 0,0-12-2 0,35-35 0 0,13-37-1 0,23-11 2 0,-12 1-3 0,-36 32 0 0,-23 16 2 0,-24 21 1 0,-12 13-15 0,12 0-62 0</inkml:trace>
  <inkml:trace contextRef="#ctx0" brushRef="#br0">3513 17645 33 0,'-13'0'0'0,"38"24"-1"0,47-24 2 0,35-36-2 0,-36 12-22 0</inkml:trace>
  <inkml:trace contextRef="#ctx0" brushRef="#br0">5573 17526 9 0,'-23'0'3'0,"-2"0"-4"0,85 0 1 0,59-59-3 0,-35 11-5 0</inkml:trace>
  <inkml:trace contextRef="#ctx0" brushRef="#br0">7765 17324 14 0,'-36'-12'1'0,"59"12"-1"0,61-37 0 0,11-22-15 0</inkml:trace>
  <inkml:trace contextRef="#ctx0" brushRef="#br0">10277 17371 27 0,'0'0'1'0,"12"12"-4"0,94-24 2 0,37-59-23 0</inkml:trace>
  <inkml:trace contextRef="#ctx0" brushRef="#br0">13683 17312 0 0,'0'0'4'0,"12"12"-3"0,-12 10-1 0,95-56 7 0,12-26-4 0,0 24-1 0,-59 24 0 0,-36 12-11 0,0 0-1 0</inkml:trace>
  <inkml:trace contextRef="#ctx0" brushRef="#br0">16004 17170 5 0,'-11'0'1'0,"-1"11"-1"0,48-11 1 0,35-36 0 0,48 0-4 0,-70 24-2 0</inkml:trace>
  <inkml:trace contextRef="#ctx0" brushRef="#br0">18327 17252 5 0,'-12'0'2'0,"-37"-11"0"0,62-14 1 0,71-21 0 0,94-15 0 0,-11 26-21 0</inkml:trace>
  <inkml:trace contextRef="#ctx0" brushRef="#br0">20756 17574 41 0,'-11'-12'1'0,"-13"-12"-4"0,48 0 6 0,71-35 0 0,71 11-41 0</inkml:trace>
</inkml:ink>
</file>

<file path=ppt/ink/ink31.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22210 4143 8 0,'0'-11'8'0,"-13"-13"5"0,13 0-5 0,0-12 2 0,0 24 0 0,0 12-4 0,13 0 1 0,-2 48-2 0,12 0 0 0,2 11-2 0,10-11-1 0,1-13 0 0,0-22 1 0,11-26 0 0,49-70-2 0,35-47-1 0,12-2-1 0,11 13-1 0,-46 36 1 0,-25 11 2 0,-59 47 2 0,-24 15 2 0,0 10-23 0,23 0-57 0</inkml:trace>
  <inkml:trace contextRef="#ctx0" brushRef="#br0">5645 16860 2 0,'0'0'0'0,"0"0"3"0,0 11-2 0,12 1 0 0,-12 24 1 0,13 10-1 0,-2-21-1 0,1 0 0 0,-1-14 1 0,-11-11 0 0,0 12-1 0,12-12 1 0,-1 0 1 0,-11-23-1 0,0 23 1 0,0 0-1 0,13 0-3 0,-13 0-15 0</inkml:trace>
  <inkml:trace contextRef="#ctx0" brushRef="#br0">608 14466 27 0,'0'0'0'0,"-24"-84"22"0,12 50-7 0,12 68 2 0,12 110-6 0,25 34-1 0,-16-11-2 0,4-60-2 0,-14-47-3 0,-11-48 3 0,-11-24 4 0,-35-96-7 0,-3-22 0 0,1 9 0 0,25-9-4 0,34 0-5 0,25 34-1 0,12 50 3 0,11 33 1 0,0 13-1 0,1-12 2 0,0 0 0 0,-24-1-56 0,-36 13 24 0</inkml:trace>
  <inkml:trace contextRef="#ctx0" brushRef="#br0">608 14823 31 0,'-12'0'10'0,"0"0"1"0,24-12 0 0,24-23-5 0,46-25-5 0,14 2-8 0,-49 33-38 0</inkml:trace>
  <inkml:trace contextRef="#ctx0" brushRef="#br0">1096 14608 38 0,'0'0'0'0,"-24"13"8"0,0 82 5 0,1 23-4 0,46-34-3 0,49-47-1 0,10-62 2 0,-10-58-2 0,-48-24-1 0,-59 36 0 0,-37 71-2 0,1 23-26 0,59-11-34 0</inkml:trace>
  <inkml:trace contextRef="#ctx0" brushRef="#br0">1394 14061 54 0,'-13'-12'2'0,"2"35"6"0,-14 109 1 0,14 46 3 0,47-11-2 0,47-71-4 0,60-62 0 0,-24-9-5 0,-72-60-50 0,-47 24 9 0</inkml:trace>
  <inkml:trace contextRef="#ctx0" brushRef="#br0">1560 14335 21 0,'0'0'0'0,"23"-71"5"0,50-13-3 0,-26 72 11 0,-11 71 13 0,-24 49-12 0,-12-1-6 0,0-35-3 0,11-72 4 0,49-107-3 0,-24-48-3 0,-12 59-4 0,-24 85 0 0,0 93-2 0,0 2 4 0,48-47 0 0,-13-62-11 0,-11-58-43 0,-12 47 20 0</inkml:trace>
  <inkml:trace contextRef="#ctx0" brushRef="#br0">2013 13917 17 0,'12'37'23'0,"70"131"11"0,14 8-15 0,-49 4-10 0,-70-25-2 0,-72 0-12 0,34-84-77 0</inkml:trace>
  <inkml:trace contextRef="#ctx0" brushRef="#br0">5538 16716 14 0,'0'-35'7'0,"0"-25"6"0,12 60 4 0,23 107 4 0,1 59-19 0,24-22-1 0,-25-62 1 0,-24-45 2 0,-34-120 15 0,23-60-14 0,36 72-2 0,36 46-4 0,-25 61-1 0,0 48-2 0,-22-1 2 0,-14-12-1 0,-11-23 3 0,24-35-23 0,36-13-37 0,-60 0 47 0</inkml:trace>
  <inkml:trace contextRef="#ctx0" brushRef="#br0">6205 17049 4 0,'0'0'11'0,"23"37"18"0,13 22-16 0,-13 24-10 0,2-36 0 0,-25-22-18 0,12-61-33 0</inkml:trace>
  <inkml:trace contextRef="#ctx0" brushRef="#br0">6455 16574 30 0,'0'0'2'0,"-12"47"23"0,12 84-5 0,12 60-17 0,23-48-7 0,25-25 2 0,-1-70-31 0,1-36-8 0</inkml:trace>
  <inkml:trace contextRef="#ctx0" brushRef="#br0">6705 16883 12 0,'0'-48'10'0,"0"25"11"0,34 11-8 0,27 35-5 0,10 37-4 0,-35 12 0 0,-48-25-1 0,-12-23 1 0,24-48 1 0,36-95 0 0,11 12-1 0,-22 59-2 0,-25 72-5 0,-36 71 0 0,24-11 1 0,35-25 0 0,25-59-19 0,12-71-31 0,-36 35 40 0</inkml:trace>
  <inkml:trace contextRef="#ctx0" brushRef="#br0">7145 16550 27 0,'0'0'6'0,"0"71"12"0,72 47-6 0,23 14-5 0,-24-1-5 0,-59-13-1 0,-24-34 1 0,-11-72 0 0,-2 0-29 0,14-24-23 0</inkml:trace>
  <inkml:trace contextRef="#ctx0" brushRef="#br0">13813 16668 32 0,'0'0'0'0,"-11"-59"10"0,11 47 11 0,11 72-5 0,14 35-6 0,10 0-7 0,-11-23 0 0,-12-26-1 0,-12-33 2 0,0-13 3 0,-12-35-4 0,12-1-1 0,0-11-1 0,48-13 0 0,11 12 1 0,13 12-2 0,-13 48-1 0,-11 72 0 0,-12 11 1 0,-12 0 0 0,-24-48 2 0,0-34 1 0,0-26-7 0,0-10-92 0</inkml:trace>
  <inkml:trace contextRef="#ctx0" brushRef="#br0">14564 16894 37 0,'-12'0'16'0,"-12"37"15"0,-11 47-15 0,11-2-10 0,37-9-4 0,33-39 0 0,26-22-4 0,-13-12-63 0,-23-12 22 0</inkml:trace>
  <inkml:trace contextRef="#ctx0" brushRef="#br0">14445 16990 12 0,'0'0'0'0,"-48"-47"14"0,36 11 1 0,12 0 3 0,12 25-4 0,-12-2-13 0,24 13 7 0,12 36 2 0,0 46-4 0,-13 2-2 0,-11-13 1 0,-47 13 0 0,-25-13-1 0,24-22 3 0,24-37-5 0,60-24 2 0,83-48 0 0,23 12-3 0,-82 25 2 0,-48 11-3 0,-24 1-3 0,0 22-63 0,0-11-2 0</inkml:trace>
  <inkml:trace contextRef="#ctx0" brushRef="#br0">15040 16408 55 0,'-47'0'12'0,"-37"82"14"0,13 85-9 0,71-12-12 0,95-36-4 0,48-35-3 0,-24-50-49 0,-83-21-11 0</inkml:trace>
  <inkml:trace contextRef="#ctx0" brushRef="#br0">15195 16739 26 0,'0'-58'23'0,"60"34"-9"0,-1 35 1 0,-11 49-4 0,-36 1-4 0,-24-27-2 0,0-22 0 0,12-58-1 0,71-38-2 0,-11 36-4 0,-36 36 1 0,-36 60 4 0,-12 23-3 0,24-35-1 0,12-13-21 0,24-34-44 0,-24-12 43 0</inkml:trace>
  <inkml:trace contextRef="#ctx0" brushRef="#br0">15719 16408 36 0,'0'58'16'0,"60"85"4"0,-25 12-2 0,-35-25-12 0,-59-22-4 0,-13-72 1 0,25-25-102 0</inkml:trace>
  <inkml:trace contextRef="#ctx0" brushRef="#br0">21650 16479 56 0,'0'0'0'0,"0"0"12"0,11 118 15 0,1 24-13 0,-1-34-6 0,-11-61-1 0,0-47 6 0,13-105-6 0,46-27-7 0,-11 96 1 0,-12 83 1 0,-24 24 1 0,1 13-4 0,-13-13-1 0,11-10-57 0,1-26-26 0</inkml:trace>
  <inkml:trace contextRef="#ctx0" brushRef="#br0">22101 16955 31 0,'0'-36'9'0,"25"-12"17"0,-1 12 4 0,-1 36-21 0,-11 25-4 0,24 22-2 0,12 1-2 0,-37 12 1 0,-34 22 6 0,-24-9-2 0,10-39-5 0,25-22-3 0,-12-12-86 0,24-12 53 0</inkml:trace>
  <inkml:trace contextRef="#ctx0" brushRef="#br0">22781 16454 41 0,'-24'-46'24'0,"24"69"-3"0,-36 108 6 0,0 23-16 0,48-23-12 0,84-47-3 0,23-50-72 0,-84-34 35 0</inkml:trace>
  <inkml:trace contextRef="#ctx0" brushRef="#br0">22970 16634 20 0,'0'-13'5'0,"0"-11"1"0,13 11-2 0,-1 3 0 0,-12 10 13 0,0-24-1 0,11 0-7 0,25 0-5 0,-12 24-1 0,0 11 3 0,-12 60 2 0,-24 2 1 0,1-37-4 0,11-1-2 0,-13-24 1 0,-11 2 1 0,13-37 0 0,-1-11-5 0,35-24 0 0,48-1-6 0,-10 12 6 0,-38 35-1 0,-11 38 1 0,-36 46 1 0,13 1 0 0,-1-25-2 0,35-23-27 0,25-48-40 0,-12-23 37 0</inkml:trace>
  <inkml:trace contextRef="#ctx0" brushRef="#br0">23387 16371 20 0,'0'0'16'0,"13"48"8"0,11 71-4 0,-12 24-6 0,-24-35-10 0,-72-3-1 0,1-44-17 0,59-51-73 0</inkml:trace>
  <inkml:trace contextRef="#ctx0" brushRef="#br0">23650 16597 32 0,'0'0'0'0,"0"-13"-15"0,23 3-2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19.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r>
              <a:rPr lang="en-US"/>
              <a:t>Lecture-1</a:t>
            </a:r>
          </a:p>
        </p:txBody>
      </p:sp>
      <p:sp>
        <p:nvSpPr>
          <p:cNvPr id="3481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fld id="{2B1E8206-5749-452C-870E-52CFAFB5846C}" type="datetimeFigureOut">
              <a:rPr lang="en-US" smtClean="0"/>
              <a:pPr>
                <a:defRPr/>
              </a:pPr>
              <a:t>1/31/2026</a:t>
            </a:fld>
            <a:endParaRPr lang="en-US"/>
          </a:p>
        </p:txBody>
      </p:sp>
      <p:sp>
        <p:nvSpPr>
          <p:cNvPr id="573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482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482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3482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ahoma" pitchFamily="34" charset="0"/>
              </a:defRPr>
            </a:lvl1pPr>
          </a:lstStyle>
          <a:p>
            <a:pPr>
              <a:defRPr/>
            </a:pPr>
            <a:fld id="{29515144-DAD1-4D30-BCF8-73F71ACED815}" type="slidenum">
              <a:rPr lang="en-US"/>
              <a:pPr>
                <a:defRPr/>
              </a:pPr>
              <a:t>‹#›</a:t>
            </a:fld>
            <a:endParaRPr lang="en-US"/>
          </a:p>
        </p:txBody>
      </p:sp>
    </p:spTree>
    <p:extLst>
      <p:ext uri="{BB962C8B-B14F-4D97-AF65-F5344CB8AC3E}">
        <p14:creationId xmlns:p14="http://schemas.microsoft.com/office/powerpoint/2010/main" val="1143769575"/>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4e5245a713_2_358: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2" name="Google Shape;532;g4e5245a713_2_3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04265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4e5245a713_2_358: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2" name="Google Shape;532;g4e5245a713_2_3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2579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a:t>Lecture-1</a:t>
            </a:r>
          </a:p>
        </p:txBody>
      </p:sp>
      <p:sp>
        <p:nvSpPr>
          <p:cNvPr id="5" name="Slide Number Placeholder 4"/>
          <p:cNvSpPr>
            <a:spLocks noGrp="1"/>
          </p:cNvSpPr>
          <p:nvPr>
            <p:ph type="sldNum" sz="quarter" idx="11"/>
          </p:nvPr>
        </p:nvSpPr>
        <p:spPr/>
        <p:txBody>
          <a:bodyPr/>
          <a:lstStyle/>
          <a:p>
            <a:pPr>
              <a:defRPr/>
            </a:pPr>
            <a:fld id="{29515144-DAD1-4D30-BCF8-73F71ACED815}" type="slidenum">
              <a:rPr lang="en-US" smtClean="0"/>
              <a:pPr>
                <a:defRPr/>
              </a:pPr>
              <a:t>12</a:t>
            </a:fld>
            <a:endParaRPr lang="en-US"/>
          </a:p>
        </p:txBody>
      </p:sp>
    </p:spTree>
    <p:extLst>
      <p:ext uri="{BB962C8B-B14F-4D97-AF65-F5344CB8AC3E}">
        <p14:creationId xmlns:p14="http://schemas.microsoft.com/office/powerpoint/2010/main" val="2571935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a:t>Lecture-1</a:t>
            </a:r>
          </a:p>
        </p:txBody>
      </p:sp>
      <p:sp>
        <p:nvSpPr>
          <p:cNvPr id="5" name="Slide Number Placeholder 4"/>
          <p:cNvSpPr>
            <a:spLocks noGrp="1"/>
          </p:cNvSpPr>
          <p:nvPr>
            <p:ph type="sldNum" sz="quarter" idx="11"/>
          </p:nvPr>
        </p:nvSpPr>
        <p:spPr/>
        <p:txBody>
          <a:bodyPr/>
          <a:lstStyle/>
          <a:p>
            <a:pPr>
              <a:defRPr/>
            </a:pPr>
            <a:fld id="{29515144-DAD1-4D30-BCF8-73F71ACED815}" type="slidenum">
              <a:rPr lang="en-US" smtClean="0"/>
              <a:pPr>
                <a:defRPr/>
              </a:pPr>
              <a:t>13</a:t>
            </a:fld>
            <a:endParaRPr lang="en-US"/>
          </a:p>
        </p:txBody>
      </p:sp>
    </p:spTree>
    <p:extLst>
      <p:ext uri="{BB962C8B-B14F-4D97-AF65-F5344CB8AC3E}">
        <p14:creationId xmlns:p14="http://schemas.microsoft.com/office/powerpoint/2010/main" val="23018852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DD472C7-B579-450C-95A0-B35FA87B7FDA}"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3650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a:t>Lecture-1</a:t>
            </a:r>
          </a:p>
        </p:txBody>
      </p:sp>
      <p:sp>
        <p:nvSpPr>
          <p:cNvPr id="5" name="Slide Number Placeholder 4"/>
          <p:cNvSpPr>
            <a:spLocks noGrp="1"/>
          </p:cNvSpPr>
          <p:nvPr>
            <p:ph type="sldNum" sz="quarter" idx="11"/>
          </p:nvPr>
        </p:nvSpPr>
        <p:spPr/>
        <p:txBody>
          <a:bodyPr/>
          <a:lstStyle/>
          <a:p>
            <a:pPr>
              <a:defRPr/>
            </a:pPr>
            <a:fld id="{29515144-DAD1-4D30-BCF8-73F71ACED815}" type="slidenum">
              <a:rPr lang="en-US" smtClean="0"/>
              <a:pPr>
                <a:defRPr/>
              </a:pPr>
              <a:t>17</a:t>
            </a:fld>
            <a:endParaRPr lang="en-US"/>
          </a:p>
        </p:txBody>
      </p:sp>
    </p:spTree>
    <p:extLst>
      <p:ext uri="{BB962C8B-B14F-4D97-AF65-F5344CB8AC3E}">
        <p14:creationId xmlns:p14="http://schemas.microsoft.com/office/powerpoint/2010/main" val="36465825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a:t>Lecture-1</a:t>
            </a:r>
          </a:p>
        </p:txBody>
      </p:sp>
      <p:sp>
        <p:nvSpPr>
          <p:cNvPr id="5" name="Slide Number Placeholder 4"/>
          <p:cNvSpPr>
            <a:spLocks noGrp="1"/>
          </p:cNvSpPr>
          <p:nvPr>
            <p:ph type="sldNum" sz="quarter" idx="11"/>
          </p:nvPr>
        </p:nvSpPr>
        <p:spPr/>
        <p:txBody>
          <a:bodyPr/>
          <a:lstStyle/>
          <a:p>
            <a:pPr>
              <a:defRPr/>
            </a:pPr>
            <a:fld id="{29515144-DAD1-4D30-BCF8-73F71ACED815}" type="slidenum">
              <a:rPr lang="en-US" smtClean="0"/>
              <a:pPr>
                <a:defRPr/>
              </a:pPr>
              <a:t>18</a:t>
            </a:fld>
            <a:endParaRPr lang="en-US"/>
          </a:p>
        </p:txBody>
      </p:sp>
    </p:spTree>
    <p:extLst>
      <p:ext uri="{BB962C8B-B14F-4D97-AF65-F5344CB8AC3E}">
        <p14:creationId xmlns:p14="http://schemas.microsoft.com/office/powerpoint/2010/main" val="15079239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a:t>Lecture-1</a:t>
            </a:r>
          </a:p>
        </p:txBody>
      </p:sp>
      <p:sp>
        <p:nvSpPr>
          <p:cNvPr id="5" name="Slide Number Placeholder 4"/>
          <p:cNvSpPr>
            <a:spLocks noGrp="1"/>
          </p:cNvSpPr>
          <p:nvPr>
            <p:ph type="sldNum" sz="quarter" idx="11"/>
          </p:nvPr>
        </p:nvSpPr>
        <p:spPr/>
        <p:txBody>
          <a:bodyPr/>
          <a:lstStyle/>
          <a:p>
            <a:pPr>
              <a:defRPr/>
            </a:pPr>
            <a:fld id="{29515144-DAD1-4D30-BCF8-73F71ACED815}" type="slidenum">
              <a:rPr lang="en-US" smtClean="0"/>
              <a:pPr>
                <a:defRPr/>
              </a:pPr>
              <a:t>19</a:t>
            </a:fld>
            <a:endParaRPr lang="en-US"/>
          </a:p>
        </p:txBody>
      </p:sp>
    </p:spTree>
    <p:extLst>
      <p:ext uri="{BB962C8B-B14F-4D97-AF65-F5344CB8AC3E}">
        <p14:creationId xmlns:p14="http://schemas.microsoft.com/office/powerpoint/2010/main" val="34261201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7cd0961f79_0_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6" name="Google Shape;446;g7cd0961f79_0_9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995482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4e5245a713_2_358: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2" name="Google Shape;532;g4e5245a713_2_3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00541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DD472C7-B579-450C-95A0-B35FA87B7FDA}"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82232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3.jpeg"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6.jpe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slideMaster" Target="../slideMasters/slideMaster1.xml" /><Relationship Id="rId1" Type="http://schemas.openxmlformats.org/officeDocument/2006/relationships/tags" Target="../tags/tag2.xml" /></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4.xml" /></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4.xml" /></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1.jpeg" /><Relationship Id="rId1" Type="http://schemas.openxmlformats.org/officeDocument/2006/relationships/slideMaster" Target="../slideMasters/slideMaster4.xml" /></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4.xml" /></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4.xml" /></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4.xml" /></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4.xml" /></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4.xml" /></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4.xml" /></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4.xml" /></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Master" Target="../slideMasters/slideMaster4.xml" /></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1.jpeg" /><Relationship Id="rId1" Type="http://schemas.openxmlformats.org/officeDocument/2006/relationships/slideMaster" Target="../slideMasters/slideMaster4.xml" /></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4.xml" /></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4.xml" /></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7.png" /><Relationship Id="rId1" Type="http://schemas.openxmlformats.org/officeDocument/2006/relationships/slideMaster" Target="../slideMasters/slideMaster4.xml" /><Relationship Id="rId4" Type="http://schemas.openxmlformats.org/officeDocument/2006/relationships/image" Target="../media/image9.png" /></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eg" /><Relationship Id="rId1" Type="http://schemas.openxmlformats.org/officeDocument/2006/relationships/slideMaster" Target="../slideMasters/slideMaster5.xml" /></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3.jpeg" /><Relationship Id="rId1" Type="http://schemas.openxmlformats.org/officeDocument/2006/relationships/slideMaster" Target="../slideMasters/slideMaster5.xml" /></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1.jpeg" /><Relationship Id="rId1" Type="http://schemas.openxmlformats.org/officeDocument/2006/relationships/slideMaster" Target="../slideMasters/slideMaster5.xml" /></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5.xml" /></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5.xml" /></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5.xml" /></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5.xml" /></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5.xml" /></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5.xml" /></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5.xml" /></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Master" Target="../slideMasters/slideMaster5.xml" /></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6.jpeg" /><Relationship Id="rId1" Type="http://schemas.openxmlformats.org/officeDocument/2006/relationships/slideMaster" Target="../slideMasters/slideMaster5.xml" /></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5.xml" /></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5.xml" /></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5.xml" /></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6.xml" /><Relationship Id="rId1" Type="http://schemas.openxmlformats.org/officeDocument/2006/relationships/tags" Target="../tags/tag3.xml" /></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8.xml" /></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8.xml" /><Relationship Id="rId1" Type="http://schemas.openxmlformats.org/officeDocument/2006/relationships/tags" Target="../tags/tag4.xml" /></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9.xml" /></Relationships>
</file>

<file path=ppt/slideLayouts/_rels/slideLayout129.xml.rels><?xml version="1.0" encoding="UTF-8" standalone="yes"?>
<Relationships xmlns="http://schemas.openxmlformats.org/package/2006/relationships"><Relationship Id="rId2" Type="http://schemas.openxmlformats.org/officeDocument/2006/relationships/slideMaster" Target="../slideMasters/slideMaster9.xml" /><Relationship Id="rId1" Type="http://schemas.openxmlformats.org/officeDocument/2006/relationships/tags" Target="../tags/tag5.xml" /></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slideMaster" Target="../slideMasters/slideMaster9.xml" /><Relationship Id="rId1" Type="http://schemas.openxmlformats.org/officeDocument/2006/relationships/tags" Target="../tags/tag6.xml" /></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0.xml" /></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1.xml" /></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1.xml" /></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1.xml" /></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1.xml" /></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1.xml" /></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1.xml" /></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1.xml" /></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1.xml" /></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1.xml" /></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1.xml" /></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1.xml" /></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10.png" /><Relationship Id="rId1" Type="http://schemas.openxmlformats.org/officeDocument/2006/relationships/slideMaster" Target="../slideMasters/slideMaster11.xml" /><Relationship Id="rId4" Type="http://schemas.openxmlformats.org/officeDocument/2006/relationships/image" Target="../media/image9.png" /></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2.xml" /></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10.png" /><Relationship Id="rId1" Type="http://schemas.openxmlformats.org/officeDocument/2006/relationships/slideMaster" Target="../slideMasters/slideMaster12.xml" /><Relationship Id="rId4" Type="http://schemas.openxmlformats.org/officeDocument/2006/relationships/image" Target="../media/image9.png" /></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eg" /><Relationship Id="rId1" Type="http://schemas.openxmlformats.org/officeDocument/2006/relationships/slideMaster" Target="../slideMasters/slideMaster13.xml" /></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3.jpeg" /><Relationship Id="rId1" Type="http://schemas.openxmlformats.org/officeDocument/2006/relationships/slideMaster" Target="../slideMasters/slideMaster13.xml" /></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1.jpeg" /><Relationship Id="rId1" Type="http://schemas.openxmlformats.org/officeDocument/2006/relationships/slideMaster" Target="../slideMasters/slideMaster13.xml" /></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3.xml" /></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3.xml" /></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3.xml" /></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3.xml" /></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3.xml" /></Relationships>
</file>

<file path=ppt/slideLayouts/_rels/slideLayout176.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3.xml" /></Relationships>
</file>

<file path=ppt/slideLayouts/_rels/slideLayout177.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3.xml" /></Relationships>
</file>

<file path=ppt/slideLayouts/_rels/slideLayout178.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3.xml" /></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Master" Target="../slideMasters/slideMaster13.xml" /></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6.jpeg" /><Relationship Id="rId1" Type="http://schemas.openxmlformats.org/officeDocument/2006/relationships/slideMaster" Target="../slideMasters/slideMaster13.xml" /></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3.xml" /></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7.png" /><Relationship Id="rId1" Type="http://schemas.openxmlformats.org/officeDocument/2006/relationships/slideMaster" Target="../slideMasters/slideMaster13.xml" /><Relationship Id="rId4" Type="http://schemas.openxmlformats.org/officeDocument/2006/relationships/image" Target="../media/image9.png" /></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3.xml" /></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eg" /><Relationship Id="rId1" Type="http://schemas.openxmlformats.org/officeDocument/2006/relationships/slideMaster" Target="../slideMasters/slideMaster14.xml" /></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3.jpeg" /><Relationship Id="rId1" Type="http://schemas.openxmlformats.org/officeDocument/2006/relationships/slideMaster" Target="../slideMasters/slideMaster14.xml" /></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1.jpeg" /><Relationship Id="rId1" Type="http://schemas.openxmlformats.org/officeDocument/2006/relationships/slideMaster" Target="../slideMasters/slideMaster14.xml" /></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4.xml" /></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4.xml" /></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4.xml" /></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4.xml" /></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4.xml" /></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4.xml" /></Relationships>
</file>

<file path=ppt/slideLayouts/_rels/slideLayout193.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4.xml" /></Relationships>
</file>

<file path=ppt/slideLayouts/_rels/slideLayout194.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Master" Target="../slideMasters/slideMaster14.xml" /></Relationships>
</file>

<file path=ppt/slideLayouts/_rels/slideLayout195.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6.jpeg" /><Relationship Id="rId1" Type="http://schemas.openxmlformats.org/officeDocument/2006/relationships/slideMaster" Target="../slideMasters/slideMaster14.xml" /></Relationships>
</file>

<file path=ppt/slideLayouts/_rels/slideLayout196.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image" Target="../media/image10.png" /><Relationship Id="rId1" Type="http://schemas.openxmlformats.org/officeDocument/2006/relationships/slideMaster" Target="../slideMasters/slideMaster14.xml" /><Relationship Id="rId4" Type="http://schemas.openxmlformats.org/officeDocument/2006/relationships/image" Target="../media/image12.png" /></Relationships>
</file>

<file path=ppt/slideLayouts/_rels/slideLayout197.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7.png" /><Relationship Id="rId1" Type="http://schemas.openxmlformats.org/officeDocument/2006/relationships/slideMaster" Target="../slideMasters/slideMaster14.xml" /><Relationship Id="rId4" Type="http://schemas.openxmlformats.org/officeDocument/2006/relationships/image" Target="../media/image9.png" /></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4.xml" /></Relationships>
</file>

<file path=ppt/slideLayouts/_rels/slideLayout199.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4.xml" /></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4.xml" /></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4.xml" /></Relationships>
</file>

<file path=ppt/slideLayouts/_rels/slideLayout202.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4.xml" /></Relationships>
</file>

<file path=ppt/slideLayouts/_rels/slideLayout203.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slideMaster" Target="../slideMasters/slideMaster14.xml" /><Relationship Id="rId1" Type="http://schemas.openxmlformats.org/officeDocument/2006/relationships/tags" Target="../tags/tag7.xml" /></Relationships>
</file>

<file path=ppt/slideLayouts/_rels/slideLayout204.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eg" /><Relationship Id="rId1" Type="http://schemas.openxmlformats.org/officeDocument/2006/relationships/slideMaster" Target="../slideMasters/slideMaster15.xml" /></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3.jpeg" /><Relationship Id="rId1" Type="http://schemas.openxmlformats.org/officeDocument/2006/relationships/slideMaster" Target="../slideMasters/slideMaster15.xml" /></Relationships>
</file>

<file path=ppt/slideLayouts/_rels/slideLayout206.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1.jpeg" /><Relationship Id="rId1" Type="http://schemas.openxmlformats.org/officeDocument/2006/relationships/slideMaster" Target="../slideMasters/slideMaster15.xml" /></Relationships>
</file>

<file path=ppt/slideLayouts/_rels/slideLayout207.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5.xml" /></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5.xml" /></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5.xml" /></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5.xml" /></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5.xml" /></Relationships>
</file>

<file path=ppt/slideLayouts/_rels/slideLayout212.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5.xml" /></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5.xml" /></Relationships>
</file>

<file path=ppt/slideLayouts/_rels/slideLayout214.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5.xml" /></Relationships>
</file>

<file path=ppt/slideLayouts/_rels/slideLayout215.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Master" Target="../slideMasters/slideMaster15.xml" /></Relationships>
</file>

<file path=ppt/slideLayouts/_rels/slideLayout216.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6.jpeg" /><Relationship Id="rId1" Type="http://schemas.openxmlformats.org/officeDocument/2006/relationships/slideMaster" Target="../slideMasters/slideMaster15.xml" /></Relationships>
</file>

<file path=ppt/slideLayouts/_rels/slideLayout217.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7.png" /><Relationship Id="rId1" Type="http://schemas.openxmlformats.org/officeDocument/2006/relationships/slideMaster" Target="../slideMasters/slideMaster15.xml" /><Relationship Id="rId4" Type="http://schemas.openxmlformats.org/officeDocument/2006/relationships/image" Target="../media/image9.png" /></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5.xml" /></Relationships>
</file>

<file path=ppt/slideLayouts/_rels/slideLayout219.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5.xml" /></Relationships>
</file>

<file path=ppt/slideLayouts/_rels/slideLayout220.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5.xml" /></Relationships>
</file>

<file path=ppt/slideLayouts/_rels/slideLayout221.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5.xml" /></Relationships>
</file>

<file path=ppt/slideLayouts/_rels/slideLayout222.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slideMaster" Target="../slideMasters/slideMaster15.xml" /><Relationship Id="rId1" Type="http://schemas.openxmlformats.org/officeDocument/2006/relationships/tags" Target="../tags/tag8.xml" /></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6.xml" /></Relationships>
</file>

<file path=ppt/slideLayouts/_rels/slideLayout23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6.xml" /></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247.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7.xml" /></Relationships>
</file>

<file path=ppt/slideLayouts/_rels/slideLayout248.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7.xml" /></Relationships>
</file>

<file path=ppt/slideLayouts/_rels/slideLayout249.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slideMaster" Target="../slideMasters/slideMaster17.xml" /><Relationship Id="rId1" Type="http://schemas.openxmlformats.org/officeDocument/2006/relationships/tags" Target="../tags/tag9.xml" /></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261.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8.xml" /></Relationships>
</file>

<file path=ppt/slideLayouts/_rels/slideLayout262.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8.xml" /></Relationships>
</file>

<file path=ppt/slideLayouts/_rels/slideLayout263.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slideMaster" Target="../slideMasters/slideMaster18.xml" /><Relationship Id="rId1" Type="http://schemas.openxmlformats.org/officeDocument/2006/relationships/tags" Target="../tags/tag10.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solidFill>
                <a:prstClr val="white"/>
              </a:solidFill>
              <a:latin typeface="Arial" pitchFamily="34" charset="0"/>
              <a:cs typeface="Arial" pitchFamily="34" charset="0"/>
            </a:endParaRPr>
          </a:p>
        </p:txBody>
      </p:sp>
      <p:sp>
        <p:nvSpPr>
          <p:cNvPr id="4" name="Rectangle 3"/>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5" name="Rectangle 4"/>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7"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8" name="TextBox 7"/>
          <p:cNvSpPr txBox="1"/>
          <p:nvPr/>
        </p:nvSpPr>
        <p:spPr>
          <a:xfrm>
            <a:off x="-76200" y="5257800"/>
            <a:ext cx="22098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9" name="TextBox 8"/>
          <p:cNvSpPr txBox="1"/>
          <p:nvPr/>
        </p:nvSpPr>
        <p:spPr>
          <a:xfrm>
            <a:off x="152400" y="5667375"/>
            <a:ext cx="1905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prstClr val="white"/>
              </a:solidFill>
              <a:latin typeface="Arial" pitchFamily="34" charset="0"/>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12" name="Rectangle 11"/>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prstClr val="white"/>
              </a:solidFill>
              <a:latin typeface="Arial" pitchFamily="34" charset="0"/>
              <a:cs typeface="Arial" pitchFamily="34" charset="0"/>
            </a:endParaRPr>
          </a:p>
        </p:txBody>
      </p:sp>
      <p:sp>
        <p:nvSpPr>
          <p:cNvPr id="13" name="Rectangle 12"/>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4" name="Rectangle 13"/>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5" name="Rectangle 14"/>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7" name="TextBox 16"/>
          <p:cNvSpPr txBox="1"/>
          <p:nvPr/>
        </p:nvSpPr>
        <p:spPr>
          <a:xfrm>
            <a:off x="-76200" y="5257800"/>
            <a:ext cx="22098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8" name="TextBox 17"/>
          <p:cNvSpPr txBox="1"/>
          <p:nvPr/>
        </p:nvSpPr>
        <p:spPr>
          <a:xfrm>
            <a:off x="152400" y="5667375"/>
            <a:ext cx="1905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5" name="Picture 8" descr="Picture 7.png"/>
          <p:cNvPicPr>
            <a:picLocks noChangeAspect="1"/>
          </p:cNvPicPr>
          <p:nvPr/>
        </p:nvPicPr>
        <p:blipFill>
          <a:blip r:embed="rId3" cstate="print"/>
          <a:srcRect l="1923" b="5336"/>
          <a:stretch>
            <a:fillRect/>
          </a:stretch>
        </p:blipFill>
        <p:spPr bwMode="auto">
          <a:xfrm>
            <a:off x="6629400"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9" name="TextBox 8"/>
          <p:cNvSpPr txBox="1"/>
          <p:nvPr/>
        </p:nvSpPr>
        <p:spPr>
          <a:xfrm>
            <a:off x="6858000" y="762000"/>
            <a:ext cx="22098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0" name="TextBox 9"/>
          <p:cNvSpPr txBox="1"/>
          <p:nvPr/>
        </p:nvSpPr>
        <p:spPr>
          <a:xfrm>
            <a:off x="7086600" y="1171575"/>
            <a:ext cx="1905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Box 3"/>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5"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5" name="Picture 6"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6" name="Group 19"/>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0" name="Group 2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sp>
        <p:nvSpPr>
          <p:cNvPr id="14" name="TextBox 13"/>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7" name="Group 10"/>
          <p:cNvGrpSpPr>
            <a:grpSpLocks/>
          </p:cNvGrpSpPr>
          <p:nvPr/>
        </p:nvGrpSpPr>
        <p:grpSpPr bwMode="auto">
          <a:xfrm>
            <a:off x="0" y="1295400"/>
            <a:ext cx="70104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2" name="Group 15"/>
          <p:cNvGrpSpPr>
            <a:grpSpLocks/>
          </p:cNvGrpSpPr>
          <p:nvPr/>
        </p:nvGrpSpPr>
        <p:grpSpPr bwMode="auto">
          <a:xfrm>
            <a:off x="2133600" y="6553200"/>
            <a:ext cx="70104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16"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7" name="TextBox 16"/>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70104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8" name="Group 10"/>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5" name="Group 8"/>
          <p:cNvGrpSpPr>
            <a:grpSpLocks/>
          </p:cNvGrpSpPr>
          <p:nvPr/>
        </p:nvGrpSpPr>
        <p:grpSpPr bwMode="auto">
          <a:xfrm>
            <a:off x="0" y="12954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0" name="Group 13"/>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0" name="Group 10"/>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4" name="Group 19"/>
          <p:cNvGrpSpPr>
            <a:grpSpLocks/>
          </p:cNvGrpSpPr>
          <p:nvPr/>
        </p:nvGrpSpPr>
        <p:grpSpPr bwMode="auto">
          <a:xfrm>
            <a:off x="0" y="1295400"/>
            <a:ext cx="70104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8" name="Group 24"/>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4" name="Group 7"/>
          <p:cNvGrpSpPr>
            <a:grpSpLocks/>
          </p:cNvGrpSpPr>
          <p:nvPr/>
        </p:nvGrpSpPr>
        <p:grpSpPr bwMode="auto">
          <a:xfrm rot="5400000">
            <a:off x="5006182" y="2567781"/>
            <a:ext cx="5181600" cy="46037"/>
            <a:chOff x="1905000" y="6553200"/>
            <a:chExt cx="7010400" cy="45719"/>
          </a:xfrm>
        </p:grpSpPr>
        <p:sp>
          <p:nvSpPr>
            <p:cNvPr id="5" name="Rectangle 4"/>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9" name="Picture 10" descr="Picture 7.png"/>
          <p:cNvPicPr>
            <a:picLocks noChangeAspect="1"/>
          </p:cNvPicPr>
          <p:nvPr/>
        </p:nvPicPr>
        <p:blipFill>
          <a:blip r:embed="rId2" cstate="print"/>
          <a:srcRect l="5336" t="1923"/>
          <a:stretch>
            <a:fillRect/>
          </a:stretch>
        </p:blipFill>
        <p:spPr bwMode="auto">
          <a:xfrm>
            <a:off x="-7938" y="381000"/>
            <a:ext cx="692151" cy="2193925"/>
          </a:xfrm>
          <a:prstGeom prst="rect">
            <a:avLst/>
          </a:prstGeom>
          <a:noFill/>
          <a:ln w="9525">
            <a:noFill/>
            <a:miter lim="800000"/>
            <a:headEnd/>
            <a:tailEnd/>
          </a:ln>
        </p:spPr>
      </p:pic>
      <p:sp>
        <p:nvSpPr>
          <p:cNvPr id="10" name="TextBox 9"/>
          <p:cNvSpPr txBox="1"/>
          <p:nvPr/>
        </p:nvSpPr>
        <p:spPr>
          <a:xfrm rot="5400000">
            <a:off x="-2794793" y="3809206"/>
            <a:ext cx="5867400" cy="230187"/>
          </a:xfrm>
          <a:prstGeom prst="rect">
            <a:avLst/>
          </a:prstGeom>
          <a:noFill/>
        </p:spPr>
        <p:txBody>
          <a:bodyPr>
            <a:spAutoFit/>
          </a:bodyPr>
          <a:lstStyle/>
          <a:p>
            <a:pPr algn="r">
              <a:defRPr/>
            </a:pP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prstClr val="white"/>
              </a:solidFill>
              <a:latin typeface="Arial" pitchFamily="34" charset="0"/>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oAutofit/>
          </a:bodyPr>
          <a:lstStyle>
            <a:lvl1pPr algn="l">
              <a:lnSpc>
                <a:spcPts val="4000"/>
              </a:lnSpc>
              <a:defRPr sz="4400" baseline="0">
                <a:solidFill>
                  <a:schemeClr val="bg1"/>
                </a:solidFill>
              </a:defRPr>
            </a:lvl1pPr>
          </a:lstStyle>
          <a:p>
            <a:r>
              <a:rPr lang="en-US"/>
              <a:t>Click to edit Master title style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pPr>
              <a:defRPr/>
            </a:pPr>
            <a:fld id="{460CB459-1A4D-47F4-A8EE-5438035C956C}" type="datetime1">
              <a:rPr lang="en-US" smtClean="0"/>
              <a:t>1/31/2026</a:t>
            </a:fld>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pPr>
              <a:defRPr/>
            </a:pPr>
            <a:endParaRPr lang="en-US"/>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pPr>
              <a:defRPr/>
            </a:pPr>
            <a:fld id="{60DB935C-A2BB-404C-A6C5-67E9068028EC}" type="slidenum">
              <a:rPr lang="en-US" smtClean="0"/>
              <a:pPr>
                <a:defRPr/>
              </a:pPr>
              <a:t>‹#›</a:t>
            </a:fld>
            <a:endParaRPr lang="en-US"/>
          </a:p>
        </p:txBody>
      </p:sp>
    </p:spTree>
    <p:extLst>
      <p:ext uri="{BB962C8B-B14F-4D97-AF65-F5344CB8AC3E}">
        <p14:creationId xmlns:p14="http://schemas.microsoft.com/office/powerpoint/2010/main" val="10859931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Blank_one">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05A86013-9C42-4BCF-AF6F-2688E6E33AE5}"/>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IN" sz="12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8153400" y="6550026"/>
            <a:ext cx="990600" cy="219291"/>
          </a:xfrm>
          <a:prstGeom prst="rect">
            <a:avLst/>
          </a:prstGeom>
          <a:noFill/>
        </p:spPr>
        <p:txBody>
          <a:bodyPr wrap="square">
            <a:spAutoFit/>
          </a:body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sz="825" b="1" i="0" u="none" strike="noStrike" kern="1200" cap="none" spc="0" normalizeH="0" baseline="0" noProof="0" dirty="0">
                <a:ln>
                  <a:noFill/>
                </a:ln>
                <a:solidFill>
                  <a:srgbClr val="101141"/>
                </a:solidFill>
                <a:effectLst/>
                <a:uLnTx/>
                <a:uFillTx/>
                <a:latin typeface="Arial"/>
                <a:ea typeface="+mn-ea"/>
                <a:cs typeface="Arial"/>
              </a:rPr>
              <a:t>BITS </a:t>
            </a:r>
            <a:r>
              <a:rPr kumimoji="0" lang="en-US" sz="825" b="0" i="0" u="none" strike="noStrike" kern="1200" cap="none" spc="0" normalizeH="0" baseline="0" noProof="0" dirty="0" err="1">
                <a:ln>
                  <a:noFill/>
                </a:ln>
                <a:solidFill>
                  <a:srgbClr val="101141"/>
                </a:solidFill>
                <a:effectLst/>
                <a:uLnTx/>
                <a:uFillTx/>
                <a:latin typeface="Arial"/>
                <a:ea typeface="+mn-ea"/>
                <a:cs typeface="Arial"/>
              </a:rPr>
              <a:t>Pilani</a:t>
            </a:r>
            <a:endParaRPr kumimoji="0" lang="en-US" sz="825" b="0" i="0" u="none" strike="noStrike" kern="1200" cap="none" spc="0" normalizeH="0" baseline="0" noProof="0" dirty="0">
              <a:ln>
                <a:noFill/>
              </a:ln>
              <a:solidFill>
                <a:srgbClr val="101141"/>
              </a:solidFill>
              <a:effectLst/>
              <a:uLnTx/>
              <a:uFillTx/>
              <a:latin typeface="Arial"/>
              <a:ea typeface="+mn-ea"/>
              <a:cs typeface="Arial"/>
            </a:endParaRPr>
          </a:p>
        </p:txBody>
      </p:sp>
      <p:grpSp>
        <p:nvGrpSpPr>
          <p:cNvPr id="5" name="Group 11"/>
          <p:cNvGrpSpPr>
            <a:grpSpLocks/>
          </p:cNvGrpSpPr>
          <p:nvPr/>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3"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3018573949"/>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Box 3"/>
          <p:cNvSpPr txBox="1"/>
          <p:nvPr userDrawn="1"/>
        </p:nvSpPr>
        <p:spPr>
          <a:xfrm>
            <a:off x="3276600" y="6596063"/>
            <a:ext cx="58674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2"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9" name="Picture 11" descr="Picture 7.png"/>
          <p:cNvPicPr>
            <a:picLocks noChangeAspect="1"/>
          </p:cNvPicPr>
          <p:nvPr userDrawn="1"/>
        </p:nvPicPr>
        <p:blipFill>
          <a:blip r:embed="rId2"/>
          <a:srcRect l="1923" b="5336"/>
          <a:stretch>
            <a:fillRect/>
          </a:stretch>
        </p:blipFill>
        <p:spPr bwMode="auto">
          <a:xfrm>
            <a:off x="6629400" y="0"/>
            <a:ext cx="2193925" cy="692150"/>
          </a:xfrm>
          <a:prstGeom prst="rect">
            <a:avLst/>
          </a:prstGeom>
          <a:noFill/>
          <a:ln w="9525">
            <a:noFill/>
            <a:miter lim="800000"/>
            <a:headEnd/>
            <a:tailEnd/>
          </a:ln>
        </p:spPr>
      </p:pic>
      <p:grpSp>
        <p:nvGrpSpPr>
          <p:cNvPr id="5"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0"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8192102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F6C300FC-D642-4D31-8A15-4FA78C96497F}" type="datetime1">
              <a:rPr lang="en-US" smtClean="0"/>
              <a:t>1/31/2026</a:t>
            </a:fld>
            <a:endParaRPr lang="en-GB"/>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GB"/>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89A1433-2BD6-474A-B042-E5F0856EF487}" type="slidenum">
              <a:rPr lang="en-GB"/>
              <a:pPr>
                <a:defRPr/>
              </a:pPr>
              <a:t>‹#›</a:t>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p:cNvSpPr>
            <a:spLocks noGrp="1"/>
          </p:cNvSpPr>
          <p:nvPr>
            <p:ph type="ftr" sz="quarter" idx="10"/>
          </p:nvPr>
        </p:nvSpPr>
        <p:spPr>
          <a:xfrm>
            <a:off x="2195513" y="6237288"/>
            <a:ext cx="4392612" cy="365125"/>
          </a:xfrm>
          <a:prstGeom prst="rect">
            <a:avLst/>
          </a:prstGeom>
        </p:spPr>
        <p:txBody>
          <a:bodyPr/>
          <a:lstStyle>
            <a:lvl1pPr algn="ctr">
              <a:defRPr sz="1200" b="1"/>
            </a:lvl1pPr>
          </a:lstStyle>
          <a:p>
            <a:pPr>
              <a:defRPr/>
            </a:pPr>
            <a:endParaRPr lang="en-IN" dirty="0"/>
          </a:p>
        </p:txBody>
      </p:sp>
      <p:sp>
        <p:nvSpPr>
          <p:cNvPr id="5" name="Slide Number Placeholder 5"/>
          <p:cNvSpPr>
            <a:spLocks noGrp="1"/>
          </p:cNvSpPr>
          <p:nvPr>
            <p:ph type="sldNum" sz="quarter" idx="11"/>
          </p:nvPr>
        </p:nvSpPr>
        <p:spPr>
          <a:xfrm>
            <a:off x="8532813" y="6237288"/>
            <a:ext cx="611187" cy="293687"/>
          </a:xfrm>
          <a:prstGeom prst="rect">
            <a:avLst/>
          </a:prstGeom>
        </p:spPr>
        <p:txBody>
          <a:bodyPr/>
          <a:lstStyle>
            <a:lvl1pPr>
              <a:defRPr sz="1600" b="1"/>
            </a:lvl1pPr>
          </a:lstStyle>
          <a:p>
            <a:pPr>
              <a:defRPr/>
            </a:pPr>
            <a:fld id="{78B23240-9A46-45DC-80D8-72E6138EF4CC}" type="slidenum">
              <a:rPr lang="en-IN"/>
              <a:pPr>
                <a:defRPr/>
              </a:pPr>
              <a:t>‹#›</a:t>
            </a:fld>
            <a:endParaRPr lang="en-IN"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E715DBA4-7D61-4EF0-84ED-BC77BBBD76C3}" type="datetime1">
              <a:rPr lang="en-US" smtClean="0"/>
              <a:t>1/31/2026</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DBD8A489-38BD-40B0-9083-7E99DA903139}" type="slidenum">
              <a:rPr lang="en-IN"/>
              <a:pPr>
                <a:defRPr/>
              </a:pPr>
              <a:t>‹#›</a:t>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fld id="{02F12F95-64FA-403E-9EE0-678C65D0D299}" type="datetime1">
              <a:rPr lang="en-US" smtClean="0"/>
              <a:t>1/31/2026</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6D38CB16-FC74-415F-A778-AFAE7BEAFAF6}" type="slidenum">
              <a:rPr lang="en-IN"/>
              <a:pPr>
                <a:defRPr/>
              </a:pPr>
              <a:t>‹#›</a:t>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a:defRPr/>
            </a:lvl1pPr>
          </a:lstStyle>
          <a:p>
            <a:pPr>
              <a:defRPr/>
            </a:pPr>
            <a:fld id="{F1200599-7BEE-463B-8411-A43917BFC349}" type="datetime1">
              <a:rPr lang="en-US" smtClean="0"/>
              <a:t>1/31/2026</a:t>
            </a:fld>
            <a:endParaRPr lang="en-IN"/>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6FB1E71-4690-4FD4-BBCF-A3779CD52565}" type="slidenum">
              <a:rPr lang="en-IN"/>
              <a:pPr>
                <a:defRPr/>
              </a:pPr>
              <a:t>‹#›</a:t>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a:defRPr/>
            </a:lvl1pPr>
          </a:lstStyle>
          <a:p>
            <a:pPr>
              <a:defRPr/>
            </a:pPr>
            <a:fld id="{6D73415C-FE33-4DC2-96C9-9FF4625BB8E2}" type="datetime1">
              <a:rPr lang="en-US" smtClean="0"/>
              <a:t>1/31/2026</a:t>
            </a:fld>
            <a:endParaRPr lang="en-IN"/>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9FD64774-6889-4F3F-87B3-82AF987C97C8}" type="slidenum">
              <a:rPr lang="en-IN"/>
              <a:pPr>
                <a:defRPr/>
              </a:pPr>
              <a:t>‹#›</a:t>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a:defRPr/>
            </a:lvl1pPr>
          </a:lstStyle>
          <a:p>
            <a:pPr>
              <a:defRPr/>
            </a:pPr>
            <a:fld id="{710943E7-37D7-437E-B58C-A5C75F070D4E}" type="datetime1">
              <a:rPr lang="en-US" smtClean="0"/>
              <a:t>1/31/2026</a:t>
            </a:fld>
            <a:endParaRPr lang="en-IN"/>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102715D1-A74F-4481-8AFF-0CF19F1A4227}" type="slidenum">
              <a:rPr lang="en-IN"/>
              <a:pPr>
                <a:defRPr/>
              </a:pPr>
              <a:t>‹#›</a:t>
            </a:fld>
            <a:endParaRPr lang="en-I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fld id="{92CCDF47-80FE-4CCA-BCF7-3F457F9B8440}" type="datetime1">
              <a:rPr lang="en-US" smtClean="0"/>
              <a:t>1/31/2026</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4B936656-7811-4E10-ABA8-C743BA19F43F}" type="slidenum">
              <a:rPr lang="en-IN"/>
              <a:pPr>
                <a:defRPr/>
              </a:pPr>
              <a:t>‹#›</a:t>
            </a:fld>
            <a:endParaRPr lang="en-I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fld id="{0D5FADEA-6F6D-4933-9FE0-B6F37CE7554E}" type="datetime1">
              <a:rPr lang="en-US" smtClean="0"/>
              <a:t>1/31/2026</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7A0E505A-A9CD-4645-BB6F-663BC8294A50}" type="slidenum">
              <a:rPr lang="en-IN"/>
              <a:pPr>
                <a:defRPr/>
              </a:pPr>
              <a:t>‹#›</a:t>
            </a:fld>
            <a:endParaRPr lang="en-I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8BF5BD2D-709E-47A5-BC42-9994CC74C963}" type="datetime1">
              <a:rPr lang="en-US" smtClean="0"/>
              <a:t>1/31/2026</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0FB21827-D599-4054-9CED-35F966873CDF}" type="slidenum">
              <a:rPr lang="en-IN"/>
              <a:pPr>
                <a:defRPr/>
              </a:pPr>
              <a:t>‹#›</a:t>
            </a:fld>
            <a:endParaRPr lang="en-I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3BA816B7-1F90-4FDA-9242-9B28AC85CD40}" type="datetime1">
              <a:rPr lang="en-US" smtClean="0"/>
              <a:t>1/31/2026</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56872A46-881B-4CE5-A377-400F5AC5756F}" type="slidenum">
              <a:rPr lang="en-IN"/>
              <a:pPr>
                <a:defRPr/>
              </a:pPr>
              <a:t>‹#›</a:t>
            </a:fld>
            <a:endParaRPr lang="en-I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FC0C1690-8CA7-4BF3-A2AD-205F376CB408}" type="datetime1">
              <a:rPr lang="en-US" smtClean="0"/>
              <a:t>1/31/2026</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5EFCE0F-DF2D-4465-B568-7505733AD931}" type="slidenum">
              <a:rPr lang="en-IN"/>
              <a:pPr>
                <a:defRPr/>
              </a:pPr>
              <a:t>‹#›</a:t>
            </a:fld>
            <a:endParaRPr lang="en-I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p:cNvSpPr>
            <a:spLocks noGrp="1"/>
          </p:cNvSpPr>
          <p:nvPr>
            <p:ph type="ftr" sz="quarter" idx="10"/>
          </p:nvPr>
        </p:nvSpPr>
        <p:spPr>
          <a:xfrm>
            <a:off x="2195513" y="6237288"/>
            <a:ext cx="4392612" cy="365125"/>
          </a:xfrm>
          <a:prstGeom prst="rect">
            <a:avLst/>
          </a:prstGeom>
        </p:spPr>
        <p:txBody>
          <a:bodyPr/>
          <a:lstStyle>
            <a:lvl1pPr algn="ctr">
              <a:defRPr sz="1200" b="1" smtClean="0"/>
            </a:lvl1pPr>
          </a:lstStyle>
          <a:p>
            <a:pPr>
              <a:defRPr/>
            </a:pPr>
            <a:endParaRPr lang="en-IN" dirty="0"/>
          </a:p>
        </p:txBody>
      </p:sp>
      <p:sp>
        <p:nvSpPr>
          <p:cNvPr id="5" name="Slide Number Placeholder 5"/>
          <p:cNvSpPr>
            <a:spLocks noGrp="1"/>
          </p:cNvSpPr>
          <p:nvPr>
            <p:ph type="sldNum" sz="quarter" idx="11"/>
          </p:nvPr>
        </p:nvSpPr>
        <p:spPr>
          <a:xfrm>
            <a:off x="8532813" y="6237288"/>
            <a:ext cx="611187" cy="293687"/>
          </a:xfrm>
          <a:prstGeom prst="rect">
            <a:avLst/>
          </a:prstGeom>
        </p:spPr>
        <p:txBody>
          <a:bodyPr/>
          <a:lstStyle>
            <a:lvl1pPr>
              <a:defRPr sz="1600" b="1" smtClean="0"/>
            </a:lvl1pPr>
          </a:lstStyle>
          <a:p>
            <a:pPr>
              <a:defRPr/>
            </a:pPr>
            <a:fld id="{578891D9-9DBF-4503-8954-7823A473F5F2}" type="slidenum">
              <a:rPr lang="en-IN"/>
              <a:pPr>
                <a:defRPr/>
              </a:pPr>
              <a:t>‹#›</a:t>
            </a:fld>
            <a:endParaRPr lang="en-IN"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EED7F078-45CA-436D-BCDB-2763B33808C1}" type="datetime1">
              <a:rPr lang="en-US" smtClean="0"/>
              <a:t>1/31/2026</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67754B72-864B-4419-8417-A1CD80834F11}" type="slidenum">
              <a:rPr lang="en-IN"/>
              <a:pPr>
                <a:defRPr/>
              </a:pPr>
              <a:t>‹#›</a:t>
            </a:fld>
            <a:endParaRPr lang="en-I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fld id="{E1EDC1C1-EAE1-4BB9-9C6A-E69598A608B8}" type="datetime1">
              <a:rPr lang="en-US" smtClean="0"/>
              <a:t>1/31/2026</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53CC4AA0-627E-417E-B63D-B3DF9B458D26}" type="slidenum">
              <a:rPr lang="en-IN"/>
              <a:pPr>
                <a:defRPr/>
              </a:pPr>
              <a:t>‹#›</a:t>
            </a:fld>
            <a:endParaRPr lang="en-I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a:defRPr/>
            </a:lvl1pPr>
          </a:lstStyle>
          <a:p>
            <a:pPr>
              <a:defRPr/>
            </a:pPr>
            <a:fld id="{1864ACAF-850F-4E54-8FE9-8FA2C243DE68}" type="datetime1">
              <a:rPr lang="en-US" smtClean="0"/>
              <a:t>1/31/2026</a:t>
            </a:fld>
            <a:endParaRPr lang="en-IN"/>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85947CB-2DD6-480A-BB8A-9DB725A59BE4}" type="slidenum">
              <a:rPr lang="en-IN"/>
              <a:pPr>
                <a:defRPr/>
              </a:pPr>
              <a:t>‹#›</a:t>
            </a:fld>
            <a:endParaRPr lang="en-I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a:defRPr/>
            </a:lvl1pPr>
          </a:lstStyle>
          <a:p>
            <a:pPr>
              <a:defRPr/>
            </a:pPr>
            <a:fld id="{EF782099-724F-40AB-8E67-4FB981F47242}" type="datetime1">
              <a:rPr lang="en-US" smtClean="0"/>
              <a:t>1/31/2026</a:t>
            </a:fld>
            <a:endParaRPr lang="en-IN"/>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F9A44F58-842A-4939-AD5D-04575B8B76C1}" type="slidenum">
              <a:rPr lang="en-IN"/>
              <a:pPr>
                <a:defRPr/>
              </a:pPr>
              <a:t>‹#›</a:t>
            </a:fld>
            <a:endParaRPr lang="en-I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a:defRPr/>
            </a:lvl1pPr>
          </a:lstStyle>
          <a:p>
            <a:pPr>
              <a:defRPr/>
            </a:pPr>
            <a:fld id="{0B7781A9-26D8-498A-A78A-4369AE67AC51}" type="datetime1">
              <a:rPr lang="en-US" smtClean="0"/>
              <a:t>1/31/2026</a:t>
            </a:fld>
            <a:endParaRPr lang="en-IN"/>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4062B2FC-FC80-4EAE-B114-A316EDBA5B6E}" type="slidenum">
              <a:rPr lang="en-IN"/>
              <a:pPr>
                <a:defRPr/>
              </a:pPr>
              <a:t>‹#›</a:t>
            </a:fld>
            <a:endParaRPr lang="en-I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fld id="{660FC157-7303-4896-BF84-95F3AD505D15}" type="datetime1">
              <a:rPr lang="en-US" smtClean="0"/>
              <a:t>1/31/2026</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A333D8C1-C48A-434B-B05D-32EFC992A06D}" type="slidenum">
              <a:rPr lang="en-IN"/>
              <a:pPr>
                <a:defRPr/>
              </a:pPr>
              <a:t>‹#›</a:t>
            </a:fld>
            <a:endParaRPr lang="en-I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fld id="{8D140035-DD72-475E-99C9-FA286FF8CEF5}" type="datetime1">
              <a:rPr lang="en-US" smtClean="0"/>
              <a:t>1/31/2026</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6ABC52F0-3AC6-4B70-9B7C-80128C5BC8D3}" type="slidenum">
              <a:rPr lang="en-IN"/>
              <a:pPr>
                <a:defRPr/>
              </a:pPr>
              <a:t>‹#›</a:t>
            </a:fld>
            <a:endParaRPr lang="en-I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E5326905-178E-415A-9E8A-DF517F197F55}" type="datetime1">
              <a:rPr lang="en-US" smtClean="0"/>
              <a:t>1/31/2026</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F904F594-7693-4705-8E88-CEADBE86DA53}" type="slidenum">
              <a:rPr lang="en-IN"/>
              <a:pPr>
                <a:defRPr/>
              </a:pPr>
              <a:t>‹#›</a:t>
            </a:fld>
            <a:endParaRPr lang="en-IN"/>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8EAD8F48-34D1-47D3-BB07-1911D9B7808E}" type="datetime1">
              <a:rPr lang="en-US" smtClean="0"/>
              <a:t>1/31/2026</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C0806891-6D43-46F3-BFF0-1270190D4E6C}" type="slidenum">
              <a:rPr lang="en-IN"/>
              <a:pPr>
                <a:defRPr/>
              </a:pPr>
              <a:t>‹#›</a:t>
            </a:fld>
            <a:endParaRPr lang="en-I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3" name="Rectangle 2"/>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4" name="Rectangle 3"/>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4"/>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7" name="Picture 10" descr="BITS_university_logo_whitevert.png"/>
          <p:cNvPicPr>
            <a:picLocks noChangeAspect="1"/>
          </p:cNvPicPr>
          <p:nvPr/>
        </p:nvPicPr>
        <p:blipFill>
          <a:blip r:embed="rId2" cstate="print"/>
          <a:srcRect t="2" b="28592"/>
          <a:stretch>
            <a:fillRect/>
          </a:stretch>
        </p:blipFill>
        <p:spPr bwMode="auto">
          <a:xfrm>
            <a:off x="76200" y="3352800"/>
            <a:ext cx="2057400" cy="1979613"/>
          </a:xfrm>
          <a:prstGeom prst="rect">
            <a:avLst/>
          </a:prstGeom>
          <a:noFill/>
          <a:ln w="9525">
            <a:noFill/>
            <a:miter lim="800000"/>
            <a:headEnd/>
            <a:tailEnd/>
          </a:ln>
        </p:spPr>
      </p:pic>
      <p:sp>
        <p:nvSpPr>
          <p:cNvPr id="8" name="TextBox 7"/>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9" name="TextBox 8"/>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71142645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10" descr="BITS_university_logo_whitevert.png"/>
          <p:cNvPicPr>
            <a:picLocks noChangeAspect="1"/>
          </p:cNvPicPr>
          <p:nvPr/>
        </p:nvPicPr>
        <p:blipFill>
          <a:blip r:embed="rId2"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2" name="Rectangle 11"/>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13" name="Rectangle 12"/>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16" name="Picture 17" descr="BITS_university_logo_whitevert.png"/>
          <p:cNvPicPr>
            <a:picLocks noChangeAspect="1"/>
          </p:cNvPicPr>
          <p:nvPr/>
        </p:nvPicPr>
        <p:blipFill>
          <a:blip r:embed="rId2" cstate="print"/>
          <a:srcRect t="2" b="28592"/>
          <a:stretch>
            <a:fillRect/>
          </a:stretch>
        </p:blipFill>
        <p:spPr bwMode="auto">
          <a:xfrm>
            <a:off x="76200" y="3352800"/>
            <a:ext cx="2057400" cy="1979613"/>
          </a:xfrm>
          <a:prstGeom prst="rect">
            <a:avLst/>
          </a:prstGeom>
          <a:noFill/>
          <a:ln w="9525">
            <a:noFill/>
            <a:miter lim="800000"/>
            <a:headEnd/>
            <a:tailEnd/>
          </a:ln>
        </p:spPr>
      </p:pic>
      <p:sp>
        <p:nvSpPr>
          <p:cNvPr id="17" name="TextBox 16"/>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8" name="TextBox 17"/>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93806457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5" name="Picture 8" descr="Picture 7.png"/>
          <p:cNvPicPr>
            <a:picLocks noChangeAspect="1"/>
          </p:cNvPicPr>
          <p:nvPr/>
        </p:nvPicPr>
        <p:blipFill>
          <a:blip r:embed="rId3" cstate="print"/>
          <a:srcRect l="1923" b="5336"/>
          <a:stretch>
            <a:fillRect/>
          </a:stretch>
        </p:blipFill>
        <p:spPr bwMode="auto">
          <a:xfrm>
            <a:off x="6629400"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6858000" y="7620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0" name="TextBox 9"/>
          <p:cNvSpPr txBox="1"/>
          <p:nvPr/>
        </p:nvSpPr>
        <p:spPr>
          <a:xfrm>
            <a:off x="7086600" y="11715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09662753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lank_one">
    <p:spTree>
      <p:nvGrpSpPr>
        <p:cNvPr id="1" name=""/>
        <p:cNvGrpSpPr/>
        <p:nvPr/>
      </p:nvGrpSpPr>
      <p:grpSpPr>
        <a:xfrm>
          <a:off x="0" y="0"/>
          <a:ext cx="0" cy="0"/>
          <a:chOff x="0" y="0"/>
          <a:chExt cx="0" cy="0"/>
        </a:xfrm>
      </p:grpSpPr>
      <p:sp>
        <p:nvSpPr>
          <p:cNvPr id="4" name="TextBox 3"/>
          <p:cNvSpPr txBox="1"/>
          <p:nvPr/>
        </p:nvSpPr>
        <p:spPr>
          <a:xfrm>
            <a:off x="8153400" y="6550025"/>
            <a:ext cx="990600" cy="261610"/>
          </a:xfrm>
          <a:prstGeom prst="rect">
            <a:avLst/>
          </a:prstGeom>
          <a:noFill/>
        </p:spPr>
        <p:txBody>
          <a:bodyPr wrap="square">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err="1">
                <a:ln>
                  <a:noFill/>
                </a:ln>
                <a:solidFill>
                  <a:srgbClr val="101141"/>
                </a:solidFill>
                <a:effectLst/>
                <a:uLnTx/>
                <a:uFillTx/>
                <a:latin typeface="Arial"/>
                <a:ea typeface="+mn-ea"/>
                <a:cs typeface="Arial"/>
              </a:rPr>
              <a:t>Pilani</a:t>
            </a:r>
            <a:endParaRPr kumimoji="0" lang="en-US" sz="1100" b="0" i="0" u="none" strike="noStrike" kern="1200" cap="none" spc="0" normalizeH="0" baseline="0" noProof="0" dirty="0">
              <a:ln>
                <a:noFill/>
              </a:ln>
              <a:solidFill>
                <a:srgbClr val="101141"/>
              </a:solidFill>
              <a:effectLst/>
              <a:uLnTx/>
              <a:uFillTx/>
              <a:latin typeface="Arial"/>
              <a:ea typeface="+mn-ea"/>
              <a:cs typeface="Arial"/>
            </a:endParaRPr>
          </a:p>
        </p:txBody>
      </p:sp>
      <p:grpSp>
        <p:nvGrpSpPr>
          <p:cNvPr id="5"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31279846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5" name="Picture 6"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6" name="Group 19"/>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14" name="TextBox 13"/>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09720486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7" name="Group 10"/>
          <p:cNvGrpSpPr>
            <a:grpSpLocks/>
          </p:cNvGrpSpPr>
          <p:nvPr/>
        </p:nvGrpSpPr>
        <p:grpSpPr bwMode="auto">
          <a:xfrm>
            <a:off x="0" y="1295400"/>
            <a:ext cx="70104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2" name="Group 15"/>
          <p:cNvGrpSpPr>
            <a:grpSpLocks/>
          </p:cNvGrpSpPr>
          <p:nvPr/>
        </p:nvGrpSpPr>
        <p:grpSpPr bwMode="auto">
          <a:xfrm>
            <a:off x="2133600" y="6553200"/>
            <a:ext cx="70104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6"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7" name="TextBox 16"/>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1408424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70104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8" name="Group 10"/>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6239744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5" name="Group 8"/>
          <p:cNvGrpSpPr>
            <a:grpSpLocks/>
          </p:cNvGrpSpPr>
          <p:nvPr/>
        </p:nvGrpSpPr>
        <p:grpSpPr bwMode="auto">
          <a:xfrm>
            <a:off x="0" y="12954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13"/>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1775739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10"/>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53336686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4" name="Group 19"/>
          <p:cNvGrpSpPr>
            <a:grpSpLocks/>
          </p:cNvGrpSpPr>
          <p:nvPr/>
        </p:nvGrpSpPr>
        <p:grpSpPr bwMode="auto">
          <a:xfrm>
            <a:off x="0" y="1295400"/>
            <a:ext cx="70104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8" name="Group 24"/>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5082256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4" name="Group 7"/>
          <p:cNvGrpSpPr>
            <a:grpSpLocks/>
          </p:cNvGrpSpPr>
          <p:nvPr/>
        </p:nvGrpSpPr>
        <p:grpSpPr bwMode="auto">
          <a:xfrm rot="5400000">
            <a:off x="5006182" y="2567781"/>
            <a:ext cx="5181600" cy="46037"/>
            <a:chOff x="1905000" y="6553200"/>
            <a:chExt cx="7010400" cy="45719"/>
          </a:xfrm>
        </p:grpSpPr>
        <p:sp>
          <p:nvSpPr>
            <p:cNvPr id="5" name="Rectangle 4"/>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0" descr="Picture 7.png"/>
          <p:cNvPicPr>
            <a:picLocks noChangeAspect="1"/>
          </p:cNvPicPr>
          <p:nvPr/>
        </p:nvPicPr>
        <p:blipFill>
          <a:blip r:embed="rId2" cstate="print"/>
          <a:srcRect l="5336" t="1923"/>
          <a:stretch>
            <a:fillRect/>
          </a:stretch>
        </p:blipFill>
        <p:spPr bwMode="auto">
          <a:xfrm>
            <a:off x="-7938" y="381000"/>
            <a:ext cx="692151" cy="2193925"/>
          </a:xfrm>
          <a:prstGeom prst="rect">
            <a:avLst/>
          </a:prstGeom>
          <a:noFill/>
          <a:ln w="9525">
            <a:noFill/>
            <a:miter lim="800000"/>
            <a:headEnd/>
            <a:tailEnd/>
          </a:ln>
        </p:spPr>
      </p:pic>
      <p:sp>
        <p:nvSpPr>
          <p:cNvPr id="10" name="TextBox 9"/>
          <p:cNvSpPr txBox="1"/>
          <p:nvPr/>
        </p:nvSpPr>
        <p:spPr>
          <a:xfrm rot="5400000">
            <a:off x="-2794793" y="3809206"/>
            <a:ext cx="5867400" cy="23018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srgbClr val="101141"/>
                </a:solidFill>
                <a:effectLst/>
                <a:uLnTx/>
                <a:uFillTx/>
                <a:latin typeface="Arial"/>
                <a:ea typeface="+mn-ea"/>
                <a:cs typeface="Arial"/>
              </a:rPr>
              <a:t>BITS </a:t>
            </a:r>
            <a:r>
              <a:rPr kumimoji="0" lang="en-US" sz="9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3840325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1_Section Header">
    <p:spTree>
      <p:nvGrpSpPr>
        <p:cNvPr id="1" name=""/>
        <p:cNvGrpSpPr/>
        <p:nvPr/>
      </p:nvGrpSpPr>
      <p:grpSpPr>
        <a:xfrm>
          <a:off x="0" y="0"/>
          <a:ext cx="0" cy="0"/>
          <a:chOff x="0" y="0"/>
          <a:chExt cx="0" cy="0"/>
        </a:xfrm>
      </p:grpSpPr>
      <p:pic>
        <p:nvPicPr>
          <p:cNvPr id="3" name="Picture 6"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5" name="Picture 6" descr="Picture 7.png"/>
          <p:cNvPicPr>
            <a:picLocks noChangeAspect="1"/>
          </p:cNvPicPr>
          <p:nvPr/>
        </p:nvPicPr>
        <p:blipFill>
          <a:blip r:embed="rId3" cstate="print"/>
          <a:srcRect l="1923" b="5336"/>
          <a:stretch>
            <a:fillRect/>
          </a:stretch>
        </p:blipFill>
        <p:spPr bwMode="auto">
          <a:xfrm>
            <a:off x="6629400"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6858000" y="7620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0" name="TextBox 9"/>
          <p:cNvSpPr txBox="1"/>
          <p:nvPr/>
        </p:nvSpPr>
        <p:spPr>
          <a:xfrm>
            <a:off x="7086600" y="11715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25999407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1_Custom Layout">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10" descr="BITS_university_logo_whitevert.png"/>
          <p:cNvPicPr>
            <a:picLocks noChangeAspect="1"/>
          </p:cNvPicPr>
          <p:nvPr/>
        </p:nvPicPr>
        <p:blipFill>
          <a:blip r:embed="rId2"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89018313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4" name="TextBox 3"/>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51990178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t="-543" b="-543"/>
          <a:stretch/>
        </p:blipFill>
        <p:spPr>
          <a:xfrm>
            <a:off x="3563108" y="2223656"/>
            <a:ext cx="2017786"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9144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243851711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cSld name="2_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sz="1600" b="0" i="0" u="none" strike="noStrike" kern="1200" cap="none" spc="0" normalizeH="0" baseline="0" noProof="0">
              <a:ln>
                <a:noFill/>
              </a:ln>
              <a:solidFill>
                <a:prstClr val="black">
                  <a:tint val="75000"/>
                </a:prstClr>
              </a:solidFill>
              <a:effectLst/>
              <a:uLnTx/>
              <a:uFillTx/>
              <a:latin typeface="Tahoma" charset="0"/>
              <a:ea typeface="+mn-ea"/>
              <a:cs typeface="+mn-cs"/>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tint val="75000"/>
                </a:prstClr>
              </a:solidFill>
              <a:effectLst/>
              <a:uLnTx/>
              <a:uFillTx/>
              <a:latin typeface="Tahoma" charset="0"/>
              <a:ea typeface="+mn-ea"/>
              <a:cs typeface="+mn-cs"/>
            </a:endParaRP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6F15528-21DE-4FAA-801E-634DDDAF4B2B}" type="slidenum">
              <a:rPr kumimoji="0" sz="1600" b="0" i="0" u="none" strike="noStrike" kern="1200" cap="none" spc="0" normalizeH="0" baseline="0" noProof="0">
                <a:ln>
                  <a:noFill/>
                </a:ln>
                <a:solidFill>
                  <a:prstClr val="black">
                    <a:tint val="75000"/>
                  </a:prstClr>
                </a:solidFill>
                <a:effectLst/>
                <a:uLnTx/>
                <a:uFillTx/>
                <a:latin typeface="Tahoma"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sz="1600" b="0" i="0" u="none" strike="noStrike" kern="1200" cap="none" spc="0" normalizeH="0" baseline="0" noProof="0">
              <a:ln>
                <a:noFill/>
              </a:ln>
              <a:solidFill>
                <a:prstClr val="black">
                  <a:tint val="75000"/>
                </a:prstClr>
              </a:solidFill>
              <a:effectLst/>
              <a:uLnTx/>
              <a:uFillTx/>
              <a:latin typeface="Tahoma" charset="0"/>
              <a:ea typeface="+mn-ea"/>
              <a:cs typeface="+mn-cs"/>
            </a:endParaRPr>
          </a:p>
        </p:txBody>
      </p:sp>
    </p:spTree>
    <p:extLst>
      <p:ext uri="{BB962C8B-B14F-4D97-AF65-F5344CB8AC3E}">
        <p14:creationId xmlns:p14="http://schemas.microsoft.com/office/powerpoint/2010/main" val="200115557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8229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7200" y="3938588"/>
            <a:ext cx="8229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457200" y="6245225"/>
            <a:ext cx="2133600" cy="47625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03FC3A3A-C8A1-4745-A5AF-BA8F910C1BFF}" type="slidenum">
              <a:rPr kumimoji="0" lang="en-US" altLang="en-US"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en-US"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15923690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457200" y="6245225"/>
            <a:ext cx="2133600" cy="47625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F89F6C5-9F83-4284-A856-5B5BC05957EC}" type="slidenum">
              <a:rPr kumimoji="0" lang="en-US" altLang="en-US"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en-US"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19177085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EE6AA240-BB03-4790-A676-9895F78EB64C}" type="datetime1">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1/31/2026</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33338142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0" i="0">
                <a:solidFill>
                  <a:schemeClr val="tx1"/>
                </a:solidFill>
                <a:latin typeface="Franklin Gothic Medium"/>
                <a:cs typeface="Franklin Gothic Medium"/>
              </a:defRPr>
            </a:lvl1pPr>
          </a:lstStyle>
          <a:p>
            <a:endParaRPr/>
          </a:p>
        </p:txBody>
      </p:sp>
      <p:sp>
        <p:nvSpPr>
          <p:cNvPr id="3" name="Holder 3"/>
          <p:cNvSpPr>
            <a:spLocks noGrp="1"/>
          </p:cNvSpPr>
          <p:nvPr>
            <p:ph sz="half" idx="2"/>
          </p:nvPr>
        </p:nvSpPr>
        <p:spPr>
          <a:xfrm>
            <a:off x="457200" y="1577340"/>
            <a:ext cx="3977640" cy="492443"/>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92443"/>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4096345" y="6564312"/>
            <a:ext cx="951547" cy="169545"/>
          </a:xfrm>
          <a:prstGeom prst="rect">
            <a:avLst/>
          </a:prstGeom>
        </p:spPr>
        <p:txBody>
          <a:bodyPr lIns="0" tIns="0" rIns="0" bIns="0"/>
          <a:lstStyle>
            <a:lvl1pPr>
              <a:defRPr sz="750" b="0" i="0">
                <a:solidFill>
                  <a:srgbClr val="7F7F7F"/>
                </a:solidFill>
                <a:latin typeface="Franklin Gothic Medium"/>
                <a:cs typeface="Franklin Gothic Medium"/>
              </a:defRPr>
            </a:lvl1pPr>
          </a:lstStyle>
          <a:p>
            <a:pPr marL="9525" marR="0" lvl="0" indent="0" algn="l" defTabSz="914400" rtl="0" eaLnBrk="1" fontAlgn="base" latinLnBrk="0" hangingPunct="1">
              <a:lnSpc>
                <a:spcPct val="100000"/>
              </a:lnSpc>
              <a:spcBef>
                <a:spcPts val="11"/>
              </a:spcBef>
              <a:spcAft>
                <a:spcPct val="0"/>
              </a:spcAft>
              <a:buClrTx/>
              <a:buSzTx/>
              <a:buFontTx/>
              <a:buNone/>
              <a:tabLst/>
              <a:defRPr/>
            </a:pPr>
            <a:r>
              <a:rPr kumimoji="0" lang="en-IN" sz="750" b="0" i="0" u="none" strike="noStrike" kern="1200" cap="none" spc="-11" normalizeH="0" baseline="0" noProof="0">
                <a:ln>
                  <a:noFill/>
                </a:ln>
                <a:solidFill>
                  <a:srgbClr val="7F7F7F"/>
                </a:solidFill>
                <a:effectLst/>
                <a:uLnTx/>
                <a:uFillTx/>
                <a:latin typeface="Franklin Gothic Medium"/>
                <a:ea typeface="+mn-ea"/>
              </a:rPr>
              <a:t>Lisa</a:t>
            </a:r>
            <a:r>
              <a:rPr kumimoji="0" lang="en-IN" sz="750" b="0" i="0" u="none" strike="noStrike" kern="1200" cap="none" spc="-19" normalizeH="0" baseline="0" noProof="0">
                <a:ln>
                  <a:noFill/>
                </a:ln>
                <a:solidFill>
                  <a:srgbClr val="7F7F7F"/>
                </a:solidFill>
                <a:effectLst/>
                <a:uLnTx/>
                <a:uFillTx/>
                <a:latin typeface="Franklin Gothic Medium"/>
                <a:ea typeface="+mn-ea"/>
              </a:rPr>
              <a:t> </a:t>
            </a:r>
            <a:r>
              <a:rPr kumimoji="0" lang="en-IN" sz="750" b="0" i="0" u="none" strike="noStrike" kern="1200" cap="none" spc="-11" normalizeH="0" baseline="0" noProof="0">
                <a:ln>
                  <a:noFill/>
                </a:ln>
                <a:solidFill>
                  <a:srgbClr val="7F7F7F"/>
                </a:solidFill>
                <a:effectLst/>
                <a:uLnTx/>
                <a:uFillTx/>
                <a:latin typeface="Franklin Gothic Medium"/>
                <a:ea typeface="+mn-ea"/>
              </a:rPr>
              <a:t>Yan, </a:t>
            </a:r>
            <a:r>
              <a:rPr kumimoji="0" lang="en-IN" sz="750" b="0" i="0" u="none" strike="noStrike" kern="1200" cap="none" spc="0" normalizeH="0" baseline="0" noProof="0">
                <a:ln>
                  <a:noFill/>
                </a:ln>
                <a:solidFill>
                  <a:srgbClr val="7F7F7F"/>
                </a:solidFill>
                <a:effectLst/>
                <a:uLnTx/>
                <a:uFillTx/>
                <a:latin typeface="Franklin Gothic Medium"/>
                <a:ea typeface="+mn-ea"/>
              </a:rPr>
              <a:t>CS109,</a:t>
            </a:r>
            <a:r>
              <a:rPr kumimoji="0" lang="en-IN" sz="750" b="0" i="0" u="none" strike="noStrike" kern="1200" cap="none" spc="-15" normalizeH="0" baseline="0" noProof="0">
                <a:ln>
                  <a:noFill/>
                </a:ln>
                <a:solidFill>
                  <a:srgbClr val="7F7F7F"/>
                </a:solidFill>
                <a:effectLst/>
                <a:uLnTx/>
                <a:uFillTx/>
                <a:latin typeface="Franklin Gothic Medium"/>
                <a:ea typeface="+mn-ea"/>
              </a:rPr>
              <a:t> </a:t>
            </a:r>
            <a:r>
              <a:rPr kumimoji="0" lang="en-IN" sz="750" b="0" i="0" u="none" strike="noStrike" kern="1200" cap="none" spc="0" normalizeH="0" baseline="0" noProof="0">
                <a:ln>
                  <a:noFill/>
                </a:ln>
                <a:solidFill>
                  <a:srgbClr val="7F7F7F"/>
                </a:solidFill>
                <a:effectLst/>
                <a:uLnTx/>
                <a:uFillTx/>
                <a:latin typeface="Franklin Gothic Medium"/>
                <a:ea typeface="+mn-ea"/>
              </a:rPr>
              <a:t>2020</a:t>
            </a:r>
            <a:endParaRPr kumimoji="0" lang="en-IN" sz="750" b="0" i="0" u="none" strike="noStrike" kern="1200" cap="none" spc="0" normalizeH="0" baseline="0" noProof="0" dirty="0">
              <a:ln>
                <a:noFill/>
              </a:ln>
              <a:solidFill>
                <a:srgbClr val="7F7F7F"/>
              </a:solidFill>
              <a:effectLst/>
              <a:uLnTx/>
              <a:uFillTx/>
              <a:latin typeface="Franklin Gothic Medium"/>
              <a:ea typeface="+mn-ea"/>
            </a:endParaRPr>
          </a:p>
        </p:txBody>
      </p:sp>
      <p:sp>
        <p:nvSpPr>
          <p:cNvPr id="6" name="Holder 6"/>
          <p:cNvSpPr>
            <a:spLocks noGrp="1"/>
          </p:cNvSpPr>
          <p:nvPr>
            <p:ph type="dt" sz="half" idx="6"/>
          </p:nvPr>
        </p:nvSpPr>
        <p:spPr>
          <a:xfrm>
            <a:off x="457200" y="6377940"/>
            <a:ext cx="2103120" cy="342900"/>
          </a:xfrm>
          <a:prstGeom prst="rect">
            <a:avLst/>
          </a:prstGeom>
        </p:spPr>
        <p:txBody>
          <a:bodyPr lIns="0" tIns="0" rIns="0" bIns="0"/>
          <a:lstStyle>
            <a:lvl1pPr algn="l">
              <a:defRPr>
                <a:solidFill>
                  <a:schemeClr val="tx1">
                    <a:tint val="75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D8BD707-D9CF-40AE-B4C6-C98DA3205C09}" type="datetimeFigureOut">
              <a:rPr kumimoji="0" lang="en-US" sz="1600" b="0" i="0" u="none" strike="noStrike" kern="1200" cap="none" spc="0" normalizeH="0" baseline="0" noProof="0">
                <a:ln>
                  <a:noFill/>
                </a:ln>
                <a:solidFill>
                  <a:prstClr val="black">
                    <a:tint val="75000"/>
                  </a:prstClr>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1/31/2026</a:t>
            </a:fld>
            <a:endParaRPr kumimoji="0" lang="en-US" sz="1600" b="0" i="0" u="none" strike="noStrike" kern="1200" cap="none" spc="0" normalizeH="0" baseline="0" noProof="0">
              <a:ln>
                <a:noFill/>
              </a:ln>
              <a:solidFill>
                <a:prstClr val="black">
                  <a:tint val="75000"/>
                </a:prstClr>
              </a:solidFill>
              <a:effectLst/>
              <a:uLnTx/>
              <a:uFillTx/>
              <a:latin typeface="Tahoma" charset="0"/>
              <a:ea typeface="+mn-ea"/>
              <a:cs typeface="+mn-cs"/>
            </a:endParaRPr>
          </a:p>
        </p:txBody>
      </p:sp>
      <p:sp>
        <p:nvSpPr>
          <p:cNvPr id="7" name="Holder 7"/>
          <p:cNvSpPr>
            <a:spLocks noGrp="1"/>
          </p:cNvSpPr>
          <p:nvPr>
            <p:ph type="sldNum" sz="quarter" idx="7"/>
          </p:nvPr>
        </p:nvSpPr>
        <p:spPr>
          <a:xfrm>
            <a:off x="8736711" y="6549624"/>
            <a:ext cx="173831" cy="184150"/>
          </a:xfrm>
          <a:prstGeom prst="rect">
            <a:avLst/>
          </a:prstGeom>
        </p:spPr>
        <p:txBody>
          <a:bodyPr lIns="0" tIns="0" rIns="0" bIns="0"/>
          <a:lstStyle>
            <a:lvl1pPr>
              <a:defRPr sz="825" b="0" i="0">
                <a:solidFill>
                  <a:schemeClr val="tx1"/>
                </a:solidFill>
                <a:latin typeface="Franklin Gothic Medium"/>
                <a:cs typeface="Franklin Gothic Medium"/>
              </a:defRPr>
            </a:lvl1pPr>
          </a:lstStyle>
          <a:p>
            <a:pPr marL="28575" marR="0" lvl="0" indent="0" algn="l" defTabSz="914400" rtl="0" eaLnBrk="1" fontAlgn="base" latinLnBrk="0" hangingPunct="1">
              <a:lnSpc>
                <a:spcPct val="100000"/>
              </a:lnSpc>
              <a:spcBef>
                <a:spcPts val="4"/>
              </a:spcBef>
              <a:spcAft>
                <a:spcPct val="0"/>
              </a:spcAft>
              <a:buClrTx/>
              <a:buSzTx/>
              <a:buFontTx/>
              <a:buNone/>
              <a:tabLst/>
              <a:defRPr/>
            </a:pPr>
            <a:fld id="{81D60167-4931-47E6-BA6A-407CBD079E47}" type="slidenum">
              <a:rPr kumimoji="0" lang="en-IN" sz="825" b="0" i="0" u="none" strike="noStrike" kern="1200" cap="none" spc="0" normalizeH="0" baseline="0" noProof="0" smtClean="0">
                <a:ln>
                  <a:noFill/>
                </a:ln>
                <a:solidFill>
                  <a:prstClr val="black"/>
                </a:solidFill>
                <a:effectLst/>
                <a:uLnTx/>
                <a:uFillTx/>
                <a:latin typeface="Franklin Gothic Medium"/>
                <a:ea typeface="+mn-ea"/>
              </a:rPr>
              <a:pPr marL="28575" marR="0" lvl="0" indent="0" algn="l" defTabSz="914400" rtl="0" eaLnBrk="1" fontAlgn="base" latinLnBrk="0" hangingPunct="1">
                <a:lnSpc>
                  <a:spcPct val="100000"/>
                </a:lnSpc>
                <a:spcBef>
                  <a:spcPts val="4"/>
                </a:spcBef>
                <a:spcAft>
                  <a:spcPct val="0"/>
                </a:spcAft>
                <a:buClrTx/>
                <a:buSzTx/>
                <a:buFontTx/>
                <a:buNone/>
                <a:tabLst/>
                <a:defRPr/>
              </a:pPr>
              <a:t>‹#›</a:t>
            </a:fld>
            <a:endParaRPr kumimoji="0" lang="en-IN" sz="825" b="0" i="0" u="none" strike="noStrike" kern="1200" cap="none" spc="0" normalizeH="0" baseline="0" noProof="0" dirty="0">
              <a:ln>
                <a:noFill/>
              </a:ln>
              <a:solidFill>
                <a:prstClr val="black"/>
              </a:solidFill>
              <a:effectLst/>
              <a:uLnTx/>
              <a:uFillTx/>
              <a:latin typeface="Franklin Gothic Medium"/>
              <a:ea typeface="+mn-ea"/>
            </a:endParaRPr>
          </a:p>
        </p:txBody>
      </p:sp>
    </p:spTree>
    <p:extLst>
      <p:ext uri="{BB962C8B-B14F-4D97-AF65-F5344CB8AC3E}">
        <p14:creationId xmlns:p14="http://schemas.microsoft.com/office/powerpoint/2010/main" val="314060797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cSld name="17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74" b="0" i="0">
                <a:solidFill>
                  <a:srgbClr val="3333B2"/>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2180" b="0" i="0">
                <a:solidFill>
                  <a:schemeClr val="tx1"/>
                </a:solidFill>
                <a:latin typeface="Tahoma"/>
                <a:cs typeface="Tahoma"/>
              </a:defRPr>
            </a:lvl1pPr>
          </a:lstStyle>
          <a:p>
            <a:endParaRPr/>
          </a:p>
        </p:txBody>
      </p:sp>
      <p:sp>
        <p:nvSpPr>
          <p:cNvPr id="4" name="Holder 4"/>
          <p:cNvSpPr>
            <a:spLocks noGrp="1"/>
          </p:cNvSpPr>
          <p:nvPr>
            <p:ph type="ftr" sz="quarter" idx="5"/>
          </p:nvPr>
        </p:nvSpPr>
        <p:spPr>
          <a:xfrm>
            <a:off x="3108960" y="6377940"/>
            <a:ext cx="2926080" cy="342899"/>
          </a:xfrm>
          <a:prstGeom prst="rect">
            <a:avLst/>
          </a:prstGeom>
        </p:spPr>
        <p:txBody>
          <a:bodyPr lIns="0" tIns="0" rIns="0" bIns="0"/>
          <a:lstStyle>
            <a:lvl1pPr algn="ctr">
              <a:defRPr>
                <a:solidFill>
                  <a:schemeClr val="tx1">
                    <a:tint val="75000"/>
                  </a:schemeClr>
                </a:solidFill>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sz="1600" b="0" i="0" u="none" strike="noStrike" kern="1200" cap="none" spc="0" normalizeH="0" baseline="0" noProof="0">
              <a:ln>
                <a:noFill/>
              </a:ln>
              <a:solidFill>
                <a:prstClr val="black">
                  <a:tint val="75000"/>
                </a:prstClr>
              </a:solidFill>
              <a:effectLst/>
              <a:uLnTx/>
              <a:uFillTx/>
              <a:latin typeface="Tahoma" charset="0"/>
              <a:ea typeface="+mn-ea"/>
              <a:cs typeface="+mn-cs"/>
            </a:endParaRPr>
          </a:p>
        </p:txBody>
      </p:sp>
      <p:sp>
        <p:nvSpPr>
          <p:cNvPr id="5" name="Holder 5"/>
          <p:cNvSpPr>
            <a:spLocks noGrp="1"/>
          </p:cNvSpPr>
          <p:nvPr>
            <p:ph type="dt" sz="half" idx="6"/>
          </p:nvPr>
        </p:nvSpPr>
        <p:spPr>
          <a:xfrm>
            <a:off x="457201" y="6377940"/>
            <a:ext cx="2103120" cy="342899"/>
          </a:xfrm>
          <a:prstGeom prst="rect">
            <a:avLst/>
          </a:prstGeom>
        </p:spPr>
        <p:txBody>
          <a:bodyPr lIns="0" tIns="0" rIns="0" bIns="0"/>
          <a:lstStyle>
            <a:lvl1pPr algn="l">
              <a:defRPr>
                <a:solidFill>
                  <a:schemeClr val="tx1">
                    <a:tint val="75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D8BD707-D9CF-40AE-B4C6-C98DA3205C09}" type="datetimeFigureOut">
              <a:rPr kumimoji="0" lang="en-US" sz="1600" b="0" i="0" u="none" strike="noStrike" kern="1200" cap="none" spc="0" normalizeH="0" baseline="0" noProof="0">
                <a:ln>
                  <a:noFill/>
                </a:ln>
                <a:solidFill>
                  <a:prstClr val="black">
                    <a:tint val="75000"/>
                  </a:prstClr>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1/31/2026</a:t>
            </a:fld>
            <a:endParaRPr kumimoji="0" lang="en-US" sz="1600" b="0" i="0" u="none" strike="noStrike" kern="1200" cap="none" spc="0" normalizeH="0" baseline="0" noProof="0">
              <a:ln>
                <a:noFill/>
              </a:ln>
              <a:solidFill>
                <a:prstClr val="black">
                  <a:tint val="75000"/>
                </a:prstClr>
              </a:solidFill>
              <a:effectLst/>
              <a:uLnTx/>
              <a:uFillTx/>
              <a:latin typeface="Tahoma" charset="0"/>
              <a:ea typeface="+mn-ea"/>
              <a:cs typeface="+mn-cs"/>
            </a:endParaRPr>
          </a:p>
        </p:txBody>
      </p:sp>
      <p:sp>
        <p:nvSpPr>
          <p:cNvPr id="6" name="Holder 6"/>
          <p:cNvSpPr>
            <a:spLocks noGrp="1"/>
          </p:cNvSpPr>
          <p:nvPr>
            <p:ph type="sldNum" sz="quarter" idx="7"/>
          </p:nvPr>
        </p:nvSpPr>
        <p:spPr>
          <a:xfrm>
            <a:off x="6583681" y="6377940"/>
            <a:ext cx="2103120" cy="342899"/>
          </a:xfrm>
          <a:prstGeom prst="rect">
            <a:avLst/>
          </a:prstGeom>
        </p:spPr>
        <p:txBody>
          <a:bodyPr lIns="0" tIns="0" rIns="0" bIns="0"/>
          <a:lstStyle>
            <a:lvl1pPr algn="r">
              <a:defRPr>
                <a:solidFill>
                  <a:schemeClr val="tx1">
                    <a:tint val="75000"/>
                  </a:schemeClr>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6F15528-21DE-4FAA-801E-634DDDAF4B2B}" type="slidenum">
              <a:rPr kumimoji="0" sz="1600" b="0" i="0" u="none" strike="noStrike" kern="1200" cap="none" spc="0" normalizeH="0" baseline="0" noProof="0">
                <a:ln>
                  <a:noFill/>
                </a:ln>
                <a:solidFill>
                  <a:prstClr val="black">
                    <a:tint val="75000"/>
                  </a:prstClr>
                </a:solidFill>
                <a:effectLst/>
                <a:uLnTx/>
                <a:uFillTx/>
                <a:latin typeface="Tahoma"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sz="1600" b="0" i="0" u="none" strike="noStrike" kern="1200" cap="none" spc="0" normalizeH="0" baseline="0" noProof="0">
              <a:ln>
                <a:noFill/>
              </a:ln>
              <a:solidFill>
                <a:prstClr val="black">
                  <a:tint val="75000"/>
                </a:prstClr>
              </a:solidFill>
              <a:effectLst/>
              <a:uLnTx/>
              <a:uFillTx/>
              <a:latin typeface="Tahoma" charset="0"/>
              <a:ea typeface="+mn-ea"/>
              <a:cs typeface="+mn-cs"/>
            </a:endParaRPr>
          </a:p>
        </p:txBody>
      </p:sp>
    </p:spTree>
    <p:extLst>
      <p:ext uri="{BB962C8B-B14F-4D97-AF65-F5344CB8AC3E}">
        <p14:creationId xmlns:p14="http://schemas.microsoft.com/office/powerpoint/2010/main" val="179434625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4" name="Rectangle 3"/>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4"/>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7"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8" name="TextBox 7"/>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9" name="TextBox 8"/>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6017200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2" name="Rectangle 11"/>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13" name="Rectangle 12"/>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7" name="TextBox 16"/>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8" name="TextBox 17"/>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82391876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5" name="Picture 8" descr="Picture 7.png"/>
          <p:cNvPicPr>
            <a:picLocks noChangeAspect="1"/>
          </p:cNvPicPr>
          <p:nvPr/>
        </p:nvPicPr>
        <p:blipFill>
          <a:blip r:embed="rId3" cstate="print"/>
          <a:srcRect l="1923" b="5336"/>
          <a:stretch>
            <a:fillRect/>
          </a:stretch>
        </p:blipFill>
        <p:spPr bwMode="auto">
          <a:xfrm>
            <a:off x="6629400"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6858000" y="7620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0" name="TextBox 9"/>
          <p:cNvSpPr txBox="1"/>
          <p:nvPr/>
        </p:nvSpPr>
        <p:spPr>
          <a:xfrm>
            <a:off x="7086600" y="11715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6122255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Box 3"/>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43502017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5" name="Picture 6"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6" name="Group 19"/>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14" name="TextBox 13"/>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4574220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7" name="Group 10"/>
          <p:cNvGrpSpPr>
            <a:grpSpLocks/>
          </p:cNvGrpSpPr>
          <p:nvPr/>
        </p:nvGrpSpPr>
        <p:grpSpPr bwMode="auto">
          <a:xfrm>
            <a:off x="0" y="1295400"/>
            <a:ext cx="70104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2" name="Group 15"/>
          <p:cNvGrpSpPr>
            <a:grpSpLocks/>
          </p:cNvGrpSpPr>
          <p:nvPr/>
        </p:nvGrpSpPr>
        <p:grpSpPr bwMode="auto">
          <a:xfrm>
            <a:off x="2133600" y="6553200"/>
            <a:ext cx="70104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6"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7" name="TextBox 16"/>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58403880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70104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8" name="Group 10"/>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19928292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5" name="Group 8"/>
          <p:cNvGrpSpPr>
            <a:grpSpLocks/>
          </p:cNvGrpSpPr>
          <p:nvPr/>
        </p:nvGrpSpPr>
        <p:grpSpPr bwMode="auto">
          <a:xfrm>
            <a:off x="0" y="12954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13"/>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6716445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10"/>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65961234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4" name="Group 19"/>
          <p:cNvGrpSpPr>
            <a:grpSpLocks/>
          </p:cNvGrpSpPr>
          <p:nvPr/>
        </p:nvGrpSpPr>
        <p:grpSpPr bwMode="auto">
          <a:xfrm>
            <a:off x="0" y="1295400"/>
            <a:ext cx="70104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8" name="Group 24"/>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98559097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4" name="Group 7"/>
          <p:cNvGrpSpPr>
            <a:grpSpLocks/>
          </p:cNvGrpSpPr>
          <p:nvPr/>
        </p:nvGrpSpPr>
        <p:grpSpPr bwMode="auto">
          <a:xfrm rot="5400000">
            <a:off x="5006182" y="2567781"/>
            <a:ext cx="5181600" cy="46037"/>
            <a:chOff x="1905000" y="6553200"/>
            <a:chExt cx="7010400" cy="45719"/>
          </a:xfrm>
        </p:grpSpPr>
        <p:sp>
          <p:nvSpPr>
            <p:cNvPr id="5" name="Rectangle 4"/>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0" descr="Picture 7.png"/>
          <p:cNvPicPr>
            <a:picLocks noChangeAspect="1"/>
          </p:cNvPicPr>
          <p:nvPr/>
        </p:nvPicPr>
        <p:blipFill>
          <a:blip r:embed="rId2" cstate="print"/>
          <a:srcRect l="5336" t="1923"/>
          <a:stretch>
            <a:fillRect/>
          </a:stretch>
        </p:blipFill>
        <p:spPr bwMode="auto">
          <a:xfrm>
            <a:off x="-7938" y="381000"/>
            <a:ext cx="692151" cy="2193925"/>
          </a:xfrm>
          <a:prstGeom prst="rect">
            <a:avLst/>
          </a:prstGeom>
          <a:noFill/>
          <a:ln w="9525">
            <a:noFill/>
            <a:miter lim="800000"/>
            <a:headEnd/>
            <a:tailEnd/>
          </a:ln>
        </p:spPr>
      </p:pic>
      <p:sp>
        <p:nvSpPr>
          <p:cNvPr id="10" name="TextBox 9"/>
          <p:cNvSpPr txBox="1"/>
          <p:nvPr/>
        </p:nvSpPr>
        <p:spPr>
          <a:xfrm rot="5400000">
            <a:off x="-2794793" y="3809206"/>
            <a:ext cx="5867400" cy="23018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srgbClr val="101141"/>
                </a:solidFill>
                <a:effectLst/>
                <a:uLnTx/>
                <a:uFillTx/>
                <a:latin typeface="Arial"/>
                <a:ea typeface="+mn-ea"/>
                <a:cs typeface="Arial"/>
              </a:rPr>
              <a:t>BITS </a:t>
            </a:r>
            <a:r>
              <a:rPr kumimoji="0" lang="en-US" sz="9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23486596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cSld name="1_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413184606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06B9ED5-FE15-42F3-930B-10DA3EF67082}" type="slidenum">
              <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97523902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457200" y="6245225"/>
            <a:ext cx="2133600" cy="476250"/>
          </a:xfr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7" name="Footer Placeholder 6"/>
          <p:cNvSpPr>
            <a:spLocks noGrp="1"/>
          </p:cNvSpPr>
          <p:nvPr>
            <p:ph type="ftr" sz="quarter" idx="11"/>
          </p:nvPr>
        </p:nvSpPr>
        <p:spPr>
          <a:xfrm>
            <a:off x="3124200" y="6245225"/>
            <a:ext cx="2895600" cy="476250"/>
          </a:xfr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8" name="Slide Number Placeholder 7"/>
          <p:cNvSpPr>
            <a:spLocks noGrp="1"/>
          </p:cNvSpPr>
          <p:nvPr>
            <p:ph type="sldNum" sz="quarter" idx="12"/>
          </p:nvPr>
        </p:nvSpPr>
        <p:spPr>
          <a:xfrm>
            <a:off x="6553200" y="6245225"/>
            <a:ext cx="2133600" cy="476250"/>
          </a:xfrm>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350E79D-DD4C-459D-9982-43B0D01A4CF3}" type="slidenum">
              <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0692601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6" name="Footer Placeholder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CCAFE9A-1B00-41A9-8570-E4D414A76A53}" type="slidenum">
              <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50015916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3" name="Footer Placeholder 2"/>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4" name="Slide Number Placeholder 3"/>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08B13F9-30A0-402F-BAD5-2ACC98265560}" type="slidenum">
              <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52520140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secHead">
  <p:cSld name="2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C8012BF1-E2F7-4A28-A7E9-DEDBED6D313A}" type="datetime1">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1/31/2026</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428205625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itle and text" type="tx">
  <p:cSld name="Title and text">
    <p:spTree>
      <p:nvGrpSpPr>
        <p:cNvPr id="1" name="Shape 277"/>
        <p:cNvGrpSpPr/>
        <p:nvPr/>
      </p:nvGrpSpPr>
      <p:grpSpPr>
        <a:xfrm>
          <a:off x="0" y="0"/>
          <a:ext cx="0" cy="0"/>
          <a:chOff x="0" y="0"/>
          <a:chExt cx="0" cy="0"/>
        </a:xfrm>
      </p:grpSpPr>
      <p:sp>
        <p:nvSpPr>
          <p:cNvPr id="278" name="Google Shape;278;p45"/>
          <p:cNvSpPr txBox="1">
            <a:spLocks noGrp="1"/>
          </p:cNvSpPr>
          <p:nvPr>
            <p:ph type="title"/>
          </p:nvPr>
        </p:nvSpPr>
        <p:spPr>
          <a:xfrm>
            <a:off x="685800" y="228600"/>
            <a:ext cx="7772400" cy="990600"/>
          </a:xfrm>
          <a:prstGeom prst="rect">
            <a:avLst/>
          </a:prstGeom>
          <a:noFill/>
          <a:ln>
            <a:noFill/>
          </a:ln>
        </p:spPr>
        <p:txBody>
          <a:bodyPr spcFirstLastPara="1" wrap="square" lIns="91425" tIns="45700" rIns="91425" bIns="45700" anchor="ctr" anchorCtr="0"/>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9" name="Google Shape;279;p45"/>
          <p:cNvSpPr txBox="1">
            <a:spLocks noGrp="1"/>
          </p:cNvSpPr>
          <p:nvPr>
            <p:ph type="body" idx="1"/>
          </p:nvPr>
        </p:nvSpPr>
        <p:spPr>
          <a:xfrm>
            <a:off x="685800" y="1371600"/>
            <a:ext cx="7772400" cy="4687800"/>
          </a:xfrm>
          <a:prstGeom prst="rect">
            <a:avLst/>
          </a:prstGeom>
          <a:noFill/>
          <a:ln>
            <a:noFill/>
          </a:ln>
        </p:spPr>
        <p:txBody>
          <a:bodyPr spcFirstLastPara="1" wrap="square" lIns="91425" tIns="45700" rIns="91425" bIns="45700" anchor="t" anchorCtr="0"/>
          <a:lstStyle>
            <a:lvl1pPr marL="457200" lvl="0" indent="-342900" algn="l" rtl="0">
              <a:lnSpc>
                <a:spcPct val="100000"/>
              </a:lnSpc>
              <a:spcBef>
                <a:spcPts val="360"/>
              </a:spcBef>
              <a:spcAft>
                <a:spcPts val="0"/>
              </a:spcAft>
              <a:buSzPts val="1800"/>
              <a:buChar char="•"/>
              <a:defRPr/>
            </a:lvl1pPr>
            <a:lvl2pPr marL="914400" lvl="1" indent="-342900" algn="l" rtl="0">
              <a:lnSpc>
                <a:spcPct val="100000"/>
              </a:lnSpc>
              <a:spcBef>
                <a:spcPts val="360"/>
              </a:spcBef>
              <a:spcAft>
                <a:spcPts val="0"/>
              </a:spcAft>
              <a:buSzPts val="1800"/>
              <a:buChar char="–"/>
              <a:defRPr/>
            </a:lvl2pPr>
            <a:lvl3pPr marL="1371600" lvl="2" indent="-342900" algn="l" rtl="0">
              <a:lnSpc>
                <a:spcPct val="100000"/>
              </a:lnSpc>
              <a:spcBef>
                <a:spcPts val="360"/>
              </a:spcBef>
              <a:spcAft>
                <a:spcPts val="0"/>
              </a:spcAft>
              <a:buSzPts val="1800"/>
              <a:buChar char="•"/>
              <a:defRPr/>
            </a:lvl3pPr>
            <a:lvl4pPr marL="1828800" lvl="3" indent="-342900" algn="l" rtl="0">
              <a:lnSpc>
                <a:spcPct val="100000"/>
              </a:lnSpc>
              <a:spcBef>
                <a:spcPts val="360"/>
              </a:spcBef>
              <a:spcAft>
                <a:spcPts val="0"/>
              </a:spcAft>
              <a:buSzPts val="1800"/>
              <a:buChar char="–"/>
              <a:defRPr/>
            </a:lvl4pPr>
            <a:lvl5pPr marL="2286000" lvl="4" indent="-342900" algn="l" rtl="0">
              <a:lnSpc>
                <a:spcPct val="100000"/>
              </a:lnSpc>
              <a:spcBef>
                <a:spcPts val="360"/>
              </a:spcBef>
              <a:spcAft>
                <a:spcPts val="0"/>
              </a:spcAft>
              <a:buSzPts val="1800"/>
              <a:buChar char="»"/>
              <a:defRPr/>
            </a:lvl5pPr>
            <a:lvl6pPr marL="2743200" lvl="5" indent="-342900" algn="l" rtl="0">
              <a:lnSpc>
                <a:spcPct val="100000"/>
              </a:lnSpc>
              <a:spcBef>
                <a:spcPts val="360"/>
              </a:spcBef>
              <a:spcAft>
                <a:spcPts val="0"/>
              </a:spcAft>
              <a:buSzPts val="1800"/>
              <a:buChar char="»"/>
              <a:defRPr/>
            </a:lvl6pPr>
            <a:lvl7pPr marL="3200400" lvl="6" indent="-342900" algn="l" rtl="0">
              <a:lnSpc>
                <a:spcPct val="100000"/>
              </a:lnSpc>
              <a:spcBef>
                <a:spcPts val="360"/>
              </a:spcBef>
              <a:spcAft>
                <a:spcPts val="0"/>
              </a:spcAft>
              <a:buSzPts val="1800"/>
              <a:buChar char="»"/>
              <a:defRPr/>
            </a:lvl7pPr>
            <a:lvl8pPr marL="3657600" lvl="7" indent="-342900" algn="l" rtl="0">
              <a:lnSpc>
                <a:spcPct val="100000"/>
              </a:lnSpc>
              <a:spcBef>
                <a:spcPts val="360"/>
              </a:spcBef>
              <a:spcAft>
                <a:spcPts val="0"/>
              </a:spcAft>
              <a:buSzPts val="1800"/>
              <a:buChar char="»"/>
              <a:defRPr/>
            </a:lvl8pPr>
            <a:lvl9pPr marL="4114800" lvl="8" indent="-342900" algn="l" rtl="0">
              <a:lnSpc>
                <a:spcPct val="100000"/>
              </a:lnSpc>
              <a:spcBef>
                <a:spcPts val="360"/>
              </a:spcBef>
              <a:spcAft>
                <a:spcPts val="0"/>
              </a:spcAft>
              <a:buSzPts val="1800"/>
              <a:buChar char="»"/>
              <a:defRPr/>
            </a:lvl9pPr>
          </a:lstStyle>
          <a:p>
            <a:endParaRPr/>
          </a:p>
        </p:txBody>
      </p:sp>
      <p:sp>
        <p:nvSpPr>
          <p:cNvPr id="280" name="Google Shape;280;p45"/>
          <p:cNvSpPr txBox="1">
            <a:spLocks noGrp="1"/>
          </p:cNvSpPr>
          <p:nvPr>
            <p:ph type="dt" idx="10"/>
          </p:nvPr>
        </p:nvSpPr>
        <p:spPr>
          <a:xfrm>
            <a:off x="228600" y="6400800"/>
            <a:ext cx="1905000" cy="457200"/>
          </a:xfrm>
          <a:prstGeom prst="rect">
            <a:avLst/>
          </a:prstGeom>
          <a:noFill/>
          <a:ln>
            <a:noFill/>
          </a:ln>
        </p:spPr>
        <p:txBody>
          <a:bodyPr spcFirstLastPara="1" wrap="square" lIns="91425" tIns="45700" rIns="91425" bIns="45700" anchor="t" anchorCtr="0"/>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pPr marL="0" marR="0" lvl="0" indent="0" algn="ctr" defTabSz="914400" rtl="0" eaLnBrk="1" fontAlgn="base" latinLnBrk="0" hangingPunct="1">
              <a:lnSpc>
                <a:spcPct val="100000"/>
              </a:lnSpc>
              <a:spcBef>
                <a:spcPts val="0"/>
              </a:spcBef>
              <a:spcAft>
                <a:spcPts val="0"/>
              </a:spcAft>
              <a:buClrTx/>
              <a:buSzPts val="1400"/>
              <a:buFontTx/>
              <a:buNone/>
              <a:tabLst/>
              <a:defRPr/>
            </a:pPr>
            <a:fld id="{502CF848-D42F-45DD-9B4A-1B0D7218FADE}" type="datetime1">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ctr" defTabSz="914400" rtl="0" eaLnBrk="1" fontAlgn="base" latinLnBrk="0" hangingPunct="1">
                <a:lnSpc>
                  <a:spcPct val="100000"/>
                </a:lnSpc>
                <a:spcBef>
                  <a:spcPts val="0"/>
                </a:spcBef>
                <a:spcAft>
                  <a:spcPts val="0"/>
                </a:spcAft>
                <a:buClrTx/>
                <a:buSzPts val="1400"/>
                <a:buFontTx/>
                <a:buNone/>
                <a:tabLst/>
                <a:defRPr/>
              </a:pPr>
              <a:t>1/31/2026</a:t>
            </a:fld>
            <a:endParaRPr kumimoji="0"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281" name="Google Shape;281;p45"/>
          <p:cNvSpPr txBox="1">
            <a:spLocks noGrp="1"/>
          </p:cNvSpPr>
          <p:nvPr>
            <p:ph type="ftr" idx="11"/>
          </p:nvPr>
        </p:nvSpPr>
        <p:spPr>
          <a:xfrm>
            <a:off x="3124200" y="6400800"/>
            <a:ext cx="2895600" cy="457200"/>
          </a:xfrm>
          <a:prstGeom prst="rect">
            <a:avLst/>
          </a:prstGeom>
          <a:noFill/>
          <a:ln>
            <a:noFill/>
          </a:ln>
        </p:spPr>
        <p:txBody>
          <a:bodyPr spcFirstLastPara="1" wrap="square" lIns="91425" tIns="45700" rIns="91425" bIns="45700" anchor="t" anchorCtr="0"/>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pPr marL="0" marR="0" lvl="0" indent="0" algn="l" defTabSz="914400" rtl="0" eaLnBrk="1" fontAlgn="base" latinLnBrk="0" hangingPunct="1">
              <a:lnSpc>
                <a:spcPct val="100000"/>
              </a:lnSpc>
              <a:spcBef>
                <a:spcPts val="0"/>
              </a:spcBef>
              <a:spcAft>
                <a:spcPts val="0"/>
              </a:spcAft>
              <a:buClrTx/>
              <a:buSzPts val="1400"/>
              <a:buFontTx/>
              <a:buNone/>
              <a:tabLst/>
              <a:defRPr/>
            </a:pPr>
            <a:endParaRPr kumimoji="0"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282" name="Google Shape;282;p45"/>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t" anchorCtr="0">
            <a:noAutofit/>
          </a:bodyPr>
          <a:lstStyle>
            <a:lvl1pPr marL="0" lvl="0" indent="0" algn="r" rtl="0">
              <a:lnSpc>
                <a:spcPct val="100000"/>
              </a:lnSpc>
              <a:spcBef>
                <a:spcPts val="0"/>
              </a:spcBef>
              <a:spcAft>
                <a:spcPts val="0"/>
              </a:spcAft>
              <a:buNone/>
              <a:defRPr sz="1200">
                <a:latin typeface="Helvetica Neue"/>
                <a:ea typeface="Helvetica Neue"/>
                <a:cs typeface="Helvetica Neue"/>
                <a:sym typeface="Helvetica Neue"/>
              </a:defRPr>
            </a:lvl1pPr>
            <a:lvl2pPr marL="0" lvl="1" indent="0" algn="r" rtl="0">
              <a:lnSpc>
                <a:spcPct val="100000"/>
              </a:lnSpc>
              <a:spcBef>
                <a:spcPts val="0"/>
              </a:spcBef>
              <a:spcAft>
                <a:spcPts val="0"/>
              </a:spcAft>
              <a:buNone/>
              <a:defRPr sz="1200">
                <a:latin typeface="Helvetica Neue"/>
                <a:ea typeface="Helvetica Neue"/>
                <a:cs typeface="Helvetica Neue"/>
                <a:sym typeface="Helvetica Neue"/>
              </a:defRPr>
            </a:lvl2pPr>
            <a:lvl3pPr marL="0" lvl="2" indent="0" algn="r" rtl="0">
              <a:lnSpc>
                <a:spcPct val="100000"/>
              </a:lnSpc>
              <a:spcBef>
                <a:spcPts val="0"/>
              </a:spcBef>
              <a:spcAft>
                <a:spcPts val="0"/>
              </a:spcAft>
              <a:buNone/>
              <a:defRPr sz="1200">
                <a:latin typeface="Helvetica Neue"/>
                <a:ea typeface="Helvetica Neue"/>
                <a:cs typeface="Helvetica Neue"/>
                <a:sym typeface="Helvetica Neue"/>
              </a:defRPr>
            </a:lvl3pPr>
            <a:lvl4pPr marL="0" lvl="3" indent="0" algn="r" rtl="0">
              <a:lnSpc>
                <a:spcPct val="100000"/>
              </a:lnSpc>
              <a:spcBef>
                <a:spcPts val="0"/>
              </a:spcBef>
              <a:spcAft>
                <a:spcPts val="0"/>
              </a:spcAft>
              <a:buNone/>
              <a:defRPr sz="1200">
                <a:latin typeface="Helvetica Neue"/>
                <a:ea typeface="Helvetica Neue"/>
                <a:cs typeface="Helvetica Neue"/>
                <a:sym typeface="Helvetica Neue"/>
              </a:defRPr>
            </a:lvl4pPr>
            <a:lvl5pPr marL="0" lvl="4" indent="0" algn="r" rtl="0">
              <a:lnSpc>
                <a:spcPct val="100000"/>
              </a:lnSpc>
              <a:spcBef>
                <a:spcPts val="0"/>
              </a:spcBef>
              <a:spcAft>
                <a:spcPts val="0"/>
              </a:spcAft>
              <a:buNone/>
              <a:defRPr sz="1200">
                <a:latin typeface="Helvetica Neue"/>
                <a:ea typeface="Helvetica Neue"/>
                <a:cs typeface="Helvetica Neue"/>
                <a:sym typeface="Helvetica Neue"/>
              </a:defRPr>
            </a:lvl5pPr>
            <a:lvl6pPr marL="0" lvl="5" indent="0" algn="r" rtl="0">
              <a:lnSpc>
                <a:spcPct val="100000"/>
              </a:lnSpc>
              <a:spcBef>
                <a:spcPts val="0"/>
              </a:spcBef>
              <a:spcAft>
                <a:spcPts val="0"/>
              </a:spcAft>
              <a:buNone/>
              <a:defRPr sz="1200">
                <a:latin typeface="Helvetica Neue"/>
                <a:ea typeface="Helvetica Neue"/>
                <a:cs typeface="Helvetica Neue"/>
                <a:sym typeface="Helvetica Neue"/>
              </a:defRPr>
            </a:lvl6pPr>
            <a:lvl7pPr marL="0" lvl="6" indent="0" algn="r" rtl="0">
              <a:lnSpc>
                <a:spcPct val="100000"/>
              </a:lnSpc>
              <a:spcBef>
                <a:spcPts val="0"/>
              </a:spcBef>
              <a:spcAft>
                <a:spcPts val="0"/>
              </a:spcAft>
              <a:buNone/>
              <a:defRPr sz="1200">
                <a:latin typeface="Helvetica Neue"/>
                <a:ea typeface="Helvetica Neue"/>
                <a:cs typeface="Helvetica Neue"/>
                <a:sym typeface="Helvetica Neue"/>
              </a:defRPr>
            </a:lvl7pPr>
            <a:lvl8pPr marL="0" lvl="7" indent="0" algn="r" rtl="0">
              <a:lnSpc>
                <a:spcPct val="100000"/>
              </a:lnSpc>
              <a:spcBef>
                <a:spcPts val="0"/>
              </a:spcBef>
              <a:spcAft>
                <a:spcPts val="0"/>
              </a:spcAft>
              <a:buNone/>
              <a:defRPr sz="1200">
                <a:latin typeface="Helvetica Neue"/>
                <a:ea typeface="Helvetica Neue"/>
                <a:cs typeface="Helvetica Neue"/>
                <a:sym typeface="Helvetica Neue"/>
              </a:defRPr>
            </a:lvl8pPr>
            <a:lvl9pPr marL="0" lvl="8" indent="0" algn="r" rtl="0">
              <a:lnSpc>
                <a:spcPct val="100000"/>
              </a:lnSpc>
              <a:spcBef>
                <a:spcPts val="0"/>
              </a:spcBef>
              <a:spcAft>
                <a:spcPts val="0"/>
              </a:spcAft>
              <a:buNone/>
              <a:defRPr sz="1200">
                <a:latin typeface="Helvetica Neue"/>
                <a:ea typeface="Helvetica Neue"/>
                <a:cs typeface="Helvetica Neue"/>
                <a:sym typeface="Helvetica Neue"/>
              </a:defRPr>
            </a:lvl9pPr>
          </a:lstStyle>
          <a:p>
            <a:pPr marL="0" marR="0" lvl="0" indent="0" algn="r" defTabSz="914400" rtl="0" eaLnBrk="1" fontAlgn="base"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a:ln>
                  <a:noFill/>
                </a:ln>
                <a:solidFill>
                  <a:prstClr val="black">
                    <a:tint val="75000"/>
                  </a:prstClr>
                </a:solidFill>
                <a:effectLst/>
                <a:uLnTx/>
                <a:uFillTx/>
                <a:latin typeface="Helvetica Neue"/>
                <a:sym typeface="Helvetica Neue"/>
              </a:rPr>
              <a:pPr marL="0" marR="0" lvl="0" indent="0" algn="r" defTabSz="914400" rtl="0" eaLnBrk="1" fontAlgn="base" latinLnBrk="0" hangingPunct="1">
                <a:lnSpc>
                  <a:spcPct val="100000"/>
                </a:lnSpc>
                <a:spcBef>
                  <a:spcPts val="0"/>
                </a:spcBef>
                <a:spcAft>
                  <a:spcPts val="0"/>
                </a:spcAft>
                <a:buClrTx/>
                <a:buSzTx/>
                <a:buFontTx/>
                <a:buNone/>
                <a:tabLst/>
                <a:defRPr/>
              </a:pPr>
              <a:t>‹#›</a:t>
            </a:fld>
            <a:endParaRPr kumimoji="0" sz="1200" b="0" i="0" u="none" strike="noStrike" kern="1200" cap="none" spc="0" normalizeH="0" baseline="0" noProof="0">
              <a:ln>
                <a:noFill/>
              </a:ln>
              <a:solidFill>
                <a:prstClr val="black">
                  <a:tint val="75000"/>
                </a:prstClr>
              </a:solidFill>
              <a:effectLst/>
              <a:uLnTx/>
              <a:uFillTx/>
              <a:latin typeface="Helvetica Neue"/>
              <a:sym typeface="Helvetica Neue"/>
            </a:endParaRPr>
          </a:p>
        </p:txBody>
      </p:sp>
    </p:spTree>
    <p:extLst>
      <p:ext uri="{BB962C8B-B14F-4D97-AF65-F5344CB8AC3E}">
        <p14:creationId xmlns:p14="http://schemas.microsoft.com/office/powerpoint/2010/main" val="2557294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4_Blank">
    <p:spTree>
      <p:nvGrpSpPr>
        <p:cNvPr id="1" name=""/>
        <p:cNvGrpSpPr/>
        <p:nvPr/>
      </p:nvGrpSpPr>
      <p:grpSpPr>
        <a:xfrm>
          <a:off x="0" y="0"/>
          <a:ext cx="0" cy="0"/>
          <a:chOff x="0" y="0"/>
          <a:chExt cx="0" cy="0"/>
        </a:xfrm>
      </p:grpSpPr>
      <p:grpSp>
        <p:nvGrpSpPr>
          <p:cNvPr id="3" name="Group 5"/>
          <p:cNvGrpSpPr>
            <a:grpSpLocks/>
          </p:cNvGrpSpPr>
          <p:nvPr userDrawn="1"/>
        </p:nvGrpSpPr>
        <p:grpSpPr bwMode="auto">
          <a:xfrm>
            <a:off x="0" y="1295400"/>
            <a:ext cx="70104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8" name="Group 10"/>
          <p:cNvGrpSpPr>
            <a:grpSpLocks/>
          </p:cNvGrpSpPr>
          <p:nvPr userDrawn="1"/>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2" name="Picture 14" descr="Picture 7.png"/>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a:spLocks noChangeArrowheads="1"/>
          </p:cNvSpPr>
          <p:nvPr userDrawn="1"/>
        </p:nvSpPr>
        <p:spPr bwMode="auto">
          <a:xfrm>
            <a:off x="3276600" y="6596063"/>
            <a:ext cx="5867400" cy="261937"/>
          </a:xfrm>
          <a:prstGeom prst="rect">
            <a:avLst/>
          </a:prstGeom>
          <a:noFill/>
          <a:ln>
            <a:noFill/>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101141"/>
                </a:solidFill>
                <a:effectLst/>
                <a:uLnTx/>
                <a:uFillTx/>
                <a:latin typeface="Arial" pitchFamily="34" charset="0"/>
                <a:ea typeface="+mn-ea"/>
                <a:cs typeface="Arial" pitchFamily="34" charset="0"/>
              </a:rPr>
              <a:t>BITS Pilani, Hyderabad Campus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05215405"/>
      </p:ext>
    </p:extLst>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13DA625C-7372-4E2B-BF73-7A3B77124A1E}" type="datetime1">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1/31/2026</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65704672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101141"/>
                </a:solidFill>
                <a:effectLst/>
                <a:uLnTx/>
                <a:uFillTx/>
                <a:latin typeface="Arial" pitchFamily="34" charset="0"/>
                <a:ea typeface="+mn-ea"/>
                <a:cs typeface="Arial" pitchFamily="34" charset="0"/>
              </a:rPr>
              <a:t>BITS Pilani, Hyderabad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579606495"/>
      </p:ext>
    </p:extLst>
  </p:cSld>
  <p:clrMapOvr>
    <a:masterClrMapping/>
  </p:clrMapOv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TextBox 3"/>
          <p:cNvSpPr txBox="1"/>
          <p:nvPr userDrawn="1"/>
        </p:nvSpPr>
        <p:spPr>
          <a:xfrm>
            <a:off x="3276600" y="6596063"/>
            <a:ext cx="5867400" cy="261937"/>
          </a:xfrm>
          <a:prstGeom prst="rect">
            <a:avLst/>
          </a:prstGeom>
          <a:noFill/>
        </p:spPr>
        <p:txBody>
          <a:bodyP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2"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2"/>
          <a:srcRect l="1923" b="5336"/>
          <a:stretch>
            <a:fillRect/>
          </a:stretch>
        </p:blipFill>
        <p:spPr bwMode="auto">
          <a:xfrm>
            <a:off x="6629400" y="0"/>
            <a:ext cx="2193925" cy="692150"/>
          </a:xfrm>
          <a:prstGeom prst="rect">
            <a:avLst/>
          </a:prstGeom>
          <a:noFill/>
          <a:ln w="9525">
            <a:noFill/>
            <a:miter lim="800000"/>
            <a:headEnd/>
            <a:tailEnd/>
          </a:ln>
        </p:spPr>
      </p:pic>
      <p:grpSp>
        <p:nvGrpSpPr>
          <p:cNvPr id="5"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85909234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00839DE-7ECE-48D2-99DE-21DA18AEA67A}"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89A1433-2BD6-474A-B042-E5F0856EF487}" type="slidenum">
              <a:rPr kumimoji="0" lang="en-GB"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21398194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p:cNvSpPr>
            <a:spLocks noGrp="1"/>
          </p:cNvSpPr>
          <p:nvPr>
            <p:ph type="ftr" sz="quarter" idx="10"/>
          </p:nvPr>
        </p:nvSpPr>
        <p:spPr>
          <a:xfrm>
            <a:off x="2195513" y="6237288"/>
            <a:ext cx="4392612" cy="365125"/>
          </a:xfrm>
          <a:prstGeom prst="rect">
            <a:avLst/>
          </a:prstGeom>
        </p:spPr>
        <p:txBody>
          <a:bodyPr/>
          <a:lstStyle>
            <a:lvl1pPr algn="ctr">
              <a:defRPr sz="1200" b="1"/>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200" b="1" i="0" u="none" strike="noStrike" kern="1200" cap="none" spc="0" normalizeH="0" baseline="0" noProof="0" dirty="0">
              <a:ln>
                <a:noFill/>
              </a:ln>
              <a:solidFill>
                <a:prstClr val="black"/>
              </a:solidFill>
              <a:effectLst/>
              <a:uLnTx/>
              <a:uFillTx/>
              <a:latin typeface="Tahoma" charset="0"/>
              <a:ea typeface="+mn-ea"/>
              <a:cs typeface="+mn-cs"/>
            </a:endParaRPr>
          </a:p>
        </p:txBody>
      </p:sp>
      <p:sp>
        <p:nvSpPr>
          <p:cNvPr id="5" name="Slide Number Placeholder 5"/>
          <p:cNvSpPr>
            <a:spLocks noGrp="1"/>
          </p:cNvSpPr>
          <p:nvPr>
            <p:ph type="sldNum" sz="quarter" idx="11"/>
          </p:nvPr>
        </p:nvSpPr>
        <p:spPr>
          <a:xfrm>
            <a:off x="8532813" y="6237288"/>
            <a:ext cx="611187" cy="293687"/>
          </a:xfrm>
          <a:prstGeom prst="rect">
            <a:avLst/>
          </a:prstGeom>
        </p:spPr>
        <p:txBody>
          <a:bodyPr/>
          <a:lstStyle>
            <a:lvl1pPr>
              <a:defRPr sz="1600" b="1"/>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B23240-9A46-45DC-80D8-72E6138EF4CC}" type="slidenum">
              <a:rPr kumimoji="0" lang="en-IN" sz="1600" b="1"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1" i="0" u="none" strike="noStrike" kern="1200" cap="none" spc="0" normalizeH="0" baseline="0" noProof="0" dirty="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36724560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9A5015-9EE6-40A5-B0CB-31BFFDD9A4EB}"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BD8A489-38BD-40B0-9083-7E99DA903139}"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5633732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622A36-FC8F-4476-8002-426133117C1A}"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D38CB16-FC74-415F-A778-AFAE7BEAFAF6}"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95375136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A82F390-5B63-4068-A9D0-F644AD3195B3}"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6FB1E71-4690-4FD4-BBCF-A3779CD52565}"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34258972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DB21C6-0923-4961-A20F-7A28DB072D10}"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FD64774-6889-4F3F-87B3-82AF987C97C8}"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80116414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3870F50-75AD-42BD-9FCC-315508736187}"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02715D1-A74F-4481-8AFF-0CF19F1A4227}"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62955807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CABDD43D-E7AE-4424-AE04-B9CE5412EE81}"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B936656-7811-4E10-ABA8-C743BA19F43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25381475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7A21FB6-D61F-403D-94D9-B19EE8A5BC42}"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A0E505A-A9CD-4645-BB6F-663BC8294A50}"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72832475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83D0BE5-B565-4932-BADA-8E47D0D5B9DE}"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0FB21827-D599-4054-9CED-35F966873CD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89727439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2E116E8-DA5F-42E5-B0B1-9907E32B06B3}"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6872A46-881B-4CE5-A377-400F5AC5756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02411476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59D15E5E-39D0-4D62-A1AE-7824B1CFC32E}"/>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38242273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00839DE-7ECE-48D2-99DE-21DA18AEA67A}"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89A1433-2BD6-474A-B042-E5F0856EF487}" type="slidenum">
              <a:rPr kumimoji="0" lang="en-GB"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40486942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p:cNvSpPr>
            <a:spLocks noGrp="1"/>
          </p:cNvSpPr>
          <p:nvPr>
            <p:ph type="ftr" sz="quarter" idx="10"/>
          </p:nvPr>
        </p:nvSpPr>
        <p:spPr>
          <a:xfrm>
            <a:off x="2195513" y="6237288"/>
            <a:ext cx="4392612" cy="365125"/>
          </a:xfrm>
          <a:prstGeom prst="rect">
            <a:avLst/>
          </a:prstGeom>
        </p:spPr>
        <p:txBody>
          <a:bodyPr/>
          <a:lstStyle>
            <a:lvl1pPr algn="ctr">
              <a:defRPr sz="1200" b="1"/>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200" b="1" i="0" u="none" strike="noStrike" kern="1200" cap="none" spc="0" normalizeH="0" baseline="0" noProof="0" dirty="0">
              <a:ln>
                <a:noFill/>
              </a:ln>
              <a:solidFill>
                <a:prstClr val="black"/>
              </a:solidFill>
              <a:effectLst/>
              <a:uLnTx/>
              <a:uFillTx/>
              <a:latin typeface="Tahoma" charset="0"/>
              <a:ea typeface="+mn-ea"/>
              <a:cs typeface="+mn-cs"/>
            </a:endParaRPr>
          </a:p>
        </p:txBody>
      </p:sp>
      <p:sp>
        <p:nvSpPr>
          <p:cNvPr id="5" name="Slide Number Placeholder 5"/>
          <p:cNvSpPr>
            <a:spLocks noGrp="1"/>
          </p:cNvSpPr>
          <p:nvPr>
            <p:ph type="sldNum" sz="quarter" idx="11"/>
          </p:nvPr>
        </p:nvSpPr>
        <p:spPr>
          <a:xfrm>
            <a:off x="8532813" y="6237288"/>
            <a:ext cx="611187" cy="293687"/>
          </a:xfrm>
          <a:prstGeom prst="rect">
            <a:avLst/>
          </a:prstGeom>
        </p:spPr>
        <p:txBody>
          <a:bodyPr/>
          <a:lstStyle>
            <a:lvl1pPr>
              <a:defRPr sz="1600" b="1"/>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B23240-9A46-45DC-80D8-72E6138EF4CC}" type="slidenum">
              <a:rPr kumimoji="0" lang="en-IN" sz="1600" b="1"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1" i="0" u="none" strike="noStrike" kern="1200" cap="none" spc="0" normalizeH="0" baseline="0" noProof="0" dirty="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82634008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9A5015-9EE6-40A5-B0CB-31BFFDD9A4EB}"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BD8A489-38BD-40B0-9083-7E99DA903139}"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143610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622A36-FC8F-4476-8002-426133117C1A}"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D38CB16-FC74-415F-A778-AFAE7BEAFAF6}"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44728100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A82F390-5B63-4068-A9D0-F644AD3195B3}"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6FB1E71-4690-4FD4-BBCF-A3779CD52565}"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270292849"/>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DB21C6-0923-4961-A20F-7A28DB072D10}"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FD64774-6889-4F3F-87B3-82AF987C97C8}"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003546977"/>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3870F50-75AD-42BD-9FCC-315508736187}"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02715D1-A74F-4481-8AFF-0CF19F1A4227}"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82348043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CABDD43D-E7AE-4424-AE04-B9CE5412EE81}"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B936656-7811-4E10-ABA8-C743BA19F43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4005519137"/>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7A21FB6-D61F-403D-94D9-B19EE8A5BC42}"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A0E505A-A9CD-4645-BB6F-663BC8294A50}"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916184988"/>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83D0BE5-B565-4932-BADA-8E47D0D5B9DE}"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0FB21827-D599-4054-9CED-35F966873CD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026944235"/>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2E116E8-DA5F-42E5-B0B1-9907E32B06B3}"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6872A46-881B-4CE5-A377-400F5AC5756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4214349272"/>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00839DE-7ECE-48D2-99DE-21DA18AEA67A}"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89A1433-2BD6-474A-B042-E5F0856EF487}" type="slidenum">
              <a:rPr kumimoji="0" lang="en-GB"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563643612"/>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p:cNvSpPr>
            <a:spLocks noGrp="1"/>
          </p:cNvSpPr>
          <p:nvPr>
            <p:ph type="ftr" sz="quarter" idx="10"/>
          </p:nvPr>
        </p:nvSpPr>
        <p:spPr>
          <a:xfrm>
            <a:off x="2195513" y="6237288"/>
            <a:ext cx="4392612" cy="365125"/>
          </a:xfrm>
          <a:prstGeom prst="rect">
            <a:avLst/>
          </a:prstGeom>
        </p:spPr>
        <p:txBody>
          <a:bodyPr/>
          <a:lstStyle>
            <a:lvl1pPr algn="ctr">
              <a:defRPr sz="1200" b="1"/>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200" b="1" i="0" u="none" strike="noStrike" kern="1200" cap="none" spc="0" normalizeH="0" baseline="0" noProof="0" dirty="0">
              <a:ln>
                <a:noFill/>
              </a:ln>
              <a:solidFill>
                <a:prstClr val="black"/>
              </a:solidFill>
              <a:effectLst/>
              <a:uLnTx/>
              <a:uFillTx/>
              <a:latin typeface="Tahoma" charset="0"/>
              <a:ea typeface="+mn-ea"/>
              <a:cs typeface="+mn-cs"/>
            </a:endParaRPr>
          </a:p>
        </p:txBody>
      </p:sp>
      <p:sp>
        <p:nvSpPr>
          <p:cNvPr id="5" name="Slide Number Placeholder 5"/>
          <p:cNvSpPr>
            <a:spLocks noGrp="1"/>
          </p:cNvSpPr>
          <p:nvPr>
            <p:ph type="sldNum" sz="quarter" idx="11"/>
          </p:nvPr>
        </p:nvSpPr>
        <p:spPr>
          <a:xfrm>
            <a:off x="8532813" y="6237288"/>
            <a:ext cx="611187" cy="293687"/>
          </a:xfrm>
          <a:prstGeom prst="rect">
            <a:avLst/>
          </a:prstGeom>
        </p:spPr>
        <p:txBody>
          <a:bodyPr/>
          <a:lstStyle>
            <a:lvl1pPr>
              <a:defRPr sz="1600" b="1"/>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B23240-9A46-45DC-80D8-72E6138EF4CC}" type="slidenum">
              <a:rPr kumimoji="0" lang="en-IN" sz="1600" b="1"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1" i="0" u="none" strike="noStrike" kern="1200" cap="none" spc="0" normalizeH="0" baseline="0" noProof="0" dirty="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31882795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9A5015-9EE6-40A5-B0CB-31BFFDD9A4EB}"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BD8A489-38BD-40B0-9083-7E99DA903139}"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314546838"/>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622A36-FC8F-4476-8002-426133117C1A}"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D38CB16-FC74-415F-A778-AFAE7BEAFAF6}"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10607863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A82F390-5B63-4068-A9D0-F644AD3195B3}"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6FB1E71-4690-4FD4-BBCF-A3779CD52565}"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75598801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DB21C6-0923-4961-A20F-7A28DB072D10}"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FD64774-6889-4F3F-87B3-82AF987C97C8}"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472853707"/>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3870F50-75AD-42BD-9FCC-315508736187}"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02715D1-A74F-4481-8AFF-0CF19F1A4227}"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015657049"/>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CABDD43D-E7AE-4424-AE04-B9CE5412EE81}"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B936656-7811-4E10-ABA8-C743BA19F43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395465843"/>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7A21FB6-D61F-403D-94D9-B19EE8A5BC42}"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A0E505A-A9CD-4645-BB6F-663BC8294A50}"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73013344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83D0BE5-B565-4932-BADA-8E47D0D5B9DE}"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0FB21827-D599-4054-9CED-35F966873CD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4202554064"/>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2E116E8-DA5F-42E5-B0B1-9907E32B06B3}"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6872A46-881B-4CE5-A377-400F5AC5756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282079308"/>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Box 3"/>
          <p:cNvSpPr txBox="1"/>
          <p:nvPr userDrawn="1"/>
        </p:nvSpPr>
        <p:spPr>
          <a:xfrm>
            <a:off x="3276600" y="6596063"/>
            <a:ext cx="5867400" cy="261937"/>
          </a:xfrm>
          <a:prstGeom prst="rect">
            <a:avLst/>
          </a:prstGeom>
          <a:noFill/>
        </p:spPr>
        <p:txBody>
          <a:bodyP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2"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2"/>
          <a:srcRect l="1923" b="5336"/>
          <a:stretch>
            <a:fillRect/>
          </a:stretch>
        </p:blipFill>
        <p:spPr bwMode="auto">
          <a:xfrm>
            <a:off x="6629400" y="0"/>
            <a:ext cx="2193925" cy="692150"/>
          </a:xfrm>
          <a:prstGeom prst="rect">
            <a:avLst/>
          </a:prstGeom>
          <a:noFill/>
          <a:ln w="9525">
            <a:noFill/>
            <a:miter lim="800000"/>
            <a:headEnd/>
            <a:tailEnd/>
          </a:ln>
        </p:spPr>
      </p:pic>
      <p:grpSp>
        <p:nvGrpSpPr>
          <p:cNvPr id="5"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183176122"/>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59D15E5E-39D0-4D62-A1AE-7824B1CFC32E}"/>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77125556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2"/>
            <a:ext cx="2133600" cy="365125"/>
          </a:xfrm>
          <a:prstGeom prst="rect">
            <a:avLst/>
          </a:prstGeom>
        </p:spPr>
        <p:txBody>
          <a:bodyPr/>
          <a:lstStyle>
            <a:lvl1pPr>
              <a:defRPr/>
            </a:lvl1pPr>
          </a:lstStyle>
          <a:p>
            <a:pPr defTabSz="685800">
              <a:defRPr/>
            </a:pPr>
            <a:fld id="{D00839DE-7ECE-48D2-99DE-21DA18AEA67A}" type="datetime3">
              <a:rPr lang="en-US" sz="1200" smtClean="0">
                <a:solidFill>
                  <a:prstClr val="black"/>
                </a:solidFill>
              </a:rPr>
              <a:pPr defTabSz="685800">
                <a:defRPr/>
              </a:pPr>
              <a:t>31 January 2026</a:t>
            </a:fld>
            <a:endParaRPr lang="en-GB" sz="1200">
              <a:solidFill>
                <a:prstClr val="black"/>
              </a:solidFill>
            </a:endParaRPr>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lvl1pPr>
              <a:defRPr/>
            </a:lvl1pPr>
          </a:lstStyle>
          <a:p>
            <a:pPr defTabSz="685800">
              <a:defRPr/>
            </a:pPr>
            <a:r>
              <a:rPr lang="en-US" sz="1200">
                <a:solidFill>
                  <a:prstClr val="black"/>
                </a:solidFill>
              </a:rPr>
              <a:t>IS ZC464, Machine Learning</a:t>
            </a:r>
            <a:endParaRPr lang="en-GB" sz="1200">
              <a:solidFill>
                <a:prstClr val="black"/>
              </a:solidFill>
            </a:endParaRPr>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lvl1pPr>
              <a:defRPr/>
            </a:lvl1pPr>
          </a:lstStyle>
          <a:p>
            <a:pPr defTabSz="685800">
              <a:defRPr/>
            </a:pPr>
            <a:fld id="{389A1433-2BD6-474A-B042-E5F0856EF487}" type="slidenum">
              <a:rPr lang="en-GB" sz="1200" smtClean="0">
                <a:solidFill>
                  <a:prstClr val="black"/>
                </a:solidFill>
              </a:rPr>
              <a:pPr defTabSz="685800">
                <a:defRPr/>
              </a:pPr>
              <a:t>‹#›</a:t>
            </a:fld>
            <a:endParaRPr lang="en-GB" sz="1200">
              <a:solidFill>
                <a:prstClr val="black"/>
              </a:solidFill>
            </a:endParaRPr>
          </a:p>
        </p:txBody>
      </p:sp>
    </p:spTree>
    <p:extLst>
      <p:ext uri="{BB962C8B-B14F-4D97-AF65-F5344CB8AC3E}">
        <p14:creationId xmlns:p14="http://schemas.microsoft.com/office/powerpoint/2010/main" val="148541120"/>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2400"/>
            </a:lvl1pPr>
          </a:lstStyle>
          <a:p>
            <a:r>
              <a:rPr lang="en-US"/>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p:cNvSpPr>
            <a:spLocks noGrp="1"/>
          </p:cNvSpPr>
          <p:nvPr>
            <p:ph type="ftr" sz="quarter" idx="10"/>
          </p:nvPr>
        </p:nvSpPr>
        <p:spPr>
          <a:xfrm>
            <a:off x="2195513" y="6237290"/>
            <a:ext cx="4392612" cy="365125"/>
          </a:xfrm>
          <a:prstGeom prst="rect">
            <a:avLst/>
          </a:prstGeom>
        </p:spPr>
        <p:txBody>
          <a:bodyPr/>
          <a:lstStyle>
            <a:lvl1pPr algn="ctr">
              <a:defRPr sz="900" b="1"/>
            </a:lvl1pPr>
          </a:lstStyle>
          <a:p>
            <a:pPr defTabSz="685800">
              <a:defRPr/>
            </a:pPr>
            <a:r>
              <a:rPr lang="en-US">
                <a:solidFill>
                  <a:prstClr val="black"/>
                </a:solidFill>
              </a:rPr>
              <a:t>IS ZC464, Machine Learning</a:t>
            </a:r>
            <a:endParaRPr lang="en-IN" dirty="0">
              <a:solidFill>
                <a:prstClr val="black"/>
              </a:solidFill>
            </a:endParaRPr>
          </a:p>
        </p:txBody>
      </p:sp>
      <p:sp>
        <p:nvSpPr>
          <p:cNvPr id="5" name="Slide Number Placeholder 5"/>
          <p:cNvSpPr>
            <a:spLocks noGrp="1"/>
          </p:cNvSpPr>
          <p:nvPr>
            <p:ph type="sldNum" sz="quarter" idx="11"/>
          </p:nvPr>
        </p:nvSpPr>
        <p:spPr>
          <a:xfrm>
            <a:off x="8532814" y="6237290"/>
            <a:ext cx="611187" cy="293687"/>
          </a:xfrm>
          <a:prstGeom prst="rect">
            <a:avLst/>
          </a:prstGeom>
        </p:spPr>
        <p:txBody>
          <a:bodyPr/>
          <a:lstStyle>
            <a:lvl1pPr>
              <a:defRPr sz="1200" b="1"/>
            </a:lvl1pPr>
          </a:lstStyle>
          <a:p>
            <a:pPr defTabSz="685800">
              <a:defRPr/>
            </a:pPr>
            <a:fld id="{78B23240-9A46-45DC-80D8-72E6138EF4CC}" type="slidenum">
              <a:rPr lang="en-IN" smtClean="0">
                <a:solidFill>
                  <a:prstClr val="black"/>
                </a:solidFill>
              </a:rPr>
              <a:pPr defTabSz="685800">
                <a:defRPr/>
              </a:pPr>
              <a:t>‹#›</a:t>
            </a:fld>
            <a:endParaRPr lang="en-IN" dirty="0">
              <a:solidFill>
                <a:prstClr val="black"/>
              </a:solidFill>
            </a:endParaRPr>
          </a:p>
        </p:txBody>
      </p:sp>
    </p:spTree>
    <p:extLst>
      <p:ext uri="{BB962C8B-B14F-4D97-AF65-F5344CB8AC3E}">
        <p14:creationId xmlns:p14="http://schemas.microsoft.com/office/powerpoint/2010/main" val="4213493072"/>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a:prstGeom prst="rect">
            <a:avLst/>
          </a:prstGeom>
        </p:spPr>
        <p:txBody>
          <a:bodyPr anchor="t"/>
          <a:lstStyle>
            <a:lvl1pPr algn="l">
              <a:defRPr sz="3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2"/>
            <a:ext cx="2133600" cy="365125"/>
          </a:xfrm>
          <a:prstGeom prst="rect">
            <a:avLst/>
          </a:prstGeom>
        </p:spPr>
        <p:txBody>
          <a:bodyPr/>
          <a:lstStyle>
            <a:lvl1pPr>
              <a:defRPr/>
            </a:lvl1pPr>
          </a:lstStyle>
          <a:p>
            <a:pPr defTabSz="685800">
              <a:defRPr/>
            </a:pPr>
            <a:fld id="{4C9A5015-9EE6-40A5-B0CB-31BFFDD9A4EB}" type="datetime3">
              <a:rPr lang="en-US" sz="1200" smtClean="0">
                <a:solidFill>
                  <a:prstClr val="black"/>
                </a:solidFill>
              </a:rPr>
              <a:pPr defTabSz="685800">
                <a:defRPr/>
              </a:pPr>
              <a:t>31 January 2026</a:t>
            </a:fld>
            <a:endParaRPr lang="en-IN" sz="1200">
              <a:solidFill>
                <a:prstClr val="black"/>
              </a:solidFill>
            </a:endParaRPr>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lvl1pPr>
              <a:defRPr/>
            </a:lvl1pPr>
          </a:lstStyle>
          <a:p>
            <a:pPr defTabSz="685800">
              <a:defRPr/>
            </a:pPr>
            <a:r>
              <a:rPr lang="en-US" sz="1200">
                <a:solidFill>
                  <a:prstClr val="black"/>
                </a:solidFill>
              </a:rPr>
              <a:t>IS ZC464, Machine Learning</a:t>
            </a:r>
            <a:endParaRPr lang="en-IN" sz="1200">
              <a:solidFill>
                <a:prstClr val="black"/>
              </a:solidFill>
            </a:endParaRPr>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lvl1pPr>
              <a:defRPr/>
            </a:lvl1pPr>
          </a:lstStyle>
          <a:p>
            <a:pPr defTabSz="685800">
              <a:defRPr/>
            </a:pPr>
            <a:fld id="{DBD8A489-38BD-40B0-9083-7E99DA903139}" type="slidenum">
              <a:rPr lang="en-IN" sz="1200" smtClean="0">
                <a:solidFill>
                  <a:prstClr val="black"/>
                </a:solidFill>
              </a:rPr>
              <a:pPr defTabSz="685800">
                <a:defRPr/>
              </a:pPr>
              <a:t>‹#›</a:t>
            </a:fld>
            <a:endParaRPr lang="en-IN" sz="1200">
              <a:solidFill>
                <a:prstClr val="black"/>
              </a:solidFill>
            </a:endParaRPr>
          </a:p>
        </p:txBody>
      </p:sp>
    </p:spTree>
    <p:extLst>
      <p:ext uri="{BB962C8B-B14F-4D97-AF65-F5344CB8AC3E}">
        <p14:creationId xmlns:p14="http://schemas.microsoft.com/office/powerpoint/2010/main" val="402707999"/>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2"/>
            <a:ext cx="2133600" cy="365125"/>
          </a:xfrm>
          <a:prstGeom prst="rect">
            <a:avLst/>
          </a:prstGeom>
        </p:spPr>
        <p:txBody>
          <a:bodyPr/>
          <a:lstStyle>
            <a:lvl1pPr>
              <a:defRPr/>
            </a:lvl1pPr>
          </a:lstStyle>
          <a:p>
            <a:pPr defTabSz="685800">
              <a:defRPr/>
            </a:pPr>
            <a:fld id="{78622A36-FC8F-4476-8002-426133117C1A}" type="datetime3">
              <a:rPr lang="en-US" sz="1200" smtClean="0">
                <a:solidFill>
                  <a:prstClr val="black"/>
                </a:solidFill>
              </a:rPr>
              <a:pPr defTabSz="685800">
                <a:defRPr/>
              </a:pPr>
              <a:t>31 January 2026</a:t>
            </a:fld>
            <a:endParaRPr lang="en-IN" sz="1200">
              <a:solidFill>
                <a:prstClr val="black"/>
              </a:solidFill>
            </a:endParaRPr>
          </a:p>
        </p:txBody>
      </p:sp>
      <p:sp>
        <p:nvSpPr>
          <p:cNvPr id="6" name="Footer Placeholder 5"/>
          <p:cNvSpPr>
            <a:spLocks noGrp="1"/>
          </p:cNvSpPr>
          <p:nvPr>
            <p:ph type="ftr" sz="quarter" idx="11"/>
          </p:nvPr>
        </p:nvSpPr>
        <p:spPr>
          <a:xfrm>
            <a:off x="3124200" y="6356352"/>
            <a:ext cx="2895600" cy="365125"/>
          </a:xfrm>
          <a:prstGeom prst="rect">
            <a:avLst/>
          </a:prstGeom>
        </p:spPr>
        <p:txBody>
          <a:bodyPr/>
          <a:lstStyle>
            <a:lvl1pPr>
              <a:defRPr/>
            </a:lvl1pPr>
          </a:lstStyle>
          <a:p>
            <a:pPr defTabSz="685800">
              <a:defRPr/>
            </a:pPr>
            <a:r>
              <a:rPr lang="en-US" sz="1200">
                <a:solidFill>
                  <a:prstClr val="black"/>
                </a:solidFill>
              </a:rPr>
              <a:t>IS ZC464, Machine Learning</a:t>
            </a:r>
            <a:endParaRPr lang="en-IN" sz="1200">
              <a:solidFill>
                <a:prstClr val="black"/>
              </a:solidFill>
            </a:endParaRPr>
          </a:p>
        </p:txBody>
      </p:sp>
      <p:sp>
        <p:nvSpPr>
          <p:cNvPr id="7" name="Slide Number Placeholder 6"/>
          <p:cNvSpPr>
            <a:spLocks noGrp="1"/>
          </p:cNvSpPr>
          <p:nvPr>
            <p:ph type="sldNum" sz="quarter" idx="12"/>
          </p:nvPr>
        </p:nvSpPr>
        <p:spPr>
          <a:xfrm>
            <a:off x="6553200" y="6356352"/>
            <a:ext cx="2133600" cy="365125"/>
          </a:xfrm>
          <a:prstGeom prst="rect">
            <a:avLst/>
          </a:prstGeom>
        </p:spPr>
        <p:txBody>
          <a:bodyPr/>
          <a:lstStyle>
            <a:lvl1pPr>
              <a:defRPr/>
            </a:lvl1pPr>
          </a:lstStyle>
          <a:p>
            <a:pPr defTabSz="685800">
              <a:defRPr/>
            </a:pPr>
            <a:fld id="{6D38CB16-FC74-415F-A778-AFAE7BEAFAF6}" type="slidenum">
              <a:rPr lang="en-IN" sz="1200" smtClean="0">
                <a:solidFill>
                  <a:prstClr val="black"/>
                </a:solidFill>
              </a:rPr>
              <a:pPr defTabSz="685800">
                <a:defRPr/>
              </a:pPr>
              <a:t>‹#›</a:t>
            </a:fld>
            <a:endParaRPr lang="en-IN" sz="1200">
              <a:solidFill>
                <a:prstClr val="black"/>
              </a:solidFill>
            </a:endParaRPr>
          </a:p>
        </p:txBody>
      </p:sp>
    </p:spTree>
    <p:extLst>
      <p:ext uri="{BB962C8B-B14F-4D97-AF65-F5344CB8AC3E}">
        <p14:creationId xmlns:p14="http://schemas.microsoft.com/office/powerpoint/2010/main" val="3497912282"/>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2"/>
            <a:ext cx="2133600" cy="365125"/>
          </a:xfrm>
          <a:prstGeom prst="rect">
            <a:avLst/>
          </a:prstGeom>
        </p:spPr>
        <p:txBody>
          <a:bodyPr/>
          <a:lstStyle>
            <a:lvl1pPr>
              <a:defRPr/>
            </a:lvl1pPr>
          </a:lstStyle>
          <a:p>
            <a:pPr defTabSz="685800">
              <a:defRPr/>
            </a:pPr>
            <a:fld id="{3A82F390-5B63-4068-A9D0-F644AD3195B3}" type="datetime3">
              <a:rPr lang="en-US" sz="1200" smtClean="0">
                <a:solidFill>
                  <a:prstClr val="black"/>
                </a:solidFill>
              </a:rPr>
              <a:pPr defTabSz="685800">
                <a:defRPr/>
              </a:pPr>
              <a:t>31 January 2026</a:t>
            </a:fld>
            <a:endParaRPr lang="en-IN" sz="1200">
              <a:solidFill>
                <a:prstClr val="black"/>
              </a:solidFill>
            </a:endParaRPr>
          </a:p>
        </p:txBody>
      </p:sp>
      <p:sp>
        <p:nvSpPr>
          <p:cNvPr id="8" name="Footer Placeholder 7"/>
          <p:cNvSpPr>
            <a:spLocks noGrp="1"/>
          </p:cNvSpPr>
          <p:nvPr>
            <p:ph type="ftr" sz="quarter" idx="11"/>
          </p:nvPr>
        </p:nvSpPr>
        <p:spPr>
          <a:xfrm>
            <a:off x="3124200" y="6356352"/>
            <a:ext cx="2895600" cy="365125"/>
          </a:xfrm>
          <a:prstGeom prst="rect">
            <a:avLst/>
          </a:prstGeom>
        </p:spPr>
        <p:txBody>
          <a:bodyPr/>
          <a:lstStyle>
            <a:lvl1pPr>
              <a:defRPr/>
            </a:lvl1pPr>
          </a:lstStyle>
          <a:p>
            <a:pPr defTabSz="685800">
              <a:defRPr/>
            </a:pPr>
            <a:r>
              <a:rPr lang="en-US" sz="1200">
                <a:solidFill>
                  <a:prstClr val="black"/>
                </a:solidFill>
              </a:rPr>
              <a:t>IS ZC464, Machine Learning</a:t>
            </a:r>
            <a:endParaRPr lang="en-IN" sz="1200">
              <a:solidFill>
                <a:prstClr val="black"/>
              </a:solidFill>
            </a:endParaRPr>
          </a:p>
        </p:txBody>
      </p:sp>
      <p:sp>
        <p:nvSpPr>
          <p:cNvPr id="9" name="Slide Number Placeholder 8"/>
          <p:cNvSpPr>
            <a:spLocks noGrp="1"/>
          </p:cNvSpPr>
          <p:nvPr>
            <p:ph type="sldNum" sz="quarter" idx="12"/>
          </p:nvPr>
        </p:nvSpPr>
        <p:spPr>
          <a:xfrm>
            <a:off x="6553200" y="6356352"/>
            <a:ext cx="2133600" cy="365125"/>
          </a:xfrm>
          <a:prstGeom prst="rect">
            <a:avLst/>
          </a:prstGeom>
        </p:spPr>
        <p:txBody>
          <a:bodyPr/>
          <a:lstStyle>
            <a:lvl1pPr>
              <a:defRPr/>
            </a:lvl1pPr>
          </a:lstStyle>
          <a:p>
            <a:pPr defTabSz="685800">
              <a:defRPr/>
            </a:pPr>
            <a:fld id="{36FB1E71-4690-4FD4-BBCF-A3779CD52565}" type="slidenum">
              <a:rPr lang="en-IN" sz="1200" smtClean="0">
                <a:solidFill>
                  <a:prstClr val="black"/>
                </a:solidFill>
              </a:rPr>
              <a:pPr defTabSz="685800">
                <a:defRPr/>
              </a:pPr>
              <a:t>‹#›</a:t>
            </a:fld>
            <a:endParaRPr lang="en-IN" sz="1200">
              <a:solidFill>
                <a:prstClr val="black"/>
              </a:solidFill>
            </a:endParaRPr>
          </a:p>
        </p:txBody>
      </p:sp>
    </p:spTree>
    <p:extLst>
      <p:ext uri="{BB962C8B-B14F-4D97-AF65-F5344CB8AC3E}">
        <p14:creationId xmlns:p14="http://schemas.microsoft.com/office/powerpoint/2010/main" val="2020641333"/>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2"/>
            <a:ext cx="2133600" cy="365125"/>
          </a:xfrm>
          <a:prstGeom prst="rect">
            <a:avLst/>
          </a:prstGeom>
        </p:spPr>
        <p:txBody>
          <a:bodyPr/>
          <a:lstStyle>
            <a:lvl1pPr>
              <a:defRPr/>
            </a:lvl1pPr>
          </a:lstStyle>
          <a:p>
            <a:pPr defTabSz="685800">
              <a:defRPr/>
            </a:pPr>
            <a:fld id="{4CDB21C6-0923-4961-A20F-7A28DB072D10}" type="datetime3">
              <a:rPr lang="en-US" sz="1200" smtClean="0">
                <a:solidFill>
                  <a:prstClr val="black"/>
                </a:solidFill>
              </a:rPr>
              <a:pPr defTabSz="685800">
                <a:defRPr/>
              </a:pPr>
              <a:t>31 January 2026</a:t>
            </a:fld>
            <a:endParaRPr lang="en-IN" sz="1200">
              <a:solidFill>
                <a:prstClr val="black"/>
              </a:solidFill>
            </a:endParaRPr>
          </a:p>
        </p:txBody>
      </p:sp>
      <p:sp>
        <p:nvSpPr>
          <p:cNvPr id="4" name="Footer Placeholder 3"/>
          <p:cNvSpPr>
            <a:spLocks noGrp="1"/>
          </p:cNvSpPr>
          <p:nvPr>
            <p:ph type="ftr" sz="quarter" idx="11"/>
          </p:nvPr>
        </p:nvSpPr>
        <p:spPr>
          <a:xfrm>
            <a:off x="3124200" y="6356352"/>
            <a:ext cx="2895600" cy="365125"/>
          </a:xfrm>
          <a:prstGeom prst="rect">
            <a:avLst/>
          </a:prstGeom>
        </p:spPr>
        <p:txBody>
          <a:bodyPr/>
          <a:lstStyle>
            <a:lvl1pPr>
              <a:defRPr/>
            </a:lvl1pPr>
          </a:lstStyle>
          <a:p>
            <a:pPr defTabSz="685800">
              <a:defRPr/>
            </a:pPr>
            <a:r>
              <a:rPr lang="en-US" sz="1200">
                <a:solidFill>
                  <a:prstClr val="black"/>
                </a:solidFill>
              </a:rPr>
              <a:t>IS ZC464, Machine Learning</a:t>
            </a:r>
            <a:endParaRPr lang="en-IN" sz="1200">
              <a:solidFill>
                <a:prstClr val="black"/>
              </a:solidFill>
            </a:endParaRPr>
          </a:p>
        </p:txBody>
      </p:sp>
      <p:sp>
        <p:nvSpPr>
          <p:cNvPr id="5" name="Slide Number Placeholder 4"/>
          <p:cNvSpPr>
            <a:spLocks noGrp="1"/>
          </p:cNvSpPr>
          <p:nvPr>
            <p:ph type="sldNum" sz="quarter" idx="12"/>
          </p:nvPr>
        </p:nvSpPr>
        <p:spPr>
          <a:xfrm>
            <a:off x="6553200" y="6356352"/>
            <a:ext cx="2133600" cy="365125"/>
          </a:xfrm>
          <a:prstGeom prst="rect">
            <a:avLst/>
          </a:prstGeom>
        </p:spPr>
        <p:txBody>
          <a:bodyPr/>
          <a:lstStyle>
            <a:lvl1pPr>
              <a:defRPr/>
            </a:lvl1pPr>
          </a:lstStyle>
          <a:p>
            <a:pPr defTabSz="685800">
              <a:defRPr/>
            </a:pPr>
            <a:fld id="{9FD64774-6889-4F3F-87B3-82AF987C97C8}" type="slidenum">
              <a:rPr lang="en-IN" sz="1200" smtClean="0">
                <a:solidFill>
                  <a:prstClr val="black"/>
                </a:solidFill>
              </a:rPr>
              <a:pPr defTabSz="685800">
                <a:defRPr/>
              </a:pPr>
              <a:t>‹#›</a:t>
            </a:fld>
            <a:endParaRPr lang="en-IN" sz="1200">
              <a:solidFill>
                <a:prstClr val="black"/>
              </a:solidFill>
            </a:endParaRPr>
          </a:p>
        </p:txBody>
      </p:sp>
    </p:spTree>
    <p:extLst>
      <p:ext uri="{BB962C8B-B14F-4D97-AF65-F5344CB8AC3E}">
        <p14:creationId xmlns:p14="http://schemas.microsoft.com/office/powerpoint/2010/main" val="2146086480"/>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2"/>
            <a:ext cx="2133600" cy="365125"/>
          </a:xfrm>
          <a:prstGeom prst="rect">
            <a:avLst/>
          </a:prstGeom>
        </p:spPr>
        <p:txBody>
          <a:bodyPr/>
          <a:lstStyle>
            <a:lvl1pPr>
              <a:defRPr/>
            </a:lvl1pPr>
          </a:lstStyle>
          <a:p>
            <a:pPr defTabSz="685800">
              <a:defRPr/>
            </a:pPr>
            <a:fld id="{53870F50-75AD-42BD-9FCC-315508736187}" type="datetime3">
              <a:rPr lang="en-US" sz="1200" smtClean="0">
                <a:solidFill>
                  <a:prstClr val="black"/>
                </a:solidFill>
              </a:rPr>
              <a:pPr defTabSz="685800">
                <a:defRPr/>
              </a:pPr>
              <a:t>31 January 2026</a:t>
            </a:fld>
            <a:endParaRPr lang="en-IN" sz="1200">
              <a:solidFill>
                <a:prstClr val="black"/>
              </a:solidFill>
            </a:endParaRPr>
          </a:p>
        </p:txBody>
      </p:sp>
      <p:sp>
        <p:nvSpPr>
          <p:cNvPr id="3" name="Footer Placeholder 2"/>
          <p:cNvSpPr>
            <a:spLocks noGrp="1"/>
          </p:cNvSpPr>
          <p:nvPr>
            <p:ph type="ftr" sz="quarter" idx="11"/>
          </p:nvPr>
        </p:nvSpPr>
        <p:spPr>
          <a:xfrm>
            <a:off x="3124200" y="6356352"/>
            <a:ext cx="2895600" cy="365125"/>
          </a:xfrm>
          <a:prstGeom prst="rect">
            <a:avLst/>
          </a:prstGeom>
        </p:spPr>
        <p:txBody>
          <a:bodyPr/>
          <a:lstStyle>
            <a:lvl1pPr>
              <a:defRPr/>
            </a:lvl1pPr>
          </a:lstStyle>
          <a:p>
            <a:pPr defTabSz="685800">
              <a:defRPr/>
            </a:pPr>
            <a:r>
              <a:rPr lang="en-US" sz="1200">
                <a:solidFill>
                  <a:prstClr val="black"/>
                </a:solidFill>
              </a:rPr>
              <a:t>IS ZC464, Machine Learning</a:t>
            </a:r>
            <a:endParaRPr lang="en-IN" sz="1200">
              <a:solidFill>
                <a:prstClr val="black"/>
              </a:solidFill>
            </a:endParaRPr>
          </a:p>
        </p:txBody>
      </p:sp>
      <p:sp>
        <p:nvSpPr>
          <p:cNvPr id="4" name="Slide Number Placeholder 3"/>
          <p:cNvSpPr>
            <a:spLocks noGrp="1"/>
          </p:cNvSpPr>
          <p:nvPr>
            <p:ph type="sldNum" sz="quarter" idx="12"/>
          </p:nvPr>
        </p:nvSpPr>
        <p:spPr>
          <a:xfrm>
            <a:off x="6553200" y="6356352"/>
            <a:ext cx="2133600" cy="365125"/>
          </a:xfrm>
          <a:prstGeom prst="rect">
            <a:avLst/>
          </a:prstGeom>
        </p:spPr>
        <p:txBody>
          <a:bodyPr/>
          <a:lstStyle>
            <a:lvl1pPr>
              <a:defRPr/>
            </a:lvl1pPr>
          </a:lstStyle>
          <a:p>
            <a:pPr defTabSz="685800">
              <a:defRPr/>
            </a:pPr>
            <a:fld id="{102715D1-A74F-4481-8AFF-0CF19F1A4227}" type="slidenum">
              <a:rPr lang="en-IN" sz="1200" smtClean="0">
                <a:solidFill>
                  <a:prstClr val="black"/>
                </a:solidFill>
              </a:rPr>
              <a:pPr defTabSz="685800">
                <a:defRPr/>
              </a:pPr>
              <a:t>‹#›</a:t>
            </a:fld>
            <a:endParaRPr lang="en-IN" sz="1200">
              <a:solidFill>
                <a:prstClr val="black"/>
              </a:solidFill>
            </a:endParaRPr>
          </a:p>
        </p:txBody>
      </p:sp>
    </p:spTree>
    <p:extLst>
      <p:ext uri="{BB962C8B-B14F-4D97-AF65-F5344CB8AC3E}">
        <p14:creationId xmlns:p14="http://schemas.microsoft.com/office/powerpoint/2010/main" val="933324819"/>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a:prstGeom prst="rect">
            <a:avLst/>
          </a:prstGeom>
        </p:spPr>
        <p:txBody>
          <a:bodyPr anchor="b"/>
          <a:lstStyle>
            <a:lvl1pPr algn="l">
              <a:defRPr sz="1500" b="1"/>
            </a:lvl1pPr>
          </a:lstStyle>
          <a:p>
            <a:r>
              <a:rPr lang="en-US"/>
              <a:t>Click to edit Master title style</a:t>
            </a:r>
            <a:endParaRPr lang="en-IN"/>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457200" y="6356352"/>
            <a:ext cx="2133600" cy="365125"/>
          </a:xfrm>
          <a:prstGeom prst="rect">
            <a:avLst/>
          </a:prstGeom>
        </p:spPr>
        <p:txBody>
          <a:bodyPr/>
          <a:lstStyle>
            <a:lvl1pPr>
              <a:defRPr/>
            </a:lvl1pPr>
          </a:lstStyle>
          <a:p>
            <a:pPr defTabSz="685800">
              <a:defRPr/>
            </a:pPr>
            <a:fld id="{CABDD43D-E7AE-4424-AE04-B9CE5412EE81}" type="datetime3">
              <a:rPr lang="en-US" sz="1200" smtClean="0">
                <a:solidFill>
                  <a:prstClr val="black"/>
                </a:solidFill>
              </a:rPr>
              <a:pPr defTabSz="685800">
                <a:defRPr/>
              </a:pPr>
              <a:t>31 January 2026</a:t>
            </a:fld>
            <a:endParaRPr lang="en-IN" sz="1200">
              <a:solidFill>
                <a:prstClr val="black"/>
              </a:solidFill>
            </a:endParaRPr>
          </a:p>
        </p:txBody>
      </p:sp>
      <p:sp>
        <p:nvSpPr>
          <p:cNvPr id="6" name="Footer Placeholder 5"/>
          <p:cNvSpPr>
            <a:spLocks noGrp="1"/>
          </p:cNvSpPr>
          <p:nvPr>
            <p:ph type="ftr" sz="quarter" idx="11"/>
          </p:nvPr>
        </p:nvSpPr>
        <p:spPr>
          <a:xfrm>
            <a:off x="3124200" y="6356352"/>
            <a:ext cx="2895600" cy="365125"/>
          </a:xfrm>
          <a:prstGeom prst="rect">
            <a:avLst/>
          </a:prstGeom>
        </p:spPr>
        <p:txBody>
          <a:bodyPr/>
          <a:lstStyle>
            <a:lvl1pPr>
              <a:defRPr/>
            </a:lvl1pPr>
          </a:lstStyle>
          <a:p>
            <a:pPr defTabSz="685800">
              <a:defRPr/>
            </a:pPr>
            <a:r>
              <a:rPr lang="en-US" sz="1200">
                <a:solidFill>
                  <a:prstClr val="black"/>
                </a:solidFill>
              </a:rPr>
              <a:t>IS ZC464, Machine Learning</a:t>
            </a:r>
            <a:endParaRPr lang="en-IN" sz="1200">
              <a:solidFill>
                <a:prstClr val="black"/>
              </a:solidFill>
            </a:endParaRPr>
          </a:p>
        </p:txBody>
      </p:sp>
      <p:sp>
        <p:nvSpPr>
          <p:cNvPr id="7" name="Slide Number Placeholder 6"/>
          <p:cNvSpPr>
            <a:spLocks noGrp="1"/>
          </p:cNvSpPr>
          <p:nvPr>
            <p:ph type="sldNum" sz="quarter" idx="12"/>
          </p:nvPr>
        </p:nvSpPr>
        <p:spPr>
          <a:xfrm>
            <a:off x="6553200" y="6356352"/>
            <a:ext cx="2133600" cy="365125"/>
          </a:xfrm>
          <a:prstGeom prst="rect">
            <a:avLst/>
          </a:prstGeom>
        </p:spPr>
        <p:txBody>
          <a:bodyPr/>
          <a:lstStyle>
            <a:lvl1pPr>
              <a:defRPr/>
            </a:lvl1pPr>
          </a:lstStyle>
          <a:p>
            <a:pPr defTabSz="685800">
              <a:defRPr/>
            </a:pPr>
            <a:fld id="{4B936656-7811-4E10-ABA8-C743BA19F43F}" type="slidenum">
              <a:rPr lang="en-IN" sz="1200" smtClean="0">
                <a:solidFill>
                  <a:prstClr val="black"/>
                </a:solidFill>
              </a:rPr>
              <a:pPr defTabSz="685800">
                <a:defRPr/>
              </a:pPr>
              <a:t>‹#›</a:t>
            </a:fld>
            <a:endParaRPr lang="en-IN" sz="1200">
              <a:solidFill>
                <a:prstClr val="black"/>
              </a:solidFill>
            </a:endParaRPr>
          </a:p>
        </p:txBody>
      </p:sp>
    </p:spTree>
    <p:extLst>
      <p:ext uri="{BB962C8B-B14F-4D97-AF65-F5344CB8AC3E}">
        <p14:creationId xmlns:p14="http://schemas.microsoft.com/office/powerpoint/2010/main" val="3706982543"/>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15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457200" y="6356352"/>
            <a:ext cx="2133600" cy="365125"/>
          </a:xfrm>
          <a:prstGeom prst="rect">
            <a:avLst/>
          </a:prstGeom>
        </p:spPr>
        <p:txBody>
          <a:bodyPr/>
          <a:lstStyle>
            <a:lvl1pPr>
              <a:defRPr/>
            </a:lvl1pPr>
          </a:lstStyle>
          <a:p>
            <a:pPr defTabSz="685800">
              <a:defRPr/>
            </a:pPr>
            <a:fld id="{87A21FB6-D61F-403D-94D9-B19EE8A5BC42}" type="datetime3">
              <a:rPr lang="en-US" sz="1200" smtClean="0">
                <a:solidFill>
                  <a:prstClr val="black"/>
                </a:solidFill>
              </a:rPr>
              <a:pPr defTabSz="685800">
                <a:defRPr/>
              </a:pPr>
              <a:t>31 January 2026</a:t>
            </a:fld>
            <a:endParaRPr lang="en-IN" sz="1200">
              <a:solidFill>
                <a:prstClr val="black"/>
              </a:solidFill>
            </a:endParaRPr>
          </a:p>
        </p:txBody>
      </p:sp>
      <p:sp>
        <p:nvSpPr>
          <p:cNvPr id="6" name="Footer Placeholder 5"/>
          <p:cNvSpPr>
            <a:spLocks noGrp="1"/>
          </p:cNvSpPr>
          <p:nvPr>
            <p:ph type="ftr" sz="quarter" idx="11"/>
          </p:nvPr>
        </p:nvSpPr>
        <p:spPr>
          <a:xfrm>
            <a:off x="3124200" y="6356352"/>
            <a:ext cx="2895600" cy="365125"/>
          </a:xfrm>
          <a:prstGeom prst="rect">
            <a:avLst/>
          </a:prstGeom>
        </p:spPr>
        <p:txBody>
          <a:bodyPr/>
          <a:lstStyle>
            <a:lvl1pPr>
              <a:defRPr/>
            </a:lvl1pPr>
          </a:lstStyle>
          <a:p>
            <a:pPr defTabSz="685800">
              <a:defRPr/>
            </a:pPr>
            <a:r>
              <a:rPr lang="en-US" sz="1200">
                <a:solidFill>
                  <a:prstClr val="black"/>
                </a:solidFill>
              </a:rPr>
              <a:t>IS ZC464, Machine Learning</a:t>
            </a:r>
            <a:endParaRPr lang="en-IN" sz="1200">
              <a:solidFill>
                <a:prstClr val="black"/>
              </a:solidFill>
            </a:endParaRPr>
          </a:p>
        </p:txBody>
      </p:sp>
      <p:sp>
        <p:nvSpPr>
          <p:cNvPr id="7" name="Slide Number Placeholder 6"/>
          <p:cNvSpPr>
            <a:spLocks noGrp="1"/>
          </p:cNvSpPr>
          <p:nvPr>
            <p:ph type="sldNum" sz="quarter" idx="12"/>
          </p:nvPr>
        </p:nvSpPr>
        <p:spPr>
          <a:xfrm>
            <a:off x="6553200" y="6356352"/>
            <a:ext cx="2133600" cy="365125"/>
          </a:xfrm>
          <a:prstGeom prst="rect">
            <a:avLst/>
          </a:prstGeom>
        </p:spPr>
        <p:txBody>
          <a:bodyPr/>
          <a:lstStyle>
            <a:lvl1pPr>
              <a:defRPr/>
            </a:lvl1pPr>
          </a:lstStyle>
          <a:p>
            <a:pPr defTabSz="685800">
              <a:defRPr/>
            </a:pPr>
            <a:fld id="{7A0E505A-A9CD-4645-BB6F-663BC8294A50}" type="slidenum">
              <a:rPr lang="en-IN" sz="1200" smtClean="0">
                <a:solidFill>
                  <a:prstClr val="black"/>
                </a:solidFill>
              </a:rPr>
              <a:pPr defTabSz="685800">
                <a:defRPr/>
              </a:pPr>
              <a:t>‹#›</a:t>
            </a:fld>
            <a:endParaRPr lang="en-IN" sz="1200">
              <a:solidFill>
                <a:prstClr val="black"/>
              </a:solidFill>
            </a:endParaRPr>
          </a:p>
        </p:txBody>
      </p:sp>
    </p:spTree>
    <p:extLst>
      <p:ext uri="{BB962C8B-B14F-4D97-AF65-F5344CB8AC3E}">
        <p14:creationId xmlns:p14="http://schemas.microsoft.com/office/powerpoint/2010/main" val="3824108549"/>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2"/>
            <a:ext cx="2133600" cy="365125"/>
          </a:xfrm>
          <a:prstGeom prst="rect">
            <a:avLst/>
          </a:prstGeom>
        </p:spPr>
        <p:txBody>
          <a:bodyPr/>
          <a:lstStyle>
            <a:lvl1pPr>
              <a:defRPr/>
            </a:lvl1pPr>
          </a:lstStyle>
          <a:p>
            <a:pPr defTabSz="685800">
              <a:defRPr/>
            </a:pPr>
            <a:fld id="{983D0BE5-B565-4932-BADA-8E47D0D5B9DE}" type="datetime3">
              <a:rPr lang="en-US" sz="1200" smtClean="0">
                <a:solidFill>
                  <a:prstClr val="black"/>
                </a:solidFill>
              </a:rPr>
              <a:pPr defTabSz="685800">
                <a:defRPr/>
              </a:pPr>
              <a:t>31 January 2026</a:t>
            </a:fld>
            <a:endParaRPr lang="en-IN" sz="1200">
              <a:solidFill>
                <a:prstClr val="black"/>
              </a:solidFill>
            </a:endParaRPr>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lvl1pPr>
              <a:defRPr/>
            </a:lvl1pPr>
          </a:lstStyle>
          <a:p>
            <a:pPr defTabSz="685800">
              <a:defRPr/>
            </a:pPr>
            <a:r>
              <a:rPr lang="en-US" sz="1200">
                <a:solidFill>
                  <a:prstClr val="black"/>
                </a:solidFill>
              </a:rPr>
              <a:t>IS ZC464, Machine Learning</a:t>
            </a:r>
            <a:endParaRPr lang="en-IN" sz="1200">
              <a:solidFill>
                <a:prstClr val="black"/>
              </a:solidFill>
            </a:endParaRPr>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lvl1pPr>
              <a:defRPr/>
            </a:lvl1pPr>
          </a:lstStyle>
          <a:p>
            <a:pPr defTabSz="685800">
              <a:defRPr/>
            </a:pPr>
            <a:fld id="{0FB21827-D599-4054-9CED-35F966873CDF}" type="slidenum">
              <a:rPr lang="en-IN" sz="1200" smtClean="0">
                <a:solidFill>
                  <a:prstClr val="black"/>
                </a:solidFill>
              </a:rPr>
              <a:pPr defTabSz="685800">
                <a:defRPr/>
              </a:pPr>
              <a:t>‹#›</a:t>
            </a:fld>
            <a:endParaRPr lang="en-IN" sz="1200">
              <a:solidFill>
                <a:prstClr val="black"/>
              </a:solidFill>
            </a:endParaRPr>
          </a:p>
        </p:txBody>
      </p:sp>
    </p:spTree>
    <p:extLst>
      <p:ext uri="{BB962C8B-B14F-4D97-AF65-F5344CB8AC3E}">
        <p14:creationId xmlns:p14="http://schemas.microsoft.com/office/powerpoint/2010/main" val="2155942084"/>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2"/>
            <a:ext cx="2133600" cy="365125"/>
          </a:xfrm>
          <a:prstGeom prst="rect">
            <a:avLst/>
          </a:prstGeom>
        </p:spPr>
        <p:txBody>
          <a:bodyPr/>
          <a:lstStyle>
            <a:lvl1pPr>
              <a:defRPr/>
            </a:lvl1pPr>
          </a:lstStyle>
          <a:p>
            <a:pPr defTabSz="685800">
              <a:defRPr/>
            </a:pPr>
            <a:fld id="{A2E116E8-DA5F-42E5-B0B1-9907E32B06B3}" type="datetime3">
              <a:rPr lang="en-US" sz="1200" smtClean="0">
                <a:solidFill>
                  <a:prstClr val="black"/>
                </a:solidFill>
              </a:rPr>
              <a:pPr defTabSz="685800">
                <a:defRPr/>
              </a:pPr>
              <a:t>31 January 2026</a:t>
            </a:fld>
            <a:endParaRPr lang="en-IN" sz="1200">
              <a:solidFill>
                <a:prstClr val="black"/>
              </a:solidFill>
            </a:endParaRPr>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lvl1pPr>
              <a:defRPr/>
            </a:lvl1pPr>
          </a:lstStyle>
          <a:p>
            <a:pPr defTabSz="685800">
              <a:defRPr/>
            </a:pPr>
            <a:r>
              <a:rPr lang="en-US" sz="1200">
                <a:solidFill>
                  <a:prstClr val="black"/>
                </a:solidFill>
              </a:rPr>
              <a:t>IS ZC464, Machine Learning</a:t>
            </a:r>
            <a:endParaRPr lang="en-IN" sz="1200">
              <a:solidFill>
                <a:prstClr val="black"/>
              </a:solidFill>
            </a:endParaRPr>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lvl1pPr>
              <a:defRPr/>
            </a:lvl1pPr>
          </a:lstStyle>
          <a:p>
            <a:pPr defTabSz="685800">
              <a:defRPr/>
            </a:pPr>
            <a:fld id="{56872A46-881B-4CE5-A377-400F5AC5756F}" type="slidenum">
              <a:rPr lang="en-IN" sz="1200" smtClean="0">
                <a:solidFill>
                  <a:prstClr val="black"/>
                </a:solidFill>
              </a:rPr>
              <a:pPr defTabSz="685800">
                <a:defRPr/>
              </a:pPr>
              <a:t>‹#›</a:t>
            </a:fld>
            <a:endParaRPr lang="en-IN" sz="1200">
              <a:solidFill>
                <a:prstClr val="black"/>
              </a:solidFill>
            </a:endParaRPr>
          </a:p>
        </p:txBody>
      </p:sp>
    </p:spTree>
    <p:extLst>
      <p:ext uri="{BB962C8B-B14F-4D97-AF65-F5344CB8AC3E}">
        <p14:creationId xmlns:p14="http://schemas.microsoft.com/office/powerpoint/2010/main" val="865967707"/>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Box 3"/>
          <p:cNvSpPr txBox="1"/>
          <p:nvPr userDrawn="1"/>
        </p:nvSpPr>
        <p:spPr>
          <a:xfrm>
            <a:off x="3276600" y="6596065"/>
            <a:ext cx="5867400" cy="219291"/>
          </a:xfrm>
          <a:prstGeom prst="rect">
            <a:avLst/>
          </a:prstGeom>
          <a:noFill/>
        </p:spPr>
        <p:txBody>
          <a:bodyP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US" sz="825" b="1" i="0" u="none" strike="noStrike" kern="1200" cap="none" spc="0" normalizeH="0" baseline="0" noProof="0" dirty="0">
                <a:ln>
                  <a:noFill/>
                </a:ln>
                <a:solidFill>
                  <a:srgbClr val="101141"/>
                </a:solidFill>
                <a:effectLst/>
                <a:uLnTx/>
                <a:uFillTx/>
                <a:latin typeface="Arial"/>
                <a:ea typeface="+mn-ea"/>
                <a:cs typeface="Arial"/>
              </a:rPr>
              <a:t>BITS </a:t>
            </a:r>
            <a:r>
              <a:rPr kumimoji="0" lang="en-US" sz="825"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2" name="Group 11"/>
          <p:cNvGrpSpPr>
            <a:grpSpLocks/>
          </p:cNvGrpSpPr>
          <p:nvPr userDrawn="1"/>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2"/>
          <a:srcRect l="1923" b="5336"/>
          <a:stretch>
            <a:fillRect/>
          </a:stretch>
        </p:blipFill>
        <p:spPr bwMode="auto">
          <a:xfrm>
            <a:off x="6629401" y="0"/>
            <a:ext cx="2193925" cy="692150"/>
          </a:xfrm>
          <a:prstGeom prst="rect">
            <a:avLst/>
          </a:prstGeom>
          <a:noFill/>
          <a:ln w="9525">
            <a:noFill/>
            <a:miter lim="800000"/>
            <a:headEnd/>
            <a:tailEnd/>
          </a:ln>
        </p:spPr>
      </p:pic>
      <p:grpSp>
        <p:nvGrpSpPr>
          <p:cNvPr id="5"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0114525"/>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59D15E5E-39D0-4D62-A1AE-7824B1CFC32E}"/>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IN" sz="12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877945964"/>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endParaRPr>
          </a:p>
        </p:txBody>
      </p:sp>
      <p:sp>
        <p:nvSpPr>
          <p:cNvPr id="3" name="Content Placeholder 2"/>
          <p:cNvSpPr>
            <a:spLocks noGrp="1"/>
          </p:cNvSpPr>
          <p:nvPr>
            <p:ph idx="1" hasCustomPrompt="1"/>
          </p:nvPr>
        </p:nvSpPr>
        <p:spPr>
          <a:xfrm>
            <a:off x="304800" y="1493841"/>
            <a:ext cx="8229600" cy="4525963"/>
          </a:xfr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3"/>
            <a:ext cx="5867400" cy="187615"/>
          </a:xfrm>
          <a:prstGeom prst="rect">
            <a:avLst/>
          </a:prstGeom>
          <a:noFill/>
        </p:spPr>
        <p:txBody>
          <a:bodyPr wrap="square" rtlCol="0">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US" sz="619" b="1" i="0" u="none" strike="noStrike" kern="1200" cap="none" spc="0" normalizeH="0" baseline="0" noProof="0" dirty="0">
                <a:ln>
                  <a:noFill/>
                </a:ln>
                <a:solidFill>
                  <a:srgbClr val="101141"/>
                </a:solidFill>
                <a:effectLst/>
                <a:uLnTx/>
                <a:uFillTx/>
                <a:latin typeface="Arial"/>
                <a:ea typeface="+mn-ea"/>
                <a:cs typeface="Arial"/>
              </a:rPr>
              <a:t>BITS </a:t>
            </a:r>
            <a:r>
              <a:rPr kumimoji="0" lang="en-US" sz="619" b="0" i="0" u="none" strike="noStrike" kern="1200" cap="none" spc="0" normalizeH="0" baseline="0" noProof="0" dirty="0">
                <a:ln>
                  <a:noFill/>
                </a:ln>
                <a:solidFill>
                  <a:srgbClr val="101141"/>
                </a:solidFill>
                <a:effectLst/>
                <a:uLnTx/>
                <a:uFillTx/>
                <a:latin typeface="Arial"/>
                <a:ea typeface="+mn-ea"/>
                <a:cs typeface="Arial"/>
              </a:rPr>
              <a:t>Pilani, Deemed to be University under Section 3 of UGC Act, 1956</a:t>
            </a:r>
          </a:p>
        </p:txBody>
      </p:sp>
      <p:grpSp>
        <p:nvGrpSpPr>
          <p:cNvPr id="12" name="Group 11"/>
          <p:cNvGrpSpPr/>
          <p:nvPr userDrawn="1"/>
        </p:nvGrpSpPr>
        <p:grpSpPr>
          <a:xfrm>
            <a:off x="2083888" y="6550675"/>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6629402" y="-1"/>
            <a:ext cx="2193193" cy="692697"/>
          </a:xfrm>
          <a:prstGeom prst="rect">
            <a:avLst/>
          </a:prstGeom>
        </p:spPr>
      </p:pic>
      <p:grpSp>
        <p:nvGrpSpPr>
          <p:cNvPr id="19" name="Group 18"/>
          <p:cNvGrpSpPr/>
          <p:nvPr userDrawn="1"/>
        </p:nvGrpSpPr>
        <p:grpSpPr>
          <a:xfrm>
            <a:off x="2133600" y="6558116"/>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23" name="Group 22"/>
          <p:cNvGrpSpPr/>
          <p:nvPr userDrawn="1"/>
        </p:nvGrpSpPr>
        <p:grpSpPr>
          <a:xfrm>
            <a:off x="0" y="1295404"/>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endParaRPr>
            </a:p>
          </p:txBody>
        </p:sp>
      </p:grpSp>
      <p:sp>
        <p:nvSpPr>
          <p:cNvPr id="27" name="Content Placeholder 18"/>
          <p:cNvSpPr>
            <a:spLocks noGrp="1"/>
          </p:cNvSpPr>
          <p:nvPr>
            <p:ph sz="quarter" idx="10"/>
          </p:nvPr>
        </p:nvSpPr>
        <p:spPr>
          <a:xfrm>
            <a:off x="304800" y="152400"/>
            <a:ext cx="6324600" cy="1143000"/>
          </a:xfr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p:txBody>
          <a:bodyPr/>
          <a:lstStyle/>
          <a:p>
            <a:pPr defTabSz="685800"/>
            <a:endParaRPr lang="en-US" sz="1200">
              <a:solidFill>
                <a:prstClr val="black">
                  <a:tint val="75000"/>
                </a:prstClr>
              </a:solidFill>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p:txBody>
          <a:bodyPr/>
          <a:lstStyle/>
          <a:p>
            <a:pPr defTabSz="685800"/>
            <a:endParaRPr lang="en-US" sz="1200">
              <a:solidFill>
                <a:prstClr val="black">
                  <a:tint val="75000"/>
                </a:prstClr>
              </a:solidFill>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5"/>
            <a:ext cx="2133600" cy="365125"/>
          </a:xfrm>
        </p:spPr>
        <p:txBody>
          <a:bodyPr/>
          <a:lstStyle/>
          <a:p>
            <a:pPr defTabSz="685800"/>
            <a:fld id="{BC8D7E44-7D4F-4942-A8C9-2DF6BF8399E8}" type="slidenum">
              <a:rPr lang="en-US" sz="1200" smtClean="0">
                <a:solidFill>
                  <a:prstClr val="black">
                    <a:tint val="75000"/>
                  </a:prstClr>
                </a:solidFill>
              </a:rPr>
              <a:pPr defTabSz="685800"/>
              <a:t>‹#›</a:t>
            </a:fld>
            <a:endParaRPr lang="en-US" sz="1200" dirty="0">
              <a:solidFill>
                <a:prstClr val="black">
                  <a:tint val="75000"/>
                </a:prstClr>
              </a:solidFill>
            </a:endParaRPr>
          </a:p>
        </p:txBody>
      </p:sp>
    </p:spTree>
    <p:extLst>
      <p:ext uri="{BB962C8B-B14F-4D97-AF65-F5344CB8AC3E}">
        <p14:creationId xmlns:p14="http://schemas.microsoft.com/office/powerpoint/2010/main" val="109891175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00839DE-7ECE-48D2-99DE-21DA18AEA67A}"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89A1433-2BD6-474A-B042-E5F0856EF487}" type="slidenum">
              <a:rPr kumimoji="0" lang="en-GB"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727290787"/>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p:cNvSpPr>
            <a:spLocks noGrp="1"/>
          </p:cNvSpPr>
          <p:nvPr>
            <p:ph type="ftr" sz="quarter" idx="10"/>
          </p:nvPr>
        </p:nvSpPr>
        <p:spPr>
          <a:xfrm>
            <a:off x="2195513" y="6237288"/>
            <a:ext cx="4392612" cy="365125"/>
          </a:xfrm>
          <a:prstGeom prst="rect">
            <a:avLst/>
          </a:prstGeom>
        </p:spPr>
        <p:txBody>
          <a:bodyPr/>
          <a:lstStyle>
            <a:lvl1pPr algn="ctr">
              <a:defRPr sz="1200" b="1"/>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200" b="1" i="0" u="none" strike="noStrike" kern="1200" cap="none" spc="0" normalizeH="0" baseline="0" noProof="0" dirty="0">
              <a:ln>
                <a:noFill/>
              </a:ln>
              <a:solidFill>
                <a:prstClr val="black"/>
              </a:solidFill>
              <a:effectLst/>
              <a:uLnTx/>
              <a:uFillTx/>
              <a:latin typeface="Tahoma" charset="0"/>
              <a:ea typeface="+mn-ea"/>
              <a:cs typeface="+mn-cs"/>
            </a:endParaRPr>
          </a:p>
        </p:txBody>
      </p:sp>
      <p:sp>
        <p:nvSpPr>
          <p:cNvPr id="5" name="Slide Number Placeholder 5"/>
          <p:cNvSpPr>
            <a:spLocks noGrp="1"/>
          </p:cNvSpPr>
          <p:nvPr>
            <p:ph type="sldNum" sz="quarter" idx="11"/>
          </p:nvPr>
        </p:nvSpPr>
        <p:spPr>
          <a:xfrm>
            <a:off x="8532813" y="6237288"/>
            <a:ext cx="611187" cy="293687"/>
          </a:xfrm>
          <a:prstGeom prst="rect">
            <a:avLst/>
          </a:prstGeom>
        </p:spPr>
        <p:txBody>
          <a:bodyPr/>
          <a:lstStyle>
            <a:lvl1pPr>
              <a:defRPr sz="1600" b="1"/>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B23240-9A46-45DC-80D8-72E6138EF4CC}" type="slidenum">
              <a:rPr kumimoji="0" lang="en-IN" sz="1600" b="1"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1" i="0" u="none" strike="noStrike" kern="1200" cap="none" spc="0" normalizeH="0" baseline="0" noProof="0" dirty="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524387120"/>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9A5015-9EE6-40A5-B0CB-31BFFDD9A4EB}"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BD8A489-38BD-40B0-9083-7E99DA903139}"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976058610"/>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622A36-FC8F-4476-8002-426133117C1A}"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D38CB16-FC74-415F-A778-AFAE7BEAFAF6}"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4251513500"/>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A82F390-5B63-4068-A9D0-F644AD3195B3}"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6FB1E71-4690-4FD4-BBCF-A3779CD52565}"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640462336"/>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DB21C6-0923-4961-A20F-7A28DB072D10}"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FD64774-6889-4F3F-87B3-82AF987C97C8}"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620803538"/>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3870F50-75AD-42BD-9FCC-315508736187}"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02715D1-A74F-4481-8AFF-0CF19F1A4227}"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633611029"/>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CABDD43D-E7AE-4424-AE04-B9CE5412EE81}"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B936656-7811-4E10-ABA8-C743BA19F43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134443073"/>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7A21FB6-D61F-403D-94D9-B19EE8A5BC42}"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A0E505A-A9CD-4645-BB6F-663BC8294A50}"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062330971"/>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83D0BE5-B565-4932-BADA-8E47D0D5B9DE}"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0FB21827-D599-4054-9CED-35F966873CD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365531208"/>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2E116E8-DA5F-42E5-B0B1-9907E32B06B3}"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6872A46-881B-4CE5-A377-400F5AC5756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117674191"/>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Box 3"/>
          <p:cNvSpPr txBox="1"/>
          <p:nvPr userDrawn="1"/>
        </p:nvSpPr>
        <p:spPr>
          <a:xfrm>
            <a:off x="3276600" y="6596063"/>
            <a:ext cx="5867400" cy="261937"/>
          </a:xfrm>
          <a:prstGeom prst="rect">
            <a:avLst/>
          </a:prstGeom>
          <a:noFill/>
        </p:spPr>
        <p:txBody>
          <a:bodyP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2"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2"/>
          <a:srcRect l="1923" b="5336"/>
          <a:stretch>
            <a:fillRect/>
          </a:stretch>
        </p:blipFill>
        <p:spPr bwMode="auto">
          <a:xfrm>
            <a:off x="6629400" y="0"/>
            <a:ext cx="2193925" cy="692150"/>
          </a:xfrm>
          <a:prstGeom prst="rect">
            <a:avLst/>
          </a:prstGeom>
          <a:noFill/>
          <a:ln w="9525">
            <a:noFill/>
            <a:miter lim="800000"/>
            <a:headEnd/>
            <a:tailEnd/>
          </a:ln>
        </p:spPr>
      </p:pic>
      <p:grpSp>
        <p:nvGrpSpPr>
          <p:cNvPr id="5"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57153317"/>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00839DE-7ECE-48D2-99DE-21DA18AEA67A}"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89A1433-2BD6-474A-B042-E5F0856EF487}" type="slidenum">
              <a:rPr kumimoji="0" lang="en-GB"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442069725"/>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p:cNvSpPr>
            <a:spLocks noGrp="1"/>
          </p:cNvSpPr>
          <p:nvPr>
            <p:ph type="ftr" sz="quarter" idx="10"/>
          </p:nvPr>
        </p:nvSpPr>
        <p:spPr>
          <a:xfrm>
            <a:off x="2195513" y="6237288"/>
            <a:ext cx="4392612" cy="365125"/>
          </a:xfrm>
          <a:prstGeom prst="rect">
            <a:avLst/>
          </a:prstGeom>
        </p:spPr>
        <p:txBody>
          <a:bodyPr/>
          <a:lstStyle>
            <a:lvl1pPr algn="ctr">
              <a:defRPr sz="1200" b="1"/>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200" b="1" i="0" u="none" strike="noStrike" kern="1200" cap="none" spc="0" normalizeH="0" baseline="0" noProof="0" dirty="0">
              <a:ln>
                <a:noFill/>
              </a:ln>
              <a:solidFill>
                <a:prstClr val="black"/>
              </a:solidFill>
              <a:effectLst/>
              <a:uLnTx/>
              <a:uFillTx/>
              <a:latin typeface="Tahoma" charset="0"/>
              <a:ea typeface="+mn-ea"/>
              <a:cs typeface="+mn-cs"/>
            </a:endParaRPr>
          </a:p>
        </p:txBody>
      </p:sp>
      <p:sp>
        <p:nvSpPr>
          <p:cNvPr id="5" name="Slide Number Placeholder 5"/>
          <p:cNvSpPr>
            <a:spLocks noGrp="1"/>
          </p:cNvSpPr>
          <p:nvPr>
            <p:ph type="sldNum" sz="quarter" idx="11"/>
          </p:nvPr>
        </p:nvSpPr>
        <p:spPr>
          <a:xfrm>
            <a:off x="8532813" y="6237288"/>
            <a:ext cx="611187" cy="293687"/>
          </a:xfrm>
          <a:prstGeom prst="rect">
            <a:avLst/>
          </a:prstGeom>
        </p:spPr>
        <p:txBody>
          <a:bodyPr/>
          <a:lstStyle>
            <a:lvl1pPr>
              <a:defRPr sz="1600" b="1"/>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B23240-9A46-45DC-80D8-72E6138EF4CC}" type="slidenum">
              <a:rPr kumimoji="0" lang="en-IN" sz="1600" b="1"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1" i="0" u="none" strike="noStrike" kern="1200" cap="none" spc="0" normalizeH="0" baseline="0" noProof="0" dirty="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619162815"/>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9A5015-9EE6-40A5-B0CB-31BFFDD9A4EB}"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BD8A489-38BD-40B0-9083-7E99DA903139}"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469518495"/>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622A36-FC8F-4476-8002-426133117C1A}"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D38CB16-FC74-415F-A778-AFAE7BEAFAF6}"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188594574"/>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A82F390-5B63-4068-A9D0-F644AD3195B3}"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6FB1E71-4690-4FD4-BBCF-A3779CD52565}"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4229593623"/>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DB21C6-0923-4961-A20F-7A28DB072D10}"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FD64774-6889-4F3F-87B3-82AF987C97C8}"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552922749"/>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3870F50-75AD-42BD-9FCC-315508736187}"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02715D1-A74F-4481-8AFF-0CF19F1A4227}"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07363620"/>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CABDD43D-E7AE-4424-AE04-B9CE5412EE81}"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B936656-7811-4E10-ABA8-C743BA19F43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64279259"/>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7A21FB6-D61F-403D-94D9-B19EE8A5BC42}"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A0E505A-A9CD-4645-BB6F-663BC8294A50}"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377477457"/>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83D0BE5-B565-4932-BADA-8E47D0D5B9DE}"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0FB21827-D599-4054-9CED-35F966873CD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135734467"/>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2E116E8-DA5F-42E5-B0B1-9907E32B06B3}"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6872A46-881B-4CE5-A377-400F5AC5756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13121926"/>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3563108" y="2223656"/>
            <a:ext cx="2017786"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9144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a:prstGeom prst="rect">
            <a:avLst/>
          </a:prstGeo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09078196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00839DE-7ECE-48D2-99DE-21DA18AEA67A}"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89A1433-2BD6-474A-B042-E5F0856EF487}" type="slidenum">
              <a:rPr kumimoji="0" lang="en-GB"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357906751"/>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p:cNvSpPr>
            <a:spLocks noGrp="1"/>
          </p:cNvSpPr>
          <p:nvPr>
            <p:ph type="ftr" sz="quarter" idx="10"/>
          </p:nvPr>
        </p:nvSpPr>
        <p:spPr>
          <a:xfrm>
            <a:off x="2195513" y="6237288"/>
            <a:ext cx="4392612" cy="365125"/>
          </a:xfrm>
          <a:prstGeom prst="rect">
            <a:avLst/>
          </a:prstGeom>
        </p:spPr>
        <p:txBody>
          <a:bodyPr/>
          <a:lstStyle>
            <a:lvl1pPr algn="ctr">
              <a:defRPr sz="1200" b="1"/>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200" b="1" i="0" u="none" strike="noStrike" kern="1200" cap="none" spc="0" normalizeH="0" baseline="0" noProof="0" dirty="0">
              <a:ln>
                <a:noFill/>
              </a:ln>
              <a:solidFill>
                <a:prstClr val="black"/>
              </a:solidFill>
              <a:effectLst/>
              <a:uLnTx/>
              <a:uFillTx/>
              <a:latin typeface="Tahoma" charset="0"/>
              <a:ea typeface="+mn-ea"/>
              <a:cs typeface="+mn-cs"/>
            </a:endParaRPr>
          </a:p>
        </p:txBody>
      </p:sp>
      <p:sp>
        <p:nvSpPr>
          <p:cNvPr id="5" name="Slide Number Placeholder 5"/>
          <p:cNvSpPr>
            <a:spLocks noGrp="1"/>
          </p:cNvSpPr>
          <p:nvPr>
            <p:ph type="sldNum" sz="quarter" idx="11"/>
          </p:nvPr>
        </p:nvSpPr>
        <p:spPr>
          <a:xfrm>
            <a:off x="8532813" y="6237288"/>
            <a:ext cx="611187" cy="293687"/>
          </a:xfrm>
          <a:prstGeom prst="rect">
            <a:avLst/>
          </a:prstGeom>
        </p:spPr>
        <p:txBody>
          <a:bodyPr/>
          <a:lstStyle>
            <a:lvl1pPr>
              <a:defRPr sz="1600" b="1"/>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B23240-9A46-45DC-80D8-72E6138EF4CC}" type="slidenum">
              <a:rPr kumimoji="0" lang="en-IN" sz="1600" b="1"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1" i="0" u="none" strike="noStrike" kern="1200" cap="none" spc="0" normalizeH="0" baseline="0" noProof="0" dirty="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87324365"/>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9A5015-9EE6-40A5-B0CB-31BFFDD9A4EB}"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BD8A489-38BD-40B0-9083-7E99DA903139}"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608080337"/>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622A36-FC8F-4476-8002-426133117C1A}"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D38CB16-FC74-415F-A778-AFAE7BEAFAF6}"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433537542"/>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A82F390-5B63-4068-A9D0-F644AD3195B3}"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6FB1E71-4690-4FD4-BBCF-A3779CD52565}"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923064887"/>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DB21C6-0923-4961-A20F-7A28DB072D10}"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FD64774-6889-4F3F-87B3-82AF987C97C8}"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344137563"/>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3870F50-75AD-42BD-9FCC-315508736187}"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02715D1-A74F-4481-8AFF-0CF19F1A4227}"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321413827"/>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CABDD43D-E7AE-4424-AE04-B9CE5412EE81}"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B936656-7811-4E10-ABA8-C743BA19F43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024033691"/>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7A21FB6-D61F-403D-94D9-B19EE8A5BC42}"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A0E505A-A9CD-4645-BB6F-663BC8294A50}"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761281662"/>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83D0BE5-B565-4932-BADA-8E47D0D5B9DE}"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0FB21827-D599-4054-9CED-35F966873CD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620605820"/>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2E116E8-DA5F-42E5-B0B1-9907E32B06B3}"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6872A46-881B-4CE5-A377-400F5AC5756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365562049"/>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Box 3"/>
          <p:cNvSpPr txBox="1"/>
          <p:nvPr userDrawn="1"/>
        </p:nvSpPr>
        <p:spPr>
          <a:xfrm>
            <a:off x="3276600" y="6596063"/>
            <a:ext cx="5867400" cy="261937"/>
          </a:xfrm>
          <a:prstGeom prst="rect">
            <a:avLst/>
          </a:prstGeom>
          <a:noFill/>
        </p:spPr>
        <p:txBody>
          <a:bodyP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2"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2"/>
          <a:srcRect l="1923" b="5336"/>
          <a:stretch>
            <a:fillRect/>
          </a:stretch>
        </p:blipFill>
        <p:spPr bwMode="auto">
          <a:xfrm>
            <a:off x="6629400" y="0"/>
            <a:ext cx="2193925" cy="692150"/>
          </a:xfrm>
          <a:prstGeom prst="rect">
            <a:avLst/>
          </a:prstGeom>
          <a:noFill/>
          <a:ln w="9525">
            <a:noFill/>
            <a:miter lim="800000"/>
            <a:headEnd/>
            <a:tailEnd/>
          </a:ln>
        </p:spPr>
      </p:pic>
      <p:grpSp>
        <p:nvGrpSpPr>
          <p:cNvPr id="5"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851549208"/>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3563108" y="2223656"/>
            <a:ext cx="2017786"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9144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a:prstGeom prst="rect">
            <a:avLst/>
          </a:prstGeo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2791503020"/>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4" name="Rectangle 3"/>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4"/>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7"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8" name="TextBox 7"/>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9" name="TextBox 8"/>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678177916"/>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2" name="Rectangle 11"/>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13" name="Rectangle 12"/>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7" name="TextBox 16"/>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8" name="TextBox 17"/>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710967170"/>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5" name="Picture 8" descr="Picture 7.png"/>
          <p:cNvPicPr>
            <a:picLocks noChangeAspect="1"/>
          </p:cNvPicPr>
          <p:nvPr/>
        </p:nvPicPr>
        <p:blipFill>
          <a:blip r:embed="rId3" cstate="print"/>
          <a:srcRect l="1923" b="5336"/>
          <a:stretch>
            <a:fillRect/>
          </a:stretch>
        </p:blipFill>
        <p:spPr bwMode="auto">
          <a:xfrm>
            <a:off x="6629400"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6858000" y="7620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0" name="TextBox 9"/>
          <p:cNvSpPr txBox="1"/>
          <p:nvPr/>
        </p:nvSpPr>
        <p:spPr>
          <a:xfrm>
            <a:off x="7086600" y="11715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52203029"/>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Box 3"/>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400">
                <a:latin typeface="Cambria" panose="02040503050406030204" pitchFamily="18" charset="0"/>
                <a:ea typeface="Cambria" panose="02040503050406030204" pitchFamily="18" charset="0"/>
                <a:cs typeface="Arial" pitchFamily="34"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0" spc="-150" baseline="0">
                <a:latin typeface="Cambria" panose="02040503050406030204" pitchFamily="18" charset="0"/>
                <a:ea typeface="Cambria" panose="02040503050406030204" pitchFamily="18" charset="0"/>
                <a:cs typeface="Arial" pitchFamily="34" charset="0"/>
              </a:defRPr>
            </a:lvl1pPr>
          </a:lstStyle>
          <a:p>
            <a:pPr lvl="0"/>
            <a:r>
              <a:rPr lang="en-US" dirty="0"/>
              <a:t>Click to edit Master text styles</a:t>
            </a:r>
          </a:p>
        </p:txBody>
      </p:sp>
    </p:spTree>
    <p:extLst>
      <p:ext uri="{BB962C8B-B14F-4D97-AF65-F5344CB8AC3E}">
        <p14:creationId xmlns:p14="http://schemas.microsoft.com/office/powerpoint/2010/main" val="1706425105"/>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4" name="TextBox 3"/>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170433799"/>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5" name="Picture 6"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6" name="Group 19"/>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14" name="TextBox 13"/>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146333833"/>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7" name="Group 10"/>
          <p:cNvGrpSpPr>
            <a:grpSpLocks/>
          </p:cNvGrpSpPr>
          <p:nvPr/>
        </p:nvGrpSpPr>
        <p:grpSpPr bwMode="auto">
          <a:xfrm>
            <a:off x="0" y="1295400"/>
            <a:ext cx="70104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2" name="Group 15"/>
          <p:cNvGrpSpPr>
            <a:grpSpLocks/>
          </p:cNvGrpSpPr>
          <p:nvPr/>
        </p:nvGrpSpPr>
        <p:grpSpPr bwMode="auto">
          <a:xfrm>
            <a:off x="2133600" y="6553200"/>
            <a:ext cx="70104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6"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7" name="TextBox 16"/>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84758631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70104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8" name="Group 10"/>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460352397"/>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5" name="Group 8"/>
          <p:cNvGrpSpPr>
            <a:grpSpLocks/>
          </p:cNvGrpSpPr>
          <p:nvPr/>
        </p:nvGrpSpPr>
        <p:grpSpPr bwMode="auto">
          <a:xfrm>
            <a:off x="0" y="12954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13"/>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41257618"/>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10"/>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28252538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4" name="Group 19"/>
          <p:cNvGrpSpPr>
            <a:grpSpLocks/>
          </p:cNvGrpSpPr>
          <p:nvPr/>
        </p:nvGrpSpPr>
        <p:grpSpPr bwMode="auto">
          <a:xfrm>
            <a:off x="0" y="1295400"/>
            <a:ext cx="70104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8" name="Group 24"/>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74990064"/>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4" name="Group 7"/>
          <p:cNvGrpSpPr>
            <a:grpSpLocks/>
          </p:cNvGrpSpPr>
          <p:nvPr/>
        </p:nvGrpSpPr>
        <p:grpSpPr bwMode="auto">
          <a:xfrm rot="5400000">
            <a:off x="5006182" y="2567781"/>
            <a:ext cx="5181600" cy="46037"/>
            <a:chOff x="1905000" y="6553200"/>
            <a:chExt cx="7010400" cy="45719"/>
          </a:xfrm>
        </p:grpSpPr>
        <p:sp>
          <p:nvSpPr>
            <p:cNvPr id="5" name="Rectangle 4"/>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0" descr="Picture 7.png"/>
          <p:cNvPicPr>
            <a:picLocks noChangeAspect="1"/>
          </p:cNvPicPr>
          <p:nvPr/>
        </p:nvPicPr>
        <p:blipFill>
          <a:blip r:embed="rId2" cstate="print"/>
          <a:srcRect l="5336" t="1923"/>
          <a:stretch>
            <a:fillRect/>
          </a:stretch>
        </p:blipFill>
        <p:spPr bwMode="auto">
          <a:xfrm>
            <a:off x="-7938" y="381000"/>
            <a:ext cx="692151" cy="2193925"/>
          </a:xfrm>
          <a:prstGeom prst="rect">
            <a:avLst/>
          </a:prstGeom>
          <a:noFill/>
          <a:ln w="9525">
            <a:noFill/>
            <a:miter lim="800000"/>
            <a:headEnd/>
            <a:tailEnd/>
          </a:ln>
        </p:spPr>
      </p:pic>
      <p:sp>
        <p:nvSpPr>
          <p:cNvPr id="10" name="TextBox 9"/>
          <p:cNvSpPr txBox="1"/>
          <p:nvPr/>
        </p:nvSpPr>
        <p:spPr>
          <a:xfrm rot="5400000">
            <a:off x="-2794793" y="3809206"/>
            <a:ext cx="5867400" cy="23018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srgbClr val="101141"/>
                </a:solidFill>
                <a:effectLst/>
                <a:uLnTx/>
                <a:uFillTx/>
                <a:latin typeface="Arial"/>
                <a:ea typeface="+mn-ea"/>
                <a:cs typeface="Arial"/>
              </a:rPr>
              <a:t>BITS </a:t>
            </a:r>
            <a:r>
              <a:rPr kumimoji="0" lang="en-US" sz="9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165513655"/>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cSld name="1_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835461573"/>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p:cNvSpPr>
            <a:spLocks noGrp="1"/>
          </p:cNvSpPr>
          <p:nvPr>
            <p:ph type="ftr" sz="quarter" idx="11"/>
          </p:nvPr>
        </p:nvSpPr>
        <p:spPr>
          <a:xfrm>
            <a:off x="2195736" y="6237312"/>
            <a:ext cx="4392488" cy="365125"/>
          </a:xfrm>
          <a:prstGeom prst="rect">
            <a:avLst/>
          </a:prstGeom>
        </p:spPr>
        <p:txBody>
          <a:bodyPr/>
          <a:lstStyle>
            <a:lvl1pPr>
              <a:defRPr sz="1200" b="1"/>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6" name="Slide Number Placeholder 5"/>
          <p:cNvSpPr>
            <a:spLocks noGrp="1"/>
          </p:cNvSpPr>
          <p:nvPr>
            <p:ph type="sldNum" sz="quarter" idx="12"/>
          </p:nvPr>
        </p:nvSpPr>
        <p:spPr>
          <a:xfrm>
            <a:off x="8532440" y="6237312"/>
            <a:ext cx="611560" cy="293117"/>
          </a:xfrm>
          <a:prstGeom prst="rect">
            <a:avLst/>
          </a:prstGeom>
        </p:spPr>
        <p:txBody>
          <a:bodyPr/>
          <a:lstStyle>
            <a:lvl1pPr>
              <a:defRPr sz="1600"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600" b="1"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600" b="1"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975086833"/>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t="-543" b="-543"/>
          <a:stretch/>
        </p:blipFill>
        <p:spPr>
          <a:xfrm>
            <a:off x="3563108" y="2223656"/>
            <a:ext cx="2017786"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9144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2602082079"/>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C699CB88-5E1A-4FAC-892A-60949ACB1F6F}" type="datetimeFigureOut">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1/31/2026</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523129567"/>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4" name="Rectangle 3"/>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4"/>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7"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8" name="TextBox 7"/>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9" name="TextBox 8"/>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662938046"/>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2" name="Rectangle 11"/>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13" name="Rectangle 12"/>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7" name="TextBox 16"/>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8" name="TextBox 17"/>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743212773"/>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5" name="Picture 8" descr="Picture 7.png"/>
          <p:cNvPicPr>
            <a:picLocks noChangeAspect="1"/>
          </p:cNvPicPr>
          <p:nvPr/>
        </p:nvPicPr>
        <p:blipFill>
          <a:blip r:embed="rId3" cstate="print"/>
          <a:srcRect l="1923" b="5336"/>
          <a:stretch>
            <a:fillRect/>
          </a:stretch>
        </p:blipFill>
        <p:spPr bwMode="auto">
          <a:xfrm>
            <a:off x="6629400"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6858000" y="7620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0" name="TextBox 9"/>
          <p:cNvSpPr txBox="1"/>
          <p:nvPr/>
        </p:nvSpPr>
        <p:spPr>
          <a:xfrm>
            <a:off x="7086600" y="11715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064567"/>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Box 3"/>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400">
                <a:latin typeface="Cambria" panose="02040503050406030204" pitchFamily="18" charset="0"/>
                <a:ea typeface="Cambria" panose="02040503050406030204" pitchFamily="18" charset="0"/>
                <a:cs typeface="Arial" pitchFamily="34"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0" spc="-150" baseline="0">
                <a:latin typeface="Cambria" panose="02040503050406030204" pitchFamily="18" charset="0"/>
                <a:ea typeface="Cambria" panose="02040503050406030204" pitchFamily="18" charset="0"/>
                <a:cs typeface="Arial" pitchFamily="34" charset="0"/>
              </a:defRPr>
            </a:lvl1pPr>
          </a:lstStyle>
          <a:p>
            <a:pPr lvl="0"/>
            <a:r>
              <a:rPr lang="en-US" dirty="0"/>
              <a:t>Click to edit Master text styles</a:t>
            </a:r>
          </a:p>
        </p:txBody>
      </p:sp>
    </p:spTree>
    <p:extLst>
      <p:ext uri="{BB962C8B-B14F-4D97-AF65-F5344CB8AC3E}">
        <p14:creationId xmlns:p14="http://schemas.microsoft.com/office/powerpoint/2010/main" val="581361523"/>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5" name="Picture 6"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6" name="Group 19"/>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14" name="TextBox 13"/>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085422431"/>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7" name="Group 10"/>
          <p:cNvGrpSpPr>
            <a:grpSpLocks/>
          </p:cNvGrpSpPr>
          <p:nvPr/>
        </p:nvGrpSpPr>
        <p:grpSpPr bwMode="auto">
          <a:xfrm>
            <a:off x="0" y="1295400"/>
            <a:ext cx="70104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2" name="Group 15"/>
          <p:cNvGrpSpPr>
            <a:grpSpLocks/>
          </p:cNvGrpSpPr>
          <p:nvPr/>
        </p:nvGrpSpPr>
        <p:grpSpPr bwMode="auto">
          <a:xfrm>
            <a:off x="2133600" y="6553200"/>
            <a:ext cx="70104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6"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7" name="TextBox 16"/>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10742266"/>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70104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8" name="Group 10"/>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371419795"/>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5" name="Group 8"/>
          <p:cNvGrpSpPr>
            <a:grpSpLocks/>
          </p:cNvGrpSpPr>
          <p:nvPr/>
        </p:nvGrpSpPr>
        <p:grpSpPr bwMode="auto">
          <a:xfrm>
            <a:off x="0" y="12954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13"/>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620649762"/>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10"/>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450491633"/>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4" name="Group 19"/>
          <p:cNvGrpSpPr>
            <a:grpSpLocks/>
          </p:cNvGrpSpPr>
          <p:nvPr/>
        </p:nvGrpSpPr>
        <p:grpSpPr bwMode="auto">
          <a:xfrm>
            <a:off x="0" y="1295400"/>
            <a:ext cx="70104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8" name="Group 24"/>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916229269"/>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4" name="Group 7"/>
          <p:cNvGrpSpPr>
            <a:grpSpLocks/>
          </p:cNvGrpSpPr>
          <p:nvPr/>
        </p:nvGrpSpPr>
        <p:grpSpPr bwMode="auto">
          <a:xfrm rot="5400000">
            <a:off x="5006182" y="2567781"/>
            <a:ext cx="5181600" cy="46037"/>
            <a:chOff x="1905000" y="6553200"/>
            <a:chExt cx="7010400" cy="45719"/>
          </a:xfrm>
        </p:grpSpPr>
        <p:sp>
          <p:nvSpPr>
            <p:cNvPr id="5" name="Rectangle 4"/>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0" descr="Picture 7.png"/>
          <p:cNvPicPr>
            <a:picLocks noChangeAspect="1"/>
          </p:cNvPicPr>
          <p:nvPr/>
        </p:nvPicPr>
        <p:blipFill>
          <a:blip r:embed="rId2" cstate="print"/>
          <a:srcRect l="5336" t="1923"/>
          <a:stretch>
            <a:fillRect/>
          </a:stretch>
        </p:blipFill>
        <p:spPr bwMode="auto">
          <a:xfrm>
            <a:off x="-7938" y="381000"/>
            <a:ext cx="692151" cy="2193925"/>
          </a:xfrm>
          <a:prstGeom prst="rect">
            <a:avLst/>
          </a:prstGeom>
          <a:noFill/>
          <a:ln w="9525">
            <a:noFill/>
            <a:miter lim="800000"/>
            <a:headEnd/>
            <a:tailEnd/>
          </a:ln>
        </p:spPr>
      </p:pic>
      <p:sp>
        <p:nvSpPr>
          <p:cNvPr id="10" name="TextBox 9"/>
          <p:cNvSpPr txBox="1"/>
          <p:nvPr/>
        </p:nvSpPr>
        <p:spPr>
          <a:xfrm rot="5400000">
            <a:off x="-2794793" y="3809206"/>
            <a:ext cx="5867400" cy="23018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srgbClr val="101141"/>
                </a:solidFill>
                <a:effectLst/>
                <a:uLnTx/>
                <a:uFillTx/>
                <a:latin typeface="Arial"/>
                <a:ea typeface="+mn-ea"/>
                <a:cs typeface="Arial"/>
              </a:rPr>
              <a:t>BITS </a:t>
            </a:r>
            <a:r>
              <a:rPr kumimoji="0" lang="en-US" sz="9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641339783"/>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cSld name="1_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460517593"/>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8"/>
        <p:cNvGrpSpPr/>
        <p:nvPr/>
      </p:nvGrpSpPr>
      <p:grpSpPr>
        <a:xfrm>
          <a:off x="0" y="0"/>
          <a:ext cx="0" cy="0"/>
          <a:chOff x="0" y="0"/>
          <a:chExt cx="0" cy="0"/>
        </a:xfrm>
      </p:grpSpPr>
      <p:pic>
        <p:nvPicPr>
          <p:cNvPr id="19" name="Google Shape;19;p7"/>
          <p:cNvPicPr preferRelativeResize="0"/>
          <p:nvPr/>
        </p:nvPicPr>
        <p:blipFill rotWithShape="1">
          <a:blip r:embed="rId2">
            <a:alphaModFix amt="50000"/>
          </a:blip>
          <a:srcRect l="177" t="-542" r="176" b="-537"/>
          <a:stretch/>
        </p:blipFill>
        <p:spPr>
          <a:xfrm>
            <a:off x="3563108" y="2223656"/>
            <a:ext cx="2017786" cy="2729344"/>
          </a:xfrm>
          <a:prstGeom prst="rect">
            <a:avLst/>
          </a:prstGeom>
          <a:noFill/>
          <a:ln>
            <a:noFill/>
          </a:ln>
        </p:spPr>
      </p:pic>
      <p:pic>
        <p:nvPicPr>
          <p:cNvPr id="20" name="Google Shape;20;p7"/>
          <p:cNvPicPr preferRelativeResize="0"/>
          <p:nvPr/>
        </p:nvPicPr>
        <p:blipFill rotWithShape="1">
          <a:blip r:embed="rId3">
            <a:alphaModFix/>
          </a:blip>
          <a:srcRect/>
          <a:stretch/>
        </p:blipFill>
        <p:spPr>
          <a:xfrm>
            <a:off x="0" y="6817420"/>
            <a:ext cx="9144000" cy="40580"/>
          </a:xfrm>
          <a:prstGeom prst="rect">
            <a:avLst/>
          </a:prstGeom>
          <a:noFill/>
          <a:ln>
            <a:noFill/>
          </a:ln>
        </p:spPr>
      </p:pic>
      <p:pic>
        <p:nvPicPr>
          <p:cNvPr id="21" name="Google Shape;21;p7"/>
          <p:cNvPicPr preferRelativeResize="0"/>
          <p:nvPr/>
        </p:nvPicPr>
        <p:blipFill rotWithShape="1">
          <a:blip r:embed="rId4">
            <a:alphaModFix/>
          </a:blip>
          <a:srcRect/>
          <a:stretch/>
        </p:blipFill>
        <p:spPr>
          <a:xfrm>
            <a:off x="0" y="160569"/>
            <a:ext cx="8001000" cy="764364"/>
          </a:xfrm>
          <a:prstGeom prst="rect">
            <a:avLst/>
          </a:prstGeom>
          <a:noFill/>
          <a:ln>
            <a:noFill/>
          </a:ln>
        </p:spPr>
      </p:pic>
      <p:sp>
        <p:nvSpPr>
          <p:cNvPr id="22" name="Google Shape;22;p7"/>
          <p:cNvSpPr txBox="1">
            <a:spLocks noGrp="1"/>
          </p:cNvSpPr>
          <p:nvPr>
            <p:ph type="title"/>
          </p:nvPr>
        </p:nvSpPr>
        <p:spPr>
          <a:xfrm>
            <a:off x="628650" y="160569"/>
            <a:ext cx="6991350" cy="76436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Helvetica Neue"/>
              <a:buNone/>
              <a:defRPr sz="24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
          <p:cNvSpPr txBox="1">
            <a:spLocks noGrp="1"/>
          </p:cNvSpPr>
          <p:nvPr>
            <p:ph type="body" idx="1"/>
          </p:nvPr>
        </p:nvSpPr>
        <p:spPr>
          <a:xfrm>
            <a:off x="643304" y="1600202"/>
            <a:ext cx="7620000" cy="2728913"/>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sz="1350">
                <a:latin typeface="Helvetica Neue"/>
                <a:ea typeface="Helvetica Neue"/>
                <a:cs typeface="Helvetica Neue"/>
                <a:sym typeface="Helvetica Neue"/>
              </a:defRPr>
            </a:lvl1pPr>
            <a:lvl2pPr marL="685800" lvl="1" indent="-247650" algn="l">
              <a:lnSpc>
                <a:spcPct val="90000"/>
              </a:lnSpc>
              <a:spcBef>
                <a:spcPts val="375"/>
              </a:spcBef>
              <a:spcAft>
                <a:spcPts val="0"/>
              </a:spcAft>
              <a:buClr>
                <a:schemeClr val="dk1"/>
              </a:buClr>
              <a:buSzPts val="1600"/>
              <a:buChar char="•"/>
              <a:defRPr sz="1200">
                <a:latin typeface="Helvetica Neue"/>
                <a:ea typeface="Helvetica Neue"/>
                <a:cs typeface="Helvetica Neue"/>
                <a:sym typeface="Helvetica Neue"/>
              </a:defRPr>
            </a:lvl2pPr>
            <a:lvl3pPr marL="1028700" lvl="2" indent="-238125" algn="l">
              <a:lnSpc>
                <a:spcPct val="90000"/>
              </a:lnSpc>
              <a:spcBef>
                <a:spcPts val="375"/>
              </a:spcBef>
              <a:spcAft>
                <a:spcPts val="0"/>
              </a:spcAft>
              <a:buClr>
                <a:schemeClr val="dk1"/>
              </a:buClr>
              <a:buSzPts val="1400"/>
              <a:buChar char="•"/>
              <a:defRPr sz="1050">
                <a:latin typeface="Helvetica Neue"/>
                <a:ea typeface="Helvetica Neue"/>
                <a:cs typeface="Helvetica Neue"/>
                <a:sym typeface="Helvetica Neue"/>
              </a:defRPr>
            </a:lvl3pPr>
            <a:lvl4pPr marL="1371600" lvl="3" indent="-228600" algn="l">
              <a:lnSpc>
                <a:spcPct val="90000"/>
              </a:lnSpc>
              <a:spcBef>
                <a:spcPts val="375"/>
              </a:spcBef>
              <a:spcAft>
                <a:spcPts val="0"/>
              </a:spcAft>
              <a:buClr>
                <a:schemeClr val="dk1"/>
              </a:buClr>
              <a:buSzPts val="1200"/>
              <a:buChar char="•"/>
              <a:defRPr sz="900">
                <a:latin typeface="Helvetica Neue"/>
                <a:ea typeface="Helvetica Neue"/>
                <a:cs typeface="Helvetica Neue"/>
                <a:sym typeface="Helvetica Neue"/>
              </a:defRPr>
            </a:lvl4pPr>
            <a:lvl5pPr marL="1714500" lvl="4" indent="-228600" algn="l">
              <a:lnSpc>
                <a:spcPct val="90000"/>
              </a:lnSpc>
              <a:spcBef>
                <a:spcPts val="375"/>
              </a:spcBef>
              <a:spcAft>
                <a:spcPts val="0"/>
              </a:spcAft>
              <a:buClr>
                <a:schemeClr val="dk1"/>
              </a:buClr>
              <a:buSzPts val="1200"/>
              <a:buChar char="•"/>
              <a:defRPr sz="900">
                <a:latin typeface="Helvetica Neue"/>
                <a:ea typeface="Helvetica Neue"/>
                <a:cs typeface="Helvetica Neue"/>
                <a:sym typeface="Helvetica Neue"/>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24" name="Google Shape;24;p7"/>
          <p:cNvSpPr txBox="1">
            <a:spLocks noGrp="1"/>
          </p:cNvSpPr>
          <p:nvPr>
            <p:ph type="body" idx="2"/>
          </p:nvPr>
        </p:nvSpPr>
        <p:spPr>
          <a:xfrm>
            <a:off x="246935" y="1143002"/>
            <a:ext cx="8397717" cy="395287"/>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rgbClr val="1C1573"/>
              </a:buClr>
              <a:buSzPts val="2000"/>
              <a:buNone/>
              <a:defRPr sz="1500" b="1">
                <a:solidFill>
                  <a:srgbClr val="1C1573"/>
                </a:solidFill>
                <a:latin typeface="Helvetica Neue"/>
                <a:ea typeface="Helvetica Neue"/>
                <a:cs typeface="Helvetica Neue"/>
                <a:sym typeface="Helvetica Neue"/>
              </a:defRPr>
            </a:lvl1pPr>
            <a:lvl2pPr marL="685800" lvl="1" indent="-285750" algn="l">
              <a:lnSpc>
                <a:spcPct val="90000"/>
              </a:lnSpc>
              <a:spcBef>
                <a:spcPts val="375"/>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marL="1028700" lvl="2" indent="-266700" algn="l">
              <a:lnSpc>
                <a:spcPct val="90000"/>
              </a:lnSpc>
              <a:spcBef>
                <a:spcPts val="375"/>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marL="1371600" lvl="3" indent="-257175" algn="l">
              <a:lnSpc>
                <a:spcPct val="90000"/>
              </a:lnSpc>
              <a:spcBef>
                <a:spcPts val="375"/>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marL="1714500" lvl="4" indent="-257175" algn="l">
              <a:lnSpc>
                <a:spcPct val="90000"/>
              </a:lnSpc>
              <a:spcBef>
                <a:spcPts val="375"/>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830032740"/>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t="-543" b="-543"/>
          <a:stretch/>
        </p:blipFill>
        <p:spPr>
          <a:xfrm>
            <a:off x="3563108" y="2223656"/>
            <a:ext cx="2017786"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9144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4231855518"/>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4" name="TextBox 3"/>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010226038"/>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cSld name="9_Title and Content">
    <p:spTree>
      <p:nvGrpSpPr>
        <p:cNvPr id="1" name=""/>
        <p:cNvGrpSpPr/>
        <p:nvPr/>
      </p:nvGrpSpPr>
      <p:grpSpPr>
        <a:xfrm>
          <a:off x="0" y="0"/>
          <a:ext cx="0" cy="0"/>
          <a:chOff x="0" y="0"/>
          <a:chExt cx="0" cy="0"/>
        </a:xfrm>
      </p:grpSpPr>
      <p:sp>
        <p:nvSpPr>
          <p:cNvPr id="4" name="TextBox 3"/>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392801747"/>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80400" cy="533400"/>
          </a:xfrm>
        </p:spPr>
        <p:txBody>
          <a:bodyPr/>
          <a:lstStyle/>
          <a:p>
            <a:r>
              <a:rPr lang="en-US"/>
              <a:t>Click to edit Master title style</a:t>
            </a:r>
          </a:p>
        </p:txBody>
      </p:sp>
      <p:sp>
        <p:nvSpPr>
          <p:cNvPr id="3" name="Text Placeholder 2"/>
          <p:cNvSpPr>
            <a:spLocks noGrp="1"/>
          </p:cNvSpPr>
          <p:nvPr>
            <p:ph type="body" sz="half" idx="1"/>
          </p:nvPr>
        </p:nvSpPr>
        <p:spPr>
          <a:xfrm>
            <a:off x="41116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
            <a:extLst>
              <a:ext uri="{FF2B5EF4-FFF2-40B4-BE49-F238E27FC236}">
                <a16:creationId xmlns:a16="http://schemas.microsoft.com/office/drawing/2014/main" id="{01325DDF-F0E6-45F8-A83D-1ED42C49AFDA}"/>
              </a:ext>
            </a:extLst>
          </p:cNvPr>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10/11/2021</a:t>
            </a:r>
          </a:p>
        </p:txBody>
      </p:sp>
      <p:sp>
        <p:nvSpPr>
          <p:cNvPr id="6" name="Footer Placeholder 3">
            <a:extLst>
              <a:ext uri="{FF2B5EF4-FFF2-40B4-BE49-F238E27FC236}">
                <a16:creationId xmlns:a16="http://schemas.microsoft.com/office/drawing/2014/main" id="{2CD11F3D-1DE5-40A6-8B8F-EF978BBCA37F}"/>
              </a:ext>
            </a:extLst>
          </p:cNvPr>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Introduction to Data Mining, 2nd Edition</a:t>
            </a:r>
          </a:p>
        </p:txBody>
      </p:sp>
      <p:sp>
        <p:nvSpPr>
          <p:cNvPr id="7" name="Slide Number Placeholder 4">
            <a:extLst>
              <a:ext uri="{FF2B5EF4-FFF2-40B4-BE49-F238E27FC236}">
                <a16:creationId xmlns:a16="http://schemas.microsoft.com/office/drawing/2014/main" id="{47A29662-B91F-4186-87C8-244050184687}"/>
              </a:ext>
            </a:extLst>
          </p:cNvPr>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BACFB14-6A49-4336-A9DC-E7274D22C5D7}" type="slidenum">
              <a:rPr kumimoji="0" lang="en-US"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423664482"/>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blank">
  <p:cSld name="1_Blank">
    <p:spTree>
      <p:nvGrpSpPr>
        <p:cNvPr id="1" name="Shape 33"/>
        <p:cNvGrpSpPr/>
        <p:nvPr/>
      </p:nvGrpSpPr>
      <p:grpSpPr>
        <a:xfrm>
          <a:off x="0" y="0"/>
          <a:ext cx="0" cy="0"/>
          <a:chOff x="0" y="0"/>
          <a:chExt cx="0" cy="0"/>
        </a:xfrm>
      </p:grpSpPr>
      <p:sp>
        <p:nvSpPr>
          <p:cNvPr id="34" name="Shape 34"/>
          <p:cNvSpPr txBox="1">
            <a:spLocks noGrp="1"/>
          </p:cNvSpPr>
          <p:nvPr>
            <p:ph type="sldNum" idx="12"/>
          </p:nvPr>
        </p:nvSpPr>
        <p:spPr>
          <a:xfrm>
            <a:off x="8556792" y="6333133"/>
            <a:ext cx="548699" cy="524699"/>
          </a:xfrm>
          <a:prstGeom prst="rect">
            <a:avLst/>
          </a:prstGeom>
        </p:spPr>
        <p:txBody>
          <a:bodyPr lIns="91425" tIns="91425" rIns="91425" bIns="91425" anchor="ctr" anchorCtr="0">
            <a:noAutofit/>
          </a:bodyPr>
          <a:lstStyle/>
          <a:p>
            <a:pPr marL="0" marR="0" lvl="0" indent="0" algn="r" defTabSz="914400" rtl="0" eaLnBrk="1" fontAlgn="base" latinLnBrk="0" hangingPunct="1">
              <a:lnSpc>
                <a:spcPct val="100000"/>
              </a:lnSpc>
              <a:spcBef>
                <a:spcPts val="0"/>
              </a:spcBef>
              <a:spcAft>
                <a:spcPct val="0"/>
              </a:spcAft>
              <a:buClrTx/>
              <a:buSzTx/>
              <a:buFontTx/>
              <a:buNone/>
              <a:tabLst/>
              <a:defRPr/>
            </a:pPr>
            <a:fld id="{00000000-1234-1234-1234-123412341234}" type="slidenum">
              <a:rPr kumimoji="0" lang="en"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ts val="0"/>
                </a:spcBef>
                <a:spcAft>
                  <a:spcPct val="0"/>
                </a:spcAft>
                <a:buClrTx/>
                <a:buSzTx/>
                <a:buFontTx/>
                <a:buNone/>
                <a:tabLst/>
                <a:defRPr/>
              </a:pPr>
              <a:t>‹#›</a:t>
            </a:fld>
            <a:endParaRPr kumimoji="0" lang="en"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385427290"/>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4" name="TextBox 3"/>
          <p:cNvSpPr txBox="1"/>
          <p:nvPr/>
        </p:nvSpPr>
        <p:spPr>
          <a:xfrm>
            <a:off x="3276600" y="6596065"/>
            <a:ext cx="5867400" cy="219291"/>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825" b="1" i="0" u="none" strike="noStrike" kern="1200" cap="none" spc="0" normalizeH="0" baseline="0" noProof="0" dirty="0">
                <a:ln>
                  <a:noFill/>
                </a:ln>
                <a:solidFill>
                  <a:srgbClr val="101141"/>
                </a:solidFill>
                <a:effectLst/>
                <a:uLnTx/>
                <a:uFillTx/>
                <a:latin typeface="Arial"/>
                <a:ea typeface="+mn-ea"/>
                <a:cs typeface="Arial"/>
              </a:rPr>
              <a:t>BITS </a:t>
            </a:r>
            <a:r>
              <a:rPr kumimoji="0" lang="en-US" sz="825"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774900618"/>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userDrawn="1">
  <p:cSld name="Blank_one">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05A86013-9C42-4BCF-AF6F-2688E6E33AE5}"/>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IN" sz="12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8153400" y="6550026"/>
            <a:ext cx="990600" cy="219291"/>
          </a:xfrm>
          <a:prstGeom prst="rect">
            <a:avLst/>
          </a:prstGeom>
          <a:noFill/>
        </p:spPr>
        <p:txBody>
          <a:bodyPr wrap="square">
            <a:spAutoFit/>
          </a:body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sz="825" b="1" i="0" u="none" strike="noStrike" kern="1200" cap="none" spc="0" normalizeH="0" baseline="0" noProof="0" dirty="0">
                <a:ln>
                  <a:noFill/>
                </a:ln>
                <a:solidFill>
                  <a:srgbClr val="101141"/>
                </a:solidFill>
                <a:effectLst/>
                <a:uLnTx/>
                <a:uFillTx/>
                <a:latin typeface="Arial"/>
                <a:ea typeface="+mn-ea"/>
                <a:cs typeface="Arial"/>
              </a:rPr>
              <a:t>BITS </a:t>
            </a:r>
            <a:r>
              <a:rPr kumimoji="0" lang="en-US" sz="825" b="0" i="0" u="none" strike="noStrike" kern="1200" cap="none" spc="0" normalizeH="0" baseline="0" noProof="0" dirty="0" err="1">
                <a:ln>
                  <a:noFill/>
                </a:ln>
                <a:solidFill>
                  <a:srgbClr val="101141"/>
                </a:solidFill>
                <a:effectLst/>
                <a:uLnTx/>
                <a:uFillTx/>
                <a:latin typeface="Arial"/>
                <a:ea typeface="+mn-ea"/>
                <a:cs typeface="Arial"/>
              </a:rPr>
              <a:t>Pilani</a:t>
            </a:r>
            <a:endParaRPr kumimoji="0" lang="en-US" sz="825" b="0" i="0" u="none" strike="noStrike" kern="1200" cap="none" spc="0" normalizeH="0" baseline="0" noProof="0" dirty="0">
              <a:ln>
                <a:noFill/>
              </a:ln>
              <a:solidFill>
                <a:srgbClr val="101141"/>
              </a:solidFill>
              <a:effectLst/>
              <a:uLnTx/>
              <a:uFillTx/>
              <a:latin typeface="Arial"/>
              <a:ea typeface="+mn-ea"/>
              <a:cs typeface="Arial"/>
            </a:endParaRPr>
          </a:p>
        </p:txBody>
      </p:sp>
      <p:grpSp>
        <p:nvGrpSpPr>
          <p:cNvPr id="5" name="Group 11"/>
          <p:cNvGrpSpPr>
            <a:grpSpLocks/>
          </p:cNvGrpSpPr>
          <p:nvPr/>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3"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3776246143"/>
      </p:ext>
    </p:extLst>
  </p:cSld>
  <p:clrMapOvr>
    <a:masterClrMapping/>
  </p:clrMapOvr>
  <p:hf hdr="0" dt="0"/>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4" name="Rectangle 3"/>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4"/>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pic>
        <p:nvPicPr>
          <p:cNvPr id="7" name="Picture 10" descr="BITS_university_logo_whitevert.png"/>
          <p:cNvPicPr>
            <a:picLocks noChangeAspect="1"/>
          </p:cNvPicPr>
          <p:nvPr/>
        </p:nvPicPr>
        <p:blipFill>
          <a:blip r:embed="rId3" cstate="print"/>
          <a:srcRect t="2" b="28592"/>
          <a:stretch>
            <a:fillRect/>
          </a:stretch>
        </p:blipFill>
        <p:spPr bwMode="auto">
          <a:xfrm>
            <a:off x="76200" y="3352802"/>
            <a:ext cx="2057400" cy="1979613"/>
          </a:xfrm>
          <a:prstGeom prst="rect">
            <a:avLst/>
          </a:prstGeom>
          <a:noFill/>
          <a:ln w="9525">
            <a:noFill/>
            <a:miter lim="800000"/>
            <a:headEnd/>
            <a:tailEnd/>
          </a:ln>
        </p:spPr>
      </p:pic>
      <p:sp>
        <p:nvSpPr>
          <p:cNvPr id="8" name="TextBox 7"/>
          <p:cNvSpPr txBox="1"/>
          <p:nvPr/>
        </p:nvSpPr>
        <p:spPr>
          <a:xfrm>
            <a:off x="-76200" y="5257800"/>
            <a:ext cx="2209800" cy="427040"/>
          </a:xfrm>
          <a:prstGeom prst="rect">
            <a:avLst/>
          </a:prstGeom>
          <a:noFill/>
        </p:spPr>
        <p:txBody>
          <a:bodyPr>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2175" b="1" i="0" u="none" strike="noStrike" kern="1200" cap="none" spc="-113" normalizeH="0" baseline="0" noProof="0" dirty="0">
                <a:ln>
                  <a:noFill/>
                </a:ln>
                <a:solidFill>
                  <a:prstClr val="white"/>
                </a:solidFill>
                <a:effectLst/>
                <a:uLnTx/>
                <a:uFillTx/>
                <a:latin typeface="Arial"/>
                <a:ea typeface="+mn-ea"/>
                <a:cs typeface="Arial"/>
              </a:rPr>
              <a:t>BITS</a:t>
            </a:r>
            <a:r>
              <a:rPr kumimoji="0" lang="en-US" sz="2175" b="0" i="0" u="none" strike="noStrike" kern="1200" cap="none" spc="-113" normalizeH="0" baseline="0" noProof="0" dirty="0">
                <a:ln>
                  <a:noFill/>
                </a:ln>
                <a:solidFill>
                  <a:prstClr val="white"/>
                </a:solidFill>
                <a:effectLst/>
                <a:uLnTx/>
                <a:uFillTx/>
                <a:latin typeface="Arial"/>
                <a:ea typeface="+mn-ea"/>
                <a:cs typeface="Arial"/>
              </a:rPr>
              <a:t> Pilani</a:t>
            </a:r>
          </a:p>
        </p:txBody>
      </p:sp>
      <p:sp>
        <p:nvSpPr>
          <p:cNvPr id="9" name="TextBox 8"/>
          <p:cNvSpPr txBox="1"/>
          <p:nvPr/>
        </p:nvSpPr>
        <p:spPr>
          <a:xfrm>
            <a:off x="152400" y="5667376"/>
            <a:ext cx="1905000" cy="230832"/>
          </a:xfrm>
          <a:prstGeom prst="rect">
            <a:avLst/>
          </a:prstGeom>
          <a:noFill/>
        </p:spPr>
        <p:txBody>
          <a:bodyPr>
            <a:spAutoFit/>
          </a:body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50782151"/>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2"/>
            <a:ext cx="2057400" cy="1979613"/>
          </a:xfrm>
          <a:prstGeom prst="rect">
            <a:avLst/>
          </a:prstGeom>
          <a:noFill/>
          <a:ln w="9525">
            <a:noFill/>
            <a:miter lim="800000"/>
            <a:headEnd/>
            <a:tailEnd/>
          </a:ln>
        </p:spPr>
      </p:pic>
      <p:sp>
        <p:nvSpPr>
          <p:cNvPr id="10" name="TextBox 9"/>
          <p:cNvSpPr txBox="1"/>
          <p:nvPr/>
        </p:nvSpPr>
        <p:spPr>
          <a:xfrm>
            <a:off x="-76200" y="5257800"/>
            <a:ext cx="2209800" cy="427040"/>
          </a:xfrm>
          <a:prstGeom prst="rect">
            <a:avLst/>
          </a:prstGeom>
          <a:noFill/>
        </p:spPr>
        <p:txBody>
          <a:bodyPr>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2175" b="1" i="0" u="none" strike="noStrike" kern="1200" cap="none" spc="-113" normalizeH="0" baseline="0" noProof="0" dirty="0">
                <a:ln>
                  <a:noFill/>
                </a:ln>
                <a:solidFill>
                  <a:prstClr val="white"/>
                </a:solidFill>
                <a:effectLst/>
                <a:uLnTx/>
                <a:uFillTx/>
                <a:latin typeface="Arial"/>
                <a:ea typeface="+mn-ea"/>
                <a:cs typeface="Arial"/>
              </a:rPr>
              <a:t>BITS</a:t>
            </a:r>
            <a:r>
              <a:rPr kumimoji="0" lang="en-US" sz="2175" b="0" i="0" u="none" strike="noStrike" kern="1200" cap="none" spc="-113" normalizeH="0" baseline="0" noProof="0" dirty="0">
                <a:ln>
                  <a:noFill/>
                </a:ln>
                <a:solidFill>
                  <a:prstClr val="white"/>
                </a:solidFill>
                <a:effectLst/>
                <a:uLnTx/>
                <a:uFillTx/>
                <a:latin typeface="Arial"/>
                <a:ea typeface="+mn-ea"/>
                <a:cs typeface="Arial"/>
              </a:rPr>
              <a:t> Pilani</a:t>
            </a:r>
          </a:p>
        </p:txBody>
      </p:sp>
      <p:sp>
        <p:nvSpPr>
          <p:cNvPr id="11" name="TextBox 10"/>
          <p:cNvSpPr txBox="1"/>
          <p:nvPr/>
        </p:nvSpPr>
        <p:spPr>
          <a:xfrm>
            <a:off x="152400" y="5667376"/>
            <a:ext cx="1905000" cy="230832"/>
          </a:xfrm>
          <a:prstGeom prst="rect">
            <a:avLst/>
          </a:prstGeom>
          <a:noFill/>
        </p:spPr>
        <p:txBody>
          <a:bodyPr>
            <a:spAutoFit/>
          </a:body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2" name="Rectangle 11"/>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13" name="Rectangle 12"/>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76200" y="3352802"/>
            <a:ext cx="2057400" cy="1979613"/>
          </a:xfrm>
          <a:prstGeom prst="rect">
            <a:avLst/>
          </a:prstGeom>
          <a:noFill/>
          <a:ln w="9525">
            <a:noFill/>
            <a:miter lim="800000"/>
            <a:headEnd/>
            <a:tailEnd/>
          </a:ln>
        </p:spPr>
      </p:pic>
      <p:sp>
        <p:nvSpPr>
          <p:cNvPr id="17" name="TextBox 16"/>
          <p:cNvSpPr txBox="1"/>
          <p:nvPr/>
        </p:nvSpPr>
        <p:spPr>
          <a:xfrm>
            <a:off x="-76200" y="5257800"/>
            <a:ext cx="2209800" cy="427040"/>
          </a:xfrm>
          <a:prstGeom prst="rect">
            <a:avLst/>
          </a:prstGeom>
          <a:noFill/>
        </p:spPr>
        <p:txBody>
          <a:bodyPr>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2175" b="1" i="0" u="none" strike="noStrike" kern="1200" cap="none" spc="-113" normalizeH="0" baseline="0" noProof="0" dirty="0">
                <a:ln>
                  <a:noFill/>
                </a:ln>
                <a:solidFill>
                  <a:prstClr val="white"/>
                </a:solidFill>
                <a:effectLst/>
                <a:uLnTx/>
                <a:uFillTx/>
                <a:latin typeface="Arial"/>
                <a:ea typeface="+mn-ea"/>
                <a:cs typeface="Arial"/>
              </a:rPr>
              <a:t>BITS</a:t>
            </a:r>
            <a:r>
              <a:rPr kumimoji="0" lang="en-US" sz="2175" b="0" i="0" u="none" strike="noStrike" kern="1200" cap="none" spc="-113" normalizeH="0" baseline="0" noProof="0" dirty="0">
                <a:ln>
                  <a:noFill/>
                </a:ln>
                <a:solidFill>
                  <a:prstClr val="white"/>
                </a:solidFill>
                <a:effectLst/>
                <a:uLnTx/>
                <a:uFillTx/>
                <a:latin typeface="Arial"/>
                <a:ea typeface="+mn-ea"/>
                <a:cs typeface="Arial"/>
              </a:rPr>
              <a:t> Pilani</a:t>
            </a:r>
          </a:p>
        </p:txBody>
      </p:sp>
      <p:sp>
        <p:nvSpPr>
          <p:cNvPr id="18" name="TextBox 17"/>
          <p:cNvSpPr txBox="1"/>
          <p:nvPr/>
        </p:nvSpPr>
        <p:spPr>
          <a:xfrm>
            <a:off x="152400" y="5667376"/>
            <a:ext cx="1905000" cy="230832"/>
          </a:xfrm>
          <a:prstGeom prst="rect">
            <a:avLst/>
          </a:prstGeom>
          <a:noFill/>
        </p:spPr>
        <p:txBody>
          <a:bodyPr>
            <a:spAutoFit/>
          </a:body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350"/>
              </a:lnSpc>
              <a:spcBef>
                <a:spcPts val="0"/>
              </a:spcBef>
              <a:buNone/>
              <a:defRPr sz="135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075400844"/>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pic>
        <p:nvPicPr>
          <p:cNvPr id="5" name="Picture 8" descr="Picture 7.png"/>
          <p:cNvPicPr>
            <a:picLocks noChangeAspect="1"/>
          </p:cNvPicPr>
          <p:nvPr/>
        </p:nvPicPr>
        <p:blipFill>
          <a:blip r:embed="rId3" cstate="print"/>
          <a:srcRect l="1923" b="5336"/>
          <a:stretch>
            <a:fillRect/>
          </a:stretch>
        </p:blipFill>
        <p:spPr bwMode="auto">
          <a:xfrm>
            <a:off x="6629401"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6858000" y="762000"/>
            <a:ext cx="2209800" cy="427040"/>
          </a:xfrm>
          <a:prstGeom prst="rect">
            <a:avLst/>
          </a:prstGeom>
          <a:noFill/>
        </p:spPr>
        <p:txBody>
          <a:bodyPr>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2175" b="1" i="0" u="none" strike="noStrike" kern="1200" cap="none" spc="-113" normalizeH="0" baseline="0" noProof="0" dirty="0">
                <a:ln>
                  <a:noFill/>
                </a:ln>
                <a:solidFill>
                  <a:prstClr val="white"/>
                </a:solidFill>
                <a:effectLst/>
                <a:uLnTx/>
                <a:uFillTx/>
                <a:latin typeface="Arial"/>
                <a:ea typeface="+mn-ea"/>
                <a:cs typeface="Arial"/>
              </a:rPr>
              <a:t>BITS</a:t>
            </a:r>
            <a:r>
              <a:rPr kumimoji="0" lang="en-US" sz="2175" b="0" i="0" u="none" strike="noStrike" kern="1200" cap="none" spc="-113" normalizeH="0" baseline="0" noProof="0" dirty="0">
                <a:ln>
                  <a:noFill/>
                </a:ln>
                <a:solidFill>
                  <a:prstClr val="white"/>
                </a:solidFill>
                <a:effectLst/>
                <a:uLnTx/>
                <a:uFillTx/>
                <a:latin typeface="Arial"/>
                <a:ea typeface="+mn-ea"/>
                <a:cs typeface="Arial"/>
              </a:rPr>
              <a:t> Pilani</a:t>
            </a:r>
          </a:p>
        </p:txBody>
      </p:sp>
      <p:sp>
        <p:nvSpPr>
          <p:cNvPr id="10" name="TextBox 9"/>
          <p:cNvSpPr txBox="1"/>
          <p:nvPr/>
        </p:nvSpPr>
        <p:spPr>
          <a:xfrm>
            <a:off x="7086600" y="1171576"/>
            <a:ext cx="1905000" cy="230832"/>
          </a:xfrm>
          <a:prstGeom prst="rect">
            <a:avLst/>
          </a:prstGeom>
          <a:noFill/>
        </p:spPr>
        <p:txBody>
          <a:bodyPr>
            <a:spAutoFit/>
          </a:body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3150"/>
              </a:lnSpc>
              <a:spcBef>
                <a:spcPts val="0"/>
              </a:spcBef>
              <a:buNone/>
              <a:defRPr sz="3000" b="1" spc="-113"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204928400"/>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Box 3"/>
          <p:cNvSpPr txBox="1"/>
          <p:nvPr/>
        </p:nvSpPr>
        <p:spPr>
          <a:xfrm>
            <a:off x="3276600" y="6596065"/>
            <a:ext cx="5867400" cy="219291"/>
          </a:xfrm>
          <a:prstGeom prst="rect">
            <a:avLst/>
          </a:prstGeom>
          <a:noFill/>
        </p:spPr>
        <p:txBody>
          <a:bodyPr>
            <a:spAutoFit/>
          </a:body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sz="825" b="1" i="0" u="none" strike="noStrike" kern="1200" cap="none" spc="0" normalizeH="0" baseline="0" noProof="0" dirty="0">
                <a:ln>
                  <a:noFill/>
                </a:ln>
                <a:solidFill>
                  <a:srgbClr val="101141"/>
                </a:solidFill>
                <a:effectLst/>
                <a:uLnTx/>
                <a:uFillTx/>
                <a:latin typeface="Arial"/>
                <a:ea typeface="+mn-ea"/>
                <a:cs typeface="Arial"/>
              </a:rPr>
              <a:t>BITS </a:t>
            </a:r>
            <a:r>
              <a:rPr kumimoji="0" lang="en-US" sz="825"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Cambria" panose="02040503050406030204" pitchFamily="18" charset="0"/>
                <a:ea typeface="Cambria" panose="02040503050406030204" pitchFamily="18"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800">
                <a:latin typeface="Cambria" panose="02040503050406030204" pitchFamily="18" charset="0"/>
                <a:ea typeface="Cambria" panose="02040503050406030204" pitchFamily="18" charset="0"/>
                <a:cs typeface="Arial" pitchFamily="34"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0" spc="-113" baseline="0">
                <a:latin typeface="Cambria" panose="02040503050406030204" pitchFamily="18" charset="0"/>
                <a:ea typeface="Cambria" panose="02040503050406030204" pitchFamily="18" charset="0"/>
                <a:cs typeface="Arial" pitchFamily="34" charset="0"/>
              </a:defRPr>
            </a:lvl1pPr>
          </a:lstStyle>
          <a:p>
            <a:pPr lvl="0"/>
            <a:r>
              <a:rPr lang="en-US" dirty="0"/>
              <a:t>Click to edit Master text styles</a:t>
            </a:r>
          </a:p>
        </p:txBody>
      </p:sp>
    </p:spTree>
    <p:extLst>
      <p:ext uri="{BB962C8B-B14F-4D97-AF65-F5344CB8AC3E}">
        <p14:creationId xmlns:p14="http://schemas.microsoft.com/office/powerpoint/2010/main" val="3433419309"/>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4" name="TextBox 3"/>
          <p:cNvSpPr txBox="1"/>
          <p:nvPr/>
        </p:nvSpPr>
        <p:spPr>
          <a:xfrm>
            <a:off x="3276600" y="6596065"/>
            <a:ext cx="5867400" cy="219291"/>
          </a:xfrm>
          <a:prstGeom prst="rect">
            <a:avLst/>
          </a:prstGeom>
          <a:noFill/>
        </p:spPr>
        <p:txBody>
          <a:bodyPr>
            <a:spAutoFit/>
          </a:body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sz="825" b="1" i="0" u="none" strike="noStrike" kern="1200" cap="none" spc="0" normalizeH="0" baseline="0" noProof="0" dirty="0">
                <a:ln>
                  <a:noFill/>
                </a:ln>
                <a:solidFill>
                  <a:srgbClr val="101141"/>
                </a:solidFill>
                <a:effectLst/>
                <a:uLnTx/>
                <a:uFillTx/>
                <a:latin typeface="Arial"/>
                <a:ea typeface="+mn-ea"/>
                <a:cs typeface="Arial"/>
              </a:rPr>
              <a:t>BITS </a:t>
            </a:r>
            <a:r>
              <a:rPr kumimoji="0" lang="en-US" sz="825"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4198813"/>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5" name="Picture 6"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6" name="Group 19"/>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sp>
        <p:nvSpPr>
          <p:cNvPr id="14" name="TextBox 13"/>
          <p:cNvSpPr txBox="1"/>
          <p:nvPr/>
        </p:nvSpPr>
        <p:spPr>
          <a:xfrm>
            <a:off x="3276600" y="6596065"/>
            <a:ext cx="5867400" cy="219291"/>
          </a:xfrm>
          <a:prstGeom prst="rect">
            <a:avLst/>
          </a:prstGeom>
          <a:noFill/>
        </p:spPr>
        <p:txBody>
          <a:bodyPr>
            <a:spAutoFit/>
          </a:body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sz="825" b="1" i="0" u="none" strike="noStrike" kern="1200" cap="none" spc="0" normalizeH="0" baseline="0" noProof="0" dirty="0">
                <a:ln>
                  <a:noFill/>
                </a:ln>
                <a:solidFill>
                  <a:srgbClr val="101141"/>
                </a:solidFill>
                <a:effectLst/>
                <a:uLnTx/>
                <a:uFillTx/>
                <a:latin typeface="Arial"/>
                <a:ea typeface="+mn-ea"/>
                <a:cs typeface="Arial"/>
              </a:rPr>
              <a:t>BITS </a:t>
            </a:r>
            <a:r>
              <a:rPr kumimoji="0" lang="en-US" sz="825"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Content Placeholder 2"/>
          <p:cNvSpPr>
            <a:spLocks noGrp="1"/>
          </p:cNvSpPr>
          <p:nvPr>
            <p:ph sz="half" idx="1"/>
          </p:nvPr>
        </p:nvSpPr>
        <p:spPr>
          <a:xfrm>
            <a:off x="457200" y="1600202"/>
            <a:ext cx="4038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2100"/>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2"/>
            <a:ext cx="4038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2100"/>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5482959"/>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7" name="Group 10"/>
          <p:cNvGrpSpPr>
            <a:grpSpLocks/>
          </p:cNvGrpSpPr>
          <p:nvPr/>
        </p:nvGrpSpPr>
        <p:grpSpPr bwMode="auto">
          <a:xfrm>
            <a:off x="0" y="1295400"/>
            <a:ext cx="70104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2" name="Group 15"/>
          <p:cNvGrpSpPr>
            <a:grpSpLocks/>
          </p:cNvGrpSpPr>
          <p:nvPr/>
        </p:nvGrpSpPr>
        <p:grpSpPr bwMode="auto">
          <a:xfrm>
            <a:off x="2133600" y="6553200"/>
            <a:ext cx="70104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6"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7" name="TextBox 16"/>
          <p:cNvSpPr txBox="1"/>
          <p:nvPr/>
        </p:nvSpPr>
        <p:spPr>
          <a:xfrm>
            <a:off x="3276600" y="6596065"/>
            <a:ext cx="5867400" cy="219291"/>
          </a:xfrm>
          <a:prstGeom prst="rect">
            <a:avLst/>
          </a:prstGeom>
          <a:noFill/>
        </p:spPr>
        <p:txBody>
          <a:bodyPr>
            <a:spAutoFit/>
          </a:body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sz="825" b="1" i="0" u="none" strike="noStrike" kern="1200" cap="none" spc="0" normalizeH="0" baseline="0" noProof="0" dirty="0">
                <a:ln>
                  <a:noFill/>
                </a:ln>
                <a:solidFill>
                  <a:srgbClr val="101141"/>
                </a:solidFill>
                <a:effectLst/>
                <a:uLnTx/>
                <a:uFillTx/>
                <a:latin typeface="Arial"/>
                <a:ea typeface="+mn-ea"/>
                <a:cs typeface="Arial"/>
              </a:rPr>
              <a:t>BITS </a:t>
            </a:r>
            <a:r>
              <a:rPr kumimoji="0" lang="en-US" sz="825" b="0" i="0" u="none" strike="noStrike" kern="1200" cap="none" spc="0" normalizeH="0" baseline="0" noProof="0" dirty="0">
                <a:ln>
                  <a:noFill/>
                </a:ln>
                <a:solidFill>
                  <a:srgbClr val="101141"/>
                </a:solidFill>
                <a:effectLst/>
                <a:uLnTx/>
                <a:uFillTx/>
                <a:latin typeface="Arial"/>
                <a:ea typeface="+mn-ea"/>
                <a:cs typeface="Aria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362201"/>
            <a:ext cx="4040188" cy="3763963"/>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2"/>
            <a:ext cx="4041775" cy="82708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362201"/>
            <a:ext cx="4041775" cy="3763963"/>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25308154"/>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70104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8" name="Group 10"/>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3" name="TextBox 12"/>
          <p:cNvSpPr txBox="1"/>
          <p:nvPr/>
        </p:nvSpPr>
        <p:spPr>
          <a:xfrm>
            <a:off x="3276600" y="6596065"/>
            <a:ext cx="5867400" cy="219291"/>
          </a:xfrm>
          <a:prstGeom prst="rect">
            <a:avLst/>
          </a:prstGeom>
          <a:noFill/>
        </p:spPr>
        <p:txBody>
          <a:bodyPr>
            <a:spAutoFit/>
          </a:body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sz="825" b="1" i="0" u="none" strike="noStrike" kern="1200" cap="none" spc="0" normalizeH="0" baseline="0" noProof="0" dirty="0">
                <a:ln>
                  <a:noFill/>
                </a:ln>
                <a:solidFill>
                  <a:srgbClr val="101141"/>
                </a:solidFill>
                <a:effectLst/>
                <a:uLnTx/>
                <a:uFillTx/>
                <a:latin typeface="Arial"/>
                <a:ea typeface="+mn-ea"/>
                <a:cs typeface="Arial"/>
              </a:rPr>
              <a:t>BITS </a:t>
            </a:r>
            <a:r>
              <a:rPr kumimoji="0" lang="en-US" sz="825" b="0" i="0" u="none" strike="noStrike" kern="1200" cap="none" spc="0" normalizeH="0" baseline="0" noProof="0" dirty="0">
                <a:ln>
                  <a:noFill/>
                </a:ln>
                <a:solidFill>
                  <a:srgbClr val="101141"/>
                </a:solidFill>
                <a:effectLst/>
                <a:uLnTx/>
                <a:uFillTx/>
                <a:latin typeface="Arial"/>
                <a:ea typeface="+mn-ea"/>
                <a:cs typeface="Aria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54348700"/>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5" name="Group 8"/>
          <p:cNvGrpSpPr>
            <a:grpSpLocks/>
          </p:cNvGrpSpPr>
          <p:nvPr/>
        </p:nvGrpSpPr>
        <p:grpSpPr bwMode="auto">
          <a:xfrm>
            <a:off x="0" y="12954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13"/>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5" name="TextBox 14"/>
          <p:cNvSpPr txBox="1"/>
          <p:nvPr/>
        </p:nvSpPr>
        <p:spPr>
          <a:xfrm>
            <a:off x="3276600" y="6596065"/>
            <a:ext cx="5867400" cy="219291"/>
          </a:xfrm>
          <a:prstGeom prst="rect">
            <a:avLst/>
          </a:prstGeom>
          <a:noFill/>
        </p:spPr>
        <p:txBody>
          <a:bodyPr>
            <a:spAutoFit/>
          </a:body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sz="825" b="1" i="0" u="none" strike="noStrike" kern="1200" cap="none" spc="0" normalizeH="0" baseline="0" noProof="0" dirty="0">
                <a:ln>
                  <a:noFill/>
                </a:ln>
                <a:solidFill>
                  <a:srgbClr val="101141"/>
                </a:solidFill>
                <a:effectLst/>
                <a:uLnTx/>
                <a:uFillTx/>
                <a:latin typeface="Arial"/>
                <a:ea typeface="+mn-ea"/>
                <a:cs typeface="Arial"/>
              </a:rPr>
              <a:t>BITS </a:t>
            </a:r>
            <a:r>
              <a:rPr kumimoji="0" lang="en-US" sz="825"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Content Placeholder 2"/>
          <p:cNvSpPr>
            <a:spLocks noGrp="1"/>
          </p:cNvSpPr>
          <p:nvPr>
            <p:ph idx="1"/>
          </p:nvPr>
        </p:nvSpPr>
        <p:spPr>
          <a:xfrm>
            <a:off x="3575050" y="1600202"/>
            <a:ext cx="5111750" cy="452596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600202"/>
            <a:ext cx="3008313" cy="45259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126151416"/>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10"/>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5" name="TextBox 14"/>
          <p:cNvSpPr txBox="1"/>
          <p:nvPr/>
        </p:nvSpPr>
        <p:spPr>
          <a:xfrm>
            <a:off x="3276600" y="6596065"/>
            <a:ext cx="5867400" cy="219291"/>
          </a:xfrm>
          <a:prstGeom prst="rect">
            <a:avLst/>
          </a:prstGeom>
          <a:noFill/>
        </p:spPr>
        <p:txBody>
          <a:bodyPr>
            <a:spAutoFit/>
          </a:body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sz="825" b="1" i="0" u="none" strike="noStrike" kern="1200" cap="none" spc="0" normalizeH="0" baseline="0" noProof="0" dirty="0">
                <a:ln>
                  <a:noFill/>
                </a:ln>
                <a:solidFill>
                  <a:srgbClr val="101141"/>
                </a:solidFill>
                <a:effectLst/>
                <a:uLnTx/>
                <a:uFillTx/>
                <a:latin typeface="Arial"/>
                <a:ea typeface="+mn-ea"/>
                <a:cs typeface="Arial"/>
              </a:rPr>
              <a:t>BITS </a:t>
            </a:r>
            <a:r>
              <a:rPr kumimoji="0" lang="en-US" sz="825"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350" b="1" spc="0"/>
            </a:lvl1pPr>
          </a:lstStyle>
          <a:p>
            <a:r>
              <a:rPr lang="en-US"/>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64123681"/>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4" name="Group 19"/>
          <p:cNvGrpSpPr>
            <a:grpSpLocks/>
          </p:cNvGrpSpPr>
          <p:nvPr/>
        </p:nvGrpSpPr>
        <p:grpSpPr bwMode="auto">
          <a:xfrm>
            <a:off x="0" y="1295400"/>
            <a:ext cx="70104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8" name="Group 24"/>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3" name="TextBox 12"/>
          <p:cNvSpPr txBox="1"/>
          <p:nvPr/>
        </p:nvSpPr>
        <p:spPr>
          <a:xfrm>
            <a:off x="3276600" y="6596065"/>
            <a:ext cx="5867400" cy="219291"/>
          </a:xfrm>
          <a:prstGeom prst="rect">
            <a:avLst/>
          </a:prstGeom>
          <a:noFill/>
        </p:spPr>
        <p:txBody>
          <a:bodyPr>
            <a:spAutoFit/>
          </a:body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sz="825" b="1" i="0" u="none" strike="noStrike" kern="1200" cap="none" spc="0" normalizeH="0" baseline="0" noProof="0" dirty="0">
                <a:ln>
                  <a:noFill/>
                </a:ln>
                <a:solidFill>
                  <a:srgbClr val="101141"/>
                </a:solidFill>
                <a:effectLst/>
                <a:uLnTx/>
                <a:uFillTx/>
                <a:latin typeface="Arial"/>
                <a:ea typeface="+mn-ea"/>
                <a:cs typeface="Arial"/>
              </a:rPr>
              <a:t>BITS </a:t>
            </a:r>
            <a:r>
              <a:rPr kumimoji="0" lang="en-US" sz="825"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488836906"/>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4" name="Group 7"/>
          <p:cNvGrpSpPr>
            <a:grpSpLocks/>
          </p:cNvGrpSpPr>
          <p:nvPr/>
        </p:nvGrpSpPr>
        <p:grpSpPr bwMode="auto">
          <a:xfrm rot="5400000">
            <a:off x="5006182" y="2567783"/>
            <a:ext cx="5181600" cy="46037"/>
            <a:chOff x="1905000" y="6553200"/>
            <a:chExt cx="7010400" cy="45719"/>
          </a:xfrm>
        </p:grpSpPr>
        <p:sp>
          <p:nvSpPr>
            <p:cNvPr id="5" name="Rectangle 4"/>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0" descr="Picture 7.png"/>
          <p:cNvPicPr>
            <a:picLocks noChangeAspect="1"/>
          </p:cNvPicPr>
          <p:nvPr/>
        </p:nvPicPr>
        <p:blipFill>
          <a:blip r:embed="rId2" cstate="print"/>
          <a:srcRect l="5336" t="1923"/>
          <a:stretch>
            <a:fillRect/>
          </a:stretch>
        </p:blipFill>
        <p:spPr bwMode="auto">
          <a:xfrm>
            <a:off x="-7937" y="381002"/>
            <a:ext cx="692151" cy="2193925"/>
          </a:xfrm>
          <a:prstGeom prst="rect">
            <a:avLst/>
          </a:prstGeom>
          <a:noFill/>
          <a:ln w="9525">
            <a:noFill/>
            <a:miter lim="800000"/>
            <a:headEnd/>
            <a:tailEnd/>
          </a:ln>
        </p:spPr>
      </p:pic>
      <p:sp>
        <p:nvSpPr>
          <p:cNvPr id="10" name="TextBox 9"/>
          <p:cNvSpPr txBox="1"/>
          <p:nvPr/>
        </p:nvSpPr>
        <p:spPr>
          <a:xfrm rot="5400000">
            <a:off x="-2794793" y="3826196"/>
            <a:ext cx="5867400" cy="196208"/>
          </a:xfrm>
          <a:prstGeom prst="rect">
            <a:avLst/>
          </a:prstGeom>
          <a:noFill/>
        </p:spPr>
        <p:txBody>
          <a:bodyPr>
            <a:spAutoFit/>
          </a:body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sz="675" b="1" i="0" u="none" strike="noStrike" kern="1200" cap="none" spc="0" normalizeH="0" baseline="0" noProof="0" dirty="0">
                <a:ln>
                  <a:noFill/>
                </a:ln>
                <a:solidFill>
                  <a:srgbClr val="101141"/>
                </a:solidFill>
                <a:effectLst/>
                <a:uLnTx/>
                <a:uFillTx/>
                <a:latin typeface="Arial"/>
                <a:ea typeface="+mn-ea"/>
                <a:cs typeface="Arial"/>
              </a:rPr>
              <a:t>BITS </a:t>
            </a:r>
            <a:r>
              <a:rPr kumimoji="0" lang="en-US" sz="675"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Vertical Text Placeholder 2"/>
          <p:cNvSpPr>
            <a:spLocks noGrp="1"/>
          </p:cNvSpPr>
          <p:nvPr>
            <p:ph type="body" orient="vert" idx="1"/>
          </p:nvPr>
        </p:nvSpPr>
        <p:spPr>
          <a:xfrm>
            <a:off x="1219200" y="38100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314433166"/>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cSld name="1_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2"/>
            <a:ext cx="2057400" cy="1979613"/>
          </a:xfrm>
          <a:prstGeom prst="rect">
            <a:avLst/>
          </a:prstGeom>
          <a:noFill/>
          <a:ln w="9525">
            <a:noFill/>
            <a:miter lim="800000"/>
            <a:headEnd/>
            <a:tailEnd/>
          </a:ln>
        </p:spPr>
      </p:pic>
      <p:sp>
        <p:nvSpPr>
          <p:cNvPr id="10" name="TextBox 9"/>
          <p:cNvSpPr txBox="1"/>
          <p:nvPr/>
        </p:nvSpPr>
        <p:spPr>
          <a:xfrm>
            <a:off x="-76200" y="5257800"/>
            <a:ext cx="2209800" cy="427040"/>
          </a:xfrm>
          <a:prstGeom prst="rect">
            <a:avLst/>
          </a:prstGeom>
          <a:noFill/>
        </p:spPr>
        <p:txBody>
          <a:bodyPr>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2175" b="1" i="0" u="none" strike="noStrike" kern="1200" cap="none" spc="-113" normalizeH="0" baseline="0" noProof="0" dirty="0">
                <a:ln>
                  <a:noFill/>
                </a:ln>
                <a:solidFill>
                  <a:prstClr val="white"/>
                </a:solidFill>
                <a:effectLst/>
                <a:uLnTx/>
                <a:uFillTx/>
                <a:latin typeface="Arial"/>
                <a:ea typeface="+mn-ea"/>
                <a:cs typeface="Arial"/>
              </a:rPr>
              <a:t>BITS</a:t>
            </a:r>
            <a:r>
              <a:rPr kumimoji="0" lang="en-US" sz="2175" b="0" i="0" u="none" strike="noStrike" kern="1200" cap="none" spc="-113" normalizeH="0" baseline="0" noProof="0" dirty="0">
                <a:ln>
                  <a:noFill/>
                </a:ln>
                <a:solidFill>
                  <a:prstClr val="white"/>
                </a:solidFill>
                <a:effectLst/>
                <a:uLnTx/>
                <a:uFillTx/>
                <a:latin typeface="Arial"/>
                <a:ea typeface="+mn-ea"/>
                <a:cs typeface="Arial"/>
              </a:rPr>
              <a:t> Pilani</a:t>
            </a:r>
          </a:p>
        </p:txBody>
      </p:sp>
      <p:sp>
        <p:nvSpPr>
          <p:cNvPr id="11" name="TextBox 10"/>
          <p:cNvSpPr txBox="1"/>
          <p:nvPr/>
        </p:nvSpPr>
        <p:spPr>
          <a:xfrm>
            <a:off x="152400" y="5667376"/>
            <a:ext cx="1905000" cy="230832"/>
          </a:xfrm>
          <a:prstGeom prst="rect">
            <a:avLst/>
          </a:prstGeom>
          <a:noFill/>
        </p:spPr>
        <p:txBody>
          <a:bodyPr>
            <a:spAutoFit/>
          </a:body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350"/>
              </a:lnSpc>
              <a:spcBef>
                <a:spcPts val="0"/>
              </a:spcBef>
              <a:buNone/>
              <a:defRPr sz="135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324094824"/>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t="-543" b="-543"/>
          <a:stretch/>
        </p:blipFill>
        <p:spPr>
          <a:xfrm>
            <a:off x="3563109" y="2223656"/>
            <a:ext cx="2017786"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9144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p:spPr>
        <p:txBody>
          <a:bodyPr>
            <a:normAutofit/>
          </a:bodyPr>
          <a:lstStyle>
            <a:lvl1pPr>
              <a:defRPr sz="18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4"/>
            <a:ext cx="7620000" cy="2728913"/>
          </a:xfrm>
        </p:spPr>
        <p:txBody>
          <a:bodyPr/>
          <a:lstStyle>
            <a:lvl1pPr>
              <a:defRPr sz="1013">
                <a:latin typeface="Helvetica" panose="020B0604020202030204" pitchFamily="34" charset="0"/>
              </a:defRPr>
            </a:lvl1pPr>
            <a:lvl2pPr>
              <a:defRPr sz="900">
                <a:latin typeface="Helvetica" panose="020B0604020202030204" pitchFamily="34" charset="0"/>
              </a:defRPr>
            </a:lvl2pPr>
            <a:lvl3pPr>
              <a:defRPr sz="788">
                <a:latin typeface="Helvetica" panose="020B0604020202030204" pitchFamily="34" charset="0"/>
              </a:defRPr>
            </a:lvl3pPr>
            <a:lvl4pPr>
              <a:defRPr sz="675">
                <a:latin typeface="Helvetica" panose="020B0604020202030204" pitchFamily="34" charset="0"/>
              </a:defRPr>
            </a:lvl4pPr>
            <a:lvl5pPr>
              <a:defRPr sz="675">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246935" y="1143004"/>
            <a:ext cx="8397717" cy="395287"/>
          </a:xfrm>
        </p:spPr>
        <p:txBody>
          <a:bodyPr>
            <a:normAutofit/>
          </a:bodyPr>
          <a:lstStyle>
            <a:lvl1pPr marL="0" indent="0">
              <a:buNone/>
              <a:defRPr sz="1125"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207732347"/>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defTabSz="685800" fontAlgn="auto">
              <a:spcBef>
                <a:spcPts val="0"/>
              </a:spcBef>
              <a:spcAft>
                <a:spcPts val="0"/>
              </a:spcAft>
            </a:pPr>
            <a:r>
              <a:rPr lang="en-US">
                <a:solidFill>
                  <a:prstClr val="black">
                    <a:tint val="75000"/>
                  </a:prstClr>
                </a:solidFill>
              </a:rPr>
              <a:t>10/11/2021</a:t>
            </a:r>
          </a:p>
        </p:txBody>
      </p:sp>
      <p:sp>
        <p:nvSpPr>
          <p:cNvPr id="4" name="Footer Placeholder 3"/>
          <p:cNvSpPr>
            <a:spLocks noGrp="1"/>
          </p:cNvSpPr>
          <p:nvPr>
            <p:ph type="ftr" sz="quarter" idx="11"/>
          </p:nvPr>
        </p:nvSpPr>
        <p:spPr/>
        <p:txBody>
          <a:bodyPr/>
          <a:lstStyle/>
          <a:p>
            <a:pPr defTabSz="685800" fontAlgn="auto">
              <a:spcBef>
                <a:spcPts val="0"/>
              </a:spcBef>
              <a:spcAft>
                <a:spcPts val="0"/>
              </a:spcAft>
            </a:pPr>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pPr defTabSz="685800" fontAlgn="auto">
              <a:spcBef>
                <a:spcPts val="0"/>
              </a:spcBef>
              <a:spcAft>
                <a:spcPts val="0"/>
              </a:spcAft>
            </a:pPr>
            <a:fld id="{B6F15528-21DE-4FAA-801E-634DDDAF4B2B}" type="slidenum">
              <a:rPr lang="en-US" smtClean="0">
                <a:solidFill>
                  <a:prstClr val="black">
                    <a:tint val="75000"/>
                  </a:prstClr>
                </a:solidFill>
              </a:rPr>
              <a:pPr defTabSz="685800" fontAlgn="auto">
                <a:spcBef>
                  <a:spcPts val="0"/>
                </a:spcBef>
                <a:spcAft>
                  <a:spcPts val="0"/>
                </a:spcAft>
              </a:pPr>
              <a:t>‹#›</a:t>
            </a:fld>
            <a:endParaRPr lang="en-US">
              <a:solidFill>
                <a:prstClr val="black">
                  <a:tint val="75000"/>
                </a:prstClr>
              </a:solidFill>
            </a:endParaRPr>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034531347"/>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cSld name="14_Title and Content">
    <p:spTree>
      <p:nvGrpSpPr>
        <p:cNvPr id="1" name=""/>
        <p:cNvGrpSpPr/>
        <p:nvPr/>
      </p:nvGrpSpPr>
      <p:grpSpPr>
        <a:xfrm>
          <a:off x="0" y="0"/>
          <a:ext cx="0" cy="0"/>
          <a:chOff x="0" y="0"/>
          <a:chExt cx="0" cy="0"/>
        </a:xfrm>
      </p:grpSpPr>
      <p:sp>
        <p:nvSpPr>
          <p:cNvPr id="4" name="TextBox 3"/>
          <p:cNvSpPr txBox="1"/>
          <p:nvPr/>
        </p:nvSpPr>
        <p:spPr>
          <a:xfrm>
            <a:off x="3276600" y="6596065"/>
            <a:ext cx="5867400" cy="219291"/>
          </a:xfrm>
          <a:prstGeom prst="rect">
            <a:avLst/>
          </a:prstGeom>
          <a:noFill/>
        </p:spPr>
        <p:txBody>
          <a:bodyP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US" sz="825" b="1" i="0" u="none" strike="noStrike" kern="1200" cap="none" spc="0" normalizeH="0" baseline="0" noProof="0" dirty="0">
                <a:ln>
                  <a:noFill/>
                </a:ln>
                <a:solidFill>
                  <a:srgbClr val="101141"/>
                </a:solidFill>
                <a:effectLst/>
                <a:uLnTx/>
                <a:uFillTx/>
                <a:latin typeface="Arial"/>
                <a:ea typeface="+mn-ea"/>
                <a:cs typeface="Arial"/>
              </a:rPr>
              <a:t>BITS </a:t>
            </a:r>
            <a:r>
              <a:rPr kumimoji="0" lang="en-US" sz="825"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925982825"/>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cSld name="16_Title and Content">
    <p:spTree>
      <p:nvGrpSpPr>
        <p:cNvPr id="1" name=""/>
        <p:cNvGrpSpPr/>
        <p:nvPr/>
      </p:nvGrpSpPr>
      <p:grpSpPr>
        <a:xfrm>
          <a:off x="0" y="0"/>
          <a:ext cx="0" cy="0"/>
          <a:chOff x="0" y="0"/>
          <a:chExt cx="0" cy="0"/>
        </a:xfrm>
      </p:grpSpPr>
      <p:sp>
        <p:nvSpPr>
          <p:cNvPr id="4" name="TextBox 3"/>
          <p:cNvSpPr txBox="1"/>
          <p:nvPr/>
        </p:nvSpPr>
        <p:spPr>
          <a:xfrm>
            <a:off x="3276600" y="6596065"/>
            <a:ext cx="5867400" cy="219291"/>
          </a:xfrm>
          <a:prstGeom prst="rect">
            <a:avLst/>
          </a:prstGeom>
          <a:noFill/>
        </p:spPr>
        <p:txBody>
          <a:bodyP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US" sz="825" b="1" i="0" u="none" strike="noStrike" kern="1200" cap="none" spc="0" normalizeH="0" baseline="0" noProof="0" dirty="0">
                <a:ln>
                  <a:noFill/>
                </a:ln>
                <a:solidFill>
                  <a:srgbClr val="101141"/>
                </a:solidFill>
                <a:effectLst/>
                <a:uLnTx/>
                <a:uFillTx/>
                <a:latin typeface="Arial"/>
                <a:ea typeface="+mn-ea"/>
                <a:cs typeface="Arial"/>
              </a:rPr>
              <a:t>BITS </a:t>
            </a:r>
            <a:r>
              <a:rPr kumimoji="0" lang="en-US" sz="825"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397312800"/>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cSld name="10_Title and Content">
    <p:spTree>
      <p:nvGrpSpPr>
        <p:cNvPr id="1" name=""/>
        <p:cNvGrpSpPr/>
        <p:nvPr/>
      </p:nvGrpSpPr>
      <p:grpSpPr>
        <a:xfrm>
          <a:off x="0" y="0"/>
          <a:ext cx="0" cy="0"/>
          <a:chOff x="0" y="0"/>
          <a:chExt cx="0" cy="0"/>
        </a:xfrm>
      </p:grpSpPr>
      <p:sp>
        <p:nvSpPr>
          <p:cNvPr id="4" name="TextBox 3"/>
          <p:cNvSpPr txBox="1"/>
          <p:nvPr/>
        </p:nvSpPr>
        <p:spPr>
          <a:xfrm>
            <a:off x="3276600" y="6596065"/>
            <a:ext cx="5867400" cy="219291"/>
          </a:xfrm>
          <a:prstGeom prst="rect">
            <a:avLst/>
          </a:prstGeom>
          <a:noFill/>
        </p:spPr>
        <p:txBody>
          <a:bodyP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US" sz="825" b="1" i="0" u="none" strike="noStrike" kern="1200" cap="none" spc="0" normalizeH="0" baseline="0" noProof="0" dirty="0">
                <a:ln>
                  <a:noFill/>
                </a:ln>
                <a:solidFill>
                  <a:srgbClr val="101141"/>
                </a:solidFill>
                <a:effectLst/>
                <a:uLnTx/>
                <a:uFillTx/>
                <a:latin typeface="Arial"/>
                <a:ea typeface="+mn-ea"/>
                <a:cs typeface="Arial"/>
              </a:rPr>
              <a:t>BITS </a:t>
            </a:r>
            <a:r>
              <a:rPr kumimoji="0" lang="en-US" sz="825"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140852040"/>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userDrawn="1">
  <p:cSld name="Blank_one">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05A86013-9C42-4BCF-AF6F-2688E6E33AE5}"/>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IN" sz="12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8153400" y="6550026"/>
            <a:ext cx="990600" cy="219291"/>
          </a:xfrm>
          <a:prstGeom prst="rect">
            <a:avLst/>
          </a:prstGeom>
          <a:noFill/>
        </p:spPr>
        <p:txBody>
          <a:bodyPr wrap="square">
            <a:spAutoFit/>
          </a:body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sz="825" b="1" i="0" u="none" strike="noStrike" kern="1200" cap="none" spc="0" normalizeH="0" baseline="0" noProof="0" dirty="0">
                <a:ln>
                  <a:noFill/>
                </a:ln>
                <a:solidFill>
                  <a:srgbClr val="101141"/>
                </a:solidFill>
                <a:effectLst/>
                <a:uLnTx/>
                <a:uFillTx/>
                <a:latin typeface="Arial"/>
                <a:ea typeface="+mn-ea"/>
                <a:cs typeface="Arial"/>
              </a:rPr>
              <a:t>BITS </a:t>
            </a:r>
            <a:r>
              <a:rPr kumimoji="0" lang="en-US" sz="825" b="0" i="0" u="none" strike="noStrike" kern="1200" cap="none" spc="0" normalizeH="0" baseline="0" noProof="0" dirty="0" err="1">
                <a:ln>
                  <a:noFill/>
                </a:ln>
                <a:solidFill>
                  <a:srgbClr val="101141"/>
                </a:solidFill>
                <a:effectLst/>
                <a:uLnTx/>
                <a:uFillTx/>
                <a:latin typeface="Arial"/>
                <a:ea typeface="+mn-ea"/>
                <a:cs typeface="Arial"/>
              </a:rPr>
              <a:t>Pilani</a:t>
            </a:r>
            <a:endParaRPr kumimoji="0" lang="en-US" sz="825" b="0" i="0" u="none" strike="noStrike" kern="1200" cap="none" spc="0" normalizeH="0" baseline="0" noProof="0" dirty="0">
              <a:ln>
                <a:noFill/>
              </a:ln>
              <a:solidFill>
                <a:srgbClr val="101141"/>
              </a:solidFill>
              <a:effectLst/>
              <a:uLnTx/>
              <a:uFillTx/>
              <a:latin typeface="Arial"/>
              <a:ea typeface="+mn-ea"/>
              <a:cs typeface="Arial"/>
            </a:endParaRPr>
          </a:p>
        </p:txBody>
      </p:sp>
      <p:grpSp>
        <p:nvGrpSpPr>
          <p:cNvPr id="5" name="Group 11"/>
          <p:cNvGrpSpPr>
            <a:grpSpLocks/>
          </p:cNvGrpSpPr>
          <p:nvPr/>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3"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1945040712"/>
      </p:ext>
    </p:extLst>
  </p:cSld>
  <p:clrMapOvr>
    <a:masterClrMapping/>
  </p:clrMapOvr>
  <p:hf hdr="0" dt="0"/>
</p:sldLayout>
</file>

<file path=ppt/slideLayouts/slideLayout2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00839DE-7ECE-48D2-99DE-21DA18AEA67A}"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89A1433-2BD6-474A-B042-E5F0856EF487}" type="slidenum">
              <a:rPr kumimoji="0" lang="en-GB"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850518076"/>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p:cNvSpPr>
            <a:spLocks noGrp="1"/>
          </p:cNvSpPr>
          <p:nvPr>
            <p:ph type="ftr" sz="quarter" idx="10"/>
          </p:nvPr>
        </p:nvSpPr>
        <p:spPr>
          <a:xfrm>
            <a:off x="2195513" y="6237288"/>
            <a:ext cx="4392612" cy="365125"/>
          </a:xfrm>
          <a:prstGeom prst="rect">
            <a:avLst/>
          </a:prstGeom>
        </p:spPr>
        <p:txBody>
          <a:bodyPr/>
          <a:lstStyle>
            <a:lvl1pPr algn="ctr">
              <a:defRPr sz="1200" b="1"/>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200" b="1" i="0" u="none" strike="noStrike" kern="1200" cap="none" spc="0" normalizeH="0" baseline="0" noProof="0" dirty="0">
              <a:ln>
                <a:noFill/>
              </a:ln>
              <a:solidFill>
                <a:prstClr val="black"/>
              </a:solidFill>
              <a:effectLst/>
              <a:uLnTx/>
              <a:uFillTx/>
              <a:latin typeface="Tahoma" charset="0"/>
              <a:ea typeface="+mn-ea"/>
              <a:cs typeface="+mn-cs"/>
            </a:endParaRPr>
          </a:p>
        </p:txBody>
      </p:sp>
      <p:sp>
        <p:nvSpPr>
          <p:cNvPr id="5" name="Slide Number Placeholder 5"/>
          <p:cNvSpPr>
            <a:spLocks noGrp="1"/>
          </p:cNvSpPr>
          <p:nvPr>
            <p:ph type="sldNum" sz="quarter" idx="11"/>
          </p:nvPr>
        </p:nvSpPr>
        <p:spPr>
          <a:xfrm>
            <a:off x="8532813" y="6237288"/>
            <a:ext cx="611187" cy="293687"/>
          </a:xfrm>
          <a:prstGeom prst="rect">
            <a:avLst/>
          </a:prstGeom>
        </p:spPr>
        <p:txBody>
          <a:bodyPr/>
          <a:lstStyle>
            <a:lvl1pPr>
              <a:defRPr sz="1600" b="1"/>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B23240-9A46-45DC-80D8-72E6138EF4CC}" type="slidenum">
              <a:rPr kumimoji="0" lang="en-IN" sz="1600" b="1"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1" i="0" u="none" strike="noStrike" kern="1200" cap="none" spc="0" normalizeH="0" baseline="0" noProof="0" dirty="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654488305"/>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9A5015-9EE6-40A5-B0CB-31BFFDD9A4EB}"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BD8A489-38BD-40B0-9083-7E99DA903139}"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215056549"/>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622A36-FC8F-4476-8002-426133117C1A}"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D38CB16-FC74-415F-A778-AFAE7BEAFAF6}"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006928901"/>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A82F390-5B63-4068-A9D0-F644AD3195B3}"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6FB1E71-4690-4FD4-BBCF-A3779CD52565}"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179419178"/>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DB21C6-0923-4961-A20F-7A28DB072D10}"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FD64774-6889-4F3F-87B3-82AF987C97C8}"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244773062"/>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3870F50-75AD-42BD-9FCC-315508736187}"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02715D1-A74F-4481-8AFF-0CF19F1A4227}"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4024279302"/>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CABDD43D-E7AE-4424-AE04-B9CE5412EE81}"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B936656-7811-4E10-ABA8-C743BA19F43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904227452"/>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7A21FB6-D61F-403D-94D9-B19EE8A5BC42}"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A0E505A-A9CD-4645-BB6F-663BC8294A50}"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006999404"/>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83D0BE5-B565-4932-BADA-8E47D0D5B9DE}"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0FB21827-D599-4054-9CED-35F966873CD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141221734"/>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2E116E8-DA5F-42E5-B0B1-9907E32B06B3}"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6872A46-881B-4CE5-A377-400F5AC5756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132953466"/>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p:cSld name="14_Title and Content">
    <p:spTree>
      <p:nvGrpSpPr>
        <p:cNvPr id="1" name=""/>
        <p:cNvGrpSpPr/>
        <p:nvPr/>
      </p:nvGrpSpPr>
      <p:grpSpPr>
        <a:xfrm>
          <a:off x="0" y="0"/>
          <a:ext cx="0" cy="0"/>
          <a:chOff x="0" y="0"/>
          <a:chExt cx="0" cy="0"/>
        </a:xfrm>
      </p:grpSpPr>
      <p:sp>
        <p:nvSpPr>
          <p:cNvPr id="4" name="TextBox 3"/>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224486283"/>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25"/>
        <p:cNvGrpSpPr/>
        <p:nvPr/>
      </p:nvGrpSpPr>
      <p:grpSpPr>
        <a:xfrm>
          <a:off x="0" y="0"/>
          <a:ext cx="0" cy="0"/>
          <a:chOff x="0" y="0"/>
          <a:chExt cx="0" cy="0"/>
        </a:xfrm>
      </p:grpSpPr>
      <p:sp>
        <p:nvSpPr>
          <p:cNvPr id="26" name="Google Shape;26;p38"/>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base" latinLnBrk="0" hangingPunct="1">
              <a:lnSpc>
                <a:spcPct val="100000"/>
              </a:lnSpc>
              <a:spcBef>
                <a:spcPts val="0"/>
              </a:spcBef>
              <a:spcAft>
                <a:spcPts val="0"/>
              </a:spcAft>
              <a:buClr>
                <a:srgbClr val="000000"/>
              </a:buClr>
              <a:buSzPts val="1100"/>
              <a:buFont typeface="Arial"/>
              <a:buNone/>
              <a:tabLst/>
              <a:defRPr/>
            </a:pPr>
            <a:r>
              <a:rPr kumimoji="0" lang="en-US" sz="1100" b="1" i="0" u="none" strike="noStrike" kern="120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1200" cap="none" spc="0" normalizeH="0" baseline="0" noProof="0">
                <a:ln>
                  <a:noFill/>
                </a:ln>
                <a:solidFill>
                  <a:srgbClr val="101141"/>
                </a:solidFill>
                <a:effectLst/>
                <a:uLnTx/>
                <a:uFillTx/>
                <a:latin typeface="Arial"/>
                <a:ea typeface="Arial"/>
                <a:cs typeface="Arial"/>
                <a:sym typeface="Arial"/>
              </a:rPr>
              <a:t>Pilani, Pilani Campus</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27" name="Google Shape;27;p38"/>
          <p:cNvGrpSpPr/>
          <p:nvPr/>
        </p:nvGrpSpPr>
        <p:grpSpPr>
          <a:xfrm>
            <a:off x="2084388" y="6550025"/>
            <a:ext cx="7059612" cy="49213"/>
            <a:chOff x="2083888" y="6550671"/>
            <a:chExt cx="7060112" cy="48665"/>
          </a:xfrm>
        </p:grpSpPr>
        <p:sp>
          <p:nvSpPr>
            <p:cNvPr id="28" name="Google Shape;28;p38"/>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29" name="Google Shape;29;p38"/>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30" name="Google Shape;30;p38"/>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grpSp>
      <p:pic>
        <p:nvPicPr>
          <p:cNvPr id="31" name="Google Shape;31;p38" descr="Picture 7.png"/>
          <p:cNvPicPr preferRelativeResize="0"/>
          <p:nvPr/>
        </p:nvPicPr>
        <p:blipFill rotWithShape="1">
          <a:blip r:embed="rId2">
            <a:alphaModFix/>
          </a:blip>
          <a:srcRect l="1923" b="5334"/>
          <a:stretch/>
        </p:blipFill>
        <p:spPr>
          <a:xfrm>
            <a:off x="6629400" y="0"/>
            <a:ext cx="2193925" cy="692150"/>
          </a:xfrm>
          <a:prstGeom prst="rect">
            <a:avLst/>
          </a:prstGeom>
          <a:noFill/>
          <a:ln>
            <a:noFill/>
          </a:ln>
        </p:spPr>
      </p:pic>
      <p:grpSp>
        <p:nvGrpSpPr>
          <p:cNvPr id="32" name="Google Shape;32;p38"/>
          <p:cNvGrpSpPr/>
          <p:nvPr/>
        </p:nvGrpSpPr>
        <p:grpSpPr>
          <a:xfrm>
            <a:off x="2133600" y="6553200"/>
            <a:ext cx="7010400" cy="46038"/>
            <a:chOff x="1905000" y="6553200"/>
            <a:chExt cx="7010400" cy="45719"/>
          </a:xfrm>
        </p:grpSpPr>
        <p:sp>
          <p:nvSpPr>
            <p:cNvPr id="33" name="Google Shape;33;p3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34" name="Google Shape;34;p3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35" name="Google Shape;35;p3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grpSp>
      <p:grpSp>
        <p:nvGrpSpPr>
          <p:cNvPr id="36" name="Google Shape;36;p38"/>
          <p:cNvGrpSpPr/>
          <p:nvPr/>
        </p:nvGrpSpPr>
        <p:grpSpPr>
          <a:xfrm>
            <a:off x="0" y="1295400"/>
            <a:ext cx="7010400" cy="46038"/>
            <a:chOff x="1905000" y="6553200"/>
            <a:chExt cx="7010400" cy="45719"/>
          </a:xfrm>
        </p:grpSpPr>
        <p:sp>
          <p:nvSpPr>
            <p:cNvPr id="37" name="Google Shape;37;p3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38" name="Google Shape;38;p3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39" name="Google Shape;39;p3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grpSp>
      <p:sp>
        <p:nvSpPr>
          <p:cNvPr id="40" name="Google Shape;40;p38"/>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1" name="Google Shape;41;p38"/>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860221115"/>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00839DE-7ECE-48D2-99DE-21DA18AEA67A}"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89A1433-2BD6-474A-B042-E5F0856EF487}" type="slidenum">
              <a:rPr kumimoji="0" lang="en-GB"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670503872"/>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p:cNvSpPr>
            <a:spLocks noGrp="1"/>
          </p:cNvSpPr>
          <p:nvPr>
            <p:ph type="ftr" sz="quarter" idx="10"/>
          </p:nvPr>
        </p:nvSpPr>
        <p:spPr>
          <a:xfrm>
            <a:off x="2195513" y="6237288"/>
            <a:ext cx="4392612" cy="365125"/>
          </a:xfrm>
          <a:prstGeom prst="rect">
            <a:avLst/>
          </a:prstGeom>
        </p:spPr>
        <p:txBody>
          <a:bodyPr/>
          <a:lstStyle>
            <a:lvl1pPr algn="ctr">
              <a:defRPr sz="1200" b="1"/>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200" b="1" i="0" u="none" strike="noStrike" kern="1200" cap="none" spc="0" normalizeH="0" baseline="0" noProof="0" dirty="0">
              <a:ln>
                <a:noFill/>
              </a:ln>
              <a:solidFill>
                <a:prstClr val="black"/>
              </a:solidFill>
              <a:effectLst/>
              <a:uLnTx/>
              <a:uFillTx/>
              <a:latin typeface="Tahoma" charset="0"/>
              <a:ea typeface="+mn-ea"/>
              <a:cs typeface="+mn-cs"/>
            </a:endParaRPr>
          </a:p>
        </p:txBody>
      </p:sp>
      <p:sp>
        <p:nvSpPr>
          <p:cNvPr id="5" name="Slide Number Placeholder 5"/>
          <p:cNvSpPr>
            <a:spLocks noGrp="1"/>
          </p:cNvSpPr>
          <p:nvPr>
            <p:ph type="sldNum" sz="quarter" idx="11"/>
          </p:nvPr>
        </p:nvSpPr>
        <p:spPr>
          <a:xfrm>
            <a:off x="8532813" y="6237288"/>
            <a:ext cx="611187" cy="293687"/>
          </a:xfrm>
          <a:prstGeom prst="rect">
            <a:avLst/>
          </a:prstGeom>
        </p:spPr>
        <p:txBody>
          <a:bodyPr/>
          <a:lstStyle>
            <a:lvl1pPr>
              <a:defRPr sz="1600" b="1"/>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B23240-9A46-45DC-80D8-72E6138EF4CC}" type="slidenum">
              <a:rPr kumimoji="0" lang="en-IN" sz="1600" b="1"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1" i="0" u="none" strike="noStrike" kern="1200" cap="none" spc="0" normalizeH="0" baseline="0" noProof="0" dirty="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689144764"/>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9A5015-9EE6-40A5-B0CB-31BFFDD9A4EB}"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BD8A489-38BD-40B0-9083-7E99DA903139}"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388070347"/>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622A36-FC8F-4476-8002-426133117C1A}"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D38CB16-FC74-415F-A778-AFAE7BEAFAF6}"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452629384"/>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A82F390-5B63-4068-A9D0-F644AD3195B3}"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6FB1E71-4690-4FD4-BBCF-A3779CD52565}"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417420230"/>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DB21C6-0923-4961-A20F-7A28DB072D10}"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FD64774-6889-4F3F-87B3-82AF987C97C8}"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163372740"/>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3870F50-75AD-42BD-9FCC-315508736187}"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02715D1-A74F-4481-8AFF-0CF19F1A4227}"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249024795"/>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CABDD43D-E7AE-4424-AE04-B9CE5412EE81}"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B936656-7811-4E10-ABA8-C743BA19F43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819683447"/>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7A21FB6-D61F-403D-94D9-B19EE8A5BC42}"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A0E505A-A9CD-4645-BB6F-663BC8294A50}"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126835223"/>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83D0BE5-B565-4932-BADA-8E47D0D5B9DE}"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0FB21827-D599-4054-9CED-35F966873CD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986005163"/>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2E116E8-DA5F-42E5-B0B1-9907E32B06B3}"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6872A46-881B-4CE5-A377-400F5AC5756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842735280"/>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p:cSld name="14_Title and Content">
    <p:spTree>
      <p:nvGrpSpPr>
        <p:cNvPr id="1" name=""/>
        <p:cNvGrpSpPr/>
        <p:nvPr/>
      </p:nvGrpSpPr>
      <p:grpSpPr>
        <a:xfrm>
          <a:off x="0" y="0"/>
          <a:ext cx="0" cy="0"/>
          <a:chOff x="0" y="0"/>
          <a:chExt cx="0" cy="0"/>
        </a:xfrm>
      </p:grpSpPr>
      <p:sp>
        <p:nvSpPr>
          <p:cNvPr id="4" name="TextBox 3"/>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285387760"/>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Box 3"/>
          <p:cNvSpPr txBox="1"/>
          <p:nvPr userDrawn="1"/>
        </p:nvSpPr>
        <p:spPr>
          <a:xfrm>
            <a:off x="3276600" y="6596063"/>
            <a:ext cx="5867400" cy="261937"/>
          </a:xfrm>
          <a:prstGeom prst="rect">
            <a:avLst/>
          </a:prstGeom>
          <a:noFill/>
        </p:spPr>
        <p:txBody>
          <a:bodyP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2"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2"/>
          <a:srcRect l="1923" b="5336"/>
          <a:stretch>
            <a:fillRect/>
          </a:stretch>
        </p:blipFill>
        <p:spPr bwMode="auto">
          <a:xfrm>
            <a:off x="6629400" y="0"/>
            <a:ext cx="2193925" cy="692150"/>
          </a:xfrm>
          <a:prstGeom prst="rect">
            <a:avLst/>
          </a:prstGeom>
          <a:noFill/>
          <a:ln w="9525">
            <a:noFill/>
            <a:miter lim="800000"/>
            <a:headEnd/>
            <a:tailEnd/>
          </a:ln>
        </p:spPr>
      </p:pic>
      <p:grpSp>
        <p:nvGrpSpPr>
          <p:cNvPr id="5"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875823998"/>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userDrawn="1">
  <p:cSld name="1_Title and Vertical Text">
    <p:spTree>
      <p:nvGrpSpPr>
        <p:cNvPr id="1" name=""/>
        <p:cNvGrpSpPr/>
        <p:nvPr/>
      </p:nvGrpSpPr>
      <p:grpSpPr>
        <a:xfrm>
          <a:off x="0" y="0"/>
          <a:ext cx="0" cy="0"/>
          <a:chOff x="0" y="0"/>
          <a:chExt cx="0" cy="0"/>
        </a:xfrm>
      </p:grpSpPr>
      <p:sp>
        <p:nvSpPr>
          <p:cNvPr id="4"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a:ea typeface="+mn-ea"/>
              <a:cs typeface="+mn-cs"/>
            </a:endParaRPr>
          </a:p>
        </p:txBody>
      </p:sp>
      <p:grpSp>
        <p:nvGrpSpPr>
          <p:cNvPr id="5" name="Group 19"/>
          <p:cNvGrpSpPr>
            <a:grpSpLocks/>
          </p:cNvGrpSpPr>
          <p:nvPr userDrawn="1"/>
        </p:nvGrpSpPr>
        <p:grpSpPr bwMode="auto">
          <a:xfrm>
            <a:off x="0" y="12954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9" name="Group 24"/>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3" name="Picture 14" descr="Picture 7.png"/>
          <p:cNvPicPr>
            <a:picLocks noChangeAspect="1"/>
          </p:cNvPicPr>
          <p:nvPr userDrawn="1"/>
        </p:nvPicPr>
        <p:blipFill>
          <a:blip r:embed="rId3"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100" b="1"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BITS </a:t>
            </a:r>
            <a:r>
              <a:rPr kumimoji="0" lang="en-US" altLang="en-US" sz="1100" b="0"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Click to edit Master text styles</a:t>
            </a:r>
          </a:p>
        </p:txBody>
      </p:sp>
    </p:spTree>
    <p:extLst>
      <p:ext uri="{BB962C8B-B14F-4D97-AF65-F5344CB8AC3E}">
        <p14:creationId xmlns:p14="http://schemas.microsoft.com/office/powerpoint/2010/main" val="1347391261"/>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00839DE-7ECE-48D2-99DE-21DA18AEA67A}"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89A1433-2BD6-474A-B042-E5F0856EF487}" type="slidenum">
              <a:rPr kumimoji="0" lang="en-GB"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100945681"/>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p:cNvSpPr>
            <a:spLocks noGrp="1"/>
          </p:cNvSpPr>
          <p:nvPr>
            <p:ph type="ftr" sz="quarter" idx="10"/>
          </p:nvPr>
        </p:nvSpPr>
        <p:spPr>
          <a:xfrm>
            <a:off x="2195513" y="6237288"/>
            <a:ext cx="4392612" cy="365125"/>
          </a:xfrm>
          <a:prstGeom prst="rect">
            <a:avLst/>
          </a:prstGeom>
        </p:spPr>
        <p:txBody>
          <a:bodyPr/>
          <a:lstStyle>
            <a:lvl1pPr algn="ctr">
              <a:defRPr sz="1200" b="1"/>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200" b="1" i="0" u="none" strike="noStrike" kern="1200" cap="none" spc="0" normalizeH="0" baseline="0" noProof="0" dirty="0">
              <a:ln>
                <a:noFill/>
              </a:ln>
              <a:solidFill>
                <a:prstClr val="black"/>
              </a:solidFill>
              <a:effectLst/>
              <a:uLnTx/>
              <a:uFillTx/>
              <a:latin typeface="Tahoma" charset="0"/>
              <a:ea typeface="+mn-ea"/>
              <a:cs typeface="+mn-cs"/>
            </a:endParaRPr>
          </a:p>
        </p:txBody>
      </p:sp>
      <p:sp>
        <p:nvSpPr>
          <p:cNvPr id="5" name="Slide Number Placeholder 5"/>
          <p:cNvSpPr>
            <a:spLocks noGrp="1"/>
          </p:cNvSpPr>
          <p:nvPr>
            <p:ph type="sldNum" sz="quarter" idx="11"/>
          </p:nvPr>
        </p:nvSpPr>
        <p:spPr>
          <a:xfrm>
            <a:off x="8532813" y="6237288"/>
            <a:ext cx="611187" cy="293687"/>
          </a:xfrm>
          <a:prstGeom prst="rect">
            <a:avLst/>
          </a:prstGeom>
        </p:spPr>
        <p:txBody>
          <a:bodyPr/>
          <a:lstStyle>
            <a:lvl1pPr>
              <a:defRPr sz="1600" b="1"/>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B23240-9A46-45DC-80D8-72E6138EF4CC}" type="slidenum">
              <a:rPr kumimoji="0" lang="en-IN" sz="1600" b="1"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1" i="0" u="none" strike="noStrike" kern="1200" cap="none" spc="0" normalizeH="0" baseline="0" noProof="0" dirty="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315118498"/>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9A5015-9EE6-40A5-B0CB-31BFFDD9A4EB}"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BD8A489-38BD-40B0-9083-7E99DA903139}"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193649810"/>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622A36-FC8F-4476-8002-426133117C1A}"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D38CB16-FC74-415F-A778-AFAE7BEAFAF6}"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303469573"/>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A82F390-5B63-4068-A9D0-F644AD3195B3}"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6FB1E71-4690-4FD4-BBCF-A3779CD52565}"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837055545"/>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DB21C6-0923-4961-A20F-7A28DB072D10}"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FD64774-6889-4F3F-87B3-82AF987C97C8}"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4004310040"/>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3870F50-75AD-42BD-9FCC-315508736187}"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02715D1-A74F-4481-8AFF-0CF19F1A4227}"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526226068"/>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CABDD43D-E7AE-4424-AE04-B9CE5412EE81}"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B936656-7811-4E10-ABA8-C743BA19F43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568122419"/>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7A21FB6-D61F-403D-94D9-B19EE8A5BC42}"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A0E505A-A9CD-4645-BB6F-663BC8294A50}"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336205346"/>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83D0BE5-B565-4932-BADA-8E47D0D5B9DE}"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0FB21827-D599-4054-9CED-35F966873CD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651956197"/>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2E116E8-DA5F-42E5-B0B1-9907E32B06B3}"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6872A46-881B-4CE5-A377-400F5AC5756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91954224"/>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p:cSld name="14_Title and Content">
    <p:spTree>
      <p:nvGrpSpPr>
        <p:cNvPr id="1" name=""/>
        <p:cNvGrpSpPr/>
        <p:nvPr/>
      </p:nvGrpSpPr>
      <p:grpSpPr>
        <a:xfrm>
          <a:off x="0" y="0"/>
          <a:ext cx="0" cy="0"/>
          <a:chOff x="0" y="0"/>
          <a:chExt cx="0" cy="0"/>
        </a:xfrm>
      </p:grpSpPr>
      <p:sp>
        <p:nvSpPr>
          <p:cNvPr id="4" name="TextBox 3"/>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675233301"/>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Box 3"/>
          <p:cNvSpPr txBox="1"/>
          <p:nvPr userDrawn="1"/>
        </p:nvSpPr>
        <p:spPr>
          <a:xfrm>
            <a:off x="3276600" y="6596063"/>
            <a:ext cx="5867400" cy="261937"/>
          </a:xfrm>
          <a:prstGeom prst="rect">
            <a:avLst/>
          </a:prstGeom>
          <a:noFill/>
        </p:spPr>
        <p:txBody>
          <a:bodyP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2"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2"/>
          <a:srcRect l="1923" b="5336"/>
          <a:stretch>
            <a:fillRect/>
          </a:stretch>
        </p:blipFill>
        <p:spPr bwMode="auto">
          <a:xfrm>
            <a:off x="6629400" y="0"/>
            <a:ext cx="2193925" cy="692150"/>
          </a:xfrm>
          <a:prstGeom prst="rect">
            <a:avLst/>
          </a:prstGeom>
          <a:noFill/>
          <a:ln w="9525">
            <a:noFill/>
            <a:miter lim="800000"/>
            <a:headEnd/>
            <a:tailEnd/>
          </a:ln>
        </p:spPr>
      </p:pic>
      <p:grpSp>
        <p:nvGrpSpPr>
          <p:cNvPr id="5"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41919326"/>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userDrawn="1">
  <p:cSld name="1_Title and Vertical Text">
    <p:spTree>
      <p:nvGrpSpPr>
        <p:cNvPr id="1" name=""/>
        <p:cNvGrpSpPr/>
        <p:nvPr/>
      </p:nvGrpSpPr>
      <p:grpSpPr>
        <a:xfrm>
          <a:off x="0" y="0"/>
          <a:ext cx="0" cy="0"/>
          <a:chOff x="0" y="0"/>
          <a:chExt cx="0" cy="0"/>
        </a:xfrm>
      </p:grpSpPr>
      <p:sp>
        <p:nvSpPr>
          <p:cNvPr id="4"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a:ea typeface="+mn-ea"/>
              <a:cs typeface="+mn-cs"/>
            </a:endParaRPr>
          </a:p>
        </p:txBody>
      </p:sp>
      <p:grpSp>
        <p:nvGrpSpPr>
          <p:cNvPr id="5" name="Group 19"/>
          <p:cNvGrpSpPr>
            <a:grpSpLocks/>
          </p:cNvGrpSpPr>
          <p:nvPr userDrawn="1"/>
        </p:nvGrpSpPr>
        <p:grpSpPr bwMode="auto">
          <a:xfrm>
            <a:off x="0" y="12954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9" name="Group 24"/>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3" name="Picture 14" descr="Picture 7.png"/>
          <p:cNvPicPr>
            <a:picLocks noChangeAspect="1"/>
          </p:cNvPicPr>
          <p:nvPr userDrawn="1"/>
        </p:nvPicPr>
        <p:blipFill>
          <a:blip r:embed="rId3"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100" b="1"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BITS </a:t>
            </a:r>
            <a:r>
              <a:rPr kumimoji="0" lang="en-US" altLang="en-US" sz="1100" b="0" i="0" u="none" strike="noStrike" kern="1200" cap="none" spc="0" normalizeH="0" baseline="0" noProof="0">
                <a:ln>
                  <a:noFill/>
                </a:ln>
                <a:solidFill>
                  <a:srgbClr val="101141"/>
                </a:solidFill>
                <a:effectLst/>
                <a:uLnTx/>
                <a:uFillTx/>
                <a:latin typeface="Arial" panose="020B0604020202020204" pitchFamily="34" charset="0"/>
                <a:ea typeface="+mn-ea"/>
                <a:cs typeface="Arial" panose="020B0604020202020204" pitchFamily="34" charset="0"/>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Click to edit Master text styles</a:t>
            </a:r>
          </a:p>
        </p:txBody>
      </p:sp>
    </p:spTree>
    <p:extLst>
      <p:ext uri="{BB962C8B-B14F-4D97-AF65-F5344CB8AC3E}">
        <p14:creationId xmlns:p14="http://schemas.microsoft.com/office/powerpoint/2010/main" val="2900476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6" Type="http://schemas.openxmlformats.org/officeDocument/2006/relationships/theme" Target="../theme/theme1.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 /><Relationship Id="rId13" Type="http://schemas.openxmlformats.org/officeDocument/2006/relationships/image" Target="../media/image4.png" /><Relationship Id="rId3" Type="http://schemas.openxmlformats.org/officeDocument/2006/relationships/slideLayout" Target="../slideLayouts/slideLayout18.xml" /><Relationship Id="rId7" Type="http://schemas.openxmlformats.org/officeDocument/2006/relationships/slideLayout" Target="../slideLayouts/slideLayout22.xml" /><Relationship Id="rId12" Type="http://schemas.openxmlformats.org/officeDocument/2006/relationships/theme" Target="../theme/theme2.xml" /><Relationship Id="rId2" Type="http://schemas.openxmlformats.org/officeDocument/2006/relationships/slideLayout" Target="../slideLayouts/slideLayout17.xml" /><Relationship Id="rId1" Type="http://schemas.openxmlformats.org/officeDocument/2006/relationships/slideLayout" Target="../slideLayouts/slideLayout16.xml" /><Relationship Id="rId6" Type="http://schemas.openxmlformats.org/officeDocument/2006/relationships/slideLayout" Target="../slideLayouts/slideLayout21.xml" /><Relationship Id="rId11" Type="http://schemas.openxmlformats.org/officeDocument/2006/relationships/slideLayout" Target="../slideLayouts/slideLayout26.xml" /><Relationship Id="rId5" Type="http://schemas.openxmlformats.org/officeDocument/2006/relationships/slideLayout" Target="../slideLayouts/slideLayout20.xml" /><Relationship Id="rId10" Type="http://schemas.openxmlformats.org/officeDocument/2006/relationships/slideLayout" Target="../slideLayouts/slideLayout25.xml" /><Relationship Id="rId4" Type="http://schemas.openxmlformats.org/officeDocument/2006/relationships/slideLayout" Target="../slideLayouts/slideLayout19.xml" /><Relationship Id="rId9" Type="http://schemas.openxmlformats.org/officeDocument/2006/relationships/slideLayout" Target="../slideLayouts/slideLayout24.xml" /></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 /><Relationship Id="rId13" Type="http://schemas.openxmlformats.org/officeDocument/2006/relationships/image" Target="../media/image4.png" /><Relationship Id="rId3" Type="http://schemas.openxmlformats.org/officeDocument/2006/relationships/slideLayout" Target="../slideLayouts/slideLayout29.xml" /><Relationship Id="rId7" Type="http://schemas.openxmlformats.org/officeDocument/2006/relationships/slideLayout" Target="../slideLayouts/slideLayout33.xml" /><Relationship Id="rId12" Type="http://schemas.openxmlformats.org/officeDocument/2006/relationships/theme" Target="../theme/theme3.xml" /><Relationship Id="rId2" Type="http://schemas.openxmlformats.org/officeDocument/2006/relationships/slideLayout" Target="../slideLayouts/slideLayout28.xml" /><Relationship Id="rId1" Type="http://schemas.openxmlformats.org/officeDocument/2006/relationships/slideLayout" Target="../slideLayouts/slideLayout27.xml" /><Relationship Id="rId6" Type="http://schemas.openxmlformats.org/officeDocument/2006/relationships/slideLayout" Target="../slideLayouts/slideLayout32.xml" /><Relationship Id="rId11" Type="http://schemas.openxmlformats.org/officeDocument/2006/relationships/slideLayout" Target="../slideLayouts/slideLayout37.xml" /><Relationship Id="rId5" Type="http://schemas.openxmlformats.org/officeDocument/2006/relationships/slideLayout" Target="../slideLayouts/slideLayout31.xml" /><Relationship Id="rId10" Type="http://schemas.openxmlformats.org/officeDocument/2006/relationships/slideLayout" Target="../slideLayouts/slideLayout36.xml" /><Relationship Id="rId4" Type="http://schemas.openxmlformats.org/officeDocument/2006/relationships/slideLayout" Target="../slideLayouts/slideLayout30.xml" /><Relationship Id="rId9" Type="http://schemas.openxmlformats.org/officeDocument/2006/relationships/slideLayout" Target="../slideLayouts/slideLayout35.xml" /></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 /><Relationship Id="rId13" Type="http://schemas.openxmlformats.org/officeDocument/2006/relationships/slideLayout" Target="../slideLayouts/slideLayout50.xml" /><Relationship Id="rId18" Type="http://schemas.openxmlformats.org/officeDocument/2006/relationships/slideLayout" Target="../slideLayouts/slideLayout55.xml" /><Relationship Id="rId3" Type="http://schemas.openxmlformats.org/officeDocument/2006/relationships/slideLayout" Target="../slideLayouts/slideLayout40.xml" /><Relationship Id="rId21" Type="http://schemas.openxmlformats.org/officeDocument/2006/relationships/slideLayout" Target="../slideLayouts/slideLayout58.xml" /><Relationship Id="rId7" Type="http://schemas.openxmlformats.org/officeDocument/2006/relationships/slideLayout" Target="../slideLayouts/slideLayout44.xml" /><Relationship Id="rId12" Type="http://schemas.openxmlformats.org/officeDocument/2006/relationships/slideLayout" Target="../slideLayouts/slideLayout49.xml" /><Relationship Id="rId17" Type="http://schemas.openxmlformats.org/officeDocument/2006/relationships/slideLayout" Target="../slideLayouts/slideLayout54.xml" /><Relationship Id="rId2" Type="http://schemas.openxmlformats.org/officeDocument/2006/relationships/slideLayout" Target="../slideLayouts/slideLayout39.xml" /><Relationship Id="rId16" Type="http://schemas.openxmlformats.org/officeDocument/2006/relationships/slideLayout" Target="../slideLayouts/slideLayout53.xml" /><Relationship Id="rId20" Type="http://schemas.openxmlformats.org/officeDocument/2006/relationships/slideLayout" Target="../slideLayouts/slideLayout57.xml" /><Relationship Id="rId1" Type="http://schemas.openxmlformats.org/officeDocument/2006/relationships/slideLayout" Target="../slideLayouts/slideLayout38.xml" /><Relationship Id="rId6" Type="http://schemas.openxmlformats.org/officeDocument/2006/relationships/slideLayout" Target="../slideLayouts/slideLayout43.xml" /><Relationship Id="rId11" Type="http://schemas.openxmlformats.org/officeDocument/2006/relationships/slideLayout" Target="../slideLayouts/slideLayout48.xml" /><Relationship Id="rId5" Type="http://schemas.openxmlformats.org/officeDocument/2006/relationships/slideLayout" Target="../slideLayouts/slideLayout42.xml" /><Relationship Id="rId15" Type="http://schemas.openxmlformats.org/officeDocument/2006/relationships/slideLayout" Target="../slideLayouts/slideLayout52.xml" /><Relationship Id="rId10" Type="http://schemas.openxmlformats.org/officeDocument/2006/relationships/slideLayout" Target="../slideLayouts/slideLayout47.xml" /><Relationship Id="rId19" Type="http://schemas.openxmlformats.org/officeDocument/2006/relationships/slideLayout" Target="../slideLayouts/slideLayout56.xml" /><Relationship Id="rId4" Type="http://schemas.openxmlformats.org/officeDocument/2006/relationships/slideLayout" Target="../slideLayouts/slideLayout41.xml" /><Relationship Id="rId9" Type="http://schemas.openxmlformats.org/officeDocument/2006/relationships/slideLayout" Target="../slideLayouts/slideLayout46.xml" /><Relationship Id="rId14" Type="http://schemas.openxmlformats.org/officeDocument/2006/relationships/slideLayout" Target="../slideLayouts/slideLayout51.xml" /><Relationship Id="rId22" Type="http://schemas.openxmlformats.org/officeDocument/2006/relationships/theme" Target="../theme/theme4.xml" /></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6.xml" /><Relationship Id="rId13" Type="http://schemas.openxmlformats.org/officeDocument/2006/relationships/slideLayout" Target="../slideLayouts/slideLayout71.xml" /><Relationship Id="rId18" Type="http://schemas.openxmlformats.org/officeDocument/2006/relationships/slideLayout" Target="../slideLayouts/slideLayout76.xml" /><Relationship Id="rId3" Type="http://schemas.openxmlformats.org/officeDocument/2006/relationships/slideLayout" Target="../slideLayouts/slideLayout61.xml" /><Relationship Id="rId21" Type="http://schemas.openxmlformats.org/officeDocument/2006/relationships/slideLayout" Target="../slideLayouts/slideLayout79.xml" /><Relationship Id="rId7" Type="http://schemas.openxmlformats.org/officeDocument/2006/relationships/slideLayout" Target="../slideLayouts/slideLayout65.xml" /><Relationship Id="rId12" Type="http://schemas.openxmlformats.org/officeDocument/2006/relationships/slideLayout" Target="../slideLayouts/slideLayout70.xml" /><Relationship Id="rId17" Type="http://schemas.openxmlformats.org/officeDocument/2006/relationships/slideLayout" Target="../slideLayouts/slideLayout75.xml" /><Relationship Id="rId2" Type="http://schemas.openxmlformats.org/officeDocument/2006/relationships/slideLayout" Target="../slideLayouts/slideLayout60.xml" /><Relationship Id="rId16" Type="http://schemas.openxmlformats.org/officeDocument/2006/relationships/slideLayout" Target="../slideLayouts/slideLayout74.xml" /><Relationship Id="rId20" Type="http://schemas.openxmlformats.org/officeDocument/2006/relationships/slideLayout" Target="../slideLayouts/slideLayout78.xml" /><Relationship Id="rId1" Type="http://schemas.openxmlformats.org/officeDocument/2006/relationships/slideLayout" Target="../slideLayouts/slideLayout59.xml" /><Relationship Id="rId6" Type="http://schemas.openxmlformats.org/officeDocument/2006/relationships/slideLayout" Target="../slideLayouts/slideLayout64.xml" /><Relationship Id="rId11" Type="http://schemas.openxmlformats.org/officeDocument/2006/relationships/slideLayout" Target="../slideLayouts/slideLayout69.xml" /><Relationship Id="rId5" Type="http://schemas.openxmlformats.org/officeDocument/2006/relationships/slideLayout" Target="../slideLayouts/slideLayout63.xml" /><Relationship Id="rId15" Type="http://schemas.openxmlformats.org/officeDocument/2006/relationships/slideLayout" Target="../slideLayouts/slideLayout73.xml" /><Relationship Id="rId23" Type="http://schemas.openxmlformats.org/officeDocument/2006/relationships/theme" Target="../theme/theme5.xml" /><Relationship Id="rId10" Type="http://schemas.openxmlformats.org/officeDocument/2006/relationships/slideLayout" Target="../slideLayouts/slideLayout68.xml" /><Relationship Id="rId19" Type="http://schemas.openxmlformats.org/officeDocument/2006/relationships/slideLayout" Target="../slideLayouts/slideLayout77.xml" /><Relationship Id="rId4" Type="http://schemas.openxmlformats.org/officeDocument/2006/relationships/slideLayout" Target="../slideLayouts/slideLayout62.xml" /><Relationship Id="rId9" Type="http://schemas.openxmlformats.org/officeDocument/2006/relationships/slideLayout" Target="../slideLayouts/slideLayout67.xml" /><Relationship Id="rId14" Type="http://schemas.openxmlformats.org/officeDocument/2006/relationships/slideLayout" Target="../slideLayouts/slideLayout72.xml" /><Relationship Id="rId22" Type="http://schemas.openxmlformats.org/officeDocument/2006/relationships/slideLayout" Target="../slideLayouts/slideLayout80.xml" /></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8.xml" /><Relationship Id="rId13" Type="http://schemas.openxmlformats.org/officeDocument/2006/relationships/theme" Target="../theme/theme6.xml" /><Relationship Id="rId3" Type="http://schemas.openxmlformats.org/officeDocument/2006/relationships/slideLayout" Target="../slideLayouts/slideLayout83.xml" /><Relationship Id="rId7" Type="http://schemas.openxmlformats.org/officeDocument/2006/relationships/slideLayout" Target="../slideLayouts/slideLayout87.xml" /><Relationship Id="rId12" Type="http://schemas.openxmlformats.org/officeDocument/2006/relationships/slideLayout" Target="../slideLayouts/slideLayout92.xml" /><Relationship Id="rId2" Type="http://schemas.openxmlformats.org/officeDocument/2006/relationships/slideLayout" Target="../slideLayouts/slideLayout82.xml" /><Relationship Id="rId1" Type="http://schemas.openxmlformats.org/officeDocument/2006/relationships/slideLayout" Target="../slideLayouts/slideLayout81.xml" /><Relationship Id="rId6" Type="http://schemas.openxmlformats.org/officeDocument/2006/relationships/slideLayout" Target="../slideLayouts/slideLayout86.xml" /><Relationship Id="rId11" Type="http://schemas.openxmlformats.org/officeDocument/2006/relationships/slideLayout" Target="../slideLayouts/slideLayout91.xml" /><Relationship Id="rId5" Type="http://schemas.openxmlformats.org/officeDocument/2006/relationships/slideLayout" Target="../slideLayouts/slideLayout85.xml" /><Relationship Id="rId10" Type="http://schemas.openxmlformats.org/officeDocument/2006/relationships/slideLayout" Target="../slideLayouts/slideLayout90.xml" /><Relationship Id="rId4" Type="http://schemas.openxmlformats.org/officeDocument/2006/relationships/slideLayout" Target="../slideLayouts/slideLayout84.xml" /><Relationship Id="rId9" Type="http://schemas.openxmlformats.org/officeDocument/2006/relationships/slideLayout" Target="../slideLayouts/slideLayout89.xml" /><Relationship Id="rId14" Type="http://schemas.openxmlformats.org/officeDocument/2006/relationships/image" Target="../media/image4.png" /></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00.xml" /><Relationship Id="rId13" Type="http://schemas.openxmlformats.org/officeDocument/2006/relationships/image" Target="../media/image4.png" /><Relationship Id="rId3" Type="http://schemas.openxmlformats.org/officeDocument/2006/relationships/slideLayout" Target="../slideLayouts/slideLayout95.xml" /><Relationship Id="rId7" Type="http://schemas.openxmlformats.org/officeDocument/2006/relationships/slideLayout" Target="../slideLayouts/slideLayout99.xml" /><Relationship Id="rId12" Type="http://schemas.openxmlformats.org/officeDocument/2006/relationships/theme" Target="../theme/theme7.xml" /><Relationship Id="rId2" Type="http://schemas.openxmlformats.org/officeDocument/2006/relationships/slideLayout" Target="../slideLayouts/slideLayout94.xml" /><Relationship Id="rId1" Type="http://schemas.openxmlformats.org/officeDocument/2006/relationships/slideLayout" Target="../slideLayouts/slideLayout93.xml" /><Relationship Id="rId6" Type="http://schemas.openxmlformats.org/officeDocument/2006/relationships/slideLayout" Target="../slideLayouts/slideLayout98.xml" /><Relationship Id="rId11" Type="http://schemas.openxmlformats.org/officeDocument/2006/relationships/slideLayout" Target="../slideLayouts/slideLayout103.xml" /><Relationship Id="rId5" Type="http://schemas.openxmlformats.org/officeDocument/2006/relationships/slideLayout" Target="../slideLayouts/slideLayout97.xml" /><Relationship Id="rId10" Type="http://schemas.openxmlformats.org/officeDocument/2006/relationships/slideLayout" Target="../slideLayouts/slideLayout102.xml" /><Relationship Id="rId4" Type="http://schemas.openxmlformats.org/officeDocument/2006/relationships/slideLayout" Target="../slideLayouts/slideLayout96.xml" /><Relationship Id="rId9" Type="http://schemas.openxmlformats.org/officeDocument/2006/relationships/slideLayout" Target="../slideLayouts/slideLayout101.xml" /></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11.xml" /><Relationship Id="rId13" Type="http://schemas.openxmlformats.org/officeDocument/2006/relationships/slideLayout" Target="../slideLayouts/slideLayout116.xml" /><Relationship Id="rId3" Type="http://schemas.openxmlformats.org/officeDocument/2006/relationships/slideLayout" Target="../slideLayouts/slideLayout106.xml" /><Relationship Id="rId7" Type="http://schemas.openxmlformats.org/officeDocument/2006/relationships/slideLayout" Target="../slideLayouts/slideLayout110.xml" /><Relationship Id="rId12" Type="http://schemas.openxmlformats.org/officeDocument/2006/relationships/slideLayout" Target="../slideLayouts/slideLayout115.xml" /><Relationship Id="rId2" Type="http://schemas.openxmlformats.org/officeDocument/2006/relationships/slideLayout" Target="../slideLayouts/slideLayout105.xml" /><Relationship Id="rId1" Type="http://schemas.openxmlformats.org/officeDocument/2006/relationships/slideLayout" Target="../slideLayouts/slideLayout104.xml" /><Relationship Id="rId6" Type="http://schemas.openxmlformats.org/officeDocument/2006/relationships/slideLayout" Target="../slideLayouts/slideLayout109.xml" /><Relationship Id="rId11" Type="http://schemas.openxmlformats.org/officeDocument/2006/relationships/slideLayout" Target="../slideLayouts/slideLayout114.xml" /><Relationship Id="rId5" Type="http://schemas.openxmlformats.org/officeDocument/2006/relationships/slideLayout" Target="../slideLayouts/slideLayout108.xml" /><Relationship Id="rId15" Type="http://schemas.openxmlformats.org/officeDocument/2006/relationships/image" Target="../media/image4.png" /><Relationship Id="rId10" Type="http://schemas.openxmlformats.org/officeDocument/2006/relationships/slideLayout" Target="../slideLayouts/slideLayout113.xml" /><Relationship Id="rId4" Type="http://schemas.openxmlformats.org/officeDocument/2006/relationships/slideLayout" Target="../slideLayouts/slideLayout107.xml" /><Relationship Id="rId9" Type="http://schemas.openxmlformats.org/officeDocument/2006/relationships/slideLayout" Target="../slideLayouts/slideLayout112.xml" /><Relationship Id="rId14" Type="http://schemas.openxmlformats.org/officeDocument/2006/relationships/theme" Target="../theme/theme8.xml" /></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24.xml" /><Relationship Id="rId13" Type="http://schemas.openxmlformats.org/officeDocument/2006/relationships/slideLayout" Target="../slideLayouts/slideLayout129.xml" /><Relationship Id="rId3" Type="http://schemas.openxmlformats.org/officeDocument/2006/relationships/slideLayout" Target="../slideLayouts/slideLayout119.xml" /><Relationship Id="rId7" Type="http://schemas.openxmlformats.org/officeDocument/2006/relationships/slideLayout" Target="../slideLayouts/slideLayout123.xml" /><Relationship Id="rId12" Type="http://schemas.openxmlformats.org/officeDocument/2006/relationships/slideLayout" Target="../slideLayouts/slideLayout128.xml" /><Relationship Id="rId2" Type="http://schemas.openxmlformats.org/officeDocument/2006/relationships/slideLayout" Target="../slideLayouts/slideLayout118.xml" /><Relationship Id="rId16" Type="http://schemas.openxmlformats.org/officeDocument/2006/relationships/image" Target="../media/image4.png" /><Relationship Id="rId1" Type="http://schemas.openxmlformats.org/officeDocument/2006/relationships/slideLayout" Target="../slideLayouts/slideLayout117.xml" /><Relationship Id="rId6" Type="http://schemas.openxmlformats.org/officeDocument/2006/relationships/slideLayout" Target="../slideLayouts/slideLayout122.xml" /><Relationship Id="rId11" Type="http://schemas.openxmlformats.org/officeDocument/2006/relationships/slideLayout" Target="../slideLayouts/slideLayout127.xml" /><Relationship Id="rId5" Type="http://schemas.openxmlformats.org/officeDocument/2006/relationships/slideLayout" Target="../slideLayouts/slideLayout121.xml" /><Relationship Id="rId15" Type="http://schemas.openxmlformats.org/officeDocument/2006/relationships/theme" Target="../theme/theme9.xml" /><Relationship Id="rId10" Type="http://schemas.openxmlformats.org/officeDocument/2006/relationships/slideLayout" Target="../slideLayouts/slideLayout126.xml" /><Relationship Id="rId4" Type="http://schemas.openxmlformats.org/officeDocument/2006/relationships/slideLayout" Target="../slideLayouts/slideLayout120.xml" /><Relationship Id="rId9" Type="http://schemas.openxmlformats.org/officeDocument/2006/relationships/slideLayout" Target="../slideLayouts/slideLayout125.xml" /><Relationship Id="rId14" Type="http://schemas.openxmlformats.org/officeDocument/2006/relationships/slideLayout" Target="../slideLayouts/slideLayout130.xml" /></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38.xml" /><Relationship Id="rId13" Type="http://schemas.openxmlformats.org/officeDocument/2006/relationships/theme" Target="../theme/theme10.xml" /><Relationship Id="rId3" Type="http://schemas.openxmlformats.org/officeDocument/2006/relationships/slideLayout" Target="../slideLayouts/slideLayout133.xml" /><Relationship Id="rId7" Type="http://schemas.openxmlformats.org/officeDocument/2006/relationships/slideLayout" Target="../slideLayouts/slideLayout137.xml" /><Relationship Id="rId12" Type="http://schemas.openxmlformats.org/officeDocument/2006/relationships/slideLayout" Target="../slideLayouts/slideLayout142.xml" /><Relationship Id="rId2" Type="http://schemas.openxmlformats.org/officeDocument/2006/relationships/slideLayout" Target="../slideLayouts/slideLayout132.xml" /><Relationship Id="rId1" Type="http://schemas.openxmlformats.org/officeDocument/2006/relationships/slideLayout" Target="../slideLayouts/slideLayout131.xml" /><Relationship Id="rId6" Type="http://schemas.openxmlformats.org/officeDocument/2006/relationships/slideLayout" Target="../slideLayouts/slideLayout136.xml" /><Relationship Id="rId11" Type="http://schemas.openxmlformats.org/officeDocument/2006/relationships/slideLayout" Target="../slideLayouts/slideLayout141.xml" /><Relationship Id="rId5" Type="http://schemas.openxmlformats.org/officeDocument/2006/relationships/slideLayout" Target="../slideLayouts/slideLayout135.xml" /><Relationship Id="rId10" Type="http://schemas.openxmlformats.org/officeDocument/2006/relationships/slideLayout" Target="../slideLayouts/slideLayout140.xml" /><Relationship Id="rId4" Type="http://schemas.openxmlformats.org/officeDocument/2006/relationships/slideLayout" Target="../slideLayouts/slideLayout134.xml" /><Relationship Id="rId9" Type="http://schemas.openxmlformats.org/officeDocument/2006/relationships/slideLayout" Target="../slideLayouts/slideLayout139.xml" /><Relationship Id="rId14" Type="http://schemas.openxmlformats.org/officeDocument/2006/relationships/image" Target="../media/image4.png" /></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50.xml" /><Relationship Id="rId13" Type="http://schemas.openxmlformats.org/officeDocument/2006/relationships/theme" Target="../theme/theme11.xml" /><Relationship Id="rId3" Type="http://schemas.openxmlformats.org/officeDocument/2006/relationships/slideLayout" Target="../slideLayouts/slideLayout145.xml" /><Relationship Id="rId7" Type="http://schemas.openxmlformats.org/officeDocument/2006/relationships/slideLayout" Target="../slideLayouts/slideLayout149.xml" /><Relationship Id="rId12" Type="http://schemas.openxmlformats.org/officeDocument/2006/relationships/slideLayout" Target="../slideLayouts/slideLayout154.xml" /><Relationship Id="rId2" Type="http://schemas.openxmlformats.org/officeDocument/2006/relationships/slideLayout" Target="../slideLayouts/slideLayout144.xml" /><Relationship Id="rId1" Type="http://schemas.openxmlformats.org/officeDocument/2006/relationships/slideLayout" Target="../slideLayouts/slideLayout143.xml" /><Relationship Id="rId6" Type="http://schemas.openxmlformats.org/officeDocument/2006/relationships/slideLayout" Target="../slideLayouts/slideLayout148.xml" /><Relationship Id="rId11" Type="http://schemas.openxmlformats.org/officeDocument/2006/relationships/slideLayout" Target="../slideLayouts/slideLayout153.xml" /><Relationship Id="rId5" Type="http://schemas.openxmlformats.org/officeDocument/2006/relationships/slideLayout" Target="../slideLayouts/slideLayout147.xml" /><Relationship Id="rId10" Type="http://schemas.openxmlformats.org/officeDocument/2006/relationships/slideLayout" Target="../slideLayouts/slideLayout152.xml" /><Relationship Id="rId4" Type="http://schemas.openxmlformats.org/officeDocument/2006/relationships/slideLayout" Target="../slideLayouts/slideLayout146.xml" /><Relationship Id="rId9" Type="http://schemas.openxmlformats.org/officeDocument/2006/relationships/slideLayout" Target="../slideLayouts/slideLayout151.xml" /><Relationship Id="rId14" Type="http://schemas.openxmlformats.org/officeDocument/2006/relationships/image" Target="../media/image4.png" /></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62.xml" /><Relationship Id="rId13" Type="http://schemas.openxmlformats.org/officeDocument/2006/relationships/slideLayout" Target="../slideLayouts/slideLayout167.xml" /><Relationship Id="rId3" Type="http://schemas.openxmlformats.org/officeDocument/2006/relationships/slideLayout" Target="../slideLayouts/slideLayout157.xml" /><Relationship Id="rId7" Type="http://schemas.openxmlformats.org/officeDocument/2006/relationships/slideLayout" Target="../slideLayouts/slideLayout161.xml" /><Relationship Id="rId12" Type="http://schemas.openxmlformats.org/officeDocument/2006/relationships/slideLayout" Target="../slideLayouts/slideLayout166.xml" /><Relationship Id="rId2" Type="http://schemas.openxmlformats.org/officeDocument/2006/relationships/slideLayout" Target="../slideLayouts/slideLayout156.xml" /><Relationship Id="rId1" Type="http://schemas.openxmlformats.org/officeDocument/2006/relationships/slideLayout" Target="../slideLayouts/slideLayout155.xml" /><Relationship Id="rId6" Type="http://schemas.openxmlformats.org/officeDocument/2006/relationships/slideLayout" Target="../slideLayouts/slideLayout160.xml" /><Relationship Id="rId11" Type="http://schemas.openxmlformats.org/officeDocument/2006/relationships/slideLayout" Target="../slideLayouts/slideLayout165.xml" /><Relationship Id="rId5" Type="http://schemas.openxmlformats.org/officeDocument/2006/relationships/slideLayout" Target="../slideLayouts/slideLayout159.xml" /><Relationship Id="rId15" Type="http://schemas.openxmlformats.org/officeDocument/2006/relationships/image" Target="../media/image4.png" /><Relationship Id="rId10" Type="http://schemas.openxmlformats.org/officeDocument/2006/relationships/slideLayout" Target="../slideLayouts/slideLayout164.xml" /><Relationship Id="rId4" Type="http://schemas.openxmlformats.org/officeDocument/2006/relationships/slideLayout" Target="../slideLayouts/slideLayout158.xml" /><Relationship Id="rId9" Type="http://schemas.openxmlformats.org/officeDocument/2006/relationships/slideLayout" Target="../slideLayouts/slideLayout163.xml" /><Relationship Id="rId14" Type="http://schemas.openxmlformats.org/officeDocument/2006/relationships/theme" Target="../theme/theme12.xml" /></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75.xml" /><Relationship Id="rId13" Type="http://schemas.openxmlformats.org/officeDocument/2006/relationships/slideLayout" Target="../slideLayouts/slideLayout180.xml" /><Relationship Id="rId3" Type="http://schemas.openxmlformats.org/officeDocument/2006/relationships/slideLayout" Target="../slideLayouts/slideLayout170.xml" /><Relationship Id="rId7" Type="http://schemas.openxmlformats.org/officeDocument/2006/relationships/slideLayout" Target="../slideLayouts/slideLayout174.xml" /><Relationship Id="rId12" Type="http://schemas.openxmlformats.org/officeDocument/2006/relationships/slideLayout" Target="../slideLayouts/slideLayout179.xml" /><Relationship Id="rId17" Type="http://schemas.openxmlformats.org/officeDocument/2006/relationships/theme" Target="../theme/theme13.xml" /><Relationship Id="rId2" Type="http://schemas.openxmlformats.org/officeDocument/2006/relationships/slideLayout" Target="../slideLayouts/slideLayout169.xml" /><Relationship Id="rId16" Type="http://schemas.openxmlformats.org/officeDocument/2006/relationships/slideLayout" Target="../slideLayouts/slideLayout183.xml" /><Relationship Id="rId1" Type="http://schemas.openxmlformats.org/officeDocument/2006/relationships/slideLayout" Target="../slideLayouts/slideLayout168.xml" /><Relationship Id="rId6" Type="http://schemas.openxmlformats.org/officeDocument/2006/relationships/slideLayout" Target="../slideLayouts/slideLayout173.xml" /><Relationship Id="rId11" Type="http://schemas.openxmlformats.org/officeDocument/2006/relationships/slideLayout" Target="../slideLayouts/slideLayout178.xml" /><Relationship Id="rId5" Type="http://schemas.openxmlformats.org/officeDocument/2006/relationships/slideLayout" Target="../slideLayouts/slideLayout172.xml" /><Relationship Id="rId15" Type="http://schemas.openxmlformats.org/officeDocument/2006/relationships/slideLayout" Target="../slideLayouts/slideLayout182.xml" /><Relationship Id="rId10" Type="http://schemas.openxmlformats.org/officeDocument/2006/relationships/slideLayout" Target="../slideLayouts/slideLayout177.xml" /><Relationship Id="rId4" Type="http://schemas.openxmlformats.org/officeDocument/2006/relationships/slideLayout" Target="../slideLayouts/slideLayout171.xml" /><Relationship Id="rId9" Type="http://schemas.openxmlformats.org/officeDocument/2006/relationships/slideLayout" Target="../slideLayouts/slideLayout176.xml" /><Relationship Id="rId14" Type="http://schemas.openxmlformats.org/officeDocument/2006/relationships/slideLayout" Target="../slideLayouts/slideLayout181.xml" /></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91.xml" /><Relationship Id="rId13" Type="http://schemas.openxmlformats.org/officeDocument/2006/relationships/slideLayout" Target="../slideLayouts/slideLayout196.xml" /><Relationship Id="rId18" Type="http://schemas.openxmlformats.org/officeDocument/2006/relationships/slideLayout" Target="../slideLayouts/slideLayout201.xml" /><Relationship Id="rId3" Type="http://schemas.openxmlformats.org/officeDocument/2006/relationships/slideLayout" Target="../slideLayouts/slideLayout186.xml" /><Relationship Id="rId21" Type="http://schemas.openxmlformats.org/officeDocument/2006/relationships/theme" Target="../theme/theme14.xml" /><Relationship Id="rId7" Type="http://schemas.openxmlformats.org/officeDocument/2006/relationships/slideLayout" Target="../slideLayouts/slideLayout190.xml" /><Relationship Id="rId12" Type="http://schemas.openxmlformats.org/officeDocument/2006/relationships/slideLayout" Target="../slideLayouts/slideLayout195.xml" /><Relationship Id="rId17" Type="http://schemas.openxmlformats.org/officeDocument/2006/relationships/slideLayout" Target="../slideLayouts/slideLayout200.xml" /><Relationship Id="rId2" Type="http://schemas.openxmlformats.org/officeDocument/2006/relationships/slideLayout" Target="../slideLayouts/slideLayout185.xml" /><Relationship Id="rId16" Type="http://schemas.openxmlformats.org/officeDocument/2006/relationships/slideLayout" Target="../slideLayouts/slideLayout199.xml" /><Relationship Id="rId20" Type="http://schemas.openxmlformats.org/officeDocument/2006/relationships/slideLayout" Target="../slideLayouts/slideLayout203.xml" /><Relationship Id="rId1" Type="http://schemas.openxmlformats.org/officeDocument/2006/relationships/slideLayout" Target="../slideLayouts/slideLayout184.xml" /><Relationship Id="rId6" Type="http://schemas.openxmlformats.org/officeDocument/2006/relationships/slideLayout" Target="../slideLayouts/slideLayout189.xml" /><Relationship Id="rId11" Type="http://schemas.openxmlformats.org/officeDocument/2006/relationships/slideLayout" Target="../slideLayouts/slideLayout194.xml" /><Relationship Id="rId5" Type="http://schemas.openxmlformats.org/officeDocument/2006/relationships/slideLayout" Target="../slideLayouts/slideLayout188.xml" /><Relationship Id="rId15" Type="http://schemas.openxmlformats.org/officeDocument/2006/relationships/slideLayout" Target="../slideLayouts/slideLayout198.xml" /><Relationship Id="rId10" Type="http://schemas.openxmlformats.org/officeDocument/2006/relationships/slideLayout" Target="../slideLayouts/slideLayout193.xml" /><Relationship Id="rId19" Type="http://schemas.openxmlformats.org/officeDocument/2006/relationships/slideLayout" Target="../slideLayouts/slideLayout202.xml" /><Relationship Id="rId4" Type="http://schemas.openxmlformats.org/officeDocument/2006/relationships/slideLayout" Target="../slideLayouts/slideLayout187.xml" /><Relationship Id="rId9" Type="http://schemas.openxmlformats.org/officeDocument/2006/relationships/slideLayout" Target="../slideLayouts/slideLayout192.xml" /><Relationship Id="rId14" Type="http://schemas.openxmlformats.org/officeDocument/2006/relationships/slideLayout" Target="../slideLayouts/slideLayout197.xml" /></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211.xml" /><Relationship Id="rId13" Type="http://schemas.openxmlformats.org/officeDocument/2006/relationships/slideLayout" Target="../slideLayouts/slideLayout216.xml" /><Relationship Id="rId18" Type="http://schemas.openxmlformats.org/officeDocument/2006/relationships/slideLayout" Target="../slideLayouts/slideLayout221.xml" /><Relationship Id="rId3" Type="http://schemas.openxmlformats.org/officeDocument/2006/relationships/slideLayout" Target="../slideLayouts/slideLayout206.xml" /><Relationship Id="rId7" Type="http://schemas.openxmlformats.org/officeDocument/2006/relationships/slideLayout" Target="../slideLayouts/slideLayout210.xml" /><Relationship Id="rId12" Type="http://schemas.openxmlformats.org/officeDocument/2006/relationships/slideLayout" Target="../slideLayouts/slideLayout215.xml" /><Relationship Id="rId17" Type="http://schemas.openxmlformats.org/officeDocument/2006/relationships/slideLayout" Target="../slideLayouts/slideLayout220.xml" /><Relationship Id="rId2" Type="http://schemas.openxmlformats.org/officeDocument/2006/relationships/slideLayout" Target="../slideLayouts/slideLayout205.xml" /><Relationship Id="rId16" Type="http://schemas.openxmlformats.org/officeDocument/2006/relationships/slideLayout" Target="../slideLayouts/slideLayout219.xml" /><Relationship Id="rId20" Type="http://schemas.openxmlformats.org/officeDocument/2006/relationships/theme" Target="../theme/theme15.xml" /><Relationship Id="rId1" Type="http://schemas.openxmlformats.org/officeDocument/2006/relationships/slideLayout" Target="../slideLayouts/slideLayout204.xml" /><Relationship Id="rId6" Type="http://schemas.openxmlformats.org/officeDocument/2006/relationships/slideLayout" Target="../slideLayouts/slideLayout209.xml" /><Relationship Id="rId11" Type="http://schemas.openxmlformats.org/officeDocument/2006/relationships/slideLayout" Target="../slideLayouts/slideLayout214.xml" /><Relationship Id="rId5" Type="http://schemas.openxmlformats.org/officeDocument/2006/relationships/slideLayout" Target="../slideLayouts/slideLayout208.xml" /><Relationship Id="rId15" Type="http://schemas.openxmlformats.org/officeDocument/2006/relationships/slideLayout" Target="../slideLayouts/slideLayout218.xml" /><Relationship Id="rId10" Type="http://schemas.openxmlformats.org/officeDocument/2006/relationships/slideLayout" Target="../slideLayouts/slideLayout213.xml" /><Relationship Id="rId19" Type="http://schemas.openxmlformats.org/officeDocument/2006/relationships/slideLayout" Target="../slideLayouts/slideLayout222.xml" /><Relationship Id="rId4" Type="http://schemas.openxmlformats.org/officeDocument/2006/relationships/slideLayout" Target="../slideLayouts/slideLayout207.xml" /><Relationship Id="rId9" Type="http://schemas.openxmlformats.org/officeDocument/2006/relationships/slideLayout" Target="../slideLayouts/slideLayout212.xml" /><Relationship Id="rId14" Type="http://schemas.openxmlformats.org/officeDocument/2006/relationships/slideLayout" Target="../slideLayouts/slideLayout217.xml" /></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230.xml" /><Relationship Id="rId13" Type="http://schemas.openxmlformats.org/officeDocument/2006/relationships/slideLayout" Target="../slideLayouts/slideLayout235.xml" /><Relationship Id="rId3" Type="http://schemas.openxmlformats.org/officeDocument/2006/relationships/slideLayout" Target="../slideLayouts/slideLayout225.xml" /><Relationship Id="rId7" Type="http://schemas.openxmlformats.org/officeDocument/2006/relationships/slideLayout" Target="../slideLayouts/slideLayout229.xml" /><Relationship Id="rId12" Type="http://schemas.openxmlformats.org/officeDocument/2006/relationships/slideLayout" Target="../slideLayouts/slideLayout234.xml" /><Relationship Id="rId2" Type="http://schemas.openxmlformats.org/officeDocument/2006/relationships/slideLayout" Target="../slideLayouts/slideLayout224.xml" /><Relationship Id="rId1" Type="http://schemas.openxmlformats.org/officeDocument/2006/relationships/slideLayout" Target="../slideLayouts/slideLayout223.xml" /><Relationship Id="rId6" Type="http://schemas.openxmlformats.org/officeDocument/2006/relationships/slideLayout" Target="../slideLayouts/slideLayout228.xml" /><Relationship Id="rId11" Type="http://schemas.openxmlformats.org/officeDocument/2006/relationships/slideLayout" Target="../slideLayouts/slideLayout233.xml" /><Relationship Id="rId5" Type="http://schemas.openxmlformats.org/officeDocument/2006/relationships/slideLayout" Target="../slideLayouts/slideLayout227.xml" /><Relationship Id="rId15" Type="http://schemas.openxmlformats.org/officeDocument/2006/relationships/image" Target="../media/image4.png" /><Relationship Id="rId10" Type="http://schemas.openxmlformats.org/officeDocument/2006/relationships/slideLayout" Target="../slideLayouts/slideLayout232.xml" /><Relationship Id="rId4" Type="http://schemas.openxmlformats.org/officeDocument/2006/relationships/slideLayout" Target="../slideLayouts/slideLayout226.xml" /><Relationship Id="rId9" Type="http://schemas.openxmlformats.org/officeDocument/2006/relationships/slideLayout" Target="../slideLayouts/slideLayout231.xml" /><Relationship Id="rId14" Type="http://schemas.openxmlformats.org/officeDocument/2006/relationships/theme" Target="../theme/theme16.xml" /></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243.xml" /><Relationship Id="rId13" Type="http://schemas.openxmlformats.org/officeDocument/2006/relationships/slideLayout" Target="../slideLayouts/slideLayout248.xml" /><Relationship Id="rId3" Type="http://schemas.openxmlformats.org/officeDocument/2006/relationships/slideLayout" Target="../slideLayouts/slideLayout238.xml" /><Relationship Id="rId7" Type="http://schemas.openxmlformats.org/officeDocument/2006/relationships/slideLayout" Target="../slideLayouts/slideLayout242.xml" /><Relationship Id="rId12" Type="http://schemas.openxmlformats.org/officeDocument/2006/relationships/slideLayout" Target="../slideLayouts/slideLayout247.xml" /><Relationship Id="rId2" Type="http://schemas.openxmlformats.org/officeDocument/2006/relationships/slideLayout" Target="../slideLayouts/slideLayout237.xml" /><Relationship Id="rId16" Type="http://schemas.openxmlformats.org/officeDocument/2006/relationships/image" Target="../media/image4.png" /><Relationship Id="rId1" Type="http://schemas.openxmlformats.org/officeDocument/2006/relationships/slideLayout" Target="../slideLayouts/slideLayout236.xml" /><Relationship Id="rId6" Type="http://schemas.openxmlformats.org/officeDocument/2006/relationships/slideLayout" Target="../slideLayouts/slideLayout241.xml" /><Relationship Id="rId11" Type="http://schemas.openxmlformats.org/officeDocument/2006/relationships/slideLayout" Target="../slideLayouts/slideLayout246.xml" /><Relationship Id="rId5" Type="http://schemas.openxmlformats.org/officeDocument/2006/relationships/slideLayout" Target="../slideLayouts/slideLayout240.xml" /><Relationship Id="rId15" Type="http://schemas.openxmlformats.org/officeDocument/2006/relationships/theme" Target="../theme/theme17.xml" /><Relationship Id="rId10" Type="http://schemas.openxmlformats.org/officeDocument/2006/relationships/slideLayout" Target="../slideLayouts/slideLayout245.xml" /><Relationship Id="rId4" Type="http://schemas.openxmlformats.org/officeDocument/2006/relationships/slideLayout" Target="../slideLayouts/slideLayout239.xml" /><Relationship Id="rId9" Type="http://schemas.openxmlformats.org/officeDocument/2006/relationships/slideLayout" Target="../slideLayouts/slideLayout244.xml" /><Relationship Id="rId14" Type="http://schemas.openxmlformats.org/officeDocument/2006/relationships/slideLayout" Target="../slideLayouts/slideLayout249.xml" /></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257.xml" /><Relationship Id="rId13" Type="http://schemas.openxmlformats.org/officeDocument/2006/relationships/slideLayout" Target="../slideLayouts/slideLayout262.xml" /><Relationship Id="rId3" Type="http://schemas.openxmlformats.org/officeDocument/2006/relationships/slideLayout" Target="../slideLayouts/slideLayout252.xml" /><Relationship Id="rId7" Type="http://schemas.openxmlformats.org/officeDocument/2006/relationships/slideLayout" Target="../slideLayouts/slideLayout256.xml" /><Relationship Id="rId12" Type="http://schemas.openxmlformats.org/officeDocument/2006/relationships/slideLayout" Target="../slideLayouts/slideLayout261.xml" /><Relationship Id="rId2" Type="http://schemas.openxmlformats.org/officeDocument/2006/relationships/slideLayout" Target="../slideLayouts/slideLayout251.xml" /><Relationship Id="rId16" Type="http://schemas.openxmlformats.org/officeDocument/2006/relationships/image" Target="../media/image4.png" /><Relationship Id="rId1" Type="http://schemas.openxmlformats.org/officeDocument/2006/relationships/slideLayout" Target="../slideLayouts/slideLayout250.xml" /><Relationship Id="rId6" Type="http://schemas.openxmlformats.org/officeDocument/2006/relationships/slideLayout" Target="../slideLayouts/slideLayout255.xml" /><Relationship Id="rId11" Type="http://schemas.openxmlformats.org/officeDocument/2006/relationships/slideLayout" Target="../slideLayouts/slideLayout260.xml" /><Relationship Id="rId5" Type="http://schemas.openxmlformats.org/officeDocument/2006/relationships/slideLayout" Target="../slideLayouts/slideLayout254.xml" /><Relationship Id="rId15" Type="http://schemas.openxmlformats.org/officeDocument/2006/relationships/theme" Target="../theme/theme18.xml" /><Relationship Id="rId10" Type="http://schemas.openxmlformats.org/officeDocument/2006/relationships/slideLayout" Target="../slideLayouts/slideLayout259.xml" /><Relationship Id="rId4" Type="http://schemas.openxmlformats.org/officeDocument/2006/relationships/slideLayout" Target="../slideLayouts/slideLayout253.xml" /><Relationship Id="rId9" Type="http://schemas.openxmlformats.org/officeDocument/2006/relationships/slideLayout" Target="../slideLayouts/slideLayout258.xml" /><Relationship Id="rId14" Type="http://schemas.openxmlformats.org/officeDocument/2006/relationships/slideLayout" Target="../slideLayouts/slideLayout263.xml" /></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smtClean="0">
                <a:solidFill>
                  <a:schemeClr val="tx1">
                    <a:tint val="75000"/>
                  </a:schemeClr>
                </a:solidFill>
                <a:latin typeface="Arial" pitchFamily="34" charset="0"/>
                <a:cs typeface="Arial" pitchFamily="34" charset="0"/>
              </a:defRPr>
            </a:lvl1pPr>
          </a:lstStyle>
          <a:p>
            <a:pPr>
              <a:defRPr/>
            </a:pPr>
            <a:fld id="{DAE0A98B-91D6-4D0A-A390-AF26B360F87A}" type="datetime1">
              <a:rPr lang="en-US" smtClean="0"/>
              <a:t>1/31/2026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smtClean="0">
                <a:solidFill>
                  <a:schemeClr val="tx1">
                    <a:tint val="75000"/>
                  </a:schemeClr>
                </a:solidFill>
                <a:latin typeface="Arial" pitchFamily="34" charset="0"/>
                <a:cs typeface="Arial" pitchFamily="34" charset="0"/>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smtClean="0">
                <a:solidFill>
                  <a:schemeClr val="tx1">
                    <a:tint val="75000"/>
                  </a:schemeClr>
                </a:solidFill>
                <a:latin typeface="Arial" pitchFamily="34" charset="0"/>
                <a:cs typeface="Arial" pitchFamily="34" charset="0"/>
              </a:defRPr>
            </a:lvl1pPr>
          </a:lstStyle>
          <a:p>
            <a:pPr>
              <a:defRPr/>
            </a:pPr>
            <a:fld id="{60DB935C-A2BB-404C-A6C5-67E9068028EC}"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1" r:id="rId12"/>
    <p:sldLayoutId id="2147483923" r:id="rId13"/>
    <p:sldLayoutId id="2147485032" r:id="rId14"/>
    <p:sldLayoutId id="2147485472" r:id="rId15"/>
  </p:sldLayoutIdLst>
  <p:hf sldNum="0" hdr="0" ftr="0" dt="0"/>
  <p:txStyles>
    <p:titleStyle>
      <a:lvl1pPr algn="l" rtl="0" fontAlgn="base">
        <a:spcBef>
          <a:spcPct val="0"/>
        </a:spcBef>
        <a:spcAft>
          <a:spcPct val="0"/>
        </a:spcAft>
        <a:defRPr sz="4000" b="1" kern="1200" spc="-150">
          <a:solidFill>
            <a:schemeClr val="tx1"/>
          </a:solidFill>
          <a:latin typeface="Arial" pitchFamily="34" charset="0"/>
          <a:ea typeface="+mj-ea"/>
          <a:cs typeface="Arial" pitchFamily="34" charset="0"/>
        </a:defRPr>
      </a:lvl1pPr>
      <a:lvl2pPr algn="l" rtl="0" fontAlgn="base">
        <a:spcBef>
          <a:spcPct val="0"/>
        </a:spcBef>
        <a:spcAft>
          <a:spcPct val="0"/>
        </a:spcAft>
        <a:defRPr sz="4000" b="1">
          <a:solidFill>
            <a:schemeClr val="tx1"/>
          </a:solidFill>
          <a:latin typeface="Arial" charset="0"/>
          <a:cs typeface="Arial" charset="0"/>
        </a:defRPr>
      </a:lvl2pPr>
      <a:lvl3pPr algn="l" rtl="0" fontAlgn="base">
        <a:spcBef>
          <a:spcPct val="0"/>
        </a:spcBef>
        <a:spcAft>
          <a:spcPct val="0"/>
        </a:spcAft>
        <a:defRPr sz="4000" b="1">
          <a:solidFill>
            <a:schemeClr val="tx1"/>
          </a:solidFill>
          <a:latin typeface="Arial" charset="0"/>
          <a:cs typeface="Arial" charset="0"/>
        </a:defRPr>
      </a:lvl3pPr>
      <a:lvl4pPr algn="l" rtl="0" fontAlgn="base">
        <a:spcBef>
          <a:spcPct val="0"/>
        </a:spcBef>
        <a:spcAft>
          <a:spcPct val="0"/>
        </a:spcAft>
        <a:defRPr sz="4000" b="1">
          <a:solidFill>
            <a:schemeClr val="tx1"/>
          </a:solidFill>
          <a:latin typeface="Arial" charset="0"/>
          <a:cs typeface="Arial" charset="0"/>
        </a:defRPr>
      </a:lvl4pPr>
      <a:lvl5pPr algn="l" rtl="0" fontAlgn="base">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74"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pic>
        <p:nvPicPr>
          <p:cNvPr id="3076" name="Picture 7" descr="Picture 7.png"/>
          <p:cNvPicPr>
            <a:picLocks noChangeAspect="1"/>
          </p:cNvPicPr>
          <p:nvPr/>
        </p:nvPicPr>
        <p:blipFill>
          <a:blip r:embed="rId13"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3077" name="Group 8"/>
          <p:cNvGrpSpPr>
            <a:grpSpLocks/>
          </p:cNvGrpSpPr>
          <p:nvPr/>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3078" name="Group 12"/>
          <p:cNvGrpSpPr>
            <a:grpSpLocks/>
          </p:cNvGrpSpPr>
          <p:nvPr/>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spTree>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Lst>
  <p:hf sldNum="0" hdr="0" ft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098"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pic>
        <p:nvPicPr>
          <p:cNvPr id="4100" name="Picture 7" descr="Picture 7.png"/>
          <p:cNvPicPr>
            <a:picLocks noChangeAspect="1"/>
          </p:cNvPicPr>
          <p:nvPr/>
        </p:nvPicPr>
        <p:blipFill>
          <a:blip r:embed="rId13"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4101" name="Group 8"/>
          <p:cNvGrpSpPr>
            <a:grpSpLocks/>
          </p:cNvGrpSpPr>
          <p:nvPr/>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4102" name="Group 12"/>
          <p:cNvGrpSpPr>
            <a:grpSpLocks/>
          </p:cNvGrpSpPr>
          <p:nvPr/>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spTree>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Lst>
  <p:hf sldNum="0" hdr="0" ft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8592450"/>
      </p:ext>
    </p:extLst>
  </p:cSld>
  <p:clrMap bg1="lt1" tx1="dk1" bg2="lt2" tx2="dk2" accent1="accent1" accent2="accent2" accent3="accent3" accent4="accent4" accent5="accent5" accent6="accent6" hlink="hlink" folHlink="folHlink"/>
  <p:sldLayoutIdLst>
    <p:sldLayoutId id="2147484000" r:id="rId1"/>
    <p:sldLayoutId id="2147484001" r:id="rId2"/>
    <p:sldLayoutId id="2147484002" r:id="rId3"/>
    <p:sldLayoutId id="2147484003" r:id="rId4"/>
    <p:sldLayoutId id="2147484007" r:id="rId5"/>
    <p:sldLayoutId id="2147484008" r:id="rId6"/>
    <p:sldLayoutId id="2147484009" r:id="rId7"/>
    <p:sldLayoutId id="2147484010" r:id="rId8"/>
    <p:sldLayoutId id="2147484011" r:id="rId9"/>
    <p:sldLayoutId id="2147484012" r:id="rId10"/>
    <p:sldLayoutId id="2147484013" r:id="rId11"/>
    <p:sldLayoutId id="2147484014" r:id="rId12"/>
    <p:sldLayoutId id="2147484015" r:id="rId13"/>
    <p:sldLayoutId id="2147484026" r:id="rId14"/>
    <p:sldLayoutId id="2147484027" r:id="rId15"/>
    <p:sldLayoutId id="2147484032" r:id="rId16"/>
    <p:sldLayoutId id="2147484033" r:id="rId17"/>
    <p:sldLayoutId id="2147484034" r:id="rId18"/>
    <p:sldLayoutId id="2147484038" r:id="rId19"/>
    <p:sldLayoutId id="2147484039" r:id="rId20"/>
    <p:sldLayoutId id="2147484041" r:id="rId21"/>
  </p:sldLayoutIdLst>
  <p:hf sldNum="0" hdr="0" ftr="0" dt="0"/>
  <p:txStyles>
    <p:titleStyle>
      <a:lvl1pPr algn="l" rtl="0" fontAlgn="base">
        <a:spcBef>
          <a:spcPct val="0"/>
        </a:spcBef>
        <a:spcAft>
          <a:spcPct val="0"/>
        </a:spcAft>
        <a:defRPr sz="4000" b="1" kern="1200" spc="-150">
          <a:solidFill>
            <a:schemeClr val="tx1"/>
          </a:solidFill>
          <a:latin typeface="Arial" pitchFamily="34" charset="0"/>
          <a:ea typeface="+mj-ea"/>
          <a:cs typeface="Arial" pitchFamily="34" charset="0"/>
        </a:defRPr>
      </a:lvl1pPr>
      <a:lvl2pPr algn="l" rtl="0" fontAlgn="base">
        <a:spcBef>
          <a:spcPct val="0"/>
        </a:spcBef>
        <a:spcAft>
          <a:spcPct val="0"/>
        </a:spcAft>
        <a:defRPr sz="4000" b="1">
          <a:solidFill>
            <a:schemeClr val="tx1"/>
          </a:solidFill>
          <a:latin typeface="Arial" charset="0"/>
          <a:cs typeface="Arial" charset="0"/>
        </a:defRPr>
      </a:lvl2pPr>
      <a:lvl3pPr algn="l" rtl="0" fontAlgn="base">
        <a:spcBef>
          <a:spcPct val="0"/>
        </a:spcBef>
        <a:spcAft>
          <a:spcPct val="0"/>
        </a:spcAft>
        <a:defRPr sz="4000" b="1">
          <a:solidFill>
            <a:schemeClr val="tx1"/>
          </a:solidFill>
          <a:latin typeface="Arial" charset="0"/>
          <a:cs typeface="Arial" charset="0"/>
        </a:defRPr>
      </a:lvl3pPr>
      <a:lvl4pPr algn="l" rtl="0" fontAlgn="base">
        <a:spcBef>
          <a:spcPct val="0"/>
        </a:spcBef>
        <a:spcAft>
          <a:spcPct val="0"/>
        </a:spcAft>
        <a:defRPr sz="4000" b="1">
          <a:solidFill>
            <a:schemeClr val="tx1"/>
          </a:solidFill>
          <a:latin typeface="Arial" charset="0"/>
          <a:cs typeface="Arial" charset="0"/>
        </a:defRPr>
      </a:lvl4pPr>
      <a:lvl5pPr algn="l" rtl="0" fontAlgn="base">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smtClean="0">
                <a:solidFill>
                  <a:schemeClr val="tx1">
                    <a:tint val="75000"/>
                  </a:schemeClr>
                </a:solidFill>
                <a:latin typeface="Arial" pitchFamily="34" charset="0"/>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D9E909E-7C98-4E08-B6CF-5AC97662F8A6}" type="datetime3">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31 January 2026</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smtClean="0">
                <a:solidFill>
                  <a:schemeClr val="tx1">
                    <a:tint val="75000"/>
                  </a:schemeClr>
                </a:solidFill>
                <a:latin typeface="Arial" pitchFamily="34" charset="0"/>
                <a:cs typeface="Arial"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IS ZC464, Machine Learning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smtClean="0">
                <a:solidFill>
                  <a:schemeClr val="tx1">
                    <a:tint val="75000"/>
                  </a:schemeClr>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555910428"/>
      </p:ext>
    </p:extLst>
  </p:cSld>
  <p:clrMap bg1="lt1" tx1="dk1" bg2="lt2" tx2="dk2" accent1="accent1" accent2="accent2" accent3="accent3" accent4="accent4" accent5="accent5" accent6="accent6" hlink="hlink" folHlink="folHlink"/>
  <p:sldLayoutIdLst>
    <p:sldLayoutId id="2147484176" r:id="rId1"/>
    <p:sldLayoutId id="2147484177" r:id="rId2"/>
    <p:sldLayoutId id="2147484178" r:id="rId3"/>
    <p:sldLayoutId id="2147484179" r:id="rId4"/>
    <p:sldLayoutId id="2147484180" r:id="rId5"/>
    <p:sldLayoutId id="2147484181" r:id="rId6"/>
    <p:sldLayoutId id="2147484182" r:id="rId7"/>
    <p:sldLayoutId id="2147484183" r:id="rId8"/>
    <p:sldLayoutId id="2147484184" r:id="rId9"/>
    <p:sldLayoutId id="2147484185" r:id="rId10"/>
    <p:sldLayoutId id="2147484186" r:id="rId11"/>
    <p:sldLayoutId id="2147484187" r:id="rId12"/>
    <p:sldLayoutId id="2147484188" r:id="rId13"/>
    <p:sldLayoutId id="2147484189" r:id="rId14"/>
    <p:sldLayoutId id="2147484190" r:id="rId15"/>
    <p:sldLayoutId id="2147484191" r:id="rId16"/>
    <p:sldLayoutId id="2147484192" r:id="rId17"/>
    <p:sldLayoutId id="2147484193" r:id="rId18"/>
    <p:sldLayoutId id="2147484194" r:id="rId19"/>
    <p:sldLayoutId id="2147484198" r:id="rId20"/>
    <p:sldLayoutId id="2147484199" r:id="rId21"/>
    <p:sldLayoutId id="2147484202" r:id="rId22"/>
  </p:sldLayoutIdLst>
  <p:hf hdr="0"/>
  <p:txStyles>
    <p:titleStyle>
      <a:lvl1pPr algn="l" rtl="0" fontAlgn="base">
        <a:spcBef>
          <a:spcPct val="0"/>
        </a:spcBef>
        <a:spcAft>
          <a:spcPct val="0"/>
        </a:spcAft>
        <a:defRPr sz="4000" b="1" kern="1200" spc="-150">
          <a:solidFill>
            <a:schemeClr val="tx1"/>
          </a:solidFill>
          <a:latin typeface="Arial" pitchFamily="34" charset="0"/>
          <a:ea typeface="+mj-ea"/>
          <a:cs typeface="Arial" pitchFamily="34" charset="0"/>
        </a:defRPr>
      </a:lvl1pPr>
      <a:lvl2pPr algn="l" rtl="0" fontAlgn="base">
        <a:spcBef>
          <a:spcPct val="0"/>
        </a:spcBef>
        <a:spcAft>
          <a:spcPct val="0"/>
        </a:spcAft>
        <a:defRPr sz="4000" b="1">
          <a:solidFill>
            <a:schemeClr val="tx1"/>
          </a:solidFill>
          <a:latin typeface="Arial" charset="0"/>
          <a:cs typeface="Arial" charset="0"/>
        </a:defRPr>
      </a:lvl2pPr>
      <a:lvl3pPr algn="l" rtl="0" fontAlgn="base">
        <a:spcBef>
          <a:spcPct val="0"/>
        </a:spcBef>
        <a:spcAft>
          <a:spcPct val="0"/>
        </a:spcAft>
        <a:defRPr sz="4000" b="1">
          <a:solidFill>
            <a:schemeClr val="tx1"/>
          </a:solidFill>
          <a:latin typeface="Arial" charset="0"/>
          <a:cs typeface="Arial" charset="0"/>
        </a:defRPr>
      </a:lvl3pPr>
      <a:lvl4pPr algn="l" rtl="0" fontAlgn="base">
        <a:spcBef>
          <a:spcPct val="0"/>
        </a:spcBef>
        <a:spcAft>
          <a:spcPct val="0"/>
        </a:spcAft>
        <a:defRPr sz="4000" b="1">
          <a:solidFill>
            <a:schemeClr val="tx1"/>
          </a:solidFill>
          <a:latin typeface="Arial" charset="0"/>
          <a:cs typeface="Arial" charset="0"/>
        </a:defRPr>
      </a:lvl4pPr>
      <a:lvl5pPr algn="l" rtl="0" fontAlgn="base">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74"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pic>
        <p:nvPicPr>
          <p:cNvPr id="3076" name="Picture 7" descr="Picture 7.png"/>
          <p:cNvPicPr>
            <a:picLocks noChangeAspect="1"/>
          </p:cNvPicPr>
          <p:nvPr/>
        </p:nvPicPr>
        <p:blipFill>
          <a:blip r:embed="rId14"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3077" name="Group 8"/>
          <p:cNvGrpSpPr>
            <a:grpSpLocks/>
          </p:cNvGrpSpPr>
          <p:nvPr/>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078" name="Group 12"/>
          <p:cNvGrpSpPr>
            <a:grpSpLocks/>
          </p:cNvGrpSpPr>
          <p:nvPr/>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2904070154"/>
      </p:ext>
    </p:extLst>
  </p:cSld>
  <p:clrMap bg1="lt1" tx1="dk1" bg2="lt2" tx2="dk2" accent1="accent1" accent2="accent2" accent3="accent3" accent4="accent4" accent5="accent5" accent6="accent6" hlink="hlink" folHlink="folHlink"/>
  <p:sldLayoutIdLst>
    <p:sldLayoutId id="2147484383" r:id="rId1"/>
    <p:sldLayoutId id="2147484384" r:id="rId2"/>
    <p:sldLayoutId id="2147484385" r:id="rId3"/>
    <p:sldLayoutId id="2147484386" r:id="rId4"/>
    <p:sldLayoutId id="2147484387" r:id="rId5"/>
    <p:sldLayoutId id="2147484388" r:id="rId6"/>
    <p:sldLayoutId id="2147484389" r:id="rId7"/>
    <p:sldLayoutId id="2147484390" r:id="rId8"/>
    <p:sldLayoutId id="2147484391" r:id="rId9"/>
    <p:sldLayoutId id="2147484392" r:id="rId10"/>
    <p:sldLayoutId id="2147484393" r:id="rId11"/>
    <p:sldLayoutId id="2147484396" r:id="rId12"/>
  </p:sldLayoutIdLst>
  <p:hf hdr="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74"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pic>
        <p:nvPicPr>
          <p:cNvPr id="3076" name="Picture 7" descr="Picture 7.png"/>
          <p:cNvPicPr>
            <a:picLocks noChangeAspect="1"/>
          </p:cNvPicPr>
          <p:nvPr/>
        </p:nvPicPr>
        <p:blipFill>
          <a:blip r:embed="rId13"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3077" name="Group 8"/>
          <p:cNvGrpSpPr>
            <a:grpSpLocks/>
          </p:cNvGrpSpPr>
          <p:nvPr/>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078" name="Group 12"/>
          <p:cNvGrpSpPr>
            <a:grpSpLocks/>
          </p:cNvGrpSpPr>
          <p:nvPr/>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1962276111"/>
      </p:ext>
    </p:extLst>
  </p:cSld>
  <p:clrMap bg1="lt1" tx1="dk1" bg2="lt2" tx2="dk2" accent1="accent1" accent2="accent2" accent3="accent3" accent4="accent4" accent5="accent5" accent6="accent6" hlink="hlink" folHlink="folHlink"/>
  <p:sldLayoutIdLst>
    <p:sldLayoutId id="2147484434" r:id="rId1"/>
    <p:sldLayoutId id="2147484435" r:id="rId2"/>
    <p:sldLayoutId id="2147484436" r:id="rId3"/>
    <p:sldLayoutId id="2147484437" r:id="rId4"/>
    <p:sldLayoutId id="2147484438" r:id="rId5"/>
    <p:sldLayoutId id="2147484439" r:id="rId6"/>
    <p:sldLayoutId id="2147484440" r:id="rId7"/>
    <p:sldLayoutId id="2147484441" r:id="rId8"/>
    <p:sldLayoutId id="2147484442" r:id="rId9"/>
    <p:sldLayoutId id="2147484443" r:id="rId10"/>
    <p:sldLayoutId id="2147484444" r:id="rId11"/>
  </p:sldLayoutIdLst>
  <p:hf hdr="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74"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pic>
        <p:nvPicPr>
          <p:cNvPr id="3076" name="Picture 7" descr="Picture 7.png"/>
          <p:cNvPicPr>
            <a:picLocks noChangeAspect="1"/>
          </p:cNvPicPr>
          <p:nvPr/>
        </p:nvPicPr>
        <p:blipFill>
          <a:blip r:embed="rId15"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3077" name="Group 8"/>
          <p:cNvGrpSpPr>
            <a:grpSpLocks/>
          </p:cNvGrpSpPr>
          <p:nvPr/>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078" name="Group 12"/>
          <p:cNvGrpSpPr>
            <a:grpSpLocks/>
          </p:cNvGrpSpPr>
          <p:nvPr/>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4198838084"/>
      </p:ext>
    </p:extLst>
  </p:cSld>
  <p:clrMap bg1="lt1" tx1="dk1" bg2="lt2" tx2="dk2" accent1="accent1" accent2="accent2" accent3="accent3" accent4="accent4" accent5="accent5" accent6="accent6" hlink="hlink" folHlink="folHlink"/>
  <p:sldLayoutIdLst>
    <p:sldLayoutId id="2147484522" r:id="rId1"/>
    <p:sldLayoutId id="2147484523" r:id="rId2"/>
    <p:sldLayoutId id="2147484524" r:id="rId3"/>
    <p:sldLayoutId id="2147484525" r:id="rId4"/>
    <p:sldLayoutId id="2147484526" r:id="rId5"/>
    <p:sldLayoutId id="2147484527" r:id="rId6"/>
    <p:sldLayoutId id="2147484528" r:id="rId7"/>
    <p:sldLayoutId id="2147484529" r:id="rId8"/>
    <p:sldLayoutId id="2147484530" r:id="rId9"/>
    <p:sldLayoutId id="2147484531" r:id="rId10"/>
    <p:sldLayoutId id="2147484532" r:id="rId11"/>
    <p:sldLayoutId id="2147484533" r:id="rId12"/>
    <p:sldLayoutId id="2147484535" r:id="rId13"/>
  </p:sldLayoutIdLst>
  <p:hf hdr="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74" name="Text Placeholder 2"/>
          <p:cNvSpPr>
            <a:spLocks noGrp="1"/>
          </p:cNvSpPr>
          <p:nvPr>
            <p:ph type="body" idx="1"/>
          </p:nvPr>
        </p:nvSpPr>
        <p:spPr bwMode="auto">
          <a:xfrm>
            <a:off x="457200" y="1600202"/>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3276600" y="6596065"/>
            <a:ext cx="5867400" cy="219291"/>
          </a:xfrm>
          <a:prstGeom prst="rect">
            <a:avLst/>
          </a:prstGeom>
          <a:noFill/>
        </p:spPr>
        <p:txBody>
          <a:bodyPr>
            <a:spAutoFit/>
          </a:body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sz="825" b="1" i="0" u="none" strike="noStrike" kern="1200" cap="none" spc="0" normalizeH="0" baseline="0" noProof="0" dirty="0">
                <a:ln>
                  <a:noFill/>
                </a:ln>
                <a:solidFill>
                  <a:srgbClr val="101141"/>
                </a:solidFill>
                <a:effectLst/>
                <a:uLnTx/>
                <a:uFillTx/>
                <a:latin typeface="Arial"/>
                <a:ea typeface="+mn-ea"/>
                <a:cs typeface="Arial"/>
              </a:rPr>
              <a:t>BITS </a:t>
            </a:r>
            <a:r>
              <a:rPr kumimoji="0" lang="en-US" sz="825" b="0" i="0" u="none" strike="noStrike" kern="1200" cap="none" spc="0" normalizeH="0" baseline="0" noProof="0" dirty="0">
                <a:ln>
                  <a:noFill/>
                </a:ln>
                <a:solidFill>
                  <a:srgbClr val="101141"/>
                </a:solidFill>
                <a:effectLst/>
                <a:uLnTx/>
                <a:uFillTx/>
                <a:latin typeface="Arial"/>
                <a:ea typeface="+mn-ea"/>
                <a:cs typeface="Arial"/>
              </a:rPr>
              <a:t>Pilani, Pilani Campus</a:t>
            </a:r>
          </a:p>
        </p:txBody>
      </p:sp>
      <p:pic>
        <p:nvPicPr>
          <p:cNvPr id="3076" name="Picture 7" descr="Picture 7.png"/>
          <p:cNvPicPr>
            <a:picLocks noChangeAspect="1"/>
          </p:cNvPicPr>
          <p:nvPr/>
        </p:nvPicPr>
        <p:blipFill>
          <a:blip r:embed="rId16"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3077" name="Group 8"/>
          <p:cNvGrpSpPr>
            <a:grpSpLocks/>
          </p:cNvGrpSpPr>
          <p:nvPr/>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078" name="Group 12"/>
          <p:cNvGrpSpPr>
            <a:grpSpLocks/>
          </p:cNvGrpSpPr>
          <p:nvPr/>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3691263530"/>
      </p:ext>
    </p:extLst>
  </p:cSld>
  <p:clrMap bg1="lt1" tx1="dk1" bg2="lt2" tx2="dk2" accent1="accent1" accent2="accent2" accent3="accent3" accent4="accent4" accent5="accent5" accent6="accent6" hlink="hlink" folHlink="folHlink"/>
  <p:sldLayoutIdLst>
    <p:sldLayoutId id="2147485011" r:id="rId1"/>
    <p:sldLayoutId id="2147485012" r:id="rId2"/>
    <p:sldLayoutId id="2147485013" r:id="rId3"/>
    <p:sldLayoutId id="2147485014" r:id="rId4"/>
    <p:sldLayoutId id="2147485015" r:id="rId5"/>
    <p:sldLayoutId id="2147485016" r:id="rId6"/>
    <p:sldLayoutId id="2147485017" r:id="rId7"/>
    <p:sldLayoutId id="2147485018" r:id="rId8"/>
    <p:sldLayoutId id="2147485019" r:id="rId9"/>
    <p:sldLayoutId id="2147485020" r:id="rId10"/>
    <p:sldLayoutId id="2147485021" r:id="rId11"/>
    <p:sldLayoutId id="2147485022" r:id="rId12"/>
    <p:sldLayoutId id="2147485023" r:id="rId13"/>
    <p:sldLayoutId id="2147485031" r:id="rId14"/>
  </p:sldLayoutIdLst>
  <p:hf hdr="0"/>
  <p:txStyles>
    <p:titleStyle>
      <a:lvl1pPr algn="ctr" rtl="0" fontAlgn="base">
        <a:spcBef>
          <a:spcPct val="0"/>
        </a:spcBef>
        <a:spcAft>
          <a:spcPct val="0"/>
        </a:spcAft>
        <a:defRPr sz="3300" kern="1200">
          <a:solidFill>
            <a:schemeClr val="tx1"/>
          </a:solidFill>
          <a:latin typeface="+mj-lt"/>
          <a:ea typeface="+mj-ea"/>
          <a:cs typeface="+mj-cs"/>
        </a:defRPr>
      </a:lvl1pPr>
      <a:lvl2pPr algn="ctr" rtl="0" fontAlgn="base">
        <a:spcBef>
          <a:spcPct val="0"/>
        </a:spcBef>
        <a:spcAft>
          <a:spcPct val="0"/>
        </a:spcAft>
        <a:defRPr sz="3300">
          <a:solidFill>
            <a:schemeClr val="tx1"/>
          </a:solidFill>
          <a:latin typeface="Calibri" pitchFamily="34" charset="0"/>
        </a:defRPr>
      </a:lvl2pPr>
      <a:lvl3pPr algn="ctr" rtl="0" fontAlgn="base">
        <a:spcBef>
          <a:spcPct val="0"/>
        </a:spcBef>
        <a:spcAft>
          <a:spcPct val="0"/>
        </a:spcAft>
        <a:defRPr sz="3300">
          <a:solidFill>
            <a:schemeClr val="tx1"/>
          </a:solidFill>
          <a:latin typeface="Calibri" pitchFamily="34" charset="0"/>
        </a:defRPr>
      </a:lvl3pPr>
      <a:lvl4pPr algn="ctr" rtl="0" fontAlgn="base">
        <a:spcBef>
          <a:spcPct val="0"/>
        </a:spcBef>
        <a:spcAft>
          <a:spcPct val="0"/>
        </a:spcAft>
        <a:defRPr sz="3300">
          <a:solidFill>
            <a:schemeClr val="tx1"/>
          </a:solidFill>
          <a:latin typeface="Calibri" pitchFamily="34" charset="0"/>
        </a:defRPr>
      </a:lvl4pPr>
      <a:lvl5pPr algn="ctr" rtl="0" fontAlgn="base">
        <a:spcBef>
          <a:spcPct val="0"/>
        </a:spcBef>
        <a:spcAft>
          <a:spcPct val="0"/>
        </a:spcAft>
        <a:defRPr sz="3300">
          <a:solidFill>
            <a:schemeClr val="tx1"/>
          </a:solidFill>
          <a:latin typeface="Calibri" pitchFamily="34" charset="0"/>
        </a:defRPr>
      </a:lvl5pPr>
      <a:lvl6pPr marL="342900" algn="ctr" rtl="0" eaLnBrk="1" fontAlgn="base" hangingPunct="1">
        <a:spcBef>
          <a:spcPct val="0"/>
        </a:spcBef>
        <a:spcAft>
          <a:spcPct val="0"/>
        </a:spcAft>
        <a:defRPr sz="3300">
          <a:solidFill>
            <a:schemeClr val="tx1"/>
          </a:solidFill>
          <a:latin typeface="Calibri" pitchFamily="34" charset="0"/>
        </a:defRPr>
      </a:lvl6pPr>
      <a:lvl7pPr marL="685800" algn="ctr" rtl="0" eaLnBrk="1" fontAlgn="base" hangingPunct="1">
        <a:spcBef>
          <a:spcPct val="0"/>
        </a:spcBef>
        <a:spcAft>
          <a:spcPct val="0"/>
        </a:spcAft>
        <a:defRPr sz="3300">
          <a:solidFill>
            <a:schemeClr val="tx1"/>
          </a:solidFill>
          <a:latin typeface="Calibri" pitchFamily="34" charset="0"/>
        </a:defRPr>
      </a:lvl7pPr>
      <a:lvl8pPr marL="1028700" algn="ctr" rtl="0" eaLnBrk="1" fontAlgn="base" hangingPunct="1">
        <a:spcBef>
          <a:spcPct val="0"/>
        </a:spcBef>
        <a:spcAft>
          <a:spcPct val="0"/>
        </a:spcAft>
        <a:defRPr sz="3300">
          <a:solidFill>
            <a:schemeClr val="tx1"/>
          </a:solidFill>
          <a:latin typeface="Calibri" pitchFamily="34" charset="0"/>
        </a:defRPr>
      </a:lvl8pPr>
      <a:lvl9pPr marL="1371600" algn="ctr" rtl="0" eaLnBrk="1" fontAlgn="base" hangingPunct="1">
        <a:spcBef>
          <a:spcPct val="0"/>
        </a:spcBef>
        <a:spcAft>
          <a:spcPct val="0"/>
        </a:spcAft>
        <a:defRPr sz="3300">
          <a:solidFill>
            <a:schemeClr val="tx1"/>
          </a:solidFill>
          <a:latin typeface="Calibri" pitchFamily="34" charset="0"/>
        </a:defRPr>
      </a:lvl9pPr>
    </p:titleStyle>
    <p:bodyStyle>
      <a:lvl1pPr marL="257175" indent="-257175" algn="l" rtl="0" fontAlgn="base">
        <a:spcBef>
          <a:spcPct val="20000"/>
        </a:spcBef>
        <a:spcAft>
          <a:spcPct val="0"/>
        </a:spcAft>
        <a:buFont typeface="Arial" charset="0"/>
        <a:buChar char="•"/>
        <a:defRPr sz="2400" kern="1200">
          <a:solidFill>
            <a:schemeClr val="tx1"/>
          </a:solidFill>
          <a:latin typeface="+mn-lt"/>
          <a:ea typeface="+mn-ea"/>
          <a:cs typeface="+mn-cs"/>
        </a:defRPr>
      </a:lvl1pPr>
      <a:lvl2pPr marL="557213" indent="-214313" algn="l" rtl="0" fontAlgn="base">
        <a:spcBef>
          <a:spcPct val="20000"/>
        </a:spcBef>
        <a:spcAft>
          <a:spcPct val="0"/>
        </a:spcAft>
        <a:buFont typeface="Arial" charset="0"/>
        <a:buChar char="–"/>
        <a:defRPr sz="2100" kern="1200">
          <a:solidFill>
            <a:schemeClr val="tx1"/>
          </a:solidFill>
          <a:latin typeface="+mn-lt"/>
          <a:ea typeface="+mn-ea"/>
          <a:cs typeface="+mn-cs"/>
        </a:defRPr>
      </a:lvl2pPr>
      <a:lvl3pPr marL="857250" indent="-171450" algn="l" rtl="0" fontAlgn="base">
        <a:spcBef>
          <a:spcPct val="20000"/>
        </a:spcBef>
        <a:spcAft>
          <a:spcPct val="0"/>
        </a:spcAft>
        <a:buFont typeface="Arial" charset="0"/>
        <a:buChar char="•"/>
        <a:defRPr sz="1800" kern="1200">
          <a:solidFill>
            <a:schemeClr val="tx1"/>
          </a:solidFill>
          <a:latin typeface="+mn-lt"/>
          <a:ea typeface="+mn-ea"/>
          <a:cs typeface="+mn-cs"/>
        </a:defRPr>
      </a:lvl3pPr>
      <a:lvl4pPr marL="1200150" indent="-171450" algn="l" rtl="0" fontAlgn="base">
        <a:spcBef>
          <a:spcPct val="20000"/>
        </a:spcBef>
        <a:spcAft>
          <a:spcPct val="0"/>
        </a:spcAft>
        <a:buFont typeface="Arial" charset="0"/>
        <a:buChar char="–"/>
        <a:defRPr sz="1500" kern="1200">
          <a:solidFill>
            <a:schemeClr val="tx1"/>
          </a:solidFill>
          <a:latin typeface="+mn-lt"/>
          <a:ea typeface="+mn-ea"/>
          <a:cs typeface="+mn-cs"/>
        </a:defRPr>
      </a:lvl4pPr>
      <a:lvl5pPr marL="1543050" indent="-171450" algn="l" rtl="0" fontAlgn="base">
        <a:spcBef>
          <a:spcPct val="20000"/>
        </a:spcBef>
        <a:spcAft>
          <a:spcPct val="0"/>
        </a:spcAft>
        <a:buFont typeface="Arial"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74"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pic>
        <p:nvPicPr>
          <p:cNvPr id="3076" name="Picture 7" descr="Picture 7.png"/>
          <p:cNvPicPr>
            <a:picLocks noChangeAspect="1"/>
          </p:cNvPicPr>
          <p:nvPr/>
        </p:nvPicPr>
        <p:blipFill>
          <a:blip r:embed="rId14"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3077" name="Group 8"/>
          <p:cNvGrpSpPr>
            <a:grpSpLocks/>
          </p:cNvGrpSpPr>
          <p:nvPr/>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078" name="Group 12"/>
          <p:cNvGrpSpPr>
            <a:grpSpLocks/>
          </p:cNvGrpSpPr>
          <p:nvPr/>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3779259400"/>
      </p:ext>
    </p:extLst>
  </p:cSld>
  <p:clrMap bg1="lt1" tx1="dk1" bg2="lt2" tx2="dk2" accent1="accent1" accent2="accent2" accent3="accent3" accent4="accent4" accent5="accent5" accent6="accent6" hlink="hlink" folHlink="folHlink"/>
  <p:sldLayoutIdLst>
    <p:sldLayoutId id="2147485062" r:id="rId1"/>
    <p:sldLayoutId id="2147485063" r:id="rId2"/>
    <p:sldLayoutId id="2147485064" r:id="rId3"/>
    <p:sldLayoutId id="2147485065" r:id="rId4"/>
    <p:sldLayoutId id="2147485066" r:id="rId5"/>
    <p:sldLayoutId id="2147485067" r:id="rId6"/>
    <p:sldLayoutId id="2147485068" r:id="rId7"/>
    <p:sldLayoutId id="2147485069" r:id="rId8"/>
    <p:sldLayoutId id="2147485070" r:id="rId9"/>
    <p:sldLayoutId id="2147485071" r:id="rId10"/>
    <p:sldLayoutId id="2147485072" r:id="rId11"/>
    <p:sldLayoutId id="2147485073" r:id="rId12"/>
  </p:sldLayoutIdLst>
  <p:hf hdr="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74"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pic>
        <p:nvPicPr>
          <p:cNvPr id="3076" name="Picture 7" descr="Picture 7.png"/>
          <p:cNvPicPr>
            <a:picLocks noChangeAspect="1"/>
          </p:cNvPicPr>
          <p:nvPr/>
        </p:nvPicPr>
        <p:blipFill>
          <a:blip r:embed="rId14"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3077" name="Group 8"/>
          <p:cNvGrpSpPr>
            <a:grpSpLocks/>
          </p:cNvGrpSpPr>
          <p:nvPr/>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078" name="Group 12"/>
          <p:cNvGrpSpPr>
            <a:grpSpLocks/>
          </p:cNvGrpSpPr>
          <p:nvPr/>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2716189916"/>
      </p:ext>
    </p:extLst>
  </p:cSld>
  <p:clrMap bg1="lt1" tx1="dk1" bg2="lt2" tx2="dk2" accent1="accent1" accent2="accent2" accent3="accent3" accent4="accent4" accent5="accent5" accent6="accent6" hlink="hlink" folHlink="folHlink"/>
  <p:sldLayoutIdLst>
    <p:sldLayoutId id="2147485368" r:id="rId1"/>
    <p:sldLayoutId id="2147485369" r:id="rId2"/>
    <p:sldLayoutId id="2147485370" r:id="rId3"/>
    <p:sldLayoutId id="2147485371" r:id="rId4"/>
    <p:sldLayoutId id="2147485372" r:id="rId5"/>
    <p:sldLayoutId id="2147485373" r:id="rId6"/>
    <p:sldLayoutId id="2147485374" r:id="rId7"/>
    <p:sldLayoutId id="2147485375" r:id="rId8"/>
    <p:sldLayoutId id="2147485376" r:id="rId9"/>
    <p:sldLayoutId id="2147485377" r:id="rId10"/>
    <p:sldLayoutId id="2147485378" r:id="rId11"/>
    <p:sldLayoutId id="2147485380" r:id="rId12"/>
  </p:sldLayoutIdLst>
  <p:hf hdr="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74"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pic>
        <p:nvPicPr>
          <p:cNvPr id="3076" name="Picture 7" descr="Picture 7.png"/>
          <p:cNvPicPr>
            <a:picLocks noChangeAspect="1"/>
          </p:cNvPicPr>
          <p:nvPr/>
        </p:nvPicPr>
        <p:blipFill>
          <a:blip r:embed="rId15"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3077" name="Group 8"/>
          <p:cNvGrpSpPr>
            <a:grpSpLocks/>
          </p:cNvGrpSpPr>
          <p:nvPr/>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078" name="Group 12"/>
          <p:cNvGrpSpPr>
            <a:grpSpLocks/>
          </p:cNvGrpSpPr>
          <p:nvPr/>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333995574"/>
      </p:ext>
    </p:extLst>
  </p:cSld>
  <p:clrMap bg1="lt1" tx1="dk1" bg2="lt2" tx2="dk2" accent1="accent1" accent2="accent2" accent3="accent3" accent4="accent4" accent5="accent5" accent6="accent6" hlink="hlink" folHlink="folHlink"/>
  <p:sldLayoutIdLst>
    <p:sldLayoutId id="2147485390" r:id="rId1"/>
    <p:sldLayoutId id="2147485391" r:id="rId2"/>
    <p:sldLayoutId id="2147485392" r:id="rId3"/>
    <p:sldLayoutId id="2147485393" r:id="rId4"/>
    <p:sldLayoutId id="2147485394" r:id="rId5"/>
    <p:sldLayoutId id="2147485395" r:id="rId6"/>
    <p:sldLayoutId id="2147485396" r:id="rId7"/>
    <p:sldLayoutId id="2147485397" r:id="rId8"/>
    <p:sldLayoutId id="2147485398" r:id="rId9"/>
    <p:sldLayoutId id="2147485399" r:id="rId10"/>
    <p:sldLayoutId id="2147485400" r:id="rId11"/>
    <p:sldLayoutId id="2147485401" r:id="rId12"/>
    <p:sldLayoutId id="2147485402" r:id="rId13"/>
  </p:sldLayoutIdLst>
  <p:hf hdr="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smtClean="0">
                <a:solidFill>
                  <a:schemeClr val="tx1">
                    <a:tint val="75000"/>
                  </a:schemeClr>
                </a:solidFill>
                <a:latin typeface="Arial" pitchFamily="34" charset="0"/>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4A149CE-A26C-4113-98AE-9143637F4EE9}" type="datetime1">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1/31/2026</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smtClean="0">
                <a:solidFill>
                  <a:schemeClr val="tx1">
                    <a:tint val="75000"/>
                  </a:schemeClr>
                </a:solidFill>
                <a:latin typeface="Arial" pitchFamily="34" charset="0"/>
                <a:cs typeface="Arial"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smtClean="0">
                <a:solidFill>
                  <a:schemeClr val="tx1">
                    <a:tint val="75000"/>
                  </a:schemeClr>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646970387"/>
      </p:ext>
    </p:extLst>
  </p:cSld>
  <p:clrMap bg1="lt1" tx1="dk1" bg2="lt2" tx2="dk2" accent1="accent1" accent2="accent2" accent3="accent3" accent4="accent4" accent5="accent5" accent6="accent6" hlink="hlink" folHlink="folHlink"/>
  <p:sldLayoutIdLst>
    <p:sldLayoutId id="2147485488" r:id="rId1"/>
    <p:sldLayoutId id="2147485489" r:id="rId2"/>
    <p:sldLayoutId id="2147485490" r:id="rId3"/>
    <p:sldLayoutId id="2147485491" r:id="rId4"/>
    <p:sldLayoutId id="2147485493" r:id="rId5"/>
    <p:sldLayoutId id="2147485494" r:id="rId6"/>
    <p:sldLayoutId id="2147485495" r:id="rId7"/>
    <p:sldLayoutId id="2147485496" r:id="rId8"/>
    <p:sldLayoutId id="2147485498" r:id="rId9"/>
    <p:sldLayoutId id="2147485499" r:id="rId10"/>
    <p:sldLayoutId id="2147485500" r:id="rId11"/>
    <p:sldLayoutId id="2147485501" r:id="rId12"/>
    <p:sldLayoutId id="2147485502" r:id="rId13"/>
    <p:sldLayoutId id="2147485503" r:id="rId14"/>
    <p:sldLayoutId id="2147485504" r:id="rId15"/>
    <p:sldLayoutId id="2147485505" r:id="rId16"/>
  </p:sldLayoutIdLst>
  <p:hf sldNum="0" hdr="0" ftr="0" dt="0"/>
  <p:txStyles>
    <p:titleStyle>
      <a:lvl1pPr algn="l" rtl="0" fontAlgn="base">
        <a:spcBef>
          <a:spcPct val="0"/>
        </a:spcBef>
        <a:spcAft>
          <a:spcPct val="0"/>
        </a:spcAft>
        <a:defRPr sz="4000" b="1" kern="1200" spc="-150">
          <a:solidFill>
            <a:schemeClr val="tx1"/>
          </a:solidFill>
          <a:latin typeface="Arial" pitchFamily="34" charset="0"/>
          <a:ea typeface="+mj-ea"/>
          <a:cs typeface="Arial" pitchFamily="34" charset="0"/>
        </a:defRPr>
      </a:lvl1pPr>
      <a:lvl2pPr algn="l" rtl="0" fontAlgn="base">
        <a:spcBef>
          <a:spcPct val="0"/>
        </a:spcBef>
        <a:spcAft>
          <a:spcPct val="0"/>
        </a:spcAft>
        <a:defRPr sz="4000" b="1">
          <a:solidFill>
            <a:schemeClr val="tx1"/>
          </a:solidFill>
          <a:latin typeface="Arial" charset="0"/>
          <a:cs typeface="Arial" charset="0"/>
        </a:defRPr>
      </a:lvl2pPr>
      <a:lvl3pPr algn="l" rtl="0" fontAlgn="base">
        <a:spcBef>
          <a:spcPct val="0"/>
        </a:spcBef>
        <a:spcAft>
          <a:spcPct val="0"/>
        </a:spcAft>
        <a:defRPr sz="4000" b="1">
          <a:solidFill>
            <a:schemeClr val="tx1"/>
          </a:solidFill>
          <a:latin typeface="Arial" charset="0"/>
          <a:cs typeface="Arial" charset="0"/>
        </a:defRPr>
      </a:lvl3pPr>
      <a:lvl4pPr algn="l" rtl="0" fontAlgn="base">
        <a:spcBef>
          <a:spcPct val="0"/>
        </a:spcBef>
        <a:spcAft>
          <a:spcPct val="0"/>
        </a:spcAft>
        <a:defRPr sz="4000" b="1">
          <a:solidFill>
            <a:schemeClr val="tx1"/>
          </a:solidFill>
          <a:latin typeface="Arial" charset="0"/>
          <a:cs typeface="Arial" charset="0"/>
        </a:defRPr>
      </a:lvl4pPr>
      <a:lvl5pPr algn="l" rtl="0" fontAlgn="base">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smtClean="0">
                <a:solidFill>
                  <a:schemeClr val="tx1">
                    <a:tint val="75000"/>
                  </a:schemeClr>
                </a:solidFill>
                <a:latin typeface="Arial" pitchFamily="34" charset="0"/>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4A149CE-A26C-4113-98AE-9143637F4EE9}" type="datetime1">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1/31/2026</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smtClean="0">
                <a:solidFill>
                  <a:schemeClr val="tx1">
                    <a:tint val="75000"/>
                  </a:schemeClr>
                </a:solidFill>
                <a:latin typeface="Arial" pitchFamily="34" charset="0"/>
                <a:cs typeface="Arial"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smtClean="0">
                <a:solidFill>
                  <a:schemeClr val="tx1">
                    <a:tint val="75000"/>
                  </a:schemeClr>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858527379"/>
      </p:ext>
    </p:extLst>
  </p:cSld>
  <p:clrMap bg1="lt1" tx1="dk1" bg2="lt2" tx2="dk2" accent1="accent1" accent2="accent2" accent3="accent3" accent4="accent4" accent5="accent5" accent6="accent6" hlink="hlink" folHlink="folHlink"/>
  <p:sldLayoutIdLst>
    <p:sldLayoutId id="2147485611" r:id="rId1"/>
    <p:sldLayoutId id="2147485612" r:id="rId2"/>
    <p:sldLayoutId id="2147485613" r:id="rId3"/>
    <p:sldLayoutId id="2147485614" r:id="rId4"/>
    <p:sldLayoutId id="2147485615" r:id="rId5"/>
    <p:sldLayoutId id="2147485616" r:id="rId6"/>
    <p:sldLayoutId id="2147485617" r:id="rId7"/>
    <p:sldLayoutId id="2147485618" r:id="rId8"/>
    <p:sldLayoutId id="2147485619" r:id="rId9"/>
    <p:sldLayoutId id="2147485620" r:id="rId10"/>
    <p:sldLayoutId id="2147485621" r:id="rId11"/>
    <p:sldLayoutId id="2147485622" r:id="rId12"/>
    <p:sldLayoutId id="2147485623" r:id="rId13"/>
    <p:sldLayoutId id="2147485628" r:id="rId14"/>
    <p:sldLayoutId id="2147485629" r:id="rId15"/>
    <p:sldLayoutId id="2147485630" r:id="rId16"/>
    <p:sldLayoutId id="2147485631" r:id="rId17"/>
    <p:sldLayoutId id="2147485632" r:id="rId18"/>
    <p:sldLayoutId id="2147485633" r:id="rId19"/>
    <p:sldLayoutId id="2147485701" r:id="rId20"/>
  </p:sldLayoutIdLst>
  <p:hf sldNum="0" hdr="0" ftr="0" dt="0"/>
  <p:txStyles>
    <p:titleStyle>
      <a:lvl1pPr algn="l" rtl="0" fontAlgn="base">
        <a:spcBef>
          <a:spcPct val="0"/>
        </a:spcBef>
        <a:spcAft>
          <a:spcPct val="0"/>
        </a:spcAft>
        <a:defRPr sz="4000" b="1" kern="1200" spc="-150">
          <a:solidFill>
            <a:schemeClr val="tx1"/>
          </a:solidFill>
          <a:latin typeface="Arial" pitchFamily="34" charset="0"/>
          <a:ea typeface="+mj-ea"/>
          <a:cs typeface="Arial" pitchFamily="34" charset="0"/>
        </a:defRPr>
      </a:lvl1pPr>
      <a:lvl2pPr algn="l" rtl="0" fontAlgn="base">
        <a:spcBef>
          <a:spcPct val="0"/>
        </a:spcBef>
        <a:spcAft>
          <a:spcPct val="0"/>
        </a:spcAft>
        <a:defRPr sz="4000" b="1">
          <a:solidFill>
            <a:schemeClr val="tx1"/>
          </a:solidFill>
          <a:latin typeface="Arial" charset="0"/>
          <a:cs typeface="Arial" charset="0"/>
        </a:defRPr>
      </a:lvl2pPr>
      <a:lvl3pPr algn="l" rtl="0" fontAlgn="base">
        <a:spcBef>
          <a:spcPct val="0"/>
        </a:spcBef>
        <a:spcAft>
          <a:spcPct val="0"/>
        </a:spcAft>
        <a:defRPr sz="4000" b="1">
          <a:solidFill>
            <a:schemeClr val="tx1"/>
          </a:solidFill>
          <a:latin typeface="Arial" charset="0"/>
          <a:cs typeface="Arial" charset="0"/>
        </a:defRPr>
      </a:lvl3pPr>
      <a:lvl4pPr algn="l" rtl="0" fontAlgn="base">
        <a:spcBef>
          <a:spcPct val="0"/>
        </a:spcBef>
        <a:spcAft>
          <a:spcPct val="0"/>
        </a:spcAft>
        <a:defRPr sz="4000" b="1">
          <a:solidFill>
            <a:schemeClr val="tx1"/>
          </a:solidFill>
          <a:latin typeface="Arial" charset="0"/>
          <a:cs typeface="Arial" charset="0"/>
        </a:defRPr>
      </a:lvl4pPr>
      <a:lvl5pPr algn="l" rtl="0" fontAlgn="base">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051" name="Text Placeholder 2"/>
          <p:cNvSpPr>
            <a:spLocks noGrp="1"/>
          </p:cNvSpPr>
          <p:nvPr>
            <p:ph type="body" idx="1"/>
          </p:nvPr>
        </p:nvSpPr>
        <p:spPr bwMode="auto">
          <a:xfrm>
            <a:off x="457200" y="1600202"/>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900" smtClean="0">
                <a:solidFill>
                  <a:schemeClr val="tx1">
                    <a:tint val="75000"/>
                  </a:schemeClr>
                </a:solidFill>
                <a:latin typeface="Arial" pitchFamily="34" charset="0"/>
                <a:cs typeface="Arial" pitchFamily="34" charset="0"/>
              </a:defRPr>
            </a:lvl1pPr>
          </a:lstStyle>
          <a:p>
            <a:pPr defTabSz="685800">
              <a:defRPr/>
            </a:pPr>
            <a:r>
              <a:rPr lang="en-US">
                <a:solidFill>
                  <a:prstClr val="black">
                    <a:tint val="75000"/>
                  </a:prstClr>
                </a:solidFill>
              </a:rPr>
              <a:t>10/11/2021</a:t>
            </a:r>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900" smtClean="0">
                <a:solidFill>
                  <a:schemeClr val="tx1">
                    <a:tint val="75000"/>
                  </a:schemeClr>
                </a:solidFill>
                <a:latin typeface="Arial" pitchFamily="34" charset="0"/>
                <a:cs typeface="Arial" pitchFamily="34" charset="0"/>
              </a:defRPr>
            </a:lvl1pPr>
          </a:lstStyle>
          <a:p>
            <a:pPr defTabSz="685800">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900" smtClean="0">
                <a:solidFill>
                  <a:schemeClr val="tx1">
                    <a:tint val="75000"/>
                  </a:schemeClr>
                </a:solidFill>
                <a:latin typeface="Arial" pitchFamily="34" charset="0"/>
                <a:cs typeface="Arial" pitchFamily="34" charset="0"/>
              </a:defRPr>
            </a:lvl1pPr>
          </a:lstStyle>
          <a:p>
            <a:pPr defTabSz="685800">
              <a:defRPr/>
            </a:pPr>
            <a:fld id="{60DB935C-A2BB-404C-A6C5-67E9068028EC}" type="slidenum">
              <a:rPr lang="en-US" smtClean="0">
                <a:solidFill>
                  <a:prstClr val="black">
                    <a:tint val="75000"/>
                  </a:prstClr>
                </a:solidFill>
              </a:rPr>
              <a:pPr defTabSz="685800">
                <a:defRPr/>
              </a:pPr>
              <a:t>‹#›</a:t>
            </a:fld>
            <a:endParaRPr lang="en-US">
              <a:solidFill>
                <a:prstClr val="black">
                  <a:tint val="75000"/>
                </a:prstClr>
              </a:solidFill>
            </a:endParaRPr>
          </a:p>
        </p:txBody>
      </p:sp>
    </p:spTree>
    <p:extLst>
      <p:ext uri="{BB962C8B-B14F-4D97-AF65-F5344CB8AC3E}">
        <p14:creationId xmlns:p14="http://schemas.microsoft.com/office/powerpoint/2010/main" val="2723752757"/>
      </p:ext>
    </p:extLst>
  </p:cSld>
  <p:clrMap bg1="lt1" tx1="dk1" bg2="lt2" tx2="dk2" accent1="accent1" accent2="accent2" accent3="accent3" accent4="accent4" accent5="accent5" accent6="accent6" hlink="hlink" folHlink="folHlink"/>
  <p:sldLayoutIdLst>
    <p:sldLayoutId id="2147485635" r:id="rId1"/>
    <p:sldLayoutId id="2147485636" r:id="rId2"/>
    <p:sldLayoutId id="2147485637" r:id="rId3"/>
    <p:sldLayoutId id="2147485638" r:id="rId4"/>
    <p:sldLayoutId id="2147485640" r:id="rId5"/>
    <p:sldLayoutId id="2147485641" r:id="rId6"/>
    <p:sldLayoutId id="2147485642" r:id="rId7"/>
    <p:sldLayoutId id="2147485643" r:id="rId8"/>
    <p:sldLayoutId id="2147485645" r:id="rId9"/>
    <p:sldLayoutId id="2147485646" r:id="rId10"/>
    <p:sldLayoutId id="2147485647" r:id="rId11"/>
    <p:sldLayoutId id="2147485648" r:id="rId12"/>
    <p:sldLayoutId id="2147485649" r:id="rId13"/>
    <p:sldLayoutId id="2147485651" r:id="rId14"/>
    <p:sldLayoutId id="2147485652" r:id="rId15"/>
    <p:sldLayoutId id="2147485653" r:id="rId16"/>
    <p:sldLayoutId id="2147485655" r:id="rId17"/>
    <p:sldLayoutId id="2147485656" r:id="rId18"/>
    <p:sldLayoutId id="2147485779" r:id="rId19"/>
  </p:sldLayoutIdLst>
  <p:hf sldNum="0" hdr="0" ftr="0" dt="0"/>
  <p:txStyles>
    <p:titleStyle>
      <a:lvl1pPr algn="l" rtl="0" fontAlgn="base">
        <a:spcBef>
          <a:spcPct val="0"/>
        </a:spcBef>
        <a:spcAft>
          <a:spcPct val="0"/>
        </a:spcAft>
        <a:defRPr sz="3000" b="1" kern="1200" spc="-113">
          <a:solidFill>
            <a:schemeClr val="tx1"/>
          </a:solidFill>
          <a:latin typeface="Arial" pitchFamily="34" charset="0"/>
          <a:ea typeface="+mj-ea"/>
          <a:cs typeface="Arial" pitchFamily="34" charset="0"/>
        </a:defRPr>
      </a:lvl1pPr>
      <a:lvl2pPr algn="l" rtl="0" fontAlgn="base">
        <a:spcBef>
          <a:spcPct val="0"/>
        </a:spcBef>
        <a:spcAft>
          <a:spcPct val="0"/>
        </a:spcAft>
        <a:defRPr sz="3000" b="1">
          <a:solidFill>
            <a:schemeClr val="tx1"/>
          </a:solidFill>
          <a:latin typeface="Arial" charset="0"/>
          <a:cs typeface="Arial" charset="0"/>
        </a:defRPr>
      </a:lvl2pPr>
      <a:lvl3pPr algn="l" rtl="0" fontAlgn="base">
        <a:spcBef>
          <a:spcPct val="0"/>
        </a:spcBef>
        <a:spcAft>
          <a:spcPct val="0"/>
        </a:spcAft>
        <a:defRPr sz="3000" b="1">
          <a:solidFill>
            <a:schemeClr val="tx1"/>
          </a:solidFill>
          <a:latin typeface="Arial" charset="0"/>
          <a:cs typeface="Arial" charset="0"/>
        </a:defRPr>
      </a:lvl3pPr>
      <a:lvl4pPr algn="l" rtl="0" fontAlgn="base">
        <a:spcBef>
          <a:spcPct val="0"/>
        </a:spcBef>
        <a:spcAft>
          <a:spcPct val="0"/>
        </a:spcAft>
        <a:defRPr sz="3000" b="1">
          <a:solidFill>
            <a:schemeClr val="tx1"/>
          </a:solidFill>
          <a:latin typeface="Arial" charset="0"/>
          <a:cs typeface="Arial" charset="0"/>
        </a:defRPr>
      </a:lvl4pPr>
      <a:lvl5pPr algn="l" rtl="0" fontAlgn="base">
        <a:spcBef>
          <a:spcPct val="0"/>
        </a:spcBef>
        <a:spcAft>
          <a:spcPct val="0"/>
        </a:spcAft>
        <a:defRPr sz="3000" b="1">
          <a:solidFill>
            <a:schemeClr val="tx1"/>
          </a:solidFill>
          <a:latin typeface="Arial" charset="0"/>
          <a:cs typeface="Arial" charset="0"/>
        </a:defRPr>
      </a:lvl5pPr>
      <a:lvl6pPr marL="342900" algn="l" rtl="0" fontAlgn="base">
        <a:spcBef>
          <a:spcPct val="0"/>
        </a:spcBef>
        <a:spcAft>
          <a:spcPct val="0"/>
        </a:spcAft>
        <a:defRPr sz="3000" b="1">
          <a:solidFill>
            <a:schemeClr val="tx1"/>
          </a:solidFill>
          <a:latin typeface="Arial" charset="0"/>
          <a:cs typeface="Arial" charset="0"/>
        </a:defRPr>
      </a:lvl6pPr>
      <a:lvl7pPr marL="685800" algn="l" rtl="0" fontAlgn="base">
        <a:spcBef>
          <a:spcPct val="0"/>
        </a:spcBef>
        <a:spcAft>
          <a:spcPct val="0"/>
        </a:spcAft>
        <a:defRPr sz="3000" b="1">
          <a:solidFill>
            <a:schemeClr val="tx1"/>
          </a:solidFill>
          <a:latin typeface="Arial" charset="0"/>
          <a:cs typeface="Arial" charset="0"/>
        </a:defRPr>
      </a:lvl7pPr>
      <a:lvl8pPr marL="1028700" algn="l" rtl="0" fontAlgn="base">
        <a:spcBef>
          <a:spcPct val="0"/>
        </a:spcBef>
        <a:spcAft>
          <a:spcPct val="0"/>
        </a:spcAft>
        <a:defRPr sz="3000" b="1">
          <a:solidFill>
            <a:schemeClr val="tx1"/>
          </a:solidFill>
          <a:latin typeface="Arial" charset="0"/>
          <a:cs typeface="Arial" charset="0"/>
        </a:defRPr>
      </a:lvl8pPr>
      <a:lvl9pPr marL="1371600" algn="l" rtl="0" fontAlgn="base">
        <a:spcBef>
          <a:spcPct val="0"/>
        </a:spcBef>
        <a:spcAft>
          <a:spcPct val="0"/>
        </a:spcAft>
        <a:defRPr sz="3000" b="1">
          <a:solidFill>
            <a:schemeClr val="tx1"/>
          </a:solidFill>
          <a:latin typeface="Arial" charset="0"/>
          <a:cs typeface="Arial" charset="0"/>
        </a:defRPr>
      </a:lvl9pPr>
    </p:titleStyle>
    <p:bodyStyle>
      <a:lvl1pPr marL="257175" indent="-257175" algn="l" rtl="0" fontAlgn="base">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1pPr>
      <a:lvl2pPr marL="557213" indent="-214313" algn="l" rtl="0" fontAlgn="base">
        <a:spcBef>
          <a:spcPct val="20000"/>
        </a:spcBef>
        <a:spcAft>
          <a:spcPct val="0"/>
        </a:spcAft>
        <a:buFont typeface="Arial" charset="0"/>
        <a:buChar char="–"/>
        <a:defRPr sz="2100" kern="1200">
          <a:solidFill>
            <a:schemeClr val="tx1"/>
          </a:solidFill>
          <a:latin typeface="Arial" pitchFamily="34" charset="0"/>
          <a:ea typeface="+mn-ea"/>
          <a:cs typeface="Arial" pitchFamily="34" charset="0"/>
        </a:defRPr>
      </a:lvl2pPr>
      <a:lvl3pPr marL="857250" indent="-171450" algn="l" rtl="0" fontAlgn="base">
        <a:spcBef>
          <a:spcPct val="20000"/>
        </a:spcBef>
        <a:spcAft>
          <a:spcPct val="0"/>
        </a:spcAft>
        <a:buFont typeface="Arial" charset="0"/>
        <a:buChar char="•"/>
        <a:defRPr sz="1800" kern="1200">
          <a:solidFill>
            <a:schemeClr val="tx1"/>
          </a:solidFill>
          <a:latin typeface="Arial" pitchFamily="34" charset="0"/>
          <a:ea typeface="+mn-ea"/>
          <a:cs typeface="Arial" pitchFamily="34" charset="0"/>
        </a:defRPr>
      </a:lvl3pPr>
      <a:lvl4pPr marL="12001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4pPr>
      <a:lvl5pPr marL="15430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74"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pic>
        <p:nvPicPr>
          <p:cNvPr id="3076" name="Picture 7" descr="Picture 7.png"/>
          <p:cNvPicPr>
            <a:picLocks noChangeAspect="1"/>
          </p:cNvPicPr>
          <p:nvPr/>
        </p:nvPicPr>
        <p:blipFill>
          <a:blip r:embed="rId15"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3077" name="Group 8"/>
          <p:cNvGrpSpPr>
            <a:grpSpLocks/>
          </p:cNvGrpSpPr>
          <p:nvPr/>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078" name="Group 12"/>
          <p:cNvGrpSpPr>
            <a:grpSpLocks/>
          </p:cNvGrpSpPr>
          <p:nvPr/>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3452224035"/>
      </p:ext>
    </p:extLst>
  </p:cSld>
  <p:clrMap bg1="lt1" tx1="dk1" bg2="lt2" tx2="dk2" accent1="accent1" accent2="accent2" accent3="accent3" accent4="accent4" accent5="accent5" accent6="accent6" hlink="hlink" folHlink="folHlink"/>
  <p:sldLayoutIdLst>
    <p:sldLayoutId id="2147485659" r:id="rId1"/>
    <p:sldLayoutId id="2147485660" r:id="rId2"/>
    <p:sldLayoutId id="2147485661" r:id="rId3"/>
    <p:sldLayoutId id="2147485662" r:id="rId4"/>
    <p:sldLayoutId id="2147485663" r:id="rId5"/>
    <p:sldLayoutId id="2147485664" r:id="rId6"/>
    <p:sldLayoutId id="2147485665" r:id="rId7"/>
    <p:sldLayoutId id="2147485666" r:id="rId8"/>
    <p:sldLayoutId id="2147485667" r:id="rId9"/>
    <p:sldLayoutId id="2147485668" r:id="rId10"/>
    <p:sldLayoutId id="2147485669" r:id="rId11"/>
    <p:sldLayoutId id="2147485670" r:id="rId12"/>
    <p:sldLayoutId id="2147485671" r:id="rId13"/>
  </p:sldLayoutIdLst>
  <p:hf hdr="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74"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pic>
        <p:nvPicPr>
          <p:cNvPr id="3076" name="Picture 7" descr="Picture 7.png"/>
          <p:cNvPicPr>
            <a:picLocks noChangeAspect="1"/>
          </p:cNvPicPr>
          <p:nvPr/>
        </p:nvPicPr>
        <p:blipFill>
          <a:blip r:embed="rId16"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3077" name="Group 8"/>
          <p:cNvGrpSpPr>
            <a:grpSpLocks/>
          </p:cNvGrpSpPr>
          <p:nvPr/>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078" name="Group 12"/>
          <p:cNvGrpSpPr>
            <a:grpSpLocks/>
          </p:cNvGrpSpPr>
          <p:nvPr/>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695296129"/>
      </p:ext>
    </p:extLst>
  </p:cSld>
  <p:clrMap bg1="lt1" tx1="dk1" bg2="lt2" tx2="dk2" accent1="accent1" accent2="accent2" accent3="accent3" accent4="accent4" accent5="accent5" accent6="accent6" hlink="hlink" folHlink="folHlink"/>
  <p:sldLayoutIdLst>
    <p:sldLayoutId id="2147485687" r:id="rId1"/>
    <p:sldLayoutId id="2147485688" r:id="rId2"/>
    <p:sldLayoutId id="2147485689" r:id="rId3"/>
    <p:sldLayoutId id="2147485690" r:id="rId4"/>
    <p:sldLayoutId id="2147485691" r:id="rId5"/>
    <p:sldLayoutId id="2147485692" r:id="rId6"/>
    <p:sldLayoutId id="2147485693" r:id="rId7"/>
    <p:sldLayoutId id="2147485694" r:id="rId8"/>
    <p:sldLayoutId id="2147485695" r:id="rId9"/>
    <p:sldLayoutId id="2147485696" r:id="rId10"/>
    <p:sldLayoutId id="2147485697" r:id="rId11"/>
    <p:sldLayoutId id="2147485698" r:id="rId12"/>
    <p:sldLayoutId id="2147485699" r:id="rId13"/>
    <p:sldLayoutId id="2147485700" r:id="rId14"/>
  </p:sldLayoutIdLst>
  <p:hf hdr="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74"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pic>
        <p:nvPicPr>
          <p:cNvPr id="3076" name="Picture 7" descr="Picture 7.png"/>
          <p:cNvPicPr>
            <a:picLocks noChangeAspect="1"/>
          </p:cNvPicPr>
          <p:nvPr/>
        </p:nvPicPr>
        <p:blipFill>
          <a:blip r:embed="rId16"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3077" name="Group 8"/>
          <p:cNvGrpSpPr>
            <a:grpSpLocks/>
          </p:cNvGrpSpPr>
          <p:nvPr/>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078" name="Group 12"/>
          <p:cNvGrpSpPr>
            <a:grpSpLocks/>
          </p:cNvGrpSpPr>
          <p:nvPr/>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1175505461"/>
      </p:ext>
    </p:extLst>
  </p:cSld>
  <p:clrMap bg1="lt1" tx1="dk1" bg2="lt2" tx2="dk2" accent1="accent1" accent2="accent2" accent3="accent3" accent4="accent4" accent5="accent5" accent6="accent6" hlink="hlink" folHlink="folHlink"/>
  <p:sldLayoutIdLst>
    <p:sldLayoutId id="2147485765" r:id="rId1"/>
    <p:sldLayoutId id="2147485766" r:id="rId2"/>
    <p:sldLayoutId id="2147485767" r:id="rId3"/>
    <p:sldLayoutId id="2147485768" r:id="rId4"/>
    <p:sldLayoutId id="2147485769" r:id="rId5"/>
    <p:sldLayoutId id="2147485770" r:id="rId6"/>
    <p:sldLayoutId id="2147485771" r:id="rId7"/>
    <p:sldLayoutId id="2147485772" r:id="rId8"/>
    <p:sldLayoutId id="2147485773" r:id="rId9"/>
    <p:sldLayoutId id="2147485774" r:id="rId10"/>
    <p:sldLayoutId id="2147485775" r:id="rId11"/>
    <p:sldLayoutId id="2147485776" r:id="rId12"/>
    <p:sldLayoutId id="2147485777" r:id="rId13"/>
    <p:sldLayoutId id="2147485778" r:id="rId14"/>
  </p:sldLayoutIdLst>
  <p:hf hdr="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2" Type="http://schemas.openxmlformats.org/officeDocument/2006/relationships/image" Target="../media/image13.jpg" /><Relationship Id="rId1" Type="http://schemas.openxmlformats.org/officeDocument/2006/relationships/slideLayout" Target="../slideLayouts/slideLayout4.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03.xml" /></Relationships>
</file>

<file path=ppt/slides/_rels/slide5.xml.rels><?xml version="1.0" encoding="UTF-8" standalone="yes"?>
<Relationships xmlns="http://schemas.openxmlformats.org/package/2006/relationships"><Relationship Id="rId3" Type="http://schemas.openxmlformats.org/officeDocument/2006/relationships/customXml" Target="../ink/ink1.xml" /><Relationship Id="rId2" Type="http://schemas.openxmlformats.org/officeDocument/2006/relationships/image" Target="../media/image14.jpeg" /><Relationship Id="rId1" Type="http://schemas.openxmlformats.org/officeDocument/2006/relationships/slideLayout" Target="../slideLayouts/slideLayout198.xml" /><Relationship Id="rId4" Type="http://schemas.openxmlformats.org/officeDocument/2006/relationships/image" Target="../media/image15.png" /></Relationships>
</file>

<file path=ppt/slides/_rels/slide6.xml.rels><?xml version="1.0" encoding="UTF-8" standalone="yes"?>
<Relationships xmlns="http://schemas.openxmlformats.org/package/2006/relationships"><Relationship Id="rId3" Type="http://schemas.openxmlformats.org/officeDocument/2006/relationships/customXml" Target="../ink/ink2.xml" /><Relationship Id="rId2" Type="http://schemas.openxmlformats.org/officeDocument/2006/relationships/image" Target="../media/image16.png" /><Relationship Id="rId1" Type="http://schemas.openxmlformats.org/officeDocument/2006/relationships/slideLayout" Target="../slideLayouts/slideLayout187.xml" /><Relationship Id="rId4" Type="http://schemas.openxmlformats.org/officeDocument/2006/relationships/image" Target="../media/image17.png" /></Relationships>
</file>

<file path=ppt/slides/_rels/slide7.xml.rels><?xml version="1.0" encoding="UTF-8" standalone="yes"?>
<Relationships xmlns="http://schemas.openxmlformats.org/package/2006/relationships"><Relationship Id="rId2" Type="http://schemas.openxmlformats.org/officeDocument/2006/relationships/image" Target="../media/image18.png" /><Relationship Id="rId1" Type="http://schemas.openxmlformats.org/officeDocument/2006/relationships/slideLayout" Target="../slideLayouts/slideLayout199.xml" /></Relationships>
</file>

<file path=ppt/slides/_rels/slide8.xml.rels><?xml version="1.0" encoding="UTF-8" standalone="yes"?>
<Relationships xmlns="http://schemas.openxmlformats.org/package/2006/relationships"><Relationship Id="rId3" Type="http://schemas.openxmlformats.org/officeDocument/2006/relationships/image" Target="../media/image19.png" /><Relationship Id="rId2" Type="http://schemas.openxmlformats.org/officeDocument/2006/relationships/customXml" Target="../ink/ink3.xml" /><Relationship Id="rId1" Type="http://schemas.openxmlformats.org/officeDocument/2006/relationships/slideLayout" Target="../slideLayouts/slideLayout199.xml" /></Relationships>
</file>

<file path=ppt/slides/_rels/slide9.xml.rels><?xml version="1.0" encoding="UTF-8" standalone="yes"?>
<Relationships xmlns="http://schemas.openxmlformats.org/package/2006/relationships"><Relationship Id="rId3" Type="http://schemas.openxmlformats.org/officeDocument/2006/relationships/customXml" Target="../ink/ink4.xml" /><Relationship Id="rId2" Type="http://schemas.openxmlformats.org/officeDocument/2006/relationships/image" Target="../media/image20.png" /><Relationship Id="rId1" Type="http://schemas.openxmlformats.org/officeDocument/2006/relationships/slideLayout" Target="../slideLayouts/slideLayout261.xml" /><Relationship Id="rId4" Type="http://schemas.openxmlformats.org/officeDocument/2006/relationships/image" Target="../media/image21.png" /></Relationships>
</file>

<file path=ppt/slides/_rels/slide10.xml.rels><?xml version="1.0" encoding="UTF-8" standalone="yes"?>
<Relationships xmlns="http://schemas.openxmlformats.org/package/2006/relationships"><Relationship Id="rId3" Type="http://schemas.openxmlformats.org/officeDocument/2006/relationships/customXml" Target="../ink/ink5.xml" /><Relationship Id="rId2" Type="http://schemas.openxmlformats.org/officeDocument/2006/relationships/notesSlide" Target="../notesSlides/notesSlide2.xml" /><Relationship Id="rId1" Type="http://schemas.openxmlformats.org/officeDocument/2006/relationships/slideLayout" Target="../slideLayouts/slideLayout14.xml" /><Relationship Id="rId4" Type="http://schemas.openxmlformats.org/officeDocument/2006/relationships/image" Target="../media/image22.png" /></Relationships>
</file>

<file path=ppt/slides/_rels/slide11.xml.rels><?xml version="1.0" encoding="UTF-8" standalone="yes"?>
<Relationships xmlns="http://schemas.openxmlformats.org/package/2006/relationships"><Relationship Id="rId3" Type="http://schemas.openxmlformats.org/officeDocument/2006/relationships/image" Target="../media/image23.png" /><Relationship Id="rId2" Type="http://schemas.openxmlformats.org/officeDocument/2006/relationships/customXml" Target="../ink/ink6.xml" /><Relationship Id="rId1" Type="http://schemas.openxmlformats.org/officeDocument/2006/relationships/slideLayout" Target="../slideLayouts/slideLayout207.xml" /></Relationships>
</file>

<file path=ppt/slides/_rels/slide12.xml.rels><?xml version="1.0" encoding="UTF-8" standalone="yes"?>
<Relationships xmlns="http://schemas.openxmlformats.org/package/2006/relationships"><Relationship Id="rId3" Type="http://schemas.openxmlformats.org/officeDocument/2006/relationships/image" Target="../media/image24.png" /><Relationship Id="rId2" Type="http://schemas.openxmlformats.org/officeDocument/2006/relationships/notesSlide" Target="../notesSlides/notesSlide3.xml" /><Relationship Id="rId1" Type="http://schemas.openxmlformats.org/officeDocument/2006/relationships/slideLayout" Target="../slideLayouts/slideLayout247.xml" /><Relationship Id="rId5" Type="http://schemas.openxmlformats.org/officeDocument/2006/relationships/image" Target="../media/image25.png" /><Relationship Id="rId4" Type="http://schemas.openxmlformats.org/officeDocument/2006/relationships/customXml" Target="../ink/ink7.xml" /></Relationships>
</file>

<file path=ppt/slides/_rels/slide13.xml.rels><?xml version="1.0" encoding="UTF-8" standalone="yes"?>
<Relationships xmlns="http://schemas.openxmlformats.org/package/2006/relationships"><Relationship Id="rId3" Type="http://schemas.openxmlformats.org/officeDocument/2006/relationships/image" Target="../media/image24.png" /><Relationship Id="rId2" Type="http://schemas.openxmlformats.org/officeDocument/2006/relationships/notesSlide" Target="../notesSlides/notesSlide4.xml" /><Relationship Id="rId1" Type="http://schemas.openxmlformats.org/officeDocument/2006/relationships/slideLayout" Target="../slideLayouts/slideLayout247.xml" /><Relationship Id="rId5" Type="http://schemas.openxmlformats.org/officeDocument/2006/relationships/image" Target="../media/image26.png" /><Relationship Id="rId4" Type="http://schemas.openxmlformats.org/officeDocument/2006/relationships/customXml" Target="../ink/ink8.xml" /></Relationships>
</file>

<file path=ppt/slides/_rels/slide14.xml.rels><?xml version="1.0" encoding="UTF-8" standalone="yes"?>
<Relationships xmlns="http://schemas.openxmlformats.org/package/2006/relationships"><Relationship Id="rId3" Type="http://schemas.openxmlformats.org/officeDocument/2006/relationships/image" Target="../media/image27.wmf" /><Relationship Id="rId2" Type="http://schemas.openxmlformats.org/officeDocument/2006/relationships/notesSlide" Target="../notesSlides/notesSlide5.xml" /><Relationship Id="rId1" Type="http://schemas.openxmlformats.org/officeDocument/2006/relationships/slideLayout" Target="../slideLayouts/slideLayout207.xml" /><Relationship Id="rId5" Type="http://schemas.openxmlformats.org/officeDocument/2006/relationships/image" Target="../media/image28.png" /><Relationship Id="rId4" Type="http://schemas.openxmlformats.org/officeDocument/2006/relationships/customXml" Target="../ink/ink9.xml" /></Relationships>
</file>

<file path=ppt/slides/_rels/slide15.xml.rels><?xml version="1.0" encoding="UTF-8" standalone="yes"?>
<Relationships xmlns="http://schemas.openxmlformats.org/package/2006/relationships"><Relationship Id="rId2" Type="http://schemas.openxmlformats.org/officeDocument/2006/relationships/image" Target="../media/image29.png" /><Relationship Id="rId1" Type="http://schemas.openxmlformats.org/officeDocument/2006/relationships/slideLayout" Target="../slideLayouts/slideLayout207.xml" /></Relationships>
</file>

<file path=ppt/slides/_rels/slide16.xml.rels><?xml version="1.0" encoding="UTF-8" standalone="yes"?>
<Relationships xmlns="http://schemas.openxmlformats.org/package/2006/relationships"><Relationship Id="rId8" Type="http://schemas.openxmlformats.org/officeDocument/2006/relationships/customXml" Target="../ink/ink10.xml" /><Relationship Id="rId3" Type="http://schemas.openxmlformats.org/officeDocument/2006/relationships/image" Target="../media/image30.wmf" /><Relationship Id="rId7" Type="http://schemas.openxmlformats.org/officeDocument/2006/relationships/image" Target="../media/image32.wmf" /><Relationship Id="rId2" Type="http://schemas.openxmlformats.org/officeDocument/2006/relationships/oleObject" Target="../embeddings/oleObject1.bin" /><Relationship Id="rId1" Type="http://schemas.openxmlformats.org/officeDocument/2006/relationships/slideLayout" Target="../slideLayouts/slideLayout219.xml" /><Relationship Id="rId6" Type="http://schemas.openxmlformats.org/officeDocument/2006/relationships/oleObject" Target="../embeddings/oleObject3.bin" /><Relationship Id="rId5" Type="http://schemas.openxmlformats.org/officeDocument/2006/relationships/image" Target="../media/image31.wmf" /><Relationship Id="rId4" Type="http://schemas.openxmlformats.org/officeDocument/2006/relationships/oleObject" Target="../embeddings/oleObject2.bin" /><Relationship Id="rId9" Type="http://schemas.openxmlformats.org/officeDocument/2006/relationships/image" Target="../media/image33.png" /></Relationships>
</file>

<file path=ppt/slides/_rels/slide17.xml.rels><?xml version="1.0" encoding="UTF-8" standalone="yes"?>
<Relationships xmlns="http://schemas.openxmlformats.org/package/2006/relationships"><Relationship Id="rId8" Type="http://schemas.openxmlformats.org/officeDocument/2006/relationships/customXml" Target="../ink/ink11.xml" /><Relationship Id="rId3" Type="http://schemas.openxmlformats.org/officeDocument/2006/relationships/image" Target="../media/image34.emf" /><Relationship Id="rId7" Type="http://schemas.openxmlformats.org/officeDocument/2006/relationships/image" Target="../media/image38.emf" /><Relationship Id="rId2" Type="http://schemas.openxmlformats.org/officeDocument/2006/relationships/notesSlide" Target="../notesSlides/notesSlide6.xml" /><Relationship Id="rId1" Type="http://schemas.openxmlformats.org/officeDocument/2006/relationships/slideLayout" Target="../slideLayouts/slideLayout219.xml" /><Relationship Id="rId6" Type="http://schemas.openxmlformats.org/officeDocument/2006/relationships/image" Target="../media/image37.emf" /><Relationship Id="rId5" Type="http://schemas.openxmlformats.org/officeDocument/2006/relationships/image" Target="../media/image36.emf" /><Relationship Id="rId4" Type="http://schemas.openxmlformats.org/officeDocument/2006/relationships/image" Target="../media/image35.emf" /><Relationship Id="rId9" Type="http://schemas.openxmlformats.org/officeDocument/2006/relationships/image" Target="../media/image39.png" /></Relationships>
</file>

<file path=ppt/slides/_rels/slide18.xml.rels><?xml version="1.0" encoding="UTF-8" standalone="yes"?>
<Relationships xmlns="http://schemas.openxmlformats.org/package/2006/relationships"><Relationship Id="rId8" Type="http://schemas.openxmlformats.org/officeDocument/2006/relationships/image" Target="../media/image40.emf" /><Relationship Id="rId13" Type="http://schemas.openxmlformats.org/officeDocument/2006/relationships/customXml" Target="../ink/ink12.xml" /><Relationship Id="rId3" Type="http://schemas.openxmlformats.org/officeDocument/2006/relationships/image" Target="../media/image34.emf" /><Relationship Id="rId7" Type="http://schemas.openxmlformats.org/officeDocument/2006/relationships/image" Target="../media/image38.emf" /><Relationship Id="rId12" Type="http://schemas.openxmlformats.org/officeDocument/2006/relationships/image" Target="../media/image32.wmf" /><Relationship Id="rId2" Type="http://schemas.openxmlformats.org/officeDocument/2006/relationships/notesSlide" Target="../notesSlides/notesSlide7.xml" /><Relationship Id="rId1" Type="http://schemas.openxmlformats.org/officeDocument/2006/relationships/slideLayout" Target="../slideLayouts/slideLayout219.xml" /><Relationship Id="rId6" Type="http://schemas.openxmlformats.org/officeDocument/2006/relationships/image" Target="../media/image37.emf" /><Relationship Id="rId11" Type="http://schemas.openxmlformats.org/officeDocument/2006/relationships/oleObject" Target="../embeddings/oleObject3.bin" /><Relationship Id="rId5" Type="http://schemas.openxmlformats.org/officeDocument/2006/relationships/image" Target="../media/image36.emf" /><Relationship Id="rId10" Type="http://schemas.openxmlformats.org/officeDocument/2006/relationships/image" Target="../media/image42.png" /><Relationship Id="rId4" Type="http://schemas.openxmlformats.org/officeDocument/2006/relationships/image" Target="../media/image35.emf" /><Relationship Id="rId9" Type="http://schemas.openxmlformats.org/officeDocument/2006/relationships/image" Target="../media/image41.png" /><Relationship Id="rId14" Type="http://schemas.openxmlformats.org/officeDocument/2006/relationships/image" Target="../media/image43.png" /></Relationships>
</file>

<file path=ppt/slides/_rels/slide19.xml.rels><?xml version="1.0" encoding="UTF-8" standalone="yes"?>
<Relationships xmlns="http://schemas.openxmlformats.org/package/2006/relationships"><Relationship Id="rId8" Type="http://schemas.openxmlformats.org/officeDocument/2006/relationships/image" Target="../media/image40.emf" /><Relationship Id="rId13" Type="http://schemas.openxmlformats.org/officeDocument/2006/relationships/image" Target="../media/image32.wmf" /><Relationship Id="rId3" Type="http://schemas.openxmlformats.org/officeDocument/2006/relationships/image" Target="../media/image34.emf" /><Relationship Id="rId7" Type="http://schemas.openxmlformats.org/officeDocument/2006/relationships/image" Target="../media/image38.emf" /><Relationship Id="rId12" Type="http://schemas.openxmlformats.org/officeDocument/2006/relationships/oleObject" Target="../embeddings/oleObject3.bin" /><Relationship Id="rId2" Type="http://schemas.openxmlformats.org/officeDocument/2006/relationships/notesSlide" Target="../notesSlides/notesSlide8.xml" /><Relationship Id="rId1" Type="http://schemas.openxmlformats.org/officeDocument/2006/relationships/slideLayout" Target="../slideLayouts/slideLayout219.xml" /><Relationship Id="rId6" Type="http://schemas.openxmlformats.org/officeDocument/2006/relationships/image" Target="../media/image37.emf" /><Relationship Id="rId11" Type="http://schemas.openxmlformats.org/officeDocument/2006/relationships/image" Target="../media/image42.png" /><Relationship Id="rId5" Type="http://schemas.openxmlformats.org/officeDocument/2006/relationships/image" Target="../media/image36.emf" /><Relationship Id="rId15" Type="http://schemas.openxmlformats.org/officeDocument/2006/relationships/image" Target="../media/image45.png" /><Relationship Id="rId10" Type="http://schemas.openxmlformats.org/officeDocument/2006/relationships/image" Target="../media/image41.png" /><Relationship Id="rId4" Type="http://schemas.openxmlformats.org/officeDocument/2006/relationships/image" Target="../media/image35.emf" /><Relationship Id="rId9" Type="http://schemas.openxmlformats.org/officeDocument/2006/relationships/image" Target="../media/image44.emf" /><Relationship Id="rId14" Type="http://schemas.openxmlformats.org/officeDocument/2006/relationships/customXml" Target="../ink/ink13.xml" /></Relationships>
</file>

<file path=ppt/slides/_rels/slide20.xml.rels><?xml version="1.0" encoding="UTF-8" standalone="yes"?>
<Relationships xmlns="http://schemas.openxmlformats.org/package/2006/relationships"><Relationship Id="rId8" Type="http://schemas.openxmlformats.org/officeDocument/2006/relationships/image" Target="../media/image46.emf" /><Relationship Id="rId3" Type="http://schemas.openxmlformats.org/officeDocument/2006/relationships/image" Target="../media/image35.emf" /><Relationship Id="rId7" Type="http://schemas.openxmlformats.org/officeDocument/2006/relationships/image" Target="../media/image44.emf" /><Relationship Id="rId12" Type="http://schemas.openxmlformats.org/officeDocument/2006/relationships/image" Target="../media/image49.png" /><Relationship Id="rId2" Type="http://schemas.openxmlformats.org/officeDocument/2006/relationships/image" Target="../media/image34.emf" /><Relationship Id="rId1" Type="http://schemas.openxmlformats.org/officeDocument/2006/relationships/slideLayout" Target="../slideLayouts/slideLayout219.xml" /><Relationship Id="rId6" Type="http://schemas.openxmlformats.org/officeDocument/2006/relationships/image" Target="../media/image40.emf" /><Relationship Id="rId11" Type="http://schemas.openxmlformats.org/officeDocument/2006/relationships/customXml" Target="../ink/ink14.xml" /><Relationship Id="rId5" Type="http://schemas.openxmlformats.org/officeDocument/2006/relationships/image" Target="../media/image37.emf" /><Relationship Id="rId10" Type="http://schemas.openxmlformats.org/officeDocument/2006/relationships/image" Target="../media/image48.emf" /><Relationship Id="rId4" Type="http://schemas.openxmlformats.org/officeDocument/2006/relationships/image" Target="../media/image36.emf" /><Relationship Id="rId9" Type="http://schemas.openxmlformats.org/officeDocument/2006/relationships/image" Target="../media/image47.emf" /></Relationships>
</file>

<file path=ppt/slides/_rels/slide21.xml.rels><?xml version="1.0" encoding="UTF-8" standalone="yes"?>
<Relationships xmlns="http://schemas.openxmlformats.org/package/2006/relationships"><Relationship Id="rId3" Type="http://schemas.openxmlformats.org/officeDocument/2006/relationships/image" Target="../media/image50.wmf" /><Relationship Id="rId7" Type="http://schemas.openxmlformats.org/officeDocument/2006/relationships/image" Target="../media/image51.png" /><Relationship Id="rId2" Type="http://schemas.openxmlformats.org/officeDocument/2006/relationships/oleObject" Target="../embeddings/oleObject4.bin" /><Relationship Id="rId1" Type="http://schemas.openxmlformats.org/officeDocument/2006/relationships/slideLayout" Target="../slideLayouts/slideLayout220.xml" /><Relationship Id="rId6" Type="http://schemas.openxmlformats.org/officeDocument/2006/relationships/customXml" Target="../ink/ink15.xml" /><Relationship Id="rId5" Type="http://schemas.openxmlformats.org/officeDocument/2006/relationships/image" Target="../media/image32.wmf" /><Relationship Id="rId4" Type="http://schemas.openxmlformats.org/officeDocument/2006/relationships/oleObject" Target="../embeddings/oleObject3.bin" /></Relationships>
</file>

<file path=ppt/slides/_rels/slide22.xml.rels><?xml version="1.0" encoding="UTF-8" standalone="yes"?>
<Relationships xmlns="http://schemas.openxmlformats.org/package/2006/relationships"><Relationship Id="rId3" Type="http://schemas.openxmlformats.org/officeDocument/2006/relationships/customXml" Target="../ink/ink16.xml" /><Relationship Id="rId2" Type="http://schemas.openxmlformats.org/officeDocument/2006/relationships/image" Target="../media/image52.png" /><Relationship Id="rId1" Type="http://schemas.openxmlformats.org/officeDocument/2006/relationships/slideLayout" Target="../slideLayouts/slideLayout221.xml" /><Relationship Id="rId4" Type="http://schemas.openxmlformats.org/officeDocument/2006/relationships/image" Target="../media/image53.png" /></Relationships>
</file>

<file path=ppt/slides/_rels/slide23.xml.rels><?xml version="1.0" encoding="UTF-8" standalone="yes"?>
<Relationships xmlns="http://schemas.openxmlformats.org/package/2006/relationships"><Relationship Id="rId3" Type="http://schemas.openxmlformats.org/officeDocument/2006/relationships/image" Target="../media/image54.emf" /><Relationship Id="rId7" Type="http://schemas.openxmlformats.org/officeDocument/2006/relationships/image" Target="../media/image57.png" /><Relationship Id="rId2" Type="http://schemas.openxmlformats.org/officeDocument/2006/relationships/oleObject" Target="../embeddings/oleObject5.bin" /><Relationship Id="rId1" Type="http://schemas.openxmlformats.org/officeDocument/2006/relationships/slideLayout" Target="../slideLayouts/slideLayout221.xml" /><Relationship Id="rId6" Type="http://schemas.openxmlformats.org/officeDocument/2006/relationships/customXml" Target="../ink/ink17.xml" /><Relationship Id="rId5" Type="http://schemas.openxmlformats.org/officeDocument/2006/relationships/image" Target="../media/image56.wmf" /><Relationship Id="rId4" Type="http://schemas.openxmlformats.org/officeDocument/2006/relationships/image" Target="../media/image55.wmf" /></Relationships>
</file>

<file path=ppt/slides/_rels/slide24.xml.rels><?xml version="1.0" encoding="UTF-8" standalone="yes"?>
<Relationships xmlns="http://schemas.openxmlformats.org/package/2006/relationships"><Relationship Id="rId3" Type="http://schemas.openxmlformats.org/officeDocument/2006/relationships/image" Target="../media/image58.wmf" /><Relationship Id="rId2" Type="http://schemas.openxmlformats.org/officeDocument/2006/relationships/oleObject" Target="../embeddings/oleObject6.bin" /><Relationship Id="rId1" Type="http://schemas.openxmlformats.org/officeDocument/2006/relationships/slideLayout" Target="../slideLayouts/slideLayout207.xml" /><Relationship Id="rId5" Type="http://schemas.openxmlformats.org/officeDocument/2006/relationships/image" Target="../media/image59.png" /><Relationship Id="rId4" Type="http://schemas.openxmlformats.org/officeDocument/2006/relationships/customXml" Target="../ink/ink18.xml" /></Relationships>
</file>

<file path=ppt/slides/_rels/slide25.xml.rels><?xml version="1.0" encoding="UTF-8" standalone="yes"?>
<Relationships xmlns="http://schemas.openxmlformats.org/package/2006/relationships"><Relationship Id="rId3" Type="http://schemas.openxmlformats.org/officeDocument/2006/relationships/image" Target="../media/image61.emf" /><Relationship Id="rId2" Type="http://schemas.openxmlformats.org/officeDocument/2006/relationships/image" Target="../media/image60.emf" /><Relationship Id="rId1" Type="http://schemas.openxmlformats.org/officeDocument/2006/relationships/slideLayout" Target="../slideLayouts/slideLayout207.xml" /></Relationships>
</file>

<file path=ppt/slides/_rels/slide26.xml.rels><?xml version="1.0" encoding="UTF-8" standalone="yes"?>
<Relationships xmlns="http://schemas.openxmlformats.org/package/2006/relationships"><Relationship Id="rId3" Type="http://schemas.openxmlformats.org/officeDocument/2006/relationships/customXml" Target="../ink/ink19.xml" /><Relationship Id="rId2" Type="http://schemas.openxmlformats.org/officeDocument/2006/relationships/image" Target="../media/image62.png" /><Relationship Id="rId1" Type="http://schemas.openxmlformats.org/officeDocument/2006/relationships/slideLayout" Target="../slideLayouts/slideLayout211.xml" /><Relationship Id="rId4" Type="http://schemas.openxmlformats.org/officeDocument/2006/relationships/image" Target="../media/image63.png" /></Relationships>
</file>

<file path=ppt/slides/_rels/slide27.xml.rels><?xml version="1.0" encoding="UTF-8" standalone="yes"?>
<Relationships xmlns="http://schemas.openxmlformats.org/package/2006/relationships"><Relationship Id="rId3" Type="http://schemas.openxmlformats.org/officeDocument/2006/relationships/image" Target="../media/image64.emf" /><Relationship Id="rId2" Type="http://schemas.openxmlformats.org/officeDocument/2006/relationships/notesSlide" Target="../notesSlides/notesSlide9.xml" /><Relationship Id="rId1" Type="http://schemas.openxmlformats.org/officeDocument/2006/relationships/slideLayout" Target="../slideLayouts/slideLayout211.xml" /></Relationships>
</file>

<file path=ppt/slides/_rels/slide28.xml.rels><?xml version="1.0" encoding="UTF-8" standalone="yes"?>
<Relationships xmlns="http://schemas.openxmlformats.org/package/2006/relationships"><Relationship Id="rId2" Type="http://schemas.openxmlformats.org/officeDocument/2006/relationships/image" Target="../media/image65.emf" /><Relationship Id="rId1" Type="http://schemas.openxmlformats.org/officeDocument/2006/relationships/slideLayout" Target="../slideLayouts/slideLayout211.xml" /></Relationships>
</file>

<file path=ppt/slides/_rels/slide29.xml.rels><?xml version="1.0" encoding="UTF-8" standalone="yes"?>
<Relationships xmlns="http://schemas.openxmlformats.org/package/2006/relationships"><Relationship Id="rId3" Type="http://schemas.openxmlformats.org/officeDocument/2006/relationships/customXml" Target="../ink/ink20.xml" /><Relationship Id="rId2" Type="http://schemas.openxmlformats.org/officeDocument/2006/relationships/notesSlide" Target="../notesSlides/notesSlide10.xml" /><Relationship Id="rId1" Type="http://schemas.openxmlformats.org/officeDocument/2006/relationships/slideLayout" Target="../slideLayouts/slideLayout222.xml" /><Relationship Id="rId4" Type="http://schemas.openxmlformats.org/officeDocument/2006/relationships/image" Target="../media/image66.png" /></Relationships>
</file>

<file path=ppt/slides/_rels/slide30.xml.rels><?xml version="1.0" encoding="UTF-8" standalone="yes"?>
<Relationships xmlns="http://schemas.openxmlformats.org/package/2006/relationships"><Relationship Id="rId3" Type="http://schemas.openxmlformats.org/officeDocument/2006/relationships/customXml" Target="../ink/ink21.xml" /><Relationship Id="rId2" Type="http://schemas.openxmlformats.org/officeDocument/2006/relationships/hyperlink" Target="https://en.wikipedia.org/wiki/Leo_Breiman" TargetMode="External" /><Relationship Id="rId1" Type="http://schemas.openxmlformats.org/officeDocument/2006/relationships/slideLayout" Target="../slideLayouts/slideLayout207.xml" /><Relationship Id="rId4" Type="http://schemas.openxmlformats.org/officeDocument/2006/relationships/image" Target="../media/image67.png" /></Relationships>
</file>

<file path=ppt/slides/_rels/slide31.xml.rels><?xml version="1.0" encoding="UTF-8" standalone="yes"?>
<Relationships xmlns="http://schemas.openxmlformats.org/package/2006/relationships"><Relationship Id="rId3" Type="http://schemas.openxmlformats.org/officeDocument/2006/relationships/customXml" Target="../ink/ink22.xml" /><Relationship Id="rId2" Type="http://schemas.openxmlformats.org/officeDocument/2006/relationships/image" Target="../media/image68.png" /><Relationship Id="rId1" Type="http://schemas.openxmlformats.org/officeDocument/2006/relationships/slideLayout" Target="../slideLayouts/slideLayout207.xml" /><Relationship Id="rId4" Type="http://schemas.openxmlformats.org/officeDocument/2006/relationships/image" Target="../media/image69.png" /></Relationships>
</file>

<file path=ppt/slides/_rels/slide32.xml.rels><?xml version="1.0" encoding="UTF-8" standalone="yes"?>
<Relationships xmlns="http://schemas.openxmlformats.org/package/2006/relationships"><Relationship Id="rId3" Type="http://schemas.openxmlformats.org/officeDocument/2006/relationships/image" Target="../media/image70.png" /><Relationship Id="rId2" Type="http://schemas.openxmlformats.org/officeDocument/2006/relationships/customXml" Target="../ink/ink23.xml" /><Relationship Id="rId1" Type="http://schemas.openxmlformats.org/officeDocument/2006/relationships/slideLayout" Target="../slideLayouts/slideLayout207.xml" /></Relationships>
</file>

<file path=ppt/slides/_rels/slide33.xml.rels><?xml version="1.0" encoding="UTF-8" standalone="yes"?>
<Relationships xmlns="http://schemas.openxmlformats.org/package/2006/relationships"><Relationship Id="rId3" Type="http://schemas.openxmlformats.org/officeDocument/2006/relationships/image" Target="../media/image71.png" /><Relationship Id="rId2" Type="http://schemas.openxmlformats.org/officeDocument/2006/relationships/customXml" Target="../ink/ink24.xml" /><Relationship Id="rId1" Type="http://schemas.openxmlformats.org/officeDocument/2006/relationships/slideLayout" Target="../slideLayouts/slideLayout207.xml" /></Relationships>
</file>

<file path=ppt/slides/_rels/slide34.xml.rels><?xml version="1.0" encoding="UTF-8" standalone="yes"?>
<Relationships xmlns="http://schemas.openxmlformats.org/package/2006/relationships"><Relationship Id="rId3" Type="http://schemas.openxmlformats.org/officeDocument/2006/relationships/customXml" Target="../ink/ink25.xml" /><Relationship Id="rId2" Type="http://schemas.openxmlformats.org/officeDocument/2006/relationships/notesSlide" Target="../notesSlides/notesSlide11.xml" /><Relationship Id="rId1" Type="http://schemas.openxmlformats.org/officeDocument/2006/relationships/slideLayout" Target="../slideLayouts/slideLayout207.xml" /><Relationship Id="rId4" Type="http://schemas.openxmlformats.org/officeDocument/2006/relationships/image" Target="../media/image72.png" /></Relationships>
</file>

<file path=ppt/slides/_rels/slide35.xml.rels><?xml version="1.0" encoding="UTF-8" standalone="yes"?>
<Relationships xmlns="http://schemas.openxmlformats.org/package/2006/relationships"><Relationship Id="rId3" Type="http://schemas.openxmlformats.org/officeDocument/2006/relationships/image" Target="../media/image73.png" /><Relationship Id="rId2" Type="http://schemas.openxmlformats.org/officeDocument/2006/relationships/customXml" Target="../ink/ink26.xml" /><Relationship Id="rId1" Type="http://schemas.openxmlformats.org/officeDocument/2006/relationships/slideLayout" Target="../slideLayouts/slideLayout207.xml" /></Relationships>
</file>

<file path=ppt/slides/_rels/slide36.xml.rels><?xml version="1.0" encoding="UTF-8" standalone="yes"?>
<Relationships xmlns="http://schemas.openxmlformats.org/package/2006/relationships"><Relationship Id="rId3" Type="http://schemas.openxmlformats.org/officeDocument/2006/relationships/customXml" Target="../ink/ink27.xml" /><Relationship Id="rId2" Type="http://schemas.openxmlformats.org/officeDocument/2006/relationships/image" Target="../media/image74.jpeg" /><Relationship Id="rId1" Type="http://schemas.openxmlformats.org/officeDocument/2006/relationships/slideLayout" Target="../slideLayouts/slideLayout207.xml" /><Relationship Id="rId4" Type="http://schemas.openxmlformats.org/officeDocument/2006/relationships/image" Target="../media/image75.png" /></Relationships>
</file>

<file path=ppt/slides/_rels/slide37.xml.rels><?xml version="1.0" encoding="UTF-8" standalone="yes"?>
<Relationships xmlns="http://schemas.openxmlformats.org/package/2006/relationships"><Relationship Id="rId3" Type="http://schemas.openxmlformats.org/officeDocument/2006/relationships/image" Target="../media/image77.jpeg" /><Relationship Id="rId2" Type="http://schemas.openxmlformats.org/officeDocument/2006/relationships/image" Target="../media/image76.jpeg" /><Relationship Id="rId1" Type="http://schemas.openxmlformats.org/officeDocument/2006/relationships/slideLayout" Target="../slideLayouts/slideLayout207.xml" /><Relationship Id="rId6" Type="http://schemas.openxmlformats.org/officeDocument/2006/relationships/image" Target="../media/image79.png" /><Relationship Id="rId5" Type="http://schemas.openxmlformats.org/officeDocument/2006/relationships/customXml" Target="../ink/ink28.xml" /><Relationship Id="rId4" Type="http://schemas.openxmlformats.org/officeDocument/2006/relationships/image" Target="../media/image78.png" /></Relationships>
</file>

<file path=ppt/slides/_rels/slide38.xml.rels><?xml version="1.0" encoding="UTF-8" standalone="yes"?>
<Relationships xmlns="http://schemas.openxmlformats.org/package/2006/relationships"><Relationship Id="rId3" Type="http://schemas.openxmlformats.org/officeDocument/2006/relationships/image" Target="../media/image76.jpeg" /><Relationship Id="rId2" Type="http://schemas.openxmlformats.org/officeDocument/2006/relationships/image" Target="../media/image80.png" /><Relationship Id="rId1" Type="http://schemas.openxmlformats.org/officeDocument/2006/relationships/slideLayout" Target="../slideLayouts/slideLayout207.xml" /><Relationship Id="rId5" Type="http://schemas.openxmlformats.org/officeDocument/2006/relationships/image" Target="../media/image81.png" /><Relationship Id="rId4" Type="http://schemas.openxmlformats.org/officeDocument/2006/relationships/customXml" Target="../ink/ink29.xml" /></Relationships>
</file>

<file path=ppt/slides/_rels/slide39.xml.rels><?xml version="1.0" encoding="UTF-8" standalone="yes"?>
<Relationships xmlns="http://schemas.openxmlformats.org/package/2006/relationships"><Relationship Id="rId3" Type="http://schemas.openxmlformats.org/officeDocument/2006/relationships/image" Target="../media/image83.png" /><Relationship Id="rId7" Type="http://schemas.openxmlformats.org/officeDocument/2006/relationships/image" Target="../media/image84.png" /><Relationship Id="rId2" Type="http://schemas.openxmlformats.org/officeDocument/2006/relationships/image" Target="../media/image82.jpeg" /><Relationship Id="rId1" Type="http://schemas.openxmlformats.org/officeDocument/2006/relationships/slideLayout" Target="../slideLayouts/slideLayout207.xml" /><Relationship Id="rId6" Type="http://schemas.openxmlformats.org/officeDocument/2006/relationships/customXml" Target="../ink/ink30.xml" /><Relationship Id="rId5" Type="http://schemas.openxmlformats.org/officeDocument/2006/relationships/image" Target="../media/image76.jpeg" /><Relationship Id="rId4" Type="http://schemas.openxmlformats.org/officeDocument/2006/relationships/image" Target="../media/image80.png" /></Relationships>
</file>

<file path=ppt/slides/_rels/slide40.xml.rels><?xml version="1.0" encoding="UTF-8" standalone="yes"?>
<Relationships xmlns="http://schemas.openxmlformats.org/package/2006/relationships"><Relationship Id="rId8" Type="http://schemas.openxmlformats.org/officeDocument/2006/relationships/image" Target="../media/image87.png" /><Relationship Id="rId3" Type="http://schemas.openxmlformats.org/officeDocument/2006/relationships/image" Target="../media/image83.png" /><Relationship Id="rId7" Type="http://schemas.openxmlformats.org/officeDocument/2006/relationships/customXml" Target="../ink/ink31.xml" /><Relationship Id="rId2" Type="http://schemas.openxmlformats.org/officeDocument/2006/relationships/image" Target="../media/image85.png" /><Relationship Id="rId1" Type="http://schemas.openxmlformats.org/officeDocument/2006/relationships/slideLayout" Target="../slideLayouts/slideLayout207.xml" /><Relationship Id="rId6" Type="http://schemas.openxmlformats.org/officeDocument/2006/relationships/image" Target="../media/image86.jpeg" /><Relationship Id="rId5" Type="http://schemas.openxmlformats.org/officeDocument/2006/relationships/image" Target="../media/image76.jpeg" /><Relationship Id="rId4" Type="http://schemas.openxmlformats.org/officeDocument/2006/relationships/image" Target="../media/image80.png" /></Relationships>
</file>

<file path=ppt/slides/_rels/slide41.xml.rels><?xml version="1.0" encoding="UTF-8" standalone="yes"?>
<Relationships xmlns="http://schemas.openxmlformats.org/package/2006/relationships"><Relationship Id="rId3" Type="http://schemas.openxmlformats.org/officeDocument/2006/relationships/hyperlink" Target="https://medium.com/nerd-for-tech/gradient-boost-for-regression-explained-6561eec192cb" TargetMode="External" /><Relationship Id="rId2" Type="http://schemas.openxmlformats.org/officeDocument/2006/relationships/hyperlink" Target="https://en.wikipedia.org/wiki/Gradient_boosting#:~:text=Gradient%20boosting%20is%20a%20machine,which%20are%20typically%20decision%20trees" TargetMode="External" /><Relationship Id="rId1" Type="http://schemas.openxmlformats.org/officeDocument/2006/relationships/slideLayout" Target="../slideLayouts/slideLayout21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199;p1"/>
          <p:cNvSpPr txBox="1"/>
          <p:nvPr/>
        </p:nvSpPr>
        <p:spPr>
          <a:xfrm>
            <a:off x="800100" y="3456720"/>
            <a:ext cx="7875900" cy="2060280"/>
          </a:xfrm>
          <a:prstGeom prst="rect">
            <a:avLst/>
          </a:prstGeom>
          <a:noFill/>
          <a:ln>
            <a:noFill/>
          </a:ln>
        </p:spPr>
        <p:txBody>
          <a:bodyPr spcFirstLastPara="1" wrap="square" lIns="91425" tIns="45700" rIns="91425" bIns="45700" anchor="ctr" anchorCtr="0">
            <a:noAutofit/>
          </a:bodyPr>
          <a:lstStyle/>
          <a:p>
            <a:pPr lvl="0" algn="ctr">
              <a:buSzPts val="2200"/>
            </a:pPr>
            <a:r>
              <a:rPr lang="en-IN" sz="3200" b="1" i="0" u="none" strike="noStrike" cap="none" dirty="0">
                <a:solidFill>
                  <a:srgbClr val="FFFFFF"/>
                </a:solidFill>
                <a:latin typeface="Calibri" panose="020F0502020204030204" pitchFamily="34" charset="0"/>
                <a:ea typeface="Times New Roman"/>
                <a:cs typeface="Calibri" panose="020F0502020204030204" pitchFamily="34" charset="0"/>
                <a:sym typeface="Times New Roman"/>
              </a:rPr>
              <a:t>Machine Learning</a:t>
            </a:r>
            <a:br>
              <a:rPr lang="en-IN" sz="3200" b="0" i="0" u="none" strike="noStrike" cap="none" dirty="0">
                <a:solidFill>
                  <a:srgbClr val="000000"/>
                </a:solidFill>
                <a:latin typeface="Calibri" panose="020F0502020204030204" pitchFamily="34" charset="0"/>
                <a:cs typeface="Calibri" panose="020F0502020204030204" pitchFamily="34" charset="0"/>
                <a:sym typeface="Arial"/>
              </a:rPr>
            </a:br>
            <a:r>
              <a:rPr lang="en-IN" sz="2400" b="1" dirty="0">
                <a:solidFill>
                  <a:srgbClr val="FFC000"/>
                </a:solidFill>
                <a:latin typeface="Calibri" panose="020F0502020204030204" pitchFamily="34" charset="0"/>
                <a:cs typeface="Calibri" panose="020F0502020204030204" pitchFamily="34" charset="0"/>
                <a:sym typeface="Times New Roman"/>
              </a:rPr>
              <a:t>AIML</a:t>
            </a:r>
            <a:r>
              <a:rPr lang="en-IN" sz="2400" b="1" dirty="0">
                <a:solidFill>
                  <a:srgbClr val="FFC000"/>
                </a:solidFill>
                <a:latin typeface="Calibri" panose="020F0502020204030204" pitchFamily="34" charset="0"/>
                <a:ea typeface="Times New Roman"/>
                <a:cs typeface="Calibri" panose="020F0502020204030204" pitchFamily="34" charset="0"/>
                <a:sym typeface="Times New Roman"/>
              </a:rPr>
              <a:t> CZG565</a:t>
            </a:r>
          </a:p>
          <a:p>
            <a:pPr lvl="0" algn="ctr">
              <a:buSzPts val="2200"/>
            </a:pPr>
            <a:r>
              <a:rPr lang="en-IN" sz="2400" b="1" dirty="0">
                <a:solidFill>
                  <a:srgbClr val="FFC000"/>
                </a:solidFill>
                <a:latin typeface="Calibri" panose="020F0502020204030204" pitchFamily="34" charset="0"/>
                <a:ea typeface="Times New Roman"/>
                <a:cs typeface="Calibri" panose="020F0502020204030204" pitchFamily="34" charset="0"/>
                <a:sym typeface="Times New Roman"/>
              </a:rPr>
              <a:t>Ensemble Learning</a:t>
            </a:r>
          </a:p>
          <a:p>
            <a:pPr marL="0" marR="0" lvl="0" indent="0" algn="r" rtl="0">
              <a:lnSpc>
                <a:spcPct val="100000"/>
              </a:lnSpc>
              <a:spcBef>
                <a:spcPts val="0"/>
              </a:spcBef>
              <a:spcAft>
                <a:spcPts val="0"/>
              </a:spcAft>
              <a:buClr>
                <a:srgbClr val="000000"/>
              </a:buClr>
              <a:buSzPts val="2200"/>
              <a:buFont typeface="Arial"/>
              <a:buNone/>
            </a:pPr>
            <a:endParaRPr sz="3200" b="0" i="0" u="none" strike="noStrike" cap="none" dirty="0">
              <a:solidFill>
                <a:srgbClr val="000000"/>
              </a:solidFill>
              <a:latin typeface="Calibri" panose="020F0502020204030204" pitchFamily="34" charset="0"/>
              <a:cs typeface="Calibri" panose="020F0502020204030204" pitchFamily="34" charset="0"/>
              <a:sym typeface="Arial"/>
            </a:endParaRPr>
          </a:p>
        </p:txBody>
      </p:sp>
      <p:sp>
        <p:nvSpPr>
          <p:cNvPr id="9" name="Google Shape;200;p1"/>
          <p:cNvSpPr txBox="1"/>
          <p:nvPr/>
        </p:nvSpPr>
        <p:spPr>
          <a:xfrm>
            <a:off x="2267640" y="5410080"/>
            <a:ext cx="6266160" cy="533160"/>
          </a:xfrm>
          <a:prstGeom prst="rect">
            <a:avLst/>
          </a:prstGeom>
          <a:noFill/>
          <a:ln>
            <a:noFill/>
          </a:ln>
        </p:spPr>
        <p:txBody>
          <a:bodyPr spcFirstLastPara="1" wrap="square" lIns="91425" tIns="45700" rIns="91425" bIns="45700" anchor="b" anchorCtr="0">
            <a:noAutofit/>
          </a:bodyPr>
          <a:lstStyle/>
          <a:p>
            <a:pPr lvl="0" algn="r" fontAlgn="auto">
              <a:spcBef>
                <a:spcPts val="0"/>
              </a:spcBef>
              <a:spcAft>
                <a:spcPts val="0"/>
              </a:spcAft>
              <a:buClr>
                <a:srgbClr val="000000"/>
              </a:buClr>
              <a:defRPr/>
            </a:pPr>
            <a:r>
              <a:rPr lang="en-US" sz="1800" kern="0" dirty="0">
                <a:solidFill>
                  <a:srgbClr val="FF9900"/>
                </a:solidFill>
                <a:latin typeface="Calibri"/>
                <a:ea typeface="Calibri"/>
                <a:cs typeface="Calibri"/>
                <a:sym typeface="Calibri"/>
              </a:rPr>
              <a:t>Neha Vinayak</a:t>
            </a:r>
            <a:endParaRPr lang="en-US" kern="0" dirty="0">
              <a:solidFill>
                <a:srgbClr val="000000"/>
              </a:solidFill>
              <a:latin typeface="Tahoma"/>
              <a:ea typeface="Tahoma"/>
              <a:cs typeface="Tahoma"/>
              <a:sym typeface="Tahoma"/>
            </a:endParaRPr>
          </a:p>
          <a:p>
            <a:pPr lvl="0" algn="r" fontAlgn="auto">
              <a:spcBef>
                <a:spcPts val="0"/>
              </a:spcBef>
              <a:spcAft>
                <a:spcPts val="0"/>
              </a:spcAft>
              <a:buClr>
                <a:srgbClr val="000000"/>
              </a:buClr>
              <a:defRPr/>
            </a:pPr>
            <a:r>
              <a:rPr lang="en-US" sz="1800" kern="0" dirty="0">
                <a:solidFill>
                  <a:srgbClr val="FF9900"/>
                </a:solidFill>
                <a:latin typeface="Calibri"/>
                <a:ea typeface="Calibri"/>
                <a:cs typeface="Calibri"/>
                <a:sym typeface="Calibri"/>
              </a:rPr>
              <a:t>BITS – CSIS - WILP</a:t>
            </a:r>
            <a:endParaRPr lang="en-US" kern="0" dirty="0">
              <a:solidFill>
                <a:srgbClr val="000000"/>
              </a:solidFill>
              <a:latin typeface="Tahoma"/>
              <a:ea typeface="Tahoma"/>
              <a:cs typeface="Tahoma"/>
              <a:sym typeface="Tahoma"/>
            </a:endParaRPr>
          </a:p>
        </p:txBody>
      </p:sp>
    </p:spTree>
    <p:extLst>
      <p:ext uri="{BB962C8B-B14F-4D97-AF65-F5344CB8AC3E}">
        <p14:creationId xmlns:p14="http://schemas.microsoft.com/office/powerpoint/2010/main" val="1338146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73059" y="429320"/>
            <a:ext cx="7926388" cy="461665"/>
          </a:xfrm>
          <a:prstGeom prst="rect">
            <a:avLst/>
          </a:prstGeom>
          <a:noFill/>
          <a:ln w="9525">
            <a:noFill/>
            <a:miter lim="800000"/>
            <a:headEnd/>
            <a:tailEnd/>
          </a:ln>
          <a:effectLst/>
        </p:spPr>
        <p:txBody>
          <a:bodyPr wrap="square">
            <a:spAutoFit/>
          </a:bodyPr>
          <a:lstStyle/>
          <a:p>
            <a:r>
              <a:rPr lang="en-US" sz="2400" dirty="0">
                <a:ea typeface="Cambria" panose="02040503050406030204" pitchFamily="18" charset="0"/>
              </a:rPr>
              <a:t>Machine Learning</a:t>
            </a:r>
            <a:endParaRPr sz="2400" dirty="0">
              <a:ea typeface="Cambria" panose="02040503050406030204" pitchFamily="18" charset="0"/>
            </a:endParaRPr>
          </a:p>
        </p:txBody>
      </p:sp>
      <p:sp>
        <p:nvSpPr>
          <p:cNvPr id="3" name="object 3"/>
          <p:cNvSpPr txBox="1"/>
          <p:nvPr/>
        </p:nvSpPr>
        <p:spPr>
          <a:xfrm>
            <a:off x="249580" y="2356371"/>
            <a:ext cx="8642256" cy="4780567"/>
          </a:xfrm>
          <a:prstGeom prst="rect">
            <a:avLst/>
          </a:prstGeom>
        </p:spPr>
        <p:txBody>
          <a:bodyPr vert="horz" wrap="square" lIns="0" tIns="32793" rIns="0" bIns="0" rtlCol="0">
            <a:spAutoFit/>
          </a:bodyPr>
          <a:lstStyle/>
          <a:p>
            <a:pPr marR="39091" lvl="0" indent="-101600" fontAlgn="auto">
              <a:spcBef>
                <a:spcPts val="0"/>
              </a:spcBef>
              <a:spcAft>
                <a:spcPts val="0"/>
              </a:spcAft>
              <a:buClr>
                <a:srgbClr val="000000"/>
              </a:buClr>
              <a:buSzPts val="1600"/>
              <a:buFont typeface="Arial"/>
              <a:buChar char="•"/>
              <a:defRPr/>
            </a:pPr>
            <a:r>
              <a:rPr lang="en-US" sz="1800" kern="0" dirty="0">
                <a:solidFill>
                  <a:srgbClr val="000000"/>
                </a:solidFill>
                <a:latin typeface="Arial"/>
                <a:ea typeface="Arial"/>
                <a:cs typeface="Arial"/>
                <a:sym typeface="Arial"/>
              </a:rPr>
              <a:t>These content of modules &amp; context under topics are planned by the course owner Dr. </a:t>
            </a:r>
            <a:r>
              <a:rPr lang="en-US" sz="1800" kern="0" dirty="0" err="1">
                <a:solidFill>
                  <a:srgbClr val="000000"/>
                </a:solidFill>
                <a:latin typeface="Arial"/>
                <a:ea typeface="Arial"/>
                <a:cs typeface="Arial"/>
                <a:sym typeface="Arial"/>
              </a:rPr>
              <a:t>Sugata</a:t>
            </a:r>
            <a:r>
              <a:rPr lang="en-US" sz="1800" kern="0" dirty="0">
                <a:solidFill>
                  <a:srgbClr val="000000"/>
                </a:solidFill>
                <a:latin typeface="Arial"/>
                <a:ea typeface="Arial"/>
                <a:cs typeface="Arial"/>
                <a:sym typeface="Arial"/>
              </a:rPr>
              <a:t>, with grateful acknowledgement to many others who made their course materials freely available online</a:t>
            </a:r>
            <a:endParaRPr lang="en-US" kern="0" dirty="0">
              <a:solidFill>
                <a:srgbClr val="000000"/>
              </a:solidFill>
              <a:latin typeface="Arial"/>
              <a:cs typeface="Arial"/>
              <a:sym typeface="Arial"/>
            </a:endParaRPr>
          </a:p>
          <a:p>
            <a:pPr lvl="0" indent="-101600" fontAlgn="auto">
              <a:spcBef>
                <a:spcPts val="344"/>
              </a:spcBef>
              <a:spcAft>
                <a:spcPts val="0"/>
              </a:spcAft>
              <a:buClr>
                <a:srgbClr val="000000"/>
              </a:buClr>
              <a:buSzPts val="1600"/>
              <a:buFont typeface="Arial"/>
              <a:buChar char="•"/>
              <a:defRPr/>
            </a:pPr>
            <a:r>
              <a:rPr lang="en-US" sz="1800" kern="0" dirty="0">
                <a:solidFill>
                  <a:srgbClr val="000000"/>
                </a:solidFill>
                <a:latin typeface="Arial"/>
                <a:ea typeface="Arial"/>
                <a:cs typeface="Arial"/>
                <a:sym typeface="Arial"/>
              </a:rPr>
              <a:t>We here by acknowledge all the contributors for their material and inputs.</a:t>
            </a:r>
            <a:endParaRPr lang="en-US" kern="0" dirty="0">
              <a:solidFill>
                <a:srgbClr val="000000"/>
              </a:solidFill>
              <a:latin typeface="Arial"/>
              <a:cs typeface="Arial"/>
              <a:sym typeface="Arial"/>
            </a:endParaRPr>
          </a:p>
          <a:p>
            <a:pPr lvl="0" indent="-101600" fontAlgn="auto">
              <a:spcBef>
                <a:spcPts val="374"/>
              </a:spcBef>
              <a:spcAft>
                <a:spcPts val="0"/>
              </a:spcAft>
              <a:buClr>
                <a:srgbClr val="000000"/>
              </a:buClr>
              <a:buSzPts val="1600"/>
              <a:buFont typeface="Arial"/>
              <a:buChar char="•"/>
              <a:defRPr/>
            </a:pPr>
            <a:r>
              <a:rPr lang="en-US" sz="1800" kern="0" dirty="0">
                <a:solidFill>
                  <a:srgbClr val="000000"/>
                </a:solidFill>
                <a:latin typeface="Arial"/>
                <a:ea typeface="Arial"/>
                <a:cs typeface="Arial"/>
                <a:sym typeface="Arial"/>
              </a:rPr>
              <a:t>We have provided source information wherever necessary</a:t>
            </a:r>
            <a:endParaRPr lang="en-US" kern="0" dirty="0">
              <a:solidFill>
                <a:srgbClr val="000000"/>
              </a:solidFill>
              <a:latin typeface="Arial"/>
              <a:cs typeface="Arial"/>
              <a:sym typeface="Arial"/>
            </a:endParaRPr>
          </a:p>
          <a:p>
            <a:pPr lvl="0" indent="-101600" fontAlgn="auto">
              <a:spcBef>
                <a:spcPts val="374"/>
              </a:spcBef>
              <a:spcAft>
                <a:spcPts val="0"/>
              </a:spcAft>
              <a:buClr>
                <a:srgbClr val="FF0000"/>
              </a:buClr>
              <a:buSzPts val="1600"/>
              <a:buFont typeface="Arial"/>
              <a:buChar char="•"/>
              <a:defRPr/>
            </a:pPr>
            <a:r>
              <a:rPr lang="en-US" sz="1800" kern="0" dirty="0">
                <a:solidFill>
                  <a:srgbClr val="FF0000"/>
                </a:solidFill>
                <a:latin typeface="Tahoma"/>
                <a:ea typeface="Tahoma"/>
                <a:cs typeface="Tahoma"/>
                <a:sym typeface="Tahoma"/>
              </a:rPr>
              <a:t>Students are requested to refer to the textbook w.r.t detailed content of the presentation deck shared over canvas</a:t>
            </a:r>
            <a:endParaRPr lang="en-US" sz="1800" kern="0" dirty="0">
              <a:solidFill>
                <a:srgbClr val="000000"/>
              </a:solidFill>
              <a:latin typeface="Arial"/>
              <a:ea typeface="Arial"/>
              <a:cs typeface="Arial"/>
              <a:sym typeface="Arial"/>
            </a:endParaRPr>
          </a:p>
          <a:p>
            <a:pPr lvl="0" indent="-101600" fontAlgn="auto">
              <a:spcBef>
                <a:spcPts val="374"/>
              </a:spcBef>
              <a:spcAft>
                <a:spcPts val="0"/>
              </a:spcAft>
              <a:buClr>
                <a:srgbClr val="FF0000"/>
              </a:buClr>
              <a:buSzPts val="1600"/>
              <a:buFont typeface="Arial"/>
              <a:buChar char="•"/>
              <a:defRPr/>
            </a:pPr>
            <a:r>
              <a:rPr lang="en-US" sz="1800" kern="0" dirty="0">
                <a:solidFill>
                  <a:srgbClr val="FF0000"/>
                </a:solidFill>
                <a:latin typeface="Tahoma"/>
                <a:ea typeface="Tahoma"/>
                <a:cs typeface="Tahoma"/>
                <a:sym typeface="Tahoma"/>
              </a:rPr>
              <a:t>We have reduced the slides from canvas and modified the content flow to suit the requirements of the course and for ease of class presentation</a:t>
            </a:r>
            <a:endParaRPr lang="en-US" sz="1800" kern="0" dirty="0">
              <a:solidFill>
                <a:srgbClr val="000000"/>
              </a:solidFill>
              <a:latin typeface="Arial"/>
              <a:ea typeface="Arial"/>
              <a:cs typeface="Arial"/>
              <a:sym typeface="Arial"/>
            </a:endParaRPr>
          </a:p>
          <a:p>
            <a:pPr lvl="0" fontAlgn="auto">
              <a:spcBef>
                <a:spcPts val="0"/>
              </a:spcBef>
              <a:spcAft>
                <a:spcPts val="0"/>
              </a:spcAft>
              <a:buClr>
                <a:srgbClr val="000000"/>
              </a:buClr>
              <a:defRPr/>
            </a:pPr>
            <a:br>
              <a:rPr lang="en-US" sz="1800" kern="0" dirty="0">
                <a:solidFill>
                  <a:srgbClr val="000000"/>
                </a:solidFill>
                <a:latin typeface="Tahoma"/>
                <a:ea typeface="Tahoma"/>
                <a:cs typeface="Tahoma"/>
                <a:sym typeface="Tahoma"/>
              </a:rPr>
            </a:br>
            <a:r>
              <a:rPr lang="en-US" b="1" kern="0" dirty="0">
                <a:solidFill>
                  <a:srgbClr val="0000FF"/>
                </a:solidFill>
                <a:latin typeface="Arial"/>
                <a:ea typeface="Arial"/>
                <a:cs typeface="Arial"/>
                <a:sym typeface="Arial"/>
              </a:rPr>
              <a:t>Slide Source / Preparation / Review:</a:t>
            </a:r>
            <a:endParaRPr lang="en-US" sz="1800" kern="0" dirty="0">
              <a:solidFill>
                <a:srgbClr val="000000"/>
              </a:solidFill>
              <a:latin typeface="Tahoma"/>
              <a:ea typeface="Tahoma"/>
              <a:cs typeface="Tahoma"/>
              <a:sym typeface="Tahoma"/>
            </a:endParaRPr>
          </a:p>
          <a:p>
            <a:pPr lvl="0" fontAlgn="auto">
              <a:spcBef>
                <a:spcPts val="0"/>
              </a:spcBef>
              <a:spcAft>
                <a:spcPts val="0"/>
              </a:spcAft>
              <a:buClr>
                <a:srgbClr val="000000"/>
              </a:buClr>
              <a:defRPr/>
            </a:pPr>
            <a:r>
              <a:rPr lang="en-US" u="sng" kern="0" dirty="0">
                <a:solidFill>
                  <a:srgbClr val="0000FF"/>
                </a:solidFill>
                <a:latin typeface="Arial"/>
                <a:ea typeface="Arial"/>
                <a:cs typeface="Arial"/>
                <a:sym typeface="Arial"/>
              </a:rPr>
              <a:t>From BITS </a:t>
            </a:r>
            <a:r>
              <a:rPr lang="en-US" u="sng" kern="0" dirty="0" err="1">
                <a:solidFill>
                  <a:srgbClr val="0000FF"/>
                </a:solidFill>
                <a:latin typeface="Arial"/>
                <a:ea typeface="Arial"/>
                <a:cs typeface="Arial"/>
                <a:sym typeface="Arial"/>
              </a:rPr>
              <a:t>Pilani</a:t>
            </a:r>
            <a:r>
              <a:rPr lang="en-US" u="sng" kern="0" dirty="0">
                <a:solidFill>
                  <a:srgbClr val="0000FF"/>
                </a:solidFill>
                <a:latin typeface="Arial"/>
                <a:ea typeface="Arial"/>
                <a:cs typeface="Arial"/>
                <a:sym typeface="Arial"/>
              </a:rPr>
              <a:t> WILP</a:t>
            </a:r>
            <a:r>
              <a:rPr lang="en-US" b="1" kern="0" dirty="0">
                <a:solidFill>
                  <a:srgbClr val="0000FF"/>
                </a:solidFill>
                <a:latin typeface="Arial"/>
                <a:ea typeface="Arial"/>
                <a:cs typeface="Arial"/>
                <a:sym typeface="Arial"/>
              </a:rPr>
              <a:t>: </a:t>
            </a:r>
            <a:r>
              <a:rPr lang="en-US" kern="0" dirty="0" err="1">
                <a:solidFill>
                  <a:srgbClr val="0000FF"/>
                </a:solidFill>
                <a:latin typeface="Arial"/>
                <a:ea typeface="Arial"/>
                <a:cs typeface="Arial"/>
                <a:sym typeface="Arial"/>
              </a:rPr>
              <a:t>Profs.Sugata</a:t>
            </a:r>
            <a:r>
              <a:rPr lang="en-US" kern="0" dirty="0">
                <a:solidFill>
                  <a:srgbClr val="0000FF"/>
                </a:solidFill>
                <a:latin typeface="Arial"/>
                <a:ea typeface="Arial"/>
                <a:cs typeface="Arial"/>
                <a:sym typeface="Arial"/>
              </a:rPr>
              <a:t>, </a:t>
            </a:r>
            <a:r>
              <a:rPr lang="en-US" kern="0" dirty="0" err="1">
                <a:solidFill>
                  <a:srgbClr val="0000FF"/>
                </a:solidFill>
                <a:latin typeface="Arial"/>
                <a:ea typeface="Arial"/>
                <a:cs typeface="Arial"/>
                <a:sym typeface="Arial"/>
              </a:rPr>
              <a:t>Chetana</a:t>
            </a:r>
            <a:r>
              <a:rPr lang="en-US" kern="0" dirty="0">
                <a:solidFill>
                  <a:srgbClr val="0000FF"/>
                </a:solidFill>
                <a:latin typeface="Arial"/>
                <a:ea typeface="Arial"/>
                <a:cs typeface="Arial"/>
                <a:sym typeface="Arial"/>
              </a:rPr>
              <a:t>, </a:t>
            </a:r>
            <a:r>
              <a:rPr lang="en-US" kern="0" dirty="0" err="1">
                <a:solidFill>
                  <a:srgbClr val="0000FF"/>
                </a:solidFill>
                <a:latin typeface="Arial"/>
                <a:ea typeface="Arial"/>
                <a:cs typeface="Arial"/>
                <a:sym typeface="Arial"/>
              </a:rPr>
              <a:t>Monali</a:t>
            </a:r>
            <a:r>
              <a:rPr lang="en-US" kern="0" dirty="0">
                <a:solidFill>
                  <a:srgbClr val="0000FF"/>
                </a:solidFill>
                <a:latin typeface="Arial"/>
                <a:ea typeface="Arial"/>
                <a:cs typeface="Arial"/>
                <a:sym typeface="Arial"/>
              </a:rPr>
              <a:t>, </a:t>
            </a:r>
            <a:r>
              <a:rPr lang="en-US" kern="0" dirty="0" err="1">
                <a:solidFill>
                  <a:srgbClr val="0000FF"/>
                </a:solidFill>
                <a:latin typeface="Arial"/>
                <a:ea typeface="Arial"/>
                <a:cs typeface="Arial"/>
                <a:sym typeface="Arial"/>
              </a:rPr>
              <a:t>Rajavadhana</a:t>
            </a:r>
            <a:r>
              <a:rPr lang="en-US" kern="0" dirty="0">
                <a:solidFill>
                  <a:srgbClr val="0000FF"/>
                </a:solidFill>
                <a:latin typeface="Arial"/>
                <a:ea typeface="Arial"/>
                <a:cs typeface="Arial"/>
                <a:sym typeface="Arial"/>
              </a:rPr>
              <a:t>, Seetha, Anita</a:t>
            </a:r>
          </a:p>
          <a:p>
            <a:pPr lvl="0" fontAlgn="auto">
              <a:spcBef>
                <a:spcPts val="0"/>
              </a:spcBef>
              <a:spcAft>
                <a:spcPts val="0"/>
              </a:spcAft>
              <a:buClr>
                <a:srgbClr val="000000"/>
              </a:buClr>
              <a:defRPr/>
            </a:pPr>
            <a:endParaRPr lang="en-US" kern="0" dirty="0">
              <a:solidFill>
                <a:srgbClr val="0000FF"/>
              </a:solidFill>
              <a:latin typeface="Arial"/>
              <a:ea typeface="Arial"/>
              <a:cs typeface="Arial"/>
              <a:sym typeface="Arial"/>
            </a:endParaRPr>
          </a:p>
          <a:p>
            <a:pPr lvl="0" fontAlgn="auto">
              <a:spcBef>
                <a:spcPts val="0"/>
              </a:spcBef>
              <a:spcAft>
                <a:spcPts val="0"/>
              </a:spcAft>
              <a:buClr>
                <a:srgbClr val="000000"/>
              </a:buClr>
              <a:defRPr/>
            </a:pPr>
            <a:r>
              <a:rPr lang="en-US" kern="0" dirty="0">
                <a:solidFill>
                  <a:srgbClr val="0000FF"/>
                </a:solidFill>
                <a:latin typeface="Arial"/>
                <a:ea typeface="Arial"/>
                <a:cs typeface="Arial"/>
                <a:sym typeface="Arial"/>
              </a:rPr>
              <a:t> </a:t>
            </a:r>
            <a:r>
              <a:rPr lang="en-US" u="sng" kern="0" dirty="0">
                <a:solidFill>
                  <a:srgbClr val="0000FF"/>
                </a:solidFill>
                <a:latin typeface="Arial"/>
                <a:ea typeface="Arial"/>
                <a:cs typeface="Arial"/>
                <a:sym typeface="Arial"/>
              </a:rPr>
              <a:t>External: </a:t>
            </a:r>
            <a:r>
              <a:rPr lang="en-US" kern="0" dirty="0">
                <a:solidFill>
                  <a:srgbClr val="0000FF"/>
                </a:solidFill>
                <a:latin typeface="Arial"/>
                <a:ea typeface="Arial"/>
                <a:cs typeface="Arial"/>
                <a:sym typeface="Arial"/>
              </a:rPr>
              <a:t>CS109 and CS229 Stanford lecture notes, </a:t>
            </a:r>
            <a:r>
              <a:rPr lang="en-US" kern="0" dirty="0" err="1">
                <a:solidFill>
                  <a:srgbClr val="0000FF"/>
                </a:solidFill>
                <a:latin typeface="Arial"/>
                <a:ea typeface="Arial"/>
                <a:cs typeface="Arial"/>
                <a:sym typeface="Arial"/>
              </a:rPr>
              <a:t>Dr.Andrew</a:t>
            </a:r>
            <a:r>
              <a:rPr lang="en-US" kern="0" dirty="0">
                <a:solidFill>
                  <a:srgbClr val="0000FF"/>
                </a:solidFill>
                <a:latin typeface="Arial"/>
                <a:ea typeface="Arial"/>
                <a:cs typeface="Arial"/>
                <a:sym typeface="Arial"/>
              </a:rPr>
              <a:t> NG and many others who made their course materials freely available online</a:t>
            </a:r>
            <a:endParaRPr lang="en-US" sz="1800" kern="0" dirty="0">
              <a:solidFill>
                <a:srgbClr val="000000"/>
              </a:solidFill>
              <a:latin typeface="Tahoma"/>
              <a:ea typeface="Tahoma"/>
              <a:cs typeface="Tahoma"/>
              <a:sym typeface="Tahoma"/>
            </a:endParaRPr>
          </a:p>
          <a:p>
            <a:pPr lvl="0" fontAlgn="auto">
              <a:spcBef>
                <a:spcPts val="0"/>
              </a:spcBef>
              <a:spcAft>
                <a:spcPts val="0"/>
              </a:spcAft>
              <a:buClr>
                <a:srgbClr val="000000"/>
              </a:buClr>
              <a:defRPr/>
            </a:pPr>
            <a:br>
              <a:rPr lang="en-US" sz="1800" kern="0" dirty="0">
                <a:solidFill>
                  <a:srgbClr val="000000"/>
                </a:solidFill>
                <a:latin typeface="Tahoma"/>
                <a:ea typeface="Tahoma"/>
                <a:cs typeface="Tahoma"/>
                <a:sym typeface="Tahoma"/>
              </a:rPr>
            </a:br>
            <a:endParaRPr lang="en-US" sz="1800" kern="0" dirty="0">
              <a:solidFill>
                <a:srgbClr val="000000"/>
              </a:solidFill>
              <a:latin typeface="Tahoma"/>
              <a:ea typeface="Tahoma"/>
              <a:cs typeface="Tahoma"/>
              <a:sym typeface="Tahoma"/>
            </a:endParaRPr>
          </a:p>
        </p:txBody>
      </p:sp>
      <p:sp>
        <p:nvSpPr>
          <p:cNvPr id="4" name="object 4"/>
          <p:cNvSpPr txBox="1"/>
          <p:nvPr/>
        </p:nvSpPr>
        <p:spPr>
          <a:xfrm>
            <a:off x="2400519" y="915302"/>
            <a:ext cx="5698928" cy="287187"/>
          </a:xfrm>
          <a:prstGeom prst="rect">
            <a:avLst/>
          </a:prstGeom>
        </p:spPr>
        <p:txBody>
          <a:bodyPr vert="horz" wrap="square" lIns="0" tIns="10090" rIns="0" bIns="0" rtlCol="0">
            <a:spAutoFit/>
          </a:bodyPr>
          <a:lstStyle/>
          <a:p>
            <a:pPr marL="8408">
              <a:spcBef>
                <a:spcPts val="79"/>
              </a:spcBef>
            </a:pPr>
            <a:r>
              <a:rPr sz="1800" spc="-10" dirty="0">
                <a:solidFill>
                  <a:srgbClr val="1C1572"/>
                </a:solidFill>
                <a:latin typeface="Arial" panose="020B0604020202020204" pitchFamily="34" charset="0"/>
                <a:ea typeface="Cambria" panose="02040503050406030204" pitchFamily="18" charset="0"/>
                <a:cs typeface="Arial" panose="020B0604020202020204" pitchFamily="34" charset="0"/>
              </a:rPr>
              <a:t>Disclaimer</a:t>
            </a:r>
            <a:r>
              <a:rPr sz="1800" spc="-46" dirty="0">
                <a:solidFill>
                  <a:srgbClr val="1C1572"/>
                </a:solidFill>
                <a:latin typeface="Arial" panose="020B0604020202020204" pitchFamily="34" charset="0"/>
                <a:ea typeface="Cambria" panose="02040503050406030204" pitchFamily="18" charset="0"/>
                <a:cs typeface="Arial" panose="020B0604020202020204" pitchFamily="34" charset="0"/>
              </a:rPr>
              <a:t> </a:t>
            </a:r>
            <a:r>
              <a:rPr sz="1800" spc="-6" dirty="0">
                <a:solidFill>
                  <a:srgbClr val="1C1572"/>
                </a:solidFill>
                <a:latin typeface="Arial" panose="020B0604020202020204" pitchFamily="34" charset="0"/>
                <a:ea typeface="Cambria" panose="02040503050406030204" pitchFamily="18" charset="0"/>
                <a:cs typeface="Arial" panose="020B0604020202020204" pitchFamily="34" charset="0"/>
              </a:rPr>
              <a:t>and</a:t>
            </a:r>
            <a:r>
              <a:rPr sz="1800" spc="-46" dirty="0">
                <a:solidFill>
                  <a:srgbClr val="1C1572"/>
                </a:solidFill>
                <a:latin typeface="Arial" panose="020B0604020202020204" pitchFamily="34" charset="0"/>
                <a:ea typeface="Cambria" panose="02040503050406030204" pitchFamily="18" charset="0"/>
                <a:cs typeface="Arial" panose="020B0604020202020204" pitchFamily="34" charset="0"/>
              </a:rPr>
              <a:t> </a:t>
            </a:r>
            <a:r>
              <a:rPr sz="1800" spc="-16" dirty="0">
                <a:solidFill>
                  <a:srgbClr val="1C1572"/>
                </a:solidFill>
                <a:latin typeface="Arial" panose="020B0604020202020204" pitchFamily="34" charset="0"/>
                <a:ea typeface="Cambria" panose="02040503050406030204" pitchFamily="18" charset="0"/>
                <a:cs typeface="Arial" panose="020B0604020202020204" pitchFamily="34" charset="0"/>
              </a:rPr>
              <a:t>Acknowledgement</a:t>
            </a:r>
            <a:endParaRPr sz="1800" dirty="0">
              <a:latin typeface="Arial" panose="020B0604020202020204" pitchFamily="34" charset="0"/>
              <a:ea typeface="Cambria" panose="02040503050406030204" pitchFamily="18" charset="0"/>
              <a:cs typeface="Arial" panose="020B0604020202020204" pitchFamily="34" charset="0"/>
            </a:endParaRPr>
          </a:p>
        </p:txBody>
      </p:sp>
      <p:pic>
        <p:nvPicPr>
          <p:cNvPr id="5" name="object 5"/>
          <p:cNvPicPr/>
          <p:nvPr/>
        </p:nvPicPr>
        <p:blipFill>
          <a:blip r:embed="rId2" cstate="print"/>
          <a:stretch>
            <a:fillRect/>
          </a:stretch>
        </p:blipFill>
        <p:spPr>
          <a:xfrm>
            <a:off x="3657600" y="1351245"/>
            <a:ext cx="913108" cy="964544"/>
          </a:xfrm>
          <a:prstGeom prst="rect">
            <a:avLst/>
          </a:prstGeom>
        </p:spPr>
      </p:pic>
    </p:spTree>
    <p:extLst>
      <p:ext uri="{BB962C8B-B14F-4D97-AF65-F5344CB8AC3E}">
        <p14:creationId xmlns:p14="http://schemas.microsoft.com/office/powerpoint/2010/main" val="2451558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457200" y="1299072"/>
          <a:ext cx="6825136" cy="5351125"/>
        </p:xfrm>
        <a:graphic>
          <a:graphicData uri="http://schemas.openxmlformats.org/drawingml/2006/table">
            <a:tbl>
              <a:tblPr>
                <a:tableStyleId>{2D5ABB26-0587-4C30-8999-92F81FD0307C}</a:tableStyleId>
              </a:tblPr>
              <a:tblGrid>
                <a:gridCol w="1151700">
                  <a:extLst>
                    <a:ext uri="{9D8B030D-6E8A-4147-A177-3AD203B41FA5}">
                      <a16:colId xmlns:a16="http://schemas.microsoft.com/office/drawing/2014/main" val="20000"/>
                    </a:ext>
                  </a:extLst>
                </a:gridCol>
                <a:gridCol w="5673436">
                  <a:extLst>
                    <a:ext uri="{9D8B030D-6E8A-4147-A177-3AD203B41FA5}">
                      <a16:colId xmlns:a16="http://schemas.microsoft.com/office/drawing/2014/main" val="20001"/>
                    </a:ext>
                  </a:extLst>
                </a:gridCol>
              </a:tblGrid>
              <a:tr h="466213">
                <a:tc>
                  <a:txBody>
                    <a:bodyPr/>
                    <a:lstStyle/>
                    <a:p>
                      <a:pPr>
                        <a:spcAft>
                          <a:spcPts val="0"/>
                        </a:spcAft>
                      </a:pPr>
                      <a:r>
                        <a:rPr lang="en-IN" sz="1600" kern="50" dirty="0">
                          <a:effectLst/>
                          <a:latin typeface="Arial" panose="020B0604020202020204" pitchFamily="34" charset="0"/>
                          <a:cs typeface="Arial" panose="020B0604020202020204" pitchFamily="34" charset="0"/>
                        </a:rPr>
                        <a:t>M1</a:t>
                      </a:r>
                      <a:endParaRPr lang="en-IN" sz="1600" kern="50" dirty="0">
                        <a:effectLst/>
                        <a:latin typeface="Arial" panose="020B0604020202020204" pitchFamily="34" charset="0"/>
                        <a:ea typeface="WenQuanYi Micro Hei"/>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spcAft>
                          <a:spcPts val="0"/>
                        </a:spcAft>
                      </a:pPr>
                      <a:r>
                        <a:rPr lang="en-IN" sz="1600" kern="1200" dirty="0">
                          <a:solidFill>
                            <a:schemeClr val="tx1"/>
                          </a:solidFill>
                          <a:effectLst/>
                          <a:latin typeface="Arial" panose="020B0604020202020204" pitchFamily="34" charset="0"/>
                          <a:ea typeface="+mn-ea"/>
                          <a:cs typeface="Arial" panose="020B0604020202020204" pitchFamily="34" charset="0"/>
                        </a:rPr>
                        <a:t>Introduction &amp; Mathematical</a:t>
                      </a:r>
                      <a:r>
                        <a:rPr lang="en-IN" sz="1600" kern="1200" baseline="0" dirty="0">
                          <a:solidFill>
                            <a:schemeClr val="tx1"/>
                          </a:solidFill>
                          <a:effectLst/>
                          <a:latin typeface="Arial" panose="020B0604020202020204" pitchFamily="34" charset="0"/>
                          <a:ea typeface="+mn-ea"/>
                          <a:cs typeface="Arial" panose="020B0604020202020204" pitchFamily="34" charset="0"/>
                        </a:rPr>
                        <a:t> Preliminaries</a:t>
                      </a:r>
                      <a:endParaRPr lang="en-IN" sz="1600" kern="50" dirty="0">
                        <a:effectLst/>
                        <a:latin typeface="Arial" panose="020B0604020202020204" pitchFamily="34" charset="0"/>
                        <a:ea typeface="WenQuanYi Micro Hei"/>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66213">
                <a:tc>
                  <a:txBody>
                    <a:bodyPr/>
                    <a:lstStyle/>
                    <a:p>
                      <a:pPr>
                        <a:spcAft>
                          <a:spcPts val="0"/>
                        </a:spcAft>
                      </a:pPr>
                      <a:r>
                        <a:rPr lang="en-IN" sz="1600" kern="50" dirty="0">
                          <a:effectLst/>
                          <a:latin typeface="Arial" panose="020B0604020202020204" pitchFamily="34" charset="0"/>
                          <a:cs typeface="Arial" panose="020B0604020202020204" pitchFamily="34" charset="0"/>
                        </a:rPr>
                        <a:t>M2</a:t>
                      </a:r>
                      <a:endParaRPr lang="en-IN" sz="1600" kern="50" dirty="0">
                        <a:effectLst/>
                        <a:latin typeface="Arial" panose="020B0604020202020204" pitchFamily="34" charset="0"/>
                        <a:ea typeface="WenQuanYi Micro Hei"/>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spcAft>
                          <a:spcPts val="0"/>
                        </a:spcAft>
                      </a:pPr>
                      <a:r>
                        <a:rPr lang="en-IN" sz="1600" kern="50" dirty="0">
                          <a:effectLst/>
                          <a:latin typeface="Arial" panose="020B0604020202020204" pitchFamily="34" charset="0"/>
                          <a:ea typeface="WenQuanYi Micro Hei"/>
                          <a:cs typeface="Arial" panose="020B0604020202020204" pitchFamily="34" charset="0"/>
                        </a:rPr>
                        <a:t>Machine</a:t>
                      </a:r>
                      <a:r>
                        <a:rPr lang="en-IN" sz="1600" kern="50" baseline="0" dirty="0">
                          <a:effectLst/>
                          <a:latin typeface="Arial" panose="020B0604020202020204" pitchFamily="34" charset="0"/>
                          <a:ea typeface="WenQuanYi Micro Hei"/>
                          <a:cs typeface="Arial" panose="020B0604020202020204" pitchFamily="34" charset="0"/>
                        </a:rPr>
                        <a:t> Learning Workflow</a:t>
                      </a:r>
                      <a:endParaRPr lang="en-IN" sz="1600" kern="50" dirty="0">
                        <a:effectLst/>
                        <a:latin typeface="Arial" panose="020B0604020202020204" pitchFamily="34" charset="0"/>
                        <a:ea typeface="WenQuanYi Micro Hei"/>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15374">
                <a:tc>
                  <a:txBody>
                    <a:bodyPr/>
                    <a:lstStyle/>
                    <a:p>
                      <a:pPr>
                        <a:spcAft>
                          <a:spcPts val="0"/>
                        </a:spcAft>
                      </a:pPr>
                      <a:r>
                        <a:rPr lang="en-IN" sz="1600" kern="50" dirty="0">
                          <a:effectLst/>
                          <a:latin typeface="Arial" panose="020B0604020202020204" pitchFamily="34" charset="0"/>
                          <a:cs typeface="Arial" panose="020B0604020202020204" pitchFamily="34" charset="0"/>
                        </a:rPr>
                        <a:t>M3</a:t>
                      </a:r>
                      <a:endParaRPr lang="en-IN" sz="1600" kern="50" dirty="0">
                        <a:effectLst/>
                        <a:latin typeface="Arial" panose="020B0604020202020204" pitchFamily="34" charset="0"/>
                        <a:ea typeface="WenQuanYi Micro Hei"/>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600" kern="50" dirty="0">
                          <a:effectLst/>
                          <a:latin typeface="Arial" panose="020B0604020202020204" pitchFamily="34" charset="0"/>
                          <a:ea typeface="WenQuanYi Micro Hei"/>
                          <a:cs typeface="Arial" panose="020B0604020202020204" pitchFamily="34" charset="0"/>
                        </a:rPr>
                        <a:t>Linear Models for Regression</a:t>
                      </a: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57200">
                <a:tc>
                  <a:txBody>
                    <a:bodyPr/>
                    <a:lstStyle/>
                    <a:p>
                      <a:pPr>
                        <a:spcAft>
                          <a:spcPts val="0"/>
                        </a:spcAft>
                      </a:pPr>
                      <a:r>
                        <a:rPr lang="en-IN" sz="1600" kern="50" dirty="0">
                          <a:effectLst/>
                          <a:latin typeface="Arial" panose="020B0604020202020204" pitchFamily="34" charset="0"/>
                          <a:cs typeface="Arial" panose="020B0604020202020204" pitchFamily="34" charset="0"/>
                        </a:rPr>
                        <a:t>M4</a:t>
                      </a:r>
                      <a:endParaRPr lang="en-IN" sz="1600" kern="50" dirty="0">
                        <a:effectLst/>
                        <a:latin typeface="Arial" panose="020B0604020202020204" pitchFamily="34" charset="0"/>
                        <a:ea typeface="WenQuanYi Micro Hei"/>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1600" kern="50" dirty="0">
                          <a:effectLst/>
                          <a:latin typeface="Arial" panose="020B0604020202020204" pitchFamily="34" charset="0"/>
                          <a:ea typeface="+mn-ea"/>
                          <a:cs typeface="Arial" panose="020B0604020202020204" pitchFamily="34" charset="0"/>
                        </a:rPr>
                        <a:t>Linear</a:t>
                      </a:r>
                      <a:r>
                        <a:rPr lang="en-IN" sz="1600" kern="50" baseline="0" dirty="0">
                          <a:effectLst/>
                          <a:latin typeface="Arial" panose="020B0604020202020204" pitchFamily="34" charset="0"/>
                          <a:ea typeface="+mn-ea"/>
                          <a:cs typeface="Arial" panose="020B0604020202020204" pitchFamily="34" charset="0"/>
                        </a:rPr>
                        <a:t> Models for Classification</a:t>
                      </a:r>
                      <a:endParaRPr lang="en-IN" sz="1600" dirty="0">
                        <a:latin typeface="Arial" panose="020B0604020202020204" pitchFamily="34" charset="0"/>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66213">
                <a:tc>
                  <a:txBody>
                    <a:bodyPr/>
                    <a:lstStyle/>
                    <a:p>
                      <a:pPr>
                        <a:spcAft>
                          <a:spcPts val="0"/>
                        </a:spcAft>
                      </a:pPr>
                      <a:r>
                        <a:rPr lang="en-IN" sz="1600" kern="50" dirty="0">
                          <a:effectLst/>
                          <a:latin typeface="Arial" panose="020B0604020202020204" pitchFamily="34" charset="0"/>
                          <a:ea typeface="WenQuanYi Micro Hei"/>
                          <a:cs typeface="Arial" panose="020B0604020202020204" pitchFamily="34" charset="0"/>
                        </a:rPr>
                        <a:t>M5</a:t>
                      </a: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600" dirty="0">
                          <a:latin typeface="Arial" panose="020B0604020202020204" pitchFamily="34" charset="0"/>
                          <a:cs typeface="Arial" panose="020B0604020202020204" pitchFamily="34" charset="0"/>
                        </a:rPr>
                        <a:t>Decision</a:t>
                      </a:r>
                      <a:r>
                        <a:rPr lang="en-IN" sz="1600" baseline="0" dirty="0">
                          <a:latin typeface="Arial" panose="020B0604020202020204" pitchFamily="34" charset="0"/>
                          <a:cs typeface="Arial" panose="020B0604020202020204" pitchFamily="34" charset="0"/>
                        </a:rPr>
                        <a:t> Tree</a:t>
                      </a:r>
                      <a:endParaRPr lang="en-IN" sz="1600" dirty="0">
                        <a:latin typeface="Arial" panose="020B0604020202020204" pitchFamily="34" charset="0"/>
                        <a:cs typeface="Arial" panose="020B0604020202020204" pitchFamily="34" charset="0"/>
                      </a:endParaRPr>
                    </a:p>
                    <a:p>
                      <a:pPr>
                        <a:spcAft>
                          <a:spcPts val="0"/>
                        </a:spcAft>
                      </a:pPr>
                      <a:endParaRPr lang="en-IN" sz="1600" kern="50" dirty="0">
                        <a:effectLst/>
                        <a:latin typeface="Arial" panose="020B0604020202020204" pitchFamily="34" charset="0"/>
                        <a:ea typeface="WenQuanYi Micro Hei"/>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66213">
                <a:tc>
                  <a:txBody>
                    <a:bodyPr/>
                    <a:lstStyle/>
                    <a:p>
                      <a:pPr>
                        <a:spcAft>
                          <a:spcPts val="0"/>
                        </a:spcAft>
                      </a:pPr>
                      <a:r>
                        <a:rPr lang="en-IN" sz="1600" kern="50" dirty="0">
                          <a:effectLst/>
                          <a:latin typeface="Arial" panose="020B0604020202020204" pitchFamily="34" charset="0"/>
                          <a:cs typeface="Arial" panose="020B0604020202020204" pitchFamily="34" charset="0"/>
                        </a:rPr>
                        <a:t>M6</a:t>
                      </a:r>
                      <a:endParaRPr lang="en-IN" sz="1600" kern="50" dirty="0">
                        <a:effectLst/>
                        <a:latin typeface="Arial" panose="020B0604020202020204" pitchFamily="34" charset="0"/>
                        <a:ea typeface="WenQuanYi Micro Hei"/>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spcAft>
                          <a:spcPts val="0"/>
                        </a:spcAft>
                      </a:pPr>
                      <a:r>
                        <a:rPr lang="en-IN" sz="1600" kern="50" dirty="0">
                          <a:effectLst/>
                          <a:latin typeface="Arial" panose="020B0604020202020204" pitchFamily="34" charset="0"/>
                          <a:cs typeface="Arial" panose="020B0604020202020204" pitchFamily="34" charset="0"/>
                        </a:rPr>
                        <a:t>Instance Based Learning</a:t>
                      </a: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466213">
                <a:tc>
                  <a:txBody>
                    <a:bodyPr/>
                    <a:lstStyle/>
                    <a:p>
                      <a:pPr>
                        <a:spcAft>
                          <a:spcPts val="0"/>
                        </a:spcAft>
                      </a:pPr>
                      <a:r>
                        <a:rPr lang="en-IN" sz="1600" kern="50" dirty="0">
                          <a:effectLst/>
                          <a:latin typeface="Arial" panose="020B0604020202020204" pitchFamily="34" charset="0"/>
                          <a:cs typeface="Arial" panose="020B0604020202020204" pitchFamily="34" charset="0"/>
                        </a:rPr>
                        <a:t>M7</a:t>
                      </a:r>
                      <a:endParaRPr lang="en-IN" sz="1600" kern="50" dirty="0">
                        <a:effectLst/>
                        <a:latin typeface="Arial" panose="020B0604020202020204" pitchFamily="34" charset="0"/>
                        <a:ea typeface="WenQuanYi Micro Hei"/>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spcAft>
                          <a:spcPts val="0"/>
                        </a:spcAft>
                      </a:pPr>
                      <a:r>
                        <a:rPr lang="en-IN" sz="1600" kern="50" dirty="0">
                          <a:effectLst/>
                          <a:latin typeface="Arial" panose="020B0604020202020204" pitchFamily="34" charset="0"/>
                          <a:cs typeface="Arial" panose="020B0604020202020204" pitchFamily="34" charset="0"/>
                        </a:rPr>
                        <a:t>Support Vector Machine</a:t>
                      </a: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466213">
                <a:tc>
                  <a:txBody>
                    <a:bodyPr/>
                    <a:lstStyle/>
                    <a:p>
                      <a:pPr>
                        <a:spcAft>
                          <a:spcPts val="0"/>
                        </a:spcAft>
                      </a:pPr>
                      <a:r>
                        <a:rPr lang="en-IN" sz="1600" kern="50" dirty="0">
                          <a:effectLst/>
                          <a:latin typeface="Arial" panose="020B0604020202020204" pitchFamily="34" charset="0"/>
                          <a:cs typeface="Arial" panose="020B0604020202020204" pitchFamily="34" charset="0"/>
                        </a:rPr>
                        <a:t>M8</a:t>
                      </a:r>
                      <a:endParaRPr lang="en-IN" sz="1600" kern="50" dirty="0">
                        <a:effectLst/>
                        <a:latin typeface="Arial" panose="020B0604020202020204" pitchFamily="34" charset="0"/>
                        <a:ea typeface="WenQuanYi Micro Hei"/>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spcAft>
                          <a:spcPts val="0"/>
                        </a:spcAft>
                      </a:pPr>
                      <a:r>
                        <a:rPr lang="en-IN" sz="1600" kern="1200" dirty="0">
                          <a:solidFill>
                            <a:schemeClr val="tx1"/>
                          </a:solidFill>
                          <a:effectLst/>
                          <a:latin typeface="Arial" panose="020B0604020202020204" pitchFamily="34" charset="0"/>
                          <a:ea typeface="+mn-ea"/>
                          <a:cs typeface="Arial" panose="020B0604020202020204" pitchFamily="34" charset="0"/>
                        </a:rPr>
                        <a:t>Bayesian</a:t>
                      </a:r>
                      <a:r>
                        <a:rPr lang="en-IN" sz="1600" kern="1200" baseline="0" dirty="0">
                          <a:solidFill>
                            <a:schemeClr val="tx1"/>
                          </a:solidFill>
                          <a:effectLst/>
                          <a:latin typeface="Arial" panose="020B0604020202020204" pitchFamily="34" charset="0"/>
                          <a:ea typeface="+mn-ea"/>
                          <a:cs typeface="Arial" panose="020B0604020202020204" pitchFamily="34" charset="0"/>
                        </a:rPr>
                        <a:t> Learning</a:t>
                      </a:r>
                      <a:endParaRPr lang="en-IN" sz="1600" kern="50" dirty="0">
                        <a:effectLst/>
                        <a:latin typeface="Arial" panose="020B0604020202020204" pitchFamily="34" charset="0"/>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466213">
                <a:tc>
                  <a:txBody>
                    <a:bodyPr/>
                    <a:lstStyle/>
                    <a:p>
                      <a:pPr>
                        <a:spcAft>
                          <a:spcPts val="0"/>
                        </a:spcAft>
                      </a:pPr>
                      <a:r>
                        <a:rPr lang="en-IN" sz="1600" kern="50" dirty="0">
                          <a:effectLst/>
                          <a:latin typeface="Arial" panose="020B0604020202020204" pitchFamily="34" charset="0"/>
                          <a:ea typeface="WenQuanYi Micro Hei"/>
                          <a:cs typeface="Arial" panose="020B0604020202020204" pitchFamily="34" charset="0"/>
                        </a:rPr>
                        <a:t>M9</a:t>
                      </a: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600" kern="50" dirty="0">
                          <a:effectLst/>
                          <a:latin typeface="Arial" panose="020B0604020202020204" pitchFamily="34" charset="0"/>
                          <a:cs typeface="Arial" panose="020B0604020202020204" pitchFamily="34" charset="0"/>
                        </a:rPr>
                        <a:t>Ensemble Learning</a:t>
                      </a:r>
                      <a:endParaRPr lang="en-IN" sz="1600" dirty="0">
                        <a:latin typeface="Arial" panose="020B0604020202020204" pitchFamily="34" charset="0"/>
                        <a:cs typeface="Arial" panose="020B0604020202020204" pitchFamily="34" charset="0"/>
                      </a:endParaRPr>
                    </a:p>
                    <a:p>
                      <a:pPr>
                        <a:spcAft>
                          <a:spcPts val="0"/>
                        </a:spcAft>
                      </a:pPr>
                      <a:endParaRPr lang="en-IN" sz="1600" kern="50" dirty="0">
                        <a:effectLst/>
                        <a:latin typeface="Arial" panose="020B0604020202020204" pitchFamily="34" charset="0"/>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7069150"/>
                  </a:ext>
                </a:extLst>
              </a:tr>
              <a:tr h="466213">
                <a:tc>
                  <a:txBody>
                    <a:bodyPr/>
                    <a:lstStyle/>
                    <a:p>
                      <a:pPr>
                        <a:spcAft>
                          <a:spcPts val="0"/>
                        </a:spcAft>
                      </a:pPr>
                      <a:r>
                        <a:rPr lang="en-IN" sz="1600" kern="50" dirty="0">
                          <a:effectLst/>
                          <a:latin typeface="Arial" panose="020B0604020202020204" pitchFamily="34" charset="0"/>
                          <a:ea typeface="WenQuanYi Micro Hei"/>
                          <a:cs typeface="Arial" panose="020B0604020202020204" pitchFamily="34" charset="0"/>
                        </a:rPr>
                        <a:t>M10</a:t>
                      </a: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spcAft>
                          <a:spcPts val="0"/>
                        </a:spcAft>
                      </a:pPr>
                      <a:r>
                        <a:rPr lang="en-IN" sz="1600" kern="50" dirty="0">
                          <a:effectLst/>
                          <a:latin typeface="Arial" panose="020B0604020202020204" pitchFamily="34" charset="0"/>
                          <a:cs typeface="Arial" panose="020B0604020202020204" pitchFamily="34" charset="0"/>
                        </a:rPr>
                        <a:t>Unsupervised Learning</a:t>
                      </a: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82031430"/>
                  </a:ext>
                </a:extLst>
              </a:tr>
              <a:tr h="466213">
                <a:tc>
                  <a:txBody>
                    <a:bodyPr/>
                    <a:lstStyle/>
                    <a:p>
                      <a:pPr>
                        <a:spcAft>
                          <a:spcPts val="0"/>
                        </a:spcAft>
                      </a:pPr>
                      <a:r>
                        <a:rPr lang="en-US" sz="1600" kern="50" dirty="0">
                          <a:effectLst/>
                          <a:latin typeface="Arial" panose="020B0604020202020204" pitchFamily="34" charset="0"/>
                          <a:ea typeface="WenQuanYi Micro Hei"/>
                          <a:cs typeface="Arial" panose="020B0604020202020204" pitchFamily="34" charset="0"/>
                        </a:rPr>
                        <a:t>M11</a:t>
                      </a:r>
                      <a:endParaRPr lang="en-IN" sz="1600" kern="50" dirty="0">
                        <a:effectLst/>
                        <a:latin typeface="Arial" panose="020B0604020202020204" pitchFamily="34" charset="0"/>
                        <a:ea typeface="WenQuanYi Micro Hei"/>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spcAft>
                          <a:spcPts val="0"/>
                        </a:spcAft>
                      </a:pPr>
                      <a:r>
                        <a:rPr lang="en-US" sz="1600" kern="50" dirty="0">
                          <a:effectLst/>
                          <a:latin typeface="Arial" panose="020B0604020202020204" pitchFamily="34" charset="0"/>
                          <a:cs typeface="Arial" panose="020B0604020202020204" pitchFamily="34" charset="0"/>
                        </a:rPr>
                        <a:t>Machine</a:t>
                      </a:r>
                      <a:r>
                        <a:rPr lang="en-US" sz="1600" kern="50" baseline="0" dirty="0">
                          <a:effectLst/>
                          <a:latin typeface="Arial" panose="020B0604020202020204" pitchFamily="34" charset="0"/>
                          <a:cs typeface="Arial" panose="020B0604020202020204" pitchFamily="34" charset="0"/>
                        </a:rPr>
                        <a:t> Learning Model Evaluation/Comparison</a:t>
                      </a:r>
                      <a:endParaRPr lang="en-IN" sz="1600" kern="50" dirty="0">
                        <a:effectLst/>
                        <a:latin typeface="Arial" panose="020B0604020202020204" pitchFamily="34" charset="0"/>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6805493"/>
                  </a:ext>
                </a:extLst>
              </a:tr>
            </a:tbl>
          </a:graphicData>
        </a:graphic>
      </p:graphicFrame>
      <p:sp>
        <p:nvSpPr>
          <p:cNvPr id="3" name="Content Placeholder 2"/>
          <p:cNvSpPr>
            <a:spLocks noGrp="1"/>
          </p:cNvSpPr>
          <p:nvPr>
            <p:ph sz="quarter" idx="10"/>
          </p:nvPr>
        </p:nvSpPr>
        <p:spPr/>
        <p:txBody>
          <a:bodyPr>
            <a:normAutofit/>
          </a:bodyPr>
          <a:lstStyle/>
          <a:p>
            <a:r>
              <a:rPr lang="en-IN" sz="2400" dirty="0"/>
              <a:t>Course Plan</a:t>
            </a:r>
          </a:p>
        </p:txBody>
      </p:sp>
      <p:sp>
        <p:nvSpPr>
          <p:cNvPr id="2" name="Rectangle 1"/>
          <p:cNvSpPr/>
          <p:nvPr/>
        </p:nvSpPr>
        <p:spPr>
          <a:xfrm>
            <a:off x="329381" y="5105400"/>
            <a:ext cx="6705600" cy="457199"/>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56874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75"/>
          <p:cNvSpPr txBox="1">
            <a:spLocks noGrp="1"/>
          </p:cNvSpPr>
          <p:nvPr>
            <p:ph type="title" idx="4294967295"/>
          </p:nvPr>
        </p:nvSpPr>
        <p:spPr>
          <a:xfrm>
            <a:off x="-76200" y="2971800"/>
            <a:ext cx="9144000" cy="685800"/>
          </a:xfrm>
          <a:prstGeom prst="rect">
            <a:avLst/>
          </a:prstGeom>
          <a:noFill/>
          <a:ln>
            <a:noFill/>
          </a:ln>
        </p:spPr>
        <p:txBody>
          <a:bodyPr spcFirstLastPara="1" vert="horz" wrap="square" lIns="91425" tIns="45700" rIns="91425" bIns="45700" rtlCol="0" anchor="ctr" anchorCtr="0">
            <a:noAutofit/>
          </a:bodyPr>
          <a:lstStyle/>
          <a:p>
            <a:pPr algn="ctr">
              <a:spcBef>
                <a:spcPts val="0"/>
              </a:spcBef>
              <a:spcAft>
                <a:spcPts val="0"/>
              </a:spcAft>
              <a:buClr>
                <a:schemeClr val="dk1"/>
              </a:buClr>
              <a:buSzPts val="4400"/>
              <a:buFont typeface="Calibri"/>
              <a:buNone/>
            </a:pPr>
            <a:r>
              <a:rPr lang="en-US" sz="3200" b="1" dirty="0">
                <a:solidFill>
                  <a:srgbClr val="C00000"/>
                </a:solidFill>
                <a:ea typeface="Cambria" panose="02040503050406030204" pitchFamily="18" charset="0"/>
              </a:rPr>
              <a:t>Random Forest</a:t>
            </a:r>
            <a:endParaRPr sz="3200" b="1" dirty="0">
              <a:solidFill>
                <a:srgbClr val="C00000"/>
              </a:solidFill>
              <a:ea typeface="Cambria" panose="02040503050406030204" pitchFamily="18" charset="0"/>
            </a:endParaRPr>
          </a:p>
        </p:txBody>
      </p:sp>
    </p:spTree>
    <p:extLst>
      <p:ext uri="{BB962C8B-B14F-4D97-AF65-F5344CB8AC3E}">
        <p14:creationId xmlns:p14="http://schemas.microsoft.com/office/powerpoint/2010/main" val="659459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Content Placeholder 2"/>
          <p:cNvSpPr>
            <a:spLocks noGrp="1"/>
          </p:cNvSpPr>
          <p:nvPr>
            <p:ph idx="1"/>
          </p:nvPr>
        </p:nvSpPr>
        <p:spPr>
          <a:xfrm>
            <a:off x="304800" y="1493837"/>
            <a:ext cx="3962400" cy="4525963"/>
          </a:xfrm>
        </p:spPr>
        <p:txBody>
          <a:bodyPr/>
          <a:lstStyle/>
          <a:p>
            <a:pPr>
              <a:buFont typeface="Arial" panose="020B0604020202020204" pitchFamily="34" charset="0"/>
              <a:buChar char="•"/>
            </a:pPr>
            <a:r>
              <a:rPr lang="en-US" altLang="en-US" sz="1800" dirty="0">
                <a:ea typeface="Cambria" panose="02040503050406030204" pitchFamily="18" charset="0"/>
              </a:rPr>
              <a:t>Ensemble method specifically designed </a:t>
            </a:r>
            <a:r>
              <a:rPr lang="en-US" altLang="en-US" sz="1800" dirty="0">
                <a:solidFill>
                  <a:srgbClr val="0033CC"/>
                </a:solidFill>
                <a:ea typeface="Cambria" panose="02040503050406030204" pitchFamily="18" charset="0"/>
              </a:rPr>
              <a:t>for decision tree classifiers</a:t>
            </a:r>
          </a:p>
          <a:p>
            <a:pPr>
              <a:buFont typeface="Arial" panose="020B0604020202020204" pitchFamily="34" charset="0"/>
              <a:buChar char="•"/>
            </a:pPr>
            <a:r>
              <a:rPr lang="en-US" altLang="en-US" sz="1800" dirty="0">
                <a:ea typeface="Cambria" panose="02040503050406030204" pitchFamily="18" charset="0"/>
              </a:rPr>
              <a:t>Random Forests grows many trees</a:t>
            </a:r>
          </a:p>
          <a:p>
            <a:pPr lvl="1"/>
            <a:r>
              <a:rPr lang="en-US" altLang="en-US" sz="1800" dirty="0">
                <a:ea typeface="Cambria" panose="02040503050406030204" pitchFamily="18" charset="0"/>
              </a:rPr>
              <a:t>Ensemble of unpruned decision trees</a:t>
            </a:r>
          </a:p>
          <a:p>
            <a:pPr lvl="1"/>
            <a:r>
              <a:rPr lang="en-US" altLang="en-US" sz="1800" dirty="0">
                <a:ea typeface="Cambria" panose="02040503050406030204" pitchFamily="18" charset="0"/>
              </a:rPr>
              <a:t>Each base classifier classifies a </a:t>
            </a:r>
            <a:r>
              <a:rPr lang="ja-JP" altLang="en-US" sz="1800" dirty="0"/>
              <a:t>“</a:t>
            </a:r>
            <a:r>
              <a:rPr lang="en-US" altLang="ja-JP" sz="1800" dirty="0">
                <a:ea typeface="Cambria" panose="02040503050406030204" pitchFamily="18" charset="0"/>
              </a:rPr>
              <a:t>new</a:t>
            </a:r>
            <a:r>
              <a:rPr lang="ja-JP" altLang="en-US" sz="1800" dirty="0"/>
              <a:t>”</a:t>
            </a:r>
            <a:r>
              <a:rPr lang="en-US" altLang="ja-JP" sz="1800" dirty="0">
                <a:ea typeface="Cambria" panose="02040503050406030204" pitchFamily="18" charset="0"/>
              </a:rPr>
              <a:t> vector of attributes from the original data</a:t>
            </a:r>
          </a:p>
          <a:p>
            <a:pPr lvl="1"/>
            <a:r>
              <a:rPr lang="en-US" altLang="en-US" sz="1800" dirty="0">
                <a:ea typeface="Cambria" panose="02040503050406030204" pitchFamily="18" charset="0"/>
              </a:rPr>
              <a:t>Final result on classifying a new instance: </a:t>
            </a:r>
            <a:r>
              <a:rPr lang="en-US" altLang="en-US" sz="1800" dirty="0">
                <a:solidFill>
                  <a:srgbClr val="0033CC"/>
                </a:solidFill>
                <a:ea typeface="Cambria" panose="02040503050406030204" pitchFamily="18" charset="0"/>
              </a:rPr>
              <a:t>voting</a:t>
            </a:r>
            <a:r>
              <a:rPr lang="en-US" altLang="en-US" sz="1800" dirty="0">
                <a:ea typeface="Cambria" panose="02040503050406030204" pitchFamily="18" charset="0"/>
              </a:rPr>
              <a:t>.  </a:t>
            </a:r>
          </a:p>
          <a:p>
            <a:pPr lvl="1"/>
            <a:r>
              <a:rPr lang="en-US" altLang="en-US" sz="1800" dirty="0">
                <a:ea typeface="Cambria" panose="02040503050406030204" pitchFamily="18" charset="0"/>
              </a:rPr>
              <a:t>Forest chooses the classification result having the most votes (over all the trees in the forest)</a:t>
            </a:r>
          </a:p>
          <a:p>
            <a:pPr>
              <a:buFont typeface="Arial" panose="020B0604020202020204" pitchFamily="34" charset="0"/>
              <a:buChar char="•"/>
            </a:pPr>
            <a:endParaRPr lang="en-US" altLang="en-US" sz="1800" dirty="0">
              <a:ea typeface="Cambria" panose="02040503050406030204" pitchFamily="18" charset="0"/>
            </a:endParaRPr>
          </a:p>
        </p:txBody>
      </p:sp>
      <p:sp>
        <p:nvSpPr>
          <p:cNvPr id="2" name="Content Placeholder 1"/>
          <p:cNvSpPr>
            <a:spLocks noGrp="1"/>
          </p:cNvSpPr>
          <p:nvPr>
            <p:ph sz="quarter" idx="10"/>
          </p:nvPr>
        </p:nvSpPr>
        <p:spPr>
          <a:noFill/>
          <a:ln w="9525">
            <a:noFill/>
            <a:miter lim="800000"/>
            <a:headEnd/>
            <a:tailEnd/>
          </a:ln>
        </p:spPr>
        <p:txBody>
          <a:bodyPr vert="horz" wrap="square" lIns="91440" tIns="45720" rIns="91440" bIns="45720" numCol="1" anchor="ctr" anchorCtr="0" compatLnSpc="1">
            <a:prstTxWarp prst="textNoShape">
              <a:avLst/>
            </a:prstTxWarp>
            <a:normAutofit/>
          </a:bodyPr>
          <a:lstStyle/>
          <a:p>
            <a:pPr>
              <a:lnSpc>
                <a:spcPct val="150000"/>
              </a:lnSpc>
            </a:pPr>
            <a:r>
              <a:rPr lang="en-US" altLang="en-US" sz="2400" dirty="0">
                <a:ea typeface="Cambria" panose="02040503050406030204" pitchFamily="18" charset="0"/>
              </a:rPr>
              <a:t>Random Forest</a:t>
            </a:r>
          </a:p>
        </p:txBody>
      </p:sp>
      <p:pic>
        <p:nvPicPr>
          <p:cNvPr id="6" name="Picture 2" descr="https://miro.medium.com/max/620/1*EemYMyOADnT0lJWSXmTDdg.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3744" y="3352800"/>
            <a:ext cx="4552156" cy="28194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sp>
        <p:nvSpPr>
          <p:cNvPr id="7" name="Rectangle 6"/>
          <p:cNvSpPr/>
          <p:nvPr/>
        </p:nvSpPr>
        <p:spPr>
          <a:xfrm>
            <a:off x="4533900" y="5984424"/>
            <a:ext cx="4572000" cy="375552"/>
          </a:xfrm>
          <a:prstGeom prst="rect">
            <a:avLst/>
          </a:prstGeom>
        </p:spPr>
        <p:txBody>
          <a:bodyPr>
            <a:spAutoFit/>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0" lang="en-IN" sz="1400" b="0" i="0" u="none" strike="noStrike" kern="1200" cap="none" spc="0" normalizeH="0" baseline="0" noProof="0" dirty="0">
                <a:ln>
                  <a:noFill/>
                </a:ln>
                <a:solidFill>
                  <a:schemeClr val="bg1">
                    <a:lumMod val="50000"/>
                  </a:schemeClr>
                </a:solidFill>
                <a:effectLst/>
                <a:uLnTx/>
                <a:uFillTx/>
                <a:latin typeface="Arial" panose="020B0604020202020204" pitchFamily="34" charset="0"/>
                <a:cs typeface="Arial" panose="020B0604020202020204" pitchFamily="34" charset="0"/>
              </a:rPr>
              <a:t>Image credit: https://medium.com</a:t>
            </a:r>
          </a:p>
        </p:txBody>
      </p:sp>
      <p:sp>
        <p:nvSpPr>
          <p:cNvPr id="3" name="Rectangle 2"/>
          <p:cNvSpPr/>
          <p:nvPr/>
        </p:nvSpPr>
        <p:spPr>
          <a:xfrm>
            <a:off x="6283171" y="3106681"/>
            <a:ext cx="2933816" cy="338554"/>
          </a:xfrm>
          <a:prstGeom prst="rect">
            <a:avLst/>
          </a:prstGeom>
        </p:spPr>
        <p:txBody>
          <a:bodyPr wrap="none">
            <a:spAutoFit/>
          </a:bodyPr>
          <a:lstStyle/>
          <a:p>
            <a:r>
              <a:rPr lang="en-US" dirty="0">
                <a:latin typeface="Arial" panose="020B0604020202020204" pitchFamily="34" charset="0"/>
                <a:ea typeface="Cambria" panose="02040503050406030204" pitchFamily="18" charset="0"/>
                <a:cs typeface="Arial" panose="020B0604020202020204" pitchFamily="34" charset="0"/>
              </a:rPr>
              <a:t>Lower correlation across trees</a:t>
            </a:r>
            <a:endParaRPr lang="en-IN" dirty="0">
              <a:latin typeface="Arial" panose="020B0604020202020204" pitchFamily="34" charset="0"/>
              <a:cs typeface="Arial" panose="020B0604020202020204" pitchFamily="34" charset="0"/>
            </a:endParaRP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22DC86C6-06BF-90C0-D040-B9222E74CA33}"/>
                  </a:ext>
                </a:extLst>
              </p14:cNvPr>
              <p14:cNvContentPartPr/>
              <p14:nvPr/>
            </p14:nvContentPartPr>
            <p14:xfrm>
              <a:off x="1461600" y="3304800"/>
              <a:ext cx="1925640" cy="1817280"/>
            </p14:xfrm>
          </p:contentPart>
        </mc:Choice>
        <mc:Fallback>
          <p:pic>
            <p:nvPicPr>
              <p:cNvPr id="4" name="Ink 3">
                <a:extLst>
                  <a:ext uri="{FF2B5EF4-FFF2-40B4-BE49-F238E27FC236}">
                    <a16:creationId xmlns:a16="http://schemas.microsoft.com/office/drawing/2014/main" id="{22DC86C6-06BF-90C0-D040-B9222E74CA33}"/>
                  </a:ext>
                </a:extLst>
              </p:cNvPr>
              <p:cNvPicPr/>
              <p:nvPr/>
            </p:nvPicPr>
            <p:blipFill>
              <a:blip r:embed="rId4"/>
              <a:stretch>
                <a:fillRect/>
              </a:stretch>
            </p:blipFill>
            <p:spPr>
              <a:xfrm>
                <a:off x="1452240" y="3295440"/>
                <a:ext cx="1944360" cy="1836000"/>
              </a:xfrm>
              <a:prstGeom prst="rect">
                <a:avLst/>
              </a:prstGeom>
            </p:spPr>
          </p:pic>
        </mc:Fallback>
      </mc:AlternateContent>
    </p:spTree>
    <p:extLst>
      <p:ext uri="{BB962C8B-B14F-4D97-AF65-F5344CB8AC3E}">
        <p14:creationId xmlns:p14="http://schemas.microsoft.com/office/powerpoint/2010/main" val="4085052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072013" y="1308100"/>
            <a:ext cx="5071987" cy="3557777"/>
          </a:xfrm>
          <a:prstGeom prst="rect">
            <a:avLst/>
          </a:prstGeom>
        </p:spPr>
      </p:pic>
      <p:sp>
        <p:nvSpPr>
          <p:cNvPr id="31747" name="Content Placeholder 2">
            <a:extLst>
              <a:ext uri="{FF2B5EF4-FFF2-40B4-BE49-F238E27FC236}">
                <a16:creationId xmlns:a16="http://schemas.microsoft.com/office/drawing/2014/main" id="{91EF8DD4-94FA-4330-9CFB-812BDA66C0AD}"/>
              </a:ext>
            </a:extLst>
          </p:cNvPr>
          <p:cNvSpPr>
            <a:spLocks noGrp="1" noChangeArrowheads="1"/>
          </p:cNvSpPr>
          <p:nvPr>
            <p:ph idx="1"/>
          </p:nvPr>
        </p:nvSpPr>
        <p:spPr>
          <a:xfrm>
            <a:off x="76200" y="1490852"/>
            <a:ext cx="3995813" cy="4525963"/>
          </a:xfrm>
        </p:spPr>
        <p:txBody>
          <a:bodyPr/>
          <a:lstStyle/>
          <a:p>
            <a:pPr>
              <a:buFont typeface="Arial" panose="020B0604020202020204" pitchFamily="34" charset="0"/>
              <a:buChar char="•"/>
            </a:pPr>
            <a:r>
              <a:rPr lang="en-US" altLang="en-US" sz="1800" dirty="0">
                <a:latin typeface="Arial" panose="020B0604020202020204" pitchFamily="34" charset="0"/>
              </a:rPr>
              <a:t>Construct an ensemble of decision trees by manipulating </a:t>
            </a:r>
            <a:r>
              <a:rPr lang="en-US" altLang="en-US" sz="1800" dirty="0">
                <a:solidFill>
                  <a:srgbClr val="0033CC"/>
                </a:solidFill>
                <a:latin typeface="Arial" panose="020B0604020202020204" pitchFamily="34" charset="0"/>
              </a:rPr>
              <a:t>training set as well as features</a:t>
            </a:r>
          </a:p>
          <a:p>
            <a:pPr lvl="1"/>
            <a:r>
              <a:rPr lang="en-US" altLang="en-US" sz="1800" dirty="0">
                <a:latin typeface="Arial" panose="020B0604020202020204" pitchFamily="34" charset="0"/>
              </a:rPr>
              <a:t>Use bootstrap sample to train every decision tree (similar to Bagging)</a:t>
            </a:r>
          </a:p>
          <a:p>
            <a:pPr lvl="1"/>
            <a:r>
              <a:rPr lang="en-US" altLang="en-US" sz="1800" dirty="0">
                <a:latin typeface="Arial" panose="020B0604020202020204" pitchFamily="34" charset="0"/>
              </a:rPr>
              <a:t>Use the following tree induction algorithm:</a:t>
            </a:r>
          </a:p>
          <a:p>
            <a:pPr lvl="2"/>
            <a:r>
              <a:rPr lang="en-US" altLang="en-US" sz="1800" dirty="0">
                <a:latin typeface="Arial" panose="020B0604020202020204" pitchFamily="34" charset="0"/>
              </a:rPr>
              <a:t> At every internal node of decision tree, </a:t>
            </a:r>
            <a:r>
              <a:rPr lang="en-US" altLang="en-US" sz="1800" dirty="0">
                <a:solidFill>
                  <a:srgbClr val="0033CC"/>
                </a:solidFill>
                <a:latin typeface="Arial" panose="020B0604020202020204" pitchFamily="34" charset="0"/>
              </a:rPr>
              <a:t>randomly sample p attributes</a:t>
            </a:r>
            <a:r>
              <a:rPr lang="en-US" altLang="en-US" sz="1800" dirty="0">
                <a:latin typeface="Arial" panose="020B0604020202020204" pitchFamily="34" charset="0"/>
              </a:rPr>
              <a:t> for selecting split criterion</a:t>
            </a:r>
          </a:p>
          <a:p>
            <a:pPr lvl="2"/>
            <a:r>
              <a:rPr lang="en-US" altLang="en-US" sz="1800" dirty="0">
                <a:latin typeface="Arial" panose="020B0604020202020204" pitchFamily="34" charset="0"/>
              </a:rPr>
              <a:t> Repeat this procedure until all leaves are pure (unpruned tree)</a:t>
            </a:r>
          </a:p>
          <a:p>
            <a:pPr lvl="1"/>
            <a:endParaRPr lang="en-US" altLang="en-US" sz="1800" dirty="0">
              <a:latin typeface="Arial" panose="020B0604020202020204" pitchFamily="34" charset="0"/>
            </a:endParaRPr>
          </a:p>
          <a:p>
            <a:pPr lvl="1"/>
            <a:endParaRPr lang="en-US" altLang="en-US" sz="1800" dirty="0">
              <a:latin typeface="Arial" panose="020B0604020202020204" pitchFamily="34" charset="0"/>
            </a:endParaRPr>
          </a:p>
          <a:p>
            <a:pPr lvl="2"/>
            <a:endParaRPr lang="en-US" altLang="en-US" sz="1800" dirty="0">
              <a:latin typeface="Arial" panose="020B0604020202020204" pitchFamily="34" charset="0"/>
            </a:endParaRPr>
          </a:p>
        </p:txBody>
      </p:sp>
      <p:sp>
        <p:nvSpPr>
          <p:cNvPr id="4" name="Content Placeholder 3"/>
          <p:cNvSpPr>
            <a:spLocks noGrp="1"/>
          </p:cNvSpPr>
          <p:nvPr>
            <p:ph sz="quarter" idx="10"/>
          </p:nvPr>
        </p:nvSpPr>
        <p:spPr/>
        <p:txBody>
          <a:bodyPr>
            <a:normAutofit/>
          </a:bodyPr>
          <a:lstStyle/>
          <a:p>
            <a:pPr>
              <a:lnSpc>
                <a:spcPct val="150000"/>
              </a:lnSpc>
            </a:pPr>
            <a:r>
              <a:rPr lang="en-US" altLang="en-US" sz="2500" b="1" dirty="0">
                <a:latin typeface="Arial" panose="020B0604020202020204" pitchFamily="34" charset="0"/>
              </a:rPr>
              <a:t>Random Forest Algorithm</a:t>
            </a:r>
            <a:endParaRPr lang="en-IN" sz="2500" b="1" dirty="0">
              <a:latin typeface="Arial" panose="020B0604020202020204" pitchFamily="34" charset="0"/>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767E9CC7-D646-9584-BA08-59E61F92265C}"/>
                  </a:ext>
                </a:extLst>
              </p14:cNvPr>
              <p14:cNvContentPartPr/>
              <p14:nvPr/>
            </p14:nvContentPartPr>
            <p14:xfrm>
              <a:off x="1530720" y="1530000"/>
              <a:ext cx="5693400" cy="4398120"/>
            </p14:xfrm>
          </p:contentPart>
        </mc:Choice>
        <mc:Fallback>
          <p:pic>
            <p:nvPicPr>
              <p:cNvPr id="3" name="Ink 2">
                <a:extLst>
                  <a:ext uri="{FF2B5EF4-FFF2-40B4-BE49-F238E27FC236}">
                    <a16:creationId xmlns:a16="http://schemas.microsoft.com/office/drawing/2014/main" id="{767E9CC7-D646-9584-BA08-59E61F92265C}"/>
                  </a:ext>
                </a:extLst>
              </p:cNvPr>
              <p:cNvPicPr/>
              <p:nvPr/>
            </p:nvPicPr>
            <p:blipFill>
              <a:blip r:embed="rId4"/>
              <a:stretch>
                <a:fillRect/>
              </a:stretch>
            </p:blipFill>
            <p:spPr>
              <a:xfrm>
                <a:off x="1521360" y="1520640"/>
                <a:ext cx="5712120" cy="4416840"/>
              </a:xfrm>
              <a:prstGeom prst="rect">
                <a:avLst/>
              </a:prstGeom>
            </p:spPr>
          </p:pic>
        </mc:Fallback>
      </mc:AlternateContent>
    </p:spTree>
    <p:extLst>
      <p:ext uri="{BB962C8B-B14F-4D97-AF65-F5344CB8AC3E}">
        <p14:creationId xmlns:p14="http://schemas.microsoft.com/office/powerpoint/2010/main" val="1244951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https://miro.medium.com/max/700/1*5vlUF8FRR6flPPWK4wt-Kw.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92480" y="1581150"/>
            <a:ext cx="7589520" cy="35814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685800" y="5476381"/>
            <a:ext cx="8016240" cy="646331"/>
          </a:xfrm>
          <a:prstGeom prst="rect">
            <a:avLst/>
          </a:prstGeom>
        </p:spPr>
        <p:txBody>
          <a:bodyPr wrap="square">
            <a:spAutoFit/>
          </a:bodyPr>
          <a:lstStyle/>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292929"/>
                </a:solidFill>
                <a:effectLst/>
                <a:uLnTx/>
                <a:uFillTx/>
                <a:latin typeface="Arial" panose="020B0604020202020204" pitchFamily="34" charset="0"/>
                <a:ea typeface="Cambria" panose="02040503050406030204" pitchFamily="18" charset="0"/>
                <a:cs typeface="Arial" panose="020B0604020202020204" pitchFamily="34" charset="0"/>
              </a:rPr>
              <a:t>Trees that are trained on different sets of data (bagging) </a:t>
            </a:r>
          </a:p>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292929"/>
                </a:solidFill>
                <a:effectLst/>
                <a:uLnTx/>
                <a:uFillTx/>
                <a:latin typeface="Arial" panose="020B0604020202020204" pitchFamily="34" charset="0"/>
                <a:ea typeface="Cambria" panose="02040503050406030204" pitchFamily="18" charset="0"/>
                <a:cs typeface="Arial" panose="020B0604020202020204" pitchFamily="34" charset="0"/>
              </a:rPr>
              <a:t>Trees use different features to make decisions.</a:t>
            </a:r>
            <a:endParaRPr kumimoji="0" lang="en-IN" sz="1800" b="0" i="0" u="none" strike="noStrike" kern="1200" cap="none" spc="0" normalizeH="0" baseline="0" noProof="0" dirty="0">
              <a:ln>
                <a:noFill/>
              </a:ln>
              <a:solidFill>
                <a:prstClr val="black"/>
              </a:solidFill>
              <a:effectLst/>
              <a:uLnTx/>
              <a:uFillTx/>
              <a:latin typeface="Arial" panose="020B0604020202020204" pitchFamily="34" charset="0"/>
              <a:ea typeface="Cambria" panose="02040503050406030204" pitchFamily="18" charset="0"/>
              <a:cs typeface="Arial" panose="020B0604020202020204" pitchFamily="34" charset="0"/>
            </a:endParaRPr>
          </a:p>
        </p:txBody>
      </p:sp>
      <p:sp>
        <p:nvSpPr>
          <p:cNvPr id="8" name="Content Placeholder 1"/>
          <p:cNvSpPr>
            <a:spLocks noGrp="1"/>
          </p:cNvSpPr>
          <p:nvPr>
            <p:ph sz="quarter" idx="10"/>
          </p:nvPr>
        </p:nvSpPr>
        <p:spPr>
          <a:xfrm>
            <a:off x="228600" y="124319"/>
            <a:ext cx="6324600" cy="1143000"/>
          </a:xfrm>
          <a:noFill/>
          <a:ln w="9525">
            <a:noFill/>
            <a:miter lim="800000"/>
            <a:headEnd/>
            <a:tailEnd/>
          </a:ln>
        </p:spPr>
        <p:txBody>
          <a:bodyPr vert="horz" wrap="square" lIns="91440" tIns="45720" rIns="91440" bIns="45720" numCol="1" anchor="ctr" anchorCtr="0" compatLnSpc="1">
            <a:prstTxWarp prst="textNoShape">
              <a:avLst/>
            </a:prstTxWarp>
            <a:normAutofit/>
          </a:bodyPr>
          <a:lstStyle/>
          <a:p>
            <a:r>
              <a:rPr lang="en-US" altLang="en-US" sz="2400" dirty="0">
                <a:ea typeface="Cambria" panose="02040503050406030204" pitchFamily="18" charset="0"/>
              </a:rPr>
              <a:t>Random Forest</a:t>
            </a:r>
          </a:p>
        </p:txBody>
      </p:sp>
      <p:sp>
        <p:nvSpPr>
          <p:cNvPr id="6" name="Rectangle 5"/>
          <p:cNvSpPr/>
          <p:nvPr/>
        </p:nvSpPr>
        <p:spPr>
          <a:xfrm>
            <a:off x="2057400" y="6197784"/>
            <a:ext cx="4572000" cy="375552"/>
          </a:xfrm>
          <a:prstGeom prst="rect">
            <a:avLst/>
          </a:prstGeom>
        </p:spPr>
        <p:txBody>
          <a:bodyPr>
            <a:spAutoFit/>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0" lang="en-IN" sz="1400" b="0" i="0" u="none" strike="noStrike" kern="1200" cap="none" spc="0" normalizeH="0" baseline="0" noProof="0" dirty="0">
                <a:ln>
                  <a:noFill/>
                </a:ln>
                <a:solidFill>
                  <a:schemeClr val="bg1">
                    <a:lumMod val="50000"/>
                  </a:schemeClr>
                </a:solidFill>
                <a:effectLst/>
                <a:uLnTx/>
                <a:uFillTx/>
                <a:latin typeface="Arial" panose="020B0604020202020204" pitchFamily="34" charset="0"/>
                <a:cs typeface="Arial" panose="020B0604020202020204" pitchFamily="34" charset="0"/>
              </a:rPr>
              <a:t>Image credit: https://medium.com</a:t>
            </a:r>
          </a:p>
        </p:txBody>
      </p:sp>
    </p:spTree>
    <p:extLst>
      <p:ext uri="{BB962C8B-B14F-4D97-AF65-F5344CB8AC3E}">
        <p14:creationId xmlns:p14="http://schemas.microsoft.com/office/powerpoint/2010/main" val="2575318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1331794"/>
            <a:ext cx="8229600" cy="4525963"/>
          </a:xfrm>
        </p:spPr>
        <p:txBody>
          <a:bodyPr/>
          <a:lstStyle/>
          <a:p>
            <a:pPr>
              <a:lnSpc>
                <a:spcPct val="150000"/>
              </a:lnSpc>
              <a:buFont typeface="Arial" panose="020B0604020202020204" pitchFamily="34" charset="0"/>
              <a:buChar char="•"/>
            </a:pPr>
            <a:endParaRPr lang="en-US" altLang="en-US" sz="1800" dirty="0">
              <a:solidFill>
                <a:srgbClr val="002060"/>
              </a:solidFill>
              <a:ea typeface="Cambria" panose="02040503050406030204" pitchFamily="18" charset="0"/>
            </a:endParaRPr>
          </a:p>
          <a:p>
            <a:pPr>
              <a:lnSpc>
                <a:spcPct val="150000"/>
              </a:lnSpc>
              <a:buFont typeface="Arial" panose="020B0604020202020204" pitchFamily="34" charset="0"/>
              <a:buChar char="•"/>
            </a:pPr>
            <a:r>
              <a:rPr lang="en-US" altLang="en-US" sz="1800" dirty="0">
                <a:solidFill>
                  <a:srgbClr val="002060"/>
                </a:solidFill>
                <a:ea typeface="Cambria" panose="02040503050406030204" pitchFamily="18" charset="0"/>
              </a:rPr>
              <a:t>Random Forest </a:t>
            </a:r>
            <a:r>
              <a:rPr lang="en-US" sz="1800" dirty="0">
                <a:ea typeface="Cambria" panose="02040503050406030204" pitchFamily="18" charset="0"/>
              </a:rPr>
              <a:t> need features that have at least some predictive power. </a:t>
            </a:r>
          </a:p>
          <a:p>
            <a:pPr>
              <a:lnSpc>
                <a:spcPct val="150000"/>
              </a:lnSpc>
              <a:buFont typeface="Arial" panose="020B0604020202020204" pitchFamily="34" charset="0"/>
              <a:buChar char="•"/>
            </a:pPr>
            <a:r>
              <a:rPr lang="en-US" sz="1800" dirty="0">
                <a:ea typeface="Cambria" panose="02040503050406030204" pitchFamily="18" charset="0"/>
              </a:rPr>
              <a:t>The trees of the forest and more importantly their predictions need to be uncorrelated (or at least have low correlations with each other).</a:t>
            </a:r>
          </a:p>
          <a:p>
            <a:pPr>
              <a:lnSpc>
                <a:spcPct val="150000"/>
              </a:lnSpc>
              <a:buFont typeface="Arial" panose="020B0604020202020204" pitchFamily="34" charset="0"/>
              <a:buChar char="•"/>
            </a:pPr>
            <a:r>
              <a:rPr lang="en-US" altLang="en-US" sz="1800" dirty="0">
                <a:ea typeface="Cambria" panose="02040503050406030204" pitchFamily="18" charset="0"/>
              </a:rPr>
              <a:t>Power to handle large data set with higher dimensionality. </a:t>
            </a:r>
          </a:p>
          <a:p>
            <a:pPr marL="457200" indent="-457200" algn="just">
              <a:lnSpc>
                <a:spcPct val="150000"/>
              </a:lnSpc>
              <a:buFont typeface="Arial" panose="020B0604020202020204" pitchFamily="34" charset="0"/>
              <a:buChar char="•"/>
            </a:pPr>
            <a:r>
              <a:rPr lang="en-US" altLang="en-US" sz="1800" dirty="0">
                <a:ea typeface="Cambria" panose="02040503050406030204" pitchFamily="18" charset="0"/>
              </a:rPr>
              <a:t>It can handle thousands of input variables and </a:t>
            </a:r>
            <a:r>
              <a:rPr lang="en-US" altLang="en-US" sz="1800" dirty="0">
                <a:solidFill>
                  <a:srgbClr val="0033CC"/>
                </a:solidFill>
                <a:ea typeface="Cambria" panose="02040503050406030204" pitchFamily="18" charset="0"/>
              </a:rPr>
              <a:t>identify most significant variables so it is considered as one of the dimensionality reduction methods.</a:t>
            </a:r>
            <a:r>
              <a:rPr lang="en-US" altLang="en-US" sz="1800" dirty="0">
                <a:ea typeface="Cambria" panose="02040503050406030204" pitchFamily="18" charset="0"/>
              </a:rPr>
              <a:t> </a:t>
            </a:r>
          </a:p>
          <a:p>
            <a:pPr marL="457200" indent="-457200" algn="just">
              <a:lnSpc>
                <a:spcPct val="150000"/>
              </a:lnSpc>
              <a:buFont typeface="Arial" panose="020B0604020202020204" pitchFamily="34" charset="0"/>
              <a:buChar char="•"/>
            </a:pPr>
            <a:r>
              <a:rPr lang="en-US" altLang="en-US" sz="1800" dirty="0">
                <a:ea typeface="Cambria" panose="02040503050406030204" pitchFamily="18" charset="0"/>
              </a:rPr>
              <a:t>Algorithm can solve both type of problems i.e. classification and regression</a:t>
            </a:r>
          </a:p>
          <a:p>
            <a:pPr marL="457200" indent="-457200" algn="just">
              <a:lnSpc>
                <a:spcPct val="150000"/>
              </a:lnSpc>
              <a:buFont typeface="Arial" panose="020B0604020202020204" pitchFamily="34" charset="0"/>
              <a:buChar char="•"/>
            </a:pPr>
            <a:endParaRPr lang="en-US" altLang="en-US" sz="1800" dirty="0">
              <a:ea typeface="Cambria" panose="02040503050406030204" pitchFamily="18" charset="0"/>
            </a:endParaRPr>
          </a:p>
          <a:p>
            <a:pPr>
              <a:lnSpc>
                <a:spcPct val="150000"/>
              </a:lnSpc>
              <a:buFont typeface="Arial" panose="020B0604020202020204" pitchFamily="34" charset="0"/>
              <a:buChar char="•"/>
            </a:pPr>
            <a:endParaRPr lang="en-US" sz="1800" dirty="0">
              <a:ea typeface="Cambria" panose="02040503050406030204" pitchFamily="18" charset="0"/>
            </a:endParaRPr>
          </a:p>
          <a:p>
            <a:pPr>
              <a:lnSpc>
                <a:spcPct val="150000"/>
              </a:lnSpc>
              <a:buFont typeface="Arial" panose="020B0604020202020204" pitchFamily="34" charset="0"/>
              <a:buChar char="•"/>
            </a:pPr>
            <a:endParaRPr lang="en-US" sz="1800" dirty="0">
              <a:ea typeface="Cambria" panose="02040503050406030204" pitchFamily="18" charset="0"/>
            </a:endParaRPr>
          </a:p>
          <a:p>
            <a:pPr>
              <a:lnSpc>
                <a:spcPct val="150000"/>
              </a:lnSpc>
              <a:buFont typeface="Arial" panose="020B0604020202020204" pitchFamily="34" charset="0"/>
              <a:buChar char="•"/>
            </a:pPr>
            <a:endParaRPr lang="en-IN" sz="1800" dirty="0">
              <a:ea typeface="Cambria" panose="02040503050406030204" pitchFamily="18" charset="0"/>
            </a:endParaRPr>
          </a:p>
        </p:txBody>
      </p:sp>
      <p:sp>
        <p:nvSpPr>
          <p:cNvPr id="5" name="Content Placeholder 4"/>
          <p:cNvSpPr>
            <a:spLocks noGrp="1"/>
          </p:cNvSpPr>
          <p:nvPr>
            <p:ph sz="quarter" idx="10"/>
          </p:nvPr>
        </p:nvSpPr>
        <p:spPr>
          <a:xfrm>
            <a:off x="304800" y="152400"/>
            <a:ext cx="5094817" cy="1143000"/>
          </a:xfrm>
        </p:spPr>
        <p:txBody>
          <a:bodyPr>
            <a:normAutofit/>
          </a:bodyPr>
          <a:lstStyle/>
          <a:p>
            <a:pPr>
              <a:lnSpc>
                <a:spcPct val="150000"/>
              </a:lnSpc>
            </a:pPr>
            <a:r>
              <a:rPr lang="en-US" altLang="en-US" sz="2400" dirty="0">
                <a:ea typeface="Cambria" panose="02040503050406030204" pitchFamily="18" charset="0"/>
              </a:rPr>
              <a:t>Random Forest</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FD9130F6-E9F4-5EC5-8F44-216A4406B91B}"/>
                  </a:ext>
                </a:extLst>
              </p14:cNvPr>
              <p14:cNvContentPartPr/>
              <p14:nvPr/>
            </p14:nvContentPartPr>
            <p14:xfrm>
              <a:off x="724680" y="424440"/>
              <a:ext cx="7515360" cy="4997520"/>
            </p14:xfrm>
          </p:contentPart>
        </mc:Choice>
        <mc:Fallback>
          <p:pic>
            <p:nvPicPr>
              <p:cNvPr id="3" name="Ink 2">
                <a:extLst>
                  <a:ext uri="{FF2B5EF4-FFF2-40B4-BE49-F238E27FC236}">
                    <a16:creationId xmlns:a16="http://schemas.microsoft.com/office/drawing/2014/main" id="{FD9130F6-E9F4-5EC5-8F44-216A4406B91B}"/>
                  </a:ext>
                </a:extLst>
              </p:cNvPr>
              <p:cNvPicPr/>
              <p:nvPr/>
            </p:nvPicPr>
            <p:blipFill>
              <a:blip r:embed="rId3"/>
              <a:stretch>
                <a:fillRect/>
              </a:stretch>
            </p:blipFill>
            <p:spPr>
              <a:xfrm>
                <a:off x="715320" y="415080"/>
                <a:ext cx="7534080" cy="5016240"/>
              </a:xfrm>
              <a:prstGeom prst="rect">
                <a:avLst/>
              </a:prstGeom>
            </p:spPr>
          </p:pic>
        </mc:Fallback>
      </mc:AlternateContent>
    </p:spTree>
    <p:extLst>
      <p:ext uri="{BB962C8B-B14F-4D97-AF65-F5344CB8AC3E}">
        <p14:creationId xmlns:p14="http://schemas.microsoft.com/office/powerpoint/2010/main" val="281388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04800" y="685800"/>
            <a:ext cx="2529860" cy="461665"/>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Tahoma" charset="0"/>
                <a:ea typeface="+mn-ea"/>
                <a:cs typeface="+mn-cs"/>
              </a:rPr>
              <a:t>Random Forest</a:t>
            </a:r>
          </a:p>
        </p:txBody>
      </p:sp>
      <p:sp>
        <p:nvSpPr>
          <p:cNvPr id="3" name="TextBox 2"/>
          <p:cNvSpPr txBox="1"/>
          <p:nvPr/>
        </p:nvSpPr>
        <p:spPr>
          <a:xfrm>
            <a:off x="381000" y="1524000"/>
            <a:ext cx="8153400" cy="646331"/>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ahoma" charset="0"/>
                <a:ea typeface="+mn-ea"/>
                <a:cs typeface="+mn-cs"/>
              </a:rPr>
              <a:t>Cheaper Feature Selection</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ahoma" charset="0"/>
              <a:ea typeface="+mn-ea"/>
              <a:cs typeface="+mn-cs"/>
            </a:endParaRPr>
          </a:p>
        </p:txBody>
      </p:sp>
      <p:pic>
        <p:nvPicPr>
          <p:cNvPr id="4" name="Picture 3"/>
          <p:cNvPicPr>
            <a:picLocks noChangeAspect="1"/>
          </p:cNvPicPr>
          <p:nvPr/>
        </p:nvPicPr>
        <p:blipFill>
          <a:blip r:embed="rId2"/>
          <a:stretch>
            <a:fillRect/>
          </a:stretch>
        </p:blipFill>
        <p:spPr>
          <a:xfrm>
            <a:off x="380999" y="2170331"/>
            <a:ext cx="6894786" cy="2554069"/>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F044E77E-F7FB-AAF0-72DB-D54CA54FF197}"/>
                  </a:ext>
                </a:extLst>
              </p14:cNvPr>
              <p14:cNvContentPartPr/>
              <p14:nvPr/>
            </p14:nvContentPartPr>
            <p14:xfrm>
              <a:off x="291600" y="2387520"/>
              <a:ext cx="8308440" cy="3690720"/>
            </p14:xfrm>
          </p:contentPart>
        </mc:Choice>
        <mc:Fallback>
          <p:pic>
            <p:nvPicPr>
              <p:cNvPr id="2" name="Ink 1">
                <a:extLst>
                  <a:ext uri="{FF2B5EF4-FFF2-40B4-BE49-F238E27FC236}">
                    <a16:creationId xmlns:a16="http://schemas.microsoft.com/office/drawing/2014/main" id="{F044E77E-F7FB-AAF0-72DB-D54CA54FF197}"/>
                  </a:ext>
                </a:extLst>
              </p:cNvPr>
              <p:cNvPicPr/>
              <p:nvPr/>
            </p:nvPicPr>
            <p:blipFill>
              <a:blip r:embed="rId4"/>
              <a:stretch>
                <a:fillRect/>
              </a:stretch>
            </p:blipFill>
            <p:spPr>
              <a:xfrm>
                <a:off x="282240" y="2378160"/>
                <a:ext cx="8327160" cy="3709440"/>
              </a:xfrm>
              <a:prstGeom prst="rect">
                <a:avLst/>
              </a:prstGeom>
            </p:spPr>
          </p:pic>
        </mc:Fallback>
      </mc:AlternateContent>
    </p:spTree>
    <p:extLst>
      <p:ext uri="{BB962C8B-B14F-4D97-AF65-F5344CB8AC3E}">
        <p14:creationId xmlns:p14="http://schemas.microsoft.com/office/powerpoint/2010/main" val="1384722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75"/>
          <p:cNvSpPr txBox="1">
            <a:spLocks noGrp="1"/>
          </p:cNvSpPr>
          <p:nvPr>
            <p:ph type="title" idx="4294967295"/>
          </p:nvPr>
        </p:nvSpPr>
        <p:spPr>
          <a:xfrm>
            <a:off x="-76200" y="2971800"/>
            <a:ext cx="9144000" cy="685800"/>
          </a:xfrm>
          <a:prstGeom prst="rect">
            <a:avLst/>
          </a:prstGeom>
          <a:noFill/>
          <a:ln>
            <a:noFill/>
          </a:ln>
        </p:spPr>
        <p:txBody>
          <a:bodyPr spcFirstLastPara="1" vert="horz" wrap="square" lIns="91425" tIns="45700" rIns="91425" bIns="45700" rtlCol="0" anchor="ctr" anchorCtr="0">
            <a:noAutofit/>
          </a:bodyPr>
          <a:lstStyle/>
          <a:p>
            <a:pPr algn="ctr">
              <a:spcBef>
                <a:spcPts val="0"/>
              </a:spcBef>
              <a:spcAft>
                <a:spcPts val="0"/>
              </a:spcAft>
              <a:buClr>
                <a:schemeClr val="dk1"/>
              </a:buClr>
              <a:buSzPts val="4400"/>
              <a:buFont typeface="Calibri"/>
              <a:buNone/>
            </a:pPr>
            <a:r>
              <a:rPr lang="en-US" sz="3200" b="1" dirty="0">
                <a:solidFill>
                  <a:srgbClr val="C00000"/>
                </a:solidFill>
                <a:ea typeface="Cambria" panose="02040503050406030204" pitchFamily="18" charset="0"/>
              </a:rPr>
              <a:t>Boosting</a:t>
            </a:r>
            <a:endParaRPr sz="3200" b="1" dirty="0">
              <a:solidFill>
                <a:srgbClr val="C00000"/>
              </a:solidFill>
              <a:ea typeface="Cambria" panose="02040503050406030204" pitchFamily="18" charset="0"/>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49AE9344-1708-3E5D-3A87-961598EAE65B}"/>
                  </a:ext>
                </a:extLst>
              </p14:cNvPr>
              <p14:cNvContentPartPr/>
              <p14:nvPr/>
            </p14:nvContentPartPr>
            <p14:xfrm>
              <a:off x="4029840" y="3905280"/>
              <a:ext cx="3292560" cy="2511720"/>
            </p14:xfrm>
          </p:contentPart>
        </mc:Choice>
        <mc:Fallback>
          <p:pic>
            <p:nvPicPr>
              <p:cNvPr id="2" name="Ink 1">
                <a:extLst>
                  <a:ext uri="{FF2B5EF4-FFF2-40B4-BE49-F238E27FC236}">
                    <a16:creationId xmlns:a16="http://schemas.microsoft.com/office/drawing/2014/main" id="{49AE9344-1708-3E5D-3A87-961598EAE65B}"/>
                  </a:ext>
                </a:extLst>
              </p:cNvPr>
              <p:cNvPicPr/>
              <p:nvPr/>
            </p:nvPicPr>
            <p:blipFill>
              <a:blip r:embed="rId4"/>
              <a:stretch>
                <a:fillRect/>
              </a:stretch>
            </p:blipFill>
            <p:spPr>
              <a:xfrm>
                <a:off x="4020480" y="3895920"/>
                <a:ext cx="3311280" cy="2530440"/>
              </a:xfrm>
              <a:prstGeom prst="rect">
                <a:avLst/>
              </a:prstGeom>
            </p:spPr>
          </p:pic>
        </mc:Fallback>
      </mc:AlternateContent>
    </p:spTree>
    <p:extLst>
      <p:ext uri="{BB962C8B-B14F-4D97-AF65-F5344CB8AC3E}">
        <p14:creationId xmlns:p14="http://schemas.microsoft.com/office/powerpoint/2010/main" val="1544664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a:extLst>
              <a:ext uri="{FF2B5EF4-FFF2-40B4-BE49-F238E27FC236}">
                <a16:creationId xmlns:a16="http://schemas.microsoft.com/office/drawing/2014/main" id="{AE831A9F-6A50-4338-B6BB-9792E093F9DA}"/>
              </a:ext>
            </a:extLst>
          </p:cNvPr>
          <p:cNvSpPr>
            <a:spLocks noGrp="1" noChangeArrowheads="1"/>
          </p:cNvSpPr>
          <p:nvPr>
            <p:ph idx="1"/>
          </p:nvPr>
        </p:nvSpPr>
        <p:spPr>
          <a:xfrm>
            <a:off x="304801" y="1447800"/>
            <a:ext cx="8001000" cy="3706417"/>
          </a:xfrm>
        </p:spPr>
        <p:txBody>
          <a:bodyPr/>
          <a:lstStyle/>
          <a:p>
            <a:pPr algn="just">
              <a:lnSpc>
                <a:spcPct val="150000"/>
              </a:lnSpc>
              <a:buFont typeface="Arial" panose="020B0604020202020204" pitchFamily="34" charset="0"/>
              <a:buChar char="•"/>
            </a:pPr>
            <a:r>
              <a:rPr lang="en-US" altLang="en-US" dirty="0">
                <a:latin typeface="Arial" panose="020B0604020202020204" pitchFamily="34" charset="0"/>
              </a:rPr>
              <a:t>What if a data point is incorrectly predicted by the first model, and then the next (probably all models), will combining the predictions provide better results? Such situations are taken care of by boosting.</a:t>
            </a:r>
          </a:p>
          <a:p>
            <a:pPr algn="just">
              <a:lnSpc>
                <a:spcPct val="150000"/>
              </a:lnSpc>
              <a:buFont typeface="Arial" panose="020B0604020202020204" pitchFamily="34" charset="0"/>
              <a:buChar char="•"/>
            </a:pPr>
            <a:r>
              <a:rPr lang="en-US" altLang="en-US" dirty="0">
                <a:latin typeface="Arial" panose="020B0604020202020204" pitchFamily="34" charset="0"/>
              </a:rPr>
              <a:t>Boosting is a </a:t>
            </a:r>
            <a:r>
              <a:rPr lang="en-US" altLang="en-US" dirty="0">
                <a:solidFill>
                  <a:srgbClr val="0033CC"/>
                </a:solidFill>
                <a:latin typeface="Arial" panose="020B0604020202020204" pitchFamily="34" charset="0"/>
              </a:rPr>
              <a:t>sequential process</a:t>
            </a:r>
            <a:r>
              <a:rPr lang="en-US" altLang="en-US" dirty="0">
                <a:latin typeface="Arial" panose="020B0604020202020204" pitchFamily="34" charset="0"/>
              </a:rPr>
              <a:t>, where each subsequent model attempts to correct the errors of the previous model. </a:t>
            </a:r>
          </a:p>
        </p:txBody>
      </p:sp>
      <p:sp>
        <p:nvSpPr>
          <p:cNvPr id="5" name="Content Placeholder 4"/>
          <p:cNvSpPr>
            <a:spLocks noGrp="1"/>
          </p:cNvSpPr>
          <p:nvPr>
            <p:ph sz="quarter" idx="10"/>
          </p:nvPr>
        </p:nvSpPr>
        <p:spPr/>
        <p:txBody>
          <a:bodyPr>
            <a:normAutofit/>
          </a:bodyPr>
          <a:lstStyle/>
          <a:p>
            <a:pPr>
              <a:lnSpc>
                <a:spcPct val="150000"/>
              </a:lnSpc>
            </a:pPr>
            <a:r>
              <a:rPr lang="en-US" altLang="en-US" sz="2400" b="1" dirty="0">
                <a:latin typeface="Arial" panose="020B0604020202020204" pitchFamily="34" charset="0"/>
              </a:rPr>
              <a:t>Boosting</a:t>
            </a:r>
            <a:endParaRPr lang="en-IN" sz="2400" b="1" dirty="0">
              <a:latin typeface="Arial" panose="020B0604020202020204" pitchFamily="34" charset="0"/>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762BDFD7-DFD6-6FCE-BD74-CA16A0BB22F9}"/>
                  </a:ext>
                </a:extLst>
              </p14:cNvPr>
              <p14:cNvContentPartPr/>
              <p14:nvPr/>
            </p14:nvContentPartPr>
            <p14:xfrm>
              <a:off x="1967760" y="4050000"/>
              <a:ext cx="3155400" cy="626760"/>
            </p14:xfrm>
          </p:contentPart>
        </mc:Choice>
        <mc:Fallback>
          <p:pic>
            <p:nvPicPr>
              <p:cNvPr id="2" name="Ink 1">
                <a:extLst>
                  <a:ext uri="{FF2B5EF4-FFF2-40B4-BE49-F238E27FC236}">
                    <a16:creationId xmlns:a16="http://schemas.microsoft.com/office/drawing/2014/main" id="{762BDFD7-DFD6-6FCE-BD74-CA16A0BB22F9}"/>
                  </a:ext>
                </a:extLst>
              </p:cNvPr>
              <p:cNvPicPr/>
              <p:nvPr/>
            </p:nvPicPr>
            <p:blipFill>
              <a:blip r:embed="rId3"/>
              <a:stretch>
                <a:fillRect/>
              </a:stretch>
            </p:blipFill>
            <p:spPr>
              <a:xfrm>
                <a:off x="1958400" y="4040640"/>
                <a:ext cx="3174120" cy="645480"/>
              </a:xfrm>
              <a:prstGeom prst="rect">
                <a:avLst/>
              </a:prstGeom>
            </p:spPr>
          </p:pic>
        </mc:Fallback>
      </mc:AlternateContent>
    </p:spTree>
    <p:extLst>
      <p:ext uri="{BB962C8B-B14F-4D97-AF65-F5344CB8AC3E}">
        <p14:creationId xmlns:p14="http://schemas.microsoft.com/office/powerpoint/2010/main" val="3772413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95299" y="685800"/>
            <a:ext cx="1548822" cy="461665"/>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Tahoma" charset="0"/>
                <a:ea typeface="+mn-ea"/>
                <a:cs typeface="+mn-cs"/>
              </a:rPr>
              <a:t>Boosting</a:t>
            </a:r>
          </a:p>
        </p:txBody>
      </p:sp>
      <p:sp>
        <p:nvSpPr>
          <p:cNvPr id="3" name="TextBox 2"/>
          <p:cNvSpPr txBox="1"/>
          <p:nvPr/>
        </p:nvSpPr>
        <p:spPr>
          <a:xfrm>
            <a:off x="195298" y="1524000"/>
            <a:ext cx="8262901" cy="92333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ahoma" charset="0"/>
                <a:ea typeface="+mn-ea"/>
                <a:cs typeface="+mn-cs"/>
              </a:rPr>
              <a:t>Ada Boost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ahoma" charset="0"/>
              <a:ea typeface="+mn-ea"/>
              <a:cs typeface="+mn-cs"/>
            </a:endParaRPr>
          </a:p>
        </p:txBody>
      </p:sp>
      <p:pic>
        <p:nvPicPr>
          <p:cNvPr id="4" name="Picture 3"/>
          <p:cNvPicPr>
            <a:picLocks noChangeAspect="1"/>
          </p:cNvPicPr>
          <p:nvPr/>
        </p:nvPicPr>
        <p:blipFill>
          <a:blip r:embed="rId3"/>
          <a:stretch>
            <a:fillRect/>
          </a:stretch>
        </p:blipFill>
        <p:spPr>
          <a:xfrm>
            <a:off x="195299" y="2819400"/>
            <a:ext cx="5076588" cy="3071336"/>
          </a:xfrm>
          <a:prstGeom prst="rect">
            <a:avLst/>
          </a:prstGeom>
        </p:spPr>
      </p:pic>
      <p:sp>
        <p:nvSpPr>
          <p:cNvPr id="2" name="Rectangle 1"/>
          <p:cNvSpPr/>
          <p:nvPr/>
        </p:nvSpPr>
        <p:spPr>
          <a:xfrm>
            <a:off x="5457588" y="1937772"/>
            <a:ext cx="3381612" cy="3364062"/>
          </a:xfrm>
          <a:prstGeom prst="rect">
            <a:avLst/>
          </a:prstGeom>
        </p:spPr>
        <p:txBody>
          <a:bodyPr wrap="square">
            <a:spAutoFit/>
          </a:bodyPr>
          <a:lstStyle/>
          <a:p>
            <a:pPr marL="285750" indent="-285750">
              <a:lnSpc>
                <a:spcPct val="150000"/>
              </a:lnSpc>
              <a:buFont typeface="Wingdings" panose="05000000000000000000" pitchFamily="2" charset="2"/>
              <a:buChar char="ü"/>
            </a:pPr>
            <a:r>
              <a:rPr lang="en-US" sz="1800" b="1" dirty="0"/>
              <a:t>Initialization</a:t>
            </a:r>
            <a:endParaRPr lang="en-US" altLang="en-US" sz="2000" dirty="0">
              <a:latin typeface="Arial" panose="020B0604020202020204" pitchFamily="34" charset="0"/>
            </a:endParaRPr>
          </a:p>
          <a:p>
            <a:pPr marL="285750" indent="-285750">
              <a:lnSpc>
                <a:spcPct val="150000"/>
              </a:lnSpc>
              <a:buFont typeface="Wingdings" panose="05000000000000000000" pitchFamily="2" charset="2"/>
              <a:buChar char="ü"/>
            </a:pPr>
            <a:r>
              <a:rPr lang="en-US" sz="1800" b="1" dirty="0"/>
              <a:t>Training the First Model</a:t>
            </a:r>
          </a:p>
          <a:p>
            <a:pPr marL="285750" indent="-285750">
              <a:lnSpc>
                <a:spcPct val="150000"/>
              </a:lnSpc>
              <a:buFont typeface="Wingdings" panose="05000000000000000000" pitchFamily="2" charset="2"/>
              <a:buChar char="ü"/>
            </a:pPr>
            <a:r>
              <a:rPr lang="en-US" sz="1800" b="1" dirty="0"/>
              <a:t>Evaluate Errors</a:t>
            </a:r>
          </a:p>
          <a:p>
            <a:pPr marL="285750" indent="-285750">
              <a:lnSpc>
                <a:spcPct val="150000"/>
              </a:lnSpc>
              <a:buFont typeface="Wingdings" panose="05000000000000000000" pitchFamily="2" charset="2"/>
              <a:buChar char="ü"/>
            </a:pPr>
            <a:r>
              <a:rPr lang="en-US" sz="1800" b="1" dirty="0"/>
              <a:t>Adjust Weights</a:t>
            </a:r>
          </a:p>
          <a:p>
            <a:pPr marL="285750" indent="-285750">
              <a:lnSpc>
                <a:spcPct val="150000"/>
              </a:lnSpc>
              <a:buFont typeface="Wingdings" panose="05000000000000000000" pitchFamily="2" charset="2"/>
              <a:buChar char="ü"/>
            </a:pPr>
            <a:r>
              <a:rPr lang="en-US" sz="1800" b="1" dirty="0"/>
              <a:t>Train a New Model</a:t>
            </a:r>
          </a:p>
          <a:p>
            <a:pPr marL="285750" indent="-285750">
              <a:lnSpc>
                <a:spcPct val="150000"/>
              </a:lnSpc>
              <a:buFont typeface="Wingdings" panose="05000000000000000000" pitchFamily="2" charset="2"/>
              <a:buChar char="ü"/>
            </a:pPr>
            <a:r>
              <a:rPr lang="en-US" sz="1800" b="1" dirty="0"/>
              <a:t>Combine Models</a:t>
            </a:r>
          </a:p>
          <a:p>
            <a:pPr marL="285750" indent="-285750">
              <a:lnSpc>
                <a:spcPct val="150000"/>
              </a:lnSpc>
              <a:buFont typeface="Wingdings" panose="05000000000000000000" pitchFamily="2" charset="2"/>
              <a:buChar char="ü"/>
            </a:pPr>
            <a:r>
              <a:rPr lang="en-US" sz="1800" b="1" dirty="0"/>
              <a:t>Iterate</a:t>
            </a:r>
          </a:p>
          <a:p>
            <a:pPr marL="285750" indent="-285750">
              <a:lnSpc>
                <a:spcPct val="150000"/>
              </a:lnSpc>
              <a:buFont typeface="Wingdings" panose="05000000000000000000" pitchFamily="2" charset="2"/>
              <a:buChar char="ü"/>
            </a:pPr>
            <a:r>
              <a:rPr lang="en-US" sz="1800" b="1" dirty="0"/>
              <a:t>Final Model</a:t>
            </a:r>
            <a:endParaRPr lang="en-US" altLang="en-US" sz="2000" dirty="0">
              <a:latin typeface="Arial" panose="020B0604020202020204" pitchFamily="34" charset="0"/>
            </a:endParaRPr>
          </a:p>
        </p:txBody>
      </p:sp>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F0D46D5B-577D-14E7-1987-A01A18DA96B4}"/>
                  </a:ext>
                </a:extLst>
              </p14:cNvPr>
              <p14:cNvContentPartPr/>
              <p14:nvPr/>
            </p14:nvContentPartPr>
            <p14:xfrm>
              <a:off x="467280" y="2117520"/>
              <a:ext cx="8604360" cy="3952440"/>
            </p14:xfrm>
          </p:contentPart>
        </mc:Choice>
        <mc:Fallback>
          <p:pic>
            <p:nvPicPr>
              <p:cNvPr id="5" name="Ink 4">
                <a:extLst>
                  <a:ext uri="{FF2B5EF4-FFF2-40B4-BE49-F238E27FC236}">
                    <a16:creationId xmlns:a16="http://schemas.microsoft.com/office/drawing/2014/main" id="{F0D46D5B-577D-14E7-1987-A01A18DA96B4}"/>
                  </a:ext>
                </a:extLst>
              </p:cNvPr>
              <p:cNvPicPr/>
              <p:nvPr/>
            </p:nvPicPr>
            <p:blipFill>
              <a:blip r:embed="rId5"/>
              <a:stretch>
                <a:fillRect/>
              </a:stretch>
            </p:blipFill>
            <p:spPr>
              <a:xfrm>
                <a:off x="457920" y="2108160"/>
                <a:ext cx="8623080" cy="3971160"/>
              </a:xfrm>
              <a:prstGeom prst="rect">
                <a:avLst/>
              </a:prstGeom>
            </p:spPr>
          </p:pic>
        </mc:Fallback>
      </mc:AlternateContent>
    </p:spTree>
    <p:extLst>
      <p:ext uri="{BB962C8B-B14F-4D97-AF65-F5344CB8AC3E}">
        <p14:creationId xmlns:p14="http://schemas.microsoft.com/office/powerpoint/2010/main" val="3761583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95299" y="685800"/>
            <a:ext cx="1548822" cy="461665"/>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Tahoma" charset="0"/>
                <a:ea typeface="+mn-ea"/>
                <a:cs typeface="+mn-cs"/>
              </a:rPr>
              <a:t>Boosting</a:t>
            </a:r>
          </a:p>
        </p:txBody>
      </p:sp>
      <p:sp>
        <p:nvSpPr>
          <p:cNvPr id="3" name="TextBox 2"/>
          <p:cNvSpPr txBox="1"/>
          <p:nvPr/>
        </p:nvSpPr>
        <p:spPr>
          <a:xfrm>
            <a:off x="195298" y="1524000"/>
            <a:ext cx="8262901" cy="1477328"/>
          </a:xfrm>
          <a:prstGeom prst="rect">
            <a:avLst/>
          </a:prstGeom>
          <a:noFill/>
        </p:spPr>
        <p:txBody>
          <a:bodyPr wrap="square" rtlCol="0">
            <a:spAutoFit/>
          </a:bodyPr>
          <a:lstStyle/>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ü"/>
              <a:tabLst/>
              <a:defRPr/>
            </a:pPr>
            <a:r>
              <a:rPr kumimoji="0" lang="en-IN" sz="1800" b="0" i="0" u="none" strike="noStrike" kern="1200" cap="none" spc="0" normalizeH="0" baseline="0" noProof="0" dirty="0">
                <a:ln>
                  <a:noFill/>
                </a:ln>
                <a:solidFill>
                  <a:prstClr val="black"/>
                </a:solidFill>
                <a:effectLst/>
                <a:uLnTx/>
                <a:uFillTx/>
                <a:latin typeface="Tahoma" charset="0"/>
                <a:ea typeface="+mn-ea"/>
                <a:cs typeface="+mn-cs"/>
              </a:rPr>
              <a:t>Train predictors sequentially, each trying to correct its predecessor</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prstClr val="black"/>
                </a:solidFill>
                <a:effectLst/>
                <a:uLnTx/>
                <a:uFillTx/>
                <a:latin typeface="Tahoma" charset="0"/>
                <a:ea typeface="+mn-ea"/>
                <a:cs typeface="+mn-cs"/>
              </a:rPr>
              <a:t>Scalability</a:t>
            </a:r>
            <a:endParaRPr kumimoji="0" lang="en-IN" sz="1800" b="0" i="0" u="none" strike="noStrike" kern="1200" cap="none" spc="0" normalizeH="0" baseline="0" noProof="0" dirty="0">
              <a:ln>
                <a:noFill/>
              </a:ln>
              <a:solidFill>
                <a:prstClr val="black"/>
              </a:solidFill>
              <a:effectLst/>
              <a:uLnTx/>
              <a:uFillTx/>
              <a:latin typeface="Tahoma"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ahoma" charset="0"/>
                <a:ea typeface="+mn-ea"/>
                <a:cs typeface="+mn-cs"/>
              </a:rPr>
              <a:t>Ada Boost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ahoma" charset="0"/>
              <a:ea typeface="+mn-ea"/>
              <a:cs typeface="+mn-cs"/>
            </a:endParaRPr>
          </a:p>
        </p:txBody>
      </p:sp>
      <p:pic>
        <p:nvPicPr>
          <p:cNvPr id="4" name="Picture 3"/>
          <p:cNvPicPr>
            <a:picLocks noChangeAspect="1"/>
          </p:cNvPicPr>
          <p:nvPr/>
        </p:nvPicPr>
        <p:blipFill>
          <a:blip r:embed="rId3"/>
          <a:stretch>
            <a:fillRect/>
          </a:stretch>
        </p:blipFill>
        <p:spPr>
          <a:xfrm>
            <a:off x="195299" y="2819400"/>
            <a:ext cx="5076588" cy="3071336"/>
          </a:xfrm>
          <a:prstGeom prst="rect">
            <a:avLst/>
          </a:prstGeom>
        </p:spPr>
      </p:pic>
      <p:sp>
        <p:nvSpPr>
          <p:cNvPr id="2" name="Rectangle 1"/>
          <p:cNvSpPr/>
          <p:nvPr/>
        </p:nvSpPr>
        <p:spPr>
          <a:xfrm>
            <a:off x="5457588" y="1937772"/>
            <a:ext cx="3381612" cy="3970318"/>
          </a:xfrm>
          <a:prstGeom prst="rect">
            <a:avLst/>
          </a:prstGeom>
        </p:spPr>
        <p:txBody>
          <a:bodyPr wrap="square">
            <a:spAutoFit/>
          </a:bodyPr>
          <a:lstStyle/>
          <a:p>
            <a:pPr marL="285750" indent="-285750">
              <a:buFont typeface="Wingdings" panose="05000000000000000000" pitchFamily="2" charset="2"/>
              <a:buChar char="ü"/>
            </a:pPr>
            <a:r>
              <a:rPr lang="en-US" altLang="en-US" sz="1800" dirty="0">
                <a:latin typeface="Arial" panose="020B0604020202020204" pitchFamily="34" charset="0"/>
              </a:rPr>
              <a:t>An iterative procedure to adaptively change distribution of training data by focusing more on previously misclassified records</a:t>
            </a:r>
            <a:br>
              <a:rPr lang="en-US" altLang="en-US" sz="1800" dirty="0">
                <a:latin typeface="Arial" panose="020B0604020202020204" pitchFamily="34" charset="0"/>
              </a:rPr>
            </a:br>
            <a:endParaRPr lang="en-US" altLang="en-US" sz="1800" dirty="0">
              <a:latin typeface="Arial" panose="020B0604020202020204" pitchFamily="34" charset="0"/>
            </a:endParaRPr>
          </a:p>
          <a:p>
            <a:pPr marL="285750" indent="-285750">
              <a:buFont typeface="Wingdings" panose="05000000000000000000" pitchFamily="2" charset="2"/>
              <a:buChar char="ü"/>
            </a:pPr>
            <a:r>
              <a:rPr lang="en-US" altLang="en-US" sz="1800" dirty="0">
                <a:latin typeface="Arial" panose="020B0604020202020204" pitchFamily="34" charset="0"/>
              </a:rPr>
              <a:t>Initially, all N records are assigned equal weights (for being selected for training)</a:t>
            </a:r>
            <a:br>
              <a:rPr lang="en-US" altLang="en-US" sz="1800" dirty="0">
                <a:latin typeface="Arial" panose="020B0604020202020204" pitchFamily="34" charset="0"/>
              </a:rPr>
            </a:br>
            <a:endParaRPr lang="en-US" altLang="en-US" sz="1800" dirty="0">
              <a:latin typeface="Arial" panose="020B0604020202020204" pitchFamily="34" charset="0"/>
            </a:endParaRPr>
          </a:p>
          <a:p>
            <a:pPr marL="285750" indent="-285750">
              <a:buFont typeface="Wingdings" panose="05000000000000000000" pitchFamily="2" charset="2"/>
              <a:buChar char="ü"/>
            </a:pPr>
            <a:r>
              <a:rPr lang="en-US" altLang="en-US" sz="1800" dirty="0">
                <a:latin typeface="Arial" panose="020B0604020202020204" pitchFamily="34" charset="0"/>
              </a:rPr>
              <a:t>Unlike bagging, weights may change at the end of each boosting round</a:t>
            </a:r>
          </a:p>
        </p:txBody>
      </p:sp>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51EF39F5-DD4E-33BD-9D28-C0815BFCB1E3}"/>
                  </a:ext>
                </a:extLst>
              </p14:cNvPr>
              <p14:cNvContentPartPr/>
              <p14:nvPr/>
            </p14:nvContentPartPr>
            <p14:xfrm>
              <a:off x="5680440" y="4410360"/>
              <a:ext cx="2418120" cy="1410840"/>
            </p14:xfrm>
          </p:contentPart>
        </mc:Choice>
        <mc:Fallback>
          <p:pic>
            <p:nvPicPr>
              <p:cNvPr id="5" name="Ink 4">
                <a:extLst>
                  <a:ext uri="{FF2B5EF4-FFF2-40B4-BE49-F238E27FC236}">
                    <a16:creationId xmlns:a16="http://schemas.microsoft.com/office/drawing/2014/main" id="{51EF39F5-DD4E-33BD-9D28-C0815BFCB1E3}"/>
                  </a:ext>
                </a:extLst>
              </p:cNvPr>
              <p:cNvPicPr/>
              <p:nvPr/>
            </p:nvPicPr>
            <p:blipFill>
              <a:blip r:embed="rId5"/>
              <a:stretch>
                <a:fillRect/>
              </a:stretch>
            </p:blipFill>
            <p:spPr>
              <a:xfrm>
                <a:off x="5671080" y="4401000"/>
                <a:ext cx="2436840" cy="1429560"/>
              </a:xfrm>
              <a:prstGeom prst="rect">
                <a:avLst/>
              </a:prstGeom>
            </p:spPr>
          </p:pic>
        </mc:Fallback>
      </mc:AlternateContent>
    </p:spTree>
    <p:extLst>
      <p:ext uri="{BB962C8B-B14F-4D97-AF65-F5344CB8AC3E}">
        <p14:creationId xmlns:p14="http://schemas.microsoft.com/office/powerpoint/2010/main" val="652525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80" name="Picture 4">
            <a:extLst>
              <a:ext uri="{FF2B5EF4-FFF2-40B4-BE49-F238E27FC236}">
                <a16:creationId xmlns:a16="http://schemas.microsoft.com/office/drawing/2014/main" id="{AB545518-325B-4928-9A4A-15ACCE89D748}"/>
              </a:ext>
            </a:extLst>
          </p:cNvPr>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tretch>
            <a:fillRect/>
          </a:stretch>
        </p:blipFill>
        <p:spPr>
          <a:xfrm>
            <a:off x="1143000" y="3200400"/>
            <a:ext cx="6172200" cy="729113"/>
          </a:xfrm>
          <a:noFill/>
        </p:spPr>
      </p:pic>
      <p:sp>
        <p:nvSpPr>
          <p:cNvPr id="24579" name="Rectangle 13">
            <a:extLst>
              <a:ext uri="{FF2B5EF4-FFF2-40B4-BE49-F238E27FC236}">
                <a16:creationId xmlns:a16="http://schemas.microsoft.com/office/drawing/2014/main" id="{F36BE517-BE32-43C1-91A0-17D70E87E589}"/>
              </a:ext>
            </a:extLst>
          </p:cNvPr>
          <p:cNvSpPr>
            <a:spLocks noGrp="1" noChangeArrowheads="1"/>
          </p:cNvSpPr>
          <p:nvPr>
            <p:ph sz="quarter" idx="10"/>
          </p:nvPr>
        </p:nvSpPr>
        <p:spPr>
          <a:xfrm>
            <a:off x="328613" y="1893416"/>
            <a:ext cx="8739187" cy="1479330"/>
          </a:xfrm>
          <a:noFill/>
          <a:ln w="9525">
            <a:noFill/>
            <a:miter lim="800000"/>
            <a:headEnd/>
            <a:tailEnd/>
          </a:ln>
        </p:spPr>
        <p:txBody>
          <a:bodyPr vert="horz" wrap="square" lIns="68580" tIns="34290" rIns="68580" bIns="34290" numCol="1" anchor="t" anchorCtr="0" compatLnSpc="1">
            <a:normAutofit fontScale="92500"/>
          </a:bodyPr>
          <a:lstStyle/>
          <a:p>
            <a:pPr marL="257175" fontAlgn="auto">
              <a:lnSpc>
                <a:spcPct val="150000"/>
              </a:lnSpc>
              <a:spcBef>
                <a:spcPct val="20000"/>
              </a:spcBef>
              <a:spcAft>
                <a:spcPts val="0"/>
              </a:spcAft>
              <a:buClr>
                <a:srgbClr val="101141"/>
              </a:buClr>
              <a:buFont typeface="Arial" pitchFamily="34" charset="0"/>
              <a:buChar char="•"/>
            </a:pPr>
            <a:r>
              <a:rPr lang="en-US" altLang="en-US" sz="1800" spc="0" dirty="0">
                <a:latin typeface="Arial" panose="020B0604020202020204" pitchFamily="34" charset="0"/>
              </a:rPr>
              <a:t>Records that are wrongly classified will have their weights increased in the next round</a:t>
            </a:r>
          </a:p>
          <a:p>
            <a:pPr marL="257175" fontAlgn="auto">
              <a:lnSpc>
                <a:spcPct val="150000"/>
              </a:lnSpc>
              <a:spcBef>
                <a:spcPct val="20000"/>
              </a:spcBef>
              <a:spcAft>
                <a:spcPts val="0"/>
              </a:spcAft>
              <a:buClr>
                <a:srgbClr val="101141"/>
              </a:buClr>
              <a:buFont typeface="Arial" pitchFamily="34" charset="0"/>
              <a:buChar char="•"/>
            </a:pPr>
            <a:r>
              <a:rPr lang="en-US" altLang="en-US" sz="1800" spc="0" dirty="0">
                <a:latin typeface="Arial" panose="020B0604020202020204" pitchFamily="34" charset="0"/>
              </a:rPr>
              <a:t>Records that are classified correctly will have their weights decreased in the next round</a:t>
            </a:r>
          </a:p>
        </p:txBody>
      </p:sp>
      <p:sp>
        <p:nvSpPr>
          <p:cNvPr id="24581" name="Oval 7">
            <a:extLst>
              <a:ext uri="{FF2B5EF4-FFF2-40B4-BE49-F238E27FC236}">
                <a16:creationId xmlns:a16="http://schemas.microsoft.com/office/drawing/2014/main" id="{46DD3046-09FA-4E05-A54C-67A9E2CE1E0C}"/>
              </a:ext>
            </a:extLst>
          </p:cNvPr>
          <p:cNvSpPr>
            <a:spLocks noChangeArrowheads="1"/>
          </p:cNvSpPr>
          <p:nvPr/>
        </p:nvSpPr>
        <p:spPr bwMode="auto">
          <a:xfrm>
            <a:off x="2857500" y="3700912"/>
            <a:ext cx="228600" cy="228600"/>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defTabSz="685800" fontAlgn="auto">
              <a:lnSpc>
                <a:spcPct val="150000"/>
              </a:lnSpc>
              <a:spcBef>
                <a:spcPct val="0"/>
              </a:spcBef>
              <a:spcAft>
                <a:spcPct val="0"/>
              </a:spcAft>
              <a:buClrTx/>
              <a:buSzTx/>
              <a:buNone/>
            </a:pPr>
            <a:endParaRPr lang="en-US" altLang="en-US" sz="1800">
              <a:solidFill>
                <a:prstClr val="black"/>
              </a:solidFill>
              <a:cs typeface="Arial" panose="020B0604020202020204" pitchFamily="34" charset="0"/>
            </a:endParaRPr>
          </a:p>
        </p:txBody>
      </p:sp>
      <p:sp>
        <p:nvSpPr>
          <p:cNvPr id="24582" name="Oval 8">
            <a:extLst>
              <a:ext uri="{FF2B5EF4-FFF2-40B4-BE49-F238E27FC236}">
                <a16:creationId xmlns:a16="http://schemas.microsoft.com/office/drawing/2014/main" id="{F3E96349-CE6D-405A-96B2-B53BBAFEDEC0}"/>
              </a:ext>
            </a:extLst>
          </p:cNvPr>
          <p:cNvSpPr>
            <a:spLocks noChangeArrowheads="1"/>
          </p:cNvSpPr>
          <p:nvPr/>
        </p:nvSpPr>
        <p:spPr bwMode="auto">
          <a:xfrm>
            <a:off x="3314700" y="3700912"/>
            <a:ext cx="228600" cy="228600"/>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defTabSz="685800" fontAlgn="auto">
              <a:lnSpc>
                <a:spcPct val="150000"/>
              </a:lnSpc>
              <a:spcBef>
                <a:spcPct val="0"/>
              </a:spcBef>
              <a:spcAft>
                <a:spcPct val="0"/>
              </a:spcAft>
              <a:buClrTx/>
              <a:buSzTx/>
              <a:buNone/>
            </a:pPr>
            <a:endParaRPr lang="en-US" altLang="en-US" sz="1800">
              <a:solidFill>
                <a:prstClr val="black"/>
              </a:solidFill>
              <a:cs typeface="Arial" panose="020B0604020202020204" pitchFamily="34" charset="0"/>
            </a:endParaRPr>
          </a:p>
        </p:txBody>
      </p:sp>
      <p:sp>
        <p:nvSpPr>
          <p:cNvPr id="24583" name="Oval 9">
            <a:extLst>
              <a:ext uri="{FF2B5EF4-FFF2-40B4-BE49-F238E27FC236}">
                <a16:creationId xmlns:a16="http://schemas.microsoft.com/office/drawing/2014/main" id="{B3B7753E-F88C-4279-B87E-FD0AC0F05114}"/>
              </a:ext>
            </a:extLst>
          </p:cNvPr>
          <p:cNvSpPr>
            <a:spLocks noChangeArrowheads="1"/>
          </p:cNvSpPr>
          <p:nvPr/>
        </p:nvSpPr>
        <p:spPr bwMode="auto">
          <a:xfrm>
            <a:off x="4629150" y="3700912"/>
            <a:ext cx="228600" cy="228600"/>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defTabSz="685800" fontAlgn="auto">
              <a:lnSpc>
                <a:spcPct val="150000"/>
              </a:lnSpc>
              <a:spcBef>
                <a:spcPct val="0"/>
              </a:spcBef>
              <a:spcAft>
                <a:spcPct val="0"/>
              </a:spcAft>
              <a:buClrTx/>
              <a:buSzTx/>
              <a:buNone/>
            </a:pPr>
            <a:endParaRPr lang="en-US" altLang="en-US" sz="1800">
              <a:solidFill>
                <a:prstClr val="black"/>
              </a:solidFill>
              <a:cs typeface="Arial" panose="020B0604020202020204" pitchFamily="34" charset="0"/>
            </a:endParaRPr>
          </a:p>
        </p:txBody>
      </p:sp>
      <p:sp>
        <p:nvSpPr>
          <p:cNvPr id="24584" name="Oval 10">
            <a:extLst>
              <a:ext uri="{FF2B5EF4-FFF2-40B4-BE49-F238E27FC236}">
                <a16:creationId xmlns:a16="http://schemas.microsoft.com/office/drawing/2014/main" id="{0C89075D-66F0-4F75-A37A-4803F1B881EE}"/>
              </a:ext>
            </a:extLst>
          </p:cNvPr>
          <p:cNvSpPr>
            <a:spLocks noChangeArrowheads="1"/>
          </p:cNvSpPr>
          <p:nvPr/>
        </p:nvSpPr>
        <p:spPr bwMode="auto">
          <a:xfrm>
            <a:off x="5543550" y="3700912"/>
            <a:ext cx="228600" cy="228600"/>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defTabSz="685800" fontAlgn="auto">
              <a:lnSpc>
                <a:spcPct val="150000"/>
              </a:lnSpc>
              <a:spcBef>
                <a:spcPct val="0"/>
              </a:spcBef>
              <a:spcAft>
                <a:spcPct val="0"/>
              </a:spcAft>
              <a:buClrTx/>
              <a:buSzTx/>
              <a:buNone/>
            </a:pPr>
            <a:endParaRPr lang="en-US" altLang="en-US" sz="1800">
              <a:solidFill>
                <a:prstClr val="black"/>
              </a:solidFill>
              <a:cs typeface="Arial" panose="020B0604020202020204" pitchFamily="34" charset="0"/>
            </a:endParaRPr>
          </a:p>
        </p:txBody>
      </p:sp>
      <p:sp>
        <p:nvSpPr>
          <p:cNvPr id="24585" name="Oval 11">
            <a:extLst>
              <a:ext uri="{FF2B5EF4-FFF2-40B4-BE49-F238E27FC236}">
                <a16:creationId xmlns:a16="http://schemas.microsoft.com/office/drawing/2014/main" id="{CFE0E13B-5BD9-4B21-B274-C9EB52BAE8CB}"/>
              </a:ext>
            </a:extLst>
          </p:cNvPr>
          <p:cNvSpPr>
            <a:spLocks noChangeArrowheads="1"/>
          </p:cNvSpPr>
          <p:nvPr/>
        </p:nvSpPr>
        <p:spPr bwMode="auto">
          <a:xfrm>
            <a:off x="6915150" y="3700912"/>
            <a:ext cx="228600" cy="228600"/>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defTabSz="685800" fontAlgn="auto">
              <a:lnSpc>
                <a:spcPct val="150000"/>
              </a:lnSpc>
              <a:spcBef>
                <a:spcPct val="0"/>
              </a:spcBef>
              <a:spcAft>
                <a:spcPct val="0"/>
              </a:spcAft>
              <a:buClrTx/>
              <a:buSzTx/>
              <a:buNone/>
            </a:pPr>
            <a:endParaRPr lang="en-US" altLang="en-US" sz="1800">
              <a:solidFill>
                <a:prstClr val="black"/>
              </a:solidFill>
              <a:cs typeface="Arial" panose="020B0604020202020204" pitchFamily="34" charset="0"/>
            </a:endParaRPr>
          </a:p>
        </p:txBody>
      </p:sp>
      <p:sp>
        <p:nvSpPr>
          <p:cNvPr id="24586" name="Text Box 12">
            <a:extLst>
              <a:ext uri="{FF2B5EF4-FFF2-40B4-BE49-F238E27FC236}">
                <a16:creationId xmlns:a16="http://schemas.microsoft.com/office/drawing/2014/main" id="{C5557D36-EF10-4B78-AEE5-2E707EAEF467}"/>
              </a:ext>
            </a:extLst>
          </p:cNvPr>
          <p:cNvSpPr txBox="1">
            <a:spLocks noChangeArrowheads="1"/>
          </p:cNvSpPr>
          <p:nvPr/>
        </p:nvSpPr>
        <p:spPr bwMode="auto">
          <a:xfrm>
            <a:off x="479882" y="4489693"/>
            <a:ext cx="6515100" cy="1232645"/>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lvl1pPr marL="342900" marR="0" indent="-342900" defTabSz="914400" eaLnBrk="1" fontAlgn="auto" latinLnBrk="0" hangingPunct="1">
              <a:lnSpc>
                <a:spcPct val="100000"/>
              </a:lnSpc>
              <a:spcBef>
                <a:spcPct val="20000"/>
              </a:spcBef>
              <a:spcAft>
                <a:spcPts val="0"/>
              </a:spcAft>
              <a:buClr>
                <a:srgbClr val="101141"/>
              </a:buClr>
              <a:buSzTx/>
              <a:buFont typeface="Arial" pitchFamily="34" charset="0"/>
              <a:buChar char="•"/>
              <a:tabLst/>
              <a:defRPr sz="2400">
                <a:latin typeface="Cambria" panose="02040503050406030204" pitchFamily="18" charset="0"/>
                <a:ea typeface="Cambria" panose="02040503050406030204" pitchFamily="18" charset="0"/>
                <a:cs typeface="Arial" pitchFamily="34" charset="0"/>
              </a:defRPr>
            </a:lvl1pPr>
            <a:lvl2pPr marL="742950" marR="0" lvl="1" indent="-285750" defTabSz="914400" eaLnBrk="1" fontAlgn="auto" latinLnBrk="0" hangingPunct="1">
              <a:lnSpc>
                <a:spcPct val="100000"/>
              </a:lnSpc>
              <a:spcBef>
                <a:spcPct val="20000"/>
              </a:spcBef>
              <a:spcAft>
                <a:spcPts val="0"/>
              </a:spcAft>
              <a:buClrTx/>
              <a:buSzTx/>
              <a:buFont typeface="Arial" pitchFamily="34" charset="0"/>
              <a:buChar char="–"/>
              <a:tabLst/>
              <a:defRPr sz="2400">
                <a:latin typeface="Cambria" panose="02040503050406030204" pitchFamily="18" charset="0"/>
                <a:ea typeface="Cambria" panose="02040503050406030204" pitchFamily="18" charset="0"/>
                <a:cs typeface="Arial" pitchFamily="34" charset="0"/>
              </a:defRPr>
            </a:lvl2pPr>
            <a:lvl3pPr marL="1143000" indent="-228600">
              <a:spcBef>
                <a:spcPct val="20000"/>
              </a:spcBef>
              <a:buFont typeface="Arial" charset="0"/>
              <a:buChar char="•"/>
              <a:defRPr sz="2400">
                <a:latin typeface="Cambria" panose="02040503050406030204" pitchFamily="18" charset="0"/>
                <a:ea typeface="Cambria" panose="02040503050406030204" pitchFamily="18" charset="0"/>
                <a:cs typeface="Arial" pitchFamily="34" charset="0"/>
              </a:defRPr>
            </a:lvl3pPr>
            <a:lvl4pPr marL="1600200" indent="-228600">
              <a:spcBef>
                <a:spcPct val="20000"/>
              </a:spcBef>
              <a:buFont typeface="Arial" charset="0"/>
              <a:buChar char="–"/>
              <a:defRPr sz="2400">
                <a:latin typeface="Cambria" panose="02040503050406030204" pitchFamily="18" charset="0"/>
                <a:ea typeface="Cambria" panose="02040503050406030204" pitchFamily="18" charset="0"/>
                <a:cs typeface="Arial" pitchFamily="34" charset="0"/>
              </a:defRPr>
            </a:lvl4pPr>
            <a:lvl5pPr marL="2057400" indent="-228600">
              <a:spcBef>
                <a:spcPct val="20000"/>
              </a:spcBef>
              <a:buFont typeface="Arial" charset="0"/>
              <a:buChar char="»"/>
              <a:defRPr sz="2400">
                <a:latin typeface="Cambria" panose="02040503050406030204" pitchFamily="18" charset="0"/>
                <a:ea typeface="Cambria" panose="02040503050406030204" pitchFamily="18" charset="0"/>
                <a:cs typeface="Arial" pitchFamily="34" charset="0"/>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pPr marL="257175" indent="-257175" defTabSz="685800">
              <a:lnSpc>
                <a:spcPct val="150000"/>
              </a:lnSpc>
            </a:pPr>
            <a:r>
              <a:rPr lang="en-US" altLang="en-US" sz="1800" dirty="0">
                <a:solidFill>
                  <a:prstClr val="black"/>
                </a:solidFill>
                <a:latin typeface="Arial" panose="020B0604020202020204" pitchFamily="34" charset="0"/>
              </a:rPr>
              <a:t> Example 4 is hard to classify</a:t>
            </a:r>
          </a:p>
          <a:p>
            <a:pPr marL="257175" indent="-257175" defTabSz="685800">
              <a:lnSpc>
                <a:spcPct val="150000"/>
              </a:lnSpc>
            </a:pPr>
            <a:r>
              <a:rPr lang="en-US" altLang="en-US" sz="1800" dirty="0">
                <a:solidFill>
                  <a:prstClr val="black"/>
                </a:solidFill>
                <a:latin typeface="Arial" panose="020B0604020202020204" pitchFamily="34" charset="0"/>
              </a:rPr>
              <a:t> Its weight is increased, therefore it is more likely to be chosen again in subsequent rounds</a:t>
            </a:r>
          </a:p>
        </p:txBody>
      </p:sp>
      <p:sp>
        <p:nvSpPr>
          <p:cNvPr id="11" name="Content Placeholder 4"/>
          <p:cNvSpPr txBox="1">
            <a:spLocks/>
          </p:cNvSpPr>
          <p:nvPr/>
        </p:nvSpPr>
        <p:spPr bwMode="auto">
          <a:xfrm>
            <a:off x="304800" y="152400"/>
            <a:ext cx="6324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a:bodyPr>
          <a:lstStyle>
            <a:lvl1pPr marL="0" indent="-257175" algn="l" rtl="0" fontAlgn="base">
              <a:lnSpc>
                <a:spcPts val="2700"/>
              </a:lnSpc>
              <a:spcBef>
                <a:spcPts val="0"/>
              </a:spcBef>
              <a:spcAft>
                <a:spcPct val="0"/>
              </a:spcAft>
              <a:buFont typeface="Arial" charset="0"/>
              <a:buNone/>
              <a:defRPr sz="2700" b="0" kern="1200" spc="-113" baseline="0">
                <a:solidFill>
                  <a:schemeClr val="tx1"/>
                </a:solidFill>
                <a:latin typeface="Cambria" panose="02040503050406030204" pitchFamily="18" charset="0"/>
                <a:ea typeface="Cambria" panose="02040503050406030204" pitchFamily="18" charset="0"/>
                <a:cs typeface="Arial" pitchFamily="34" charset="0"/>
              </a:defRPr>
            </a:lvl1pPr>
            <a:lvl2pPr marL="557213" indent="-214313" algn="l" rtl="0" fontAlgn="base">
              <a:spcBef>
                <a:spcPct val="20000"/>
              </a:spcBef>
              <a:spcAft>
                <a:spcPct val="0"/>
              </a:spcAft>
              <a:buFont typeface="Arial" charset="0"/>
              <a:buChar char="–"/>
              <a:defRPr sz="2100" kern="1200">
                <a:solidFill>
                  <a:schemeClr val="tx1"/>
                </a:solidFill>
                <a:latin typeface="Arial" pitchFamily="34" charset="0"/>
                <a:ea typeface="+mn-ea"/>
                <a:cs typeface="Arial" pitchFamily="34" charset="0"/>
              </a:defRPr>
            </a:lvl2pPr>
            <a:lvl3pPr marL="857250" indent="-171450" algn="l" rtl="0" fontAlgn="base">
              <a:spcBef>
                <a:spcPct val="20000"/>
              </a:spcBef>
              <a:spcAft>
                <a:spcPct val="0"/>
              </a:spcAft>
              <a:buFont typeface="Arial" charset="0"/>
              <a:buChar char="•"/>
              <a:defRPr sz="1800" kern="1200">
                <a:solidFill>
                  <a:schemeClr val="tx1"/>
                </a:solidFill>
                <a:latin typeface="Arial" pitchFamily="34" charset="0"/>
                <a:ea typeface="+mn-ea"/>
                <a:cs typeface="Arial" pitchFamily="34" charset="0"/>
              </a:defRPr>
            </a:lvl3pPr>
            <a:lvl4pPr marL="12001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4pPr>
            <a:lvl5pPr marL="15430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pPr>
            <a:r>
              <a:rPr lang="en-US" altLang="en-US" sz="2400" b="1">
                <a:latin typeface="Arial" panose="020B0604020202020204" pitchFamily="34" charset="0"/>
              </a:rPr>
              <a:t>Boosting</a:t>
            </a:r>
            <a:endParaRPr lang="en-IN" sz="2400" b="1" dirty="0">
              <a:latin typeface="Arial" panose="020B0604020202020204" pitchFamily="34" charset="0"/>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E0AA4F62-EBB6-31FE-C555-31A81D5B5E79}"/>
                  </a:ext>
                </a:extLst>
              </p14:cNvPr>
              <p14:cNvContentPartPr/>
              <p14:nvPr/>
            </p14:nvContentPartPr>
            <p14:xfrm>
              <a:off x="887400" y="3145680"/>
              <a:ext cx="172080" cy="956520"/>
            </p14:xfrm>
          </p:contentPart>
        </mc:Choice>
        <mc:Fallback>
          <p:pic>
            <p:nvPicPr>
              <p:cNvPr id="2" name="Ink 1">
                <a:extLst>
                  <a:ext uri="{FF2B5EF4-FFF2-40B4-BE49-F238E27FC236}">
                    <a16:creationId xmlns:a16="http://schemas.microsoft.com/office/drawing/2014/main" id="{E0AA4F62-EBB6-31FE-C555-31A81D5B5E79}"/>
                  </a:ext>
                </a:extLst>
              </p:cNvPr>
              <p:cNvPicPr/>
              <p:nvPr/>
            </p:nvPicPr>
            <p:blipFill>
              <a:blip r:embed="rId5"/>
              <a:stretch>
                <a:fillRect/>
              </a:stretch>
            </p:blipFill>
            <p:spPr>
              <a:xfrm>
                <a:off x="878040" y="3136320"/>
                <a:ext cx="190800" cy="975240"/>
              </a:xfrm>
              <a:prstGeom prst="rect">
                <a:avLst/>
              </a:prstGeom>
            </p:spPr>
          </p:pic>
        </mc:Fallback>
      </mc:AlternateContent>
    </p:spTree>
    <p:extLst>
      <p:ext uri="{BB962C8B-B14F-4D97-AF65-F5344CB8AC3E}">
        <p14:creationId xmlns:p14="http://schemas.microsoft.com/office/powerpoint/2010/main" val="2738621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28800"/>
            <a:ext cx="6000679" cy="3974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5791200" y="1524000"/>
            <a:ext cx="3276600" cy="4801314"/>
          </a:xfrm>
          <a:prstGeom prst="rect">
            <a:avLst/>
          </a:prstGeom>
        </p:spPr>
        <p:txBody>
          <a:bodyPr wrap="square">
            <a:spAutoFit/>
          </a:bodyPr>
          <a:lstStyle/>
          <a:p>
            <a:pPr marL="257175" indent="-257175" algn="just" defTabSz="685800" fontAlgn="auto">
              <a:spcBef>
                <a:spcPts val="0"/>
              </a:spcBef>
              <a:spcAft>
                <a:spcPts val="0"/>
              </a:spcAft>
              <a:buFont typeface="Arial" panose="020B0604020202020204" pitchFamily="34" charset="0"/>
              <a:buChar char="•"/>
            </a:pPr>
            <a:r>
              <a:rPr lang="en-US" altLang="en-US" sz="1800" dirty="0">
                <a:solidFill>
                  <a:prstClr val="black"/>
                </a:solidFill>
                <a:latin typeface="Arial" panose="020B0604020202020204" pitchFamily="34" charset="0"/>
                <a:ea typeface="Cambria" panose="02040503050406030204" pitchFamily="18" charset="0"/>
                <a:cs typeface="Arial" panose="020B0604020202020204" pitchFamily="34" charset="0"/>
              </a:rPr>
              <a:t>Multiple models are created, each correcting the errors of the previous model.</a:t>
            </a:r>
          </a:p>
          <a:p>
            <a:pPr marL="257175" indent="-257175" algn="just" defTabSz="685800" fontAlgn="auto">
              <a:spcBef>
                <a:spcPts val="0"/>
              </a:spcBef>
              <a:spcAft>
                <a:spcPts val="0"/>
              </a:spcAft>
              <a:buFont typeface="Arial" panose="020B0604020202020204" pitchFamily="34" charset="0"/>
              <a:buChar char="•"/>
            </a:pPr>
            <a:r>
              <a:rPr lang="en-US" altLang="en-US" sz="1800" dirty="0">
                <a:solidFill>
                  <a:prstClr val="black"/>
                </a:solidFill>
                <a:latin typeface="Arial" panose="020B0604020202020204" pitchFamily="34" charset="0"/>
                <a:ea typeface="Cambria" panose="02040503050406030204" pitchFamily="18" charset="0"/>
                <a:cs typeface="Arial" panose="020B0604020202020204" pitchFamily="34" charset="0"/>
              </a:rPr>
              <a:t>The final model (strong learner) is the weighted mean of all the models (weak learners).</a:t>
            </a:r>
          </a:p>
          <a:p>
            <a:pPr marL="257175" indent="-257175" algn="just" defTabSz="685800" fontAlgn="auto">
              <a:spcBef>
                <a:spcPts val="0"/>
              </a:spcBef>
              <a:spcAft>
                <a:spcPts val="0"/>
              </a:spcAft>
              <a:buFont typeface="Arial" panose="020B0604020202020204" pitchFamily="34" charset="0"/>
              <a:buChar char="•"/>
            </a:pPr>
            <a:endParaRPr lang="en-US" altLang="en-US" sz="1800" dirty="0">
              <a:solidFill>
                <a:prstClr val="black"/>
              </a:solidFill>
              <a:latin typeface="Arial" panose="020B0604020202020204" pitchFamily="34" charset="0"/>
              <a:ea typeface="Cambria" panose="02040503050406030204" pitchFamily="18" charset="0"/>
              <a:cs typeface="Arial" panose="020B0604020202020204" pitchFamily="34" charset="0"/>
            </a:endParaRPr>
          </a:p>
          <a:p>
            <a:pPr marL="257175" indent="-257175" algn="just" defTabSz="685800" fontAlgn="auto">
              <a:spcBef>
                <a:spcPts val="0"/>
              </a:spcBef>
              <a:spcAft>
                <a:spcPts val="0"/>
              </a:spcAft>
              <a:buFont typeface="Arial" panose="020B0604020202020204" pitchFamily="34" charset="0"/>
              <a:buChar char="•"/>
            </a:pPr>
            <a:r>
              <a:rPr lang="en-US" altLang="en-US" sz="1800" dirty="0">
                <a:solidFill>
                  <a:srgbClr val="0033CC"/>
                </a:solidFill>
                <a:latin typeface="Arial" panose="020B0604020202020204" pitchFamily="34" charset="0"/>
                <a:ea typeface="Cambria" panose="02040503050406030204" pitchFamily="18" charset="0"/>
                <a:cs typeface="Arial" panose="020B0604020202020204" pitchFamily="34" charset="0"/>
              </a:rPr>
              <a:t>Individual models would not perform well on the entire dataset, but they work well for some part of the dataset. Thus, each model actually boosts the performance of the ensemble</a:t>
            </a:r>
            <a:r>
              <a:rPr lang="en-US" altLang="en-US" sz="1800" dirty="0">
                <a:solidFill>
                  <a:prstClr val="black"/>
                </a:solidFill>
                <a:latin typeface="Arial" panose="020B0604020202020204" pitchFamily="34" charset="0"/>
                <a:ea typeface="Cambria" panose="02040503050406030204" pitchFamily="18" charset="0"/>
                <a:cs typeface="Arial" panose="020B0604020202020204" pitchFamily="34" charset="0"/>
              </a:rPr>
              <a:t>.</a:t>
            </a:r>
          </a:p>
        </p:txBody>
      </p:sp>
      <p:sp>
        <p:nvSpPr>
          <p:cNvPr id="7" name="Content Placeholder 4"/>
          <p:cNvSpPr>
            <a:spLocks noGrp="1"/>
          </p:cNvSpPr>
          <p:nvPr>
            <p:ph sz="quarter" idx="10"/>
          </p:nvPr>
        </p:nvSpPr>
        <p:spPr>
          <a:xfrm>
            <a:off x="304800" y="152400"/>
            <a:ext cx="6324600" cy="1143000"/>
          </a:xfrm>
        </p:spPr>
        <p:txBody>
          <a:bodyPr>
            <a:normAutofit/>
          </a:bodyPr>
          <a:lstStyle/>
          <a:p>
            <a:pPr>
              <a:lnSpc>
                <a:spcPct val="150000"/>
              </a:lnSpc>
            </a:pPr>
            <a:r>
              <a:rPr lang="en-US" altLang="en-US" sz="2400" b="1" dirty="0">
                <a:latin typeface="Arial" panose="020B0604020202020204" pitchFamily="34" charset="0"/>
              </a:rPr>
              <a:t>Boosting</a:t>
            </a:r>
            <a:endParaRPr lang="en-IN" sz="2400" b="1" dirty="0">
              <a:latin typeface="Arial" panose="020B0604020202020204" pitchFamily="34" charset="0"/>
            </a:endParaRPr>
          </a:p>
        </p:txBody>
      </p:sp>
    </p:spTree>
    <p:extLst>
      <p:ext uri="{BB962C8B-B14F-4D97-AF65-F5344CB8AC3E}">
        <p14:creationId xmlns:p14="http://schemas.microsoft.com/office/powerpoint/2010/main" val="36072115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04800" y="304800"/>
            <a:ext cx="8040710" cy="857250"/>
          </a:xfrm>
          <a:noFill/>
          <a:ln w="9525">
            <a:noFill/>
            <a:miter lim="800000"/>
            <a:headEnd/>
            <a:tailEnd/>
          </a:ln>
        </p:spPr>
        <p:txBody>
          <a:bodyPr vert="horz" wrap="square" lIns="68580" tIns="34290" rIns="68580" bIns="34290" numCol="1" anchor="ctr" anchorCtr="0" compatLnSpc="1">
            <a:prstTxWarp prst="textNoShape">
              <a:avLst/>
            </a:prstTxWarp>
            <a:normAutofit/>
          </a:bodyPr>
          <a:lstStyle/>
          <a:p>
            <a:pPr>
              <a:lnSpc>
                <a:spcPct val="150000"/>
              </a:lnSpc>
            </a:pPr>
            <a:r>
              <a:rPr lang="en-US" altLang="en-US" sz="2400" dirty="0">
                <a:ea typeface="Cambria" panose="02040503050406030204" pitchFamily="18" charset="0"/>
              </a:rPr>
              <a:t>Ada Boost - Adaptive boosting </a:t>
            </a:r>
            <a:r>
              <a:rPr lang="en-US" sz="2400" dirty="0">
                <a:ea typeface="Cambria" panose="02040503050406030204" pitchFamily="18" charset="0"/>
              </a:rPr>
              <a:t>Algorithm</a:t>
            </a:r>
          </a:p>
        </p:txBody>
      </p:sp>
      <p:graphicFrame>
        <p:nvGraphicFramePr>
          <p:cNvPr id="30" name="Object 2"/>
          <p:cNvGraphicFramePr>
            <a:graphicFrameLocks noChangeAspect="1"/>
          </p:cNvGraphicFramePr>
          <p:nvPr>
            <p:extLst>
              <p:ext uri="{D42A27DB-BD31-4B8C-83A1-F6EECF244321}">
                <p14:modId xmlns:p14="http://schemas.microsoft.com/office/powerpoint/2010/main" val="1531882306"/>
              </p:ext>
            </p:extLst>
          </p:nvPr>
        </p:nvGraphicFramePr>
        <p:xfrm>
          <a:off x="1146582" y="2884828"/>
          <a:ext cx="2228459" cy="590879"/>
        </p:xfrm>
        <a:graphic>
          <a:graphicData uri="http://schemas.openxmlformats.org/presentationml/2006/ole">
            <mc:AlternateContent xmlns:mc="http://schemas.openxmlformats.org/markup-compatibility/2006">
              <mc:Choice xmlns:v="urn:schemas-microsoft-com:vml" Requires="v">
                <p:oleObj name="Equation" r:id="rId2" imgW="1675673" imgH="444307" progId="Equation.3">
                  <p:embed/>
                </p:oleObj>
              </mc:Choice>
              <mc:Fallback>
                <p:oleObj name="Equation" r:id="rId2" imgW="1675673" imgH="444307" progId="Equation.3">
                  <p:embed/>
                  <p:pic>
                    <p:nvPicPr>
                      <p:cNvPr id="3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6582" y="2884828"/>
                        <a:ext cx="2228459" cy="590879"/>
                      </a:xfrm>
                      <a:prstGeom prst="rect">
                        <a:avLst/>
                      </a:prstGeom>
                      <a:noFill/>
                      <a:ln>
                        <a:noFill/>
                      </a:ln>
                      <a:effectLst/>
                    </p:spPr>
                  </p:pic>
                </p:oleObj>
              </mc:Fallback>
            </mc:AlternateContent>
          </a:graphicData>
        </a:graphic>
      </p:graphicFrame>
      <p:graphicFrame>
        <p:nvGraphicFramePr>
          <p:cNvPr id="34" name="Object 3"/>
          <p:cNvGraphicFramePr>
            <a:graphicFrameLocks noChangeAspect="1"/>
          </p:cNvGraphicFramePr>
          <p:nvPr>
            <p:extLst>
              <p:ext uri="{D42A27DB-BD31-4B8C-83A1-F6EECF244321}">
                <p14:modId xmlns:p14="http://schemas.microsoft.com/office/powerpoint/2010/main" val="4287120841"/>
              </p:ext>
            </p:extLst>
          </p:nvPr>
        </p:nvGraphicFramePr>
        <p:xfrm>
          <a:off x="1131342" y="3684806"/>
          <a:ext cx="1522810" cy="697390"/>
        </p:xfrm>
        <a:graphic>
          <a:graphicData uri="http://schemas.openxmlformats.org/presentationml/2006/ole">
            <mc:AlternateContent xmlns:mc="http://schemas.openxmlformats.org/markup-compatibility/2006">
              <mc:Choice xmlns:v="urn:schemas-microsoft-com:vml" Requires="v">
                <p:oleObj name="Equation" r:id="rId4" imgW="1054100" imgH="482600" progId="Equation.3">
                  <p:embed/>
                </p:oleObj>
              </mc:Choice>
              <mc:Fallback>
                <p:oleObj name="Equation" r:id="rId4" imgW="1054100" imgH="482600" progId="Equation.3">
                  <p:embed/>
                  <p:pic>
                    <p:nvPicPr>
                      <p:cNvPr id="34"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1342" y="3684806"/>
                        <a:ext cx="1522810" cy="697390"/>
                      </a:xfrm>
                      <a:prstGeom prst="rect">
                        <a:avLst/>
                      </a:prstGeom>
                      <a:noFill/>
                      <a:ln>
                        <a:noFill/>
                      </a:ln>
                      <a:effectLst/>
                    </p:spPr>
                  </p:pic>
                </p:oleObj>
              </mc:Fallback>
            </mc:AlternateContent>
          </a:graphicData>
        </a:graphic>
      </p:graphicFrame>
      <p:sp>
        <p:nvSpPr>
          <p:cNvPr id="29" name="TextBox 28"/>
          <p:cNvSpPr txBox="1"/>
          <p:nvPr/>
        </p:nvSpPr>
        <p:spPr>
          <a:xfrm>
            <a:off x="64560" y="1152373"/>
            <a:ext cx="4114782" cy="4524315"/>
          </a:xfrm>
          <a:prstGeom prst="rect">
            <a:avLst/>
          </a:prstGeom>
          <a:noFill/>
        </p:spPr>
        <p:txBody>
          <a:bodyPr wrap="square" rtlCol="0">
            <a:spAutoFit/>
          </a:bodyPr>
          <a:lstStyle/>
          <a:p>
            <a:pPr>
              <a:lnSpc>
                <a:spcPct val="200000"/>
              </a:lnSpc>
            </a:pPr>
            <a:r>
              <a:rPr lang="en-US" sz="1200" dirty="0">
                <a:solidFill>
                  <a:prstClr val="black"/>
                </a:solidFill>
                <a:latin typeface="Arial" panose="020B0604020202020204" pitchFamily="34" charset="0"/>
                <a:cs typeface="Arial" panose="020B0604020202020204" pitchFamily="34" charset="0"/>
              </a:rPr>
              <a:t>For every instance j :  </a:t>
            </a:r>
            <a:r>
              <a:rPr lang="en-IN" sz="1200" dirty="0">
                <a:solidFill>
                  <a:prstClr val="black"/>
                </a:solidFill>
                <a:latin typeface="Arial" panose="020B0604020202020204" pitchFamily="34" charset="0"/>
                <a:cs typeface="Arial" panose="020B0604020202020204" pitchFamily="34" charset="0"/>
              </a:rPr>
              <a:t>w</a:t>
            </a:r>
            <a:r>
              <a:rPr lang="en-IN" sz="1200" baseline="30000" dirty="0">
                <a:solidFill>
                  <a:prstClr val="black"/>
                </a:solidFill>
                <a:latin typeface="Arial" panose="020B0604020202020204" pitchFamily="34" charset="0"/>
                <a:cs typeface="Arial" panose="020B0604020202020204" pitchFamily="34" charset="0"/>
              </a:rPr>
              <a:t>(j)</a:t>
            </a:r>
            <a:r>
              <a:rPr lang="en-IN" sz="1200" dirty="0">
                <a:solidFill>
                  <a:prstClr val="black"/>
                </a:solidFill>
                <a:latin typeface="Arial" panose="020B0604020202020204" pitchFamily="34" charset="0"/>
                <a:cs typeface="Arial" panose="020B0604020202020204" pitchFamily="34" charset="0"/>
              </a:rPr>
              <a:t> = 1/n</a:t>
            </a:r>
          </a:p>
          <a:p>
            <a:pPr>
              <a:lnSpc>
                <a:spcPct val="200000"/>
              </a:lnSpc>
            </a:pPr>
            <a:r>
              <a:rPr lang="en-US" sz="1200" dirty="0">
                <a:solidFill>
                  <a:prstClr val="black"/>
                </a:solidFill>
                <a:latin typeface="Arial" panose="020B0604020202020204" pitchFamily="34" charset="0"/>
                <a:cs typeface="Arial" panose="020B0604020202020204" pitchFamily="34" charset="0"/>
              </a:rPr>
              <a:t>For every predictor/model/estimator </a:t>
            </a:r>
            <a:r>
              <a:rPr lang="en-US" sz="1200" dirty="0" err="1">
                <a:solidFill>
                  <a:prstClr val="black"/>
                </a:solidFill>
                <a:latin typeface="Arial" panose="020B0604020202020204" pitchFamily="34" charset="0"/>
                <a:cs typeface="Arial" panose="020B0604020202020204" pitchFamily="34" charset="0"/>
              </a:rPr>
              <a:t>i</a:t>
            </a:r>
            <a:r>
              <a:rPr lang="en-US" sz="1200" dirty="0">
                <a:solidFill>
                  <a:prstClr val="black"/>
                </a:solidFill>
                <a:latin typeface="Arial" panose="020B0604020202020204" pitchFamily="34" charset="0"/>
                <a:cs typeface="Arial" panose="020B0604020202020204" pitchFamily="34" charset="0"/>
              </a:rPr>
              <a:t> : </a:t>
            </a:r>
          </a:p>
          <a:p>
            <a:pPr>
              <a:lnSpc>
                <a:spcPct val="200000"/>
              </a:lnSpc>
              <a:tabLst>
                <a:tab pos="355600" algn="l"/>
              </a:tabLst>
            </a:pPr>
            <a:r>
              <a:rPr lang="en-US" sz="1200" dirty="0">
                <a:solidFill>
                  <a:prstClr val="black"/>
                </a:solidFill>
                <a:latin typeface="Arial" panose="020B0604020202020204" pitchFamily="34" charset="0"/>
                <a:cs typeface="Arial" panose="020B0604020202020204" pitchFamily="34" charset="0"/>
              </a:rPr>
              <a:t>	</a:t>
            </a:r>
            <a:r>
              <a:rPr lang="en-US" sz="1200" dirty="0">
                <a:solidFill>
                  <a:schemeClr val="bg1">
                    <a:lumMod val="50000"/>
                  </a:schemeClr>
                </a:solidFill>
                <a:latin typeface="Arial" panose="020B0604020202020204" pitchFamily="34" charset="0"/>
                <a:cs typeface="Arial" panose="020B0604020202020204" pitchFamily="34" charset="0"/>
              </a:rPr>
              <a:t>Sample D</a:t>
            </a:r>
            <a:r>
              <a:rPr lang="en-US" sz="1200" baseline="-25000" dirty="0">
                <a:solidFill>
                  <a:schemeClr val="bg1">
                    <a:lumMod val="50000"/>
                  </a:schemeClr>
                </a:solidFill>
                <a:latin typeface="Arial" panose="020B0604020202020204" pitchFamily="34" charset="0"/>
                <a:cs typeface="Arial" panose="020B0604020202020204" pitchFamily="34" charset="0"/>
              </a:rPr>
              <a:t>i</a:t>
            </a:r>
            <a:r>
              <a:rPr lang="en-US" sz="1200" dirty="0">
                <a:solidFill>
                  <a:schemeClr val="bg1">
                    <a:lumMod val="50000"/>
                  </a:schemeClr>
                </a:solidFill>
                <a:latin typeface="Arial" panose="020B0604020202020204" pitchFamily="34" charset="0"/>
                <a:cs typeface="Arial" panose="020B0604020202020204" pitchFamily="34" charset="0"/>
              </a:rPr>
              <a:t> instances using bagging</a:t>
            </a:r>
          </a:p>
          <a:p>
            <a:pPr>
              <a:lnSpc>
                <a:spcPct val="200000"/>
              </a:lnSpc>
              <a:tabLst>
                <a:tab pos="355600" algn="l"/>
              </a:tabLst>
            </a:pPr>
            <a:r>
              <a:rPr lang="en-US" sz="1200" dirty="0">
                <a:solidFill>
                  <a:prstClr val="black"/>
                </a:solidFill>
                <a:latin typeface="Arial" panose="020B0604020202020204" pitchFamily="34" charset="0"/>
                <a:cs typeface="Arial" panose="020B0604020202020204" pitchFamily="34" charset="0"/>
              </a:rPr>
              <a:t>	Fit a classifier</a:t>
            </a:r>
          </a:p>
          <a:p>
            <a:pPr>
              <a:lnSpc>
                <a:spcPct val="200000"/>
              </a:lnSpc>
              <a:tabLst>
                <a:tab pos="355600" algn="l"/>
              </a:tabLst>
            </a:pPr>
            <a:r>
              <a:rPr lang="en-US" sz="1200" dirty="0">
                <a:solidFill>
                  <a:prstClr val="black"/>
                </a:solidFill>
                <a:latin typeface="Arial" panose="020B0604020202020204" pitchFamily="34" charset="0"/>
                <a:cs typeface="Arial" panose="020B0604020202020204" pitchFamily="34" charset="0"/>
              </a:rPr>
              <a:t>	Compute the </a:t>
            </a:r>
            <a:r>
              <a:rPr lang="en-IN" sz="1200" dirty="0">
                <a:solidFill>
                  <a:prstClr val="black"/>
                </a:solidFill>
                <a:latin typeface="Arial" panose="020B0604020202020204" pitchFamily="34" charset="0"/>
                <a:cs typeface="Arial" panose="020B0604020202020204" pitchFamily="34" charset="0"/>
              </a:rPr>
              <a:t>weighted error rate of the predictor on all instances:</a:t>
            </a:r>
          </a:p>
          <a:p>
            <a:pPr>
              <a:lnSpc>
                <a:spcPct val="200000"/>
              </a:lnSpc>
              <a:tabLst>
                <a:tab pos="355600" algn="l"/>
              </a:tabLst>
            </a:pPr>
            <a:r>
              <a:rPr lang="en-IN" sz="1200" dirty="0">
                <a:solidFill>
                  <a:prstClr val="black"/>
                </a:solidFill>
                <a:latin typeface="Arial" panose="020B0604020202020204" pitchFamily="34" charset="0"/>
                <a:cs typeface="Arial" panose="020B0604020202020204" pitchFamily="34" charset="0"/>
              </a:rPr>
              <a:t>	</a:t>
            </a:r>
            <a:r>
              <a:rPr lang="en-US" sz="1200" dirty="0">
                <a:solidFill>
                  <a:prstClr val="black"/>
                </a:solidFill>
                <a:latin typeface="Arial" panose="020B0604020202020204" pitchFamily="34" charset="0"/>
                <a:cs typeface="Arial" panose="020B0604020202020204" pitchFamily="34" charset="0"/>
              </a:rPr>
              <a:t>Compute the predictor’s weight</a:t>
            </a:r>
          </a:p>
          <a:p>
            <a:pPr>
              <a:lnSpc>
                <a:spcPct val="200000"/>
              </a:lnSpc>
              <a:tabLst>
                <a:tab pos="355600" algn="l"/>
              </a:tabLst>
            </a:pPr>
            <a:endParaRPr lang="en-US" sz="1200" dirty="0">
              <a:solidFill>
                <a:prstClr val="black"/>
              </a:solidFill>
              <a:latin typeface="Arial" panose="020B0604020202020204" pitchFamily="34" charset="0"/>
              <a:cs typeface="Arial" panose="020B0604020202020204" pitchFamily="34" charset="0"/>
            </a:endParaRPr>
          </a:p>
          <a:p>
            <a:pPr>
              <a:lnSpc>
                <a:spcPct val="200000"/>
              </a:lnSpc>
              <a:tabLst>
                <a:tab pos="355600" algn="l"/>
              </a:tabLst>
            </a:pPr>
            <a:r>
              <a:rPr lang="en-US" sz="1200" dirty="0">
                <a:solidFill>
                  <a:prstClr val="black"/>
                </a:solidFill>
                <a:latin typeface="Arial" panose="020B0604020202020204" pitchFamily="34" charset="0"/>
                <a:cs typeface="Arial" panose="020B0604020202020204" pitchFamily="34" charset="0"/>
              </a:rPr>
              <a:t>	For every instance j:</a:t>
            </a:r>
          </a:p>
          <a:p>
            <a:pPr>
              <a:lnSpc>
                <a:spcPct val="200000"/>
              </a:lnSpc>
            </a:pPr>
            <a:r>
              <a:rPr lang="en-US" sz="1200" dirty="0">
                <a:solidFill>
                  <a:prstClr val="black"/>
                </a:solidFill>
                <a:latin typeface="Arial" panose="020B0604020202020204" pitchFamily="34" charset="0"/>
                <a:cs typeface="Arial" panose="020B0604020202020204" pitchFamily="34" charset="0"/>
              </a:rPr>
              <a:t>	Normalize all the instances weights</a:t>
            </a:r>
          </a:p>
          <a:p>
            <a:pPr>
              <a:lnSpc>
                <a:spcPct val="200000"/>
              </a:lnSpc>
            </a:pPr>
            <a:r>
              <a:rPr lang="en-US" sz="1200" dirty="0">
                <a:solidFill>
                  <a:prstClr val="black"/>
                </a:solidFill>
                <a:latin typeface="Arial" panose="020B0604020202020204" pitchFamily="34" charset="0"/>
                <a:cs typeface="Arial" panose="020B0604020202020204" pitchFamily="34" charset="0"/>
              </a:rPr>
              <a:t>	</a:t>
            </a:r>
          </a:p>
          <a:p>
            <a:pPr>
              <a:lnSpc>
                <a:spcPct val="200000"/>
              </a:lnSpc>
            </a:pPr>
            <a:r>
              <a:rPr lang="en-US" sz="1200" dirty="0">
                <a:solidFill>
                  <a:prstClr val="black"/>
                </a:solidFill>
                <a:latin typeface="Arial" panose="020B0604020202020204" pitchFamily="34" charset="0"/>
                <a:cs typeface="Arial" panose="020B0604020202020204" pitchFamily="34" charset="0"/>
              </a:rPr>
              <a:t>	</a:t>
            </a:r>
            <a:endParaRPr lang="en-IN" sz="1200" dirty="0">
              <a:solidFill>
                <a:prstClr val="black"/>
              </a:solidFill>
              <a:latin typeface="Arial" panose="020B0604020202020204" pitchFamily="34" charset="0"/>
              <a:cs typeface="Arial" panose="020B0604020202020204" pitchFamily="34" charset="0"/>
            </a:endParaRPr>
          </a:p>
        </p:txBody>
      </p:sp>
      <p:graphicFrame>
        <p:nvGraphicFramePr>
          <p:cNvPr id="36" name="Object 2"/>
          <p:cNvGraphicFramePr>
            <a:graphicFrameLocks noChangeAspect="1"/>
          </p:cNvGraphicFramePr>
          <p:nvPr>
            <p:extLst>
              <p:ext uri="{D42A27DB-BD31-4B8C-83A1-F6EECF244321}">
                <p14:modId xmlns:p14="http://schemas.microsoft.com/office/powerpoint/2010/main" val="377248213"/>
              </p:ext>
            </p:extLst>
          </p:nvPr>
        </p:nvGraphicFramePr>
        <p:xfrm>
          <a:off x="955964" y="4795070"/>
          <a:ext cx="3546475" cy="1631950"/>
        </p:xfrm>
        <a:graphic>
          <a:graphicData uri="http://schemas.openxmlformats.org/presentationml/2006/ole">
            <mc:AlternateContent xmlns:mc="http://schemas.openxmlformats.org/markup-compatibility/2006">
              <mc:Choice xmlns:v="urn:schemas-microsoft-com:vml" Requires="v">
                <p:oleObj name="Equation" r:id="rId6" imgW="2590560" imgH="1193760" progId="Equation.3">
                  <p:embed/>
                </p:oleObj>
              </mc:Choice>
              <mc:Fallback>
                <p:oleObj name="Equation" r:id="rId6" imgW="2590560" imgH="1193760" progId="Equation.3">
                  <p:embed/>
                  <p:pic>
                    <p:nvPicPr>
                      <p:cNvPr id="36" name="Object 2"/>
                      <p:cNvPicPr>
                        <a:picLocks noChangeAspect="1" noChangeArrowheads="1"/>
                      </p:cNvPicPr>
                      <p:nvPr/>
                    </p:nvPicPr>
                    <p:blipFill>
                      <a:blip r:embed="rId7"/>
                      <a:srcRect/>
                      <a:stretch>
                        <a:fillRect/>
                      </a:stretch>
                    </p:blipFill>
                    <p:spPr bwMode="auto">
                      <a:xfrm>
                        <a:off x="955964" y="4795070"/>
                        <a:ext cx="3546475" cy="1631950"/>
                      </a:xfrm>
                      <a:prstGeom prst="rect">
                        <a:avLst/>
                      </a:prstGeom>
                      <a:noFill/>
                      <a:ln>
                        <a:noFill/>
                      </a:ln>
                      <a:effectLst/>
                    </p:spPr>
                  </p:pic>
                </p:oleObj>
              </mc:Fallback>
            </mc:AlternateContent>
          </a:graphicData>
        </a:graphic>
      </p:graphicFrame>
      <mc:AlternateContent xmlns:mc="http://schemas.openxmlformats.org/markup-compatibility/2006">
        <mc:Choice xmlns:p14="http://schemas.microsoft.com/office/powerpoint/2010/main" Requires="p14">
          <p:contentPart p14:bwMode="auto" r:id="rId8">
            <p14:nvContentPartPr>
              <p14:cNvPr id="3" name="Ink 2">
                <a:extLst>
                  <a:ext uri="{FF2B5EF4-FFF2-40B4-BE49-F238E27FC236}">
                    <a16:creationId xmlns:a16="http://schemas.microsoft.com/office/drawing/2014/main" id="{AD47734C-2099-0A92-B28A-F49124D0CA96}"/>
                  </a:ext>
                </a:extLst>
              </p14:cNvPr>
              <p14:cNvContentPartPr/>
              <p14:nvPr/>
            </p14:nvContentPartPr>
            <p14:xfrm>
              <a:off x="1016280" y="3052080"/>
              <a:ext cx="6014520" cy="2314800"/>
            </p14:xfrm>
          </p:contentPart>
        </mc:Choice>
        <mc:Fallback>
          <p:pic>
            <p:nvPicPr>
              <p:cNvPr id="3" name="Ink 2">
                <a:extLst>
                  <a:ext uri="{FF2B5EF4-FFF2-40B4-BE49-F238E27FC236}">
                    <a16:creationId xmlns:a16="http://schemas.microsoft.com/office/drawing/2014/main" id="{AD47734C-2099-0A92-B28A-F49124D0CA96}"/>
                  </a:ext>
                </a:extLst>
              </p:cNvPr>
              <p:cNvPicPr/>
              <p:nvPr/>
            </p:nvPicPr>
            <p:blipFill>
              <a:blip r:embed="rId9"/>
              <a:stretch>
                <a:fillRect/>
              </a:stretch>
            </p:blipFill>
            <p:spPr>
              <a:xfrm>
                <a:off x="1006920" y="3042720"/>
                <a:ext cx="6033240" cy="2333520"/>
              </a:xfrm>
              <a:prstGeom prst="rect">
                <a:avLst/>
              </a:prstGeom>
            </p:spPr>
          </p:pic>
        </mc:Fallback>
      </mc:AlternateContent>
    </p:spTree>
    <p:extLst>
      <p:ext uri="{BB962C8B-B14F-4D97-AF65-F5344CB8AC3E}">
        <p14:creationId xmlns:p14="http://schemas.microsoft.com/office/powerpoint/2010/main" val="2947857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Content Placeholder 2"/>
          <p:cNvSpPr>
            <a:spLocks noGrp="1"/>
          </p:cNvSpPr>
          <p:nvPr>
            <p:ph idx="1"/>
          </p:nvPr>
        </p:nvSpPr>
        <p:spPr>
          <a:xfrm>
            <a:off x="71549" y="1295400"/>
            <a:ext cx="4279006" cy="3394472"/>
          </a:xfrm>
          <a:noFill/>
          <a:ln w="9525">
            <a:noFill/>
            <a:miter lim="800000"/>
            <a:headEnd/>
            <a:tailEnd/>
          </a:ln>
        </p:spPr>
        <p:txBody>
          <a:bodyPr vert="horz" wrap="square" lIns="68580" tIns="34290" rIns="68580" bIns="34290" numCol="1" anchor="t" anchorCtr="0" compatLnSpc="1">
            <a:prstTxWarp prst="textNoShape">
              <a:avLst/>
            </a:prstTxWarp>
          </a:bodyPr>
          <a:lstStyle/>
          <a:p>
            <a:pPr algn="just">
              <a:buChar char="•"/>
            </a:pPr>
            <a:r>
              <a:rPr lang="en-US" altLang="en-US" dirty="0">
                <a:ea typeface="Cambria" panose="02040503050406030204" pitchFamily="18" charset="0"/>
              </a:rPr>
              <a:t>Initially, all observations (n) in the dataset are given equal weights (1/n).</a:t>
            </a:r>
          </a:p>
          <a:p>
            <a:pPr algn="just">
              <a:buFont typeface="Arial" pitchFamily="34" charset="0"/>
              <a:buChar char="•"/>
            </a:pPr>
            <a:r>
              <a:rPr lang="en-US" altLang="en-US" dirty="0">
                <a:ea typeface="Cambria" panose="02040503050406030204" pitchFamily="18" charset="0"/>
              </a:rPr>
              <a:t>A model is built on a subset of data. Usually, decision trees are used for modelling. </a:t>
            </a:r>
          </a:p>
          <a:p>
            <a:pPr algn="just">
              <a:buChar char="•"/>
            </a:pPr>
            <a:r>
              <a:rPr lang="en-US" altLang="en-US" dirty="0">
                <a:ea typeface="Cambria" panose="02040503050406030204" pitchFamily="18" charset="0"/>
              </a:rPr>
              <a:t>Using this model, predictions are made on the whole dataset.</a:t>
            </a:r>
          </a:p>
          <a:p>
            <a:pPr algn="just">
              <a:buChar char="•"/>
            </a:pPr>
            <a:r>
              <a:rPr lang="en-US" altLang="en-US" dirty="0">
                <a:ea typeface="Cambria" panose="02040503050406030204" pitchFamily="18" charset="0"/>
              </a:rPr>
              <a:t>Errors are calculated by comparing the predictions and actual values.</a:t>
            </a:r>
          </a:p>
          <a:p>
            <a:pPr algn="just">
              <a:buChar char="•"/>
            </a:pPr>
            <a:r>
              <a:rPr lang="en-US" altLang="en-US" dirty="0">
                <a:ea typeface="Cambria" panose="02040503050406030204" pitchFamily="18" charset="0"/>
              </a:rPr>
              <a:t>Calculate the importance of the model</a:t>
            </a:r>
          </a:p>
          <a:p>
            <a:pPr algn="just">
              <a:buChar char="•"/>
            </a:pPr>
            <a:r>
              <a:rPr lang="en-US" altLang="en-US" dirty="0">
                <a:ea typeface="Cambria" panose="02040503050406030204" pitchFamily="18" charset="0"/>
              </a:rPr>
              <a:t>Weights can be determined using the error value. For instance, higher the error more is the weight assigned to the observation.</a:t>
            </a:r>
          </a:p>
          <a:p>
            <a:pPr algn="just">
              <a:buChar char="•"/>
            </a:pPr>
            <a:r>
              <a:rPr lang="en-US" altLang="en-US" dirty="0">
                <a:solidFill>
                  <a:srgbClr val="0033CC"/>
                </a:solidFill>
                <a:ea typeface="Cambria" panose="02040503050406030204" pitchFamily="18" charset="0"/>
              </a:rPr>
              <a:t>This process is repeated until the error function does not change, or the maximum limit of the number of estimators is reached.</a:t>
            </a:r>
          </a:p>
          <a:p>
            <a:pPr algn="just">
              <a:buChar char="•"/>
            </a:pPr>
            <a:endParaRPr lang="en-US" altLang="en-US" dirty="0">
              <a:ea typeface="Cambria" panose="02040503050406030204" pitchFamily="18" charset="0"/>
            </a:endParaRPr>
          </a:p>
          <a:p>
            <a:pPr algn="just">
              <a:buChar char="•"/>
            </a:pPr>
            <a:endParaRPr lang="en-US" altLang="en-US" dirty="0">
              <a:ea typeface="Cambria" panose="02040503050406030204" pitchFamily="18" charset="0"/>
            </a:endParaRPr>
          </a:p>
        </p:txBody>
      </p:sp>
      <p:sp>
        <p:nvSpPr>
          <p:cNvPr id="2" name="Content Placeholder 1"/>
          <p:cNvSpPr>
            <a:spLocks noGrp="1"/>
          </p:cNvSpPr>
          <p:nvPr>
            <p:ph sz="quarter" idx="10"/>
          </p:nvPr>
        </p:nvSpPr>
        <p:spPr>
          <a:xfrm>
            <a:off x="304800" y="304800"/>
            <a:ext cx="8040710" cy="857250"/>
          </a:xfrm>
          <a:noFill/>
          <a:ln w="9525">
            <a:noFill/>
            <a:miter lim="800000"/>
            <a:headEnd/>
            <a:tailEnd/>
          </a:ln>
        </p:spPr>
        <p:txBody>
          <a:bodyPr vert="horz" wrap="square" lIns="68580" tIns="34290" rIns="68580" bIns="34290" numCol="1" anchor="ctr" anchorCtr="0" compatLnSpc="1">
            <a:prstTxWarp prst="textNoShape">
              <a:avLst/>
            </a:prstTxWarp>
            <a:normAutofit/>
          </a:bodyPr>
          <a:lstStyle/>
          <a:p>
            <a:pPr>
              <a:lnSpc>
                <a:spcPct val="150000"/>
              </a:lnSpc>
            </a:pPr>
            <a:r>
              <a:rPr lang="en-US" altLang="en-US" sz="2400" dirty="0">
                <a:ea typeface="Cambria" panose="02040503050406030204" pitchFamily="18" charset="0"/>
              </a:rPr>
              <a:t>Ada Boost - Adaptive boosting </a:t>
            </a:r>
            <a:r>
              <a:rPr lang="en-US" sz="2400" dirty="0">
                <a:ea typeface="Cambria" panose="02040503050406030204" pitchFamily="18" charset="0"/>
              </a:rPr>
              <a:t>Algorithm</a:t>
            </a:r>
          </a:p>
        </p:txBody>
      </p:sp>
      <p:pic>
        <p:nvPicPr>
          <p:cNvPr id="13" name="Picture 12"/>
          <p:cNvPicPr>
            <a:picLocks noChangeAspect="1"/>
          </p:cNvPicPr>
          <p:nvPr/>
        </p:nvPicPr>
        <p:blipFill>
          <a:blip r:embed="rId3"/>
          <a:stretch>
            <a:fillRect/>
          </a:stretch>
        </p:blipFill>
        <p:spPr>
          <a:xfrm>
            <a:off x="4267200" y="1310640"/>
            <a:ext cx="4876800" cy="588047"/>
          </a:xfrm>
          <a:prstGeom prst="rect">
            <a:avLst/>
          </a:prstGeom>
        </p:spPr>
      </p:pic>
      <p:pic>
        <p:nvPicPr>
          <p:cNvPr id="15" name="Picture 14"/>
          <p:cNvPicPr>
            <a:picLocks noChangeAspect="1"/>
          </p:cNvPicPr>
          <p:nvPr/>
        </p:nvPicPr>
        <p:blipFill>
          <a:blip r:embed="rId4"/>
          <a:stretch>
            <a:fillRect/>
          </a:stretch>
        </p:blipFill>
        <p:spPr>
          <a:xfrm>
            <a:off x="4267200" y="1868425"/>
            <a:ext cx="4876799" cy="243973"/>
          </a:xfrm>
          <a:prstGeom prst="rect">
            <a:avLst/>
          </a:prstGeom>
        </p:spPr>
      </p:pic>
      <p:pic>
        <p:nvPicPr>
          <p:cNvPr id="17" name="Picture 16"/>
          <p:cNvPicPr>
            <a:picLocks noChangeAspect="1"/>
          </p:cNvPicPr>
          <p:nvPr/>
        </p:nvPicPr>
        <p:blipFill>
          <a:blip r:embed="rId5"/>
          <a:stretch>
            <a:fillRect/>
          </a:stretch>
        </p:blipFill>
        <p:spPr>
          <a:xfrm>
            <a:off x="4267200" y="4517353"/>
            <a:ext cx="4876800" cy="588047"/>
          </a:xfrm>
          <a:prstGeom prst="rect">
            <a:avLst/>
          </a:prstGeom>
        </p:spPr>
      </p:pic>
      <p:grpSp>
        <p:nvGrpSpPr>
          <p:cNvPr id="19" name="Group 18"/>
          <p:cNvGrpSpPr/>
          <p:nvPr/>
        </p:nvGrpSpPr>
        <p:grpSpPr>
          <a:xfrm>
            <a:off x="5502676" y="5117068"/>
            <a:ext cx="2726923" cy="1436132"/>
            <a:chOff x="2883941" y="4922838"/>
            <a:chExt cx="2726923" cy="1436132"/>
          </a:xfrm>
        </p:grpSpPr>
        <p:sp>
          <p:nvSpPr>
            <p:cNvPr id="20" name="Line 12"/>
            <p:cNvSpPr>
              <a:spLocks noChangeShapeType="1"/>
            </p:cNvSpPr>
            <p:nvPr/>
          </p:nvSpPr>
          <p:spPr bwMode="auto">
            <a:xfrm>
              <a:off x="4038600" y="5576888"/>
              <a:ext cx="838200" cy="3810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grpSp>
          <p:nvGrpSpPr>
            <p:cNvPr id="21" name="Group 20"/>
            <p:cNvGrpSpPr/>
            <p:nvPr/>
          </p:nvGrpSpPr>
          <p:grpSpPr>
            <a:xfrm>
              <a:off x="2883941" y="4922838"/>
              <a:ext cx="2726923" cy="1436132"/>
              <a:chOff x="2971799" y="4891088"/>
              <a:chExt cx="2726923" cy="1436132"/>
            </a:xfrm>
          </p:grpSpPr>
          <p:sp>
            <p:nvSpPr>
              <p:cNvPr id="22" name="Oval 10"/>
              <p:cNvSpPr>
                <a:spLocks noChangeArrowheads="1"/>
              </p:cNvSpPr>
              <p:nvPr/>
            </p:nvSpPr>
            <p:spPr bwMode="auto">
              <a:xfrm>
                <a:off x="3429000" y="4891088"/>
                <a:ext cx="1295400" cy="6858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x </a:t>
                </a: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sym typeface="Symbol" panose="05050102010706020507" pitchFamily="18" charset="2"/>
                  </a:rPr>
                  <a:t> 0.75</a:t>
                </a:r>
              </a:p>
            </p:txBody>
          </p:sp>
          <p:sp>
            <p:nvSpPr>
              <p:cNvPr id="23" name="Line 11"/>
              <p:cNvSpPr>
                <a:spLocks noChangeShapeType="1"/>
              </p:cNvSpPr>
              <p:nvPr/>
            </p:nvSpPr>
            <p:spPr bwMode="auto">
              <a:xfrm flipH="1">
                <a:off x="3276600" y="5576888"/>
                <a:ext cx="762000" cy="3810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24" name="Text Box 13"/>
              <p:cNvSpPr txBox="1">
                <a:spLocks noChangeArrowheads="1"/>
              </p:cNvSpPr>
              <p:nvPr/>
            </p:nvSpPr>
            <p:spPr bwMode="auto">
              <a:xfrm>
                <a:off x="2971799" y="5957888"/>
                <a:ext cx="10668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lvl="0">
                  <a:spcBef>
                    <a:spcPct val="50000"/>
                  </a:spcBef>
                  <a:spcAft>
                    <a:spcPct val="50000"/>
                  </a:spcAft>
                  <a:buClrTx/>
                  <a:buSzTx/>
                  <a:buNone/>
                  <a:defRPr/>
                </a:pPr>
                <a:r>
                  <a:rPr lang="en-US" altLang="en-US" sz="1800" noProof="0" dirty="0">
                    <a:solidFill>
                      <a:prstClr val="black"/>
                    </a:solidFill>
                  </a:rPr>
                  <a:t>y</a:t>
                </a:r>
                <a:r>
                  <a:rPr kumimoji="0" lang="en-US" altLang="en-US" sz="1800" b="0" i="0" u="none" strike="noStrike" kern="1200" cap="none" spc="0" normalizeH="0" baseline="-25000" noProof="0" dirty="0">
                    <a:ln>
                      <a:noFill/>
                    </a:ln>
                    <a:solidFill>
                      <a:prstClr val="black"/>
                    </a:solidFill>
                    <a:effectLst/>
                    <a:uLnTx/>
                    <a:uFillTx/>
                    <a:latin typeface="Arial" panose="020B0604020202020204" pitchFamily="34" charset="0"/>
                    <a:ea typeface="+mn-ea"/>
                    <a:cs typeface="+mn-cs"/>
                  </a:rPr>
                  <a:t>left </a:t>
                </a:r>
                <a:r>
                  <a:rPr lang="en-US" altLang="en-US" sz="1800" dirty="0">
                    <a:solidFill>
                      <a:prstClr val="black"/>
                    </a:solidFill>
                  </a:rPr>
                  <a:t>= -1</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25" name="Text Box 14"/>
              <p:cNvSpPr txBox="1">
                <a:spLocks noChangeArrowheads="1"/>
              </p:cNvSpPr>
              <p:nvPr/>
            </p:nvSpPr>
            <p:spPr bwMode="auto">
              <a:xfrm>
                <a:off x="4571999" y="5957888"/>
                <a:ext cx="11267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lvl="0">
                  <a:spcBef>
                    <a:spcPct val="50000"/>
                  </a:spcBef>
                  <a:spcAft>
                    <a:spcPct val="50000"/>
                  </a:spcAft>
                  <a:buClrTx/>
                  <a:buSzTx/>
                  <a:buNone/>
                  <a:defRPr/>
                </a:pPr>
                <a:r>
                  <a:rPr lang="en-US" altLang="en-US" sz="1800" dirty="0">
                    <a:solidFill>
                      <a:prstClr val="black"/>
                    </a:solidFill>
                  </a:rPr>
                  <a:t>y</a:t>
                </a:r>
                <a:r>
                  <a:rPr kumimoji="0" lang="en-US" altLang="en-US" sz="1800" b="0" i="0" u="none" strike="noStrike" kern="1200" cap="none" spc="0" normalizeH="0" baseline="-25000" noProof="0" dirty="0">
                    <a:ln>
                      <a:noFill/>
                    </a:ln>
                    <a:solidFill>
                      <a:prstClr val="black"/>
                    </a:solidFill>
                    <a:effectLst/>
                    <a:uLnTx/>
                    <a:uFillTx/>
                    <a:latin typeface="Arial" panose="020B0604020202020204" pitchFamily="34" charset="0"/>
                    <a:ea typeface="+mn-ea"/>
                    <a:cs typeface="+mn-cs"/>
                  </a:rPr>
                  <a:t>right  </a:t>
                </a:r>
                <a:r>
                  <a:rPr lang="en-US" altLang="en-US" sz="1800" dirty="0">
                    <a:solidFill>
                      <a:prstClr val="black"/>
                    </a:solidFill>
                  </a:rPr>
                  <a:t>=+1</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26" name="Text Box 15"/>
              <p:cNvSpPr txBox="1">
                <a:spLocks noChangeArrowheads="1"/>
              </p:cNvSpPr>
              <p:nvPr/>
            </p:nvSpPr>
            <p:spPr bwMode="auto">
              <a:xfrm>
                <a:off x="2971800" y="5486400"/>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mn-cs"/>
                  </a:rPr>
                  <a:t>True</a:t>
                </a:r>
              </a:p>
            </p:txBody>
          </p:sp>
          <p:sp>
            <p:nvSpPr>
              <p:cNvPr id="27" name="Text Box 16"/>
              <p:cNvSpPr txBox="1">
                <a:spLocks noChangeArrowheads="1"/>
              </p:cNvSpPr>
              <p:nvPr/>
            </p:nvSpPr>
            <p:spPr bwMode="auto">
              <a:xfrm>
                <a:off x="4495800" y="5486400"/>
                <a:ext cx="99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mn-cs"/>
                  </a:rPr>
                  <a:t>False</a:t>
                </a:r>
              </a:p>
            </p:txBody>
          </p:sp>
        </p:grpSp>
      </p:grpSp>
      <p:pic>
        <p:nvPicPr>
          <p:cNvPr id="18" name="Picture 17"/>
          <p:cNvPicPr>
            <a:picLocks noChangeAspect="1"/>
          </p:cNvPicPr>
          <p:nvPr/>
        </p:nvPicPr>
        <p:blipFill>
          <a:blip r:embed="rId6"/>
          <a:stretch>
            <a:fillRect/>
          </a:stretch>
        </p:blipFill>
        <p:spPr>
          <a:xfrm>
            <a:off x="4267200" y="2083383"/>
            <a:ext cx="4876800" cy="239005"/>
          </a:xfrm>
          <a:prstGeom prst="rect">
            <a:avLst/>
          </a:prstGeom>
        </p:spPr>
      </p:pic>
      <p:sp>
        <p:nvSpPr>
          <p:cNvPr id="28" name="Rectangle 27"/>
          <p:cNvSpPr/>
          <p:nvPr/>
        </p:nvSpPr>
        <p:spPr>
          <a:xfrm>
            <a:off x="4229098" y="4038600"/>
            <a:ext cx="4953001" cy="523220"/>
          </a:xfrm>
          <a:prstGeom prst="rect">
            <a:avLst/>
          </a:prstGeom>
        </p:spPr>
        <p:txBody>
          <a:bodyPr wrap="square">
            <a:spAutoFit/>
          </a:bodyPr>
          <a:lstStyle/>
          <a:p>
            <a:r>
              <a:rPr lang="en-US" altLang="en-US" sz="1400" i="1" dirty="0">
                <a:latin typeface="Arial" panose="020B0604020202020204" pitchFamily="34" charset="0"/>
                <a:cs typeface="Arial" panose="020B0604020202020204" pitchFamily="34" charset="0"/>
              </a:rPr>
              <a:t>Error rate: N input samples, (Averaging over weights of  training examples of misclassified points)</a:t>
            </a:r>
            <a:endParaRPr lang="en-IN" sz="1400" i="1" dirty="0">
              <a:latin typeface="Arial" panose="020B0604020202020204" pitchFamily="34" charset="0"/>
              <a:cs typeface="Arial" panose="020B0604020202020204" pitchFamily="34" charset="0"/>
            </a:endParaRPr>
          </a:p>
        </p:txBody>
      </p:sp>
      <p:pic>
        <p:nvPicPr>
          <p:cNvPr id="31" name="Picture 30"/>
          <p:cNvPicPr>
            <a:picLocks noChangeAspect="1"/>
          </p:cNvPicPr>
          <p:nvPr/>
        </p:nvPicPr>
        <p:blipFill>
          <a:blip r:embed="rId7"/>
          <a:stretch>
            <a:fillRect/>
          </a:stretch>
        </p:blipFill>
        <p:spPr>
          <a:xfrm>
            <a:off x="4267200" y="2083383"/>
            <a:ext cx="495192" cy="239005"/>
          </a:xfrm>
          <a:prstGeom prst="rect">
            <a:avLst/>
          </a:prstGeom>
        </p:spPr>
      </p:pic>
      <mc:AlternateContent xmlns:mc="http://schemas.openxmlformats.org/markup-compatibility/2006">
        <mc:Choice xmlns:p14="http://schemas.microsoft.com/office/powerpoint/2010/main" Requires="p14">
          <p:contentPart p14:bwMode="auto" r:id="rId8">
            <p14:nvContentPartPr>
              <p14:cNvPr id="3" name="Ink 2">
                <a:extLst>
                  <a:ext uri="{FF2B5EF4-FFF2-40B4-BE49-F238E27FC236}">
                    <a16:creationId xmlns:a16="http://schemas.microsoft.com/office/drawing/2014/main" id="{87965C43-CD77-C9C5-3E4C-B19CF2A2140E}"/>
                  </a:ext>
                </a:extLst>
              </p14:cNvPr>
              <p14:cNvContentPartPr/>
              <p14:nvPr/>
            </p14:nvContentPartPr>
            <p14:xfrm>
              <a:off x="4248360" y="2284560"/>
              <a:ext cx="4733280" cy="4273560"/>
            </p14:xfrm>
          </p:contentPart>
        </mc:Choice>
        <mc:Fallback>
          <p:pic>
            <p:nvPicPr>
              <p:cNvPr id="3" name="Ink 2">
                <a:extLst>
                  <a:ext uri="{FF2B5EF4-FFF2-40B4-BE49-F238E27FC236}">
                    <a16:creationId xmlns:a16="http://schemas.microsoft.com/office/drawing/2014/main" id="{87965C43-CD77-C9C5-3E4C-B19CF2A2140E}"/>
                  </a:ext>
                </a:extLst>
              </p:cNvPr>
              <p:cNvPicPr/>
              <p:nvPr/>
            </p:nvPicPr>
            <p:blipFill>
              <a:blip r:embed="rId9"/>
              <a:stretch>
                <a:fillRect/>
              </a:stretch>
            </p:blipFill>
            <p:spPr>
              <a:xfrm>
                <a:off x="4239000" y="2275200"/>
                <a:ext cx="4752000" cy="4292280"/>
              </a:xfrm>
              <a:prstGeom prst="rect">
                <a:avLst/>
              </a:prstGeom>
            </p:spPr>
          </p:pic>
        </mc:Fallback>
      </mc:AlternateContent>
    </p:spTree>
    <p:extLst>
      <p:ext uri="{BB962C8B-B14F-4D97-AF65-F5344CB8AC3E}">
        <p14:creationId xmlns:p14="http://schemas.microsoft.com/office/powerpoint/2010/main" val="21744079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04800" y="304800"/>
            <a:ext cx="8040710" cy="857250"/>
          </a:xfrm>
          <a:noFill/>
          <a:ln w="9525">
            <a:noFill/>
            <a:miter lim="800000"/>
            <a:headEnd/>
            <a:tailEnd/>
          </a:ln>
        </p:spPr>
        <p:txBody>
          <a:bodyPr vert="horz" wrap="square" lIns="68580" tIns="34290" rIns="68580" bIns="34290" numCol="1" anchor="ctr" anchorCtr="0" compatLnSpc="1">
            <a:prstTxWarp prst="textNoShape">
              <a:avLst/>
            </a:prstTxWarp>
            <a:normAutofit/>
          </a:bodyPr>
          <a:lstStyle/>
          <a:p>
            <a:pPr>
              <a:lnSpc>
                <a:spcPct val="150000"/>
              </a:lnSpc>
            </a:pPr>
            <a:r>
              <a:rPr lang="en-US" altLang="en-US" sz="2400" dirty="0">
                <a:ea typeface="Cambria" panose="02040503050406030204" pitchFamily="18" charset="0"/>
              </a:rPr>
              <a:t>Ada Boost - Adaptive boosting </a:t>
            </a:r>
            <a:r>
              <a:rPr lang="en-US" sz="2400" dirty="0">
                <a:ea typeface="Cambria" panose="02040503050406030204" pitchFamily="18" charset="0"/>
              </a:rPr>
              <a:t>Algorithm</a:t>
            </a:r>
          </a:p>
        </p:txBody>
      </p:sp>
      <p:pic>
        <p:nvPicPr>
          <p:cNvPr id="13" name="Picture 12"/>
          <p:cNvPicPr>
            <a:picLocks noChangeAspect="1"/>
          </p:cNvPicPr>
          <p:nvPr/>
        </p:nvPicPr>
        <p:blipFill>
          <a:blip r:embed="rId3"/>
          <a:stretch>
            <a:fillRect/>
          </a:stretch>
        </p:blipFill>
        <p:spPr>
          <a:xfrm>
            <a:off x="4267200" y="1310640"/>
            <a:ext cx="4876800" cy="588047"/>
          </a:xfrm>
          <a:prstGeom prst="rect">
            <a:avLst/>
          </a:prstGeom>
        </p:spPr>
      </p:pic>
      <p:pic>
        <p:nvPicPr>
          <p:cNvPr id="15" name="Picture 14"/>
          <p:cNvPicPr>
            <a:picLocks noChangeAspect="1"/>
          </p:cNvPicPr>
          <p:nvPr/>
        </p:nvPicPr>
        <p:blipFill>
          <a:blip r:embed="rId4"/>
          <a:stretch>
            <a:fillRect/>
          </a:stretch>
        </p:blipFill>
        <p:spPr>
          <a:xfrm>
            <a:off x="4267200" y="1868425"/>
            <a:ext cx="4876799" cy="243973"/>
          </a:xfrm>
          <a:prstGeom prst="rect">
            <a:avLst/>
          </a:prstGeom>
        </p:spPr>
      </p:pic>
      <p:pic>
        <p:nvPicPr>
          <p:cNvPr id="17" name="Picture 16"/>
          <p:cNvPicPr>
            <a:picLocks noChangeAspect="1"/>
          </p:cNvPicPr>
          <p:nvPr/>
        </p:nvPicPr>
        <p:blipFill>
          <a:blip r:embed="rId5"/>
          <a:stretch>
            <a:fillRect/>
          </a:stretch>
        </p:blipFill>
        <p:spPr>
          <a:xfrm>
            <a:off x="4267200" y="4517353"/>
            <a:ext cx="4876800" cy="588047"/>
          </a:xfrm>
          <a:prstGeom prst="rect">
            <a:avLst/>
          </a:prstGeom>
        </p:spPr>
      </p:pic>
      <p:grpSp>
        <p:nvGrpSpPr>
          <p:cNvPr id="19" name="Group 18"/>
          <p:cNvGrpSpPr/>
          <p:nvPr/>
        </p:nvGrpSpPr>
        <p:grpSpPr>
          <a:xfrm>
            <a:off x="5502676" y="5117068"/>
            <a:ext cx="2726923" cy="1436132"/>
            <a:chOff x="2883941" y="4922838"/>
            <a:chExt cx="2726923" cy="1436132"/>
          </a:xfrm>
        </p:grpSpPr>
        <p:sp>
          <p:nvSpPr>
            <p:cNvPr id="20" name="Line 12"/>
            <p:cNvSpPr>
              <a:spLocks noChangeShapeType="1"/>
            </p:cNvSpPr>
            <p:nvPr/>
          </p:nvSpPr>
          <p:spPr bwMode="auto">
            <a:xfrm>
              <a:off x="4038600" y="5576888"/>
              <a:ext cx="838200" cy="3810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grpSp>
          <p:nvGrpSpPr>
            <p:cNvPr id="21" name="Group 20"/>
            <p:cNvGrpSpPr/>
            <p:nvPr/>
          </p:nvGrpSpPr>
          <p:grpSpPr>
            <a:xfrm>
              <a:off x="2883941" y="4922838"/>
              <a:ext cx="2726923" cy="1436132"/>
              <a:chOff x="2971799" y="4891088"/>
              <a:chExt cx="2726923" cy="1436132"/>
            </a:xfrm>
          </p:grpSpPr>
          <p:sp>
            <p:nvSpPr>
              <p:cNvPr id="22" name="Oval 10"/>
              <p:cNvSpPr>
                <a:spLocks noChangeArrowheads="1"/>
              </p:cNvSpPr>
              <p:nvPr/>
            </p:nvSpPr>
            <p:spPr bwMode="auto">
              <a:xfrm>
                <a:off x="3429000" y="4891088"/>
                <a:ext cx="1295400" cy="6858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x </a:t>
                </a: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sym typeface="Symbol" panose="05050102010706020507" pitchFamily="18" charset="2"/>
                  </a:rPr>
                  <a:t> 0.75</a:t>
                </a:r>
              </a:p>
            </p:txBody>
          </p:sp>
          <p:sp>
            <p:nvSpPr>
              <p:cNvPr id="23" name="Line 11"/>
              <p:cNvSpPr>
                <a:spLocks noChangeShapeType="1"/>
              </p:cNvSpPr>
              <p:nvPr/>
            </p:nvSpPr>
            <p:spPr bwMode="auto">
              <a:xfrm flipH="1">
                <a:off x="3276600" y="5576888"/>
                <a:ext cx="762000" cy="3810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24" name="Text Box 13"/>
              <p:cNvSpPr txBox="1">
                <a:spLocks noChangeArrowheads="1"/>
              </p:cNvSpPr>
              <p:nvPr/>
            </p:nvSpPr>
            <p:spPr bwMode="auto">
              <a:xfrm>
                <a:off x="2971799" y="5957888"/>
                <a:ext cx="10668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lvl="0">
                  <a:spcBef>
                    <a:spcPct val="50000"/>
                  </a:spcBef>
                  <a:spcAft>
                    <a:spcPct val="50000"/>
                  </a:spcAft>
                  <a:buClrTx/>
                  <a:buSzTx/>
                  <a:buNone/>
                  <a:defRPr/>
                </a:pPr>
                <a:r>
                  <a:rPr lang="en-US" altLang="en-US" sz="1800" noProof="0" dirty="0">
                    <a:solidFill>
                      <a:prstClr val="black"/>
                    </a:solidFill>
                  </a:rPr>
                  <a:t>y</a:t>
                </a:r>
                <a:r>
                  <a:rPr kumimoji="0" lang="en-US" altLang="en-US" sz="1800" b="0" i="0" u="none" strike="noStrike" kern="1200" cap="none" spc="0" normalizeH="0" baseline="-25000" noProof="0" dirty="0">
                    <a:ln>
                      <a:noFill/>
                    </a:ln>
                    <a:solidFill>
                      <a:prstClr val="black"/>
                    </a:solidFill>
                    <a:effectLst/>
                    <a:uLnTx/>
                    <a:uFillTx/>
                    <a:latin typeface="Arial" panose="020B0604020202020204" pitchFamily="34" charset="0"/>
                    <a:ea typeface="+mn-ea"/>
                    <a:cs typeface="+mn-cs"/>
                  </a:rPr>
                  <a:t>left </a:t>
                </a:r>
                <a:r>
                  <a:rPr lang="en-US" altLang="en-US" sz="1800" dirty="0">
                    <a:solidFill>
                      <a:prstClr val="black"/>
                    </a:solidFill>
                  </a:rPr>
                  <a:t>= -1</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25" name="Text Box 14"/>
              <p:cNvSpPr txBox="1">
                <a:spLocks noChangeArrowheads="1"/>
              </p:cNvSpPr>
              <p:nvPr/>
            </p:nvSpPr>
            <p:spPr bwMode="auto">
              <a:xfrm>
                <a:off x="4571999" y="5957888"/>
                <a:ext cx="11267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lvl="0">
                  <a:spcBef>
                    <a:spcPct val="50000"/>
                  </a:spcBef>
                  <a:spcAft>
                    <a:spcPct val="50000"/>
                  </a:spcAft>
                  <a:buClrTx/>
                  <a:buSzTx/>
                  <a:buNone/>
                  <a:defRPr/>
                </a:pPr>
                <a:r>
                  <a:rPr lang="en-US" altLang="en-US" sz="1800" dirty="0">
                    <a:solidFill>
                      <a:prstClr val="black"/>
                    </a:solidFill>
                  </a:rPr>
                  <a:t>y</a:t>
                </a:r>
                <a:r>
                  <a:rPr kumimoji="0" lang="en-US" altLang="en-US" sz="1800" b="0" i="0" u="none" strike="noStrike" kern="1200" cap="none" spc="0" normalizeH="0" baseline="-25000" noProof="0" dirty="0">
                    <a:ln>
                      <a:noFill/>
                    </a:ln>
                    <a:solidFill>
                      <a:prstClr val="black"/>
                    </a:solidFill>
                    <a:effectLst/>
                    <a:uLnTx/>
                    <a:uFillTx/>
                    <a:latin typeface="Arial" panose="020B0604020202020204" pitchFamily="34" charset="0"/>
                    <a:ea typeface="+mn-ea"/>
                    <a:cs typeface="+mn-cs"/>
                  </a:rPr>
                  <a:t>right  </a:t>
                </a:r>
                <a:r>
                  <a:rPr lang="en-US" altLang="en-US" sz="1800" dirty="0">
                    <a:solidFill>
                      <a:prstClr val="black"/>
                    </a:solidFill>
                  </a:rPr>
                  <a:t>=+1</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26" name="Text Box 15"/>
              <p:cNvSpPr txBox="1">
                <a:spLocks noChangeArrowheads="1"/>
              </p:cNvSpPr>
              <p:nvPr/>
            </p:nvSpPr>
            <p:spPr bwMode="auto">
              <a:xfrm>
                <a:off x="2971800" y="5486400"/>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mn-cs"/>
                  </a:rPr>
                  <a:t>True</a:t>
                </a:r>
              </a:p>
            </p:txBody>
          </p:sp>
          <p:sp>
            <p:nvSpPr>
              <p:cNvPr id="27" name="Text Box 16"/>
              <p:cNvSpPr txBox="1">
                <a:spLocks noChangeArrowheads="1"/>
              </p:cNvSpPr>
              <p:nvPr/>
            </p:nvSpPr>
            <p:spPr bwMode="auto">
              <a:xfrm>
                <a:off x="4495800" y="5486400"/>
                <a:ext cx="99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mn-cs"/>
                  </a:rPr>
                  <a:t>False</a:t>
                </a:r>
              </a:p>
            </p:txBody>
          </p:sp>
        </p:grpSp>
      </p:grpSp>
      <p:pic>
        <p:nvPicPr>
          <p:cNvPr id="18" name="Picture 17"/>
          <p:cNvPicPr>
            <a:picLocks noChangeAspect="1"/>
          </p:cNvPicPr>
          <p:nvPr/>
        </p:nvPicPr>
        <p:blipFill>
          <a:blip r:embed="rId6"/>
          <a:stretch>
            <a:fillRect/>
          </a:stretch>
        </p:blipFill>
        <p:spPr>
          <a:xfrm>
            <a:off x="4267200" y="2083383"/>
            <a:ext cx="4876800" cy="239005"/>
          </a:xfrm>
          <a:prstGeom prst="rect">
            <a:avLst/>
          </a:prstGeom>
        </p:spPr>
      </p:pic>
      <p:sp>
        <p:nvSpPr>
          <p:cNvPr id="28" name="Rectangle 27"/>
          <p:cNvSpPr/>
          <p:nvPr/>
        </p:nvSpPr>
        <p:spPr>
          <a:xfrm>
            <a:off x="4229098" y="4038600"/>
            <a:ext cx="4953001" cy="523220"/>
          </a:xfrm>
          <a:prstGeom prst="rect">
            <a:avLst/>
          </a:prstGeom>
        </p:spPr>
        <p:txBody>
          <a:bodyPr wrap="square">
            <a:spAutoFit/>
          </a:bodyPr>
          <a:lstStyle/>
          <a:p>
            <a:r>
              <a:rPr lang="en-US" altLang="en-US" sz="1400" i="1" dirty="0">
                <a:latin typeface="Arial" panose="020B0604020202020204" pitchFamily="34" charset="0"/>
                <a:cs typeface="Arial" panose="020B0604020202020204" pitchFamily="34" charset="0"/>
              </a:rPr>
              <a:t>Error rate: N input samples, (Averaging over weights of  training examples of misclassified points)</a:t>
            </a:r>
            <a:endParaRPr lang="en-IN" sz="1400" i="1" dirty="0">
              <a:latin typeface="Arial" panose="020B0604020202020204" pitchFamily="34" charset="0"/>
              <a:cs typeface="Arial" panose="020B0604020202020204" pitchFamily="34" charset="0"/>
            </a:endParaRPr>
          </a:p>
        </p:txBody>
      </p:sp>
      <p:pic>
        <p:nvPicPr>
          <p:cNvPr id="31" name="Picture 30"/>
          <p:cNvPicPr>
            <a:picLocks noChangeAspect="1"/>
          </p:cNvPicPr>
          <p:nvPr/>
        </p:nvPicPr>
        <p:blipFill>
          <a:blip r:embed="rId7"/>
          <a:stretch>
            <a:fillRect/>
          </a:stretch>
        </p:blipFill>
        <p:spPr>
          <a:xfrm>
            <a:off x="4267200" y="2083383"/>
            <a:ext cx="495192" cy="239005"/>
          </a:xfrm>
          <a:prstGeom prst="rect">
            <a:avLst/>
          </a:prstGeom>
        </p:spPr>
      </p:pic>
      <p:pic>
        <p:nvPicPr>
          <p:cNvPr id="33" name="Picture 32"/>
          <p:cNvPicPr>
            <a:picLocks noChangeAspect="1"/>
          </p:cNvPicPr>
          <p:nvPr/>
        </p:nvPicPr>
        <p:blipFill>
          <a:blip r:embed="rId8"/>
          <a:stretch>
            <a:fillRect/>
          </a:stretch>
        </p:blipFill>
        <p:spPr>
          <a:xfrm>
            <a:off x="4267200" y="2285878"/>
            <a:ext cx="4876800" cy="230403"/>
          </a:xfrm>
          <a:prstGeom prst="rect">
            <a:avLst/>
          </a:prstGeom>
        </p:spPr>
      </p:pic>
      <p:pic>
        <p:nvPicPr>
          <p:cNvPr id="3" name="Picture 2"/>
          <p:cNvPicPr>
            <a:picLocks noChangeAspect="1"/>
          </p:cNvPicPr>
          <p:nvPr/>
        </p:nvPicPr>
        <p:blipFill>
          <a:blip r:embed="rId9"/>
          <a:stretch>
            <a:fillRect/>
          </a:stretch>
        </p:blipFill>
        <p:spPr>
          <a:xfrm>
            <a:off x="533399" y="1752600"/>
            <a:ext cx="2739779" cy="591544"/>
          </a:xfrm>
          <a:prstGeom prst="rect">
            <a:avLst/>
          </a:prstGeom>
        </p:spPr>
      </p:pic>
      <p:pic>
        <p:nvPicPr>
          <p:cNvPr id="4" name="Picture 3"/>
          <p:cNvPicPr>
            <a:picLocks noChangeAspect="1"/>
          </p:cNvPicPr>
          <p:nvPr/>
        </p:nvPicPr>
        <p:blipFill>
          <a:blip r:embed="rId10"/>
          <a:stretch>
            <a:fillRect/>
          </a:stretch>
        </p:blipFill>
        <p:spPr>
          <a:xfrm>
            <a:off x="609600" y="2934694"/>
            <a:ext cx="2004975" cy="700149"/>
          </a:xfrm>
          <a:prstGeom prst="rect">
            <a:avLst/>
          </a:prstGeom>
        </p:spPr>
      </p:pic>
      <p:graphicFrame>
        <p:nvGraphicFramePr>
          <p:cNvPr id="29" name="Object 2"/>
          <p:cNvGraphicFramePr>
            <a:graphicFrameLocks noChangeAspect="1"/>
          </p:cNvGraphicFramePr>
          <p:nvPr>
            <p:extLst>
              <p:ext uri="{D42A27DB-BD31-4B8C-83A1-F6EECF244321}">
                <p14:modId xmlns:p14="http://schemas.microsoft.com/office/powerpoint/2010/main" val="477453424"/>
              </p:ext>
            </p:extLst>
          </p:nvPr>
        </p:nvGraphicFramePr>
        <p:xfrm>
          <a:off x="493210" y="4382415"/>
          <a:ext cx="3621590" cy="1666515"/>
        </p:xfrm>
        <a:graphic>
          <a:graphicData uri="http://schemas.openxmlformats.org/presentationml/2006/ole">
            <mc:AlternateContent xmlns:mc="http://schemas.openxmlformats.org/markup-compatibility/2006">
              <mc:Choice xmlns:v="urn:schemas-microsoft-com:vml" Requires="v">
                <p:oleObj name="Equation" r:id="rId11" imgW="2590560" imgH="1193760" progId="Equation.3">
                  <p:embed/>
                </p:oleObj>
              </mc:Choice>
              <mc:Fallback>
                <p:oleObj name="Equation" r:id="rId11" imgW="2590560" imgH="1193760" progId="Equation.3">
                  <p:embed/>
                  <p:pic>
                    <p:nvPicPr>
                      <p:cNvPr id="29" name="Object 2"/>
                      <p:cNvPicPr>
                        <a:picLocks noChangeAspect="1" noChangeArrowheads="1"/>
                      </p:cNvPicPr>
                      <p:nvPr/>
                    </p:nvPicPr>
                    <p:blipFill>
                      <a:blip r:embed="rId12"/>
                      <a:srcRect/>
                      <a:stretch>
                        <a:fillRect/>
                      </a:stretch>
                    </p:blipFill>
                    <p:spPr bwMode="auto">
                      <a:xfrm>
                        <a:off x="493210" y="4382415"/>
                        <a:ext cx="3621590" cy="1666515"/>
                      </a:xfrm>
                      <a:prstGeom prst="rect">
                        <a:avLst/>
                      </a:prstGeom>
                      <a:noFill/>
                      <a:ln>
                        <a:noFill/>
                      </a:ln>
                      <a:effectLst/>
                    </p:spPr>
                  </p:pic>
                </p:oleObj>
              </mc:Fallback>
            </mc:AlternateContent>
          </a:graphicData>
        </a:graphic>
      </p:graphicFrame>
      <mc:AlternateContent xmlns:mc="http://schemas.openxmlformats.org/markup-compatibility/2006">
        <mc:Choice xmlns:p14="http://schemas.microsoft.com/office/powerpoint/2010/main" Requires="p14">
          <p:contentPart p14:bwMode="auto" r:id="rId13">
            <p14:nvContentPartPr>
              <p14:cNvPr id="5" name="Ink 4">
                <a:extLst>
                  <a:ext uri="{FF2B5EF4-FFF2-40B4-BE49-F238E27FC236}">
                    <a16:creationId xmlns:a16="http://schemas.microsoft.com/office/drawing/2014/main" id="{22763B68-B936-FC75-94FA-80D7C3D75E17}"/>
                  </a:ext>
                </a:extLst>
              </p14:cNvPr>
              <p14:cNvContentPartPr/>
              <p14:nvPr/>
            </p14:nvContentPartPr>
            <p14:xfrm>
              <a:off x="334440" y="869760"/>
              <a:ext cx="8599680" cy="5178600"/>
            </p14:xfrm>
          </p:contentPart>
        </mc:Choice>
        <mc:Fallback>
          <p:pic>
            <p:nvPicPr>
              <p:cNvPr id="5" name="Ink 4">
                <a:extLst>
                  <a:ext uri="{FF2B5EF4-FFF2-40B4-BE49-F238E27FC236}">
                    <a16:creationId xmlns:a16="http://schemas.microsoft.com/office/drawing/2014/main" id="{22763B68-B936-FC75-94FA-80D7C3D75E17}"/>
                  </a:ext>
                </a:extLst>
              </p:cNvPr>
              <p:cNvPicPr/>
              <p:nvPr/>
            </p:nvPicPr>
            <p:blipFill>
              <a:blip r:embed="rId14"/>
              <a:stretch>
                <a:fillRect/>
              </a:stretch>
            </p:blipFill>
            <p:spPr>
              <a:xfrm>
                <a:off x="325080" y="860400"/>
                <a:ext cx="8618400" cy="5197320"/>
              </a:xfrm>
              <a:prstGeom prst="rect">
                <a:avLst/>
              </a:prstGeom>
            </p:spPr>
          </p:pic>
        </mc:Fallback>
      </mc:AlternateContent>
    </p:spTree>
    <p:extLst>
      <p:ext uri="{BB962C8B-B14F-4D97-AF65-F5344CB8AC3E}">
        <p14:creationId xmlns:p14="http://schemas.microsoft.com/office/powerpoint/2010/main" val="4465944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04800" y="304800"/>
            <a:ext cx="8040710" cy="857250"/>
          </a:xfrm>
          <a:noFill/>
          <a:ln w="9525">
            <a:noFill/>
            <a:miter lim="800000"/>
            <a:headEnd/>
            <a:tailEnd/>
          </a:ln>
        </p:spPr>
        <p:txBody>
          <a:bodyPr vert="horz" wrap="square" lIns="68580" tIns="34290" rIns="68580" bIns="34290" numCol="1" anchor="ctr" anchorCtr="0" compatLnSpc="1">
            <a:prstTxWarp prst="textNoShape">
              <a:avLst/>
            </a:prstTxWarp>
            <a:normAutofit/>
          </a:bodyPr>
          <a:lstStyle/>
          <a:p>
            <a:pPr>
              <a:lnSpc>
                <a:spcPct val="150000"/>
              </a:lnSpc>
            </a:pPr>
            <a:r>
              <a:rPr lang="en-US" altLang="en-US" sz="2400" dirty="0">
                <a:ea typeface="Cambria" panose="02040503050406030204" pitchFamily="18" charset="0"/>
              </a:rPr>
              <a:t>Ada Boost - Adaptive boosting </a:t>
            </a:r>
            <a:r>
              <a:rPr lang="en-US" sz="2400" dirty="0">
                <a:ea typeface="Cambria" panose="02040503050406030204" pitchFamily="18" charset="0"/>
              </a:rPr>
              <a:t>Algorithm</a:t>
            </a:r>
          </a:p>
        </p:txBody>
      </p:sp>
      <p:pic>
        <p:nvPicPr>
          <p:cNvPr id="13" name="Picture 12"/>
          <p:cNvPicPr>
            <a:picLocks noChangeAspect="1"/>
          </p:cNvPicPr>
          <p:nvPr/>
        </p:nvPicPr>
        <p:blipFill>
          <a:blip r:embed="rId3"/>
          <a:stretch>
            <a:fillRect/>
          </a:stretch>
        </p:blipFill>
        <p:spPr>
          <a:xfrm>
            <a:off x="4267200" y="1310640"/>
            <a:ext cx="4876800" cy="588047"/>
          </a:xfrm>
          <a:prstGeom prst="rect">
            <a:avLst/>
          </a:prstGeom>
        </p:spPr>
      </p:pic>
      <p:pic>
        <p:nvPicPr>
          <p:cNvPr id="15" name="Picture 14"/>
          <p:cNvPicPr>
            <a:picLocks noChangeAspect="1"/>
          </p:cNvPicPr>
          <p:nvPr/>
        </p:nvPicPr>
        <p:blipFill>
          <a:blip r:embed="rId4"/>
          <a:stretch>
            <a:fillRect/>
          </a:stretch>
        </p:blipFill>
        <p:spPr>
          <a:xfrm>
            <a:off x="4267200" y="1868425"/>
            <a:ext cx="4876799" cy="243973"/>
          </a:xfrm>
          <a:prstGeom prst="rect">
            <a:avLst/>
          </a:prstGeom>
        </p:spPr>
      </p:pic>
      <p:pic>
        <p:nvPicPr>
          <p:cNvPr id="17" name="Picture 16"/>
          <p:cNvPicPr>
            <a:picLocks noChangeAspect="1"/>
          </p:cNvPicPr>
          <p:nvPr/>
        </p:nvPicPr>
        <p:blipFill>
          <a:blip r:embed="rId5"/>
          <a:stretch>
            <a:fillRect/>
          </a:stretch>
        </p:blipFill>
        <p:spPr>
          <a:xfrm>
            <a:off x="4267200" y="4517353"/>
            <a:ext cx="4876800" cy="588047"/>
          </a:xfrm>
          <a:prstGeom prst="rect">
            <a:avLst/>
          </a:prstGeom>
        </p:spPr>
      </p:pic>
      <p:grpSp>
        <p:nvGrpSpPr>
          <p:cNvPr id="19" name="Group 18"/>
          <p:cNvGrpSpPr/>
          <p:nvPr/>
        </p:nvGrpSpPr>
        <p:grpSpPr>
          <a:xfrm>
            <a:off x="5502676" y="5117068"/>
            <a:ext cx="2726923" cy="1436132"/>
            <a:chOff x="2883941" y="4922838"/>
            <a:chExt cx="2726923" cy="1436132"/>
          </a:xfrm>
        </p:grpSpPr>
        <p:sp>
          <p:nvSpPr>
            <p:cNvPr id="20" name="Line 12"/>
            <p:cNvSpPr>
              <a:spLocks noChangeShapeType="1"/>
            </p:cNvSpPr>
            <p:nvPr/>
          </p:nvSpPr>
          <p:spPr bwMode="auto">
            <a:xfrm>
              <a:off x="4038600" y="5576888"/>
              <a:ext cx="838200" cy="3810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grpSp>
          <p:nvGrpSpPr>
            <p:cNvPr id="21" name="Group 20"/>
            <p:cNvGrpSpPr/>
            <p:nvPr/>
          </p:nvGrpSpPr>
          <p:grpSpPr>
            <a:xfrm>
              <a:off x="2883941" y="4922838"/>
              <a:ext cx="2726923" cy="1436132"/>
              <a:chOff x="2971799" y="4891088"/>
              <a:chExt cx="2726923" cy="1436132"/>
            </a:xfrm>
          </p:grpSpPr>
          <p:sp>
            <p:nvSpPr>
              <p:cNvPr id="22" name="Oval 10"/>
              <p:cNvSpPr>
                <a:spLocks noChangeArrowheads="1"/>
              </p:cNvSpPr>
              <p:nvPr/>
            </p:nvSpPr>
            <p:spPr bwMode="auto">
              <a:xfrm>
                <a:off x="3429000" y="4891088"/>
                <a:ext cx="1295400" cy="6858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x </a:t>
                </a: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sym typeface="Symbol" panose="05050102010706020507" pitchFamily="18" charset="2"/>
                  </a:rPr>
                  <a:t> 0.75</a:t>
                </a:r>
              </a:p>
            </p:txBody>
          </p:sp>
          <p:sp>
            <p:nvSpPr>
              <p:cNvPr id="23" name="Line 11"/>
              <p:cNvSpPr>
                <a:spLocks noChangeShapeType="1"/>
              </p:cNvSpPr>
              <p:nvPr/>
            </p:nvSpPr>
            <p:spPr bwMode="auto">
              <a:xfrm flipH="1">
                <a:off x="3276600" y="5576888"/>
                <a:ext cx="762000" cy="3810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24" name="Text Box 13"/>
              <p:cNvSpPr txBox="1">
                <a:spLocks noChangeArrowheads="1"/>
              </p:cNvSpPr>
              <p:nvPr/>
            </p:nvSpPr>
            <p:spPr bwMode="auto">
              <a:xfrm>
                <a:off x="2971799" y="5957888"/>
                <a:ext cx="10668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lvl="0">
                  <a:spcBef>
                    <a:spcPct val="50000"/>
                  </a:spcBef>
                  <a:spcAft>
                    <a:spcPct val="50000"/>
                  </a:spcAft>
                  <a:buClrTx/>
                  <a:buSzTx/>
                  <a:buNone/>
                  <a:defRPr/>
                </a:pPr>
                <a:r>
                  <a:rPr lang="en-US" altLang="en-US" sz="1800" noProof="0" dirty="0">
                    <a:solidFill>
                      <a:prstClr val="black"/>
                    </a:solidFill>
                  </a:rPr>
                  <a:t>y</a:t>
                </a:r>
                <a:r>
                  <a:rPr kumimoji="0" lang="en-US" altLang="en-US" sz="1800" b="0" i="0" u="none" strike="noStrike" kern="1200" cap="none" spc="0" normalizeH="0" baseline="-25000" noProof="0" dirty="0">
                    <a:ln>
                      <a:noFill/>
                    </a:ln>
                    <a:solidFill>
                      <a:prstClr val="black"/>
                    </a:solidFill>
                    <a:effectLst/>
                    <a:uLnTx/>
                    <a:uFillTx/>
                    <a:latin typeface="Arial" panose="020B0604020202020204" pitchFamily="34" charset="0"/>
                    <a:ea typeface="+mn-ea"/>
                    <a:cs typeface="+mn-cs"/>
                  </a:rPr>
                  <a:t>left </a:t>
                </a:r>
                <a:r>
                  <a:rPr lang="en-US" altLang="en-US" sz="1800" dirty="0">
                    <a:solidFill>
                      <a:prstClr val="black"/>
                    </a:solidFill>
                  </a:rPr>
                  <a:t>= -1</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25" name="Text Box 14"/>
              <p:cNvSpPr txBox="1">
                <a:spLocks noChangeArrowheads="1"/>
              </p:cNvSpPr>
              <p:nvPr/>
            </p:nvSpPr>
            <p:spPr bwMode="auto">
              <a:xfrm>
                <a:off x="4571999" y="5957888"/>
                <a:ext cx="11267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lvl="0">
                  <a:spcBef>
                    <a:spcPct val="50000"/>
                  </a:spcBef>
                  <a:spcAft>
                    <a:spcPct val="50000"/>
                  </a:spcAft>
                  <a:buClrTx/>
                  <a:buSzTx/>
                  <a:buNone/>
                  <a:defRPr/>
                </a:pPr>
                <a:r>
                  <a:rPr lang="en-US" altLang="en-US" sz="1800" dirty="0">
                    <a:solidFill>
                      <a:prstClr val="black"/>
                    </a:solidFill>
                  </a:rPr>
                  <a:t>y</a:t>
                </a:r>
                <a:r>
                  <a:rPr kumimoji="0" lang="en-US" altLang="en-US" sz="1800" b="0" i="0" u="none" strike="noStrike" kern="1200" cap="none" spc="0" normalizeH="0" baseline="-25000" noProof="0" dirty="0">
                    <a:ln>
                      <a:noFill/>
                    </a:ln>
                    <a:solidFill>
                      <a:prstClr val="black"/>
                    </a:solidFill>
                    <a:effectLst/>
                    <a:uLnTx/>
                    <a:uFillTx/>
                    <a:latin typeface="Arial" panose="020B0604020202020204" pitchFamily="34" charset="0"/>
                    <a:ea typeface="+mn-ea"/>
                    <a:cs typeface="+mn-cs"/>
                  </a:rPr>
                  <a:t>right  </a:t>
                </a:r>
                <a:r>
                  <a:rPr lang="en-US" altLang="en-US" sz="1800" dirty="0">
                    <a:solidFill>
                      <a:prstClr val="black"/>
                    </a:solidFill>
                  </a:rPr>
                  <a:t>=+1</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26" name="Text Box 15"/>
              <p:cNvSpPr txBox="1">
                <a:spLocks noChangeArrowheads="1"/>
              </p:cNvSpPr>
              <p:nvPr/>
            </p:nvSpPr>
            <p:spPr bwMode="auto">
              <a:xfrm>
                <a:off x="2971800" y="5486400"/>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mn-cs"/>
                  </a:rPr>
                  <a:t>True</a:t>
                </a:r>
              </a:p>
            </p:txBody>
          </p:sp>
          <p:sp>
            <p:nvSpPr>
              <p:cNvPr id="27" name="Text Box 16"/>
              <p:cNvSpPr txBox="1">
                <a:spLocks noChangeArrowheads="1"/>
              </p:cNvSpPr>
              <p:nvPr/>
            </p:nvSpPr>
            <p:spPr bwMode="auto">
              <a:xfrm>
                <a:off x="4495800" y="5486400"/>
                <a:ext cx="99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mn-cs"/>
                  </a:rPr>
                  <a:t>False</a:t>
                </a:r>
              </a:p>
            </p:txBody>
          </p:sp>
        </p:grpSp>
      </p:grpSp>
      <p:pic>
        <p:nvPicPr>
          <p:cNvPr id="18" name="Picture 17"/>
          <p:cNvPicPr>
            <a:picLocks noChangeAspect="1"/>
          </p:cNvPicPr>
          <p:nvPr/>
        </p:nvPicPr>
        <p:blipFill>
          <a:blip r:embed="rId6"/>
          <a:stretch>
            <a:fillRect/>
          </a:stretch>
        </p:blipFill>
        <p:spPr>
          <a:xfrm>
            <a:off x="4267200" y="2083383"/>
            <a:ext cx="4876800" cy="239005"/>
          </a:xfrm>
          <a:prstGeom prst="rect">
            <a:avLst/>
          </a:prstGeom>
        </p:spPr>
      </p:pic>
      <p:sp>
        <p:nvSpPr>
          <p:cNvPr id="28" name="Rectangle 27"/>
          <p:cNvSpPr/>
          <p:nvPr/>
        </p:nvSpPr>
        <p:spPr>
          <a:xfrm>
            <a:off x="4229098" y="4038600"/>
            <a:ext cx="4953001" cy="523220"/>
          </a:xfrm>
          <a:prstGeom prst="rect">
            <a:avLst/>
          </a:prstGeom>
        </p:spPr>
        <p:txBody>
          <a:bodyPr wrap="square">
            <a:spAutoFit/>
          </a:bodyPr>
          <a:lstStyle/>
          <a:p>
            <a:r>
              <a:rPr lang="en-US" altLang="en-US" sz="1400" i="1" dirty="0">
                <a:latin typeface="Arial" panose="020B0604020202020204" pitchFamily="34" charset="0"/>
                <a:cs typeface="Arial" panose="020B0604020202020204" pitchFamily="34" charset="0"/>
              </a:rPr>
              <a:t>Error rate: N input samples, (Averaging over weights of  training examples of misclassified points)</a:t>
            </a:r>
            <a:endParaRPr lang="en-IN" sz="1400" i="1" dirty="0">
              <a:latin typeface="Arial" panose="020B0604020202020204" pitchFamily="34" charset="0"/>
              <a:cs typeface="Arial" panose="020B0604020202020204" pitchFamily="34" charset="0"/>
            </a:endParaRPr>
          </a:p>
        </p:txBody>
      </p:sp>
      <p:pic>
        <p:nvPicPr>
          <p:cNvPr id="31" name="Picture 30"/>
          <p:cNvPicPr>
            <a:picLocks noChangeAspect="1"/>
          </p:cNvPicPr>
          <p:nvPr/>
        </p:nvPicPr>
        <p:blipFill>
          <a:blip r:embed="rId7"/>
          <a:stretch>
            <a:fillRect/>
          </a:stretch>
        </p:blipFill>
        <p:spPr>
          <a:xfrm>
            <a:off x="4267200" y="2083383"/>
            <a:ext cx="495192" cy="239005"/>
          </a:xfrm>
          <a:prstGeom prst="rect">
            <a:avLst/>
          </a:prstGeom>
        </p:spPr>
      </p:pic>
      <p:pic>
        <p:nvPicPr>
          <p:cNvPr id="33" name="Picture 32"/>
          <p:cNvPicPr>
            <a:picLocks noChangeAspect="1"/>
          </p:cNvPicPr>
          <p:nvPr/>
        </p:nvPicPr>
        <p:blipFill>
          <a:blip r:embed="rId8"/>
          <a:stretch>
            <a:fillRect/>
          </a:stretch>
        </p:blipFill>
        <p:spPr>
          <a:xfrm>
            <a:off x="4267200" y="2285878"/>
            <a:ext cx="4876800" cy="230403"/>
          </a:xfrm>
          <a:prstGeom prst="rect">
            <a:avLst/>
          </a:prstGeom>
        </p:spPr>
      </p:pic>
      <p:pic>
        <p:nvPicPr>
          <p:cNvPr id="37" name="Picture 36"/>
          <p:cNvPicPr>
            <a:picLocks noChangeAspect="1"/>
          </p:cNvPicPr>
          <p:nvPr/>
        </p:nvPicPr>
        <p:blipFill>
          <a:blip r:embed="rId9"/>
          <a:stretch>
            <a:fillRect/>
          </a:stretch>
        </p:blipFill>
        <p:spPr>
          <a:xfrm>
            <a:off x="4267200" y="2483470"/>
            <a:ext cx="4876800" cy="393413"/>
          </a:xfrm>
          <a:prstGeom prst="rect">
            <a:avLst/>
          </a:prstGeom>
        </p:spPr>
      </p:pic>
      <p:pic>
        <p:nvPicPr>
          <p:cNvPr id="30" name="Picture 29"/>
          <p:cNvPicPr>
            <a:picLocks noChangeAspect="1"/>
          </p:cNvPicPr>
          <p:nvPr/>
        </p:nvPicPr>
        <p:blipFill>
          <a:blip r:embed="rId10"/>
          <a:stretch>
            <a:fillRect/>
          </a:stretch>
        </p:blipFill>
        <p:spPr>
          <a:xfrm>
            <a:off x="533399" y="1752600"/>
            <a:ext cx="2739779" cy="591544"/>
          </a:xfrm>
          <a:prstGeom prst="rect">
            <a:avLst/>
          </a:prstGeom>
        </p:spPr>
      </p:pic>
      <p:pic>
        <p:nvPicPr>
          <p:cNvPr id="32" name="Picture 31"/>
          <p:cNvPicPr>
            <a:picLocks noChangeAspect="1"/>
          </p:cNvPicPr>
          <p:nvPr/>
        </p:nvPicPr>
        <p:blipFill>
          <a:blip r:embed="rId11"/>
          <a:stretch>
            <a:fillRect/>
          </a:stretch>
        </p:blipFill>
        <p:spPr>
          <a:xfrm>
            <a:off x="609600" y="2934694"/>
            <a:ext cx="2004975" cy="700149"/>
          </a:xfrm>
          <a:prstGeom prst="rect">
            <a:avLst/>
          </a:prstGeom>
        </p:spPr>
      </p:pic>
      <p:graphicFrame>
        <p:nvGraphicFramePr>
          <p:cNvPr id="34" name="Object 2"/>
          <p:cNvGraphicFramePr>
            <a:graphicFrameLocks noChangeAspect="1"/>
          </p:cNvGraphicFramePr>
          <p:nvPr>
            <p:extLst>
              <p:ext uri="{D42A27DB-BD31-4B8C-83A1-F6EECF244321}">
                <p14:modId xmlns:p14="http://schemas.microsoft.com/office/powerpoint/2010/main" val="2184663258"/>
              </p:ext>
            </p:extLst>
          </p:nvPr>
        </p:nvGraphicFramePr>
        <p:xfrm>
          <a:off x="493210" y="4382415"/>
          <a:ext cx="3621590" cy="1666515"/>
        </p:xfrm>
        <a:graphic>
          <a:graphicData uri="http://schemas.openxmlformats.org/presentationml/2006/ole">
            <mc:AlternateContent xmlns:mc="http://schemas.openxmlformats.org/markup-compatibility/2006">
              <mc:Choice xmlns:v="urn:schemas-microsoft-com:vml" Requires="v">
                <p:oleObj name="Equation" r:id="rId12" imgW="2590560" imgH="1193760" progId="Equation.3">
                  <p:embed/>
                </p:oleObj>
              </mc:Choice>
              <mc:Fallback>
                <p:oleObj name="Equation" r:id="rId12" imgW="2590560" imgH="1193760" progId="Equation.3">
                  <p:embed/>
                  <p:pic>
                    <p:nvPicPr>
                      <p:cNvPr id="34" name="Object 2"/>
                      <p:cNvPicPr>
                        <a:picLocks noChangeAspect="1" noChangeArrowheads="1"/>
                      </p:cNvPicPr>
                      <p:nvPr/>
                    </p:nvPicPr>
                    <p:blipFill>
                      <a:blip r:embed="rId13"/>
                      <a:srcRect/>
                      <a:stretch>
                        <a:fillRect/>
                      </a:stretch>
                    </p:blipFill>
                    <p:spPr bwMode="auto">
                      <a:xfrm>
                        <a:off x="493210" y="4382415"/>
                        <a:ext cx="3621590" cy="1666515"/>
                      </a:xfrm>
                      <a:prstGeom prst="rect">
                        <a:avLst/>
                      </a:prstGeom>
                      <a:noFill/>
                      <a:ln>
                        <a:noFill/>
                      </a:ln>
                      <a:effectLst/>
                    </p:spPr>
                  </p:pic>
                </p:oleObj>
              </mc:Fallback>
            </mc:AlternateContent>
          </a:graphicData>
        </a:graphic>
      </p:graphicFrame>
      <mc:AlternateContent xmlns:mc="http://schemas.openxmlformats.org/markup-compatibility/2006">
        <mc:Choice xmlns:p14="http://schemas.microsoft.com/office/powerpoint/2010/main" Requires="p14">
          <p:contentPart p14:bwMode="auto" r:id="rId14">
            <p14:nvContentPartPr>
              <p14:cNvPr id="3" name="Ink 2">
                <a:extLst>
                  <a:ext uri="{FF2B5EF4-FFF2-40B4-BE49-F238E27FC236}">
                    <a16:creationId xmlns:a16="http://schemas.microsoft.com/office/drawing/2014/main" id="{84782A09-493C-D65E-9FED-F1333B676CF5}"/>
                  </a:ext>
                </a:extLst>
              </p14:cNvPr>
              <p14:cNvContentPartPr/>
              <p14:nvPr/>
            </p14:nvContentPartPr>
            <p14:xfrm>
              <a:off x="1153440" y="1465920"/>
              <a:ext cx="7815240" cy="4011840"/>
            </p14:xfrm>
          </p:contentPart>
        </mc:Choice>
        <mc:Fallback>
          <p:pic>
            <p:nvPicPr>
              <p:cNvPr id="3" name="Ink 2">
                <a:extLst>
                  <a:ext uri="{FF2B5EF4-FFF2-40B4-BE49-F238E27FC236}">
                    <a16:creationId xmlns:a16="http://schemas.microsoft.com/office/drawing/2014/main" id="{84782A09-493C-D65E-9FED-F1333B676CF5}"/>
                  </a:ext>
                </a:extLst>
              </p:cNvPr>
              <p:cNvPicPr/>
              <p:nvPr/>
            </p:nvPicPr>
            <p:blipFill>
              <a:blip r:embed="rId15"/>
              <a:stretch>
                <a:fillRect/>
              </a:stretch>
            </p:blipFill>
            <p:spPr>
              <a:xfrm>
                <a:off x="1144080" y="1456560"/>
                <a:ext cx="7833960" cy="4030560"/>
              </a:xfrm>
              <a:prstGeom prst="rect">
                <a:avLst/>
              </a:prstGeom>
            </p:spPr>
          </p:pic>
        </mc:Fallback>
      </mc:AlternateContent>
    </p:spTree>
    <p:extLst>
      <p:ext uri="{BB962C8B-B14F-4D97-AF65-F5344CB8AC3E}">
        <p14:creationId xmlns:p14="http://schemas.microsoft.com/office/powerpoint/2010/main" val="608552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04800" y="304800"/>
            <a:ext cx="8040710" cy="857250"/>
          </a:xfrm>
          <a:noFill/>
          <a:ln w="9525">
            <a:noFill/>
            <a:miter lim="800000"/>
            <a:headEnd/>
            <a:tailEnd/>
          </a:ln>
        </p:spPr>
        <p:txBody>
          <a:bodyPr vert="horz" wrap="square" lIns="68580" tIns="34290" rIns="68580" bIns="34290" numCol="1" anchor="ctr" anchorCtr="0" compatLnSpc="1">
            <a:prstTxWarp prst="textNoShape">
              <a:avLst/>
            </a:prstTxWarp>
            <a:normAutofit/>
          </a:bodyPr>
          <a:lstStyle/>
          <a:p>
            <a:pPr>
              <a:lnSpc>
                <a:spcPct val="150000"/>
              </a:lnSpc>
            </a:pPr>
            <a:r>
              <a:rPr lang="en-US" altLang="en-US" sz="2400" dirty="0">
                <a:ea typeface="Cambria" panose="02040503050406030204" pitchFamily="18" charset="0"/>
              </a:rPr>
              <a:t>Ada Boost - Adaptive boosting </a:t>
            </a:r>
            <a:r>
              <a:rPr lang="en-US" sz="2400" dirty="0">
                <a:ea typeface="Cambria" panose="02040503050406030204" pitchFamily="18" charset="0"/>
              </a:rPr>
              <a:t>Algorithm</a:t>
            </a:r>
          </a:p>
        </p:txBody>
      </p:sp>
      <p:pic>
        <p:nvPicPr>
          <p:cNvPr id="13" name="Picture 12"/>
          <p:cNvPicPr>
            <a:picLocks noChangeAspect="1"/>
          </p:cNvPicPr>
          <p:nvPr/>
        </p:nvPicPr>
        <p:blipFill>
          <a:blip r:embed="rId2"/>
          <a:stretch>
            <a:fillRect/>
          </a:stretch>
        </p:blipFill>
        <p:spPr>
          <a:xfrm>
            <a:off x="4267200" y="1310640"/>
            <a:ext cx="4876800" cy="588047"/>
          </a:xfrm>
          <a:prstGeom prst="rect">
            <a:avLst/>
          </a:prstGeom>
        </p:spPr>
      </p:pic>
      <p:pic>
        <p:nvPicPr>
          <p:cNvPr id="15" name="Picture 14"/>
          <p:cNvPicPr>
            <a:picLocks noChangeAspect="1"/>
          </p:cNvPicPr>
          <p:nvPr/>
        </p:nvPicPr>
        <p:blipFill>
          <a:blip r:embed="rId3"/>
          <a:stretch>
            <a:fillRect/>
          </a:stretch>
        </p:blipFill>
        <p:spPr>
          <a:xfrm>
            <a:off x="4267200" y="1868425"/>
            <a:ext cx="4876799" cy="243973"/>
          </a:xfrm>
          <a:prstGeom prst="rect">
            <a:avLst/>
          </a:prstGeom>
        </p:spPr>
      </p:pic>
      <p:pic>
        <p:nvPicPr>
          <p:cNvPr id="17" name="Picture 16"/>
          <p:cNvPicPr>
            <a:picLocks noChangeAspect="1"/>
          </p:cNvPicPr>
          <p:nvPr/>
        </p:nvPicPr>
        <p:blipFill>
          <a:blip r:embed="rId4"/>
          <a:stretch>
            <a:fillRect/>
          </a:stretch>
        </p:blipFill>
        <p:spPr>
          <a:xfrm>
            <a:off x="4267200" y="4191000"/>
            <a:ext cx="4876800" cy="588047"/>
          </a:xfrm>
          <a:prstGeom prst="rect">
            <a:avLst/>
          </a:prstGeom>
        </p:spPr>
      </p:pic>
      <p:pic>
        <p:nvPicPr>
          <p:cNvPr id="18" name="Picture 17"/>
          <p:cNvPicPr>
            <a:picLocks noChangeAspect="1"/>
          </p:cNvPicPr>
          <p:nvPr/>
        </p:nvPicPr>
        <p:blipFill>
          <a:blip r:embed="rId5"/>
          <a:stretch>
            <a:fillRect/>
          </a:stretch>
        </p:blipFill>
        <p:spPr>
          <a:xfrm>
            <a:off x="4267200" y="2083383"/>
            <a:ext cx="4876800" cy="239005"/>
          </a:xfrm>
          <a:prstGeom prst="rect">
            <a:avLst/>
          </a:prstGeom>
        </p:spPr>
      </p:pic>
      <p:pic>
        <p:nvPicPr>
          <p:cNvPr id="33" name="Picture 32"/>
          <p:cNvPicPr>
            <a:picLocks noChangeAspect="1"/>
          </p:cNvPicPr>
          <p:nvPr/>
        </p:nvPicPr>
        <p:blipFill>
          <a:blip r:embed="rId6"/>
          <a:stretch>
            <a:fillRect/>
          </a:stretch>
        </p:blipFill>
        <p:spPr>
          <a:xfrm>
            <a:off x="4267200" y="2285878"/>
            <a:ext cx="4876800" cy="230403"/>
          </a:xfrm>
          <a:prstGeom prst="rect">
            <a:avLst/>
          </a:prstGeom>
        </p:spPr>
      </p:pic>
      <p:pic>
        <p:nvPicPr>
          <p:cNvPr id="37" name="Picture 36"/>
          <p:cNvPicPr>
            <a:picLocks noChangeAspect="1"/>
          </p:cNvPicPr>
          <p:nvPr/>
        </p:nvPicPr>
        <p:blipFill>
          <a:blip r:embed="rId7"/>
          <a:stretch>
            <a:fillRect/>
          </a:stretch>
        </p:blipFill>
        <p:spPr>
          <a:xfrm>
            <a:off x="4267200" y="2483470"/>
            <a:ext cx="4876800" cy="393413"/>
          </a:xfrm>
          <a:prstGeom prst="rect">
            <a:avLst/>
          </a:prstGeom>
        </p:spPr>
      </p:pic>
      <p:pic>
        <p:nvPicPr>
          <p:cNvPr id="7" name="Picture 6"/>
          <p:cNvPicPr>
            <a:picLocks noChangeAspect="1"/>
          </p:cNvPicPr>
          <p:nvPr/>
        </p:nvPicPr>
        <p:blipFill>
          <a:blip r:embed="rId8"/>
          <a:stretch>
            <a:fillRect/>
          </a:stretch>
        </p:blipFill>
        <p:spPr>
          <a:xfrm>
            <a:off x="4267199" y="4186849"/>
            <a:ext cx="4862517" cy="557978"/>
          </a:xfrm>
          <a:prstGeom prst="rect">
            <a:avLst/>
          </a:prstGeom>
          <a:solidFill>
            <a:schemeClr val="bg1"/>
          </a:solidFill>
        </p:spPr>
      </p:pic>
      <p:grpSp>
        <p:nvGrpSpPr>
          <p:cNvPr id="35" name="Group 34"/>
          <p:cNvGrpSpPr/>
          <p:nvPr/>
        </p:nvGrpSpPr>
        <p:grpSpPr>
          <a:xfrm>
            <a:off x="5631287" y="4990888"/>
            <a:ext cx="2726923" cy="1436132"/>
            <a:chOff x="2883941" y="4922838"/>
            <a:chExt cx="2726923" cy="1436132"/>
          </a:xfrm>
        </p:grpSpPr>
        <p:sp>
          <p:nvSpPr>
            <p:cNvPr id="38" name="Line 12"/>
            <p:cNvSpPr>
              <a:spLocks noChangeShapeType="1"/>
            </p:cNvSpPr>
            <p:nvPr/>
          </p:nvSpPr>
          <p:spPr bwMode="auto">
            <a:xfrm>
              <a:off x="4038600" y="5576888"/>
              <a:ext cx="838200" cy="3810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grpSp>
          <p:nvGrpSpPr>
            <p:cNvPr id="39" name="Group 38"/>
            <p:cNvGrpSpPr/>
            <p:nvPr/>
          </p:nvGrpSpPr>
          <p:grpSpPr>
            <a:xfrm>
              <a:off x="2883941" y="4922838"/>
              <a:ext cx="2726923" cy="1436132"/>
              <a:chOff x="2971799" y="4891088"/>
              <a:chExt cx="2726923" cy="1436132"/>
            </a:xfrm>
          </p:grpSpPr>
          <p:sp>
            <p:nvSpPr>
              <p:cNvPr id="40" name="Oval 10"/>
              <p:cNvSpPr>
                <a:spLocks noChangeArrowheads="1"/>
              </p:cNvSpPr>
              <p:nvPr/>
            </p:nvSpPr>
            <p:spPr bwMode="auto">
              <a:xfrm>
                <a:off x="3429000" y="4891088"/>
                <a:ext cx="1295400" cy="6858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x </a:t>
                </a: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sym typeface="Symbol" panose="05050102010706020507" pitchFamily="18" charset="2"/>
                  </a:rPr>
                  <a:t> 0.05</a:t>
                </a:r>
              </a:p>
            </p:txBody>
          </p:sp>
          <p:sp>
            <p:nvSpPr>
              <p:cNvPr id="41" name="Line 11"/>
              <p:cNvSpPr>
                <a:spLocks noChangeShapeType="1"/>
              </p:cNvSpPr>
              <p:nvPr/>
            </p:nvSpPr>
            <p:spPr bwMode="auto">
              <a:xfrm flipH="1">
                <a:off x="3276600" y="5576888"/>
                <a:ext cx="762000" cy="3810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2" name="Text Box 13"/>
              <p:cNvSpPr txBox="1">
                <a:spLocks noChangeArrowheads="1"/>
              </p:cNvSpPr>
              <p:nvPr/>
            </p:nvSpPr>
            <p:spPr bwMode="auto">
              <a:xfrm>
                <a:off x="2971799" y="5957888"/>
                <a:ext cx="10668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lvl="0">
                  <a:spcBef>
                    <a:spcPct val="50000"/>
                  </a:spcBef>
                  <a:spcAft>
                    <a:spcPct val="50000"/>
                  </a:spcAft>
                  <a:buClrTx/>
                  <a:buSzTx/>
                  <a:buNone/>
                  <a:defRPr/>
                </a:pPr>
                <a:r>
                  <a:rPr lang="en-US" altLang="en-US" sz="1800" noProof="0" dirty="0">
                    <a:solidFill>
                      <a:prstClr val="black"/>
                    </a:solidFill>
                  </a:rPr>
                  <a:t>y</a:t>
                </a:r>
                <a:r>
                  <a:rPr kumimoji="0" lang="en-US" altLang="en-US" sz="1800" b="0" i="0" u="none" strike="noStrike" kern="1200" cap="none" spc="0" normalizeH="0" baseline="-25000" noProof="0" dirty="0">
                    <a:ln>
                      <a:noFill/>
                    </a:ln>
                    <a:solidFill>
                      <a:prstClr val="black"/>
                    </a:solidFill>
                    <a:effectLst/>
                    <a:uLnTx/>
                    <a:uFillTx/>
                    <a:latin typeface="Arial" panose="020B0604020202020204" pitchFamily="34" charset="0"/>
                    <a:ea typeface="+mn-ea"/>
                    <a:cs typeface="+mn-cs"/>
                  </a:rPr>
                  <a:t>left </a:t>
                </a:r>
                <a:r>
                  <a:rPr lang="en-US" altLang="en-US" sz="1800" dirty="0">
                    <a:solidFill>
                      <a:prstClr val="black"/>
                    </a:solidFill>
                  </a:rPr>
                  <a:t>= -1</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3" name="Text Box 14"/>
              <p:cNvSpPr txBox="1">
                <a:spLocks noChangeArrowheads="1"/>
              </p:cNvSpPr>
              <p:nvPr/>
            </p:nvSpPr>
            <p:spPr bwMode="auto">
              <a:xfrm>
                <a:off x="4571999" y="5957888"/>
                <a:ext cx="11267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lvl="0">
                  <a:spcBef>
                    <a:spcPct val="50000"/>
                  </a:spcBef>
                  <a:spcAft>
                    <a:spcPct val="50000"/>
                  </a:spcAft>
                  <a:buClrTx/>
                  <a:buSzTx/>
                  <a:buNone/>
                  <a:defRPr/>
                </a:pPr>
                <a:r>
                  <a:rPr lang="en-US" altLang="en-US" sz="1800" dirty="0">
                    <a:solidFill>
                      <a:prstClr val="black"/>
                    </a:solidFill>
                  </a:rPr>
                  <a:t>y</a:t>
                </a:r>
                <a:r>
                  <a:rPr kumimoji="0" lang="en-US" altLang="en-US" sz="1800" b="0" i="0" u="none" strike="noStrike" kern="1200" cap="none" spc="0" normalizeH="0" baseline="-25000" noProof="0" dirty="0">
                    <a:ln>
                      <a:noFill/>
                    </a:ln>
                    <a:solidFill>
                      <a:prstClr val="black"/>
                    </a:solidFill>
                    <a:effectLst/>
                    <a:uLnTx/>
                    <a:uFillTx/>
                    <a:latin typeface="Arial" panose="020B0604020202020204" pitchFamily="34" charset="0"/>
                    <a:ea typeface="+mn-ea"/>
                    <a:cs typeface="+mn-cs"/>
                  </a:rPr>
                  <a:t>right  </a:t>
                </a:r>
                <a:r>
                  <a:rPr lang="en-US" altLang="en-US" sz="1800" dirty="0">
                    <a:solidFill>
                      <a:prstClr val="black"/>
                    </a:solidFill>
                  </a:rPr>
                  <a:t>=+1</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4" name="Text Box 15"/>
              <p:cNvSpPr txBox="1">
                <a:spLocks noChangeArrowheads="1"/>
              </p:cNvSpPr>
              <p:nvPr/>
            </p:nvSpPr>
            <p:spPr bwMode="auto">
              <a:xfrm>
                <a:off x="2971800" y="5486400"/>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mn-cs"/>
                  </a:rPr>
                  <a:t>True</a:t>
                </a:r>
              </a:p>
            </p:txBody>
          </p:sp>
          <p:sp>
            <p:nvSpPr>
              <p:cNvPr id="45" name="Text Box 16"/>
              <p:cNvSpPr txBox="1">
                <a:spLocks noChangeArrowheads="1"/>
              </p:cNvSpPr>
              <p:nvPr/>
            </p:nvSpPr>
            <p:spPr bwMode="auto">
              <a:xfrm>
                <a:off x="4495800" y="5486400"/>
                <a:ext cx="99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50000"/>
                  </a:spcBef>
                  <a:spcAft>
                    <a:spcPct val="5000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False</a:t>
                </a:r>
              </a:p>
            </p:txBody>
          </p:sp>
        </p:grpSp>
      </p:grpSp>
      <p:pic>
        <p:nvPicPr>
          <p:cNvPr id="11" name="Picture 10"/>
          <p:cNvPicPr>
            <a:picLocks noChangeAspect="1"/>
          </p:cNvPicPr>
          <p:nvPr/>
        </p:nvPicPr>
        <p:blipFill>
          <a:blip r:embed="rId9"/>
          <a:stretch>
            <a:fillRect/>
          </a:stretch>
        </p:blipFill>
        <p:spPr>
          <a:xfrm>
            <a:off x="4230933" y="3184559"/>
            <a:ext cx="4898783" cy="607187"/>
          </a:xfrm>
          <a:prstGeom prst="rect">
            <a:avLst/>
          </a:prstGeom>
          <a:solidFill>
            <a:schemeClr val="bg1"/>
          </a:solidFill>
        </p:spPr>
      </p:pic>
      <p:pic>
        <p:nvPicPr>
          <p:cNvPr id="14" name="Picture 13"/>
          <p:cNvPicPr>
            <a:picLocks noChangeAspect="1"/>
          </p:cNvPicPr>
          <p:nvPr/>
        </p:nvPicPr>
        <p:blipFill>
          <a:blip r:embed="rId10"/>
          <a:stretch>
            <a:fillRect/>
          </a:stretch>
        </p:blipFill>
        <p:spPr>
          <a:xfrm>
            <a:off x="4230932" y="3008188"/>
            <a:ext cx="4898783" cy="204616"/>
          </a:xfrm>
          <a:prstGeom prst="rect">
            <a:avLst/>
          </a:prstGeom>
          <a:solidFill>
            <a:schemeClr val="bg1"/>
          </a:solidFill>
        </p:spPr>
      </p:pic>
      <mc:AlternateContent xmlns:mc="http://schemas.openxmlformats.org/markup-compatibility/2006">
        <mc:Choice xmlns:p14="http://schemas.microsoft.com/office/powerpoint/2010/main" Requires="p14">
          <p:contentPart p14:bwMode="auto" r:id="rId11">
            <p14:nvContentPartPr>
              <p14:cNvPr id="3" name="Ink 2">
                <a:extLst>
                  <a:ext uri="{FF2B5EF4-FFF2-40B4-BE49-F238E27FC236}">
                    <a16:creationId xmlns:a16="http://schemas.microsoft.com/office/drawing/2014/main" id="{63CD7CDB-8BAD-85B1-55B0-AE81179C80B1}"/>
                  </a:ext>
                </a:extLst>
              </p14:cNvPr>
              <p14:cNvContentPartPr/>
              <p14:nvPr/>
            </p14:nvContentPartPr>
            <p14:xfrm>
              <a:off x="600480" y="1401480"/>
              <a:ext cx="6576480" cy="4183920"/>
            </p14:xfrm>
          </p:contentPart>
        </mc:Choice>
        <mc:Fallback>
          <p:pic>
            <p:nvPicPr>
              <p:cNvPr id="3" name="Ink 2">
                <a:extLst>
                  <a:ext uri="{FF2B5EF4-FFF2-40B4-BE49-F238E27FC236}">
                    <a16:creationId xmlns:a16="http://schemas.microsoft.com/office/drawing/2014/main" id="{63CD7CDB-8BAD-85B1-55B0-AE81179C80B1}"/>
                  </a:ext>
                </a:extLst>
              </p:cNvPr>
              <p:cNvPicPr/>
              <p:nvPr/>
            </p:nvPicPr>
            <p:blipFill>
              <a:blip r:embed="rId12"/>
              <a:stretch>
                <a:fillRect/>
              </a:stretch>
            </p:blipFill>
            <p:spPr>
              <a:xfrm>
                <a:off x="591120" y="1392120"/>
                <a:ext cx="6595200" cy="4202640"/>
              </a:xfrm>
              <a:prstGeom prst="rect">
                <a:avLst/>
              </a:prstGeom>
            </p:spPr>
          </p:pic>
        </mc:Fallback>
      </mc:AlternateContent>
    </p:spTree>
    <p:extLst>
      <p:ext uri="{BB962C8B-B14F-4D97-AF65-F5344CB8AC3E}">
        <p14:creationId xmlns:p14="http://schemas.microsoft.com/office/powerpoint/2010/main" val="38983914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44" name="Object 3"/>
          <p:cNvGraphicFramePr>
            <a:graphicFrameLocks noGrp="1" noChangeAspect="1"/>
          </p:cNvGraphicFramePr>
          <p:nvPr>
            <p:ph sz="quarter" idx="10"/>
            <p:extLst>
              <p:ext uri="{D42A27DB-BD31-4B8C-83A1-F6EECF244321}">
                <p14:modId xmlns:p14="http://schemas.microsoft.com/office/powerpoint/2010/main" val="4223687335"/>
              </p:ext>
            </p:extLst>
          </p:nvPr>
        </p:nvGraphicFramePr>
        <p:xfrm>
          <a:off x="533400" y="5316738"/>
          <a:ext cx="3495234" cy="703064"/>
        </p:xfrm>
        <a:graphic>
          <a:graphicData uri="http://schemas.openxmlformats.org/presentationml/2006/ole">
            <mc:AlternateContent xmlns:mc="http://schemas.openxmlformats.org/markup-compatibility/2006">
              <mc:Choice xmlns:v="urn:schemas-microsoft-com:vml" Requires="v">
                <p:oleObj name="Equation" r:id="rId2" imgW="2209800" imgH="444500" progId="Equation.3">
                  <p:embed/>
                </p:oleObj>
              </mc:Choice>
              <mc:Fallback>
                <p:oleObj name="Equation" r:id="rId2" imgW="2209800" imgH="444500" progId="Equation.3">
                  <p:embed/>
                  <p:pic>
                    <p:nvPicPr>
                      <p:cNvPr id="3584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5316738"/>
                        <a:ext cx="3495234" cy="703064"/>
                      </a:xfrm>
                      <a:prstGeom prst="rect">
                        <a:avLst/>
                      </a:prstGeom>
                      <a:noFill/>
                      <a:ln>
                        <a:noFill/>
                      </a:ln>
                      <a:effectLst/>
                    </p:spPr>
                  </p:pic>
                </p:oleObj>
              </mc:Fallback>
            </mc:AlternateContent>
          </a:graphicData>
        </a:graphic>
      </p:graphicFrame>
      <p:sp>
        <p:nvSpPr>
          <p:cNvPr id="5" name="Content Placeholder 4"/>
          <p:cNvSpPr>
            <a:spLocks noGrp="1"/>
          </p:cNvSpPr>
          <p:nvPr>
            <p:ph idx="1"/>
          </p:nvPr>
        </p:nvSpPr>
        <p:spPr/>
        <p:txBody>
          <a:bodyPr/>
          <a:lstStyle/>
          <a:p>
            <a:r>
              <a:rPr lang="en-US" dirty="0"/>
              <a:t>Weight Update:</a:t>
            </a:r>
          </a:p>
          <a:p>
            <a:endParaRPr lang="en-US" dirty="0"/>
          </a:p>
        </p:txBody>
      </p:sp>
      <p:graphicFrame>
        <p:nvGraphicFramePr>
          <p:cNvPr id="10" name="Object 2"/>
          <p:cNvGraphicFramePr>
            <a:graphicFrameLocks noChangeAspect="1"/>
          </p:cNvGraphicFramePr>
          <p:nvPr>
            <p:extLst>
              <p:ext uri="{D42A27DB-BD31-4B8C-83A1-F6EECF244321}">
                <p14:modId xmlns:p14="http://schemas.microsoft.com/office/powerpoint/2010/main" val="3875896107"/>
              </p:ext>
            </p:extLst>
          </p:nvPr>
        </p:nvGraphicFramePr>
        <p:xfrm>
          <a:off x="3044825" y="1690688"/>
          <a:ext cx="3546475" cy="1631950"/>
        </p:xfrm>
        <a:graphic>
          <a:graphicData uri="http://schemas.openxmlformats.org/presentationml/2006/ole">
            <mc:AlternateContent xmlns:mc="http://schemas.openxmlformats.org/markup-compatibility/2006">
              <mc:Choice xmlns:v="urn:schemas-microsoft-com:vml" Requires="v">
                <p:oleObj name="Equation" r:id="rId4" imgW="2590560" imgH="1193760" progId="Equation.3">
                  <p:embed/>
                </p:oleObj>
              </mc:Choice>
              <mc:Fallback>
                <p:oleObj name="Equation" r:id="rId4" imgW="2590560" imgH="1193760" progId="Equation.3">
                  <p:embed/>
                  <p:pic>
                    <p:nvPicPr>
                      <p:cNvPr id="10" name="Object 2"/>
                      <p:cNvPicPr>
                        <a:picLocks noChangeAspect="1" noChangeArrowheads="1"/>
                      </p:cNvPicPr>
                      <p:nvPr/>
                    </p:nvPicPr>
                    <p:blipFill>
                      <a:blip r:embed="rId5"/>
                      <a:srcRect/>
                      <a:stretch>
                        <a:fillRect/>
                      </a:stretch>
                    </p:blipFill>
                    <p:spPr bwMode="auto">
                      <a:xfrm>
                        <a:off x="3044825" y="1690688"/>
                        <a:ext cx="3546475" cy="1631950"/>
                      </a:xfrm>
                      <a:prstGeom prst="rect">
                        <a:avLst/>
                      </a:prstGeom>
                      <a:noFill/>
                      <a:ln>
                        <a:noFill/>
                      </a:ln>
                      <a:effectLst/>
                    </p:spPr>
                  </p:pic>
                </p:oleObj>
              </mc:Fallback>
            </mc:AlternateContent>
          </a:graphicData>
        </a:graphic>
      </p:graphicFrame>
      <p:sp>
        <p:nvSpPr>
          <p:cNvPr id="6" name="Rectangle 5"/>
          <p:cNvSpPr/>
          <p:nvPr/>
        </p:nvSpPr>
        <p:spPr>
          <a:xfrm>
            <a:off x="181898" y="2994048"/>
            <a:ext cx="6127136" cy="2534027"/>
          </a:xfrm>
          <a:prstGeom prst="rect">
            <a:avLst/>
          </a:prstGeom>
        </p:spPr>
        <p:txBody>
          <a:bodyPr wrap="square">
            <a:spAutoFit/>
          </a:bodyPr>
          <a:lstStyle/>
          <a:p>
            <a:pPr marL="257175" indent="-257175" defTabSz="685800" fontAlgn="auto">
              <a:lnSpc>
                <a:spcPct val="150000"/>
              </a:lnSpc>
              <a:spcBef>
                <a:spcPts val="0"/>
              </a:spcBef>
              <a:spcAft>
                <a:spcPts val="0"/>
              </a:spcAft>
              <a:buFont typeface="Arial" panose="020B0604020202020204" pitchFamily="34" charset="0"/>
              <a:buChar char="•"/>
            </a:pPr>
            <a:r>
              <a:rPr lang="en-US" altLang="en-US" sz="1800" dirty="0">
                <a:solidFill>
                  <a:prstClr val="black"/>
                </a:solidFill>
                <a:latin typeface="Arial" panose="020B0604020202020204" pitchFamily="34" charset="0"/>
                <a:cs typeface="Arial" panose="020B0604020202020204" pitchFamily="34" charset="0"/>
              </a:rPr>
              <a:t>Reduce weight if correctly classified else increase</a:t>
            </a:r>
          </a:p>
          <a:p>
            <a:pPr marL="257175" indent="-257175" defTabSz="685800" fontAlgn="auto">
              <a:lnSpc>
                <a:spcPct val="150000"/>
              </a:lnSpc>
              <a:spcBef>
                <a:spcPts val="0"/>
              </a:spcBef>
              <a:spcAft>
                <a:spcPts val="0"/>
              </a:spcAft>
              <a:buFont typeface="Arial" panose="020B0604020202020204" pitchFamily="34" charset="0"/>
              <a:buChar char="•"/>
            </a:pPr>
            <a:endParaRPr lang="en-US" altLang="en-US" sz="1800" dirty="0">
              <a:solidFill>
                <a:prstClr val="black"/>
              </a:solidFill>
              <a:latin typeface="Arial" panose="020B0604020202020204" pitchFamily="34" charset="0"/>
              <a:cs typeface="Arial" panose="020B0604020202020204" pitchFamily="34" charset="0"/>
            </a:endParaRPr>
          </a:p>
          <a:p>
            <a:pPr marL="257175" indent="-257175" defTabSz="685800" fontAlgn="auto">
              <a:lnSpc>
                <a:spcPct val="150000"/>
              </a:lnSpc>
              <a:spcBef>
                <a:spcPts val="0"/>
              </a:spcBef>
              <a:spcAft>
                <a:spcPts val="0"/>
              </a:spcAft>
              <a:buFont typeface="Arial" panose="020B0604020202020204" pitchFamily="34" charset="0"/>
              <a:buChar char="•"/>
            </a:pPr>
            <a:r>
              <a:rPr lang="en-US" altLang="en-US" sz="1800" dirty="0">
                <a:solidFill>
                  <a:prstClr val="black"/>
                </a:solidFill>
                <a:latin typeface="Arial" panose="020B0604020202020204" pitchFamily="34" charset="0"/>
                <a:cs typeface="Arial" panose="020B0604020202020204" pitchFamily="34" charset="0"/>
              </a:rPr>
              <a:t>If any intermediate rounds produce error rate higher than 50%, the weights are reverted back to 1/n and the resampling procedure is repeated</a:t>
            </a:r>
          </a:p>
          <a:p>
            <a:pPr marL="257175" indent="-257175" defTabSz="685800" fontAlgn="auto">
              <a:lnSpc>
                <a:spcPct val="150000"/>
              </a:lnSpc>
              <a:spcBef>
                <a:spcPts val="0"/>
              </a:spcBef>
              <a:spcAft>
                <a:spcPts val="0"/>
              </a:spcAft>
              <a:buFont typeface="Arial" panose="020B0604020202020204" pitchFamily="34" charset="0"/>
              <a:buChar char="•"/>
            </a:pPr>
            <a:r>
              <a:rPr lang="en-US" altLang="en-US" sz="1800" dirty="0">
                <a:solidFill>
                  <a:prstClr val="black"/>
                </a:solidFill>
                <a:latin typeface="Arial" panose="020B0604020202020204" pitchFamily="34" charset="0"/>
                <a:cs typeface="Arial" panose="020B0604020202020204" pitchFamily="34" charset="0"/>
              </a:rPr>
              <a:t>Prediction:</a:t>
            </a:r>
          </a:p>
        </p:txBody>
      </p:sp>
      <p:sp>
        <p:nvSpPr>
          <p:cNvPr id="7" name="TextBox 6"/>
          <p:cNvSpPr txBox="1"/>
          <p:nvPr/>
        </p:nvSpPr>
        <p:spPr>
          <a:xfrm>
            <a:off x="6453106" y="2378050"/>
            <a:ext cx="1765529" cy="461665"/>
          </a:xfrm>
          <a:prstGeom prst="rect">
            <a:avLst/>
          </a:prstGeom>
          <a:solidFill>
            <a:srgbClr val="FF0000"/>
          </a:solidFill>
          <a:ln>
            <a:solidFill>
              <a:schemeClr val="tx2"/>
            </a:solidFill>
          </a:ln>
        </p:spPr>
        <p:txBody>
          <a:bodyPr wrap="square" rtlCol="0">
            <a:spAutoFit/>
          </a:bodyPr>
          <a:lstStyle/>
          <a:p>
            <a:pPr defTabSz="685800" fontAlgn="auto">
              <a:lnSpc>
                <a:spcPct val="150000"/>
              </a:lnSpc>
              <a:spcBef>
                <a:spcPts val="0"/>
              </a:spcBef>
              <a:spcAft>
                <a:spcPts val="0"/>
              </a:spcAft>
            </a:pPr>
            <a:r>
              <a:rPr lang="en-US" dirty="0">
                <a:solidFill>
                  <a:srgbClr val="FFFF00"/>
                </a:solidFill>
                <a:latin typeface="Arial" panose="020B0604020202020204" pitchFamily="34" charset="0"/>
                <a:cs typeface="Arial" panose="020B0604020202020204" pitchFamily="34" charset="0"/>
              </a:rPr>
              <a:t>&lt;- Eqn:5.88</a:t>
            </a:r>
          </a:p>
        </p:txBody>
      </p:sp>
      <p:sp>
        <p:nvSpPr>
          <p:cNvPr id="8" name="Content Placeholder 1"/>
          <p:cNvSpPr txBox="1">
            <a:spLocks/>
          </p:cNvSpPr>
          <p:nvPr/>
        </p:nvSpPr>
        <p:spPr bwMode="auto">
          <a:xfrm>
            <a:off x="304800" y="304800"/>
            <a:ext cx="8040710" cy="857250"/>
          </a:xfrm>
          <a:prstGeom prst="rect">
            <a:avLst/>
          </a:prstGeom>
          <a:noFill/>
          <a:ln w="9525">
            <a:noFill/>
            <a:miter lim="800000"/>
            <a:headEnd/>
            <a:tailEnd/>
          </a:ln>
        </p:spPr>
        <p:txBody>
          <a:bodyPr vert="horz" wrap="square" lIns="68580" tIns="34290" rIns="68580" bIns="34290" numCol="1" anchor="ctr" anchorCtr="0" compatLnSpc="1">
            <a:prstTxWarp prst="textNoShape">
              <a:avLst/>
            </a:prstTxWarp>
            <a:normAutofit/>
          </a:bodyPr>
          <a:lstStyle>
            <a:lvl1pPr marL="0" indent="-257175" algn="l" rtl="0" fontAlgn="base">
              <a:lnSpc>
                <a:spcPts val="2700"/>
              </a:lnSpc>
              <a:spcBef>
                <a:spcPts val="0"/>
              </a:spcBef>
              <a:spcAft>
                <a:spcPct val="0"/>
              </a:spcAft>
              <a:buFont typeface="Arial" charset="0"/>
              <a:buNone/>
              <a:defRPr sz="2700" b="1" kern="1200" spc="-113" baseline="0">
                <a:solidFill>
                  <a:schemeClr val="tx1"/>
                </a:solidFill>
                <a:latin typeface="Arial" pitchFamily="34" charset="0"/>
                <a:ea typeface="+mn-ea"/>
                <a:cs typeface="Arial" pitchFamily="34" charset="0"/>
              </a:defRPr>
            </a:lvl1pPr>
            <a:lvl2pPr marL="557213" indent="-214313" algn="l" rtl="0" fontAlgn="base">
              <a:spcBef>
                <a:spcPct val="20000"/>
              </a:spcBef>
              <a:spcAft>
                <a:spcPct val="0"/>
              </a:spcAft>
              <a:buFont typeface="Arial" charset="0"/>
              <a:buChar char="–"/>
              <a:defRPr sz="2100" kern="1200">
                <a:solidFill>
                  <a:schemeClr val="tx1"/>
                </a:solidFill>
                <a:latin typeface="Arial" pitchFamily="34" charset="0"/>
                <a:ea typeface="+mn-ea"/>
                <a:cs typeface="Arial" pitchFamily="34" charset="0"/>
              </a:defRPr>
            </a:lvl2pPr>
            <a:lvl3pPr marL="857250" indent="-171450" algn="l" rtl="0" fontAlgn="base">
              <a:spcBef>
                <a:spcPct val="20000"/>
              </a:spcBef>
              <a:spcAft>
                <a:spcPct val="0"/>
              </a:spcAft>
              <a:buFont typeface="Arial" charset="0"/>
              <a:buChar char="•"/>
              <a:defRPr sz="1800" kern="1200">
                <a:solidFill>
                  <a:schemeClr val="tx1"/>
                </a:solidFill>
                <a:latin typeface="Arial" pitchFamily="34" charset="0"/>
                <a:ea typeface="+mn-ea"/>
                <a:cs typeface="Arial" pitchFamily="34" charset="0"/>
              </a:defRPr>
            </a:lvl3pPr>
            <a:lvl4pPr marL="12001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4pPr>
            <a:lvl5pPr marL="15430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pPr>
            <a:r>
              <a:rPr lang="en-US" altLang="en-US" sz="2400" dirty="0">
                <a:ea typeface="Cambria" panose="02040503050406030204" pitchFamily="18" charset="0"/>
              </a:rPr>
              <a:t>Ada Boost – Weight Update</a:t>
            </a:r>
            <a:endParaRPr lang="en-US" sz="2400" dirty="0">
              <a:ea typeface="Cambria" panose="02040503050406030204" pitchFamily="18" charset="0"/>
            </a:endParaRPr>
          </a:p>
        </p:txBody>
      </p:sp>
      <mc:AlternateContent xmlns:mc="http://schemas.openxmlformats.org/markup-compatibility/2006">
        <mc:Choice xmlns:p14="http://schemas.microsoft.com/office/powerpoint/2010/main" Requires="p14">
          <p:contentPart p14:bwMode="auto" r:id="rId6">
            <p14:nvContentPartPr>
              <p14:cNvPr id="2" name="Ink 1">
                <a:extLst>
                  <a:ext uri="{FF2B5EF4-FFF2-40B4-BE49-F238E27FC236}">
                    <a16:creationId xmlns:a16="http://schemas.microsoft.com/office/drawing/2014/main" id="{EE04F496-633F-8AB5-6F9A-9DC9B8407BCB}"/>
                  </a:ext>
                </a:extLst>
              </p14:cNvPr>
              <p14:cNvContentPartPr/>
              <p14:nvPr/>
            </p14:nvContentPartPr>
            <p14:xfrm>
              <a:off x="4887720" y="4740480"/>
              <a:ext cx="394200" cy="120600"/>
            </p14:xfrm>
          </p:contentPart>
        </mc:Choice>
        <mc:Fallback>
          <p:pic>
            <p:nvPicPr>
              <p:cNvPr id="2" name="Ink 1">
                <a:extLst>
                  <a:ext uri="{FF2B5EF4-FFF2-40B4-BE49-F238E27FC236}">
                    <a16:creationId xmlns:a16="http://schemas.microsoft.com/office/drawing/2014/main" id="{EE04F496-633F-8AB5-6F9A-9DC9B8407BCB}"/>
                  </a:ext>
                </a:extLst>
              </p:cNvPr>
              <p:cNvPicPr/>
              <p:nvPr/>
            </p:nvPicPr>
            <p:blipFill>
              <a:blip r:embed="rId7"/>
              <a:stretch>
                <a:fillRect/>
              </a:stretch>
            </p:blipFill>
            <p:spPr>
              <a:xfrm>
                <a:off x="4878360" y="4731120"/>
                <a:ext cx="412920" cy="139320"/>
              </a:xfrm>
              <a:prstGeom prst="rect">
                <a:avLst/>
              </a:prstGeom>
            </p:spPr>
          </p:pic>
        </mc:Fallback>
      </mc:AlternateContent>
    </p:spTree>
    <p:extLst>
      <p:ext uri="{BB962C8B-B14F-4D97-AF65-F5344CB8AC3E}">
        <p14:creationId xmlns:p14="http://schemas.microsoft.com/office/powerpoint/2010/main" val="32004806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304800" y="1524000"/>
            <a:ext cx="6800850" cy="3908822"/>
          </a:xfrm>
          <a:noFill/>
        </p:spPr>
      </p:pic>
      <p:sp>
        <p:nvSpPr>
          <p:cNvPr id="4" name="Content Placeholder 1"/>
          <p:cNvSpPr txBox="1">
            <a:spLocks/>
          </p:cNvSpPr>
          <p:nvPr/>
        </p:nvSpPr>
        <p:spPr bwMode="auto">
          <a:xfrm>
            <a:off x="304800" y="304800"/>
            <a:ext cx="6400800" cy="857250"/>
          </a:xfrm>
          <a:prstGeom prst="rect">
            <a:avLst/>
          </a:prstGeom>
          <a:noFill/>
          <a:ln w="9525">
            <a:noFill/>
            <a:miter lim="800000"/>
            <a:headEnd/>
            <a:tailEnd/>
          </a:ln>
        </p:spPr>
        <p:txBody>
          <a:bodyPr vert="horz" wrap="square" lIns="68580" tIns="34290" rIns="68580" bIns="34290" numCol="1" anchor="ctr" anchorCtr="0" compatLnSpc="1">
            <a:prstTxWarp prst="textNoShape">
              <a:avLst/>
            </a:prstTxWarp>
            <a:noAutofit/>
          </a:bodyPr>
          <a:lstStyle>
            <a:lvl1pPr marL="0" indent="-257175" algn="l" rtl="0" fontAlgn="base">
              <a:lnSpc>
                <a:spcPts val="2700"/>
              </a:lnSpc>
              <a:spcBef>
                <a:spcPts val="0"/>
              </a:spcBef>
              <a:spcAft>
                <a:spcPct val="0"/>
              </a:spcAft>
              <a:buFont typeface="Arial" charset="0"/>
              <a:buNone/>
              <a:defRPr sz="2700" b="1" kern="1200" spc="-113" baseline="0">
                <a:solidFill>
                  <a:schemeClr val="tx1"/>
                </a:solidFill>
                <a:latin typeface="Arial" pitchFamily="34" charset="0"/>
                <a:ea typeface="+mn-ea"/>
                <a:cs typeface="Arial" pitchFamily="34" charset="0"/>
              </a:defRPr>
            </a:lvl1pPr>
            <a:lvl2pPr marL="557213" indent="-214313" algn="l" rtl="0" fontAlgn="base">
              <a:spcBef>
                <a:spcPct val="20000"/>
              </a:spcBef>
              <a:spcAft>
                <a:spcPct val="0"/>
              </a:spcAft>
              <a:buFont typeface="Arial" charset="0"/>
              <a:buChar char="–"/>
              <a:defRPr sz="2100" kern="1200">
                <a:solidFill>
                  <a:schemeClr val="tx1"/>
                </a:solidFill>
                <a:latin typeface="Arial" pitchFamily="34" charset="0"/>
                <a:ea typeface="+mn-ea"/>
                <a:cs typeface="Arial" pitchFamily="34" charset="0"/>
              </a:defRPr>
            </a:lvl2pPr>
            <a:lvl3pPr marL="857250" indent="-171450" algn="l" rtl="0" fontAlgn="base">
              <a:spcBef>
                <a:spcPct val="20000"/>
              </a:spcBef>
              <a:spcAft>
                <a:spcPct val="0"/>
              </a:spcAft>
              <a:buFont typeface="Arial" charset="0"/>
              <a:buChar char="•"/>
              <a:defRPr sz="1800" kern="1200">
                <a:solidFill>
                  <a:schemeClr val="tx1"/>
                </a:solidFill>
                <a:latin typeface="Arial" pitchFamily="34" charset="0"/>
                <a:ea typeface="+mn-ea"/>
                <a:cs typeface="Arial" pitchFamily="34" charset="0"/>
              </a:defRPr>
            </a:lvl3pPr>
            <a:lvl4pPr marL="12001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4pPr>
            <a:lvl5pPr marL="15430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pPr>
            <a:r>
              <a:rPr lang="en-US" altLang="en-US" sz="2400" dirty="0">
                <a:ea typeface="Cambria" panose="02040503050406030204" pitchFamily="18" charset="0"/>
              </a:rPr>
              <a:t>Ada Boost Algorithm – Version 1 </a:t>
            </a:r>
          </a:p>
          <a:p>
            <a:pPr>
              <a:lnSpc>
                <a:spcPct val="150000"/>
              </a:lnSpc>
            </a:pPr>
            <a:r>
              <a:rPr lang="en-US" altLang="en-US" sz="1800" dirty="0">
                <a:ea typeface="Cambria" panose="02040503050406030204" pitchFamily="18" charset="0"/>
              </a:rPr>
              <a:t>(with bootstrapping + average of error term)</a:t>
            </a:r>
            <a:endParaRPr lang="en-US" sz="1800" dirty="0">
              <a:ea typeface="Cambria" panose="02040503050406030204" pitchFamily="18" charset="0"/>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FB6B24DA-E106-31C6-BD32-D512DD41D5EB}"/>
                  </a:ext>
                </a:extLst>
              </p14:cNvPr>
              <p14:cNvContentPartPr/>
              <p14:nvPr/>
            </p14:nvContentPartPr>
            <p14:xfrm>
              <a:off x="1188000" y="1187640"/>
              <a:ext cx="2889360" cy="77040"/>
            </p14:xfrm>
          </p:contentPart>
        </mc:Choice>
        <mc:Fallback>
          <p:pic>
            <p:nvPicPr>
              <p:cNvPr id="2" name="Ink 1">
                <a:extLst>
                  <a:ext uri="{FF2B5EF4-FFF2-40B4-BE49-F238E27FC236}">
                    <a16:creationId xmlns:a16="http://schemas.microsoft.com/office/drawing/2014/main" id="{FB6B24DA-E106-31C6-BD32-D512DD41D5EB}"/>
                  </a:ext>
                </a:extLst>
              </p:cNvPr>
              <p:cNvPicPr/>
              <p:nvPr/>
            </p:nvPicPr>
            <p:blipFill>
              <a:blip r:embed="rId4"/>
              <a:stretch>
                <a:fillRect/>
              </a:stretch>
            </p:blipFill>
            <p:spPr>
              <a:xfrm>
                <a:off x="1178640" y="1178280"/>
                <a:ext cx="2908080" cy="95760"/>
              </a:xfrm>
              <a:prstGeom prst="rect">
                <a:avLst/>
              </a:prstGeom>
            </p:spPr>
          </p:pic>
        </mc:Fallback>
      </mc:AlternateContent>
    </p:spTree>
    <p:extLst>
      <p:ext uri="{BB962C8B-B14F-4D97-AF65-F5344CB8AC3E}">
        <p14:creationId xmlns:p14="http://schemas.microsoft.com/office/powerpoint/2010/main" val="4137024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2"/>
          <p:cNvGraphicFramePr>
            <a:graphicFrameLocks noGrp="1" noChangeAspect="1"/>
          </p:cNvGraphicFramePr>
          <p:nvPr>
            <p:ph idx="1"/>
            <p:extLst>
              <p:ext uri="{D42A27DB-BD31-4B8C-83A1-F6EECF244321}">
                <p14:modId xmlns:p14="http://schemas.microsoft.com/office/powerpoint/2010/main" val="942658374"/>
              </p:ext>
            </p:extLst>
          </p:nvPr>
        </p:nvGraphicFramePr>
        <p:xfrm>
          <a:off x="25400" y="1333500"/>
          <a:ext cx="6705124" cy="1085850"/>
        </p:xfrm>
        <a:graphic>
          <a:graphicData uri="http://schemas.openxmlformats.org/presentationml/2006/ole">
            <mc:AlternateContent xmlns:mc="http://schemas.openxmlformats.org/markup-compatibility/2006">
              <mc:Choice xmlns:v="urn:schemas-microsoft-com:vml" Requires="v">
                <p:oleObj name="Visio" r:id="rId2" imgW="6273800" imgH="1016000" progId="Visio.Drawing.6">
                  <p:embed/>
                </p:oleObj>
              </mc:Choice>
              <mc:Fallback>
                <p:oleObj name="Visio" r:id="rId2" imgW="6273800" imgH="1016000" progId="Visio.Drawing.6">
                  <p:embed/>
                  <p:pic>
                    <p:nvPicPr>
                      <p:cNvPr id="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0" y="1333500"/>
                        <a:ext cx="6705124" cy="1085850"/>
                      </a:xfrm>
                      <a:prstGeom prst="rect">
                        <a:avLst/>
                      </a:prstGeom>
                      <a:noFill/>
                      <a:ln>
                        <a:noFill/>
                      </a:ln>
                      <a:effectLst/>
                    </p:spPr>
                  </p:pic>
                </p:oleObj>
              </mc:Fallback>
            </mc:AlternateContent>
          </a:graphicData>
        </a:graphic>
      </p:graphicFrame>
      <p:sp>
        <p:nvSpPr>
          <p:cNvPr id="5" name="Rectangle 4"/>
          <p:cNvSpPr/>
          <p:nvPr/>
        </p:nvSpPr>
        <p:spPr>
          <a:xfrm>
            <a:off x="152400" y="2419350"/>
            <a:ext cx="4613186" cy="507831"/>
          </a:xfrm>
          <a:prstGeom prst="rect">
            <a:avLst/>
          </a:prstGeom>
        </p:spPr>
        <p:txBody>
          <a:bodyPr wrap="none">
            <a:spAutoFit/>
          </a:bodyPr>
          <a:lstStyle/>
          <a:p>
            <a:pPr defTabSz="685800" fontAlgn="auto">
              <a:lnSpc>
                <a:spcPct val="150000"/>
              </a:lnSpc>
              <a:spcBef>
                <a:spcPts val="0"/>
              </a:spcBef>
              <a:spcAft>
                <a:spcPts val="0"/>
              </a:spcAft>
            </a:pPr>
            <a:r>
              <a:rPr lang="en-US" altLang="en-US" sz="1800" dirty="0">
                <a:solidFill>
                  <a:prstClr val="black"/>
                </a:solidFill>
                <a:latin typeface="Arial" panose="020B0604020202020204" pitchFamily="34" charset="0"/>
                <a:cs typeface="Arial" panose="020B0604020202020204" pitchFamily="34" charset="0"/>
              </a:rPr>
              <a:t>Training sets for the first 3 boosting rounds:</a:t>
            </a:r>
          </a:p>
        </p:txBody>
      </p:sp>
      <p:sp>
        <p:nvSpPr>
          <p:cNvPr id="6" name="Rectangle 2"/>
          <p:cNvSpPr>
            <a:spLocks noGrp="1" noChangeArrowheads="1"/>
          </p:cNvSpPr>
          <p:nvPr>
            <p:ph sz="quarter" idx="10"/>
          </p:nvPr>
        </p:nvSpPr>
        <p:spPr>
          <a:noFill/>
          <a:ln w="9525">
            <a:noFill/>
            <a:miter lim="800000"/>
            <a:headEnd/>
            <a:tailEnd/>
          </a:ln>
        </p:spPr>
        <p:txBody>
          <a:bodyPr vert="horz" wrap="square" lIns="68580" tIns="34290" rIns="68580" bIns="34290" numCol="1" rtlCol="0" anchor="ctr" anchorCtr="0" compatLnSpc="1">
            <a:prstTxWarp prst="textNoShape">
              <a:avLst/>
            </a:prstTxWarp>
            <a:normAutofit fontScale="97500"/>
          </a:bodyPr>
          <a:lstStyle/>
          <a:p>
            <a:pPr>
              <a:lnSpc>
                <a:spcPct val="150000"/>
              </a:lnSpc>
            </a:pPr>
            <a:r>
              <a:rPr lang="en-US" altLang="en-US" sz="2400" dirty="0">
                <a:ea typeface="Cambria" panose="02040503050406030204" pitchFamily="18" charset="0"/>
              </a:rPr>
              <a:t>AdaBoost Example (version 1)</a:t>
            </a:r>
          </a:p>
        </p:txBody>
      </p:sp>
      <p:pic>
        <p:nvPicPr>
          <p:cNvPr id="7"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4799" y="2927181"/>
            <a:ext cx="6361993" cy="2635419"/>
          </a:xfrm>
          <a:prstGeom prst="rect">
            <a:avLst/>
          </a:prstGeom>
          <a:noFill/>
          <a:ln w="9525">
            <a:noFill/>
            <a:miter lim="800000"/>
            <a:headEnd/>
            <a:tailEnd/>
          </a:ln>
        </p:spPr>
      </p:pic>
      <p:pic>
        <p:nvPicPr>
          <p:cNvPr id="8" name="Picture 14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91000" y="5627533"/>
            <a:ext cx="4521872" cy="885796"/>
          </a:xfrm>
          <a:prstGeom prst="rect">
            <a:avLst/>
          </a:prstGeom>
          <a:noFill/>
          <a:ln w="9525">
            <a:noFill/>
            <a:miter lim="800000"/>
            <a:headEnd/>
            <a:tailEnd/>
          </a:ln>
        </p:spPr>
      </p:pic>
      <p:sp>
        <p:nvSpPr>
          <p:cNvPr id="2" name="Rectangle 1"/>
          <p:cNvSpPr/>
          <p:nvPr/>
        </p:nvSpPr>
        <p:spPr>
          <a:xfrm>
            <a:off x="2909896" y="5901154"/>
            <a:ext cx="1236236" cy="369332"/>
          </a:xfrm>
          <a:prstGeom prst="rect">
            <a:avLst/>
          </a:prstGeom>
        </p:spPr>
        <p:txBody>
          <a:bodyPr wrap="none">
            <a:spAutoFit/>
          </a:bodyPr>
          <a:lstStyle/>
          <a:p>
            <a:pPr marL="0" indent="0">
              <a:buNone/>
            </a:pPr>
            <a:r>
              <a:rPr lang="en-US" altLang="en-US" sz="1800" dirty="0">
                <a:latin typeface="Arial" panose="020B0604020202020204" pitchFamily="34" charset="0"/>
                <a:cs typeface="Arial" panose="020B0604020202020204" pitchFamily="34" charset="0"/>
              </a:rPr>
              <a:t>Summary:</a:t>
            </a:r>
          </a:p>
        </p:txBody>
      </p:sp>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3D4FC11F-43C2-2FD1-F365-7DBA7A4CCDC0}"/>
                  </a:ext>
                </a:extLst>
              </p14:cNvPr>
              <p14:cNvContentPartPr/>
              <p14:nvPr/>
            </p14:nvContentPartPr>
            <p14:xfrm>
              <a:off x="6627600" y="3403440"/>
              <a:ext cx="407520" cy="1847520"/>
            </p14:xfrm>
          </p:contentPart>
        </mc:Choice>
        <mc:Fallback>
          <p:pic>
            <p:nvPicPr>
              <p:cNvPr id="3" name="Ink 2">
                <a:extLst>
                  <a:ext uri="{FF2B5EF4-FFF2-40B4-BE49-F238E27FC236}">
                    <a16:creationId xmlns:a16="http://schemas.microsoft.com/office/drawing/2014/main" id="{3D4FC11F-43C2-2FD1-F365-7DBA7A4CCDC0}"/>
                  </a:ext>
                </a:extLst>
              </p:cNvPr>
              <p:cNvPicPr/>
              <p:nvPr/>
            </p:nvPicPr>
            <p:blipFill>
              <a:blip r:embed="rId7"/>
              <a:stretch>
                <a:fillRect/>
              </a:stretch>
            </p:blipFill>
            <p:spPr>
              <a:xfrm>
                <a:off x="6618240" y="3394080"/>
                <a:ext cx="426240" cy="1866240"/>
              </a:xfrm>
              <a:prstGeom prst="rect">
                <a:avLst/>
              </a:prstGeom>
            </p:spPr>
          </p:pic>
        </mc:Fallback>
      </mc:AlternateContent>
    </p:spTree>
    <p:extLst>
      <p:ext uri="{BB962C8B-B14F-4D97-AF65-F5344CB8AC3E}">
        <p14:creationId xmlns:p14="http://schemas.microsoft.com/office/powerpoint/2010/main" val="18428879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3"/>
          <p:cNvGraphicFramePr>
            <a:graphicFrameLocks noGrp="1" noChangeAspect="1"/>
          </p:cNvGraphicFramePr>
          <p:nvPr>
            <p:ph sz="quarter" idx="10"/>
            <p:extLst>
              <p:ext uri="{D42A27DB-BD31-4B8C-83A1-F6EECF244321}">
                <p14:modId xmlns:p14="http://schemas.microsoft.com/office/powerpoint/2010/main" val="3172191149"/>
              </p:ext>
            </p:extLst>
          </p:nvPr>
        </p:nvGraphicFramePr>
        <p:xfrm>
          <a:off x="169893" y="3764968"/>
          <a:ext cx="4769794" cy="2599039"/>
        </p:xfrm>
        <a:graphic>
          <a:graphicData uri="http://schemas.openxmlformats.org/presentationml/2006/ole">
            <mc:AlternateContent xmlns:mc="http://schemas.openxmlformats.org/markup-compatibility/2006">
              <mc:Choice xmlns:v="urn:schemas-microsoft-com:vml" Requires="v">
                <p:oleObj name="Equation" r:id="rId2" imgW="3797280" imgH="2070000" progId="Equation.3">
                  <p:embed/>
                </p:oleObj>
              </mc:Choice>
              <mc:Fallback>
                <p:oleObj name="Equation" r:id="rId2" imgW="3797280" imgH="2070000" progId="Equation.3">
                  <p:embed/>
                  <p:pic>
                    <p:nvPicPr>
                      <p:cNvPr id="6" name="Object 3"/>
                      <p:cNvPicPr>
                        <a:picLocks noChangeAspect="1" noChangeArrowheads="1"/>
                      </p:cNvPicPr>
                      <p:nvPr/>
                    </p:nvPicPr>
                    <p:blipFill>
                      <a:blip r:embed="rId3"/>
                      <a:srcRect/>
                      <a:stretch>
                        <a:fillRect/>
                      </a:stretch>
                    </p:blipFill>
                    <p:spPr bwMode="auto">
                      <a:xfrm>
                        <a:off x="169893" y="3764968"/>
                        <a:ext cx="4769794" cy="2599039"/>
                      </a:xfrm>
                      <a:prstGeom prst="rect">
                        <a:avLst/>
                      </a:prstGeom>
                      <a:noFill/>
                      <a:ln>
                        <a:solidFill>
                          <a:srgbClr val="00B0F0"/>
                        </a:solidFill>
                      </a:ln>
                      <a:effectLst/>
                    </p:spPr>
                  </p:pic>
                </p:oleObj>
              </mc:Fallback>
            </mc:AlternateContent>
          </a:graphicData>
        </a:graphic>
      </p:graphicFrame>
      <p:sp>
        <p:nvSpPr>
          <p:cNvPr id="9" name="TextBox 8"/>
          <p:cNvSpPr txBox="1"/>
          <p:nvPr/>
        </p:nvSpPr>
        <p:spPr>
          <a:xfrm>
            <a:off x="4914900" y="5461890"/>
            <a:ext cx="4147831" cy="1131079"/>
          </a:xfrm>
          <a:prstGeom prst="rect">
            <a:avLst/>
          </a:prstGeom>
          <a:noFill/>
        </p:spPr>
        <p:txBody>
          <a:bodyPr wrap="square" rtlCol="0">
            <a:spAutoFit/>
          </a:bodyPr>
          <a:lstStyle/>
          <a:p>
            <a:pPr defTabSz="685800" fontAlgn="auto">
              <a:spcBef>
                <a:spcPts val="0"/>
              </a:spcBef>
              <a:spcAft>
                <a:spcPts val="0"/>
              </a:spcAft>
            </a:pPr>
            <a:r>
              <a:rPr lang="en-US" altLang="en-US" sz="1350" b="1" dirty="0">
                <a:solidFill>
                  <a:srgbClr val="222222"/>
                </a:solidFill>
                <a:latin typeface="Arial" panose="020B0604020202020204" pitchFamily="34" charset="0"/>
                <a:cs typeface="Arial" panose="020B0604020202020204" pitchFamily="34" charset="0"/>
              </a:rPr>
              <a:t>AdaBoost error function takes into account the fact that only the sign of the final result is used, thus sum can be far larger than 1 without increasing error</a:t>
            </a:r>
          </a:p>
          <a:p>
            <a:pPr defTabSz="685800" fontAlgn="auto">
              <a:spcBef>
                <a:spcPts val="0"/>
              </a:spcBef>
              <a:spcAft>
                <a:spcPts val="0"/>
              </a:spcAft>
            </a:pPr>
            <a:endParaRPr lang="en-US" sz="1350" dirty="0">
              <a:solidFill>
                <a:prstClr val="black"/>
              </a:solidFill>
              <a:latin typeface="Calibri"/>
            </a:endParaRPr>
          </a:p>
        </p:txBody>
      </p:sp>
      <p:graphicFrame>
        <p:nvGraphicFramePr>
          <p:cNvPr id="2" name="Table 1"/>
          <p:cNvGraphicFramePr>
            <a:graphicFrameLocks noGrp="1"/>
          </p:cNvGraphicFramePr>
          <p:nvPr>
            <p:extLst>
              <p:ext uri="{D42A27DB-BD31-4B8C-83A1-F6EECF244321}">
                <p14:modId xmlns:p14="http://schemas.microsoft.com/office/powerpoint/2010/main" val="2454066191"/>
              </p:ext>
            </p:extLst>
          </p:nvPr>
        </p:nvGraphicFramePr>
        <p:xfrm>
          <a:off x="381000" y="2707607"/>
          <a:ext cx="1567198" cy="235744"/>
        </p:xfrm>
        <a:graphic>
          <a:graphicData uri="http://schemas.openxmlformats.org/drawingml/2006/table">
            <a:tbl>
              <a:tblPr>
                <a:tableStyleId>{5C22544A-7EE6-4342-B048-85BDC9FD1C3A}</a:tableStyleId>
              </a:tblPr>
              <a:tblGrid>
                <a:gridCol w="990600">
                  <a:extLst>
                    <a:ext uri="{9D8B030D-6E8A-4147-A177-3AD203B41FA5}">
                      <a16:colId xmlns:a16="http://schemas.microsoft.com/office/drawing/2014/main" val="20000"/>
                    </a:ext>
                  </a:extLst>
                </a:gridCol>
                <a:gridCol w="576598">
                  <a:extLst>
                    <a:ext uri="{9D8B030D-6E8A-4147-A177-3AD203B41FA5}">
                      <a16:colId xmlns:a16="http://schemas.microsoft.com/office/drawing/2014/main" val="20001"/>
                    </a:ext>
                  </a:extLst>
                </a:gridCol>
              </a:tblGrid>
              <a:tr h="235744">
                <a:tc>
                  <a:txBody>
                    <a:bodyPr/>
                    <a:lstStyle/>
                    <a:p>
                      <a:pPr algn="r" fontAlgn="b"/>
                      <a:r>
                        <a:rPr lang="en-IN" sz="1500" u="none" strike="noStrike" dirty="0">
                          <a:effectLst/>
                          <a:sym typeface="Symbol" panose="05050102010706020507" pitchFamily="18" charset="2"/>
                        </a:rPr>
                        <a:t></a:t>
                      </a:r>
                      <a:r>
                        <a:rPr lang="en-IN" sz="1500" u="none" strike="noStrike" baseline="-25000" dirty="0">
                          <a:effectLst/>
                        </a:rPr>
                        <a:t>1</a:t>
                      </a:r>
                      <a:endParaRPr lang="en-IN" sz="1500" b="0" i="0" u="none" strike="noStrike" dirty="0">
                        <a:solidFill>
                          <a:srgbClr val="000000"/>
                        </a:solidFill>
                        <a:effectLst/>
                        <a:latin typeface="Calibri" panose="020F0502020204030204" pitchFamily="34" charset="0"/>
                      </a:endParaRPr>
                    </a:p>
                  </a:txBody>
                  <a:tcPr marL="7144" marR="64294" marT="7144" marB="0" anchor="b">
                    <a:solidFill>
                      <a:schemeClr val="bg1"/>
                    </a:solidFill>
                  </a:tcPr>
                </a:tc>
                <a:tc>
                  <a:txBody>
                    <a:bodyPr/>
                    <a:lstStyle/>
                    <a:p>
                      <a:pPr algn="r" fontAlgn="b"/>
                      <a:r>
                        <a:rPr lang="en-IN" sz="1500" u="none" strike="noStrike" dirty="0">
                          <a:effectLst/>
                        </a:rPr>
                        <a:t>1.7380</a:t>
                      </a:r>
                      <a:endParaRPr lang="en-IN" sz="1500" b="0" i="0" u="none" strike="noStrike" dirty="0">
                        <a:solidFill>
                          <a:srgbClr val="000000"/>
                        </a:solidFill>
                        <a:effectLst/>
                        <a:latin typeface="Calibri" panose="020F0502020204030204" pitchFamily="34" charset="0"/>
                      </a:endParaRPr>
                    </a:p>
                  </a:txBody>
                  <a:tcPr marL="7144" marR="7144" marT="7144" marB="0" anchor="b">
                    <a:solidFill>
                      <a:schemeClr val="bg1"/>
                    </a:solidFill>
                  </a:tcPr>
                </a:tc>
                <a:extLst>
                  <a:ext uri="{0D108BD9-81ED-4DB2-BD59-A6C34878D82A}">
                    <a16:rowId xmlns:a16="http://schemas.microsoft.com/office/drawing/2014/main" val="10000"/>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153006557"/>
              </p:ext>
            </p:extLst>
          </p:nvPr>
        </p:nvGraphicFramePr>
        <p:xfrm>
          <a:off x="3192979" y="2633366"/>
          <a:ext cx="1359585" cy="278624"/>
        </p:xfrm>
        <a:graphic>
          <a:graphicData uri="http://schemas.openxmlformats.org/drawingml/2006/table">
            <a:tbl>
              <a:tblPr>
                <a:tableStyleId>{5C22544A-7EE6-4342-B048-85BDC9FD1C3A}</a:tableStyleId>
              </a:tblPr>
              <a:tblGrid>
                <a:gridCol w="761368">
                  <a:extLst>
                    <a:ext uri="{9D8B030D-6E8A-4147-A177-3AD203B41FA5}">
                      <a16:colId xmlns:a16="http://schemas.microsoft.com/office/drawing/2014/main" val="20000"/>
                    </a:ext>
                  </a:extLst>
                </a:gridCol>
                <a:gridCol w="598217">
                  <a:extLst>
                    <a:ext uri="{9D8B030D-6E8A-4147-A177-3AD203B41FA5}">
                      <a16:colId xmlns:a16="http://schemas.microsoft.com/office/drawing/2014/main" val="20001"/>
                    </a:ext>
                  </a:extLst>
                </a:gridCol>
              </a:tblGrid>
              <a:tr h="278624">
                <a:tc>
                  <a:txBody>
                    <a:bodyPr/>
                    <a:lstStyle/>
                    <a:p>
                      <a:pPr algn="r" fontAlgn="b"/>
                      <a:r>
                        <a:rPr lang="en-IN" sz="1500" u="none" strike="noStrike" dirty="0">
                          <a:effectLst/>
                          <a:sym typeface="Symbol" panose="05050102010706020507" pitchFamily="18" charset="2"/>
                        </a:rPr>
                        <a:t></a:t>
                      </a:r>
                      <a:r>
                        <a:rPr lang="en-IN" sz="1500" u="none" strike="noStrike" baseline="-25000" dirty="0">
                          <a:effectLst/>
                          <a:sym typeface="Symbol" panose="05050102010706020507" pitchFamily="18" charset="2"/>
                        </a:rPr>
                        <a:t>2</a:t>
                      </a:r>
                      <a:endParaRPr lang="en-IN" sz="1500" b="0" i="0" u="none" strike="noStrike" dirty="0">
                        <a:solidFill>
                          <a:srgbClr val="000000"/>
                        </a:solidFill>
                        <a:effectLst/>
                        <a:latin typeface="Calibri" panose="020F0502020204030204" pitchFamily="34" charset="0"/>
                      </a:endParaRPr>
                    </a:p>
                  </a:txBody>
                  <a:tcPr marL="7144" marR="7144" marT="7144" marB="0" anchor="b">
                    <a:solidFill>
                      <a:schemeClr val="bg1"/>
                    </a:solidFill>
                  </a:tcPr>
                </a:tc>
                <a:tc>
                  <a:txBody>
                    <a:bodyPr/>
                    <a:lstStyle/>
                    <a:p>
                      <a:pPr algn="r" fontAlgn="b"/>
                      <a:r>
                        <a:rPr lang="en-US" sz="1500" b="0" i="0" u="none" strike="noStrike" dirty="0">
                          <a:solidFill>
                            <a:srgbClr val="000000"/>
                          </a:solidFill>
                          <a:effectLst/>
                          <a:latin typeface="Calibri" panose="020F0502020204030204" pitchFamily="34" charset="0"/>
                        </a:rPr>
                        <a:t>2.778</a:t>
                      </a:r>
                      <a:endParaRPr lang="en-IN" sz="1500" b="0" i="0" u="none" strike="noStrike" dirty="0">
                        <a:solidFill>
                          <a:srgbClr val="000000"/>
                        </a:solidFill>
                        <a:effectLst/>
                        <a:latin typeface="Calibri" panose="020F0502020204030204" pitchFamily="34" charset="0"/>
                      </a:endParaRPr>
                    </a:p>
                  </a:txBody>
                  <a:tcPr marL="7144" marR="64294" marT="7144" marB="0" anchor="b">
                    <a:solidFill>
                      <a:schemeClr val="bg1"/>
                    </a:solidFill>
                  </a:tcPr>
                </a:tc>
                <a:extLst>
                  <a:ext uri="{0D108BD9-81ED-4DB2-BD59-A6C34878D82A}">
                    <a16:rowId xmlns:a16="http://schemas.microsoft.com/office/drawing/2014/main" val="10000"/>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157578412"/>
              </p:ext>
            </p:extLst>
          </p:nvPr>
        </p:nvGraphicFramePr>
        <p:xfrm>
          <a:off x="5486400" y="2676246"/>
          <a:ext cx="1600201" cy="235744"/>
        </p:xfrm>
        <a:graphic>
          <a:graphicData uri="http://schemas.openxmlformats.org/drawingml/2006/table">
            <a:tbl>
              <a:tblPr>
                <a:tableStyleId>{5C22544A-7EE6-4342-B048-85BDC9FD1C3A}</a:tableStyleId>
              </a:tblPr>
              <a:tblGrid>
                <a:gridCol w="864059">
                  <a:extLst>
                    <a:ext uri="{9D8B030D-6E8A-4147-A177-3AD203B41FA5}">
                      <a16:colId xmlns:a16="http://schemas.microsoft.com/office/drawing/2014/main" val="20000"/>
                    </a:ext>
                  </a:extLst>
                </a:gridCol>
                <a:gridCol w="736142">
                  <a:extLst>
                    <a:ext uri="{9D8B030D-6E8A-4147-A177-3AD203B41FA5}">
                      <a16:colId xmlns:a16="http://schemas.microsoft.com/office/drawing/2014/main" val="20001"/>
                    </a:ext>
                  </a:extLst>
                </a:gridCol>
              </a:tblGrid>
              <a:tr h="235744">
                <a:tc>
                  <a:txBody>
                    <a:bodyPr/>
                    <a:lstStyle/>
                    <a:p>
                      <a:pPr algn="r" fontAlgn="b"/>
                      <a:r>
                        <a:rPr lang="en-IN" sz="1500" u="none" strike="noStrike" dirty="0">
                          <a:effectLst/>
                          <a:sym typeface="Symbol" panose="05050102010706020507" pitchFamily="18" charset="2"/>
                        </a:rPr>
                        <a:t></a:t>
                      </a:r>
                      <a:r>
                        <a:rPr lang="en-IN" sz="1500" u="none" strike="noStrike" baseline="-25000" dirty="0">
                          <a:effectLst/>
                          <a:sym typeface="Symbol" panose="05050102010706020507" pitchFamily="18" charset="2"/>
                        </a:rPr>
                        <a:t>3</a:t>
                      </a:r>
                      <a:endParaRPr lang="en-IN" sz="1500" b="0" i="0" u="none" strike="noStrike" dirty="0">
                        <a:solidFill>
                          <a:srgbClr val="000000"/>
                        </a:solidFill>
                        <a:effectLst/>
                        <a:latin typeface="Calibri" panose="020F0502020204030204" pitchFamily="34" charset="0"/>
                      </a:endParaRPr>
                    </a:p>
                  </a:txBody>
                  <a:tcPr marL="7144" marR="7144" marT="7144" marB="0" anchor="b">
                    <a:solidFill>
                      <a:schemeClr val="bg1"/>
                    </a:solidFill>
                  </a:tcPr>
                </a:tc>
                <a:tc>
                  <a:txBody>
                    <a:bodyPr/>
                    <a:lstStyle/>
                    <a:p>
                      <a:pPr algn="r" fontAlgn="b"/>
                      <a:r>
                        <a:rPr lang="en-US" sz="1500" b="0" i="0" u="none" strike="noStrike" dirty="0">
                          <a:solidFill>
                            <a:schemeClr val="dk1"/>
                          </a:solidFill>
                          <a:effectLst/>
                          <a:latin typeface="+mn-lt"/>
                          <a:sym typeface="Symbol" panose="05050102010706020507" pitchFamily="18" charset="2"/>
                        </a:rPr>
                        <a:t>4.119</a:t>
                      </a:r>
                      <a:endParaRPr lang="en-IN" sz="1500" b="0" i="0" u="none" strike="noStrike" dirty="0">
                        <a:solidFill>
                          <a:srgbClr val="000000"/>
                        </a:solidFill>
                        <a:effectLst/>
                        <a:latin typeface="Calibri" panose="020F0502020204030204" pitchFamily="34" charset="0"/>
                      </a:endParaRPr>
                    </a:p>
                  </a:txBody>
                  <a:tcPr marL="7144" marR="64294" marT="7144" marB="0" anchor="b">
                    <a:solidFill>
                      <a:schemeClr val="bg1"/>
                    </a:solidFill>
                  </a:tcPr>
                </a:tc>
                <a:extLst>
                  <a:ext uri="{0D108BD9-81ED-4DB2-BD59-A6C34878D82A}">
                    <a16:rowId xmlns:a16="http://schemas.microsoft.com/office/drawing/2014/main" val="10000"/>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1111630505"/>
              </p:ext>
            </p:extLst>
          </p:nvPr>
        </p:nvGraphicFramePr>
        <p:xfrm>
          <a:off x="3335382" y="1464195"/>
          <a:ext cx="1219200" cy="3556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3359515120"/>
                    </a:ext>
                  </a:extLst>
                </a:gridCol>
              </a:tblGrid>
              <a:tr h="355600">
                <a:tc>
                  <a:txBody>
                    <a:bodyPr/>
                    <a:lstStyle/>
                    <a:p>
                      <a:r>
                        <a:rPr lang="en-IN" dirty="0"/>
                        <a:t>X-test = 0.65</a:t>
                      </a:r>
                    </a:p>
                  </a:txBody>
                  <a:tcPr/>
                </a:tc>
                <a:extLst>
                  <a:ext uri="{0D108BD9-81ED-4DB2-BD59-A6C34878D82A}">
                    <a16:rowId xmlns:a16="http://schemas.microsoft.com/office/drawing/2014/main" val="642777603"/>
                  </a:ext>
                </a:extLst>
              </a:tr>
            </a:tbl>
          </a:graphicData>
        </a:graphic>
      </p:graphicFrame>
      <p:cxnSp>
        <p:nvCxnSpPr>
          <p:cNvPr id="13" name="Straight Arrow Connector 12"/>
          <p:cNvCxnSpPr>
            <a:stCxn id="11" idx="2"/>
            <a:endCxn id="2" idx="0"/>
          </p:cNvCxnSpPr>
          <p:nvPr/>
        </p:nvCxnSpPr>
        <p:spPr>
          <a:xfrm flipH="1">
            <a:off x="1164599" y="1819795"/>
            <a:ext cx="2780383" cy="8878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11" idx="2"/>
            <a:endCxn id="3" idx="0"/>
          </p:cNvCxnSpPr>
          <p:nvPr/>
        </p:nvCxnSpPr>
        <p:spPr>
          <a:xfrm flipH="1">
            <a:off x="3872771" y="1819795"/>
            <a:ext cx="72211" cy="8135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1" idx="2"/>
            <a:endCxn id="7" idx="0"/>
          </p:cNvCxnSpPr>
          <p:nvPr/>
        </p:nvCxnSpPr>
        <p:spPr>
          <a:xfrm>
            <a:off x="3944982" y="1819795"/>
            <a:ext cx="2341518" cy="8564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7" name="Table 26"/>
          <p:cNvGraphicFramePr>
            <a:graphicFrameLocks noGrp="1"/>
          </p:cNvGraphicFramePr>
          <p:nvPr>
            <p:extLst>
              <p:ext uri="{D42A27DB-BD31-4B8C-83A1-F6EECF244321}">
                <p14:modId xmlns:p14="http://schemas.microsoft.com/office/powerpoint/2010/main" val="3960985460"/>
              </p:ext>
            </p:extLst>
          </p:nvPr>
        </p:nvGraphicFramePr>
        <p:xfrm>
          <a:off x="838200" y="3033477"/>
          <a:ext cx="990600" cy="35560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3359515120"/>
                    </a:ext>
                  </a:extLst>
                </a:gridCol>
              </a:tblGrid>
              <a:tr h="355600">
                <a:tc>
                  <a:txBody>
                    <a:bodyPr/>
                    <a:lstStyle/>
                    <a:p>
                      <a:r>
                        <a:rPr lang="en-IN" dirty="0"/>
                        <a:t>Y-test = </a:t>
                      </a:r>
                      <a:r>
                        <a:rPr lang="en-IN" dirty="0">
                          <a:solidFill>
                            <a:srgbClr val="0000FF"/>
                          </a:solidFill>
                        </a:rPr>
                        <a:t>-1</a:t>
                      </a:r>
                    </a:p>
                  </a:txBody>
                  <a:tcPr>
                    <a:solidFill>
                      <a:schemeClr val="bg1">
                        <a:lumMod val="75000"/>
                      </a:schemeClr>
                    </a:solidFill>
                  </a:tcPr>
                </a:tc>
                <a:extLst>
                  <a:ext uri="{0D108BD9-81ED-4DB2-BD59-A6C34878D82A}">
                    <a16:rowId xmlns:a16="http://schemas.microsoft.com/office/drawing/2014/main" val="642777603"/>
                  </a:ext>
                </a:extLst>
              </a:tr>
            </a:tbl>
          </a:graphicData>
        </a:graphic>
      </p:graphicFrame>
      <p:graphicFrame>
        <p:nvGraphicFramePr>
          <p:cNvPr id="28" name="Table 27"/>
          <p:cNvGraphicFramePr>
            <a:graphicFrameLocks noGrp="1"/>
          </p:cNvGraphicFramePr>
          <p:nvPr>
            <p:extLst>
              <p:ext uri="{D42A27DB-BD31-4B8C-83A1-F6EECF244321}">
                <p14:modId xmlns:p14="http://schemas.microsoft.com/office/powerpoint/2010/main" val="1187007020"/>
              </p:ext>
            </p:extLst>
          </p:nvPr>
        </p:nvGraphicFramePr>
        <p:xfrm>
          <a:off x="3561964" y="3033477"/>
          <a:ext cx="990600" cy="35560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3359515120"/>
                    </a:ext>
                  </a:extLst>
                </a:gridCol>
              </a:tblGrid>
              <a:tr h="355600">
                <a:tc>
                  <a:txBody>
                    <a:bodyPr/>
                    <a:lstStyle/>
                    <a:p>
                      <a:r>
                        <a:rPr lang="en-IN" dirty="0"/>
                        <a:t>Y-test = </a:t>
                      </a:r>
                      <a:r>
                        <a:rPr lang="en-IN" dirty="0">
                          <a:solidFill>
                            <a:srgbClr val="FF0000"/>
                          </a:solidFill>
                        </a:rPr>
                        <a:t>+1</a:t>
                      </a:r>
                    </a:p>
                  </a:txBody>
                  <a:tcPr>
                    <a:solidFill>
                      <a:schemeClr val="bg1">
                        <a:lumMod val="75000"/>
                      </a:schemeClr>
                    </a:solidFill>
                  </a:tcPr>
                </a:tc>
                <a:extLst>
                  <a:ext uri="{0D108BD9-81ED-4DB2-BD59-A6C34878D82A}">
                    <a16:rowId xmlns:a16="http://schemas.microsoft.com/office/drawing/2014/main" val="642777603"/>
                  </a:ext>
                </a:extLst>
              </a:tr>
            </a:tbl>
          </a:graphicData>
        </a:graphic>
      </p:graphicFrame>
      <p:graphicFrame>
        <p:nvGraphicFramePr>
          <p:cNvPr id="29" name="Table 28"/>
          <p:cNvGraphicFramePr>
            <a:graphicFrameLocks noGrp="1"/>
          </p:cNvGraphicFramePr>
          <p:nvPr>
            <p:extLst>
              <p:ext uri="{D42A27DB-BD31-4B8C-83A1-F6EECF244321}">
                <p14:modId xmlns:p14="http://schemas.microsoft.com/office/powerpoint/2010/main" val="3458300610"/>
              </p:ext>
            </p:extLst>
          </p:nvPr>
        </p:nvGraphicFramePr>
        <p:xfrm>
          <a:off x="6174489" y="2981451"/>
          <a:ext cx="990600" cy="35560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3359515120"/>
                    </a:ext>
                  </a:extLst>
                </a:gridCol>
              </a:tblGrid>
              <a:tr h="355600">
                <a:tc>
                  <a:txBody>
                    <a:bodyPr/>
                    <a:lstStyle/>
                    <a:p>
                      <a:r>
                        <a:rPr lang="en-IN" dirty="0"/>
                        <a:t>Y-test = </a:t>
                      </a:r>
                      <a:r>
                        <a:rPr lang="en-IN" dirty="0">
                          <a:solidFill>
                            <a:srgbClr val="0000FF"/>
                          </a:solidFill>
                        </a:rPr>
                        <a:t>-1</a:t>
                      </a:r>
                    </a:p>
                  </a:txBody>
                  <a:tcPr>
                    <a:solidFill>
                      <a:schemeClr val="bg1">
                        <a:lumMod val="75000"/>
                      </a:schemeClr>
                    </a:solidFill>
                  </a:tcPr>
                </a:tc>
                <a:extLst>
                  <a:ext uri="{0D108BD9-81ED-4DB2-BD59-A6C34878D82A}">
                    <a16:rowId xmlns:a16="http://schemas.microsoft.com/office/drawing/2014/main" val="642777603"/>
                  </a:ext>
                </a:extLst>
              </a:tr>
            </a:tbl>
          </a:graphicData>
        </a:graphic>
      </p:graphicFrame>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84C8C463-F0B7-6410-7682-C26A9C92CDE0}"/>
                  </a:ext>
                </a:extLst>
              </p14:cNvPr>
              <p14:cNvContentPartPr/>
              <p14:nvPr/>
            </p14:nvContentPartPr>
            <p14:xfrm>
              <a:off x="501840" y="312840"/>
              <a:ext cx="8629920" cy="4899600"/>
            </p14:xfrm>
          </p:contentPart>
        </mc:Choice>
        <mc:Fallback>
          <p:pic>
            <p:nvPicPr>
              <p:cNvPr id="4" name="Ink 3">
                <a:extLst>
                  <a:ext uri="{FF2B5EF4-FFF2-40B4-BE49-F238E27FC236}">
                    <a16:creationId xmlns:a16="http://schemas.microsoft.com/office/drawing/2014/main" id="{84C8C463-F0B7-6410-7682-C26A9C92CDE0}"/>
                  </a:ext>
                </a:extLst>
              </p:cNvPr>
              <p:cNvPicPr/>
              <p:nvPr/>
            </p:nvPicPr>
            <p:blipFill>
              <a:blip r:embed="rId5"/>
              <a:stretch>
                <a:fillRect/>
              </a:stretch>
            </p:blipFill>
            <p:spPr>
              <a:xfrm>
                <a:off x="492480" y="303480"/>
                <a:ext cx="8648640" cy="4918320"/>
              </a:xfrm>
              <a:prstGeom prst="rect">
                <a:avLst/>
              </a:prstGeom>
            </p:spPr>
          </p:pic>
        </mc:Fallback>
      </mc:AlternateContent>
    </p:spTree>
    <p:extLst>
      <p:ext uri="{BB962C8B-B14F-4D97-AF65-F5344CB8AC3E}">
        <p14:creationId xmlns:p14="http://schemas.microsoft.com/office/powerpoint/2010/main" val="18583870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04800" y="1523999"/>
            <a:ext cx="3810000" cy="4118843"/>
          </a:xfrm>
          <a:prstGeom prst="rect">
            <a:avLst/>
          </a:prstGeom>
        </p:spPr>
      </p:pic>
      <p:pic>
        <p:nvPicPr>
          <p:cNvPr id="5" name="Picture 4"/>
          <p:cNvPicPr>
            <a:picLocks noChangeAspect="1"/>
          </p:cNvPicPr>
          <p:nvPr/>
        </p:nvPicPr>
        <p:blipFill>
          <a:blip r:embed="rId3"/>
          <a:stretch>
            <a:fillRect/>
          </a:stretch>
        </p:blipFill>
        <p:spPr>
          <a:xfrm>
            <a:off x="4572000" y="3695699"/>
            <a:ext cx="3614811" cy="1866901"/>
          </a:xfrm>
          <a:prstGeom prst="rect">
            <a:avLst/>
          </a:prstGeom>
        </p:spPr>
      </p:pic>
      <p:sp>
        <p:nvSpPr>
          <p:cNvPr id="6" name="Rectangle 5"/>
          <p:cNvSpPr/>
          <p:nvPr/>
        </p:nvSpPr>
        <p:spPr>
          <a:xfrm>
            <a:off x="3936569" y="961249"/>
            <a:ext cx="4521631" cy="307777"/>
          </a:xfrm>
          <a:prstGeom prst="rect">
            <a:avLst/>
          </a:prstGeom>
        </p:spPr>
        <p:txBody>
          <a:bodyPr wrap="square">
            <a:spAutoFit/>
          </a:bodyPr>
          <a:lstStyle/>
          <a:p>
            <a:pPr defTabSz="685800" fontAlgn="auto">
              <a:spcBef>
                <a:spcPts val="0"/>
              </a:spcBef>
              <a:spcAft>
                <a:spcPts val="0"/>
              </a:spcAft>
            </a:pPr>
            <a:r>
              <a:rPr lang="en-US" sz="1400" dirty="0">
                <a:solidFill>
                  <a:schemeClr val="bg1">
                    <a:lumMod val="50000"/>
                  </a:schemeClr>
                </a:solidFill>
                <a:latin typeface="Arial" panose="020B0604020202020204" pitchFamily="34" charset="0"/>
                <a:cs typeface="Arial" panose="020B0604020202020204" pitchFamily="34" charset="0"/>
              </a:rPr>
              <a:t>Source Credit : Schapire and Freund, 2012</a:t>
            </a:r>
            <a:endParaRPr lang="en-IN" sz="1400" dirty="0">
              <a:solidFill>
                <a:schemeClr val="bg1">
                  <a:lumMod val="50000"/>
                </a:schemeClr>
              </a:solidFill>
              <a:latin typeface="Arial" panose="020B0604020202020204" pitchFamily="34" charset="0"/>
              <a:cs typeface="Arial" panose="020B0604020202020204" pitchFamily="34" charset="0"/>
            </a:endParaRPr>
          </a:p>
        </p:txBody>
      </p:sp>
      <p:sp>
        <p:nvSpPr>
          <p:cNvPr id="9" name="Rectangle 2"/>
          <p:cNvSpPr>
            <a:spLocks noGrp="1" noChangeArrowheads="1"/>
          </p:cNvSpPr>
          <p:nvPr>
            <p:ph sz="quarter" idx="10"/>
          </p:nvPr>
        </p:nvSpPr>
        <p:spPr>
          <a:xfrm>
            <a:off x="304800" y="152400"/>
            <a:ext cx="6324600" cy="1143000"/>
          </a:xfrm>
          <a:noFill/>
          <a:ln w="9525">
            <a:noFill/>
            <a:miter lim="800000"/>
            <a:headEnd/>
            <a:tailEnd/>
          </a:ln>
        </p:spPr>
        <p:txBody>
          <a:bodyPr vert="horz" wrap="square" lIns="68580" tIns="34290" rIns="68580" bIns="34290" numCol="1" rtlCol="0" anchor="ctr" anchorCtr="0" compatLnSpc="1">
            <a:prstTxWarp prst="textNoShape">
              <a:avLst/>
            </a:prstTxWarp>
            <a:normAutofit fontScale="97500"/>
          </a:bodyPr>
          <a:lstStyle/>
          <a:p>
            <a:pPr>
              <a:lnSpc>
                <a:spcPct val="150000"/>
              </a:lnSpc>
            </a:pPr>
            <a:r>
              <a:rPr lang="en-US" altLang="en-US" sz="2400" b="1" dirty="0">
                <a:latin typeface="Arial" panose="020B0604020202020204" pitchFamily="34" charset="0"/>
              </a:rPr>
              <a:t>AdaBoost Example (Visualization)</a:t>
            </a:r>
          </a:p>
        </p:txBody>
      </p:sp>
      <p:cxnSp>
        <p:nvCxnSpPr>
          <p:cNvPr id="3" name="Straight Arrow Connector 2"/>
          <p:cNvCxnSpPr/>
          <p:nvPr/>
        </p:nvCxnSpPr>
        <p:spPr>
          <a:xfrm>
            <a:off x="2057400" y="25146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Curved Connector 7"/>
          <p:cNvCxnSpPr/>
          <p:nvPr/>
        </p:nvCxnSpPr>
        <p:spPr>
          <a:xfrm rot="10800000" flipV="1">
            <a:off x="2057400" y="3428998"/>
            <a:ext cx="609600" cy="457201"/>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2057399" y="4800600"/>
            <a:ext cx="3048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urved Connector 15"/>
          <p:cNvCxnSpPr/>
          <p:nvPr/>
        </p:nvCxnSpPr>
        <p:spPr>
          <a:xfrm flipV="1">
            <a:off x="3962400" y="4267200"/>
            <a:ext cx="685800" cy="4572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6172200" y="44958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07507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92099" y="1600200"/>
            <a:ext cx="5293895" cy="4876800"/>
          </a:xfrm>
          <a:prstGeom prst="rect">
            <a:avLst/>
          </a:prstGeom>
        </p:spPr>
      </p:pic>
      <p:sp>
        <p:nvSpPr>
          <p:cNvPr id="4" name="Rectangular Callout 3"/>
          <p:cNvSpPr/>
          <p:nvPr/>
        </p:nvSpPr>
        <p:spPr>
          <a:xfrm>
            <a:off x="4716145" y="4495800"/>
            <a:ext cx="3978910" cy="1773902"/>
          </a:xfrm>
          <a:prstGeom prst="wedgeRectCallou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defTabSz="685800" fontAlgn="auto">
              <a:spcBef>
                <a:spcPts val="0"/>
              </a:spcBef>
              <a:spcAft>
                <a:spcPts val="0"/>
              </a:spcAft>
            </a:pPr>
            <a:r>
              <a:rPr lang="en-US" dirty="0">
                <a:solidFill>
                  <a:prstClr val="black"/>
                </a:solidFill>
                <a:latin typeface="Arial" panose="020B0604020202020204" pitchFamily="34" charset="0"/>
                <a:cs typeface="Arial" panose="020B0604020202020204" pitchFamily="34" charset="0"/>
              </a:rPr>
              <a:t> Member classifier with less error are given more weight in ﬁnal ensemble hypothesis. Final prediction is a  weighted combination of each members prediction</a:t>
            </a:r>
          </a:p>
        </p:txBody>
      </p:sp>
      <p:sp>
        <p:nvSpPr>
          <p:cNvPr id="5" name="Content Placeholder 1"/>
          <p:cNvSpPr txBox="1">
            <a:spLocks/>
          </p:cNvSpPr>
          <p:nvPr/>
        </p:nvSpPr>
        <p:spPr bwMode="auto">
          <a:xfrm>
            <a:off x="304800" y="304800"/>
            <a:ext cx="6400800" cy="857250"/>
          </a:xfrm>
          <a:prstGeom prst="rect">
            <a:avLst/>
          </a:prstGeom>
          <a:noFill/>
          <a:ln w="9525">
            <a:noFill/>
            <a:miter lim="800000"/>
            <a:headEnd/>
            <a:tailEnd/>
          </a:ln>
        </p:spPr>
        <p:txBody>
          <a:bodyPr vert="horz" wrap="square" lIns="68580" tIns="34290" rIns="68580" bIns="34290" numCol="1" anchor="ctr" anchorCtr="0" compatLnSpc="1">
            <a:prstTxWarp prst="textNoShape">
              <a:avLst/>
            </a:prstTxWarp>
            <a:noAutofit/>
          </a:bodyPr>
          <a:lstStyle>
            <a:lvl1pPr marL="0" indent="-257175" algn="l" rtl="0" fontAlgn="base">
              <a:lnSpc>
                <a:spcPts val="2700"/>
              </a:lnSpc>
              <a:spcBef>
                <a:spcPts val="0"/>
              </a:spcBef>
              <a:spcAft>
                <a:spcPct val="0"/>
              </a:spcAft>
              <a:buFont typeface="Arial" charset="0"/>
              <a:buNone/>
              <a:defRPr sz="2700" b="1" kern="1200" spc="-113" baseline="0">
                <a:solidFill>
                  <a:schemeClr val="tx1"/>
                </a:solidFill>
                <a:latin typeface="Arial" pitchFamily="34" charset="0"/>
                <a:ea typeface="+mn-ea"/>
                <a:cs typeface="Arial" pitchFamily="34" charset="0"/>
              </a:defRPr>
            </a:lvl1pPr>
            <a:lvl2pPr marL="557213" indent="-214313" algn="l" rtl="0" fontAlgn="base">
              <a:spcBef>
                <a:spcPct val="20000"/>
              </a:spcBef>
              <a:spcAft>
                <a:spcPct val="0"/>
              </a:spcAft>
              <a:buFont typeface="Arial" charset="0"/>
              <a:buChar char="–"/>
              <a:defRPr sz="2100" kern="1200">
                <a:solidFill>
                  <a:schemeClr val="tx1"/>
                </a:solidFill>
                <a:latin typeface="Arial" pitchFamily="34" charset="0"/>
                <a:ea typeface="+mn-ea"/>
                <a:cs typeface="Arial" pitchFamily="34" charset="0"/>
              </a:defRPr>
            </a:lvl2pPr>
            <a:lvl3pPr marL="857250" indent="-171450" algn="l" rtl="0" fontAlgn="base">
              <a:spcBef>
                <a:spcPct val="20000"/>
              </a:spcBef>
              <a:spcAft>
                <a:spcPct val="0"/>
              </a:spcAft>
              <a:buFont typeface="Arial" charset="0"/>
              <a:buChar char="•"/>
              <a:defRPr sz="1800" kern="1200">
                <a:solidFill>
                  <a:schemeClr val="tx1"/>
                </a:solidFill>
                <a:latin typeface="Arial" pitchFamily="34" charset="0"/>
                <a:ea typeface="+mn-ea"/>
                <a:cs typeface="Arial" pitchFamily="34" charset="0"/>
              </a:defRPr>
            </a:lvl3pPr>
            <a:lvl4pPr marL="12001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4pPr>
            <a:lvl5pPr marL="15430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pPr>
            <a:r>
              <a:rPr lang="en-US" altLang="en-US" sz="2400" dirty="0">
                <a:ea typeface="Cambria" panose="02040503050406030204" pitchFamily="18" charset="0"/>
              </a:rPr>
              <a:t>Ada Boost Algorithm – Version 2 </a:t>
            </a:r>
          </a:p>
          <a:p>
            <a:pPr>
              <a:lnSpc>
                <a:spcPct val="150000"/>
              </a:lnSpc>
            </a:pPr>
            <a:r>
              <a:rPr lang="en-US" altLang="en-US" sz="1800" dirty="0">
                <a:ea typeface="Cambria" panose="02040503050406030204" pitchFamily="18" charset="0"/>
              </a:rPr>
              <a:t>(with bootstrapping + sum for error term)</a:t>
            </a:r>
            <a:endParaRPr lang="en-US" sz="1800" dirty="0">
              <a:ea typeface="Cambria" panose="02040503050406030204" pitchFamily="18" charset="0"/>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BC7BFB3A-B1D8-060A-9D3D-8B0EC566A443}"/>
                  </a:ext>
                </a:extLst>
              </p14:cNvPr>
              <p14:cNvContentPartPr/>
              <p14:nvPr/>
            </p14:nvContentPartPr>
            <p14:xfrm>
              <a:off x="951840" y="1169640"/>
              <a:ext cx="3211200" cy="3322440"/>
            </p14:xfrm>
          </p:contentPart>
        </mc:Choice>
        <mc:Fallback>
          <p:pic>
            <p:nvPicPr>
              <p:cNvPr id="2" name="Ink 1">
                <a:extLst>
                  <a:ext uri="{FF2B5EF4-FFF2-40B4-BE49-F238E27FC236}">
                    <a16:creationId xmlns:a16="http://schemas.microsoft.com/office/drawing/2014/main" id="{BC7BFB3A-B1D8-060A-9D3D-8B0EC566A443}"/>
                  </a:ext>
                </a:extLst>
              </p:cNvPr>
              <p:cNvPicPr/>
              <p:nvPr/>
            </p:nvPicPr>
            <p:blipFill>
              <a:blip r:embed="rId4"/>
              <a:stretch>
                <a:fillRect/>
              </a:stretch>
            </p:blipFill>
            <p:spPr>
              <a:xfrm>
                <a:off x="942480" y="1160280"/>
                <a:ext cx="3229920" cy="3341160"/>
              </a:xfrm>
              <a:prstGeom prst="rect">
                <a:avLst/>
              </a:prstGeom>
            </p:spPr>
          </p:pic>
        </mc:Fallback>
      </mc:AlternateContent>
    </p:spTree>
    <p:extLst>
      <p:ext uri="{BB962C8B-B14F-4D97-AF65-F5344CB8AC3E}">
        <p14:creationId xmlns:p14="http://schemas.microsoft.com/office/powerpoint/2010/main" val="42668678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9" name="Google Shape;449;g7cd0961f79_0_99"/>
          <p:cNvSpPr txBox="1">
            <a:spLocks noGrp="1"/>
          </p:cNvSpPr>
          <p:nvPr>
            <p:ph sz="quarter" idx="10"/>
          </p:nvPr>
        </p:nvSpPr>
        <p:spPr>
          <a:prstGeom prst="rect">
            <a:avLst/>
          </a:prstGeom>
          <a:noFill/>
          <a:ln>
            <a:noFill/>
          </a:ln>
        </p:spPr>
        <p:txBody>
          <a:bodyPr spcFirstLastPara="1" vert="horz" wrap="square" lIns="51427" tIns="25706" rIns="51427" bIns="25706" numCol="1" anchor="t" anchorCtr="0" compatLnSpc="1">
            <a:prstTxWarp prst="textNoShape">
              <a:avLst/>
            </a:prstTxWarp>
            <a:noAutofit/>
          </a:bodyPr>
          <a:lstStyle/>
          <a:p>
            <a:pPr indent="0"/>
            <a:endParaRPr sz="1350"/>
          </a:p>
          <a:p>
            <a:pPr indent="0"/>
            <a:endParaRPr sz="1350"/>
          </a:p>
        </p:txBody>
      </p:sp>
      <p:sp>
        <p:nvSpPr>
          <p:cNvPr id="451" name="Google Shape;451;g7cd0961f79_0_99"/>
          <p:cNvSpPr txBox="1"/>
          <p:nvPr/>
        </p:nvSpPr>
        <p:spPr>
          <a:xfrm>
            <a:off x="3249542" y="1288969"/>
            <a:ext cx="4141858" cy="643534"/>
          </a:xfrm>
          <a:prstGeom prst="rect">
            <a:avLst/>
          </a:prstGeom>
          <a:noFill/>
          <a:ln>
            <a:noFill/>
          </a:ln>
        </p:spPr>
        <p:txBody>
          <a:bodyPr spcFirstLastPara="1" wrap="square" lIns="51427" tIns="51427" rIns="51427" bIns="51427" anchor="t" anchorCtr="0">
            <a:noAutofit/>
          </a:bodyPr>
          <a:lstStyle/>
          <a:p>
            <a:pPr defTabSz="685800" fontAlgn="auto">
              <a:spcBef>
                <a:spcPts val="0"/>
              </a:spcBef>
              <a:spcAft>
                <a:spcPts val="0"/>
              </a:spcAft>
            </a:pPr>
            <a:r>
              <a:rPr lang="en-US" sz="1800" dirty="0">
                <a:solidFill>
                  <a:prstClr val="black"/>
                </a:solidFill>
                <a:highlight>
                  <a:srgbClr val="FFFF00"/>
                </a:highlight>
                <a:latin typeface="Arial" panose="020B0604020202020204" pitchFamily="34" charset="0"/>
                <a:ea typeface="Calibri"/>
                <a:cs typeface="Arial" panose="020B0604020202020204" pitchFamily="34" charset="0"/>
                <a:sym typeface="Calibri"/>
              </a:rPr>
              <a:t>How do we combine the results now?</a:t>
            </a:r>
            <a:endParaRPr sz="1800" dirty="0">
              <a:solidFill>
                <a:prstClr val="black"/>
              </a:solidFill>
              <a:highlight>
                <a:srgbClr val="FFFF00"/>
              </a:highlight>
              <a:latin typeface="Arial" panose="020B0604020202020204" pitchFamily="34" charset="0"/>
              <a:ea typeface="Calibri"/>
              <a:cs typeface="Arial" panose="020B0604020202020204" pitchFamily="34" charset="0"/>
              <a:sym typeface="Calibri"/>
            </a:endParaRPr>
          </a:p>
        </p:txBody>
      </p:sp>
      <p:pic>
        <p:nvPicPr>
          <p:cNvPr id="3" name="Picture 2"/>
          <p:cNvPicPr>
            <a:picLocks noChangeAspect="1"/>
          </p:cNvPicPr>
          <p:nvPr/>
        </p:nvPicPr>
        <p:blipFill>
          <a:blip r:embed="rId3"/>
          <a:stretch>
            <a:fillRect/>
          </a:stretch>
        </p:blipFill>
        <p:spPr>
          <a:xfrm>
            <a:off x="1383030" y="1932502"/>
            <a:ext cx="6391233" cy="3967163"/>
          </a:xfrm>
          <a:prstGeom prst="rect">
            <a:avLst/>
          </a:prstGeom>
        </p:spPr>
      </p:pic>
      <p:sp>
        <p:nvSpPr>
          <p:cNvPr id="8" name="Rectangle 2"/>
          <p:cNvSpPr txBox="1">
            <a:spLocks noChangeArrowheads="1"/>
          </p:cNvSpPr>
          <p:nvPr/>
        </p:nvSpPr>
        <p:spPr bwMode="auto">
          <a:xfrm>
            <a:off x="457200" y="304800"/>
            <a:ext cx="6324600" cy="1143000"/>
          </a:xfrm>
          <a:prstGeom prst="rect">
            <a:avLst/>
          </a:prstGeom>
          <a:noFill/>
          <a:ln w="9525">
            <a:noFill/>
            <a:miter lim="800000"/>
            <a:headEnd/>
            <a:tailEnd/>
          </a:ln>
        </p:spPr>
        <p:txBody>
          <a:bodyPr vert="horz" wrap="square" lIns="68580" tIns="34290" rIns="68580" bIns="34290" numCol="1" rtlCol="0" anchor="ctr" anchorCtr="0" compatLnSpc="1">
            <a:prstTxWarp prst="textNoShape">
              <a:avLst/>
            </a:prstTxWarp>
            <a:normAutofit fontScale="97500"/>
          </a:bodyPr>
          <a:lstStyle>
            <a:lvl1pPr marL="0" indent="-257175" algn="l" rtl="0" fontAlgn="base">
              <a:lnSpc>
                <a:spcPts val="2700"/>
              </a:lnSpc>
              <a:spcBef>
                <a:spcPts val="0"/>
              </a:spcBef>
              <a:spcAft>
                <a:spcPct val="0"/>
              </a:spcAft>
              <a:buFont typeface="Arial" charset="0"/>
              <a:buNone/>
              <a:defRPr sz="2700" b="1" kern="1200" spc="-113" baseline="0">
                <a:solidFill>
                  <a:schemeClr val="tx1"/>
                </a:solidFill>
                <a:latin typeface="Arial" pitchFamily="34" charset="0"/>
                <a:ea typeface="+mn-ea"/>
                <a:cs typeface="Arial" pitchFamily="34" charset="0"/>
              </a:defRPr>
            </a:lvl1pPr>
            <a:lvl2pPr marL="557213" indent="-214313" algn="l" rtl="0" fontAlgn="base">
              <a:spcBef>
                <a:spcPct val="20000"/>
              </a:spcBef>
              <a:spcAft>
                <a:spcPct val="0"/>
              </a:spcAft>
              <a:buFont typeface="Arial" charset="0"/>
              <a:buChar char="–"/>
              <a:defRPr sz="2100" kern="1200">
                <a:solidFill>
                  <a:schemeClr val="tx1"/>
                </a:solidFill>
                <a:latin typeface="Arial" pitchFamily="34" charset="0"/>
                <a:ea typeface="+mn-ea"/>
                <a:cs typeface="Arial" pitchFamily="34" charset="0"/>
              </a:defRPr>
            </a:lvl2pPr>
            <a:lvl3pPr marL="857250" indent="-171450" algn="l" rtl="0" fontAlgn="base">
              <a:spcBef>
                <a:spcPct val="20000"/>
              </a:spcBef>
              <a:spcAft>
                <a:spcPct val="0"/>
              </a:spcAft>
              <a:buFont typeface="Arial" charset="0"/>
              <a:buChar char="•"/>
              <a:defRPr sz="1800" kern="1200">
                <a:solidFill>
                  <a:schemeClr val="tx1"/>
                </a:solidFill>
                <a:latin typeface="Arial" pitchFamily="34" charset="0"/>
                <a:ea typeface="+mn-ea"/>
                <a:cs typeface="Arial" pitchFamily="34" charset="0"/>
              </a:defRPr>
            </a:lvl3pPr>
            <a:lvl4pPr marL="12001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4pPr>
            <a:lvl5pPr marL="15430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pPr>
            <a:r>
              <a:rPr lang="en-US" altLang="en-US" sz="2400" dirty="0"/>
              <a:t>AdaBoost Example (version 2)</a:t>
            </a:r>
          </a:p>
        </p:txBody>
      </p:sp>
      <p:sp>
        <p:nvSpPr>
          <p:cNvPr id="10" name="Rectangle 9"/>
          <p:cNvSpPr/>
          <p:nvPr/>
        </p:nvSpPr>
        <p:spPr>
          <a:xfrm>
            <a:off x="1981200" y="6173107"/>
            <a:ext cx="3321403" cy="276999"/>
          </a:xfrm>
          <a:prstGeom prst="rect">
            <a:avLst/>
          </a:prstGeom>
        </p:spPr>
        <p:txBody>
          <a:bodyPr wrap="square">
            <a:spAutoFit/>
          </a:bodyPr>
          <a:lstStyle/>
          <a:p>
            <a:pPr defTabSz="685800" fontAlgn="auto">
              <a:spcBef>
                <a:spcPts val="0"/>
              </a:spcBef>
              <a:spcAft>
                <a:spcPts val="0"/>
              </a:spcAft>
            </a:pPr>
            <a:r>
              <a:rPr lang="en-US" sz="1200" dirty="0">
                <a:solidFill>
                  <a:schemeClr val="bg1">
                    <a:lumMod val="50000"/>
                  </a:schemeClr>
                </a:solidFill>
                <a:latin typeface="Arial" panose="020B0604020202020204" pitchFamily="34" charset="0"/>
                <a:cs typeface="Arial" panose="020B0604020202020204" pitchFamily="34" charset="0"/>
              </a:rPr>
              <a:t>Source Credit : Schapire and Freund, 2012</a:t>
            </a:r>
            <a:endParaRPr lang="en-IN" sz="120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290666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04800" y="1524000"/>
            <a:ext cx="8741919" cy="4191000"/>
          </a:xfrm>
          <a:prstGeom prst="rect">
            <a:avLst/>
          </a:prstGeom>
        </p:spPr>
      </p:pic>
      <p:sp>
        <p:nvSpPr>
          <p:cNvPr id="6" name="Rectangle 5"/>
          <p:cNvSpPr/>
          <p:nvPr/>
        </p:nvSpPr>
        <p:spPr>
          <a:xfrm>
            <a:off x="1981200" y="6173107"/>
            <a:ext cx="3321403" cy="276999"/>
          </a:xfrm>
          <a:prstGeom prst="rect">
            <a:avLst/>
          </a:prstGeom>
        </p:spPr>
        <p:txBody>
          <a:bodyPr wrap="square">
            <a:spAutoFit/>
          </a:bodyPr>
          <a:lstStyle/>
          <a:p>
            <a:pPr defTabSz="685800" fontAlgn="auto">
              <a:spcBef>
                <a:spcPts val="0"/>
              </a:spcBef>
              <a:spcAft>
                <a:spcPts val="0"/>
              </a:spcAft>
            </a:pPr>
            <a:r>
              <a:rPr lang="en-US" sz="1200" dirty="0">
                <a:solidFill>
                  <a:schemeClr val="bg1">
                    <a:lumMod val="50000"/>
                  </a:schemeClr>
                </a:solidFill>
                <a:latin typeface="Arial" panose="020B0604020202020204" pitchFamily="34" charset="0"/>
                <a:cs typeface="Arial" panose="020B0604020202020204" pitchFamily="34" charset="0"/>
              </a:rPr>
              <a:t>Source Credit : </a:t>
            </a:r>
            <a:r>
              <a:rPr lang="en-US" sz="1200" dirty="0" err="1">
                <a:solidFill>
                  <a:schemeClr val="bg1">
                    <a:lumMod val="50000"/>
                  </a:schemeClr>
                </a:solidFill>
                <a:latin typeface="Arial" panose="020B0604020202020204" pitchFamily="34" charset="0"/>
                <a:cs typeface="Arial" panose="020B0604020202020204" pitchFamily="34" charset="0"/>
              </a:rPr>
              <a:t>Schapire</a:t>
            </a:r>
            <a:r>
              <a:rPr lang="en-US" sz="1200" dirty="0">
                <a:solidFill>
                  <a:schemeClr val="bg1">
                    <a:lumMod val="50000"/>
                  </a:schemeClr>
                </a:solidFill>
                <a:latin typeface="Arial" panose="020B0604020202020204" pitchFamily="34" charset="0"/>
                <a:cs typeface="Arial" panose="020B0604020202020204" pitchFamily="34" charset="0"/>
              </a:rPr>
              <a:t> and Freund, 2012</a:t>
            </a:r>
            <a:endParaRPr lang="en-IN" sz="1200" dirty="0">
              <a:solidFill>
                <a:schemeClr val="bg1">
                  <a:lumMod val="50000"/>
                </a:schemeClr>
              </a:solidFill>
              <a:latin typeface="Arial" panose="020B0604020202020204" pitchFamily="34" charset="0"/>
              <a:cs typeface="Arial" panose="020B0604020202020204" pitchFamily="34" charset="0"/>
            </a:endParaRPr>
          </a:p>
        </p:txBody>
      </p:sp>
      <p:sp>
        <p:nvSpPr>
          <p:cNvPr id="7" name="Rectangle 2"/>
          <p:cNvSpPr txBox="1">
            <a:spLocks noChangeArrowheads="1"/>
          </p:cNvSpPr>
          <p:nvPr/>
        </p:nvSpPr>
        <p:spPr bwMode="auto">
          <a:xfrm>
            <a:off x="457200" y="304800"/>
            <a:ext cx="6324600" cy="1143000"/>
          </a:xfrm>
          <a:prstGeom prst="rect">
            <a:avLst/>
          </a:prstGeom>
          <a:noFill/>
          <a:ln w="9525">
            <a:noFill/>
            <a:miter lim="800000"/>
            <a:headEnd/>
            <a:tailEnd/>
          </a:ln>
        </p:spPr>
        <p:txBody>
          <a:bodyPr vert="horz" wrap="square" lIns="68580" tIns="34290" rIns="68580" bIns="34290" numCol="1" rtlCol="0" anchor="ctr" anchorCtr="0" compatLnSpc="1">
            <a:prstTxWarp prst="textNoShape">
              <a:avLst/>
            </a:prstTxWarp>
            <a:normAutofit fontScale="97500"/>
          </a:bodyPr>
          <a:lstStyle>
            <a:lvl1pPr marL="0" indent="-257175" algn="l" rtl="0" fontAlgn="base">
              <a:lnSpc>
                <a:spcPts val="2700"/>
              </a:lnSpc>
              <a:spcBef>
                <a:spcPts val="0"/>
              </a:spcBef>
              <a:spcAft>
                <a:spcPct val="0"/>
              </a:spcAft>
              <a:buFont typeface="Arial" charset="0"/>
              <a:buNone/>
              <a:defRPr sz="2700" b="1" kern="1200" spc="-113" baseline="0">
                <a:solidFill>
                  <a:schemeClr val="tx1"/>
                </a:solidFill>
                <a:latin typeface="Arial" pitchFamily="34" charset="0"/>
                <a:ea typeface="+mn-ea"/>
                <a:cs typeface="Arial" pitchFamily="34" charset="0"/>
              </a:defRPr>
            </a:lvl1pPr>
            <a:lvl2pPr marL="557213" indent="-214313" algn="l" rtl="0" fontAlgn="base">
              <a:spcBef>
                <a:spcPct val="20000"/>
              </a:spcBef>
              <a:spcAft>
                <a:spcPct val="0"/>
              </a:spcAft>
              <a:buFont typeface="Arial" charset="0"/>
              <a:buChar char="–"/>
              <a:defRPr sz="2100" kern="1200">
                <a:solidFill>
                  <a:schemeClr val="tx1"/>
                </a:solidFill>
                <a:latin typeface="Arial" pitchFamily="34" charset="0"/>
                <a:ea typeface="+mn-ea"/>
                <a:cs typeface="Arial" pitchFamily="34" charset="0"/>
              </a:defRPr>
            </a:lvl2pPr>
            <a:lvl3pPr marL="857250" indent="-171450" algn="l" rtl="0" fontAlgn="base">
              <a:spcBef>
                <a:spcPct val="20000"/>
              </a:spcBef>
              <a:spcAft>
                <a:spcPct val="0"/>
              </a:spcAft>
              <a:buFont typeface="Arial" charset="0"/>
              <a:buChar char="•"/>
              <a:defRPr sz="1800" kern="1200">
                <a:solidFill>
                  <a:schemeClr val="tx1"/>
                </a:solidFill>
                <a:latin typeface="Arial" pitchFamily="34" charset="0"/>
                <a:ea typeface="+mn-ea"/>
                <a:cs typeface="Arial" pitchFamily="34" charset="0"/>
              </a:defRPr>
            </a:lvl3pPr>
            <a:lvl4pPr marL="12001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4pPr>
            <a:lvl5pPr marL="15430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pPr>
            <a:r>
              <a:rPr lang="en-US" altLang="en-US" sz="2400" dirty="0"/>
              <a:t>AdaBoost Example (version 2)</a:t>
            </a:r>
          </a:p>
        </p:txBody>
      </p:sp>
    </p:spTree>
    <p:extLst>
      <p:ext uri="{BB962C8B-B14F-4D97-AF65-F5344CB8AC3E}">
        <p14:creationId xmlns:p14="http://schemas.microsoft.com/office/powerpoint/2010/main" val="17272573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75"/>
          <p:cNvSpPr txBox="1">
            <a:spLocks noGrp="1"/>
          </p:cNvSpPr>
          <p:nvPr>
            <p:ph type="title" idx="4294967295"/>
          </p:nvPr>
        </p:nvSpPr>
        <p:spPr>
          <a:xfrm>
            <a:off x="-76200" y="2971800"/>
            <a:ext cx="9144000" cy="685800"/>
          </a:xfrm>
          <a:prstGeom prst="rect">
            <a:avLst/>
          </a:prstGeom>
          <a:noFill/>
          <a:ln>
            <a:noFill/>
          </a:ln>
        </p:spPr>
        <p:txBody>
          <a:bodyPr spcFirstLastPara="1" vert="horz" wrap="square" lIns="91425" tIns="45700" rIns="91425" bIns="45700" rtlCol="0" anchor="ctr" anchorCtr="0">
            <a:noAutofit/>
          </a:bodyPr>
          <a:lstStyle/>
          <a:p>
            <a:pPr algn="ctr">
              <a:spcBef>
                <a:spcPts val="0"/>
              </a:spcBef>
              <a:spcAft>
                <a:spcPts val="0"/>
              </a:spcAft>
              <a:buClr>
                <a:schemeClr val="dk1"/>
              </a:buClr>
              <a:buSzPts val="4400"/>
              <a:buFont typeface="Calibri"/>
              <a:buNone/>
            </a:pPr>
            <a:r>
              <a:rPr lang="en-US" sz="3200" b="1" dirty="0">
                <a:solidFill>
                  <a:srgbClr val="C00000"/>
                </a:solidFill>
                <a:ea typeface="Cambria" panose="02040503050406030204" pitchFamily="18" charset="0"/>
              </a:rPr>
              <a:t>Gradient Boosting</a:t>
            </a:r>
            <a:endParaRPr sz="3200" b="1" dirty="0">
              <a:solidFill>
                <a:srgbClr val="C00000"/>
              </a:solidFill>
              <a:ea typeface="Cambria" panose="02040503050406030204" pitchFamily="18" charset="0"/>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94EB69E7-2013-F52B-0BB3-3C7ABABE0CB4}"/>
                  </a:ext>
                </a:extLst>
              </p14:cNvPr>
              <p14:cNvContentPartPr/>
              <p14:nvPr/>
            </p14:nvContentPartPr>
            <p14:xfrm>
              <a:off x="1183320" y="3424680"/>
              <a:ext cx="6464880" cy="2242080"/>
            </p14:xfrm>
          </p:contentPart>
        </mc:Choice>
        <mc:Fallback>
          <p:pic>
            <p:nvPicPr>
              <p:cNvPr id="2" name="Ink 1">
                <a:extLst>
                  <a:ext uri="{FF2B5EF4-FFF2-40B4-BE49-F238E27FC236}">
                    <a16:creationId xmlns:a16="http://schemas.microsoft.com/office/drawing/2014/main" id="{94EB69E7-2013-F52B-0BB3-3C7ABABE0CB4}"/>
                  </a:ext>
                </a:extLst>
              </p:cNvPr>
              <p:cNvPicPr/>
              <p:nvPr/>
            </p:nvPicPr>
            <p:blipFill>
              <a:blip r:embed="rId4"/>
              <a:stretch>
                <a:fillRect/>
              </a:stretch>
            </p:blipFill>
            <p:spPr>
              <a:xfrm>
                <a:off x="1173960" y="3415320"/>
                <a:ext cx="6483600" cy="2260800"/>
              </a:xfrm>
              <a:prstGeom prst="rect">
                <a:avLst/>
              </a:prstGeom>
            </p:spPr>
          </p:pic>
        </mc:Fallback>
      </mc:AlternateContent>
    </p:spTree>
    <p:extLst>
      <p:ext uri="{BB962C8B-B14F-4D97-AF65-F5344CB8AC3E}">
        <p14:creationId xmlns:p14="http://schemas.microsoft.com/office/powerpoint/2010/main" val="13263744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0"/>
            <a:ext cx="8728075" cy="3777854"/>
          </a:xfrm>
        </p:spPr>
        <p:txBody>
          <a:bodyPr/>
          <a:lstStyle/>
          <a:p>
            <a:pPr>
              <a:lnSpc>
                <a:spcPct val="150000"/>
              </a:lnSpc>
              <a:buFont typeface="Arial" panose="020B0604020202020204" pitchFamily="34" charset="0"/>
              <a:buChar char="•"/>
            </a:pPr>
            <a:r>
              <a:rPr lang="en-US" dirty="0">
                <a:latin typeface="Arial" panose="020B0604020202020204" pitchFamily="34" charset="0"/>
              </a:rPr>
              <a:t>The idea of gradient boosting originated in the observation by </a:t>
            </a:r>
            <a:r>
              <a:rPr lang="en-US" dirty="0">
                <a:latin typeface="Arial" panose="020B0604020202020204" pitchFamily="34" charset="0"/>
                <a:hlinkClick r:id="rId2" tooltip="Leo Breiman"/>
              </a:rPr>
              <a:t>Leo </a:t>
            </a:r>
            <a:r>
              <a:rPr lang="en-US" dirty="0" err="1">
                <a:latin typeface="Arial" panose="020B0604020202020204" pitchFamily="34" charset="0"/>
                <a:hlinkClick r:id="rId2" tooltip="Leo Breiman"/>
              </a:rPr>
              <a:t>Breiman</a:t>
            </a:r>
            <a:r>
              <a:rPr lang="en-US" dirty="0">
                <a:latin typeface="Arial" panose="020B0604020202020204" pitchFamily="34" charset="0"/>
              </a:rPr>
              <a:t> that boosting can be interpreted as an optimization algorithm on a suitable cost function</a:t>
            </a:r>
          </a:p>
          <a:p>
            <a:pPr>
              <a:lnSpc>
                <a:spcPct val="150000"/>
              </a:lnSpc>
              <a:buFont typeface="Arial" panose="020B0604020202020204" pitchFamily="34" charset="0"/>
              <a:buChar char="•"/>
            </a:pPr>
            <a:r>
              <a:rPr lang="en-US" dirty="0">
                <a:latin typeface="Arial" panose="020B0604020202020204" pitchFamily="34" charset="0"/>
              </a:rPr>
              <a:t> optimize a cost function over function space by iteratively choosing a function (weak hypothesis) that points in the negative gradient direction.</a:t>
            </a:r>
          </a:p>
          <a:p>
            <a:pPr>
              <a:lnSpc>
                <a:spcPct val="150000"/>
              </a:lnSpc>
              <a:buFont typeface="Arial" panose="020B0604020202020204" pitchFamily="34" charset="0"/>
              <a:buChar char="•"/>
            </a:pPr>
            <a:r>
              <a:rPr lang="en-US" dirty="0">
                <a:latin typeface="Arial" panose="020B0604020202020204" pitchFamily="34" charset="0"/>
              </a:rPr>
              <a:t>predictor can be any machine learning algorithm like SVM, Logistic regression, KNN , Decision tree etc. But Decision tree version of gradient boosting is much popular</a:t>
            </a:r>
          </a:p>
          <a:p>
            <a:pPr>
              <a:lnSpc>
                <a:spcPct val="150000"/>
              </a:lnSpc>
              <a:buFont typeface="Arial" panose="020B0604020202020204" pitchFamily="34" charset="0"/>
              <a:buChar char="•"/>
            </a:pPr>
            <a:r>
              <a:rPr lang="en-US" dirty="0">
                <a:solidFill>
                  <a:srgbClr val="0000FF"/>
                </a:solidFill>
                <a:latin typeface="Arial" panose="020B0604020202020204" pitchFamily="34" charset="0"/>
              </a:rPr>
              <a:t> In Gradient Boosting, "shortcomings” are identified by gradients. </a:t>
            </a:r>
          </a:p>
          <a:p>
            <a:pPr>
              <a:lnSpc>
                <a:spcPct val="150000"/>
              </a:lnSpc>
              <a:buFont typeface="Arial" panose="020B0604020202020204" pitchFamily="34" charset="0"/>
              <a:buChar char="•"/>
            </a:pPr>
            <a:r>
              <a:rPr lang="en-US" dirty="0">
                <a:solidFill>
                  <a:srgbClr val="0000FF"/>
                </a:solidFill>
                <a:latin typeface="Arial" panose="020B0604020202020204" pitchFamily="34" charset="0"/>
              </a:rPr>
              <a:t>Recall that, in </a:t>
            </a:r>
            <a:r>
              <a:rPr lang="en-US" dirty="0" err="1">
                <a:solidFill>
                  <a:srgbClr val="0000FF"/>
                </a:solidFill>
                <a:latin typeface="Arial" panose="020B0604020202020204" pitchFamily="34" charset="0"/>
              </a:rPr>
              <a:t>Adaboost</a:t>
            </a:r>
            <a:r>
              <a:rPr lang="en-US" dirty="0">
                <a:solidFill>
                  <a:srgbClr val="0000FF"/>
                </a:solidFill>
                <a:latin typeface="Arial" panose="020B0604020202020204" pitchFamily="34" charset="0"/>
              </a:rPr>
              <a:t>, “shortcomings” are identified by high-weight data points</a:t>
            </a:r>
            <a:r>
              <a:rPr lang="en-US" dirty="0">
                <a:latin typeface="Arial" panose="020B0604020202020204" pitchFamily="34" charset="0"/>
              </a:rPr>
              <a:t>. </a:t>
            </a:r>
          </a:p>
          <a:p>
            <a:pPr>
              <a:lnSpc>
                <a:spcPct val="150000"/>
              </a:lnSpc>
              <a:buFont typeface="Arial" panose="020B0604020202020204" pitchFamily="34" charset="0"/>
              <a:buChar char="•"/>
            </a:pPr>
            <a:r>
              <a:rPr lang="en-US" dirty="0">
                <a:latin typeface="Arial" panose="020B0604020202020204" pitchFamily="34" charset="0"/>
              </a:rPr>
              <a:t>Both high-weight data points and gradients tell us how to improve our model.</a:t>
            </a:r>
          </a:p>
          <a:p>
            <a:pPr>
              <a:lnSpc>
                <a:spcPct val="150000"/>
              </a:lnSpc>
              <a:buFont typeface="Arial" panose="020B0604020202020204" pitchFamily="34" charset="0"/>
              <a:buChar char="•"/>
            </a:pPr>
            <a:endParaRPr lang="en-US" dirty="0">
              <a:latin typeface="Arial" panose="020B0604020202020204" pitchFamily="34" charset="0"/>
            </a:endParaRPr>
          </a:p>
          <a:p>
            <a:pPr>
              <a:lnSpc>
                <a:spcPct val="150000"/>
              </a:lnSpc>
              <a:buFont typeface="Arial" panose="020B0604020202020204" pitchFamily="34" charset="0"/>
              <a:buChar char="•"/>
            </a:pPr>
            <a:endParaRPr lang="en-US" dirty="0">
              <a:latin typeface="Arial" panose="020B0604020202020204" pitchFamily="34" charset="0"/>
            </a:endParaRPr>
          </a:p>
          <a:p>
            <a:pPr>
              <a:lnSpc>
                <a:spcPct val="150000"/>
              </a:lnSpc>
              <a:buFont typeface="Arial" panose="020B0604020202020204" pitchFamily="34" charset="0"/>
              <a:buChar char="•"/>
            </a:pPr>
            <a:endParaRPr lang="en-US" dirty="0">
              <a:latin typeface="Arial" panose="020B0604020202020204" pitchFamily="34" charset="0"/>
            </a:endParaRPr>
          </a:p>
        </p:txBody>
      </p:sp>
      <p:sp>
        <p:nvSpPr>
          <p:cNvPr id="2" name="Title 1"/>
          <p:cNvSpPr>
            <a:spLocks noGrp="1"/>
          </p:cNvSpPr>
          <p:nvPr>
            <p:ph type="title" idx="4294967295"/>
          </p:nvPr>
        </p:nvSpPr>
        <p:spPr>
          <a:xfrm>
            <a:off x="381000" y="381000"/>
            <a:ext cx="4557890" cy="638175"/>
          </a:xfrm>
          <a:noFill/>
          <a:ln w="9525">
            <a:noFill/>
            <a:miter lim="800000"/>
            <a:headEnd/>
            <a:tailEnd/>
          </a:ln>
        </p:spPr>
        <p:txBody>
          <a:bodyPr vert="horz" wrap="square" lIns="68580" tIns="34290" rIns="68580" bIns="34290" numCol="1" rtlCol="0" anchor="ctr" anchorCtr="0" compatLnSpc="1">
            <a:prstTxWarp prst="textNoShape">
              <a:avLst/>
            </a:prstTxWarp>
            <a:normAutofit/>
          </a:bodyPr>
          <a:lstStyle/>
          <a:p>
            <a:pPr indent="-257175">
              <a:lnSpc>
                <a:spcPct val="150000"/>
              </a:lnSpc>
              <a:spcBef>
                <a:spcPts val="0"/>
              </a:spcBef>
            </a:pPr>
            <a:r>
              <a:rPr lang="en-US" sz="2400" dirty="0">
                <a:ea typeface="Cambria" panose="02040503050406030204" pitchFamily="18" charset="0"/>
              </a:rPr>
              <a:t>Gradient Boosting</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831DC848-4C3A-DB93-CD14-F2A049F04F2A}"/>
                  </a:ext>
                </a:extLst>
              </p14:cNvPr>
              <p14:cNvContentPartPr/>
              <p14:nvPr/>
            </p14:nvContentPartPr>
            <p14:xfrm>
              <a:off x="724680" y="2417400"/>
              <a:ext cx="7720560" cy="3562200"/>
            </p14:xfrm>
          </p:contentPart>
        </mc:Choice>
        <mc:Fallback>
          <p:pic>
            <p:nvPicPr>
              <p:cNvPr id="4" name="Ink 3">
                <a:extLst>
                  <a:ext uri="{FF2B5EF4-FFF2-40B4-BE49-F238E27FC236}">
                    <a16:creationId xmlns:a16="http://schemas.microsoft.com/office/drawing/2014/main" id="{831DC848-4C3A-DB93-CD14-F2A049F04F2A}"/>
                  </a:ext>
                </a:extLst>
              </p:cNvPr>
              <p:cNvPicPr/>
              <p:nvPr/>
            </p:nvPicPr>
            <p:blipFill>
              <a:blip r:embed="rId4"/>
              <a:stretch>
                <a:fillRect/>
              </a:stretch>
            </p:blipFill>
            <p:spPr>
              <a:xfrm>
                <a:off x="715320" y="2408040"/>
                <a:ext cx="7739280" cy="3580920"/>
              </a:xfrm>
              <a:prstGeom prst="rect">
                <a:avLst/>
              </a:prstGeom>
            </p:spPr>
          </p:pic>
        </mc:Fallback>
      </mc:AlternateContent>
    </p:spTree>
    <p:extLst>
      <p:ext uri="{BB962C8B-B14F-4D97-AF65-F5344CB8AC3E}">
        <p14:creationId xmlns:p14="http://schemas.microsoft.com/office/powerpoint/2010/main" val="13269855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10"/>
          </p:nvPr>
        </p:nvSpPr>
        <p:spPr/>
        <p:txBody>
          <a:bodyPr>
            <a:normAutofit/>
          </a:bodyPr>
          <a:lstStyle/>
          <a:p>
            <a:pPr>
              <a:lnSpc>
                <a:spcPct val="150000"/>
              </a:lnSpc>
            </a:pPr>
            <a:r>
              <a:rPr lang="en-US" sz="2400" b="1" dirty="0" err="1">
                <a:latin typeface="Arial" panose="020B0604020202020204" pitchFamily="34" charset="0"/>
              </a:rPr>
              <a:t>XGBoost</a:t>
            </a:r>
            <a:endParaRPr lang="en-IN" sz="2400" b="1" dirty="0">
              <a:latin typeface="Arial" panose="020B0604020202020204" pitchFamily="34" charset="0"/>
            </a:endParaRPr>
          </a:p>
        </p:txBody>
      </p:sp>
      <p:pic>
        <p:nvPicPr>
          <p:cNvPr id="6" name="Picture 2" descr="https://miro.medium.com/max/1400/1*FLshv-wVDfu-i54OqvZdHg.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828801"/>
            <a:ext cx="6149500" cy="319742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5791200" y="1600200"/>
            <a:ext cx="3352800" cy="3831818"/>
          </a:xfrm>
          <a:prstGeom prst="rect">
            <a:avLst/>
          </a:prstGeom>
        </p:spPr>
        <p:txBody>
          <a:bodyPr wrap="square">
            <a:spAutoFit/>
          </a:bodyPr>
          <a:lstStyle/>
          <a:p>
            <a:pPr marL="257175" indent="-257175" defTabSz="685800" fontAlgn="auto">
              <a:lnSpc>
                <a:spcPct val="150000"/>
              </a:lnSpc>
              <a:spcBef>
                <a:spcPts val="0"/>
              </a:spcBef>
              <a:spcAft>
                <a:spcPts val="0"/>
              </a:spcAft>
              <a:buFont typeface="Arial" panose="020B0604020202020204" pitchFamily="34" charset="0"/>
              <a:buChar char="•"/>
            </a:pPr>
            <a:r>
              <a:rPr lang="en-US" sz="1800" dirty="0" err="1">
                <a:solidFill>
                  <a:prstClr val="black"/>
                </a:solidFill>
                <a:latin typeface="Arial" panose="020B0604020202020204" pitchFamily="34" charset="0"/>
                <a:ea typeface="Cambria" panose="02040503050406030204" pitchFamily="18" charset="0"/>
                <a:cs typeface="Arial" panose="020B0604020202020204" pitchFamily="34" charset="0"/>
              </a:rPr>
              <a:t>XGBoost</a:t>
            </a:r>
            <a:r>
              <a:rPr lang="en-US" sz="1800" dirty="0">
                <a:solidFill>
                  <a:prstClr val="black"/>
                </a:solidFill>
                <a:latin typeface="Arial" panose="020B0604020202020204" pitchFamily="34" charset="0"/>
                <a:ea typeface="Cambria" panose="02040503050406030204" pitchFamily="18" charset="0"/>
                <a:cs typeface="Arial" panose="020B0604020202020204" pitchFamily="34" charset="0"/>
              </a:rPr>
              <a:t> (Extreme Gradient Boosting) uses the gradient boosting (GBM) framework at its core.</a:t>
            </a:r>
          </a:p>
          <a:p>
            <a:pPr marL="257175" indent="-257175" defTabSz="685800" fontAlgn="auto">
              <a:lnSpc>
                <a:spcPct val="150000"/>
              </a:lnSpc>
              <a:spcBef>
                <a:spcPts val="0"/>
              </a:spcBef>
              <a:spcAft>
                <a:spcPts val="0"/>
              </a:spcAft>
              <a:buFont typeface="Arial" panose="020B0604020202020204" pitchFamily="34" charset="0"/>
              <a:buChar char="•"/>
            </a:pPr>
            <a:r>
              <a:rPr lang="en-US" sz="1800" dirty="0">
                <a:solidFill>
                  <a:prstClr val="black"/>
                </a:solidFill>
                <a:latin typeface="Arial" panose="020B0604020202020204" pitchFamily="34" charset="0"/>
                <a:ea typeface="Cambria" panose="02040503050406030204" pitchFamily="18" charset="0"/>
                <a:cs typeface="Arial" panose="020B0604020202020204" pitchFamily="34" charset="0"/>
              </a:rPr>
              <a:t>optimized distributed gradient boosting library designed to be highly </a:t>
            </a:r>
            <a:r>
              <a:rPr lang="en-US" sz="1800" b="1" dirty="0">
                <a:solidFill>
                  <a:prstClr val="black"/>
                </a:solidFill>
                <a:latin typeface="Arial" panose="020B0604020202020204" pitchFamily="34" charset="0"/>
                <a:ea typeface="Cambria" panose="02040503050406030204" pitchFamily="18" charset="0"/>
                <a:cs typeface="Arial" panose="020B0604020202020204" pitchFamily="34" charset="0"/>
              </a:rPr>
              <a:t>efficient</a:t>
            </a:r>
            <a:r>
              <a:rPr lang="en-US" sz="1800" dirty="0">
                <a:solidFill>
                  <a:prstClr val="black"/>
                </a:solidFill>
                <a:latin typeface="Arial" panose="020B0604020202020204" pitchFamily="34" charset="0"/>
                <a:ea typeface="Cambria" panose="02040503050406030204" pitchFamily="18" charset="0"/>
                <a:cs typeface="Arial" panose="020B0604020202020204" pitchFamily="34" charset="0"/>
              </a:rPr>
              <a:t>, </a:t>
            </a:r>
            <a:r>
              <a:rPr lang="en-US" sz="1800" b="1" dirty="0">
                <a:solidFill>
                  <a:prstClr val="black"/>
                </a:solidFill>
                <a:latin typeface="Arial" panose="020B0604020202020204" pitchFamily="34" charset="0"/>
                <a:ea typeface="Cambria" panose="02040503050406030204" pitchFamily="18" charset="0"/>
                <a:cs typeface="Arial" panose="020B0604020202020204" pitchFamily="34" charset="0"/>
              </a:rPr>
              <a:t>flexible</a:t>
            </a:r>
            <a:r>
              <a:rPr lang="en-US" sz="1800" dirty="0">
                <a:solidFill>
                  <a:prstClr val="black"/>
                </a:solidFill>
                <a:latin typeface="Arial" panose="020B0604020202020204" pitchFamily="34" charset="0"/>
                <a:ea typeface="Cambria" panose="02040503050406030204" pitchFamily="18" charset="0"/>
                <a:cs typeface="Arial" panose="020B0604020202020204" pitchFamily="34" charset="0"/>
              </a:rPr>
              <a:t> and </a:t>
            </a:r>
            <a:r>
              <a:rPr lang="en-US" sz="1800" b="1" dirty="0">
                <a:solidFill>
                  <a:prstClr val="black"/>
                </a:solidFill>
                <a:latin typeface="Arial" panose="020B0604020202020204" pitchFamily="34" charset="0"/>
                <a:ea typeface="Cambria" panose="02040503050406030204" pitchFamily="18" charset="0"/>
                <a:cs typeface="Arial" panose="020B0604020202020204" pitchFamily="34" charset="0"/>
              </a:rPr>
              <a:t>portable</a:t>
            </a:r>
            <a:endParaRPr lang="en-US" sz="1800" dirty="0">
              <a:solidFill>
                <a:prstClr val="black"/>
              </a:solidFill>
              <a:latin typeface="Arial" panose="020B0604020202020204" pitchFamily="34" charset="0"/>
              <a:ea typeface="Cambria" panose="02040503050406030204" pitchFamily="18" charset="0"/>
              <a:cs typeface="Arial" panose="020B0604020202020204" pitchFamily="34" charset="0"/>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EC95C74A-BE4C-1266-49AF-931050C713E7}"/>
                  </a:ext>
                </a:extLst>
              </p14:cNvPr>
              <p14:cNvContentPartPr/>
              <p14:nvPr/>
            </p14:nvContentPartPr>
            <p14:xfrm>
              <a:off x="385920" y="900000"/>
              <a:ext cx="8265600" cy="3828600"/>
            </p14:xfrm>
          </p:contentPart>
        </mc:Choice>
        <mc:Fallback>
          <p:pic>
            <p:nvPicPr>
              <p:cNvPr id="3" name="Ink 2">
                <a:extLst>
                  <a:ext uri="{FF2B5EF4-FFF2-40B4-BE49-F238E27FC236}">
                    <a16:creationId xmlns:a16="http://schemas.microsoft.com/office/drawing/2014/main" id="{EC95C74A-BE4C-1266-49AF-931050C713E7}"/>
                  </a:ext>
                </a:extLst>
              </p:cNvPr>
              <p:cNvPicPr/>
              <p:nvPr/>
            </p:nvPicPr>
            <p:blipFill>
              <a:blip r:embed="rId4"/>
              <a:stretch>
                <a:fillRect/>
              </a:stretch>
            </p:blipFill>
            <p:spPr>
              <a:xfrm>
                <a:off x="376560" y="890640"/>
                <a:ext cx="8284320" cy="3847320"/>
              </a:xfrm>
              <a:prstGeom prst="rect">
                <a:avLst/>
              </a:prstGeom>
            </p:spPr>
          </p:pic>
        </mc:Fallback>
      </mc:AlternateContent>
    </p:spTree>
    <p:extLst>
      <p:ext uri="{BB962C8B-B14F-4D97-AF65-F5344CB8AC3E}">
        <p14:creationId xmlns:p14="http://schemas.microsoft.com/office/powerpoint/2010/main" val="19317315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382000" cy="3394472"/>
          </a:xfrm>
        </p:spPr>
        <p:txBody>
          <a:bodyPr/>
          <a:lstStyle/>
          <a:p>
            <a:pPr>
              <a:lnSpc>
                <a:spcPct val="150000"/>
              </a:lnSpc>
              <a:buFont typeface="Arial" panose="020B0604020202020204" pitchFamily="34" charset="0"/>
              <a:buChar char="•"/>
            </a:pPr>
            <a:r>
              <a:rPr lang="en-US" dirty="0">
                <a:latin typeface="Arial" panose="020B0604020202020204" pitchFamily="34" charset="0"/>
              </a:rPr>
              <a:t>You are given (x</a:t>
            </a:r>
            <a:r>
              <a:rPr lang="en-US" baseline="-25000" dirty="0">
                <a:latin typeface="Arial" panose="020B0604020202020204" pitchFamily="34" charset="0"/>
              </a:rPr>
              <a:t>1</a:t>
            </a:r>
            <a:r>
              <a:rPr lang="en-US" dirty="0">
                <a:latin typeface="Arial" panose="020B0604020202020204" pitchFamily="34" charset="0"/>
              </a:rPr>
              <a:t>, y</a:t>
            </a:r>
            <a:r>
              <a:rPr lang="en-US" baseline="-25000" dirty="0">
                <a:latin typeface="Arial" panose="020B0604020202020204" pitchFamily="34" charset="0"/>
              </a:rPr>
              <a:t>1</a:t>
            </a:r>
            <a:r>
              <a:rPr lang="en-US" dirty="0">
                <a:latin typeface="Arial" panose="020B0604020202020204" pitchFamily="34" charset="0"/>
              </a:rPr>
              <a:t>),(x</a:t>
            </a:r>
            <a:r>
              <a:rPr lang="en-US" baseline="-25000" dirty="0">
                <a:latin typeface="Arial" panose="020B0604020202020204" pitchFamily="34" charset="0"/>
              </a:rPr>
              <a:t>2</a:t>
            </a:r>
            <a:r>
              <a:rPr lang="en-US" dirty="0">
                <a:latin typeface="Arial" panose="020B0604020202020204" pitchFamily="34" charset="0"/>
              </a:rPr>
              <a:t>, y</a:t>
            </a:r>
            <a:r>
              <a:rPr lang="en-US" baseline="-25000" dirty="0">
                <a:latin typeface="Arial" panose="020B0604020202020204" pitchFamily="34" charset="0"/>
              </a:rPr>
              <a:t>2</a:t>
            </a:r>
            <a:r>
              <a:rPr lang="en-US" dirty="0">
                <a:latin typeface="Arial" panose="020B0604020202020204" pitchFamily="34" charset="0"/>
              </a:rPr>
              <a:t>), ...,(</a:t>
            </a:r>
            <a:r>
              <a:rPr lang="en-US" dirty="0" err="1">
                <a:latin typeface="Arial" panose="020B0604020202020204" pitchFamily="34" charset="0"/>
              </a:rPr>
              <a:t>x</a:t>
            </a:r>
            <a:r>
              <a:rPr lang="en-US" baseline="-25000" dirty="0" err="1">
                <a:latin typeface="Arial" panose="020B0604020202020204" pitchFamily="34" charset="0"/>
              </a:rPr>
              <a:t>n</a:t>
            </a:r>
            <a:r>
              <a:rPr lang="en-US" dirty="0">
                <a:latin typeface="Arial" panose="020B0604020202020204" pitchFamily="34" charset="0"/>
              </a:rPr>
              <a:t>, </a:t>
            </a:r>
            <a:r>
              <a:rPr lang="en-US" dirty="0" err="1">
                <a:latin typeface="Arial" panose="020B0604020202020204" pitchFamily="34" charset="0"/>
              </a:rPr>
              <a:t>y</a:t>
            </a:r>
            <a:r>
              <a:rPr lang="en-US" baseline="-25000" dirty="0" err="1">
                <a:latin typeface="Arial" panose="020B0604020202020204" pitchFamily="34" charset="0"/>
              </a:rPr>
              <a:t>n</a:t>
            </a:r>
            <a:r>
              <a:rPr lang="en-US" dirty="0">
                <a:latin typeface="Arial" panose="020B0604020202020204" pitchFamily="34" charset="0"/>
              </a:rPr>
              <a:t>), and the task is to fit a model F(x) to minimize square loss</a:t>
            </a:r>
          </a:p>
          <a:p>
            <a:pPr>
              <a:lnSpc>
                <a:spcPct val="150000"/>
              </a:lnSpc>
              <a:buFont typeface="Arial" panose="020B0604020202020204" pitchFamily="34" charset="0"/>
              <a:buChar char="•"/>
            </a:pPr>
            <a:r>
              <a:rPr lang="en-US" dirty="0">
                <a:latin typeface="Arial" panose="020B0604020202020204" pitchFamily="34" charset="0"/>
              </a:rPr>
              <a:t>There are some mistakes: </a:t>
            </a:r>
          </a:p>
          <a:p>
            <a:pPr marL="942975" lvl="3" indent="0">
              <a:lnSpc>
                <a:spcPct val="150000"/>
              </a:lnSpc>
              <a:buNone/>
            </a:pPr>
            <a:r>
              <a:rPr lang="en-US" dirty="0">
                <a:latin typeface="Arial" panose="020B0604020202020204" pitchFamily="34" charset="0"/>
              </a:rPr>
              <a:t>F(x</a:t>
            </a:r>
            <a:r>
              <a:rPr lang="en-US" baseline="-25000" dirty="0">
                <a:latin typeface="Arial" panose="020B0604020202020204" pitchFamily="34" charset="0"/>
              </a:rPr>
              <a:t>1</a:t>
            </a:r>
            <a:r>
              <a:rPr lang="en-US" dirty="0">
                <a:latin typeface="Arial" panose="020B0604020202020204" pitchFamily="34" charset="0"/>
              </a:rPr>
              <a:t>) = 0.8, while y</a:t>
            </a:r>
            <a:r>
              <a:rPr lang="en-US" baseline="-25000" dirty="0">
                <a:latin typeface="Arial" panose="020B0604020202020204" pitchFamily="34" charset="0"/>
              </a:rPr>
              <a:t>1</a:t>
            </a:r>
            <a:r>
              <a:rPr lang="en-US" dirty="0">
                <a:latin typeface="Arial" panose="020B0604020202020204" pitchFamily="34" charset="0"/>
              </a:rPr>
              <a:t> = 0.9, </a:t>
            </a:r>
          </a:p>
          <a:p>
            <a:pPr marL="942975" lvl="3" indent="0">
              <a:lnSpc>
                <a:spcPct val="150000"/>
              </a:lnSpc>
              <a:buNone/>
            </a:pPr>
            <a:r>
              <a:rPr lang="en-US" dirty="0">
                <a:latin typeface="Arial" panose="020B0604020202020204" pitchFamily="34" charset="0"/>
              </a:rPr>
              <a:t>F(x</a:t>
            </a:r>
            <a:r>
              <a:rPr lang="en-US" baseline="-25000" dirty="0">
                <a:latin typeface="Arial" panose="020B0604020202020204" pitchFamily="34" charset="0"/>
              </a:rPr>
              <a:t>2</a:t>
            </a:r>
            <a:r>
              <a:rPr lang="en-US" dirty="0">
                <a:latin typeface="Arial" panose="020B0604020202020204" pitchFamily="34" charset="0"/>
              </a:rPr>
              <a:t>) = 1.4 while y</a:t>
            </a:r>
            <a:r>
              <a:rPr lang="en-US" baseline="-25000" dirty="0">
                <a:latin typeface="Arial" panose="020B0604020202020204" pitchFamily="34" charset="0"/>
              </a:rPr>
              <a:t>2</a:t>
            </a:r>
            <a:r>
              <a:rPr lang="en-US" dirty="0">
                <a:latin typeface="Arial" panose="020B0604020202020204" pitchFamily="34" charset="0"/>
              </a:rPr>
              <a:t> = 1.3... </a:t>
            </a:r>
          </a:p>
          <a:p>
            <a:pPr marL="942975" lvl="3" indent="0">
              <a:lnSpc>
                <a:spcPct val="150000"/>
              </a:lnSpc>
              <a:buNone/>
            </a:pPr>
            <a:r>
              <a:rPr lang="en-US" dirty="0">
                <a:latin typeface="Arial" panose="020B0604020202020204" pitchFamily="34" charset="0"/>
              </a:rPr>
              <a:t>How can you improve this model?</a:t>
            </a:r>
          </a:p>
          <a:p>
            <a:pPr>
              <a:lnSpc>
                <a:spcPct val="150000"/>
              </a:lnSpc>
              <a:buFont typeface="Arial" panose="020B0604020202020204" pitchFamily="34" charset="0"/>
              <a:buChar char="•"/>
            </a:pPr>
            <a:r>
              <a:rPr lang="en-US" b="1" dirty="0">
                <a:latin typeface="Arial" panose="020B0604020202020204" pitchFamily="34" charset="0"/>
              </a:rPr>
              <a:t>Rules:</a:t>
            </a:r>
          </a:p>
          <a:p>
            <a:pPr lvl="1">
              <a:lnSpc>
                <a:spcPct val="150000"/>
              </a:lnSpc>
            </a:pPr>
            <a:r>
              <a:rPr lang="en-US" dirty="0">
                <a:latin typeface="Arial" panose="020B0604020202020204" pitchFamily="34" charset="0"/>
              </a:rPr>
              <a:t>You are not allowed to remove anything from F or change any parameter in F. </a:t>
            </a:r>
          </a:p>
          <a:p>
            <a:pPr lvl="1">
              <a:lnSpc>
                <a:spcPct val="150000"/>
              </a:lnSpc>
            </a:pPr>
            <a:r>
              <a:rPr lang="en-US" dirty="0">
                <a:latin typeface="Arial" panose="020B0604020202020204" pitchFamily="34" charset="0"/>
              </a:rPr>
              <a:t>You can add an additional model (regression tree) h to F, so the new prediction will be F(x) + h(x).</a:t>
            </a:r>
          </a:p>
        </p:txBody>
      </p:sp>
      <p:sp>
        <p:nvSpPr>
          <p:cNvPr id="6" name="Title 1"/>
          <p:cNvSpPr>
            <a:spLocks noGrp="1"/>
          </p:cNvSpPr>
          <p:nvPr>
            <p:ph sz="quarter" idx="10"/>
          </p:nvPr>
        </p:nvSpPr>
        <p:spPr>
          <a:xfrm>
            <a:off x="304800" y="152400"/>
            <a:ext cx="6888178" cy="1143000"/>
          </a:xfrm>
          <a:noFill/>
          <a:ln w="9525">
            <a:noFill/>
            <a:miter lim="800000"/>
            <a:headEnd/>
            <a:tailEnd/>
          </a:ln>
        </p:spPr>
        <p:txBody>
          <a:bodyPr vert="horz" wrap="square" lIns="68580" tIns="34290" rIns="68580" bIns="34290" numCol="1" rtlCol="0" anchor="ctr" anchorCtr="0" compatLnSpc="1">
            <a:prstTxWarp prst="textNoShape">
              <a:avLst/>
            </a:prstTxWarp>
            <a:normAutofit/>
          </a:bodyPr>
          <a:lstStyle/>
          <a:p>
            <a:pPr>
              <a:lnSpc>
                <a:spcPct val="150000"/>
              </a:lnSpc>
            </a:pPr>
            <a:r>
              <a:rPr lang="en-US" sz="2400" b="1" dirty="0">
                <a:latin typeface="Arial" panose="020B0604020202020204" pitchFamily="34" charset="0"/>
              </a:rPr>
              <a:t>Gradient Boosting - Idea</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151D8385-2FDC-5431-E374-0E2C83E2E541}"/>
                  </a:ext>
                </a:extLst>
              </p14:cNvPr>
              <p14:cNvContentPartPr/>
              <p14:nvPr/>
            </p14:nvContentPartPr>
            <p14:xfrm>
              <a:off x="1809000" y="754560"/>
              <a:ext cx="6760800" cy="5705280"/>
            </p14:xfrm>
          </p:contentPart>
        </mc:Choice>
        <mc:Fallback>
          <p:pic>
            <p:nvPicPr>
              <p:cNvPr id="2" name="Ink 1">
                <a:extLst>
                  <a:ext uri="{FF2B5EF4-FFF2-40B4-BE49-F238E27FC236}">
                    <a16:creationId xmlns:a16="http://schemas.microsoft.com/office/drawing/2014/main" id="{151D8385-2FDC-5431-E374-0E2C83E2E541}"/>
                  </a:ext>
                </a:extLst>
              </p:cNvPr>
              <p:cNvPicPr/>
              <p:nvPr/>
            </p:nvPicPr>
            <p:blipFill>
              <a:blip r:embed="rId3"/>
              <a:stretch>
                <a:fillRect/>
              </a:stretch>
            </p:blipFill>
            <p:spPr>
              <a:xfrm>
                <a:off x="1799640" y="745200"/>
                <a:ext cx="6779520" cy="5724000"/>
              </a:xfrm>
              <a:prstGeom prst="rect">
                <a:avLst/>
              </a:prstGeom>
            </p:spPr>
          </p:pic>
        </mc:Fallback>
      </mc:AlternateContent>
    </p:spTree>
    <p:extLst>
      <p:ext uri="{BB962C8B-B14F-4D97-AF65-F5344CB8AC3E}">
        <p14:creationId xmlns:p14="http://schemas.microsoft.com/office/powerpoint/2010/main" val="12609953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0"/>
            <a:ext cx="8229600" cy="3394472"/>
          </a:xfrm>
        </p:spPr>
        <p:txBody>
          <a:bodyPr/>
          <a:lstStyle/>
          <a:p>
            <a:pPr>
              <a:lnSpc>
                <a:spcPct val="150000"/>
              </a:lnSpc>
            </a:pPr>
            <a:r>
              <a:rPr lang="en-US" dirty="0">
                <a:latin typeface="Arial" panose="020B0604020202020204" pitchFamily="34" charset="0"/>
              </a:rPr>
              <a:t>You wish to improve the model such that </a:t>
            </a:r>
          </a:p>
          <a:p>
            <a:pPr lvl="1">
              <a:lnSpc>
                <a:spcPct val="150000"/>
              </a:lnSpc>
            </a:pPr>
            <a:r>
              <a:rPr lang="en-US" dirty="0">
                <a:latin typeface="Arial" panose="020B0604020202020204" pitchFamily="34" charset="0"/>
              </a:rPr>
              <a:t>F(x</a:t>
            </a:r>
            <a:r>
              <a:rPr lang="en-US" baseline="-25000" dirty="0">
                <a:latin typeface="Arial" panose="020B0604020202020204" pitchFamily="34" charset="0"/>
              </a:rPr>
              <a:t>1</a:t>
            </a:r>
            <a:r>
              <a:rPr lang="en-US" dirty="0">
                <a:latin typeface="Arial" panose="020B0604020202020204" pitchFamily="34" charset="0"/>
              </a:rPr>
              <a:t>) + h(x</a:t>
            </a:r>
            <a:r>
              <a:rPr lang="en-US" baseline="-25000" dirty="0">
                <a:latin typeface="Arial" panose="020B0604020202020204" pitchFamily="34" charset="0"/>
              </a:rPr>
              <a:t>1</a:t>
            </a:r>
            <a:r>
              <a:rPr lang="en-US" dirty="0">
                <a:latin typeface="Arial" panose="020B0604020202020204" pitchFamily="34" charset="0"/>
              </a:rPr>
              <a:t>) = y</a:t>
            </a:r>
            <a:r>
              <a:rPr lang="en-US" baseline="-25000" dirty="0">
                <a:latin typeface="Arial" panose="020B0604020202020204" pitchFamily="34" charset="0"/>
              </a:rPr>
              <a:t>1</a:t>
            </a:r>
            <a:r>
              <a:rPr lang="en-US" dirty="0">
                <a:latin typeface="Arial" panose="020B0604020202020204" pitchFamily="34" charset="0"/>
              </a:rPr>
              <a:t> </a:t>
            </a:r>
          </a:p>
          <a:p>
            <a:pPr lvl="1">
              <a:lnSpc>
                <a:spcPct val="150000"/>
              </a:lnSpc>
            </a:pPr>
            <a:r>
              <a:rPr lang="en-US" dirty="0">
                <a:latin typeface="Arial" panose="020B0604020202020204" pitchFamily="34" charset="0"/>
              </a:rPr>
              <a:t>F(x</a:t>
            </a:r>
            <a:r>
              <a:rPr lang="en-US" baseline="-25000" dirty="0">
                <a:latin typeface="Arial" panose="020B0604020202020204" pitchFamily="34" charset="0"/>
              </a:rPr>
              <a:t>2</a:t>
            </a:r>
            <a:r>
              <a:rPr lang="en-US" dirty="0">
                <a:latin typeface="Arial" panose="020B0604020202020204" pitchFamily="34" charset="0"/>
              </a:rPr>
              <a:t>) + h(x</a:t>
            </a:r>
            <a:r>
              <a:rPr lang="en-US" baseline="-25000" dirty="0">
                <a:latin typeface="Arial" panose="020B0604020202020204" pitchFamily="34" charset="0"/>
              </a:rPr>
              <a:t>2</a:t>
            </a:r>
            <a:r>
              <a:rPr lang="en-US" dirty="0">
                <a:latin typeface="Arial" panose="020B0604020202020204" pitchFamily="34" charset="0"/>
              </a:rPr>
              <a:t>) = y</a:t>
            </a:r>
            <a:r>
              <a:rPr lang="en-US" baseline="-25000" dirty="0">
                <a:latin typeface="Arial" panose="020B0604020202020204" pitchFamily="34" charset="0"/>
              </a:rPr>
              <a:t>2</a:t>
            </a:r>
            <a:r>
              <a:rPr lang="en-US" dirty="0">
                <a:latin typeface="Arial" panose="020B0604020202020204" pitchFamily="34" charset="0"/>
              </a:rPr>
              <a:t> ... </a:t>
            </a:r>
          </a:p>
          <a:p>
            <a:pPr lvl="1">
              <a:lnSpc>
                <a:spcPct val="150000"/>
              </a:lnSpc>
            </a:pPr>
            <a:r>
              <a:rPr lang="en-US" dirty="0">
                <a:latin typeface="Arial" panose="020B0604020202020204" pitchFamily="34" charset="0"/>
              </a:rPr>
              <a:t>F(</a:t>
            </a:r>
            <a:r>
              <a:rPr lang="en-US" dirty="0" err="1">
                <a:latin typeface="Arial" panose="020B0604020202020204" pitchFamily="34" charset="0"/>
              </a:rPr>
              <a:t>x</a:t>
            </a:r>
            <a:r>
              <a:rPr lang="en-US" baseline="-25000" dirty="0" err="1">
                <a:latin typeface="Arial" panose="020B0604020202020204" pitchFamily="34" charset="0"/>
              </a:rPr>
              <a:t>n</a:t>
            </a:r>
            <a:r>
              <a:rPr lang="en-US" dirty="0">
                <a:latin typeface="Arial" panose="020B0604020202020204" pitchFamily="34" charset="0"/>
              </a:rPr>
              <a:t>) + h(</a:t>
            </a:r>
            <a:r>
              <a:rPr lang="en-US" dirty="0" err="1">
                <a:latin typeface="Arial" panose="020B0604020202020204" pitchFamily="34" charset="0"/>
              </a:rPr>
              <a:t>x</a:t>
            </a:r>
            <a:r>
              <a:rPr lang="en-US" baseline="-25000" dirty="0" err="1">
                <a:latin typeface="Arial" panose="020B0604020202020204" pitchFamily="34" charset="0"/>
              </a:rPr>
              <a:t>n</a:t>
            </a:r>
            <a:r>
              <a:rPr lang="en-US" dirty="0">
                <a:latin typeface="Arial" panose="020B0604020202020204" pitchFamily="34" charset="0"/>
              </a:rPr>
              <a:t>) = </a:t>
            </a:r>
            <a:r>
              <a:rPr lang="en-US" dirty="0" err="1">
                <a:latin typeface="Arial" panose="020B0604020202020204" pitchFamily="34" charset="0"/>
              </a:rPr>
              <a:t>y</a:t>
            </a:r>
            <a:r>
              <a:rPr lang="en-US" baseline="-25000" dirty="0" err="1">
                <a:latin typeface="Arial" panose="020B0604020202020204" pitchFamily="34" charset="0"/>
              </a:rPr>
              <a:t>n</a:t>
            </a:r>
            <a:endParaRPr lang="en-US" baseline="-25000" dirty="0">
              <a:latin typeface="Arial" panose="020B0604020202020204" pitchFamily="34" charset="0"/>
            </a:endParaRPr>
          </a:p>
          <a:p>
            <a:pPr marL="42863" indent="0">
              <a:lnSpc>
                <a:spcPct val="150000"/>
              </a:lnSpc>
            </a:pPr>
            <a:r>
              <a:rPr lang="en-US" dirty="0">
                <a:latin typeface="Arial" panose="020B0604020202020204" pitchFamily="34" charset="0"/>
              </a:rPr>
              <a:t>Or, equivalently</a:t>
            </a:r>
          </a:p>
          <a:p>
            <a:pPr marL="342900" lvl="1" indent="0">
              <a:lnSpc>
                <a:spcPct val="150000"/>
              </a:lnSpc>
              <a:buNone/>
            </a:pPr>
            <a:r>
              <a:rPr lang="en-US" dirty="0">
                <a:latin typeface="Arial" panose="020B0604020202020204" pitchFamily="34" charset="0"/>
              </a:rPr>
              <a:t>h(x</a:t>
            </a:r>
            <a:r>
              <a:rPr lang="en-US" baseline="-25000" dirty="0">
                <a:latin typeface="Arial" panose="020B0604020202020204" pitchFamily="34" charset="0"/>
              </a:rPr>
              <a:t>1</a:t>
            </a:r>
            <a:r>
              <a:rPr lang="en-US" dirty="0">
                <a:latin typeface="Arial" panose="020B0604020202020204" pitchFamily="34" charset="0"/>
              </a:rPr>
              <a:t>) = y</a:t>
            </a:r>
            <a:r>
              <a:rPr lang="en-US" baseline="-25000" dirty="0">
                <a:latin typeface="Arial" panose="020B0604020202020204" pitchFamily="34" charset="0"/>
              </a:rPr>
              <a:t>1</a:t>
            </a:r>
            <a:r>
              <a:rPr lang="en-US" dirty="0">
                <a:latin typeface="Arial" panose="020B0604020202020204" pitchFamily="34" charset="0"/>
              </a:rPr>
              <a:t> − F(x</a:t>
            </a:r>
            <a:r>
              <a:rPr lang="en-US" baseline="-25000" dirty="0">
                <a:latin typeface="Arial" panose="020B0604020202020204" pitchFamily="34" charset="0"/>
              </a:rPr>
              <a:t>1</a:t>
            </a:r>
            <a:r>
              <a:rPr lang="en-US" dirty="0">
                <a:latin typeface="Arial" panose="020B0604020202020204" pitchFamily="34" charset="0"/>
              </a:rPr>
              <a:t>) </a:t>
            </a:r>
          </a:p>
          <a:p>
            <a:pPr marL="342900" lvl="1" indent="0">
              <a:lnSpc>
                <a:spcPct val="150000"/>
              </a:lnSpc>
              <a:buNone/>
            </a:pPr>
            <a:r>
              <a:rPr lang="en-US" dirty="0">
                <a:latin typeface="Arial" panose="020B0604020202020204" pitchFamily="34" charset="0"/>
              </a:rPr>
              <a:t>h(x</a:t>
            </a:r>
            <a:r>
              <a:rPr lang="en-US" baseline="-25000" dirty="0">
                <a:latin typeface="Arial" panose="020B0604020202020204" pitchFamily="34" charset="0"/>
              </a:rPr>
              <a:t>2</a:t>
            </a:r>
            <a:r>
              <a:rPr lang="en-US" dirty="0">
                <a:latin typeface="Arial" panose="020B0604020202020204" pitchFamily="34" charset="0"/>
              </a:rPr>
              <a:t>) = y</a:t>
            </a:r>
            <a:r>
              <a:rPr lang="en-US" baseline="-25000" dirty="0">
                <a:latin typeface="Arial" panose="020B0604020202020204" pitchFamily="34" charset="0"/>
              </a:rPr>
              <a:t>2</a:t>
            </a:r>
            <a:r>
              <a:rPr lang="en-US" dirty="0">
                <a:latin typeface="Arial" panose="020B0604020202020204" pitchFamily="34" charset="0"/>
              </a:rPr>
              <a:t> − F(x</a:t>
            </a:r>
            <a:r>
              <a:rPr lang="en-US" baseline="-25000" dirty="0">
                <a:latin typeface="Arial" panose="020B0604020202020204" pitchFamily="34" charset="0"/>
              </a:rPr>
              <a:t>2</a:t>
            </a:r>
            <a:r>
              <a:rPr lang="en-US" dirty="0">
                <a:latin typeface="Arial" panose="020B0604020202020204" pitchFamily="34" charset="0"/>
              </a:rPr>
              <a:t>) ...</a:t>
            </a:r>
          </a:p>
          <a:p>
            <a:pPr marL="342900" lvl="1" indent="0">
              <a:lnSpc>
                <a:spcPct val="150000"/>
              </a:lnSpc>
              <a:buNone/>
            </a:pPr>
            <a:r>
              <a:rPr lang="en-US" dirty="0">
                <a:latin typeface="Arial" panose="020B0604020202020204" pitchFamily="34" charset="0"/>
              </a:rPr>
              <a:t>h(</a:t>
            </a:r>
            <a:r>
              <a:rPr lang="en-US" dirty="0" err="1">
                <a:latin typeface="Arial" panose="020B0604020202020204" pitchFamily="34" charset="0"/>
              </a:rPr>
              <a:t>x</a:t>
            </a:r>
            <a:r>
              <a:rPr lang="en-US" baseline="-25000" dirty="0" err="1">
                <a:latin typeface="Arial" panose="020B0604020202020204" pitchFamily="34" charset="0"/>
              </a:rPr>
              <a:t>n</a:t>
            </a:r>
            <a:r>
              <a:rPr lang="en-US" dirty="0">
                <a:latin typeface="Arial" panose="020B0604020202020204" pitchFamily="34" charset="0"/>
              </a:rPr>
              <a:t>) = </a:t>
            </a:r>
            <a:r>
              <a:rPr lang="en-US" dirty="0" err="1">
                <a:latin typeface="Arial" panose="020B0604020202020204" pitchFamily="34" charset="0"/>
              </a:rPr>
              <a:t>y</a:t>
            </a:r>
            <a:r>
              <a:rPr lang="en-US" baseline="-25000" dirty="0" err="1">
                <a:latin typeface="Arial" panose="020B0604020202020204" pitchFamily="34" charset="0"/>
              </a:rPr>
              <a:t>n</a:t>
            </a:r>
            <a:r>
              <a:rPr lang="en-US" dirty="0">
                <a:latin typeface="Arial" panose="020B0604020202020204" pitchFamily="34" charset="0"/>
              </a:rPr>
              <a:t> − F(</a:t>
            </a:r>
            <a:r>
              <a:rPr lang="en-US" dirty="0" err="1">
                <a:latin typeface="Arial" panose="020B0604020202020204" pitchFamily="34" charset="0"/>
              </a:rPr>
              <a:t>x</a:t>
            </a:r>
            <a:r>
              <a:rPr lang="en-US" baseline="-25000" dirty="0" err="1">
                <a:latin typeface="Arial" panose="020B0604020202020204" pitchFamily="34" charset="0"/>
              </a:rPr>
              <a:t>n</a:t>
            </a:r>
            <a:r>
              <a:rPr lang="en-US" dirty="0">
                <a:latin typeface="Arial" panose="020B0604020202020204" pitchFamily="34" charset="0"/>
              </a:rPr>
              <a:t>)</a:t>
            </a:r>
          </a:p>
          <a:p>
            <a:pPr marL="342900" lvl="1" indent="0">
              <a:lnSpc>
                <a:spcPct val="150000"/>
              </a:lnSpc>
              <a:buNone/>
            </a:pPr>
            <a:r>
              <a:rPr lang="en-US" dirty="0">
                <a:latin typeface="Arial" panose="020B0604020202020204" pitchFamily="34" charset="0"/>
              </a:rPr>
              <a:t>Fit a regression tree h to data </a:t>
            </a:r>
          </a:p>
          <a:p>
            <a:pPr marL="342900" lvl="1" indent="0">
              <a:lnSpc>
                <a:spcPct val="150000"/>
              </a:lnSpc>
              <a:buNone/>
            </a:pPr>
            <a:r>
              <a:rPr lang="en-US" dirty="0">
                <a:latin typeface="Arial" panose="020B0604020202020204" pitchFamily="34" charset="0"/>
              </a:rPr>
              <a:t>(x</a:t>
            </a:r>
            <a:r>
              <a:rPr lang="en-US" baseline="-25000" dirty="0">
                <a:latin typeface="Arial" panose="020B0604020202020204" pitchFamily="34" charset="0"/>
              </a:rPr>
              <a:t>1</a:t>
            </a:r>
            <a:r>
              <a:rPr lang="en-US" dirty="0">
                <a:latin typeface="Arial" panose="020B0604020202020204" pitchFamily="34" charset="0"/>
              </a:rPr>
              <a:t>, y</a:t>
            </a:r>
            <a:r>
              <a:rPr lang="en-US" baseline="-25000" dirty="0">
                <a:latin typeface="Arial" panose="020B0604020202020204" pitchFamily="34" charset="0"/>
              </a:rPr>
              <a:t>1</a:t>
            </a:r>
            <a:r>
              <a:rPr lang="en-US" dirty="0">
                <a:latin typeface="Arial" panose="020B0604020202020204" pitchFamily="34" charset="0"/>
              </a:rPr>
              <a:t> − F(x</a:t>
            </a:r>
            <a:r>
              <a:rPr lang="en-US" baseline="-25000" dirty="0">
                <a:latin typeface="Arial" panose="020B0604020202020204" pitchFamily="34" charset="0"/>
              </a:rPr>
              <a:t>1</a:t>
            </a:r>
            <a:r>
              <a:rPr lang="en-US" dirty="0">
                <a:latin typeface="Arial" panose="020B0604020202020204" pitchFamily="34" charset="0"/>
              </a:rPr>
              <a:t>)),(x</a:t>
            </a:r>
            <a:r>
              <a:rPr lang="en-US" baseline="-25000" dirty="0">
                <a:latin typeface="Arial" panose="020B0604020202020204" pitchFamily="34" charset="0"/>
              </a:rPr>
              <a:t>2</a:t>
            </a:r>
            <a:r>
              <a:rPr lang="en-US" dirty="0">
                <a:latin typeface="Arial" panose="020B0604020202020204" pitchFamily="34" charset="0"/>
              </a:rPr>
              <a:t>, y</a:t>
            </a:r>
            <a:r>
              <a:rPr lang="en-US" baseline="-25000" dirty="0">
                <a:latin typeface="Arial" panose="020B0604020202020204" pitchFamily="34" charset="0"/>
              </a:rPr>
              <a:t>2</a:t>
            </a:r>
            <a:r>
              <a:rPr lang="en-US" dirty="0">
                <a:latin typeface="Arial" panose="020B0604020202020204" pitchFamily="34" charset="0"/>
              </a:rPr>
              <a:t> − F(x</a:t>
            </a:r>
            <a:r>
              <a:rPr lang="en-US" baseline="-25000" dirty="0">
                <a:latin typeface="Arial" panose="020B0604020202020204" pitchFamily="34" charset="0"/>
              </a:rPr>
              <a:t>2</a:t>
            </a:r>
            <a:r>
              <a:rPr lang="en-US" dirty="0">
                <a:latin typeface="Arial" panose="020B0604020202020204" pitchFamily="34" charset="0"/>
              </a:rPr>
              <a:t>)), ...,(</a:t>
            </a:r>
            <a:r>
              <a:rPr lang="en-US" dirty="0" err="1">
                <a:latin typeface="Arial" panose="020B0604020202020204" pitchFamily="34" charset="0"/>
              </a:rPr>
              <a:t>x</a:t>
            </a:r>
            <a:r>
              <a:rPr lang="en-US" baseline="-25000" dirty="0" err="1">
                <a:latin typeface="Arial" panose="020B0604020202020204" pitchFamily="34" charset="0"/>
              </a:rPr>
              <a:t>n</a:t>
            </a:r>
            <a:r>
              <a:rPr lang="en-US" dirty="0">
                <a:latin typeface="Arial" panose="020B0604020202020204" pitchFamily="34" charset="0"/>
              </a:rPr>
              <a:t>, </a:t>
            </a:r>
            <a:r>
              <a:rPr lang="en-US" dirty="0" err="1">
                <a:latin typeface="Arial" panose="020B0604020202020204" pitchFamily="34" charset="0"/>
              </a:rPr>
              <a:t>y</a:t>
            </a:r>
            <a:r>
              <a:rPr lang="en-US" baseline="-25000" dirty="0" err="1">
                <a:latin typeface="Arial" panose="020B0604020202020204" pitchFamily="34" charset="0"/>
              </a:rPr>
              <a:t>n</a:t>
            </a:r>
            <a:r>
              <a:rPr lang="en-US" dirty="0">
                <a:latin typeface="Arial" panose="020B0604020202020204" pitchFamily="34" charset="0"/>
              </a:rPr>
              <a:t> − F(</a:t>
            </a:r>
            <a:r>
              <a:rPr lang="en-US" dirty="0" err="1">
                <a:latin typeface="Arial" panose="020B0604020202020204" pitchFamily="34" charset="0"/>
              </a:rPr>
              <a:t>x</a:t>
            </a:r>
            <a:r>
              <a:rPr lang="en-US" baseline="-25000" dirty="0" err="1">
                <a:latin typeface="Arial" panose="020B0604020202020204" pitchFamily="34" charset="0"/>
              </a:rPr>
              <a:t>n</a:t>
            </a:r>
            <a:r>
              <a:rPr lang="en-US" dirty="0">
                <a:latin typeface="Arial" panose="020B0604020202020204" pitchFamily="34" charset="0"/>
              </a:rPr>
              <a:t>))</a:t>
            </a:r>
          </a:p>
        </p:txBody>
      </p:sp>
      <p:sp>
        <p:nvSpPr>
          <p:cNvPr id="6" name="Title 1"/>
          <p:cNvSpPr>
            <a:spLocks noGrp="1"/>
          </p:cNvSpPr>
          <p:nvPr>
            <p:ph sz="quarter" idx="10"/>
          </p:nvPr>
        </p:nvSpPr>
        <p:spPr>
          <a:noFill/>
          <a:ln w="9525">
            <a:noFill/>
            <a:miter lim="800000"/>
            <a:headEnd/>
            <a:tailEnd/>
          </a:ln>
        </p:spPr>
        <p:txBody>
          <a:bodyPr vert="horz" wrap="square" lIns="68580" tIns="34290" rIns="68580" bIns="34290" numCol="1" rtlCol="0" anchor="ctr" anchorCtr="0" compatLnSpc="1">
            <a:prstTxWarp prst="textNoShape">
              <a:avLst/>
            </a:prstTxWarp>
            <a:normAutofit/>
          </a:bodyPr>
          <a:lstStyle/>
          <a:p>
            <a:pPr>
              <a:lnSpc>
                <a:spcPct val="150000"/>
              </a:lnSpc>
            </a:pPr>
            <a:r>
              <a:rPr lang="en-US" sz="2400" b="1" dirty="0">
                <a:latin typeface="Arial" panose="020B0604020202020204" pitchFamily="34" charset="0"/>
              </a:rPr>
              <a:t>Gradient Boosting</a:t>
            </a:r>
          </a:p>
        </p:txBody>
      </p:sp>
      <p:sp>
        <p:nvSpPr>
          <p:cNvPr id="7" name="Rectangle 6"/>
          <p:cNvSpPr/>
          <p:nvPr/>
        </p:nvSpPr>
        <p:spPr>
          <a:xfrm>
            <a:off x="4087867" y="2889369"/>
            <a:ext cx="5083066" cy="3000821"/>
          </a:xfrm>
          <a:prstGeom prst="rect">
            <a:avLst/>
          </a:prstGeom>
        </p:spPr>
        <p:txBody>
          <a:bodyPr wrap="square">
            <a:spAutoFit/>
          </a:bodyPr>
          <a:lstStyle/>
          <a:p>
            <a:pPr marL="257175" indent="-257175" defTabSz="685800" fontAlgn="auto">
              <a:lnSpc>
                <a:spcPct val="150000"/>
              </a:lnSpc>
              <a:spcBef>
                <a:spcPts val="0"/>
              </a:spcBef>
              <a:spcAft>
                <a:spcPts val="0"/>
              </a:spcAft>
              <a:buFont typeface="Arial" panose="020B0604020202020204" pitchFamily="34" charset="0"/>
              <a:buChar char="•"/>
            </a:pPr>
            <a:r>
              <a:rPr lang="en-US" sz="1800" dirty="0">
                <a:solidFill>
                  <a:srgbClr val="0070C0"/>
                </a:solidFill>
                <a:latin typeface="Arial" panose="020B0604020202020204" pitchFamily="34" charset="0"/>
                <a:ea typeface="Cambria" panose="02040503050406030204" pitchFamily="18" charset="0"/>
                <a:cs typeface="Arial" panose="020B0604020202020204" pitchFamily="34" charset="0"/>
              </a:rPr>
              <a:t>Simple solution: </a:t>
            </a:r>
            <a:r>
              <a:rPr lang="en-US" sz="1800" dirty="0" err="1">
                <a:solidFill>
                  <a:srgbClr val="0070C0"/>
                </a:solidFill>
                <a:latin typeface="Arial" panose="020B0604020202020204" pitchFamily="34" charset="0"/>
                <a:ea typeface="Cambria" panose="02040503050406030204" pitchFamily="18" charset="0"/>
                <a:cs typeface="Arial" panose="020B0604020202020204" pitchFamily="34" charset="0"/>
              </a:rPr>
              <a:t>y</a:t>
            </a:r>
            <a:r>
              <a:rPr lang="en-US" sz="1800" baseline="-25000" dirty="0" err="1">
                <a:solidFill>
                  <a:srgbClr val="0070C0"/>
                </a:solidFill>
                <a:latin typeface="Arial" panose="020B0604020202020204" pitchFamily="34" charset="0"/>
                <a:ea typeface="Cambria" panose="02040503050406030204" pitchFamily="18" charset="0"/>
                <a:cs typeface="Arial" panose="020B0604020202020204" pitchFamily="34" charset="0"/>
              </a:rPr>
              <a:t>i</a:t>
            </a:r>
            <a:r>
              <a:rPr lang="en-US" sz="1800" dirty="0">
                <a:solidFill>
                  <a:srgbClr val="0070C0"/>
                </a:solidFill>
                <a:latin typeface="Arial" panose="020B0604020202020204" pitchFamily="34" charset="0"/>
                <a:ea typeface="Cambria" panose="02040503050406030204" pitchFamily="18" charset="0"/>
                <a:cs typeface="Arial" panose="020B0604020202020204" pitchFamily="34" charset="0"/>
              </a:rPr>
              <a:t> − F(x</a:t>
            </a:r>
            <a:r>
              <a:rPr lang="en-US" sz="1800" baseline="-25000" dirty="0">
                <a:solidFill>
                  <a:srgbClr val="0070C0"/>
                </a:solidFill>
                <a:latin typeface="Arial" panose="020B0604020202020204" pitchFamily="34" charset="0"/>
                <a:ea typeface="Cambria" panose="02040503050406030204" pitchFamily="18" charset="0"/>
                <a:cs typeface="Arial" panose="020B0604020202020204" pitchFamily="34" charset="0"/>
              </a:rPr>
              <a:t>i</a:t>
            </a:r>
            <a:r>
              <a:rPr lang="en-US" sz="1800" dirty="0">
                <a:solidFill>
                  <a:srgbClr val="0070C0"/>
                </a:solidFill>
                <a:latin typeface="Arial" panose="020B0604020202020204" pitchFamily="34" charset="0"/>
                <a:ea typeface="Cambria" panose="02040503050406030204" pitchFamily="18" charset="0"/>
                <a:cs typeface="Arial" panose="020B0604020202020204" pitchFamily="34" charset="0"/>
              </a:rPr>
              <a:t>) are called residuals</a:t>
            </a:r>
          </a:p>
          <a:p>
            <a:pPr marL="257175" indent="-257175" defTabSz="685800" fontAlgn="auto">
              <a:lnSpc>
                <a:spcPct val="150000"/>
              </a:lnSpc>
              <a:spcBef>
                <a:spcPts val="0"/>
              </a:spcBef>
              <a:spcAft>
                <a:spcPts val="0"/>
              </a:spcAft>
              <a:buFont typeface="Arial" panose="020B0604020202020204" pitchFamily="34" charset="0"/>
              <a:buChar char="•"/>
            </a:pPr>
            <a:r>
              <a:rPr lang="en-US" sz="1800" dirty="0">
                <a:solidFill>
                  <a:srgbClr val="0070C0"/>
                </a:solidFill>
                <a:latin typeface="Arial" panose="020B0604020202020204" pitchFamily="34" charset="0"/>
                <a:ea typeface="Cambria" panose="02040503050406030204" pitchFamily="18" charset="0"/>
                <a:cs typeface="Arial" panose="020B0604020202020204" pitchFamily="34" charset="0"/>
              </a:rPr>
              <a:t>These are the parts that existing model F cannot do well. </a:t>
            </a:r>
          </a:p>
          <a:p>
            <a:pPr marL="257175" indent="-257175" defTabSz="685800" fontAlgn="auto">
              <a:lnSpc>
                <a:spcPct val="150000"/>
              </a:lnSpc>
              <a:spcBef>
                <a:spcPts val="0"/>
              </a:spcBef>
              <a:spcAft>
                <a:spcPts val="0"/>
              </a:spcAft>
              <a:buFont typeface="Arial" panose="020B0604020202020204" pitchFamily="34" charset="0"/>
              <a:buChar char="•"/>
            </a:pPr>
            <a:r>
              <a:rPr lang="en-US" sz="1800" dirty="0">
                <a:solidFill>
                  <a:srgbClr val="0070C0"/>
                </a:solidFill>
                <a:latin typeface="Arial" panose="020B0604020202020204" pitchFamily="34" charset="0"/>
                <a:ea typeface="Cambria" panose="02040503050406030204" pitchFamily="18" charset="0"/>
                <a:cs typeface="Arial" panose="020B0604020202020204" pitchFamily="34" charset="0"/>
              </a:rPr>
              <a:t>The role of h is to compensate the shortcoming of existing model F</a:t>
            </a:r>
          </a:p>
          <a:p>
            <a:pPr marL="257175" indent="-257175" defTabSz="685800" fontAlgn="auto">
              <a:lnSpc>
                <a:spcPct val="150000"/>
              </a:lnSpc>
              <a:spcBef>
                <a:spcPts val="0"/>
              </a:spcBef>
              <a:spcAft>
                <a:spcPts val="0"/>
              </a:spcAft>
              <a:buFont typeface="Arial" panose="020B0604020202020204" pitchFamily="34" charset="0"/>
              <a:buChar char="•"/>
            </a:pPr>
            <a:r>
              <a:rPr lang="en-US" sz="1800" dirty="0">
                <a:solidFill>
                  <a:srgbClr val="0070C0"/>
                </a:solidFill>
                <a:latin typeface="Arial" panose="020B0604020202020204" pitchFamily="34" charset="0"/>
                <a:ea typeface="Cambria" panose="02040503050406030204" pitchFamily="18" charset="0"/>
                <a:cs typeface="Arial" panose="020B0604020202020204" pitchFamily="34" charset="0"/>
              </a:rPr>
              <a:t>If the new model F + h is still not satisfactory, we can add another regression tree... </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4C760268-1B57-C501-DFCC-8A59111719F8}"/>
                  </a:ext>
                </a:extLst>
              </p14:cNvPr>
              <p14:cNvContentPartPr/>
              <p14:nvPr/>
            </p14:nvContentPartPr>
            <p14:xfrm>
              <a:off x="132840" y="1534320"/>
              <a:ext cx="8158680" cy="4887000"/>
            </p14:xfrm>
          </p:contentPart>
        </mc:Choice>
        <mc:Fallback>
          <p:pic>
            <p:nvPicPr>
              <p:cNvPr id="2" name="Ink 1">
                <a:extLst>
                  <a:ext uri="{FF2B5EF4-FFF2-40B4-BE49-F238E27FC236}">
                    <a16:creationId xmlns:a16="http://schemas.microsoft.com/office/drawing/2014/main" id="{4C760268-1B57-C501-DFCC-8A59111719F8}"/>
                  </a:ext>
                </a:extLst>
              </p:cNvPr>
              <p:cNvPicPr/>
              <p:nvPr/>
            </p:nvPicPr>
            <p:blipFill>
              <a:blip r:embed="rId3"/>
              <a:stretch>
                <a:fillRect/>
              </a:stretch>
            </p:blipFill>
            <p:spPr>
              <a:xfrm>
                <a:off x="123480" y="1524960"/>
                <a:ext cx="8177400" cy="4905720"/>
              </a:xfrm>
              <a:prstGeom prst="rect">
                <a:avLst/>
              </a:prstGeom>
            </p:spPr>
          </p:pic>
        </mc:Fallback>
      </mc:AlternateContent>
    </p:spTree>
    <p:extLst>
      <p:ext uri="{BB962C8B-B14F-4D97-AF65-F5344CB8AC3E}">
        <p14:creationId xmlns:p14="http://schemas.microsoft.com/office/powerpoint/2010/main" val="10288476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147582" y="1333500"/>
            <a:ext cx="9021818" cy="4032781"/>
          </a:xfrm>
        </p:spPr>
        <p:txBody>
          <a:bodyPr/>
          <a:lstStyle/>
          <a:p>
            <a:pPr fontAlgn="base">
              <a:buFont typeface="Arial" panose="020B0604020202020204" pitchFamily="34" charset="0"/>
              <a:buChar char="•"/>
            </a:pPr>
            <a:r>
              <a:rPr lang="en-US" dirty="0">
                <a:latin typeface="Arial" panose="020B0604020202020204" pitchFamily="34" charset="0"/>
              </a:rPr>
              <a:t>Gradient boosting involves three elements:</a:t>
            </a:r>
          </a:p>
          <a:p>
            <a:pPr lvl="1">
              <a:buFont typeface="Arial" panose="020B0604020202020204" pitchFamily="34" charset="0"/>
              <a:buChar char="•"/>
            </a:pPr>
            <a:r>
              <a:rPr lang="en-US" dirty="0">
                <a:latin typeface="Arial" panose="020B0604020202020204" pitchFamily="34" charset="0"/>
              </a:rPr>
              <a:t>A loss function to be optimized</a:t>
            </a:r>
          </a:p>
          <a:p>
            <a:pPr lvl="2">
              <a:buFont typeface="Arial" panose="020B0604020202020204" pitchFamily="34" charset="0"/>
              <a:buChar char="•"/>
            </a:pPr>
            <a:r>
              <a:rPr lang="en-US" dirty="0">
                <a:latin typeface="Arial" panose="020B0604020202020204" pitchFamily="34" charset="0"/>
              </a:rPr>
              <a:t>For example, regression may use a squared error and classification may use logarithmic loss.</a:t>
            </a:r>
          </a:p>
          <a:p>
            <a:pPr lvl="1">
              <a:buFont typeface="Arial" panose="020B0604020202020204" pitchFamily="34" charset="0"/>
              <a:buChar char="•"/>
            </a:pPr>
            <a:r>
              <a:rPr lang="en-US" dirty="0">
                <a:latin typeface="Arial" panose="020B0604020202020204" pitchFamily="34" charset="0"/>
              </a:rPr>
              <a:t>A weak learner to make predictions </a:t>
            </a:r>
            <a:r>
              <a:rPr lang="en-US" dirty="0" err="1">
                <a:latin typeface="Arial" panose="020B0604020202020204" pitchFamily="34" charset="0"/>
              </a:rPr>
              <a:t>E.g</a:t>
            </a:r>
            <a:r>
              <a:rPr lang="en-US" dirty="0">
                <a:latin typeface="Arial" panose="020B0604020202020204" pitchFamily="34" charset="0"/>
              </a:rPr>
              <a:t> Decision tree/Decision stump</a:t>
            </a:r>
          </a:p>
          <a:p>
            <a:pPr lvl="1">
              <a:buFont typeface="Arial" panose="020B0604020202020204" pitchFamily="34" charset="0"/>
              <a:buChar char="•"/>
            </a:pPr>
            <a:r>
              <a:rPr lang="en-US" dirty="0">
                <a:latin typeface="Arial" panose="020B0604020202020204" pitchFamily="34" charset="0"/>
              </a:rPr>
              <a:t>An additive model to add weak learners to minimize the loss function.</a:t>
            </a:r>
          </a:p>
          <a:p>
            <a:pPr lvl="2"/>
            <a:r>
              <a:rPr lang="en-US" dirty="0">
                <a:latin typeface="Arial" panose="020B0604020202020204" pitchFamily="34" charset="0"/>
              </a:rPr>
              <a:t>Trees are added one at a time, and existing trees in the model are not changed.</a:t>
            </a:r>
          </a:p>
          <a:p>
            <a:pPr lvl="2"/>
            <a:r>
              <a:rPr lang="en-US" dirty="0">
                <a:latin typeface="Arial" panose="020B0604020202020204" pitchFamily="34" charset="0"/>
              </a:rPr>
              <a:t>A gradient descent procedure is used to minimize the loss when adding trees.</a:t>
            </a:r>
          </a:p>
          <a:p>
            <a:pPr lvl="2"/>
            <a:r>
              <a:rPr lang="en-US" dirty="0">
                <a:latin typeface="Arial" panose="020B0604020202020204" pitchFamily="34" charset="0"/>
              </a:rPr>
              <a:t>Instead of parameters, we have weak learners</a:t>
            </a:r>
          </a:p>
          <a:p>
            <a:pPr lvl="2"/>
            <a:r>
              <a:rPr lang="en-US" dirty="0">
                <a:latin typeface="Arial" panose="020B0604020202020204" pitchFamily="34" charset="0"/>
              </a:rPr>
              <a:t>After calculating the loss, to perform the gradient descent procedure, we must add a tree to the model that reduces the loss (i.e. follow the gradient). </a:t>
            </a:r>
          </a:p>
          <a:p>
            <a:pPr lvl="1">
              <a:buFont typeface="Arial" panose="020B0604020202020204" pitchFamily="34" charset="0"/>
              <a:buChar char="•"/>
            </a:pPr>
            <a:endParaRPr lang="en-US" dirty="0">
              <a:latin typeface="Arial" panose="020B0604020202020204" pitchFamily="34" charset="0"/>
            </a:endParaRPr>
          </a:p>
          <a:p>
            <a:pPr>
              <a:buFont typeface="Arial" panose="020B0604020202020204" pitchFamily="34" charset="0"/>
              <a:buChar char="•"/>
            </a:pPr>
            <a:endParaRPr lang="en-IN" dirty="0">
              <a:latin typeface="Arial" panose="020B0604020202020204" pitchFamily="34" charset="0"/>
            </a:endParaRPr>
          </a:p>
        </p:txBody>
      </p:sp>
      <p:sp>
        <p:nvSpPr>
          <p:cNvPr id="5" name="Content Placeholder 4"/>
          <p:cNvSpPr>
            <a:spLocks noGrp="1"/>
          </p:cNvSpPr>
          <p:nvPr>
            <p:ph sz="quarter" idx="10"/>
          </p:nvPr>
        </p:nvSpPr>
        <p:spPr/>
        <p:txBody>
          <a:bodyPr>
            <a:normAutofit/>
          </a:bodyPr>
          <a:lstStyle/>
          <a:p>
            <a:pPr>
              <a:lnSpc>
                <a:spcPct val="150000"/>
              </a:lnSpc>
            </a:pPr>
            <a:r>
              <a:rPr lang="en-US" sz="2400" b="1" dirty="0">
                <a:latin typeface="Arial" panose="020B0604020202020204" pitchFamily="34" charset="0"/>
              </a:rPr>
              <a:t>Gradient boosting: Summary</a:t>
            </a:r>
            <a:endParaRPr lang="en-IN" sz="2400" b="1" dirty="0">
              <a:latin typeface="Arial" panose="020B0604020202020204" pitchFamily="34" charset="0"/>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EA432EA8-BD89-3AD0-B051-206279CE3FD9}"/>
                  </a:ext>
                </a:extLst>
              </p14:cNvPr>
              <p14:cNvContentPartPr/>
              <p14:nvPr/>
            </p14:nvContentPartPr>
            <p14:xfrm>
              <a:off x="300240" y="1834560"/>
              <a:ext cx="527760" cy="1530000"/>
            </p14:xfrm>
          </p:contentPart>
        </mc:Choice>
        <mc:Fallback>
          <p:pic>
            <p:nvPicPr>
              <p:cNvPr id="2" name="Ink 1">
                <a:extLst>
                  <a:ext uri="{FF2B5EF4-FFF2-40B4-BE49-F238E27FC236}">
                    <a16:creationId xmlns:a16="http://schemas.microsoft.com/office/drawing/2014/main" id="{EA432EA8-BD89-3AD0-B051-206279CE3FD9}"/>
                  </a:ext>
                </a:extLst>
              </p:cNvPr>
              <p:cNvPicPr/>
              <p:nvPr/>
            </p:nvPicPr>
            <p:blipFill>
              <a:blip r:embed="rId4"/>
              <a:stretch>
                <a:fillRect/>
              </a:stretch>
            </p:blipFill>
            <p:spPr>
              <a:xfrm>
                <a:off x="290880" y="1825200"/>
                <a:ext cx="546480" cy="1548720"/>
              </a:xfrm>
              <a:prstGeom prst="rect">
                <a:avLst/>
              </a:prstGeom>
            </p:spPr>
          </p:pic>
        </mc:Fallback>
      </mc:AlternateContent>
    </p:spTree>
    <p:extLst>
      <p:ext uri="{BB962C8B-B14F-4D97-AF65-F5344CB8AC3E}">
        <p14:creationId xmlns:p14="http://schemas.microsoft.com/office/powerpoint/2010/main" val="38228645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905000"/>
            <a:ext cx="8534400" cy="3394472"/>
          </a:xfrm>
        </p:spPr>
        <p:txBody>
          <a:bodyPr/>
          <a:lstStyle/>
          <a:p>
            <a:pPr marL="0" indent="0">
              <a:lnSpc>
                <a:spcPct val="150000"/>
              </a:lnSpc>
            </a:pPr>
            <a:r>
              <a:rPr lang="en-US" dirty="0">
                <a:latin typeface="Arial" panose="020B0604020202020204" pitchFamily="34" charset="0"/>
              </a:rPr>
              <a:t>let F</a:t>
            </a:r>
            <a:r>
              <a:rPr lang="en-US" baseline="-25000" dirty="0">
                <a:latin typeface="Arial" panose="020B0604020202020204" pitchFamily="34" charset="0"/>
              </a:rPr>
              <a:t>0</a:t>
            </a:r>
            <a:r>
              <a:rPr lang="en-US" dirty="0">
                <a:latin typeface="Arial" panose="020B0604020202020204" pitchFamily="34" charset="0"/>
              </a:rPr>
              <a:t> be a “dummy” constant model</a:t>
            </a:r>
          </a:p>
          <a:p>
            <a:pPr marL="0" indent="0">
              <a:lnSpc>
                <a:spcPct val="150000"/>
              </a:lnSpc>
            </a:pPr>
            <a:r>
              <a:rPr lang="en-IN" b="1" dirty="0">
                <a:latin typeface="Arial" panose="020B0604020202020204" pitchFamily="34" charset="0"/>
              </a:rPr>
              <a:t>for </a:t>
            </a:r>
            <a:r>
              <a:rPr lang="en-IN" dirty="0">
                <a:latin typeface="Arial" panose="020B0604020202020204" pitchFamily="34" charset="0"/>
              </a:rPr>
              <a:t>m = 1, . . . ,M</a:t>
            </a:r>
          </a:p>
          <a:p>
            <a:pPr>
              <a:lnSpc>
                <a:spcPct val="150000"/>
              </a:lnSpc>
            </a:pPr>
            <a:r>
              <a:rPr lang="en-US" b="1" dirty="0">
                <a:latin typeface="Arial" panose="020B0604020202020204" pitchFamily="34" charset="0"/>
              </a:rPr>
              <a:t>	for </a:t>
            </a:r>
            <a:r>
              <a:rPr lang="en-US" dirty="0">
                <a:latin typeface="Arial" panose="020B0604020202020204" pitchFamily="34" charset="0"/>
              </a:rPr>
              <a:t>each pair (</a:t>
            </a:r>
            <a:r>
              <a:rPr lang="en-US" b="1" dirty="0" err="1">
                <a:latin typeface="Arial" panose="020B0604020202020204" pitchFamily="34" charset="0"/>
              </a:rPr>
              <a:t>x</a:t>
            </a:r>
            <a:r>
              <a:rPr lang="en-US" baseline="-25000" dirty="0" err="1">
                <a:latin typeface="Arial" panose="020B0604020202020204" pitchFamily="34" charset="0"/>
              </a:rPr>
              <a:t>i</a:t>
            </a:r>
            <a:r>
              <a:rPr lang="en-US" dirty="0" err="1">
                <a:latin typeface="Arial" panose="020B0604020202020204" pitchFamily="34" charset="0"/>
              </a:rPr>
              <a:t>,y</a:t>
            </a:r>
            <a:r>
              <a:rPr lang="en-US" baseline="-25000" dirty="0" err="1">
                <a:latin typeface="Arial" panose="020B0604020202020204" pitchFamily="34" charset="0"/>
              </a:rPr>
              <a:t>i</a:t>
            </a:r>
            <a:r>
              <a:rPr lang="en-US" dirty="0">
                <a:latin typeface="Arial" panose="020B0604020202020204" pitchFamily="34" charset="0"/>
              </a:rPr>
              <a:t>) in the training set</a:t>
            </a:r>
          </a:p>
          <a:p>
            <a:pPr>
              <a:lnSpc>
                <a:spcPct val="150000"/>
              </a:lnSpc>
            </a:pPr>
            <a:r>
              <a:rPr lang="en-US" dirty="0">
                <a:latin typeface="Arial" panose="020B0604020202020204" pitchFamily="34" charset="0"/>
              </a:rPr>
              <a:t>		compute the pseudo-residual R(</a:t>
            </a:r>
            <a:r>
              <a:rPr lang="en-US" dirty="0" err="1">
                <a:latin typeface="Arial" panose="020B0604020202020204" pitchFamily="34" charset="0"/>
              </a:rPr>
              <a:t>y</a:t>
            </a:r>
            <a:r>
              <a:rPr lang="en-US" baseline="-25000" dirty="0" err="1">
                <a:latin typeface="Arial" panose="020B0604020202020204" pitchFamily="34" charset="0"/>
              </a:rPr>
              <a:t>i</a:t>
            </a:r>
            <a:r>
              <a:rPr lang="en-US" dirty="0">
                <a:latin typeface="Arial" panose="020B0604020202020204" pitchFamily="34" charset="0"/>
              </a:rPr>
              <a:t>, F</a:t>
            </a:r>
            <a:r>
              <a:rPr lang="en-US" baseline="-25000" dirty="0">
                <a:latin typeface="Arial" panose="020B0604020202020204" pitchFamily="34" charset="0"/>
              </a:rPr>
              <a:t>m-1</a:t>
            </a:r>
            <a:r>
              <a:rPr lang="en-US" dirty="0">
                <a:latin typeface="Arial" panose="020B0604020202020204" pitchFamily="34" charset="0"/>
              </a:rPr>
              <a:t>(</a:t>
            </a:r>
            <a:r>
              <a:rPr lang="en-US" b="1" dirty="0">
                <a:latin typeface="Arial" panose="020B0604020202020204" pitchFamily="34" charset="0"/>
              </a:rPr>
              <a:t>x</a:t>
            </a:r>
            <a:r>
              <a:rPr lang="en-US" baseline="-25000" dirty="0">
                <a:latin typeface="Arial" panose="020B0604020202020204" pitchFamily="34" charset="0"/>
              </a:rPr>
              <a:t>i</a:t>
            </a:r>
            <a:r>
              <a:rPr lang="en-US" dirty="0">
                <a:latin typeface="Arial" panose="020B0604020202020204" pitchFamily="34" charset="0"/>
              </a:rPr>
              <a:t>)) = negative gradient of the loss</a:t>
            </a:r>
          </a:p>
          <a:p>
            <a:pPr>
              <a:lnSpc>
                <a:spcPct val="150000"/>
              </a:lnSpc>
            </a:pPr>
            <a:r>
              <a:rPr lang="en-US" dirty="0">
                <a:latin typeface="Arial" panose="020B0604020202020204" pitchFamily="34" charset="0"/>
              </a:rPr>
              <a:t>	Train a regression sub-model </a:t>
            </a:r>
            <a:r>
              <a:rPr lang="en-US" dirty="0" err="1">
                <a:latin typeface="Arial" panose="020B0604020202020204" pitchFamily="34" charset="0"/>
              </a:rPr>
              <a:t>h</a:t>
            </a:r>
            <a:r>
              <a:rPr lang="en-US" baseline="-25000" dirty="0" err="1">
                <a:latin typeface="Arial" panose="020B0604020202020204" pitchFamily="34" charset="0"/>
              </a:rPr>
              <a:t>m</a:t>
            </a:r>
            <a:r>
              <a:rPr lang="en-US" dirty="0">
                <a:latin typeface="Arial" panose="020B0604020202020204" pitchFamily="34" charset="0"/>
              </a:rPr>
              <a:t> on the pseudo-residuals</a:t>
            </a:r>
          </a:p>
          <a:p>
            <a:pPr>
              <a:lnSpc>
                <a:spcPct val="150000"/>
              </a:lnSpc>
            </a:pPr>
            <a:r>
              <a:rPr lang="en-US" dirty="0">
                <a:latin typeface="Arial" panose="020B0604020202020204" pitchFamily="34" charset="0"/>
              </a:rPr>
              <a:t>	Add </a:t>
            </a:r>
            <a:r>
              <a:rPr lang="en-US" dirty="0" err="1">
                <a:latin typeface="Arial" panose="020B0604020202020204" pitchFamily="34" charset="0"/>
              </a:rPr>
              <a:t>h</a:t>
            </a:r>
            <a:r>
              <a:rPr lang="en-US" baseline="-25000" dirty="0" err="1">
                <a:latin typeface="Arial" panose="020B0604020202020204" pitchFamily="34" charset="0"/>
              </a:rPr>
              <a:t>m</a:t>
            </a:r>
            <a:r>
              <a:rPr lang="en-US" dirty="0">
                <a:latin typeface="Arial" panose="020B0604020202020204" pitchFamily="34" charset="0"/>
              </a:rPr>
              <a:t> to the ensemble: </a:t>
            </a:r>
            <a:r>
              <a:rPr lang="en-US" dirty="0" err="1">
                <a:latin typeface="Arial" panose="020B0604020202020204" pitchFamily="34" charset="0"/>
              </a:rPr>
              <a:t>F</a:t>
            </a:r>
            <a:r>
              <a:rPr lang="en-US" baseline="-25000" dirty="0" err="1">
                <a:latin typeface="Arial" panose="020B0604020202020204" pitchFamily="34" charset="0"/>
              </a:rPr>
              <a:t>m</a:t>
            </a:r>
            <a:r>
              <a:rPr lang="en-US" dirty="0">
                <a:latin typeface="Arial" panose="020B0604020202020204" pitchFamily="34" charset="0"/>
              </a:rPr>
              <a:t>(</a:t>
            </a:r>
            <a:r>
              <a:rPr lang="en-US" b="1" dirty="0">
                <a:latin typeface="Arial" panose="020B0604020202020204" pitchFamily="34" charset="0"/>
              </a:rPr>
              <a:t>x</a:t>
            </a:r>
            <a:r>
              <a:rPr lang="en-US" dirty="0">
                <a:latin typeface="Arial" panose="020B0604020202020204" pitchFamily="34" charset="0"/>
              </a:rPr>
              <a:t>) = F</a:t>
            </a:r>
            <a:r>
              <a:rPr lang="en-US" baseline="-25000" dirty="0">
                <a:latin typeface="Arial" panose="020B0604020202020204" pitchFamily="34" charset="0"/>
              </a:rPr>
              <a:t>m-1</a:t>
            </a:r>
            <a:r>
              <a:rPr lang="en-US" dirty="0">
                <a:latin typeface="Arial" panose="020B0604020202020204" pitchFamily="34" charset="0"/>
              </a:rPr>
              <a:t>(</a:t>
            </a:r>
            <a:r>
              <a:rPr lang="en-US" b="1" dirty="0">
                <a:latin typeface="Arial" panose="020B0604020202020204" pitchFamily="34" charset="0"/>
              </a:rPr>
              <a:t>x</a:t>
            </a:r>
            <a:r>
              <a:rPr lang="en-US" dirty="0">
                <a:latin typeface="Arial" panose="020B0604020202020204" pitchFamily="34" charset="0"/>
              </a:rPr>
              <a:t>) +</a:t>
            </a:r>
            <a:r>
              <a:rPr lang="en-US" dirty="0">
                <a:latin typeface="Arial" panose="020B0604020202020204" pitchFamily="34" charset="0"/>
                <a:sym typeface="Symbol" panose="05050102010706020507" pitchFamily="18" charset="2"/>
              </a:rPr>
              <a:t>.</a:t>
            </a:r>
            <a:r>
              <a:rPr lang="en-US" dirty="0" err="1">
                <a:latin typeface="Arial" panose="020B0604020202020204" pitchFamily="34" charset="0"/>
              </a:rPr>
              <a:t>h</a:t>
            </a:r>
            <a:r>
              <a:rPr lang="en-US" baseline="-25000" dirty="0" err="1">
                <a:latin typeface="Arial" panose="020B0604020202020204" pitchFamily="34" charset="0"/>
              </a:rPr>
              <a:t>m</a:t>
            </a:r>
            <a:r>
              <a:rPr lang="en-US" dirty="0">
                <a:latin typeface="Arial" panose="020B0604020202020204" pitchFamily="34" charset="0"/>
              </a:rPr>
              <a:t>(</a:t>
            </a:r>
            <a:r>
              <a:rPr lang="en-US" b="1" dirty="0">
                <a:latin typeface="Arial" panose="020B0604020202020204" pitchFamily="34" charset="0"/>
              </a:rPr>
              <a:t>x</a:t>
            </a:r>
            <a:r>
              <a:rPr lang="en-US" dirty="0">
                <a:latin typeface="Arial" panose="020B0604020202020204" pitchFamily="34" charset="0"/>
              </a:rPr>
              <a:t>)</a:t>
            </a:r>
          </a:p>
          <a:p>
            <a:pPr>
              <a:lnSpc>
                <a:spcPct val="150000"/>
              </a:lnSpc>
            </a:pPr>
            <a:r>
              <a:rPr lang="en-IN" b="1" dirty="0">
                <a:latin typeface="Arial" panose="020B0604020202020204" pitchFamily="34" charset="0"/>
              </a:rPr>
              <a:t>return </a:t>
            </a:r>
            <a:r>
              <a:rPr lang="en-IN" dirty="0">
                <a:latin typeface="Arial" panose="020B0604020202020204" pitchFamily="34" charset="0"/>
              </a:rPr>
              <a:t>the ensemble F</a:t>
            </a:r>
            <a:r>
              <a:rPr lang="en-IN" baseline="-25000" dirty="0">
                <a:latin typeface="Arial" panose="020B0604020202020204" pitchFamily="34" charset="0"/>
              </a:rPr>
              <a:t>M</a:t>
            </a:r>
          </a:p>
        </p:txBody>
      </p:sp>
      <p:sp>
        <p:nvSpPr>
          <p:cNvPr id="5" name="Content Placeholder 4"/>
          <p:cNvSpPr>
            <a:spLocks noGrp="1"/>
          </p:cNvSpPr>
          <p:nvPr>
            <p:ph sz="quarter" idx="10"/>
          </p:nvPr>
        </p:nvSpPr>
        <p:spPr/>
        <p:txBody>
          <a:bodyPr>
            <a:normAutofit/>
          </a:bodyPr>
          <a:lstStyle/>
          <a:p>
            <a:pPr>
              <a:lnSpc>
                <a:spcPct val="150000"/>
              </a:lnSpc>
            </a:pPr>
            <a:r>
              <a:rPr lang="en-IN" sz="2400" b="1" dirty="0">
                <a:latin typeface="Arial" panose="020B0604020202020204" pitchFamily="34" charset="0"/>
              </a:rPr>
              <a:t>Gradient boosting algorithm</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1CBE5FA6-3421-88EA-9642-BE62EA79A862}"/>
                  </a:ext>
                </a:extLst>
              </p14:cNvPr>
              <p14:cNvContentPartPr/>
              <p14:nvPr/>
            </p14:nvContentPartPr>
            <p14:xfrm>
              <a:off x="4754520" y="4732200"/>
              <a:ext cx="279000" cy="437400"/>
            </p14:xfrm>
          </p:contentPart>
        </mc:Choice>
        <mc:Fallback>
          <p:pic>
            <p:nvPicPr>
              <p:cNvPr id="2" name="Ink 1">
                <a:extLst>
                  <a:ext uri="{FF2B5EF4-FFF2-40B4-BE49-F238E27FC236}">
                    <a16:creationId xmlns:a16="http://schemas.microsoft.com/office/drawing/2014/main" id="{1CBE5FA6-3421-88EA-9642-BE62EA79A862}"/>
                  </a:ext>
                </a:extLst>
              </p:cNvPr>
              <p:cNvPicPr/>
              <p:nvPr/>
            </p:nvPicPr>
            <p:blipFill>
              <a:blip r:embed="rId3"/>
              <a:stretch>
                <a:fillRect/>
              </a:stretch>
            </p:blipFill>
            <p:spPr>
              <a:xfrm>
                <a:off x="4745160" y="4722840"/>
                <a:ext cx="297720" cy="456120"/>
              </a:xfrm>
              <a:prstGeom prst="rect">
                <a:avLst/>
              </a:prstGeom>
            </p:spPr>
          </p:pic>
        </mc:Fallback>
      </mc:AlternateContent>
    </p:spTree>
    <p:extLst>
      <p:ext uri="{BB962C8B-B14F-4D97-AF65-F5344CB8AC3E}">
        <p14:creationId xmlns:p14="http://schemas.microsoft.com/office/powerpoint/2010/main" val="24458746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https://miro.medium.com/max/267/1*sFAdpLzFhsurxB6g1b_ucQ.jpeg"/>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21149" y="1871856"/>
            <a:ext cx="3264179" cy="187048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Content Placeholder 6"/>
          <p:cNvGraphicFramePr>
            <a:graphicFrameLocks noGrp="1"/>
          </p:cNvGraphicFramePr>
          <p:nvPr>
            <p:ph sz="quarter" idx="10"/>
            <p:extLst>
              <p:ext uri="{D42A27DB-BD31-4B8C-83A1-F6EECF244321}">
                <p14:modId xmlns:p14="http://schemas.microsoft.com/office/powerpoint/2010/main" val="1343771662"/>
              </p:ext>
            </p:extLst>
          </p:nvPr>
        </p:nvGraphicFramePr>
        <p:xfrm>
          <a:off x="4497114" y="3612275"/>
          <a:ext cx="4646887" cy="1871661"/>
        </p:xfrm>
        <a:graphic>
          <a:graphicData uri="http://schemas.openxmlformats.org/drawingml/2006/table">
            <a:tbl>
              <a:tblPr>
                <a:tableStyleId>{35758FB7-9AC5-4552-8A53-C91805E547FA}</a:tableStyleId>
              </a:tblPr>
              <a:tblGrid>
                <a:gridCol w="916065">
                  <a:extLst>
                    <a:ext uri="{9D8B030D-6E8A-4147-A177-3AD203B41FA5}">
                      <a16:colId xmlns:a16="http://schemas.microsoft.com/office/drawing/2014/main" val="20000"/>
                    </a:ext>
                  </a:extLst>
                </a:gridCol>
                <a:gridCol w="776011">
                  <a:extLst>
                    <a:ext uri="{9D8B030D-6E8A-4147-A177-3AD203B41FA5}">
                      <a16:colId xmlns:a16="http://schemas.microsoft.com/office/drawing/2014/main" val="20001"/>
                    </a:ext>
                  </a:extLst>
                </a:gridCol>
                <a:gridCol w="609869">
                  <a:extLst>
                    <a:ext uri="{9D8B030D-6E8A-4147-A177-3AD203B41FA5}">
                      <a16:colId xmlns:a16="http://schemas.microsoft.com/office/drawing/2014/main" val="20002"/>
                    </a:ext>
                  </a:extLst>
                </a:gridCol>
                <a:gridCol w="1088982">
                  <a:extLst>
                    <a:ext uri="{9D8B030D-6E8A-4147-A177-3AD203B41FA5}">
                      <a16:colId xmlns:a16="http://schemas.microsoft.com/office/drawing/2014/main" val="20003"/>
                    </a:ext>
                  </a:extLst>
                </a:gridCol>
                <a:gridCol w="1255960">
                  <a:extLst>
                    <a:ext uri="{9D8B030D-6E8A-4147-A177-3AD203B41FA5}">
                      <a16:colId xmlns:a16="http://schemas.microsoft.com/office/drawing/2014/main" val="20004"/>
                    </a:ext>
                  </a:extLst>
                </a:gridCol>
              </a:tblGrid>
              <a:tr h="463323">
                <a:tc>
                  <a:txBody>
                    <a:bodyPr/>
                    <a:lstStyle/>
                    <a:p>
                      <a:pPr algn="l" fontAlgn="b"/>
                      <a:r>
                        <a:rPr lang="en-IN" sz="1500" u="none" strike="noStrike" dirty="0">
                          <a:effectLst/>
                        </a:rPr>
                        <a:t>Height</a:t>
                      </a:r>
                      <a:endParaRPr lang="en-IN" sz="1500" b="0" i="0" u="none" strike="noStrike" dirty="0">
                        <a:solidFill>
                          <a:srgbClr val="000000"/>
                        </a:solidFill>
                        <a:effectLst/>
                        <a:latin typeface="Cambria" panose="02040503050406030204" pitchFamily="18" charset="0"/>
                        <a:ea typeface="Cambria" panose="02040503050406030204" pitchFamily="18" charset="0"/>
                      </a:endParaRPr>
                    </a:p>
                  </a:txBody>
                  <a:tcPr marL="6123" marR="6123" marT="6123" marB="0" anchor="b"/>
                </a:tc>
                <a:tc>
                  <a:txBody>
                    <a:bodyPr/>
                    <a:lstStyle/>
                    <a:p>
                      <a:pPr algn="l" fontAlgn="b"/>
                      <a:r>
                        <a:rPr lang="en-IN" sz="1500" u="none" strike="noStrike" dirty="0">
                          <a:effectLst/>
                        </a:rPr>
                        <a:t>Age</a:t>
                      </a:r>
                      <a:endParaRPr lang="en-IN" sz="1500" b="0" i="0" u="none" strike="noStrike" dirty="0">
                        <a:solidFill>
                          <a:srgbClr val="000000"/>
                        </a:solidFill>
                        <a:effectLst/>
                        <a:latin typeface="Cambria" panose="02040503050406030204" pitchFamily="18" charset="0"/>
                        <a:ea typeface="Cambria" panose="02040503050406030204" pitchFamily="18" charset="0"/>
                      </a:endParaRPr>
                    </a:p>
                  </a:txBody>
                  <a:tcPr marL="6123" marR="6123" marT="6123" marB="0" anchor="b"/>
                </a:tc>
                <a:tc>
                  <a:txBody>
                    <a:bodyPr/>
                    <a:lstStyle/>
                    <a:p>
                      <a:pPr algn="l" fontAlgn="b"/>
                      <a:r>
                        <a:rPr lang="en-IN" sz="1500" u="none" strike="noStrike">
                          <a:effectLst/>
                        </a:rPr>
                        <a:t>Gender</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tc>
                  <a:txBody>
                    <a:bodyPr/>
                    <a:lstStyle/>
                    <a:p>
                      <a:pPr algn="l" fontAlgn="b"/>
                      <a:r>
                        <a:rPr lang="en-IN" sz="1500" u="none" strike="noStrike" dirty="0">
                          <a:effectLst/>
                        </a:rPr>
                        <a:t>Actual Weight</a:t>
                      </a:r>
                      <a:endParaRPr lang="en-IN" sz="1500" b="0" i="0" u="none" strike="noStrike" dirty="0">
                        <a:solidFill>
                          <a:srgbClr val="000000"/>
                        </a:solidFill>
                        <a:effectLst/>
                        <a:latin typeface="Cambria" panose="02040503050406030204" pitchFamily="18" charset="0"/>
                        <a:ea typeface="Cambria" panose="02040503050406030204" pitchFamily="18" charset="0"/>
                      </a:endParaRPr>
                    </a:p>
                  </a:txBody>
                  <a:tcPr marL="6123" marR="6123" marT="6123" marB="0" anchor="b"/>
                </a:tc>
                <a:tc>
                  <a:txBody>
                    <a:bodyPr/>
                    <a:lstStyle/>
                    <a:p>
                      <a:pPr algn="l" fontAlgn="b"/>
                      <a:r>
                        <a:rPr lang="en-IN" sz="1500" u="none" strike="noStrike">
                          <a:effectLst/>
                        </a:rPr>
                        <a:t>Predicted weight 1</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extLst>
                  <a:ext uri="{0D108BD9-81ED-4DB2-BD59-A6C34878D82A}">
                    <a16:rowId xmlns:a16="http://schemas.microsoft.com/office/drawing/2014/main" val="10000"/>
                  </a:ext>
                </a:extLst>
              </a:tr>
              <a:tr h="234723">
                <a:tc>
                  <a:txBody>
                    <a:bodyPr/>
                    <a:lstStyle/>
                    <a:p>
                      <a:pPr algn="l" fontAlgn="b"/>
                      <a:r>
                        <a:rPr lang="en-IN" sz="1500" u="none" strike="noStrike">
                          <a:effectLst/>
                        </a:rPr>
                        <a:t>5.4</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tc>
                  <a:txBody>
                    <a:bodyPr/>
                    <a:lstStyle/>
                    <a:p>
                      <a:pPr algn="l" fontAlgn="b"/>
                      <a:r>
                        <a:rPr lang="en-IN" sz="1500" u="none" strike="noStrike">
                          <a:effectLst/>
                        </a:rPr>
                        <a:t>28</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tc>
                  <a:txBody>
                    <a:bodyPr/>
                    <a:lstStyle/>
                    <a:p>
                      <a:pPr algn="l" fontAlgn="b"/>
                      <a:r>
                        <a:rPr lang="en-IN" sz="1500" u="none" strike="noStrike">
                          <a:effectLst/>
                        </a:rPr>
                        <a:t>M</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tc>
                  <a:txBody>
                    <a:bodyPr/>
                    <a:lstStyle/>
                    <a:p>
                      <a:pPr algn="l" fontAlgn="b"/>
                      <a:r>
                        <a:rPr lang="en-IN" sz="1500" u="none" strike="noStrike">
                          <a:effectLst/>
                        </a:rPr>
                        <a:t>88</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tc>
                  <a:txBody>
                    <a:bodyPr/>
                    <a:lstStyle/>
                    <a:p>
                      <a:pPr algn="l" fontAlgn="b"/>
                      <a:r>
                        <a:rPr lang="en-IN" sz="1500" u="none" strike="noStrike">
                          <a:effectLst/>
                        </a:rPr>
                        <a:t>71.2</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extLst>
                  <a:ext uri="{0D108BD9-81ED-4DB2-BD59-A6C34878D82A}">
                    <a16:rowId xmlns:a16="http://schemas.microsoft.com/office/drawing/2014/main" val="10001"/>
                  </a:ext>
                </a:extLst>
              </a:tr>
              <a:tr h="234723">
                <a:tc>
                  <a:txBody>
                    <a:bodyPr/>
                    <a:lstStyle/>
                    <a:p>
                      <a:pPr algn="l" fontAlgn="b"/>
                      <a:r>
                        <a:rPr lang="en-IN" sz="1500" u="none" strike="noStrike">
                          <a:effectLst/>
                        </a:rPr>
                        <a:t>5.2</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tc>
                  <a:txBody>
                    <a:bodyPr/>
                    <a:lstStyle/>
                    <a:p>
                      <a:pPr algn="l" fontAlgn="b"/>
                      <a:r>
                        <a:rPr lang="en-IN" sz="1500" u="none" strike="noStrike">
                          <a:effectLst/>
                        </a:rPr>
                        <a:t>26</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tc>
                  <a:txBody>
                    <a:bodyPr/>
                    <a:lstStyle/>
                    <a:p>
                      <a:pPr algn="l" fontAlgn="b"/>
                      <a:r>
                        <a:rPr lang="en-IN" sz="1500" u="none" strike="noStrike">
                          <a:effectLst/>
                        </a:rPr>
                        <a:t>F</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tc>
                  <a:txBody>
                    <a:bodyPr/>
                    <a:lstStyle/>
                    <a:p>
                      <a:pPr algn="l" fontAlgn="b"/>
                      <a:r>
                        <a:rPr lang="en-IN" sz="1500" u="none" strike="noStrike">
                          <a:effectLst/>
                        </a:rPr>
                        <a:t>76</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tc>
                  <a:txBody>
                    <a:bodyPr/>
                    <a:lstStyle/>
                    <a:p>
                      <a:pPr algn="l" fontAlgn="b"/>
                      <a:r>
                        <a:rPr lang="en-IN" sz="1500" u="none" strike="noStrike">
                          <a:effectLst/>
                        </a:rPr>
                        <a:t>71.2</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extLst>
                  <a:ext uri="{0D108BD9-81ED-4DB2-BD59-A6C34878D82A}">
                    <a16:rowId xmlns:a16="http://schemas.microsoft.com/office/drawing/2014/main" val="10002"/>
                  </a:ext>
                </a:extLst>
              </a:tr>
              <a:tr h="234723">
                <a:tc>
                  <a:txBody>
                    <a:bodyPr/>
                    <a:lstStyle/>
                    <a:p>
                      <a:pPr algn="l" fontAlgn="b"/>
                      <a:r>
                        <a:rPr lang="en-IN" sz="1500" u="none" strike="noStrike">
                          <a:effectLst/>
                        </a:rPr>
                        <a:t>5</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tc>
                  <a:txBody>
                    <a:bodyPr/>
                    <a:lstStyle/>
                    <a:p>
                      <a:pPr algn="l" fontAlgn="b"/>
                      <a:r>
                        <a:rPr lang="en-IN" sz="1500" u="none" strike="noStrike">
                          <a:effectLst/>
                        </a:rPr>
                        <a:t>28</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tc>
                  <a:txBody>
                    <a:bodyPr/>
                    <a:lstStyle/>
                    <a:p>
                      <a:pPr algn="l" fontAlgn="b"/>
                      <a:r>
                        <a:rPr lang="en-IN" sz="1500" u="none" strike="noStrike">
                          <a:effectLst/>
                        </a:rPr>
                        <a:t>F</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tc>
                  <a:txBody>
                    <a:bodyPr/>
                    <a:lstStyle/>
                    <a:p>
                      <a:pPr algn="l" fontAlgn="b"/>
                      <a:r>
                        <a:rPr lang="en-IN" sz="1500" u="none" strike="noStrike">
                          <a:effectLst/>
                        </a:rPr>
                        <a:t>56</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tc>
                  <a:txBody>
                    <a:bodyPr/>
                    <a:lstStyle/>
                    <a:p>
                      <a:pPr algn="l" fontAlgn="b"/>
                      <a:r>
                        <a:rPr lang="en-IN" sz="1500" u="none" strike="noStrike">
                          <a:effectLst/>
                        </a:rPr>
                        <a:t>71.2</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extLst>
                  <a:ext uri="{0D108BD9-81ED-4DB2-BD59-A6C34878D82A}">
                    <a16:rowId xmlns:a16="http://schemas.microsoft.com/office/drawing/2014/main" val="10003"/>
                  </a:ext>
                </a:extLst>
              </a:tr>
              <a:tr h="234723">
                <a:tc>
                  <a:txBody>
                    <a:bodyPr/>
                    <a:lstStyle/>
                    <a:p>
                      <a:pPr algn="l" fontAlgn="b"/>
                      <a:r>
                        <a:rPr lang="en-IN" sz="1500" u="none" strike="noStrike">
                          <a:effectLst/>
                        </a:rPr>
                        <a:t>5.6</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tc>
                  <a:txBody>
                    <a:bodyPr/>
                    <a:lstStyle/>
                    <a:p>
                      <a:pPr algn="l" fontAlgn="b"/>
                      <a:r>
                        <a:rPr lang="en-IN" sz="1500" u="none" strike="noStrike">
                          <a:effectLst/>
                        </a:rPr>
                        <a:t>25</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tc>
                  <a:txBody>
                    <a:bodyPr/>
                    <a:lstStyle/>
                    <a:p>
                      <a:pPr algn="l" fontAlgn="b"/>
                      <a:r>
                        <a:rPr lang="en-IN" sz="1500" u="none" strike="noStrike">
                          <a:effectLst/>
                        </a:rPr>
                        <a:t>M</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tc>
                  <a:txBody>
                    <a:bodyPr/>
                    <a:lstStyle/>
                    <a:p>
                      <a:pPr algn="l" fontAlgn="b"/>
                      <a:r>
                        <a:rPr lang="en-IN" sz="1500" u="none" strike="noStrike">
                          <a:effectLst/>
                        </a:rPr>
                        <a:t>73</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tc>
                  <a:txBody>
                    <a:bodyPr/>
                    <a:lstStyle/>
                    <a:p>
                      <a:pPr algn="l" fontAlgn="b"/>
                      <a:r>
                        <a:rPr lang="en-IN" sz="1500" u="none" strike="noStrike">
                          <a:effectLst/>
                        </a:rPr>
                        <a:t>71.2</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extLst>
                  <a:ext uri="{0D108BD9-81ED-4DB2-BD59-A6C34878D82A}">
                    <a16:rowId xmlns:a16="http://schemas.microsoft.com/office/drawing/2014/main" val="10004"/>
                  </a:ext>
                </a:extLst>
              </a:tr>
              <a:tr h="234723">
                <a:tc>
                  <a:txBody>
                    <a:bodyPr/>
                    <a:lstStyle/>
                    <a:p>
                      <a:pPr algn="l" fontAlgn="b"/>
                      <a:r>
                        <a:rPr lang="en-IN" sz="1500" u="none" strike="noStrike">
                          <a:effectLst/>
                        </a:rPr>
                        <a:t>6</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tc>
                  <a:txBody>
                    <a:bodyPr/>
                    <a:lstStyle/>
                    <a:p>
                      <a:pPr algn="l" fontAlgn="b"/>
                      <a:r>
                        <a:rPr lang="en-IN" sz="1500" u="none" strike="noStrike">
                          <a:effectLst/>
                        </a:rPr>
                        <a:t>25</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tc>
                  <a:txBody>
                    <a:bodyPr/>
                    <a:lstStyle/>
                    <a:p>
                      <a:pPr algn="l" fontAlgn="b"/>
                      <a:r>
                        <a:rPr lang="en-IN" sz="1500" u="none" strike="noStrike">
                          <a:effectLst/>
                        </a:rPr>
                        <a:t>M</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tc>
                  <a:txBody>
                    <a:bodyPr/>
                    <a:lstStyle/>
                    <a:p>
                      <a:pPr algn="l" fontAlgn="b"/>
                      <a:r>
                        <a:rPr lang="en-IN" sz="1500" u="none" strike="noStrike">
                          <a:effectLst/>
                        </a:rPr>
                        <a:t>77</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tc>
                  <a:txBody>
                    <a:bodyPr/>
                    <a:lstStyle/>
                    <a:p>
                      <a:pPr algn="l" fontAlgn="b"/>
                      <a:r>
                        <a:rPr lang="en-IN" sz="1500" u="none" strike="noStrike">
                          <a:effectLst/>
                        </a:rPr>
                        <a:t>71.2</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extLst>
                  <a:ext uri="{0D108BD9-81ED-4DB2-BD59-A6C34878D82A}">
                    <a16:rowId xmlns:a16="http://schemas.microsoft.com/office/drawing/2014/main" val="10005"/>
                  </a:ext>
                </a:extLst>
              </a:tr>
              <a:tr h="234723">
                <a:tc>
                  <a:txBody>
                    <a:bodyPr/>
                    <a:lstStyle/>
                    <a:p>
                      <a:pPr algn="l" fontAlgn="b"/>
                      <a:r>
                        <a:rPr lang="en-IN" sz="1500" u="none" strike="noStrike">
                          <a:effectLst/>
                        </a:rPr>
                        <a:t>4</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tc>
                  <a:txBody>
                    <a:bodyPr/>
                    <a:lstStyle/>
                    <a:p>
                      <a:pPr algn="l" fontAlgn="b"/>
                      <a:r>
                        <a:rPr lang="en-IN" sz="1500" u="none" strike="noStrike">
                          <a:effectLst/>
                        </a:rPr>
                        <a:t>22</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tc>
                  <a:txBody>
                    <a:bodyPr/>
                    <a:lstStyle/>
                    <a:p>
                      <a:pPr algn="l" fontAlgn="b"/>
                      <a:r>
                        <a:rPr lang="en-IN" sz="1500" u="none" strike="noStrike">
                          <a:effectLst/>
                        </a:rPr>
                        <a:t>F</a:t>
                      </a:r>
                      <a:endParaRPr lang="en-IN" sz="1500" b="0" i="0" u="none" strike="noStrike">
                        <a:solidFill>
                          <a:srgbClr val="000000"/>
                        </a:solidFill>
                        <a:effectLst/>
                        <a:latin typeface="Cambria" panose="02040503050406030204" pitchFamily="18" charset="0"/>
                        <a:ea typeface="Cambria" panose="02040503050406030204" pitchFamily="18" charset="0"/>
                      </a:endParaRPr>
                    </a:p>
                  </a:txBody>
                  <a:tcPr marL="6123" marR="6123" marT="6123" marB="0" anchor="b"/>
                </a:tc>
                <a:tc>
                  <a:txBody>
                    <a:bodyPr/>
                    <a:lstStyle/>
                    <a:p>
                      <a:pPr algn="l" fontAlgn="b"/>
                      <a:r>
                        <a:rPr lang="en-IN" sz="1500" u="none" strike="noStrike" dirty="0">
                          <a:effectLst/>
                        </a:rPr>
                        <a:t>57</a:t>
                      </a:r>
                      <a:endParaRPr lang="en-IN" sz="1500" b="0" i="0" u="none" strike="noStrike" dirty="0">
                        <a:solidFill>
                          <a:srgbClr val="000000"/>
                        </a:solidFill>
                        <a:effectLst/>
                        <a:latin typeface="Cambria" panose="02040503050406030204" pitchFamily="18" charset="0"/>
                        <a:ea typeface="Cambria" panose="02040503050406030204" pitchFamily="18" charset="0"/>
                      </a:endParaRPr>
                    </a:p>
                  </a:txBody>
                  <a:tcPr marL="6123" marR="6123" marT="6123" marB="0" anchor="b"/>
                </a:tc>
                <a:tc>
                  <a:txBody>
                    <a:bodyPr/>
                    <a:lstStyle/>
                    <a:p>
                      <a:pPr algn="l" fontAlgn="b"/>
                      <a:r>
                        <a:rPr lang="en-IN" sz="1500" u="none" strike="noStrike" dirty="0">
                          <a:effectLst/>
                        </a:rPr>
                        <a:t>71.2</a:t>
                      </a:r>
                      <a:endParaRPr lang="en-IN" sz="1500" b="0" i="0" u="none" strike="noStrike" dirty="0">
                        <a:solidFill>
                          <a:srgbClr val="000000"/>
                        </a:solidFill>
                        <a:effectLst/>
                        <a:latin typeface="Cambria" panose="02040503050406030204" pitchFamily="18" charset="0"/>
                        <a:ea typeface="Cambria" panose="02040503050406030204" pitchFamily="18" charset="0"/>
                      </a:endParaRPr>
                    </a:p>
                  </a:txBody>
                  <a:tcPr marL="6123" marR="6123" marT="6123" marB="0" anchor="b"/>
                </a:tc>
                <a:extLst>
                  <a:ext uri="{0D108BD9-81ED-4DB2-BD59-A6C34878D82A}">
                    <a16:rowId xmlns:a16="http://schemas.microsoft.com/office/drawing/2014/main" val="10006"/>
                  </a:ext>
                </a:extLst>
              </a:tr>
            </a:tbl>
          </a:graphicData>
        </a:graphic>
      </p:graphicFrame>
      <p:cxnSp>
        <p:nvCxnSpPr>
          <p:cNvPr id="11" name="Straight Arrow Connector 10"/>
          <p:cNvCxnSpPr/>
          <p:nvPr/>
        </p:nvCxnSpPr>
        <p:spPr>
          <a:xfrm>
            <a:off x="5592818" y="2725464"/>
            <a:ext cx="2778673" cy="87225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 name="Straight Connector 16"/>
          <p:cNvCxnSpPr/>
          <p:nvPr/>
        </p:nvCxnSpPr>
        <p:spPr>
          <a:xfrm>
            <a:off x="3961086" y="1850328"/>
            <a:ext cx="0" cy="4150423"/>
          </a:xfrm>
          <a:prstGeom prst="line">
            <a:avLst/>
          </a:prstGeom>
        </p:spPr>
        <p:style>
          <a:lnRef idx="3">
            <a:schemeClr val="dk1"/>
          </a:lnRef>
          <a:fillRef idx="0">
            <a:schemeClr val="dk1"/>
          </a:fillRef>
          <a:effectRef idx="2">
            <a:schemeClr val="dk1"/>
          </a:effectRef>
          <a:fontRef idx="minor">
            <a:schemeClr val="tx1"/>
          </a:fontRef>
        </p:style>
      </p:cxnSp>
      <p:sp>
        <p:nvSpPr>
          <p:cNvPr id="18" name="Rectangle 17"/>
          <p:cNvSpPr/>
          <p:nvPr/>
        </p:nvSpPr>
        <p:spPr>
          <a:xfrm>
            <a:off x="4436845" y="2198812"/>
            <a:ext cx="3526928" cy="872034"/>
          </a:xfrm>
          <a:prstGeom prst="rect">
            <a:avLst/>
          </a:prstGeom>
        </p:spPr>
        <p:txBody>
          <a:bodyPr wrap="none">
            <a:spAutoFit/>
          </a:bodyPr>
          <a:lstStyle/>
          <a:p>
            <a:pPr defTabSz="685800" fontAlgn="auto">
              <a:lnSpc>
                <a:spcPct val="150000"/>
              </a:lnSpc>
              <a:spcBef>
                <a:spcPts val="0"/>
              </a:spcBef>
              <a:spcAft>
                <a:spcPts val="0"/>
              </a:spcAft>
            </a:pPr>
            <a:r>
              <a:rPr lang="en-US" sz="1800" dirty="0">
                <a:solidFill>
                  <a:prstClr val="black"/>
                </a:solidFill>
                <a:latin typeface="Arial" panose="020B0604020202020204" pitchFamily="34" charset="0"/>
                <a:ea typeface="Cambria" panose="02040503050406030204" pitchFamily="18" charset="0"/>
                <a:cs typeface="Arial" panose="020B0604020202020204" pitchFamily="34" charset="0"/>
              </a:rPr>
              <a:t>F</a:t>
            </a:r>
            <a:r>
              <a:rPr lang="en-US" sz="1800" baseline="-25000" dirty="0">
                <a:solidFill>
                  <a:prstClr val="black"/>
                </a:solidFill>
                <a:latin typeface="Arial" panose="020B0604020202020204" pitchFamily="34" charset="0"/>
                <a:ea typeface="Cambria" panose="02040503050406030204" pitchFamily="18" charset="0"/>
                <a:cs typeface="Arial" panose="020B0604020202020204" pitchFamily="34" charset="0"/>
              </a:rPr>
              <a:t>0</a:t>
            </a:r>
            <a:r>
              <a:rPr lang="en-US" sz="1800" dirty="0">
                <a:solidFill>
                  <a:prstClr val="black"/>
                </a:solidFill>
                <a:latin typeface="Arial" panose="020B0604020202020204" pitchFamily="34" charset="0"/>
                <a:ea typeface="Cambria" panose="02040503050406030204" pitchFamily="18" charset="0"/>
                <a:cs typeface="Arial" panose="020B0604020202020204" pitchFamily="34" charset="0"/>
              </a:rPr>
              <a:t> be a “dummy” constant model</a:t>
            </a:r>
          </a:p>
          <a:p>
            <a:pPr defTabSz="685800" fontAlgn="auto">
              <a:lnSpc>
                <a:spcPct val="150000"/>
              </a:lnSpc>
              <a:spcBef>
                <a:spcPts val="0"/>
              </a:spcBef>
              <a:spcAft>
                <a:spcPts val="0"/>
              </a:spcAft>
            </a:pPr>
            <a:r>
              <a:rPr lang="en-US" sz="1800" dirty="0">
                <a:solidFill>
                  <a:prstClr val="black"/>
                </a:solidFill>
                <a:latin typeface="Arial" panose="020B0604020202020204" pitchFamily="34" charset="0"/>
                <a:ea typeface="Cambria" panose="02040503050406030204" pitchFamily="18" charset="0"/>
                <a:cs typeface="Arial" panose="020B0604020202020204" pitchFamily="34" charset="0"/>
              </a:rPr>
              <a:t>Average value is predicted.</a:t>
            </a:r>
          </a:p>
        </p:txBody>
      </p:sp>
      <p:sp>
        <p:nvSpPr>
          <p:cNvPr id="19" name="Rectangle 18"/>
          <p:cNvSpPr/>
          <p:nvPr/>
        </p:nvSpPr>
        <p:spPr>
          <a:xfrm>
            <a:off x="1908856" y="6207875"/>
            <a:ext cx="8229600" cy="369332"/>
          </a:xfrm>
          <a:prstGeom prst="rect">
            <a:avLst/>
          </a:prstGeom>
        </p:spPr>
        <p:txBody>
          <a:bodyPr wrap="square">
            <a:spAutoFit/>
          </a:bodyPr>
          <a:lstStyle/>
          <a:p>
            <a:pPr defTabSz="685800" fontAlgn="auto">
              <a:lnSpc>
                <a:spcPct val="150000"/>
              </a:lnSpc>
              <a:spcBef>
                <a:spcPts val="0"/>
              </a:spcBef>
              <a:spcAft>
                <a:spcPts val="0"/>
              </a:spcAft>
            </a:pPr>
            <a:r>
              <a:rPr lang="en-IN" sz="1200" dirty="0">
                <a:solidFill>
                  <a:schemeClr val="bg1">
                    <a:lumMod val="50000"/>
                  </a:schemeClr>
                </a:solidFill>
                <a:latin typeface="Arial" panose="020B0604020202020204" pitchFamily="34" charset="0"/>
                <a:ea typeface="Cambria" panose="02040503050406030204" pitchFamily="18" charset="0"/>
                <a:cs typeface="Arial" panose="020B0604020202020204" pitchFamily="34" charset="0"/>
              </a:rPr>
              <a:t>Example credit: https://medium.com/nerd-for-tech/gradient-boost-for-regression-explained-6561eec192cb</a:t>
            </a:r>
          </a:p>
        </p:txBody>
      </p:sp>
      <p:sp>
        <p:nvSpPr>
          <p:cNvPr id="9" name="Content Placeholder 4"/>
          <p:cNvSpPr txBox="1">
            <a:spLocks/>
          </p:cNvSpPr>
          <p:nvPr/>
        </p:nvSpPr>
        <p:spPr bwMode="auto">
          <a:xfrm>
            <a:off x="304800" y="152400"/>
            <a:ext cx="6324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a:bodyPr>
          <a:lstStyle>
            <a:lvl1pPr marL="0" indent="-257175" algn="l" rtl="0" fontAlgn="base">
              <a:lnSpc>
                <a:spcPts val="2700"/>
              </a:lnSpc>
              <a:spcBef>
                <a:spcPts val="0"/>
              </a:spcBef>
              <a:spcAft>
                <a:spcPct val="0"/>
              </a:spcAft>
              <a:buFont typeface="Arial" charset="0"/>
              <a:buNone/>
              <a:defRPr sz="2700" b="0" kern="1200" spc="-113" baseline="0">
                <a:solidFill>
                  <a:schemeClr val="tx1"/>
                </a:solidFill>
                <a:latin typeface="Cambria" panose="02040503050406030204" pitchFamily="18" charset="0"/>
                <a:ea typeface="Cambria" panose="02040503050406030204" pitchFamily="18" charset="0"/>
                <a:cs typeface="Arial" pitchFamily="34" charset="0"/>
              </a:defRPr>
            </a:lvl1pPr>
            <a:lvl2pPr marL="557213" indent="-214313" algn="l" rtl="0" fontAlgn="base">
              <a:spcBef>
                <a:spcPct val="20000"/>
              </a:spcBef>
              <a:spcAft>
                <a:spcPct val="0"/>
              </a:spcAft>
              <a:buFont typeface="Arial" charset="0"/>
              <a:buChar char="–"/>
              <a:defRPr sz="2100" kern="1200">
                <a:solidFill>
                  <a:schemeClr val="tx1"/>
                </a:solidFill>
                <a:latin typeface="Arial" pitchFamily="34" charset="0"/>
                <a:ea typeface="+mn-ea"/>
                <a:cs typeface="Arial" pitchFamily="34" charset="0"/>
              </a:defRPr>
            </a:lvl2pPr>
            <a:lvl3pPr marL="857250" indent="-171450" algn="l" rtl="0" fontAlgn="base">
              <a:spcBef>
                <a:spcPct val="20000"/>
              </a:spcBef>
              <a:spcAft>
                <a:spcPct val="0"/>
              </a:spcAft>
              <a:buFont typeface="Arial" charset="0"/>
              <a:buChar char="•"/>
              <a:defRPr sz="1800" kern="1200">
                <a:solidFill>
                  <a:schemeClr val="tx1"/>
                </a:solidFill>
                <a:latin typeface="Arial" pitchFamily="34" charset="0"/>
                <a:ea typeface="+mn-ea"/>
                <a:cs typeface="Arial" pitchFamily="34" charset="0"/>
              </a:defRPr>
            </a:lvl3pPr>
            <a:lvl4pPr marL="12001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4pPr>
            <a:lvl5pPr marL="15430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pPr>
            <a:r>
              <a:rPr lang="en-US" sz="2400" b="1" dirty="0">
                <a:latin typeface="Arial" panose="020B0604020202020204" pitchFamily="34" charset="0"/>
              </a:rPr>
              <a:t>Gradient boosting: Example</a:t>
            </a:r>
            <a:endParaRPr lang="en-IN" sz="2400" b="1" dirty="0">
              <a:latin typeface="Arial" panose="020B0604020202020204" pitchFamily="34" charset="0"/>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7D77BCE4-AF09-6197-D341-6D399B8013E9}"/>
                  </a:ext>
                </a:extLst>
              </p14:cNvPr>
              <p14:cNvContentPartPr/>
              <p14:nvPr/>
            </p14:nvContentPartPr>
            <p14:xfrm>
              <a:off x="450360" y="1199880"/>
              <a:ext cx="8051040" cy="4612680"/>
            </p14:xfrm>
          </p:contentPart>
        </mc:Choice>
        <mc:Fallback>
          <p:pic>
            <p:nvPicPr>
              <p:cNvPr id="2" name="Ink 1">
                <a:extLst>
                  <a:ext uri="{FF2B5EF4-FFF2-40B4-BE49-F238E27FC236}">
                    <a16:creationId xmlns:a16="http://schemas.microsoft.com/office/drawing/2014/main" id="{7D77BCE4-AF09-6197-D341-6D399B8013E9}"/>
                  </a:ext>
                </a:extLst>
              </p:cNvPr>
              <p:cNvPicPr/>
              <p:nvPr/>
            </p:nvPicPr>
            <p:blipFill>
              <a:blip r:embed="rId4"/>
              <a:stretch>
                <a:fillRect/>
              </a:stretch>
            </p:blipFill>
            <p:spPr>
              <a:xfrm>
                <a:off x="441000" y="1190520"/>
                <a:ext cx="8069760" cy="4631400"/>
              </a:xfrm>
              <a:prstGeom prst="rect">
                <a:avLst/>
              </a:prstGeom>
            </p:spPr>
          </p:pic>
        </mc:Fallback>
      </mc:AlternateContent>
    </p:spTree>
    <p:extLst>
      <p:ext uri="{BB962C8B-B14F-4D97-AF65-F5344CB8AC3E}">
        <p14:creationId xmlns:p14="http://schemas.microsoft.com/office/powerpoint/2010/main" val="40525359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https://miro.medium.com/max/524/1*-7ofzBLtrVdDL0JbgIzHLw.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75" y="2396947"/>
            <a:ext cx="5462639" cy="178265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https://miro.medium.com/max/700/1*YPbFm1hKiqYHFJv6F88_Pw.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98" y="4152738"/>
            <a:ext cx="7784606" cy="2324262"/>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6019800" y="3288275"/>
            <a:ext cx="2898227" cy="2169825"/>
          </a:xfrm>
          <a:prstGeom prst="rect">
            <a:avLst/>
          </a:prstGeom>
        </p:spPr>
        <p:txBody>
          <a:bodyPr wrap="square">
            <a:spAutoFit/>
          </a:bodyPr>
          <a:lstStyle/>
          <a:p>
            <a:pPr defTabSz="685800" fontAlgn="auto">
              <a:lnSpc>
                <a:spcPct val="150000"/>
              </a:lnSpc>
              <a:spcBef>
                <a:spcPts val="0"/>
              </a:spcBef>
              <a:spcAft>
                <a:spcPts val="0"/>
              </a:spcAft>
            </a:pPr>
            <a:r>
              <a:rPr lang="en-US" sz="1800" dirty="0">
                <a:solidFill>
                  <a:srgbClr val="292929"/>
                </a:solidFill>
                <a:latin typeface="Arial" panose="020B0604020202020204" pitchFamily="34" charset="0"/>
                <a:ea typeface="Cambria" panose="02040503050406030204" pitchFamily="18" charset="0"/>
                <a:cs typeface="Arial" panose="020B0604020202020204" pitchFamily="34" charset="0"/>
              </a:rPr>
              <a:t>A tree with maximum leaf nodes as 4(hyper parameter for DT) using Height, Age and Gender to predict the residuals(Error)</a:t>
            </a:r>
            <a:endParaRPr lang="en-IN" sz="1800" dirty="0">
              <a:solidFill>
                <a:prstClr val="black"/>
              </a:solidFill>
              <a:latin typeface="Arial" panose="020B0604020202020204" pitchFamily="34" charset="0"/>
              <a:ea typeface="Cambria" panose="02040503050406030204" pitchFamily="18" charset="0"/>
              <a:cs typeface="Arial" panose="020B0604020202020204" pitchFamily="34" charset="0"/>
            </a:endParaRPr>
          </a:p>
        </p:txBody>
      </p:sp>
      <p:pic>
        <p:nvPicPr>
          <p:cNvPr id="13" name="Picture 12"/>
          <p:cNvPicPr>
            <a:picLocks noChangeAspect="1"/>
          </p:cNvPicPr>
          <p:nvPr/>
        </p:nvPicPr>
        <p:blipFill>
          <a:blip r:embed="rId4"/>
          <a:stretch>
            <a:fillRect/>
          </a:stretch>
        </p:blipFill>
        <p:spPr>
          <a:xfrm>
            <a:off x="6163701" y="1540446"/>
            <a:ext cx="2350294" cy="707231"/>
          </a:xfrm>
          <a:prstGeom prst="rect">
            <a:avLst/>
          </a:prstGeom>
          <a:ln>
            <a:solidFill>
              <a:srgbClr val="FF0000"/>
            </a:solidFill>
          </a:ln>
        </p:spPr>
      </p:pic>
      <p:sp>
        <p:nvSpPr>
          <p:cNvPr id="14" name="Rectangle 13"/>
          <p:cNvSpPr/>
          <p:nvPr/>
        </p:nvSpPr>
        <p:spPr>
          <a:xfrm>
            <a:off x="5620733" y="2372128"/>
            <a:ext cx="3175869" cy="507831"/>
          </a:xfrm>
          <a:prstGeom prst="rect">
            <a:avLst/>
          </a:prstGeom>
        </p:spPr>
        <p:txBody>
          <a:bodyPr wrap="none">
            <a:spAutoFit/>
          </a:bodyPr>
          <a:lstStyle/>
          <a:p>
            <a:pPr marL="342900" lvl="1" defTabSz="685800" fontAlgn="auto">
              <a:lnSpc>
                <a:spcPct val="150000"/>
              </a:lnSpc>
              <a:spcBef>
                <a:spcPts val="0"/>
              </a:spcBef>
              <a:spcAft>
                <a:spcPts val="0"/>
              </a:spcAft>
            </a:pPr>
            <a:r>
              <a:rPr lang="en-US" sz="1800" dirty="0">
                <a:solidFill>
                  <a:prstClr val="black"/>
                </a:solidFill>
                <a:latin typeface="Arial" panose="020B0604020202020204" pitchFamily="34" charset="0"/>
                <a:ea typeface="Cambria" panose="02040503050406030204" pitchFamily="18" charset="0"/>
                <a:cs typeface="Arial" panose="020B0604020202020204" pitchFamily="34" charset="0"/>
              </a:rPr>
              <a:t>Residual: h</a:t>
            </a:r>
            <a:r>
              <a:rPr lang="en-US" sz="1800" baseline="-25000" dirty="0">
                <a:solidFill>
                  <a:prstClr val="black"/>
                </a:solidFill>
                <a:latin typeface="Arial" panose="020B0604020202020204" pitchFamily="34" charset="0"/>
                <a:ea typeface="Cambria" panose="02040503050406030204" pitchFamily="18" charset="0"/>
                <a:cs typeface="Arial" panose="020B0604020202020204" pitchFamily="34" charset="0"/>
              </a:rPr>
              <a:t>1</a:t>
            </a:r>
            <a:r>
              <a:rPr lang="en-US" sz="1800" dirty="0">
                <a:solidFill>
                  <a:prstClr val="black"/>
                </a:solidFill>
                <a:latin typeface="Arial" panose="020B0604020202020204" pitchFamily="34" charset="0"/>
                <a:ea typeface="Cambria" panose="02040503050406030204" pitchFamily="18" charset="0"/>
                <a:cs typeface="Arial" panose="020B0604020202020204" pitchFamily="34" charset="0"/>
              </a:rPr>
              <a:t>(x) = y − F</a:t>
            </a:r>
            <a:r>
              <a:rPr lang="en-US" sz="1800" baseline="-25000" dirty="0">
                <a:solidFill>
                  <a:prstClr val="black"/>
                </a:solidFill>
                <a:latin typeface="Arial" panose="020B0604020202020204" pitchFamily="34" charset="0"/>
                <a:ea typeface="Cambria" panose="02040503050406030204" pitchFamily="18" charset="0"/>
                <a:cs typeface="Arial" panose="020B0604020202020204" pitchFamily="34" charset="0"/>
              </a:rPr>
              <a:t>0</a:t>
            </a:r>
            <a:r>
              <a:rPr lang="en-US" sz="1800" dirty="0">
                <a:solidFill>
                  <a:prstClr val="black"/>
                </a:solidFill>
                <a:latin typeface="Arial" panose="020B0604020202020204" pitchFamily="34" charset="0"/>
                <a:ea typeface="Cambria" panose="02040503050406030204" pitchFamily="18" charset="0"/>
                <a:cs typeface="Arial" panose="020B0604020202020204" pitchFamily="34" charset="0"/>
              </a:rPr>
              <a:t>(x)</a:t>
            </a:r>
          </a:p>
        </p:txBody>
      </p:sp>
      <p:sp>
        <p:nvSpPr>
          <p:cNvPr id="15" name="TextBox 14"/>
          <p:cNvSpPr txBox="1"/>
          <p:nvPr/>
        </p:nvSpPr>
        <p:spPr>
          <a:xfrm>
            <a:off x="154725" y="636708"/>
            <a:ext cx="3677307" cy="577850"/>
          </a:xfrm>
          <a:prstGeom prst="rect">
            <a:avLst/>
          </a:prstGeom>
          <a:noFill/>
        </p:spPr>
        <p:txBody>
          <a:bodyPr wrap="square" rtlCol="0">
            <a:spAutoFit/>
          </a:bodyPr>
          <a:lstStyle/>
          <a:p>
            <a:pPr defTabSz="685800" fontAlgn="auto">
              <a:lnSpc>
                <a:spcPct val="150000"/>
              </a:lnSpc>
              <a:spcBef>
                <a:spcPts val="0"/>
              </a:spcBef>
              <a:spcAft>
                <a:spcPts val="0"/>
              </a:spcAft>
            </a:pPr>
            <a:r>
              <a:rPr lang="en-US" sz="2400" b="1" dirty="0">
                <a:solidFill>
                  <a:prstClr val="black"/>
                </a:solidFill>
                <a:latin typeface="Arial" panose="020B0604020202020204" pitchFamily="34" charset="0"/>
                <a:ea typeface="Cambria" panose="02040503050406030204" pitchFamily="18" charset="0"/>
                <a:cs typeface="Arial" panose="020B0604020202020204" pitchFamily="34" charset="0"/>
              </a:rPr>
              <a:t>Iteration 1</a:t>
            </a:r>
            <a:endParaRPr lang="en-IN" sz="2400" b="1" dirty="0">
              <a:solidFill>
                <a:prstClr val="black"/>
              </a:solidFill>
              <a:latin typeface="Arial" panose="020B0604020202020204" pitchFamily="34" charset="0"/>
              <a:ea typeface="Cambria" panose="02040503050406030204" pitchFamily="18" charset="0"/>
              <a:cs typeface="Arial" panose="020B0604020202020204" pitchFamily="34" charset="0"/>
            </a:endParaRPr>
          </a:p>
        </p:txBody>
      </p:sp>
      <p:sp>
        <p:nvSpPr>
          <p:cNvPr id="16" name="Rectangle 15"/>
          <p:cNvSpPr/>
          <p:nvPr/>
        </p:nvSpPr>
        <p:spPr>
          <a:xfrm>
            <a:off x="154725" y="1540445"/>
            <a:ext cx="5611514" cy="923330"/>
          </a:xfrm>
          <a:prstGeom prst="rect">
            <a:avLst/>
          </a:prstGeom>
          <a:ln>
            <a:solidFill>
              <a:srgbClr val="C00000"/>
            </a:solidFill>
          </a:ln>
        </p:spPr>
        <p:txBody>
          <a:bodyPr wrap="square">
            <a:spAutoFit/>
          </a:bodyPr>
          <a:lstStyle/>
          <a:p>
            <a:pPr defTabSz="685800" fontAlgn="auto">
              <a:lnSpc>
                <a:spcPct val="150000"/>
              </a:lnSpc>
              <a:spcBef>
                <a:spcPts val="0"/>
              </a:spcBef>
              <a:spcAft>
                <a:spcPts val="0"/>
              </a:spcAft>
            </a:pPr>
            <a:r>
              <a:rPr lang="en-US" sz="1800" dirty="0">
                <a:solidFill>
                  <a:prstClr val="black"/>
                </a:solidFill>
                <a:latin typeface="Arial" panose="020B0604020202020204" pitchFamily="34" charset="0"/>
                <a:ea typeface="Cambria" panose="02040503050406030204" pitchFamily="18" charset="0"/>
                <a:cs typeface="Arial" panose="020B0604020202020204" pitchFamily="34" charset="0"/>
              </a:rPr>
              <a:t>compute the pseudo-residual R(</a:t>
            </a:r>
            <a:r>
              <a:rPr lang="en-US" sz="1800" dirty="0" err="1">
                <a:solidFill>
                  <a:prstClr val="black"/>
                </a:solidFill>
                <a:latin typeface="Arial" panose="020B0604020202020204" pitchFamily="34" charset="0"/>
                <a:ea typeface="Cambria" panose="02040503050406030204" pitchFamily="18" charset="0"/>
                <a:cs typeface="Arial" panose="020B0604020202020204" pitchFamily="34" charset="0"/>
              </a:rPr>
              <a:t>y</a:t>
            </a:r>
            <a:r>
              <a:rPr lang="en-US" sz="1800" baseline="-25000" dirty="0" err="1">
                <a:solidFill>
                  <a:prstClr val="black"/>
                </a:solidFill>
                <a:latin typeface="Arial" panose="020B0604020202020204" pitchFamily="34" charset="0"/>
                <a:ea typeface="Cambria" panose="02040503050406030204" pitchFamily="18" charset="0"/>
                <a:cs typeface="Arial" panose="020B0604020202020204" pitchFamily="34" charset="0"/>
              </a:rPr>
              <a:t>i</a:t>
            </a:r>
            <a:r>
              <a:rPr lang="en-US" sz="1800" dirty="0">
                <a:solidFill>
                  <a:prstClr val="black"/>
                </a:solidFill>
                <a:latin typeface="Arial" panose="020B0604020202020204" pitchFamily="34" charset="0"/>
                <a:ea typeface="Cambria" panose="02040503050406030204" pitchFamily="18" charset="0"/>
                <a:cs typeface="Arial" panose="020B0604020202020204" pitchFamily="34" charset="0"/>
              </a:rPr>
              <a:t>, F</a:t>
            </a:r>
            <a:r>
              <a:rPr lang="en-US" sz="1800" baseline="-25000" dirty="0">
                <a:solidFill>
                  <a:prstClr val="black"/>
                </a:solidFill>
                <a:latin typeface="Arial" panose="020B0604020202020204" pitchFamily="34" charset="0"/>
                <a:ea typeface="Cambria" panose="02040503050406030204" pitchFamily="18" charset="0"/>
                <a:cs typeface="Arial" panose="020B0604020202020204" pitchFamily="34" charset="0"/>
              </a:rPr>
              <a:t>m-1</a:t>
            </a:r>
            <a:r>
              <a:rPr lang="en-US" sz="1800" dirty="0">
                <a:solidFill>
                  <a:prstClr val="black"/>
                </a:solidFill>
                <a:latin typeface="Arial" panose="020B0604020202020204" pitchFamily="34" charset="0"/>
                <a:ea typeface="Cambria" panose="02040503050406030204" pitchFamily="18" charset="0"/>
                <a:cs typeface="Arial" panose="020B0604020202020204" pitchFamily="34" charset="0"/>
              </a:rPr>
              <a:t>(</a:t>
            </a:r>
            <a:r>
              <a:rPr lang="en-US" sz="1800" b="1" dirty="0">
                <a:solidFill>
                  <a:prstClr val="black"/>
                </a:solidFill>
                <a:latin typeface="Arial" panose="020B0604020202020204" pitchFamily="34" charset="0"/>
                <a:ea typeface="Cambria" panose="02040503050406030204" pitchFamily="18" charset="0"/>
                <a:cs typeface="Arial" panose="020B0604020202020204" pitchFamily="34" charset="0"/>
              </a:rPr>
              <a:t>x</a:t>
            </a:r>
            <a:r>
              <a:rPr lang="en-US" sz="1800" baseline="-25000" dirty="0">
                <a:solidFill>
                  <a:prstClr val="black"/>
                </a:solidFill>
                <a:latin typeface="Arial" panose="020B0604020202020204" pitchFamily="34" charset="0"/>
                <a:ea typeface="Cambria" panose="02040503050406030204" pitchFamily="18" charset="0"/>
                <a:cs typeface="Arial" panose="020B0604020202020204" pitchFamily="34" charset="0"/>
              </a:rPr>
              <a:t>i</a:t>
            </a:r>
            <a:r>
              <a:rPr lang="en-US" sz="1800" dirty="0">
                <a:solidFill>
                  <a:prstClr val="black"/>
                </a:solidFill>
                <a:latin typeface="Arial" panose="020B0604020202020204" pitchFamily="34" charset="0"/>
                <a:ea typeface="Cambria" panose="02040503050406030204" pitchFamily="18" charset="0"/>
                <a:cs typeface="Arial" panose="020B0604020202020204" pitchFamily="34" charset="0"/>
              </a:rPr>
              <a:t>)) = negative gradient of the loss</a:t>
            </a:r>
          </a:p>
        </p:txBody>
      </p:sp>
      <p:sp>
        <p:nvSpPr>
          <p:cNvPr id="17" name="Left Arrow 16"/>
          <p:cNvSpPr/>
          <p:nvPr/>
        </p:nvSpPr>
        <p:spPr>
          <a:xfrm>
            <a:off x="5511474" y="2524455"/>
            <a:ext cx="380564" cy="240089"/>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lnSpc>
                <a:spcPct val="150000"/>
              </a:lnSpc>
              <a:spcBef>
                <a:spcPts val="0"/>
              </a:spcBef>
              <a:spcAft>
                <a:spcPts val="0"/>
              </a:spcAft>
            </a:pPr>
            <a:endParaRPr lang="en-IN" sz="1800">
              <a:solidFill>
                <a:prstClr val="white"/>
              </a:solidFill>
              <a:latin typeface="Arial" panose="020B0604020202020204" pitchFamily="34" charset="0"/>
              <a:cs typeface="Arial" panose="020B0604020202020204" pitchFamily="34" charset="0"/>
            </a:endParaRPr>
          </a:p>
        </p:txBody>
      </p:sp>
      <p:sp>
        <p:nvSpPr>
          <p:cNvPr id="12" name="Rectangle 11"/>
          <p:cNvSpPr/>
          <p:nvPr/>
        </p:nvSpPr>
        <p:spPr>
          <a:xfrm>
            <a:off x="1908856" y="6207875"/>
            <a:ext cx="8229600" cy="369332"/>
          </a:xfrm>
          <a:prstGeom prst="rect">
            <a:avLst/>
          </a:prstGeom>
        </p:spPr>
        <p:txBody>
          <a:bodyPr wrap="square">
            <a:spAutoFit/>
          </a:bodyPr>
          <a:lstStyle/>
          <a:p>
            <a:pPr defTabSz="685800" fontAlgn="auto">
              <a:lnSpc>
                <a:spcPct val="150000"/>
              </a:lnSpc>
              <a:spcBef>
                <a:spcPts val="0"/>
              </a:spcBef>
              <a:spcAft>
                <a:spcPts val="0"/>
              </a:spcAft>
            </a:pPr>
            <a:r>
              <a:rPr lang="en-IN" sz="1200" dirty="0">
                <a:solidFill>
                  <a:schemeClr val="bg1">
                    <a:lumMod val="50000"/>
                  </a:schemeClr>
                </a:solidFill>
                <a:latin typeface="Arial" panose="020B0604020202020204" pitchFamily="34" charset="0"/>
                <a:ea typeface="Cambria" panose="02040503050406030204" pitchFamily="18" charset="0"/>
                <a:cs typeface="Arial" panose="020B0604020202020204" pitchFamily="34" charset="0"/>
              </a:rPr>
              <a:t>Example credit: https://medium.com/nerd-for-tech/gradient-boost-for-regression-explained-6561eec192cb</a:t>
            </a:r>
          </a:p>
        </p:txBody>
      </p:sp>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DE07B653-B981-A76E-C452-DB0E4D192B3E}"/>
                  </a:ext>
                </a:extLst>
              </p14:cNvPr>
              <p14:cNvContentPartPr/>
              <p14:nvPr/>
            </p14:nvContentPartPr>
            <p14:xfrm>
              <a:off x="553320" y="2190240"/>
              <a:ext cx="6713640" cy="3883680"/>
            </p14:xfrm>
          </p:contentPart>
        </mc:Choice>
        <mc:Fallback>
          <p:pic>
            <p:nvPicPr>
              <p:cNvPr id="2" name="Ink 1">
                <a:extLst>
                  <a:ext uri="{FF2B5EF4-FFF2-40B4-BE49-F238E27FC236}">
                    <a16:creationId xmlns:a16="http://schemas.microsoft.com/office/drawing/2014/main" id="{DE07B653-B981-A76E-C452-DB0E4D192B3E}"/>
                  </a:ext>
                </a:extLst>
              </p:cNvPr>
              <p:cNvPicPr/>
              <p:nvPr/>
            </p:nvPicPr>
            <p:blipFill>
              <a:blip r:embed="rId6"/>
              <a:stretch>
                <a:fillRect/>
              </a:stretch>
            </p:blipFill>
            <p:spPr>
              <a:xfrm>
                <a:off x="543960" y="2180880"/>
                <a:ext cx="6732360" cy="3902400"/>
              </a:xfrm>
              <a:prstGeom prst="rect">
                <a:avLst/>
              </a:prstGeom>
            </p:spPr>
          </p:pic>
        </mc:Fallback>
      </mc:AlternateContent>
    </p:spTree>
    <p:extLst>
      <p:ext uri="{BB962C8B-B14F-4D97-AF65-F5344CB8AC3E}">
        <p14:creationId xmlns:p14="http://schemas.microsoft.com/office/powerpoint/2010/main" val="39786641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descr="F_0(x) = \underset{\gamma}{\arg\min} \sum_{i=1}^n L(y_i, \gamma)."/>
          <p:cNvSpPr>
            <a:spLocks noGrp="1" noChangeAspect="1" noChangeArrowheads="1"/>
          </p:cNvSpPr>
          <p:nvPr>
            <p:ph idx="1"/>
          </p:nvPr>
        </p:nvSpPr>
        <p:spPr bwMode="auto">
          <a:xfrm>
            <a:off x="154725" y="2119167"/>
            <a:ext cx="8728842" cy="339447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a:lnSpc>
                <a:spcPct val="150000"/>
              </a:lnSpc>
            </a:pPr>
            <a:r>
              <a:rPr lang="en-US" dirty="0">
                <a:latin typeface="Arial" panose="020B0604020202020204" pitchFamily="34" charset="0"/>
              </a:rPr>
              <a:t>Combining the trees to make the new prediction: </a:t>
            </a:r>
            <a:r>
              <a:rPr lang="en-US" b="1" dirty="0" err="1">
                <a:solidFill>
                  <a:srgbClr val="FF0000"/>
                </a:solidFill>
                <a:latin typeface="Arial" panose="020B0604020202020204" pitchFamily="34" charset="0"/>
              </a:rPr>
              <a:t>F</a:t>
            </a:r>
            <a:r>
              <a:rPr lang="en-US" b="1" baseline="-25000" dirty="0" err="1">
                <a:solidFill>
                  <a:srgbClr val="FF0000"/>
                </a:solidFill>
                <a:latin typeface="Arial" panose="020B0604020202020204" pitchFamily="34" charset="0"/>
              </a:rPr>
              <a:t>m</a:t>
            </a:r>
            <a:r>
              <a:rPr lang="en-US" b="1" dirty="0">
                <a:solidFill>
                  <a:srgbClr val="FF0000"/>
                </a:solidFill>
                <a:latin typeface="Arial" panose="020B0604020202020204" pitchFamily="34" charset="0"/>
              </a:rPr>
              <a:t>(x) = F</a:t>
            </a:r>
            <a:r>
              <a:rPr lang="en-US" b="1" baseline="-25000" dirty="0">
                <a:solidFill>
                  <a:srgbClr val="FF0000"/>
                </a:solidFill>
                <a:latin typeface="Arial" panose="020B0604020202020204" pitchFamily="34" charset="0"/>
              </a:rPr>
              <a:t>m-1</a:t>
            </a:r>
            <a:r>
              <a:rPr lang="en-US" b="1" dirty="0">
                <a:solidFill>
                  <a:srgbClr val="FF0000"/>
                </a:solidFill>
                <a:latin typeface="Arial" panose="020B0604020202020204" pitchFamily="34" charset="0"/>
              </a:rPr>
              <a:t>(x) +</a:t>
            </a:r>
            <a:r>
              <a:rPr lang="en-US" b="1" dirty="0">
                <a:solidFill>
                  <a:srgbClr val="FF0000"/>
                </a:solidFill>
                <a:latin typeface="Arial" panose="020B0604020202020204" pitchFamily="34" charset="0"/>
                <a:sym typeface="Symbol" panose="05050102010706020507" pitchFamily="18" charset="2"/>
              </a:rPr>
              <a:t>.</a:t>
            </a:r>
            <a:r>
              <a:rPr lang="en-US" b="1" dirty="0" err="1">
                <a:solidFill>
                  <a:srgbClr val="FF0000"/>
                </a:solidFill>
                <a:latin typeface="Arial" panose="020B0604020202020204" pitchFamily="34" charset="0"/>
              </a:rPr>
              <a:t>h</a:t>
            </a:r>
            <a:r>
              <a:rPr lang="en-US" b="1" baseline="-25000" dirty="0" err="1">
                <a:solidFill>
                  <a:srgbClr val="FF0000"/>
                </a:solidFill>
                <a:latin typeface="Arial" panose="020B0604020202020204" pitchFamily="34" charset="0"/>
              </a:rPr>
              <a:t>m</a:t>
            </a:r>
            <a:r>
              <a:rPr lang="en-US" b="1" dirty="0">
                <a:solidFill>
                  <a:srgbClr val="FF0000"/>
                </a:solidFill>
                <a:latin typeface="Arial" panose="020B0604020202020204" pitchFamily="34" charset="0"/>
              </a:rPr>
              <a:t>(x)</a:t>
            </a:r>
          </a:p>
          <a:p>
            <a:pPr>
              <a:lnSpc>
                <a:spcPct val="150000"/>
              </a:lnSpc>
            </a:pPr>
            <a:r>
              <a:rPr lang="en-US" b="1" dirty="0">
                <a:solidFill>
                  <a:srgbClr val="FF0000"/>
                </a:solidFill>
                <a:latin typeface="Arial" panose="020B0604020202020204" pitchFamily="34" charset="0"/>
              </a:rPr>
              <a:t>Learning rate : 0.1</a:t>
            </a:r>
            <a:endParaRPr lang="en-US" dirty="0">
              <a:latin typeface="Arial" panose="020B0604020202020204" pitchFamily="34" charset="0"/>
            </a:endParaRPr>
          </a:p>
          <a:p>
            <a:pPr>
              <a:lnSpc>
                <a:spcPct val="150000"/>
              </a:lnSpc>
            </a:pPr>
            <a:r>
              <a:rPr lang="en-US" dirty="0">
                <a:latin typeface="Arial" panose="020B0604020202020204" pitchFamily="34" charset="0"/>
              </a:rPr>
              <a:t>                                                                        </a:t>
            </a:r>
          </a:p>
          <a:p>
            <a:pPr>
              <a:lnSpc>
                <a:spcPct val="150000"/>
              </a:lnSpc>
            </a:pPr>
            <a:r>
              <a:rPr lang="en-US" dirty="0">
                <a:latin typeface="Arial" panose="020B0604020202020204" pitchFamily="34" charset="0"/>
              </a:rPr>
              <a:t>                                                                                                                                 F</a:t>
            </a:r>
            <a:r>
              <a:rPr lang="en-US" baseline="-25000" dirty="0">
                <a:latin typeface="Arial" panose="020B0604020202020204" pitchFamily="34" charset="0"/>
              </a:rPr>
              <a:t>1</a:t>
            </a:r>
            <a:r>
              <a:rPr lang="en-US" dirty="0">
                <a:latin typeface="Arial" panose="020B0604020202020204" pitchFamily="34" charset="0"/>
              </a:rPr>
              <a:t>(</a:t>
            </a:r>
            <a:r>
              <a:rPr lang="en-US" b="1" dirty="0">
                <a:latin typeface="Arial" panose="020B0604020202020204" pitchFamily="34" charset="0"/>
              </a:rPr>
              <a:t>x</a:t>
            </a:r>
            <a:r>
              <a:rPr lang="en-US" dirty="0">
                <a:latin typeface="Arial" panose="020B0604020202020204" pitchFamily="34" charset="0"/>
              </a:rPr>
              <a:t>) = F</a:t>
            </a:r>
            <a:r>
              <a:rPr lang="en-US" baseline="-25000" dirty="0">
                <a:latin typeface="Arial" panose="020B0604020202020204" pitchFamily="34" charset="0"/>
              </a:rPr>
              <a:t>0</a:t>
            </a:r>
            <a:r>
              <a:rPr lang="en-US" dirty="0">
                <a:latin typeface="Arial" panose="020B0604020202020204" pitchFamily="34" charset="0"/>
              </a:rPr>
              <a:t>(</a:t>
            </a:r>
            <a:r>
              <a:rPr lang="en-US" b="1" dirty="0">
                <a:latin typeface="Arial" panose="020B0604020202020204" pitchFamily="34" charset="0"/>
              </a:rPr>
              <a:t>x</a:t>
            </a:r>
            <a:r>
              <a:rPr lang="en-US" dirty="0">
                <a:latin typeface="Arial" panose="020B0604020202020204" pitchFamily="34" charset="0"/>
              </a:rPr>
              <a:t>) +</a:t>
            </a:r>
            <a:r>
              <a:rPr lang="en-US" dirty="0">
                <a:latin typeface="Arial" panose="020B0604020202020204" pitchFamily="34" charset="0"/>
                <a:sym typeface="Symbol" panose="05050102010706020507" pitchFamily="18" charset="2"/>
              </a:rPr>
              <a:t>.</a:t>
            </a:r>
            <a:r>
              <a:rPr lang="en-US" dirty="0">
                <a:latin typeface="Arial" panose="020B0604020202020204" pitchFamily="34" charset="0"/>
              </a:rPr>
              <a:t>h</a:t>
            </a:r>
            <a:r>
              <a:rPr lang="en-US" baseline="-25000" dirty="0">
                <a:latin typeface="Arial" panose="020B0604020202020204" pitchFamily="34" charset="0"/>
              </a:rPr>
              <a:t>1</a:t>
            </a:r>
            <a:r>
              <a:rPr lang="en-US" dirty="0">
                <a:latin typeface="Arial" panose="020B0604020202020204" pitchFamily="34" charset="0"/>
              </a:rPr>
              <a:t>(</a:t>
            </a:r>
            <a:r>
              <a:rPr lang="en-US" b="1" dirty="0">
                <a:latin typeface="Arial" panose="020B0604020202020204" pitchFamily="34" charset="0"/>
              </a:rPr>
              <a:t>x</a:t>
            </a:r>
            <a:r>
              <a:rPr lang="en-US" dirty="0">
                <a:latin typeface="Arial" panose="020B0604020202020204" pitchFamily="34" charset="0"/>
              </a:rPr>
              <a:t>)</a:t>
            </a:r>
          </a:p>
          <a:p>
            <a:pPr>
              <a:lnSpc>
                <a:spcPct val="150000"/>
              </a:lnSpc>
            </a:pPr>
            <a:endParaRPr lang="en-US" dirty="0">
              <a:latin typeface="Arial" panose="020B0604020202020204" pitchFamily="34" charset="0"/>
            </a:endParaRPr>
          </a:p>
          <a:p>
            <a:pPr>
              <a:lnSpc>
                <a:spcPct val="150000"/>
              </a:lnSpc>
            </a:pPr>
            <a:endParaRPr lang="en-US" dirty="0">
              <a:latin typeface="Arial" panose="020B0604020202020204" pitchFamily="34" charset="0"/>
            </a:endParaRPr>
          </a:p>
          <a:p>
            <a:pPr>
              <a:lnSpc>
                <a:spcPct val="150000"/>
              </a:lnSpc>
            </a:pPr>
            <a:endParaRPr lang="en-IN" dirty="0">
              <a:latin typeface="Arial" panose="020B0604020202020204" pitchFamily="34" charset="0"/>
            </a:endParaRPr>
          </a:p>
        </p:txBody>
      </p:sp>
      <p:grpSp>
        <p:nvGrpSpPr>
          <p:cNvPr id="10" name="Group 9"/>
          <p:cNvGrpSpPr/>
          <p:nvPr/>
        </p:nvGrpSpPr>
        <p:grpSpPr>
          <a:xfrm>
            <a:off x="1" y="3200401"/>
            <a:ext cx="8229600" cy="2575692"/>
            <a:chOff x="122620" y="3282638"/>
            <a:chExt cx="9181116" cy="2376875"/>
          </a:xfrm>
        </p:grpSpPr>
        <p:pic>
          <p:nvPicPr>
            <p:cNvPr id="9" name="Picture 8"/>
            <p:cNvPicPr>
              <a:picLocks noChangeAspect="1"/>
            </p:cNvPicPr>
            <p:nvPr/>
          </p:nvPicPr>
          <p:blipFill>
            <a:blip r:embed="rId2"/>
            <a:stretch>
              <a:fillRect/>
            </a:stretch>
          </p:blipFill>
          <p:spPr>
            <a:xfrm>
              <a:off x="7234150" y="3460362"/>
              <a:ext cx="2069586" cy="1956956"/>
            </a:xfrm>
            <a:prstGeom prst="rect">
              <a:avLst/>
            </a:prstGeom>
          </p:spPr>
        </p:pic>
        <p:pic>
          <p:nvPicPr>
            <p:cNvPr id="12" name="Picture 2" descr="https://miro.medium.com/max/524/1*-7ofzBLtrVdDL0JbgIzHLw.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620" y="3282638"/>
              <a:ext cx="7283519" cy="2376875"/>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TextBox 12"/>
          <p:cNvSpPr txBox="1"/>
          <p:nvPr/>
        </p:nvSpPr>
        <p:spPr>
          <a:xfrm>
            <a:off x="154725" y="636708"/>
            <a:ext cx="3677307" cy="577850"/>
          </a:xfrm>
          <a:prstGeom prst="rect">
            <a:avLst/>
          </a:prstGeom>
          <a:noFill/>
        </p:spPr>
        <p:txBody>
          <a:bodyPr wrap="square" rtlCol="0">
            <a:spAutoFit/>
          </a:bodyPr>
          <a:lstStyle/>
          <a:p>
            <a:pPr defTabSz="685800" fontAlgn="auto">
              <a:lnSpc>
                <a:spcPct val="150000"/>
              </a:lnSpc>
              <a:spcBef>
                <a:spcPts val="0"/>
              </a:spcBef>
              <a:spcAft>
                <a:spcPts val="0"/>
              </a:spcAft>
            </a:pPr>
            <a:r>
              <a:rPr lang="en-US" sz="2400" b="1" dirty="0">
                <a:solidFill>
                  <a:prstClr val="black"/>
                </a:solidFill>
                <a:latin typeface="Arial" panose="020B0604020202020204" pitchFamily="34" charset="0"/>
                <a:ea typeface="Cambria" panose="02040503050406030204" pitchFamily="18" charset="0"/>
                <a:cs typeface="Arial" panose="020B0604020202020204" pitchFamily="34" charset="0"/>
              </a:rPr>
              <a:t>Iteration 1</a:t>
            </a:r>
            <a:endParaRPr lang="en-IN" sz="2400" b="1" dirty="0">
              <a:solidFill>
                <a:prstClr val="black"/>
              </a:solidFill>
              <a:latin typeface="Arial" panose="020B0604020202020204" pitchFamily="34" charset="0"/>
              <a:ea typeface="Cambria" panose="02040503050406030204" pitchFamily="18" charset="0"/>
              <a:cs typeface="Arial" panose="020B0604020202020204" pitchFamily="34" charset="0"/>
            </a:endParaRPr>
          </a:p>
        </p:txBody>
      </p:sp>
      <p:sp>
        <p:nvSpPr>
          <p:cNvPr id="14" name="Rectangle 13"/>
          <p:cNvSpPr/>
          <p:nvPr/>
        </p:nvSpPr>
        <p:spPr>
          <a:xfrm>
            <a:off x="1908856" y="6207875"/>
            <a:ext cx="8229600" cy="369332"/>
          </a:xfrm>
          <a:prstGeom prst="rect">
            <a:avLst/>
          </a:prstGeom>
        </p:spPr>
        <p:txBody>
          <a:bodyPr wrap="square">
            <a:spAutoFit/>
          </a:bodyPr>
          <a:lstStyle/>
          <a:p>
            <a:pPr defTabSz="685800" fontAlgn="auto">
              <a:lnSpc>
                <a:spcPct val="150000"/>
              </a:lnSpc>
              <a:spcBef>
                <a:spcPts val="0"/>
              </a:spcBef>
              <a:spcAft>
                <a:spcPts val="0"/>
              </a:spcAft>
            </a:pPr>
            <a:r>
              <a:rPr lang="en-IN" sz="1200" dirty="0">
                <a:solidFill>
                  <a:schemeClr val="bg1">
                    <a:lumMod val="50000"/>
                  </a:schemeClr>
                </a:solidFill>
                <a:latin typeface="Arial" panose="020B0604020202020204" pitchFamily="34" charset="0"/>
                <a:ea typeface="Cambria" panose="02040503050406030204" pitchFamily="18" charset="0"/>
                <a:cs typeface="Arial" panose="020B0604020202020204" pitchFamily="34" charset="0"/>
              </a:rPr>
              <a:t>Example credit: https://medium.com/nerd-for-tech/gradient-boost-for-regression-explained-6561eec192cb</a:t>
            </a: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C7E69FFF-1093-802E-CB81-26EFD015D789}"/>
                  </a:ext>
                </a:extLst>
              </p14:cNvPr>
              <p14:cNvContentPartPr/>
              <p14:nvPr/>
            </p14:nvContentPartPr>
            <p14:xfrm>
              <a:off x="2164680" y="2455920"/>
              <a:ext cx="6782400" cy="3052080"/>
            </p14:xfrm>
          </p:contentPart>
        </mc:Choice>
        <mc:Fallback>
          <p:pic>
            <p:nvPicPr>
              <p:cNvPr id="2" name="Ink 1">
                <a:extLst>
                  <a:ext uri="{FF2B5EF4-FFF2-40B4-BE49-F238E27FC236}">
                    <a16:creationId xmlns:a16="http://schemas.microsoft.com/office/drawing/2014/main" id="{C7E69FFF-1093-802E-CB81-26EFD015D789}"/>
                  </a:ext>
                </a:extLst>
              </p:cNvPr>
              <p:cNvPicPr/>
              <p:nvPr/>
            </p:nvPicPr>
            <p:blipFill>
              <a:blip r:embed="rId5"/>
              <a:stretch>
                <a:fillRect/>
              </a:stretch>
            </p:blipFill>
            <p:spPr>
              <a:xfrm>
                <a:off x="2155320" y="2446560"/>
                <a:ext cx="6801120" cy="3070800"/>
              </a:xfrm>
              <a:prstGeom prst="rect">
                <a:avLst/>
              </a:prstGeom>
            </p:spPr>
          </p:pic>
        </mc:Fallback>
      </mc:AlternateContent>
    </p:spTree>
    <p:extLst>
      <p:ext uri="{BB962C8B-B14F-4D97-AF65-F5344CB8AC3E}">
        <p14:creationId xmlns:p14="http://schemas.microsoft.com/office/powerpoint/2010/main" val="36224761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https://miro.medium.com/max/700/1*9V1_eemM8WDBCli8MgAJgA.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4100569"/>
            <a:ext cx="7001865" cy="2420645"/>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p:cNvGrpSpPr/>
          <p:nvPr/>
        </p:nvGrpSpPr>
        <p:grpSpPr>
          <a:xfrm>
            <a:off x="142025" y="1679980"/>
            <a:ext cx="8814377" cy="2909094"/>
            <a:chOff x="126124" y="2669135"/>
            <a:chExt cx="9701713" cy="2297003"/>
          </a:xfrm>
        </p:grpSpPr>
        <p:pic>
          <p:nvPicPr>
            <p:cNvPr id="4" name="Picture 3"/>
            <p:cNvPicPr>
              <a:picLocks noChangeAspect="1"/>
            </p:cNvPicPr>
            <p:nvPr/>
          </p:nvPicPr>
          <p:blipFill>
            <a:blip r:embed="rId3"/>
            <a:stretch>
              <a:fillRect/>
            </a:stretch>
          </p:blipFill>
          <p:spPr>
            <a:xfrm>
              <a:off x="8119240" y="2798768"/>
              <a:ext cx="1708597" cy="1891195"/>
            </a:xfrm>
            <a:prstGeom prst="rect">
              <a:avLst/>
            </a:prstGeom>
          </p:spPr>
        </p:pic>
        <p:grpSp>
          <p:nvGrpSpPr>
            <p:cNvPr id="5" name="Group 4"/>
            <p:cNvGrpSpPr/>
            <p:nvPr/>
          </p:nvGrpSpPr>
          <p:grpSpPr>
            <a:xfrm>
              <a:off x="126124" y="2669135"/>
              <a:ext cx="7993116" cy="2297003"/>
              <a:chOff x="122620" y="3282638"/>
              <a:chExt cx="9353105" cy="2376875"/>
            </a:xfrm>
          </p:grpSpPr>
          <p:pic>
            <p:nvPicPr>
              <p:cNvPr id="6" name="Picture 5"/>
              <p:cNvPicPr>
                <a:picLocks noChangeAspect="1"/>
              </p:cNvPicPr>
              <p:nvPr/>
            </p:nvPicPr>
            <p:blipFill>
              <a:blip r:embed="rId4"/>
              <a:stretch>
                <a:fillRect/>
              </a:stretch>
            </p:blipFill>
            <p:spPr>
              <a:xfrm>
                <a:off x="7406139" y="3438063"/>
                <a:ext cx="2069586" cy="1956956"/>
              </a:xfrm>
              <a:prstGeom prst="rect">
                <a:avLst/>
              </a:prstGeom>
            </p:spPr>
          </p:pic>
          <p:pic>
            <p:nvPicPr>
              <p:cNvPr id="7" name="Picture 2" descr="https://miro.medium.com/max/524/1*-7ofzBLtrVdDL0JbgIzHLw.jpe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2620" y="3282638"/>
                <a:ext cx="7283519" cy="2376875"/>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9" name="Rectangle 8"/>
          <p:cNvSpPr/>
          <p:nvPr/>
        </p:nvSpPr>
        <p:spPr>
          <a:xfrm>
            <a:off x="5332399" y="1287565"/>
            <a:ext cx="3481979" cy="415498"/>
          </a:xfrm>
          <a:prstGeom prst="rect">
            <a:avLst/>
          </a:prstGeom>
        </p:spPr>
        <p:txBody>
          <a:bodyPr wrap="none">
            <a:spAutoFit/>
          </a:bodyPr>
          <a:lstStyle/>
          <a:p>
            <a:pPr marL="342900" lvl="1" defTabSz="685800" fontAlgn="auto">
              <a:spcBef>
                <a:spcPts val="0"/>
              </a:spcBef>
              <a:spcAft>
                <a:spcPts val="0"/>
              </a:spcAft>
            </a:pPr>
            <a:r>
              <a:rPr lang="en-US" sz="2100" dirty="0">
                <a:solidFill>
                  <a:prstClr val="black"/>
                </a:solidFill>
                <a:latin typeface="Cambria" panose="02040503050406030204" pitchFamily="18" charset="0"/>
                <a:ea typeface="Cambria" panose="02040503050406030204" pitchFamily="18" charset="0"/>
              </a:rPr>
              <a:t>Residual: h</a:t>
            </a:r>
            <a:r>
              <a:rPr lang="en-US" sz="2100" baseline="-25000" dirty="0">
                <a:solidFill>
                  <a:prstClr val="black"/>
                </a:solidFill>
                <a:latin typeface="Cambria" panose="02040503050406030204" pitchFamily="18" charset="0"/>
                <a:ea typeface="Cambria" panose="02040503050406030204" pitchFamily="18" charset="0"/>
              </a:rPr>
              <a:t>2</a:t>
            </a:r>
            <a:r>
              <a:rPr lang="en-US" sz="2100" dirty="0">
                <a:solidFill>
                  <a:prstClr val="black"/>
                </a:solidFill>
                <a:latin typeface="Cambria" panose="02040503050406030204" pitchFamily="18" charset="0"/>
                <a:ea typeface="Cambria" panose="02040503050406030204" pitchFamily="18" charset="0"/>
              </a:rPr>
              <a:t>(x) = y − F</a:t>
            </a:r>
            <a:r>
              <a:rPr lang="en-US" sz="2100" baseline="-25000" dirty="0">
                <a:solidFill>
                  <a:prstClr val="black"/>
                </a:solidFill>
                <a:latin typeface="Cambria" panose="02040503050406030204" pitchFamily="18" charset="0"/>
                <a:ea typeface="Cambria" panose="02040503050406030204" pitchFamily="18" charset="0"/>
              </a:rPr>
              <a:t>1</a:t>
            </a:r>
            <a:r>
              <a:rPr lang="en-US" sz="2100" dirty="0">
                <a:solidFill>
                  <a:prstClr val="black"/>
                </a:solidFill>
                <a:latin typeface="Cambria" panose="02040503050406030204" pitchFamily="18" charset="0"/>
                <a:ea typeface="Cambria" panose="02040503050406030204" pitchFamily="18" charset="0"/>
              </a:rPr>
              <a:t>(x)</a:t>
            </a:r>
          </a:p>
        </p:txBody>
      </p:sp>
      <p:sp>
        <p:nvSpPr>
          <p:cNvPr id="11" name="TextBox 10"/>
          <p:cNvSpPr txBox="1"/>
          <p:nvPr/>
        </p:nvSpPr>
        <p:spPr>
          <a:xfrm>
            <a:off x="154725" y="636708"/>
            <a:ext cx="3677307" cy="577850"/>
          </a:xfrm>
          <a:prstGeom prst="rect">
            <a:avLst/>
          </a:prstGeom>
          <a:noFill/>
        </p:spPr>
        <p:txBody>
          <a:bodyPr wrap="square" rtlCol="0">
            <a:spAutoFit/>
          </a:bodyPr>
          <a:lstStyle/>
          <a:p>
            <a:pPr defTabSz="685800" fontAlgn="auto">
              <a:lnSpc>
                <a:spcPct val="150000"/>
              </a:lnSpc>
              <a:spcBef>
                <a:spcPts val="0"/>
              </a:spcBef>
              <a:spcAft>
                <a:spcPts val="0"/>
              </a:spcAft>
            </a:pPr>
            <a:r>
              <a:rPr lang="en-US" sz="2400" b="1" dirty="0">
                <a:solidFill>
                  <a:prstClr val="black"/>
                </a:solidFill>
                <a:latin typeface="Arial" panose="020B0604020202020204" pitchFamily="34" charset="0"/>
                <a:ea typeface="Cambria" panose="02040503050406030204" pitchFamily="18" charset="0"/>
                <a:cs typeface="Arial" panose="020B0604020202020204" pitchFamily="34" charset="0"/>
              </a:rPr>
              <a:t>Iteration 1</a:t>
            </a:r>
            <a:endParaRPr lang="en-IN" sz="2400" b="1" dirty="0">
              <a:solidFill>
                <a:prstClr val="black"/>
              </a:solidFill>
              <a:latin typeface="Arial" panose="020B0604020202020204" pitchFamily="34" charset="0"/>
              <a:ea typeface="Cambria" panose="02040503050406030204" pitchFamily="18" charset="0"/>
              <a:cs typeface="Arial" panose="020B0604020202020204" pitchFamily="34" charset="0"/>
            </a:endParaRPr>
          </a:p>
        </p:txBody>
      </p:sp>
      <p:sp>
        <p:nvSpPr>
          <p:cNvPr id="13" name="Rectangle 12"/>
          <p:cNvSpPr/>
          <p:nvPr/>
        </p:nvSpPr>
        <p:spPr>
          <a:xfrm>
            <a:off x="1908856" y="6207875"/>
            <a:ext cx="8229600" cy="369332"/>
          </a:xfrm>
          <a:prstGeom prst="rect">
            <a:avLst/>
          </a:prstGeom>
        </p:spPr>
        <p:txBody>
          <a:bodyPr wrap="square">
            <a:spAutoFit/>
          </a:bodyPr>
          <a:lstStyle/>
          <a:p>
            <a:pPr defTabSz="685800" fontAlgn="auto">
              <a:lnSpc>
                <a:spcPct val="150000"/>
              </a:lnSpc>
              <a:spcBef>
                <a:spcPts val="0"/>
              </a:spcBef>
              <a:spcAft>
                <a:spcPts val="0"/>
              </a:spcAft>
            </a:pPr>
            <a:r>
              <a:rPr lang="en-IN" sz="1200" dirty="0">
                <a:solidFill>
                  <a:schemeClr val="bg1">
                    <a:lumMod val="50000"/>
                  </a:schemeClr>
                </a:solidFill>
                <a:latin typeface="Arial" panose="020B0604020202020204" pitchFamily="34" charset="0"/>
                <a:ea typeface="Cambria" panose="02040503050406030204" pitchFamily="18" charset="0"/>
                <a:cs typeface="Arial" panose="020B0604020202020204" pitchFamily="34" charset="0"/>
              </a:rPr>
              <a:t>Example credit: https://medium.com/nerd-for-tech/gradient-boost-for-regression-explained-6561eec192cb</a:t>
            </a:r>
          </a:p>
        </p:txBody>
      </p:sp>
      <mc:AlternateContent xmlns:mc="http://schemas.openxmlformats.org/markup-compatibility/2006">
        <mc:Choice xmlns:p14="http://schemas.microsoft.com/office/powerpoint/2010/main" Requires="p14">
          <p:contentPart p14:bwMode="auto" r:id="rId6">
            <p14:nvContentPartPr>
              <p14:cNvPr id="2" name="Ink 1">
                <a:extLst>
                  <a:ext uri="{FF2B5EF4-FFF2-40B4-BE49-F238E27FC236}">
                    <a16:creationId xmlns:a16="http://schemas.microsoft.com/office/drawing/2014/main" id="{21E34454-E3C6-075F-73DD-B52D25829FC2}"/>
                  </a:ext>
                </a:extLst>
              </p14:cNvPr>
              <p14:cNvContentPartPr/>
              <p14:nvPr/>
            </p14:nvContentPartPr>
            <p14:xfrm>
              <a:off x="1260000" y="1748520"/>
              <a:ext cx="7455960" cy="4612680"/>
            </p14:xfrm>
          </p:contentPart>
        </mc:Choice>
        <mc:Fallback>
          <p:pic>
            <p:nvPicPr>
              <p:cNvPr id="2" name="Ink 1">
                <a:extLst>
                  <a:ext uri="{FF2B5EF4-FFF2-40B4-BE49-F238E27FC236}">
                    <a16:creationId xmlns:a16="http://schemas.microsoft.com/office/drawing/2014/main" id="{21E34454-E3C6-075F-73DD-B52D25829FC2}"/>
                  </a:ext>
                </a:extLst>
              </p:cNvPr>
              <p:cNvPicPr/>
              <p:nvPr/>
            </p:nvPicPr>
            <p:blipFill>
              <a:blip r:embed="rId7"/>
              <a:stretch>
                <a:fillRect/>
              </a:stretch>
            </p:blipFill>
            <p:spPr>
              <a:xfrm>
                <a:off x="1250640" y="1739160"/>
                <a:ext cx="7474680" cy="4631400"/>
              </a:xfrm>
              <a:prstGeom prst="rect">
                <a:avLst/>
              </a:prstGeom>
            </p:spPr>
          </p:pic>
        </mc:Fallback>
      </mc:AlternateContent>
    </p:spTree>
    <p:extLst>
      <p:ext uri="{BB962C8B-B14F-4D97-AF65-F5344CB8AC3E}">
        <p14:creationId xmlns:p14="http://schemas.microsoft.com/office/powerpoint/2010/main" val="9388842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205525" y="1425264"/>
            <a:ext cx="8963875" cy="2516921"/>
            <a:chOff x="0" y="3405655"/>
            <a:chExt cx="11773210" cy="2537945"/>
          </a:xfrm>
        </p:grpSpPr>
        <p:pic>
          <p:nvPicPr>
            <p:cNvPr id="6" name="Picture 5"/>
            <p:cNvPicPr>
              <a:picLocks noChangeAspect="1"/>
            </p:cNvPicPr>
            <p:nvPr/>
          </p:nvPicPr>
          <p:blipFill>
            <a:blip r:embed="rId2"/>
            <a:stretch>
              <a:fillRect/>
            </a:stretch>
          </p:blipFill>
          <p:spPr>
            <a:xfrm>
              <a:off x="8276897" y="3621434"/>
              <a:ext cx="3496313" cy="1944474"/>
            </a:xfrm>
            <a:prstGeom prst="rect">
              <a:avLst/>
            </a:prstGeom>
          </p:spPr>
        </p:pic>
        <p:grpSp>
          <p:nvGrpSpPr>
            <p:cNvPr id="8" name="Group 7"/>
            <p:cNvGrpSpPr/>
            <p:nvPr/>
          </p:nvGrpSpPr>
          <p:grpSpPr>
            <a:xfrm>
              <a:off x="0" y="3405655"/>
              <a:ext cx="8276897" cy="2537945"/>
              <a:chOff x="126124" y="2669135"/>
              <a:chExt cx="9701713" cy="2297003"/>
            </a:xfrm>
          </p:grpSpPr>
          <p:pic>
            <p:nvPicPr>
              <p:cNvPr id="9" name="Picture 8"/>
              <p:cNvPicPr>
                <a:picLocks noChangeAspect="1"/>
              </p:cNvPicPr>
              <p:nvPr/>
            </p:nvPicPr>
            <p:blipFill>
              <a:blip r:embed="rId3"/>
              <a:stretch>
                <a:fillRect/>
              </a:stretch>
            </p:blipFill>
            <p:spPr>
              <a:xfrm>
                <a:off x="8119240" y="2798768"/>
                <a:ext cx="1708597" cy="1891195"/>
              </a:xfrm>
              <a:prstGeom prst="rect">
                <a:avLst/>
              </a:prstGeom>
            </p:spPr>
          </p:pic>
          <p:grpSp>
            <p:nvGrpSpPr>
              <p:cNvPr id="10" name="Group 9"/>
              <p:cNvGrpSpPr/>
              <p:nvPr/>
            </p:nvGrpSpPr>
            <p:grpSpPr>
              <a:xfrm>
                <a:off x="126124" y="2669135"/>
                <a:ext cx="7993116" cy="2297003"/>
                <a:chOff x="122620" y="3282638"/>
                <a:chExt cx="9353105" cy="2376875"/>
              </a:xfrm>
            </p:grpSpPr>
            <p:pic>
              <p:nvPicPr>
                <p:cNvPr id="11" name="Picture 10"/>
                <p:cNvPicPr>
                  <a:picLocks noChangeAspect="1"/>
                </p:cNvPicPr>
                <p:nvPr/>
              </p:nvPicPr>
              <p:blipFill>
                <a:blip r:embed="rId4"/>
                <a:stretch>
                  <a:fillRect/>
                </a:stretch>
              </p:blipFill>
              <p:spPr>
                <a:xfrm>
                  <a:off x="7406139" y="3438063"/>
                  <a:ext cx="2069586" cy="1956956"/>
                </a:xfrm>
                <a:prstGeom prst="rect">
                  <a:avLst/>
                </a:prstGeom>
              </p:spPr>
            </p:pic>
            <p:pic>
              <p:nvPicPr>
                <p:cNvPr id="12" name="Picture 2" descr="https://miro.medium.com/max/524/1*-7ofzBLtrVdDL0JbgIzHLw.jpe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2620" y="3282638"/>
                  <a:ext cx="7283519" cy="2376875"/>
                </a:xfrm>
                <a:prstGeom prst="rect">
                  <a:avLst/>
                </a:prstGeom>
                <a:noFill/>
                <a:extLst>
                  <a:ext uri="{909E8E84-426E-40DD-AFC4-6F175D3DCCD1}">
                    <a14:hiddenFill xmlns:a14="http://schemas.microsoft.com/office/drawing/2010/main">
                      <a:solidFill>
                        <a:srgbClr val="FFFFFF"/>
                      </a:solidFill>
                    </a14:hiddenFill>
                  </a:ext>
                </a:extLst>
              </p:spPr>
            </p:pic>
          </p:grpSp>
        </p:grpSp>
      </p:grpSp>
      <p:pic>
        <p:nvPicPr>
          <p:cNvPr id="15" name="Picture 4" descr="https://miro.medium.com/max/700/1*R7a3N9-DLep6mJsZ7h81kQ.jpe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400" y="3681805"/>
            <a:ext cx="9435094" cy="2302664"/>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154725" y="636708"/>
            <a:ext cx="3677307" cy="577850"/>
          </a:xfrm>
          <a:prstGeom prst="rect">
            <a:avLst/>
          </a:prstGeom>
          <a:noFill/>
        </p:spPr>
        <p:txBody>
          <a:bodyPr wrap="square" rtlCol="0">
            <a:spAutoFit/>
          </a:bodyPr>
          <a:lstStyle/>
          <a:p>
            <a:pPr defTabSz="685800" fontAlgn="auto">
              <a:lnSpc>
                <a:spcPct val="150000"/>
              </a:lnSpc>
              <a:spcBef>
                <a:spcPts val="0"/>
              </a:spcBef>
              <a:spcAft>
                <a:spcPts val="0"/>
              </a:spcAft>
            </a:pPr>
            <a:r>
              <a:rPr lang="en-US" sz="2400" b="1" dirty="0">
                <a:solidFill>
                  <a:prstClr val="black"/>
                </a:solidFill>
                <a:latin typeface="Arial" panose="020B0604020202020204" pitchFamily="34" charset="0"/>
                <a:ea typeface="Cambria" panose="02040503050406030204" pitchFamily="18" charset="0"/>
                <a:cs typeface="Arial" panose="020B0604020202020204" pitchFamily="34" charset="0"/>
              </a:rPr>
              <a:t>Iteration 2</a:t>
            </a:r>
            <a:endParaRPr lang="en-IN" sz="2400" b="1" dirty="0">
              <a:solidFill>
                <a:prstClr val="black"/>
              </a:solidFill>
              <a:latin typeface="Arial" panose="020B0604020202020204" pitchFamily="34" charset="0"/>
              <a:ea typeface="Cambria" panose="02040503050406030204" pitchFamily="18" charset="0"/>
              <a:cs typeface="Arial" panose="020B0604020202020204" pitchFamily="34" charset="0"/>
            </a:endParaRPr>
          </a:p>
        </p:txBody>
      </p:sp>
      <p:sp>
        <p:nvSpPr>
          <p:cNvPr id="14" name="Rectangle 13"/>
          <p:cNvSpPr/>
          <p:nvPr/>
        </p:nvSpPr>
        <p:spPr>
          <a:xfrm>
            <a:off x="1908856" y="6207875"/>
            <a:ext cx="8229600" cy="369332"/>
          </a:xfrm>
          <a:prstGeom prst="rect">
            <a:avLst/>
          </a:prstGeom>
        </p:spPr>
        <p:txBody>
          <a:bodyPr wrap="square">
            <a:spAutoFit/>
          </a:bodyPr>
          <a:lstStyle/>
          <a:p>
            <a:pPr defTabSz="685800" fontAlgn="auto">
              <a:lnSpc>
                <a:spcPct val="150000"/>
              </a:lnSpc>
              <a:spcBef>
                <a:spcPts val="0"/>
              </a:spcBef>
              <a:spcAft>
                <a:spcPts val="0"/>
              </a:spcAft>
            </a:pPr>
            <a:r>
              <a:rPr lang="en-IN" sz="1200" dirty="0">
                <a:solidFill>
                  <a:schemeClr val="bg1">
                    <a:lumMod val="50000"/>
                  </a:schemeClr>
                </a:solidFill>
                <a:latin typeface="Arial" panose="020B0604020202020204" pitchFamily="34" charset="0"/>
                <a:ea typeface="Cambria" panose="02040503050406030204" pitchFamily="18" charset="0"/>
                <a:cs typeface="Arial" panose="020B0604020202020204" pitchFamily="34" charset="0"/>
              </a:rPr>
              <a:t>Example credit: https://medium.com/nerd-for-tech/gradient-boost-for-regression-explained-6561eec192cb</a:t>
            </a:r>
          </a:p>
        </p:txBody>
      </p:sp>
      <mc:AlternateContent xmlns:mc="http://schemas.openxmlformats.org/markup-compatibility/2006">
        <mc:Choice xmlns:p14="http://schemas.microsoft.com/office/powerpoint/2010/main" Requires="p14">
          <p:contentPart p14:bwMode="auto" r:id="rId7">
            <p14:nvContentPartPr>
              <p14:cNvPr id="2" name="Ink 1">
                <a:extLst>
                  <a:ext uri="{FF2B5EF4-FFF2-40B4-BE49-F238E27FC236}">
                    <a16:creationId xmlns:a16="http://schemas.microsoft.com/office/drawing/2014/main" id="{E67CAF7A-EE96-47EC-4BB1-0CCD48B86412}"/>
                  </a:ext>
                </a:extLst>
              </p14:cNvPr>
              <p14:cNvContentPartPr/>
              <p14:nvPr/>
            </p14:nvContentPartPr>
            <p14:xfrm>
              <a:off x="180360" y="1303200"/>
              <a:ext cx="8342280" cy="4938120"/>
            </p14:xfrm>
          </p:contentPart>
        </mc:Choice>
        <mc:Fallback>
          <p:pic>
            <p:nvPicPr>
              <p:cNvPr id="2" name="Ink 1">
                <a:extLst>
                  <a:ext uri="{FF2B5EF4-FFF2-40B4-BE49-F238E27FC236}">
                    <a16:creationId xmlns:a16="http://schemas.microsoft.com/office/drawing/2014/main" id="{E67CAF7A-EE96-47EC-4BB1-0CCD48B86412}"/>
                  </a:ext>
                </a:extLst>
              </p:cNvPr>
              <p:cNvPicPr/>
              <p:nvPr/>
            </p:nvPicPr>
            <p:blipFill>
              <a:blip r:embed="rId8"/>
              <a:stretch>
                <a:fillRect/>
              </a:stretch>
            </p:blipFill>
            <p:spPr>
              <a:xfrm>
                <a:off x="171000" y="1293840"/>
                <a:ext cx="8361000" cy="4956840"/>
              </a:xfrm>
              <a:prstGeom prst="rect">
                <a:avLst/>
              </a:prstGeom>
            </p:spPr>
          </p:pic>
        </mc:Fallback>
      </mc:AlternateContent>
    </p:spTree>
    <p:extLst>
      <p:ext uri="{BB962C8B-B14F-4D97-AF65-F5344CB8AC3E}">
        <p14:creationId xmlns:p14="http://schemas.microsoft.com/office/powerpoint/2010/main" val="13882779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noFill/>
          <a:ln w="9525">
            <a:noFill/>
            <a:miter lim="800000"/>
            <a:headEnd/>
            <a:tailEnd/>
          </a:ln>
        </p:spPr>
        <p:txBody>
          <a:bodyPr vert="horz" wrap="square" lIns="68580" tIns="34290" rIns="68580" bIns="34290" numCol="1" anchor="ctr" anchorCtr="0" compatLnSpc="1">
            <a:prstTxWarp prst="textNoShape">
              <a:avLst/>
            </a:prstTxWarp>
            <a:normAutofit/>
          </a:bodyPr>
          <a:lstStyle/>
          <a:p>
            <a:pPr>
              <a:lnSpc>
                <a:spcPct val="150000"/>
              </a:lnSpc>
            </a:pPr>
            <a:r>
              <a:rPr lang="en-US" sz="2400" dirty="0">
                <a:ea typeface="Cambria" panose="02040503050406030204" pitchFamily="18" charset="0"/>
              </a:rPr>
              <a:t>References</a:t>
            </a:r>
          </a:p>
        </p:txBody>
      </p:sp>
      <p:sp>
        <p:nvSpPr>
          <p:cNvPr id="3" name="Rectangle 2"/>
          <p:cNvSpPr/>
          <p:nvPr/>
        </p:nvSpPr>
        <p:spPr>
          <a:xfrm>
            <a:off x="304800" y="1333500"/>
            <a:ext cx="8634248" cy="5355312"/>
          </a:xfrm>
          <a:prstGeom prst="rect">
            <a:avLst/>
          </a:prstGeom>
        </p:spPr>
        <p:txBody>
          <a:bodyPr wrap="square">
            <a:spAutoFit/>
          </a:bodyPr>
          <a:lstStyle/>
          <a:p>
            <a:pPr marL="257175" indent="-257175" defTabSz="685800" fontAlgn="auto">
              <a:spcBef>
                <a:spcPts val="0"/>
              </a:spcBef>
              <a:spcAft>
                <a:spcPts val="0"/>
              </a:spcAft>
              <a:buFont typeface="Arial" panose="020B0604020202020204" pitchFamily="34" charset="0"/>
              <a:buChar char="•"/>
            </a:pPr>
            <a:r>
              <a:rPr lang="en-US" sz="1800" dirty="0">
                <a:solidFill>
                  <a:prstClr val="black"/>
                </a:solidFill>
                <a:latin typeface="Arial" panose="020B0604020202020204" pitchFamily="34" charset="0"/>
                <a:ea typeface="Cambria" panose="02040503050406030204" pitchFamily="18" charset="0"/>
                <a:cs typeface="Arial" panose="020B0604020202020204" pitchFamily="34" charset="0"/>
              </a:rPr>
              <a:t>Introduction to Data Mining</a:t>
            </a:r>
            <a:r>
              <a:rPr lang="en-US" sz="1800" b="1" dirty="0">
                <a:solidFill>
                  <a:prstClr val="black"/>
                </a:solidFill>
                <a:latin typeface="Arial" panose="020B0604020202020204" pitchFamily="34" charset="0"/>
                <a:ea typeface="Cambria" panose="02040503050406030204" pitchFamily="18" charset="0"/>
                <a:cs typeface="Arial" panose="020B0604020202020204" pitchFamily="34" charset="0"/>
              </a:rPr>
              <a:t>, </a:t>
            </a:r>
            <a:r>
              <a:rPr lang="en-US" sz="1800" dirty="0">
                <a:solidFill>
                  <a:prstClr val="black"/>
                </a:solidFill>
                <a:latin typeface="Arial" panose="020B0604020202020204" pitchFamily="34" charset="0"/>
                <a:ea typeface="Cambria" panose="02040503050406030204" pitchFamily="18" charset="0"/>
                <a:cs typeface="Arial" panose="020B0604020202020204" pitchFamily="34" charset="0"/>
              </a:rPr>
              <a:t>by Pang-Ning Tan,  Michael Steinbach , </a:t>
            </a:r>
            <a:r>
              <a:rPr lang="en-US" sz="1800" dirty="0" err="1">
                <a:solidFill>
                  <a:prstClr val="black"/>
                </a:solidFill>
                <a:latin typeface="Arial" panose="020B0604020202020204" pitchFamily="34" charset="0"/>
                <a:ea typeface="Cambria" panose="02040503050406030204" pitchFamily="18" charset="0"/>
                <a:cs typeface="Arial" panose="020B0604020202020204" pitchFamily="34" charset="0"/>
              </a:rPr>
              <a:t>Vipin</a:t>
            </a:r>
            <a:r>
              <a:rPr lang="en-US" sz="1800" dirty="0">
                <a:solidFill>
                  <a:prstClr val="black"/>
                </a:solidFill>
                <a:latin typeface="Arial" panose="020B0604020202020204" pitchFamily="34" charset="0"/>
                <a:ea typeface="Cambria" panose="02040503050406030204" pitchFamily="18" charset="0"/>
                <a:cs typeface="Arial" panose="020B0604020202020204" pitchFamily="34" charset="0"/>
              </a:rPr>
              <a:t> Kumar </a:t>
            </a:r>
          </a:p>
          <a:p>
            <a:pPr marL="257175" indent="-257175" defTabSz="685800" fontAlgn="auto">
              <a:spcBef>
                <a:spcPts val="0"/>
              </a:spcBef>
              <a:spcAft>
                <a:spcPts val="0"/>
              </a:spcAft>
              <a:buFont typeface="Arial" panose="020B0604020202020204" pitchFamily="34" charset="0"/>
              <a:buChar char="•"/>
            </a:pPr>
            <a:endParaRPr lang="en-US" sz="1800" dirty="0">
              <a:solidFill>
                <a:prstClr val="black"/>
              </a:solidFill>
              <a:latin typeface="Arial" panose="020B0604020202020204" pitchFamily="34" charset="0"/>
              <a:ea typeface="Cambria" panose="02040503050406030204" pitchFamily="18" charset="0"/>
              <a:cs typeface="Arial" panose="020B0604020202020204" pitchFamily="34" charset="0"/>
            </a:endParaRPr>
          </a:p>
          <a:p>
            <a:pPr marL="257175" indent="-257175" defTabSz="685800" fontAlgn="auto">
              <a:spcBef>
                <a:spcPts val="0"/>
              </a:spcBef>
              <a:spcAft>
                <a:spcPts val="0"/>
              </a:spcAft>
              <a:buFont typeface="Arial" panose="020B0604020202020204" pitchFamily="34" charset="0"/>
              <a:buChar char="•"/>
            </a:pPr>
            <a:r>
              <a:rPr lang="en-US" sz="1800" dirty="0">
                <a:solidFill>
                  <a:prstClr val="black"/>
                </a:solidFill>
                <a:latin typeface="Arial" panose="020B0604020202020204" pitchFamily="34" charset="0"/>
                <a:ea typeface="Cambria" panose="02040503050406030204" pitchFamily="18" charset="0"/>
                <a:cs typeface="Arial" panose="020B0604020202020204" pitchFamily="34" charset="0"/>
              </a:rPr>
              <a:t>Bishop - Pattern Recognition And Machine Learning - Springer  2006</a:t>
            </a:r>
          </a:p>
          <a:p>
            <a:pPr marL="257175" indent="-257175" defTabSz="685800" fontAlgn="auto">
              <a:spcBef>
                <a:spcPts val="0"/>
              </a:spcBef>
              <a:spcAft>
                <a:spcPts val="0"/>
              </a:spcAft>
              <a:buFont typeface="Arial" panose="020B0604020202020204" pitchFamily="34" charset="0"/>
              <a:buChar char="•"/>
            </a:pPr>
            <a:endParaRPr lang="en-US" sz="1800" dirty="0">
              <a:solidFill>
                <a:prstClr val="black"/>
              </a:solidFill>
              <a:latin typeface="Arial" panose="020B0604020202020204" pitchFamily="34" charset="0"/>
              <a:ea typeface="Cambria" panose="02040503050406030204" pitchFamily="18" charset="0"/>
              <a:cs typeface="Arial" panose="020B0604020202020204" pitchFamily="34" charset="0"/>
            </a:endParaRPr>
          </a:p>
          <a:p>
            <a:pPr marL="257175" indent="-257175" defTabSz="685800" fontAlgn="auto">
              <a:spcBef>
                <a:spcPts val="0"/>
              </a:spcBef>
              <a:spcAft>
                <a:spcPts val="0"/>
              </a:spcAft>
              <a:buFont typeface="Arial" panose="020B0604020202020204" pitchFamily="34" charset="0"/>
              <a:buChar char="•"/>
            </a:pPr>
            <a:r>
              <a:rPr lang="en-US" sz="1800" dirty="0">
                <a:solidFill>
                  <a:prstClr val="black"/>
                </a:solidFill>
                <a:latin typeface="Arial" panose="020B0604020202020204" pitchFamily="34" charset="0"/>
                <a:ea typeface="Cambria" panose="02040503050406030204" pitchFamily="18" charset="0"/>
                <a:cs typeface="Arial" panose="020B0604020202020204" pitchFamily="34" charset="0"/>
                <a:hlinkClick r:id="rId2"/>
              </a:rPr>
              <a:t>https://en.wikipedia.org/wiki/Gradient_boosting#:~:text=Gradient%20boosting%20is%20a%20machine,which%20are%20typically%20decision%20trees</a:t>
            </a:r>
            <a:endParaRPr lang="en-US" sz="1800" dirty="0">
              <a:solidFill>
                <a:prstClr val="black"/>
              </a:solidFill>
              <a:latin typeface="Arial" panose="020B0604020202020204" pitchFamily="34" charset="0"/>
              <a:ea typeface="Cambria" panose="02040503050406030204" pitchFamily="18" charset="0"/>
              <a:cs typeface="Arial" panose="020B0604020202020204" pitchFamily="34" charset="0"/>
            </a:endParaRPr>
          </a:p>
          <a:p>
            <a:pPr marL="257175" indent="-257175" defTabSz="685800" fontAlgn="auto">
              <a:spcBef>
                <a:spcPts val="0"/>
              </a:spcBef>
              <a:spcAft>
                <a:spcPts val="0"/>
              </a:spcAft>
              <a:buFont typeface="Arial" panose="020B0604020202020204" pitchFamily="34" charset="0"/>
              <a:buChar char="•"/>
            </a:pPr>
            <a:endParaRPr lang="en-US" sz="1800" dirty="0">
              <a:solidFill>
                <a:prstClr val="black"/>
              </a:solidFill>
              <a:latin typeface="Arial" panose="020B0604020202020204" pitchFamily="34" charset="0"/>
              <a:ea typeface="Cambria" panose="02040503050406030204" pitchFamily="18" charset="0"/>
              <a:cs typeface="Arial" panose="020B0604020202020204" pitchFamily="34" charset="0"/>
            </a:endParaRPr>
          </a:p>
          <a:p>
            <a:pPr marL="257175" indent="-257175" defTabSz="685800" fontAlgn="auto">
              <a:spcBef>
                <a:spcPts val="0"/>
              </a:spcBef>
              <a:spcAft>
                <a:spcPts val="0"/>
              </a:spcAft>
              <a:buFont typeface="Arial" panose="020B0604020202020204" pitchFamily="34" charset="0"/>
              <a:buChar char="•"/>
            </a:pPr>
            <a:r>
              <a:rPr lang="en-IN" sz="1800" dirty="0">
                <a:solidFill>
                  <a:prstClr val="black"/>
                </a:solidFill>
                <a:latin typeface="Arial" panose="020B0604020202020204" pitchFamily="34" charset="0"/>
                <a:ea typeface="Cambria" panose="02040503050406030204" pitchFamily="18" charset="0"/>
                <a:cs typeface="Arial" panose="020B0604020202020204" pitchFamily="34" charset="0"/>
                <a:hlinkClick r:id="rId3"/>
              </a:rPr>
              <a:t>https://medium.com/nerd-for-tech/gradient-boost-for-regression-explained-6561eec192cb</a:t>
            </a:r>
            <a:endParaRPr lang="en-IN" sz="1800" dirty="0">
              <a:solidFill>
                <a:prstClr val="black"/>
              </a:solidFill>
              <a:latin typeface="Arial" panose="020B0604020202020204" pitchFamily="34" charset="0"/>
              <a:ea typeface="Cambria" panose="02040503050406030204" pitchFamily="18" charset="0"/>
              <a:cs typeface="Arial" panose="020B0604020202020204" pitchFamily="34" charset="0"/>
            </a:endParaRPr>
          </a:p>
          <a:p>
            <a:pPr marL="257175" indent="-257175" defTabSz="685800" fontAlgn="auto">
              <a:spcBef>
                <a:spcPts val="0"/>
              </a:spcBef>
              <a:spcAft>
                <a:spcPts val="0"/>
              </a:spcAft>
              <a:buFont typeface="Arial" panose="020B0604020202020204" pitchFamily="34" charset="0"/>
              <a:buChar char="•"/>
            </a:pPr>
            <a:endParaRPr lang="en-US" sz="1800" dirty="0">
              <a:solidFill>
                <a:prstClr val="black"/>
              </a:solidFill>
              <a:latin typeface="Arial" panose="020B0604020202020204" pitchFamily="34" charset="0"/>
              <a:ea typeface="Cambria" panose="02040503050406030204" pitchFamily="18" charset="0"/>
              <a:cs typeface="Arial" panose="020B0604020202020204" pitchFamily="34" charset="0"/>
            </a:endParaRPr>
          </a:p>
          <a:p>
            <a:pPr marL="257175" indent="-257175" defTabSz="685800" fontAlgn="auto">
              <a:spcBef>
                <a:spcPts val="0"/>
              </a:spcBef>
              <a:spcAft>
                <a:spcPts val="0"/>
              </a:spcAft>
              <a:buFont typeface="Arial" panose="020B0604020202020204" pitchFamily="34" charset="0"/>
              <a:buChar char="•"/>
            </a:pPr>
            <a:endParaRPr lang="en-US" sz="1800" dirty="0">
              <a:solidFill>
                <a:prstClr val="black"/>
              </a:solidFill>
              <a:latin typeface="Arial" panose="020B0604020202020204" pitchFamily="34" charset="0"/>
              <a:ea typeface="Cambria" panose="02040503050406030204" pitchFamily="18" charset="0"/>
              <a:cs typeface="Arial" panose="020B0604020202020204" pitchFamily="34" charset="0"/>
            </a:endParaRPr>
          </a:p>
          <a:p>
            <a:pPr marL="257175" indent="-257175" defTabSz="685800" fontAlgn="auto">
              <a:spcBef>
                <a:spcPts val="0"/>
              </a:spcBef>
              <a:spcAft>
                <a:spcPts val="0"/>
              </a:spcAft>
              <a:buFont typeface="Arial" panose="020B0604020202020204" pitchFamily="34" charset="0"/>
              <a:buChar char="•"/>
            </a:pPr>
            <a:endParaRPr lang="en-US" sz="1800" dirty="0">
              <a:solidFill>
                <a:prstClr val="black"/>
              </a:solidFill>
              <a:latin typeface="Arial" panose="020B0604020202020204" pitchFamily="34" charset="0"/>
              <a:ea typeface="Cambria" panose="02040503050406030204" pitchFamily="18" charset="0"/>
              <a:cs typeface="Arial" panose="020B0604020202020204" pitchFamily="34" charset="0"/>
            </a:endParaRPr>
          </a:p>
          <a:p>
            <a:pPr marL="257175" indent="-257175" defTabSz="685800" fontAlgn="auto">
              <a:spcBef>
                <a:spcPts val="0"/>
              </a:spcBef>
              <a:spcAft>
                <a:spcPts val="0"/>
              </a:spcAft>
              <a:buFont typeface="Arial" panose="020B0604020202020204" pitchFamily="34" charset="0"/>
              <a:buChar char="•"/>
            </a:pPr>
            <a:endParaRPr lang="en-US" sz="1800" dirty="0">
              <a:solidFill>
                <a:prstClr val="black"/>
              </a:solidFill>
              <a:latin typeface="Arial" panose="020B0604020202020204" pitchFamily="34" charset="0"/>
              <a:ea typeface="Cambria" panose="02040503050406030204" pitchFamily="18" charset="0"/>
              <a:cs typeface="Arial" panose="020B0604020202020204" pitchFamily="34" charset="0"/>
            </a:endParaRPr>
          </a:p>
          <a:p>
            <a:pPr marL="257175" indent="-257175" defTabSz="685800" fontAlgn="auto">
              <a:spcBef>
                <a:spcPts val="0"/>
              </a:spcBef>
              <a:spcAft>
                <a:spcPts val="0"/>
              </a:spcAft>
              <a:buFont typeface="Arial" panose="020B0604020202020204" pitchFamily="34" charset="0"/>
              <a:buChar char="•"/>
            </a:pPr>
            <a:r>
              <a:rPr lang="en-US" sz="1800" dirty="0">
                <a:solidFill>
                  <a:prstClr val="black"/>
                </a:solidFill>
                <a:latin typeface="Arial" panose="020B0604020202020204" pitchFamily="34" charset="0"/>
                <a:ea typeface="Cambria" panose="02040503050406030204" pitchFamily="18" charset="0"/>
                <a:cs typeface="Arial" panose="020B0604020202020204" pitchFamily="34" charset="0"/>
              </a:rPr>
              <a:t>Unsupervised Learning</a:t>
            </a:r>
            <a:endParaRPr lang="en-IN" sz="1800" dirty="0">
              <a:solidFill>
                <a:prstClr val="black"/>
              </a:solidFill>
              <a:latin typeface="Arial" panose="020B0604020202020204" pitchFamily="34" charset="0"/>
              <a:ea typeface="Cambria" panose="02040503050406030204" pitchFamily="18" charset="0"/>
              <a:cs typeface="Arial" panose="020B0604020202020204" pitchFamily="34" charset="0"/>
            </a:endParaRPr>
          </a:p>
          <a:p>
            <a:pPr marL="257175" indent="-257175" defTabSz="685800" fontAlgn="auto">
              <a:spcBef>
                <a:spcPts val="0"/>
              </a:spcBef>
              <a:spcAft>
                <a:spcPts val="0"/>
              </a:spcAft>
              <a:buFont typeface="Arial" panose="020B0604020202020204" pitchFamily="34" charset="0"/>
              <a:buChar char="•"/>
            </a:pPr>
            <a:endParaRPr lang="en-US" sz="1800" dirty="0">
              <a:solidFill>
                <a:prstClr val="black"/>
              </a:solidFill>
              <a:latin typeface="Arial" panose="020B0604020202020204" pitchFamily="34" charset="0"/>
              <a:ea typeface="Cambria" panose="02040503050406030204" pitchFamily="18" charset="0"/>
              <a:cs typeface="Arial" panose="020B0604020202020204" pitchFamily="34" charset="0"/>
            </a:endParaRPr>
          </a:p>
          <a:p>
            <a:pPr marL="257175" indent="-257175" defTabSz="685800" fontAlgn="auto">
              <a:spcBef>
                <a:spcPts val="0"/>
              </a:spcBef>
              <a:spcAft>
                <a:spcPts val="0"/>
              </a:spcAft>
              <a:buFont typeface="Arial" panose="020B0604020202020204" pitchFamily="34" charset="0"/>
              <a:buChar char="•"/>
            </a:pPr>
            <a:endParaRPr lang="en-US" sz="1800" dirty="0">
              <a:solidFill>
                <a:prstClr val="black"/>
              </a:solidFill>
              <a:latin typeface="Arial" panose="020B0604020202020204" pitchFamily="34" charset="0"/>
              <a:ea typeface="Cambria" panose="02040503050406030204" pitchFamily="18" charset="0"/>
              <a:cs typeface="Arial" panose="020B0604020202020204" pitchFamily="34" charset="0"/>
            </a:endParaRPr>
          </a:p>
          <a:p>
            <a:pPr marL="257175" indent="-257175" defTabSz="685800" fontAlgn="auto">
              <a:spcBef>
                <a:spcPts val="0"/>
              </a:spcBef>
              <a:spcAft>
                <a:spcPts val="0"/>
              </a:spcAft>
              <a:buFont typeface="Arial" panose="020B0604020202020204" pitchFamily="34" charset="0"/>
              <a:buChar char="•"/>
            </a:pPr>
            <a:endParaRPr lang="en-US" sz="1800" dirty="0">
              <a:solidFill>
                <a:prstClr val="black"/>
              </a:solidFill>
              <a:latin typeface="Arial" panose="020B0604020202020204" pitchFamily="34" charset="0"/>
              <a:ea typeface="Cambria" panose="02040503050406030204" pitchFamily="18" charset="0"/>
              <a:cs typeface="Arial" panose="020B0604020202020204" pitchFamily="34" charset="0"/>
            </a:endParaRPr>
          </a:p>
          <a:p>
            <a:pPr marL="257175" indent="-257175" defTabSz="685800" fontAlgn="auto">
              <a:spcBef>
                <a:spcPts val="0"/>
              </a:spcBef>
              <a:spcAft>
                <a:spcPts val="0"/>
              </a:spcAft>
              <a:buFont typeface="Arial" panose="020B0604020202020204" pitchFamily="34" charset="0"/>
              <a:buChar char="•"/>
            </a:pPr>
            <a:endParaRPr lang="en-US" sz="1800" dirty="0">
              <a:solidFill>
                <a:prstClr val="black"/>
              </a:solidFill>
              <a:latin typeface="Arial" panose="020B0604020202020204" pitchFamily="34" charset="0"/>
              <a:ea typeface="Cambria" panose="02040503050406030204" pitchFamily="18" charset="0"/>
              <a:cs typeface="Arial" panose="020B0604020202020204" pitchFamily="34" charset="0"/>
            </a:endParaRPr>
          </a:p>
        </p:txBody>
      </p:sp>
      <p:sp>
        <p:nvSpPr>
          <p:cNvPr id="4" name="Content Placeholder 1"/>
          <p:cNvSpPr txBox="1">
            <a:spLocks/>
          </p:cNvSpPr>
          <p:nvPr/>
        </p:nvSpPr>
        <p:spPr bwMode="auto">
          <a:xfrm>
            <a:off x="304800" y="3886200"/>
            <a:ext cx="6324600" cy="1143000"/>
          </a:xfrm>
          <a:prstGeom prst="rect">
            <a:avLst/>
          </a:prstGeom>
          <a:noFill/>
          <a:ln w="9525">
            <a:noFill/>
            <a:miter lim="800000"/>
            <a:headEnd/>
            <a:tailEnd/>
          </a:ln>
        </p:spPr>
        <p:txBody>
          <a:bodyPr vert="horz" wrap="square" lIns="68580" tIns="34290" rIns="68580" bIns="34290" numCol="1" anchor="ctr" anchorCtr="0" compatLnSpc="1">
            <a:prstTxWarp prst="textNoShape">
              <a:avLst/>
            </a:prstTxWarp>
            <a:normAutofit/>
          </a:bodyPr>
          <a:lstStyle>
            <a:lvl1pPr marL="0" indent="-257175" algn="l" rtl="0" fontAlgn="base">
              <a:lnSpc>
                <a:spcPts val="2700"/>
              </a:lnSpc>
              <a:spcBef>
                <a:spcPts val="0"/>
              </a:spcBef>
              <a:spcAft>
                <a:spcPct val="0"/>
              </a:spcAft>
              <a:buFont typeface="Arial" charset="0"/>
              <a:buNone/>
              <a:defRPr sz="2700" b="1" kern="1200" spc="-113" baseline="0">
                <a:solidFill>
                  <a:schemeClr val="tx1"/>
                </a:solidFill>
                <a:latin typeface="Arial" pitchFamily="34" charset="0"/>
                <a:ea typeface="+mn-ea"/>
                <a:cs typeface="Arial" pitchFamily="34" charset="0"/>
              </a:defRPr>
            </a:lvl1pPr>
            <a:lvl2pPr marL="557213" indent="-214313" algn="l" rtl="0" fontAlgn="base">
              <a:spcBef>
                <a:spcPct val="20000"/>
              </a:spcBef>
              <a:spcAft>
                <a:spcPct val="0"/>
              </a:spcAft>
              <a:buFont typeface="Arial" charset="0"/>
              <a:buChar char="–"/>
              <a:defRPr sz="2100" kern="1200">
                <a:solidFill>
                  <a:schemeClr val="tx1"/>
                </a:solidFill>
                <a:latin typeface="Arial" pitchFamily="34" charset="0"/>
                <a:ea typeface="+mn-ea"/>
                <a:cs typeface="Arial" pitchFamily="34" charset="0"/>
              </a:defRPr>
            </a:lvl2pPr>
            <a:lvl3pPr marL="857250" indent="-171450" algn="l" rtl="0" fontAlgn="base">
              <a:spcBef>
                <a:spcPct val="20000"/>
              </a:spcBef>
              <a:spcAft>
                <a:spcPct val="0"/>
              </a:spcAft>
              <a:buFont typeface="Arial" charset="0"/>
              <a:buChar char="•"/>
              <a:defRPr sz="1800" kern="1200">
                <a:solidFill>
                  <a:schemeClr val="tx1"/>
                </a:solidFill>
                <a:latin typeface="Arial" pitchFamily="34" charset="0"/>
                <a:ea typeface="+mn-ea"/>
                <a:cs typeface="Arial" pitchFamily="34" charset="0"/>
              </a:defRPr>
            </a:lvl3pPr>
            <a:lvl4pPr marL="12001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4pPr>
            <a:lvl5pPr marL="15430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pPr>
            <a:r>
              <a:rPr lang="en-US" sz="2400" dirty="0">
                <a:ea typeface="Cambria" panose="02040503050406030204" pitchFamily="18" charset="0"/>
              </a:rPr>
              <a:t>Next Session Plan</a:t>
            </a:r>
          </a:p>
        </p:txBody>
      </p:sp>
    </p:spTree>
    <p:extLst>
      <p:ext uri="{BB962C8B-B14F-4D97-AF65-F5344CB8AC3E}">
        <p14:creationId xmlns:p14="http://schemas.microsoft.com/office/powerpoint/2010/main" val="22589305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NKNOELEADERBOARD" val="974704708"/>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18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2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2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7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8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1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10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20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29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3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8.xml><?xml version="1.0" encoding="utf-8"?>
<a:theme xmlns:a="http://schemas.openxmlformats.org/drawingml/2006/main" name="3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9.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A75E3588147654284604D4E812B6D70" ma:contentTypeVersion="28" ma:contentTypeDescription="Create a new document." ma:contentTypeScope="" ma:versionID="45fe0a9bbd19f6ad34d294261b2f2a24">
  <xsd:schema xmlns:xsd="http://www.w3.org/2001/XMLSchema" xmlns:xs="http://www.w3.org/2001/XMLSchema" xmlns:p="http://schemas.microsoft.com/office/2006/metadata/properties" xmlns:ns2="0a2451e9-b2b7-43a3-aada-52e3e0c35c47" targetNamespace="http://schemas.microsoft.com/office/2006/metadata/properties" ma:root="true" ma:fieldsID="e5dfeec73c4e396fa1243c79a8a53c2f" ns2:_="">
    <xsd:import namespace="0a2451e9-b2b7-43a3-aada-52e3e0c35c47"/>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2451e9-b2b7-43a3-aada-52e3e0c35c47"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olderType xmlns="0a2451e9-b2b7-43a3-aada-52e3e0c35c47" xsi:nil="true"/>
    <CultureName xmlns="0a2451e9-b2b7-43a3-aada-52e3e0c35c47" xsi:nil="true"/>
    <LMS_Mappings xmlns="0a2451e9-b2b7-43a3-aada-52e3e0c35c47" xsi:nil="true"/>
    <Invited_Students xmlns="0a2451e9-b2b7-43a3-aada-52e3e0c35c47" xsi:nil="true"/>
    <IsNotebookLocked xmlns="0a2451e9-b2b7-43a3-aada-52e3e0c35c47" xsi:nil="true"/>
    <Math_Settings xmlns="0a2451e9-b2b7-43a3-aada-52e3e0c35c47" xsi:nil="true"/>
    <Self_Registration_Enabled xmlns="0a2451e9-b2b7-43a3-aada-52e3e0c35c47" xsi:nil="true"/>
    <Teachers xmlns="0a2451e9-b2b7-43a3-aada-52e3e0c35c47">
      <UserInfo>
        <DisplayName/>
        <AccountId xsi:nil="true"/>
        <AccountType/>
      </UserInfo>
    </Teachers>
    <Students xmlns="0a2451e9-b2b7-43a3-aada-52e3e0c35c47">
      <UserInfo>
        <DisplayName/>
        <AccountId xsi:nil="true"/>
        <AccountType/>
      </UserInfo>
    </Students>
    <Student_Groups xmlns="0a2451e9-b2b7-43a3-aada-52e3e0c35c47">
      <UserInfo>
        <DisplayName/>
        <AccountId xsi:nil="true"/>
        <AccountType/>
      </UserInfo>
    </Student_Groups>
    <Templates xmlns="0a2451e9-b2b7-43a3-aada-52e3e0c35c47" xsi:nil="true"/>
    <Has_Teacher_Only_SectionGroup xmlns="0a2451e9-b2b7-43a3-aada-52e3e0c35c47" xsi:nil="true"/>
    <NotebookType xmlns="0a2451e9-b2b7-43a3-aada-52e3e0c35c47" xsi:nil="true"/>
    <Distribution_Groups xmlns="0a2451e9-b2b7-43a3-aada-52e3e0c35c47" xsi:nil="true"/>
    <AppVersion xmlns="0a2451e9-b2b7-43a3-aada-52e3e0c35c47" xsi:nil="true"/>
    <Invited_Teachers xmlns="0a2451e9-b2b7-43a3-aada-52e3e0c35c47" xsi:nil="true"/>
    <Teams_Channel_Section_Location xmlns="0a2451e9-b2b7-43a3-aada-52e3e0c35c47" xsi:nil="true"/>
    <Owner xmlns="0a2451e9-b2b7-43a3-aada-52e3e0c35c47">
      <UserInfo>
        <DisplayName/>
        <AccountId xsi:nil="true"/>
        <AccountType/>
      </UserInfo>
    </Owner>
    <DefaultSectionNames xmlns="0a2451e9-b2b7-43a3-aada-52e3e0c35c47" xsi:nil="true"/>
    <TeamsChannelId xmlns="0a2451e9-b2b7-43a3-aada-52e3e0c35c47" xsi:nil="true"/>
    <Is_Collaboration_Space_Locked xmlns="0a2451e9-b2b7-43a3-aada-52e3e0c35c47" xsi:nil="true"/>
  </documentManagement>
</p:properties>
</file>

<file path=customXml/itemProps1.xml><?xml version="1.0" encoding="utf-8"?>
<ds:datastoreItem xmlns:ds="http://schemas.openxmlformats.org/officeDocument/2006/customXml" ds:itemID="{A672D59F-9B95-4B39-9C26-424B233D6388}"/>
</file>

<file path=customXml/itemProps2.xml><?xml version="1.0" encoding="utf-8"?>
<ds:datastoreItem xmlns:ds="http://schemas.openxmlformats.org/officeDocument/2006/customXml" ds:itemID="{F879AC9F-F2C7-457E-B816-E88B9FCE6C13}"/>
</file>

<file path=customXml/itemProps3.xml><?xml version="1.0" encoding="utf-8"?>
<ds:datastoreItem xmlns:ds="http://schemas.openxmlformats.org/officeDocument/2006/customXml" ds:itemID="{0732F4F7-B438-4C3B-8336-EF2A80E864CF}"/>
</file>

<file path=docProps/app.xml><?xml version="1.0" encoding="utf-8"?>
<Properties xmlns="http://schemas.openxmlformats.org/officeDocument/2006/extended-properties" xmlns:vt="http://schemas.openxmlformats.org/officeDocument/2006/docPropsVTypes">
  <Template>IS-ZC351-LEC-03</Template>
  <TotalTime>0</TotalTime>
  <Words>1672</Words>
  <Application>Microsoft Office PowerPoint</Application>
  <PresentationFormat>On-screen Show (4:3)</PresentationFormat>
  <Paragraphs>321</Paragraphs>
  <Slides>41</Slides>
  <Notes>11</Notes>
  <HiddenSlides>0</HiddenSlides>
  <MMClips>0</MMClips>
  <ScaleCrop>false</ScaleCrop>
  <HeadingPairs>
    <vt:vector size="4" baseType="variant">
      <vt:variant>
        <vt:lpstr>Theme</vt:lpstr>
      </vt:variant>
      <vt:variant>
        <vt:i4>18</vt:i4>
      </vt:variant>
      <vt:variant>
        <vt:lpstr>Slide Titles</vt:lpstr>
      </vt:variant>
      <vt:variant>
        <vt:i4>41</vt:i4>
      </vt:variant>
    </vt:vector>
  </HeadingPairs>
  <TitlesOfParts>
    <vt:vector size="59" baseType="lpstr">
      <vt:lpstr>1_Office Theme</vt:lpstr>
      <vt:lpstr>Office Theme</vt:lpstr>
      <vt:lpstr>2_Office Theme</vt:lpstr>
      <vt:lpstr>5_Office Theme</vt:lpstr>
      <vt:lpstr>12_Office Theme</vt:lpstr>
      <vt:lpstr>6_Office Theme</vt:lpstr>
      <vt:lpstr>18_Office Theme</vt:lpstr>
      <vt:lpstr>21_Office Theme</vt:lpstr>
      <vt:lpstr>24_Office Theme</vt:lpstr>
      <vt:lpstr>4_Office Theme</vt:lpstr>
      <vt:lpstr>7_Office Theme</vt:lpstr>
      <vt:lpstr>8_Office Theme</vt:lpstr>
      <vt:lpstr>11_Office Theme</vt:lpstr>
      <vt:lpstr>10_Office Theme</vt:lpstr>
      <vt:lpstr>20_Office Theme</vt:lpstr>
      <vt:lpstr>29_Office Theme</vt:lpstr>
      <vt:lpstr>31_Office Theme</vt:lpstr>
      <vt:lpstr>36_Office Theme</vt:lpstr>
      <vt:lpstr>PowerPoint Presentation</vt:lpstr>
      <vt:lpstr>Machine Learning</vt:lpstr>
      <vt:lpstr>PowerPoint Presentation</vt:lpstr>
      <vt:lpstr>Random Forest</vt:lpstr>
      <vt:lpstr>PowerPoint Presentation</vt:lpstr>
      <vt:lpstr>PowerPoint Presentation</vt:lpstr>
      <vt:lpstr>PowerPoint Presentation</vt:lpstr>
      <vt:lpstr>PowerPoint Presentation</vt:lpstr>
      <vt:lpstr>PowerPoint Presentation</vt:lpstr>
      <vt:lpstr>Boosting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Gradient Boosting</vt:lpstr>
      <vt:lpstr>Gradient Boosting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Neha Vinayak .</cp:lastModifiedBy>
  <cp:revision>2</cp:revision>
  <dcterms:created xsi:type="dcterms:W3CDTF">2021-11-12T07:04:08Z</dcterms:created>
  <dcterms:modified xsi:type="dcterms:W3CDTF">2026-01-31T07:20:42Z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0x0101000A75E3588147654284604D4E812B6D70</vt:lpwstr>
  </property>
</Properties>
</file>