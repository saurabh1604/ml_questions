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2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13.xml" ContentType="application/vnd.openxmlformats-officedocument.presentationml.slideLayout+xml"/>
  <Override PartName="/ppt/ink/ink27.xml" ContentType="application/inkml+xml"/>
  <Override PartName="/ppt/ink/ink26.xml" ContentType="application/inkml+xml"/>
  <Override PartName="/ppt/ink/ink25.xml" ContentType="application/inkml+xml"/>
  <Override PartName="/ppt/ink/ink24.xml" ContentType="application/inkml+xml"/>
  <Override PartName="/ppt/ink/ink23.xml" ContentType="application/inkml+xml"/>
  <Override PartName="/ppt/ink/ink22.xml" ContentType="application/inkml+xml"/>
  <Override PartName="/ppt/ink/ink21.xml" ContentType="application/inkml+xml"/>
  <Override PartName="/ppt/ink/ink20.xml" ContentType="application/inkml+xml"/>
  <Override PartName="/ppt/ink/ink19.xml" ContentType="application/inkml+xml"/>
  <Override PartName="/ppt/ink/ink18.xml" ContentType="application/inkml+xml"/>
  <Override PartName="/ppt/ink/ink17.xml" ContentType="application/inkml+xml"/>
  <Override PartName="/ppt/ink/ink15.xml" ContentType="application/inkml+xml"/>
  <Override PartName="/ppt/ink/ink14.xml" ContentType="application/inkml+xml"/>
  <Override PartName="/ppt/ink/ink13.xml" ContentType="application/inkml+xml"/>
  <Override PartName="/ppt/ink/ink12.xml" ContentType="application/inkml+xml"/>
  <Override PartName="/ppt/ink/ink11.xml" ContentType="application/inkml+xml"/>
  <Override PartName="/ppt/ink/ink10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ink/ink16.xml" ContentType="application/inkml+xml"/>
  <Override PartName="/ppt/ink/ink7.xml" ContentType="application/inkml+xml"/>
  <Override PartName="/ppt/ink/ink6.xml" ContentType="application/inkml+xml"/>
  <Override PartName="/ppt/ink/ink5.xml" ContentType="application/inkml+xml"/>
  <Override PartName="/ppt/ink/ink4.xml" ContentType="application/inkml+xml"/>
  <Override PartName="/ppt/ink/ink3.xml" ContentType="application/inkml+xml"/>
  <Override PartName="/ppt/ink/ink2.xml" ContentType="application/inkml+xml"/>
  <Override PartName="/ppt/ink/ink1.xml" ContentType="application/inkml+xml"/>
  <Override PartName="/ppt/theme/theme13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ink/ink8.xml" ContentType="application/inkml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  <p:sldMasterId id="2147483677" r:id="rId3"/>
    <p:sldMasterId id="2147483731" r:id="rId4"/>
    <p:sldMasterId id="2147483743" r:id="rId5"/>
    <p:sldMasterId id="2147483780" r:id="rId6"/>
    <p:sldMasterId id="2147483822" r:id="rId7"/>
    <p:sldMasterId id="2147483836" r:id="rId8"/>
    <p:sldMasterId id="2147483850" r:id="rId9"/>
    <p:sldMasterId id="2147483864" r:id="rId10"/>
    <p:sldMasterId id="2147483887" r:id="rId11"/>
    <p:sldMasterId id="2147483929" r:id="rId12"/>
  </p:sldMasterIdLst>
  <p:notesMasterIdLst>
    <p:notesMasterId r:id="rId53"/>
  </p:notesMasterIdLst>
  <p:sldIdLst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6" r:id="rId27"/>
    <p:sldId id="307" r:id="rId28"/>
    <p:sldId id="308" r:id="rId29"/>
    <p:sldId id="309" r:id="rId30"/>
    <p:sldId id="310" r:id="rId31"/>
    <p:sldId id="311" r:id="rId32"/>
    <p:sldId id="312" r:id="rId33"/>
    <p:sldId id="313" r:id="rId34"/>
    <p:sldId id="314" r:id="rId35"/>
    <p:sldId id="315" r:id="rId36"/>
    <p:sldId id="316" r:id="rId37"/>
    <p:sldId id="317" r:id="rId38"/>
    <p:sldId id="318" r:id="rId39"/>
    <p:sldId id="319" r:id="rId40"/>
    <p:sldId id="320" r:id="rId41"/>
    <p:sldId id="321" r:id="rId42"/>
    <p:sldId id="322" r:id="rId43"/>
    <p:sldId id="323" r:id="rId44"/>
    <p:sldId id="327" r:id="rId45"/>
    <p:sldId id="328" r:id="rId46"/>
    <p:sldId id="332" r:id="rId47"/>
    <p:sldId id="333" r:id="rId48"/>
    <p:sldId id="334" r:id="rId49"/>
    <p:sldId id="329" r:id="rId50"/>
    <p:sldId id="330" r:id="rId51"/>
    <p:sldId id="331" r:id="rId52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54"/>
      <p:bold r:id="rId55"/>
      <p:italic r:id="rId56"/>
      <p:boldItalic r:id="rId57"/>
    </p:embeddedFont>
    <p:embeddedFont>
      <p:font typeface="Cambria" panose="02040503050406030204" pitchFamily="18" charset="0"/>
      <p:regular r:id="rId58"/>
      <p:bold r:id="rId59"/>
      <p:italic r:id="rId60"/>
      <p:boldItalic r:id="rId61"/>
    </p:embeddedFont>
    <p:embeddedFont>
      <p:font typeface="Tahoma" panose="020B0604030504040204" pitchFamily="34" charset="0"/>
      <p:regular r:id="rId62"/>
      <p:bold r:id="rId63"/>
    </p:embeddedFont>
    <p:embeddedFont>
      <p:font typeface="Verdana" panose="020B0604030504040204" pitchFamily="34" charset="0"/>
      <p:regular r:id="rId64"/>
      <p:bold r:id="rId65"/>
      <p:italic r:id="rId66"/>
      <p:boldItalic r:id="rId6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2" roundtripDataSignature="AMtx7mgFS8rncnmYtILONp7Qc2TpeDUm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C4D1537-E570-4B11-83A2-E94F37E16181}">
  <a:tblStyle styleId="{6C4D1537-E570-4B11-83A2-E94F37E1618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C1D41A9-6A75-4F60-9631-53D750749EBB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1A2589-B275-4D2C-BD7A-73F7133DB566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3E5E36C-A079-45CB-A06A-1199D08E874E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4.xml"/><Relationship Id="rId117" Type="http://schemas.openxmlformats.org/officeDocument/2006/relationships/customXml" Target="../customXml/item1.xml"/><Relationship Id="rId21" Type="http://schemas.openxmlformats.org/officeDocument/2006/relationships/slide" Target="slides/slide9.xml"/><Relationship Id="rId42" Type="http://schemas.openxmlformats.org/officeDocument/2006/relationships/slide" Target="slides/slide30.xml"/><Relationship Id="rId47" Type="http://schemas.openxmlformats.org/officeDocument/2006/relationships/slide" Target="slides/slide35.xml"/><Relationship Id="rId63" Type="http://schemas.openxmlformats.org/officeDocument/2006/relationships/font" Target="fonts/font10.fntdata"/><Relationship Id="rId112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9" Type="http://schemas.openxmlformats.org/officeDocument/2006/relationships/slide" Target="slides/slide17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40" Type="http://schemas.openxmlformats.org/officeDocument/2006/relationships/slide" Target="slides/slide28.xml"/><Relationship Id="rId45" Type="http://schemas.openxmlformats.org/officeDocument/2006/relationships/slide" Target="slides/slide33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5.fntdata"/><Relationship Id="rId66" Type="http://schemas.openxmlformats.org/officeDocument/2006/relationships/font" Target="fonts/font13.fntdata"/><Relationship Id="rId11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openxmlformats.org/officeDocument/2006/relationships/font" Target="fonts/font8.fntdata"/><Relationship Id="rId19" Type="http://schemas.openxmlformats.org/officeDocument/2006/relationships/slide" Target="slides/slide7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openxmlformats.org/officeDocument/2006/relationships/slide" Target="slides/slide31.xml"/><Relationship Id="rId48" Type="http://schemas.openxmlformats.org/officeDocument/2006/relationships/slide" Target="slides/slide36.xml"/><Relationship Id="rId56" Type="http://schemas.openxmlformats.org/officeDocument/2006/relationships/font" Target="fonts/font3.fntdata"/><Relationship Id="rId64" Type="http://schemas.openxmlformats.org/officeDocument/2006/relationships/font" Target="fonts/font11.fntdata"/><Relationship Id="rId113" Type="http://schemas.openxmlformats.org/officeDocument/2006/relationships/presProps" Target="presProps.xml"/><Relationship Id="rId118" Type="http://schemas.openxmlformats.org/officeDocument/2006/relationships/customXml" Target="../customXml/item2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9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46" Type="http://schemas.openxmlformats.org/officeDocument/2006/relationships/slide" Target="slides/slide34.xml"/><Relationship Id="rId59" Type="http://schemas.openxmlformats.org/officeDocument/2006/relationships/font" Target="fonts/font6.fntdata"/><Relationship Id="rId67" Type="http://schemas.openxmlformats.org/officeDocument/2006/relationships/font" Target="fonts/font14.fntdata"/><Relationship Id="rId116" Type="http://schemas.openxmlformats.org/officeDocument/2006/relationships/tableStyles" Target="tableStyles.xml"/><Relationship Id="rId20" Type="http://schemas.openxmlformats.org/officeDocument/2006/relationships/slide" Target="slides/slide8.xml"/><Relationship Id="rId41" Type="http://schemas.openxmlformats.org/officeDocument/2006/relationships/slide" Target="slides/slide29.xml"/><Relationship Id="rId54" Type="http://schemas.openxmlformats.org/officeDocument/2006/relationships/font" Target="fonts/font1.fntdata"/><Relationship Id="rId62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49" Type="http://schemas.openxmlformats.org/officeDocument/2006/relationships/slide" Target="slides/slide37.xml"/><Relationship Id="rId57" Type="http://schemas.openxmlformats.org/officeDocument/2006/relationships/font" Target="fonts/font4.fntdata"/><Relationship Id="rId114" Type="http://schemas.openxmlformats.org/officeDocument/2006/relationships/viewProps" Target="viewProps.xml"/><Relationship Id="rId119" Type="http://schemas.openxmlformats.org/officeDocument/2006/relationships/customXml" Target="../customXml/item3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9.xml"/><Relationship Id="rId44" Type="http://schemas.openxmlformats.org/officeDocument/2006/relationships/slide" Target="slides/slide32.xml"/><Relationship Id="rId52" Type="http://schemas.openxmlformats.org/officeDocument/2006/relationships/slide" Target="slides/slide40.xml"/><Relationship Id="rId60" Type="http://schemas.openxmlformats.org/officeDocument/2006/relationships/font" Target="fonts/font7.fntdata"/><Relationship Id="rId65" Type="http://schemas.openxmlformats.org/officeDocument/2006/relationships/font" Target="fonts/font12.fntdata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39" Type="http://schemas.openxmlformats.org/officeDocument/2006/relationships/slide" Target="slides/slide27.xml"/><Relationship Id="rId34" Type="http://schemas.openxmlformats.org/officeDocument/2006/relationships/slide" Target="slides/slide22.xml"/><Relationship Id="rId50" Type="http://schemas.openxmlformats.org/officeDocument/2006/relationships/slide" Target="slides/slide38.xml"/><Relationship Id="rId55" Type="http://schemas.openxmlformats.org/officeDocument/2006/relationships/font" Target="fonts/font2.fntdata"/><Relationship Id="rId7" Type="http://schemas.openxmlformats.org/officeDocument/2006/relationships/slideMaster" Target="slideMasters/slideMaster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11004 9406 2 0,'0'-48'21'0,"11"14"0"0,25 9-4 0,-12 37-9 0,12 59 1 0,-24 47-4 0,-1-10-3 0,-11-36 1 0,-11-26-1 0,-14-33 2 0,-11-47-1 0,25-50-2 0,22 0-1 0,14 24 0 0,22 12 0 0,1 25 0 0,0 23 0 0,-12 23 0 0,-13 37 1 0,-12-12-1 0,-11-12 1 0,13-25-1 0,-13-11 2 0,36-47-3 0,0-24 2 0,11 11-1 0,-11 24-1 0,0 11 1 0,-13 38 0 0,13 24 0 0,-11 10 0 0,9 11 0 0,26 15 0 0,-12-62 0 0,0-22 0 0,23-62 1 0,0-9-1 0,-11 34 0 0,-37 48 0 0,-10 48-1 0,-13 11 1 0,0 1 0 0,-13-1-1 0,2-11-7 0,11-24-67 0</inkml:trace>
  <inkml:trace contextRef="#ctx0" brushRef="#br0">12039 9169 41 0,'-59'-37'23'0,"59"61"-83"0</inkml:trace>
  <inkml:trace contextRef="#ctx0" brushRef="#br0">12540 9345 54 0,'-24'-21'6'0,"48"-16"-7"0,-1-10 2 0,-59 34-1 0,-34 37 0 0,10 49 1 0,24 21-1 0,23-12 0 0,38-21 0 0,22-38 2 0,24-46 0 0,-10-72-1 0,-14-84-5 0,-23-47-2 0,0 108 7 0,-24 57 0 0,0 61 5 0,-12 82-3 0,-24 123 2 0,24 21-3 0,36-71 0 0,24-61 0 0,-1-58-8 0,-35-36-54 0</inkml:trace>
  <inkml:trace contextRef="#ctx0" brushRef="#br0">13695 9227 25 0,'0'0'0'0,"0"-58"5"0,0 21-5 0,0 13 10 0,-36 24 6 0,11 0-10 0,-21 61-4 0,-2-3-2 0,12 14 1 0,60-1-1 0,36 25 0 0,11-25 0 0,-47-35 2 0,-48-13 3 0,-83-23-3 0,-13-35-5 0,97-13-63 0</inkml:trace>
  <inkml:trace contextRef="#ctx0" brushRef="#br0">13790 9418 41 0,'12'-12'17'0,"12"12"-13"0,47-36-2 0,1-35-1 0,-13-13 0 0,-35 25 0 0,-36 22 0 0,-13 14 0 0,-21 23-1 0,-1 48 0 0,-14 23 1 0,38 1-1 0,34-1-1 0,37-11 1 0,11-24 0 0,37-48 1 0,-13-48 0 0,1-23-1 0,-25 24 1 0,-11 11-1 0,-24 36 0 0,-12 24 1 0,-12 23 0 0,0 12 0 0,11 14 0 0,1-26-1 0,0 1 0 0,24-24 1 0,13-24 0 0,-3 1-1 0,1-26 0 0,-10 3 1 0,-14-16 0 0,1 16-1 0,-1 21 0 0,2 26 0 0,-14 34 1 0,-11-10 1 0,0-37 1 0,25-37 0 0,34-47-3 0,-23 50 0 0,0 68-1 0,-24 74 0 0,-12-13 1 0,11-47-42 0,1-48-1 0</inkml:trace>
  <inkml:trace contextRef="#ctx0" brushRef="#br0">15063 9240 36 0,'0'-13'13'0,"13"13"-4"0,-1 24-7 0,-1-1-49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3549 14168 38 0,'-49'-35'8'0,"39"24"-5"0,20-14 1 0,3 13 4 0,-13-12 1 0,12 12-6 0,35 12-2 0,13-11 0 0,23-1 0 0,25 0 0 0,22 12-1 0,-10 12 2 0,12 0 0 0,-14-24-1 0,-11 12 2 0,-60 12 5 0,-22 11 0 0,-14-12-1 0,-11-11 3 0,-11 50-106 0</inkml:trace>
  <inkml:trace contextRef="#ctx0" brushRef="#br0">8717 14133 33 0,'-25'-11'-1'0,"14"11"0"0,22 0 4 0,-11-25 19 0,13 13-10 0,10-12-8 0,26 12-3 0,34 1 1 0,12-1-1 0,1 0-3 0,11 12 5 0,-13 0-3 0,-10 12 2 0,-12-12 0 0,-36 0 1 0,-13 0 1 0,-11 12 6 0,-12-24 16 0,0 12-24 0,11 0-6 0,14 12-97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1000 8286 41 0,'-47'-23'4'0,"35"23"-2"0,37 12 0 0,57-24 0 0,36-24 5 0,14 11 1 0,-1 4-5 0,-34 21-1 0,-15 21-3 0,-46-8-58 0</inkml:trace>
  <inkml:trace contextRef="#ctx0" brushRef="#br0">3715 8323 85 0,'-11'-12'4'0,"-48"-13"-4"0,82 38 0 0,72-1 2 0,48-37 0 0,11-9 1 0,-9 21-1 0,-27 13-1 0,-23 13 0 0,0-2-12 0,1-11-66 0</inkml:trace>
  <inkml:trace contextRef="#ctx0" brushRef="#br0">6693 8357 57 0,'0'0'0'0,"-61"-34"11"0,27 45-9 0,34 1 5 0,95-12 5 0,72-23-7 0,35 23-1 0,12 11-3 0,-23-11-3 0,-14 12 3 0,-32-12 0 0,-75 0 0 0,-45 0 1 0,-25 11 12 0,0-22-4 0,0-12-6 0,11-14-2 0,1 14-4 0,24 35-19 0,-12-1-46 0</inkml:trace>
  <inkml:trace contextRef="#ctx0" brushRef="#br0">10599 8144 38 0,'-25'-36'11'0,"38"25"-5"0,94-2-7 0,95-22 3 0,48-1 2 0,-35-1-2 0,-84 37-1 0,-108 0 0 0,-46 37 2 0,-1 10-52 0</inkml:trace>
  <inkml:trace contextRef="#ctx0" brushRef="#br0">12778 8394 3 0,'-13'0'3'0,"-59"-12"16"0,26 0 3 0,22-1-13 0,24 13-5 0,12 0-1 0,131 0 1 0,35-11-2 0,61 11-2 0,-13 11 2 0,-13 14-1 0,-21-25 1 0,-26 0-1 0,-58 0 3 0,-61-12-1 0,-36 12 6 0,-22-24-2 0,-14 12-7 0,25 12-78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12135 5632 11 0,'0'-13'8'0,"13"26"-6"0,-2-26 20 0,1 13 1 0,11-11-3 0,13-1-9 0,24 1-2 0,-2-2-3 0,-9 1-2 0,34 12-3 0,-23 0 1 0,-25 0 0 0,-11-12 3 0,-12 12-1 0,-24-13 0 0,-24 13-3 0,-36 0 0 0,-10 0 1 0,10 0 3 0,25-10 0 0,23 10-3 0,24 0 1 0,24-11-2 0,23 11 0 0,36 0-1 0,1 0 1 0,-25 0-1 0,-11 11 1 0,-36-11 0 0,-24 0 8 0,-12 10-29 0,12 3-69 0</inkml:trace>
  <inkml:trace contextRef="#ctx0" brushRef="#br0">22924 5596 5 0,'0'-11'14'0,"-24"11"6"0,0 0-10 0,0 0 1 0,24 0 1 0,24 0-3 0,12 0-3 0,35 0-1 0,12 11-3 0,0 1 0 0,1-12 0 0,-12 11-1 0,-13 2 1 0,-36-1-1 0,-59-12 5 0,-21 0-5 0,-40 0 0 0,2 0 0 0,-12 12 2 0,24-12 0 0,35 0-1 0,24 0 2 0,24 0-1 0,36 11-1 0,47-11-3 0,13 0 1 0,-13 12-1 0,-24-1 2 0,-35 2-1 0,-12-13 1 0,-12 0 3 0,-24-24 0 0,-11 12-2 0,-1 1-6 0,24 34-92 0</inkml:trace>
  <inkml:trace contextRef="#ctx0" brushRef="#br0">9729 6799 40 0,'-24'-24'22'0,"24"24"-14"0,0-13-3 0,-11 2 21 0,11 11-9 0,0 0-11 0,0 11 2 0,23-11 0 0,38-11-1 0,9-1-5 0,2 1 2 0,11 11-1 0,13-13 1 0,11 13-1 0,-24 0-1 0,-13 0-1 0,-21 13 0 0,-13-2 2 0,11-11-2 0,0 0 1 0,-11 12-2 0,-11-1 1 0,-14-11-1 0,13 13-1 0,12-13 1 0,11 12 0 0,1-12 1 0,-12 12 0 0,12-12-2 0,-24 0 2 0,-1 0 1 0,0-12 0 0,26 0-7 0,-26 12-106 0</inkml:trace>
  <inkml:trace contextRef="#ctx0" brushRef="#br0">23221 6406 4 0,'0'0'7'0,"-36"0"-1"0,13-12 2 0,10-1 5 0,-23-10-2 0,-11 12-5 0,-36 11 2 0,12 0-2 0,-1 0 0 0,0 0-1 0,-11 23 0 0,-24 1-2 0,0 23 0 0,12 1-2 0,23 11 1 0,12 0-3 0,13 12 2 0,11 13-1 0,1-13 0 0,23 2 0 0,12-2 0 0,0 1-1 0,36-25 2 0,94 48 0 0,-46-59-1 0,23 1 0 0,11-3 0 0,27-10 0 0,-27 0 0 0,25-12-2 0,-12-1 1 0,-12-11 1 0,12 0 0 0,-13-23 0 0,-10-13 0 0,11-10-1 0,-11-4 1 0,-1-8 1 0,-25 11-1 0,-21 10 1 0,-26-10 0 0,1-13 0 0,-24-11 0 0,0-1 0 0,-12-11 0 0,-12 22 1 0,-12 3 1 0,-24-14-2 0,1 26 1 0,-12-4-3 0,-14 16 3 0,1-3-3 0,-10 3 3 0,23 9-2 0,-13 0 1 0,-11 15 0 0,-13-1-1 0,13-2 4 0,0 13-4 0,-13 0 3 0,1 0-2 0,-12 13 0 0,-12 21-2 0,-11 37-13 0,21 13-70 0</inkml:trace>
  <inkml:trace contextRef="#ctx0" brushRef="#br0">22734 6751 61 0,'0'-12'8'0,"-25"60"20"0,1 59-7 0,0-24-5 0,1-35-6 0,10-35-5 0,13-38 1 0,0-59-4 0,13-23-1 0,-1-12 0 0,11 23-1 0,13 25 1 0,12 37-1 0,-12 34 1 0,23 71 0 0,-11 47 1 0,11 1-2 0,1-12-1 0,0-11 1 0,-26-50-9 0,-21-21-18 0,-13-37-77 0</inkml:trace>
  <inkml:trace contextRef="#ctx0" brushRef="#br0">22673 6883 67 0,'-59'-25'43'0,"34"13"-31"0,86-1-4 0,10-10-1 0,48 0-7 0,24 23-50 0,-95 0-14 0</inkml:trace>
  <inkml:trace contextRef="#ctx0" brushRef="#br0">23387 6894 34 0,'-11'-11'17'0,"22"-14"-8"0,2 13 8 0,-13-1 5 0,12-10-5 0,-12 23-9 0,-12 0-3 0,-12 12 1 0,-1 12-1 0,2 13 1 0,12-3-1 0,11-10-2 0,11 12-1 0,48-36 0 0,48-36-18 0,1 1-99 0</inkml:trace>
  <inkml:trace contextRef="#ctx0" brushRef="#br0">22578 7453 3 0,'47'-34'21'0,"-11"-3"-7"0,0 1-8 0,-12 12-1 0,-11 24 1 0,-2 0 3 0,-11 0 5 0,-11 36-12 0,-26 36 0 0,-35 22 1 0,-22 38 1 0,-27-1-1 0,-9 24-3 0,23-13 2 0,84-106-2 0,-98 130 2 0,14-11-2 0,13-23 1 0,11-25 0 0,22-36-1 0,38-34 0 0,-1-14 1 0,13-23 2 0,-2-23-3 0,13-27 0 0,0 4 0 0,0-13 0 0,13-1-1 0,22-1 1 0,1 14-1 0,-13 12 1 0,-23 12 0 0,0 10 1 0,0 1-1 0,0 12 0 0,0 0-1 0,0 12 1 0,0 35 0 0,-11 13 0 0,11 1 0 0,-12-15 0 0,-1 2 0 0,2 0 0 0,-12-1 1 0,23-23-1 0,0-11 1 0,0-13-1 0,23 11 0 0,37-47 0 0,35 11 0 0,-24 2 0 0,-35 12 0 0,-24 11-1 0,12-12-93 0</inkml:trace>
  <inkml:trace contextRef="#ctx0" brushRef="#br0">23732 7419 7 0,'-23'-25'13'0,"-13"-11"-1"0,13 13 2 0,12 10 1 0,-2 13-8 0,26 13-6 0,21 21 1 0,2 37 2 0,12 61 2 0,0 46-4 0,22 37 0 0,2-12-2 0,24-1 2 0,-13-60-1 0,-35-21 0 0,-36-39 0 0,-12-34 1 0,0-23 1 0,-24-25 1 0,-12-37-3 0,-11 24-2 0,-1-10 2 0,-23 12 0 0,11-26-1 0,-1 26 0 0,15-12 0 0,22 23 1 0,12-13 0 0,24 13-1 0,36 24 1 0,10 24-1 0,27-2-1 0,-14-9 1 0,-12-13 1 0,-11-35 1 0,-12-26 0 0,0-10-1 0,-13-13 0 0,-11-11 0 0,-12 23 0 0,11 24-2 0,-11 1 1 0,0 10 2 0,0 13-2 0,-11 0 1 0,-1 24-2 0,1 24 1 0,-1-12 0 0,1-13-1 0,11-11-25 0,0-24-53 0</inkml:trace>
  <inkml:trace contextRef="#ctx0" brushRef="#br0">21518 7358 18 0,'12'-23'9'0,"-1"10"-2"0,2 1 14 0,-13 12-10 0,0 36 2 0,-13 37-6 0,-10 9-2 0,-24 1 0 0,11-22-1 0,-12-3 0 0,36-22-2 0,1-25-2 0,11 2-1 0,35-13 2 0,25 24-1 0,35 0 0 0,1 11 1 0,-37-10 0 0,-48-2 0 0,2-12 0 0,-26-11-24 0,13 0-55 0</inkml:trace>
  <inkml:trace contextRef="#ctx0" brushRef="#br0">21947 7477 40 0,'0'0'6'0,"-12"-12"5"0,12 12-4 0,12 0 2 0,-12-12-2 0,-12-1 0 0,-12 13-2 0,-22 37 0 0,-3 47-1 0,25 0-2 0,24-26 0 0,60-11-1 0,-1-22 1 0,25-25-1 0,-37 0-8 0,-24 0-30 0,-10 0-23 0</inkml:trace>
  <inkml:trace contextRef="#ctx0" brushRef="#br0">21102 9144 29 0,'0'0'0'0,"-36"-12"13"0,23 12-1 0,13-13 3 0,25 13-6 0,34 0-4 0,36-11-3 0,1 11-1 0,-25 11-1 0,-47-11 1 0,-12 0 2 0,-24 13 2 0,-24-13-4 0,-12-13 0 0,1 2 0 0,23-1-1 0,24 12 0 0,12 48 3 0,13 59 2 0,9 24 0 0,-9-24 1 0,-14-35-2 0,-11-49-3 0,12-23-1 0,0-59-28 0,24-24-57 0</inkml:trace>
  <inkml:trace contextRef="#ctx0" brushRef="#br0">24126 7465 14 0,'-12'0'21'0,"-23"-25"9"0,10 4-11 0,2 8-5 0,10 1 4 0,13 12-9 0,0 0-9 0,49 25 1 0,-2-4 0 0,13 4 2 0,-12 0-1 0,-25-14 0 0,-12 1 1 0,-11 12 3 0,-34 23 0 0,-14 25 0 0,-12-12-1 0,13-13-3 0,23-23-1 0,12 0-8 0,12-14-31 0,12-20-56 0</inkml:trace>
  <inkml:trace contextRef="#ctx0" brushRef="#br0">24484 7513 77 0,'-24'-12'22'0,"48"1"-15"0,23-2-5 0,0-11-3 0,1 24 1 0,0-13-25 0,-24 13-50 0</inkml:trace>
  <inkml:trace contextRef="#ctx0" brushRef="#br0">24495 7632 37 0,'-35'13'25'0,"-13"10"1"0,48-23-19 0,23-12-2 0,49-12-14 0,-1-24-66 0</inkml:trace>
  <inkml:trace contextRef="#ctx0" brushRef="#br0">24936 7358 63 0,'-24'-12'32'0,"24"1"-23"0,0 11-1 0,11 0 2 0,14-25-8 0,-14 2 0 0,-11 23 0 0,-11 0 5 0,-14 23-2 0,-22 2 4 0,0 22-3 0,-2 11-3 0,26 26-3 0,35-13 2 0,35-34 0 0,49-24 4 0,11-38-24 0,-11 13-53 0,-84-1 12 0</inkml:trace>
  <inkml:trace contextRef="#ctx0" brushRef="#br0">24210 9215 79 0,'-24'-23'19'0,"0"58"-7"0,12 62 12 0,24-3-14 0,12-23-5 0,-11-35-2 0,-13-36 0 0,0-12 3 0,-13-47-4 0,-11 0-1 0,12-25 0 0,12-24-1 0,12 24-1 0,12 13 2 0,12 24 1 0,11 0 1 0,13 11-3 0,10 11 1 0,-21 14-1 0,-2 11-8 0,-23-12-29 0,1 12-72 0</inkml:trace>
  <inkml:trace contextRef="#ctx0" brushRef="#br0">24256 9180 32 0,'-11'0'9'0,"-24"23"12"0,35-11 11 0,59-24-11 0,25-11-5 0,-2-1-4 0,-46 12-4 0,-23 12-1 0,-13-25-136 0</inkml:trace>
  <inkml:trace contextRef="#ctx0" brushRef="#br0">21697 8120 5 0,'-13'0'19'0,"2"-12"17"0,-1 12-17 0,35-11-12 0,49-2-1 0,12 1-4 0,-13 12 0 0,-60 12-1 0,-34 12 3 0,-72-12 0 0,-12-12 4 0,71-12 0 0,25 12-3 0,45 0-5 0,38 0 0 0,0 12-92 0</inkml:trace>
  <inkml:trace contextRef="#ctx0" brushRef="#br0">24995 7989 23 0,'0'-13'25'0,"-36"2"2"0,13-1-8 0,10 1-14 0,2 11-3 0,47 0 2 0,23 0-3 0,1-12 2 0,-23 12-2 0,-26 12-1 0,-47-12 3 0,-24 0 6 0,-11-12 2 0,46 12-9 0,61 0 2 0,-11 0-3 0,-2 0-2 0,1 23-110 0</inkml:trace>
  <inkml:trace contextRef="#ctx0" brushRef="#br0">8157 8620 61 0,'0'0'0'0,"-35"-24"35"0,23 1-12 0,-1 12-2 0,13 11-12 0,0 0-3 0,13 0-2 0,11 21-2 0,-1-8-1 0,1 24 3 0,-1-3 1 0,2 3-1 0,-1-14-2 0,-1-12 1 0,13 2-2 0,-24-1 1 0,24-24-1 0,0-24 1 0,47-35-3 0,48-11 3 0,-36 32-3 0,-36 27 2 0,-23-1-1 0,-24 12 2 0,-12 0-2 0,12 12-5 0,12 12-129 0</inkml:trace>
  <inkml:trace contextRef="#ctx0" brushRef="#br0">23233 7537 0 0,'-12'-24'4'0,"12"-12"11"0,-12 12 2 0,12 1-4 0,0-1-5 0,12 0-3 0,0 24 3 0,-12 12-3 0,0 71 1 0,-24 60-2 0,-11 48-1 0,-1-1-2 0,11 24 1 0,-9-35 2 0,-14 94 1 0,36-225-3 0,-12-48 3 0,-1-59-3 0,-11-24-1 0,14 59 1 0,-2 12-2 0,24 48-1 0,24-1 0 0,11 1 1 0,13-36 1 0,-12-24-3 0,46-34-30 0,-33 21-36 0</inkml:trace>
  <inkml:trace contextRef="#ctx0" brushRef="#br0">22090 7049 37 0,'0'-36'7'0,"0"36"0"0,-36 0-2 0,-71 46 9 0,-48 38 3 0,-60 60-9 0,-10 22 0 0,-3 13-2 0,-9 10-3 0,22-9-2 0,61-50 4 0,59-34-4 0,59-71 0 0,36-25 0 0,47-84-1 0,61-35-1 0,-14 46-1 0,-69 86 1 0,-25 95 1 0,-25 10 1 0,38-70 0 0,117-59-24 0,62-60-61 0</inkml:trace>
  <inkml:trace contextRef="#ctx0" brushRef="#br0">24174 6846 30 0,'-36'-13'30'0,"-23"-10"8"0,23 12-20 0,36-1-12 0,71 0-3 0,71 36-2 0,37 23 1 0,-11 24 1 0,-27 0 5 0,4 0-3 0,-27-46 0 0,-21-13-1 0,-74-36 0 0,-12-35 0 0,-34 11-2 0,-25-11 0 0,-12-1-3 0,12 13 2 0,12-1 1 0,13 25 0 0,35 10-2 0,24 13 0 0,23 47 1 0,1 13 1 0,-36 1 2 0,-24-27 7 0,-60-10-7 0,-48 36-7 0,-22 35-21 0,59 0-118 0</inkml:trace>
  <inkml:trace contextRef="#ctx0" brushRef="#br0">2620 12359 19 0,'0'0'0'0,"-25"-24"47"0,14 0-5 0,0 1-12 0,22 10-15 0,49 1-9 0,47 12-3 0,36 0-1 0,-12 0 2 0,-12 0-3 0,-36-12-1 0,-35 12 2 0,-23-11-1 0,-25 11 5 0,0-23-4 0,-25 10-1 0,25 1-1 0,0 0-1 0,36 49 2 0,-13-3 0 0,-10 3-3 0,-60 10-21 0,-2-10-92 0</inkml:trace>
  <inkml:trace contextRef="#ctx0" brushRef="#br0">2477 13502 32 0,'0'0'7'0,"-35"-12"27"0,11 0 2 0,0-1-15 0,48 2-12 0,71 11 0 0,59 0-4 0,25-12-3 0,-13 1-1 0,-46-14 0 0,-84 13-1 0,-36 1 5 0,-36-12-1 0,-11 10 1 0,35 13 1 0,0 0-5 0,12 24 0 0,-49 59-16 0,-45 24-101 0</inkml:trace>
  <inkml:trace contextRef="#ctx0" brushRef="#br0">7967 13846 0 0,'0'0'0'0,"-24"-11"0"0,24-1 0 0,-12 1 0 0,0 11 0 0,0 11 0 0,-11-11 0 0,11 0 0 0</inkml:trace>
  <inkml:trace contextRef="#ctx0" brushRef="#br0">7848 13835 0 0,'0'0'0'0,"-12"0"0"0,12 0 0 0,-13-12 4 0,13 12 4 0,13-11 4 0,10 11-7 0,2 0-1 0,22 0-1 0,1-13-1 0,-2 1-2 0,15 0 2 0,-13 12-2 0,-1 0-2 0,25 0 3 0,-13 0 0 0,-11 0-1 0,0 12 1 0,11-12 0 0,-11 0 1 0,11 0-2 0,-12 0 1 0,-11 12 0 0,-1 1 0 0,14-13 1 0,-13 0-2 0,11 0 1 0,1 0 0 0,-11 0 0 0,9 0 0 0,2 0-3 0,0-13 2 0,10 13 0 0,-9 13 1 0,-2-13-1 0,-11 11 1 0,11-11-1 0,13 0 0 0,-12 0 0 0,-12 0 3 0,-24 0 14 0,-12-11-5 0,0 11-64 0,-12 0 19 0</inkml:trace>
  <inkml:trace contextRef="#ctx0" brushRef="#br0">12468 12656 0 0,'0'0'0'0,"23"0"0"0</inkml:trace>
  <inkml:trace contextRef="#ctx0" brushRef="#br0">11944 13967 0 0,'0'0'0'0,"-24"-25"0"0,24 13 0 0,0-11 0 0,0 12 0 0,0-2 25 0,36-11 7 0,-25 24-30 0,25 0-1 0,24 0-1 0,25 0 1 0,21 0 0 0,37 0 1 0,12-13 2 0,58 13-1 0,-10 0-3 0,24 0-2 0,10 0 3 0,1 0 0 0,1 0 0 0,-13 0-2 0,12 0 3 0,1 0-1 0,-1 0-1 0,-12 0 1 0,-12 0 0 0,1 0 0 0,-25 0-2 0,-23 0 4 0,0 0-2 0,-13 0-1 0,-11 0 0 0,0 0-1 0,-11 13 3 0,-14-13-1 0,0 12 1 0,-21-12-1 0,-26 12 1 0,-24-12-2 0,-34 0 1 0,-1 0-1 0,-1 0 1 0,1 0-2 0,0 0 2 0,12 0-1 0,1 0 0 0,-14-12 1 0,-11 12 1 0</inkml:trace>
  <inkml:trace contextRef="#ctx0" brushRef="#br0">19685 13917 3 0,'0'0'0'0,"0"0"33"0,-12-10-7 0,-12-1-14 0,24 11-4 0,12-13-5 0,35 1-1 0,48 12-2 0,12 0 2 0,-11-12 0 0,-13 24 0 0,1-12-1 0,-25 12-1 0,-11 1 0 0,-24-13 4 0,-1 0 7 0,-23 0 1 0,0 0-4 0,0-13-4 0,0 13-6 0,0 13-81 0</inkml:trace>
  <inkml:trace contextRef="#ctx0" brushRef="#br0">9920 13859 13 0,'0'0'8'0,"0"-13"19"0,0-10 9 0,0 12-7 0,0-14-9 0,12 25-5 0,-12-12-5 0,0 12-4 0,12 12-3 0,0 0 0 0,0 12 0 0,11-1 0 0,0 14 0 0,13-3-1 0,13 3 0 0,9-13 0 0,26 12-1 0,-12-12 0 0,10-1 0 0,3 1-2 0,-2-12 2 0,12 13-3 0,23-14 3 0,-11-11-1 0,25 12 1 0,-13-12 0 0,-23-23 1 0,-26-14-1 0,3 1 2 0,-3 1-3 0,-9-12-1 0,-14-3 1 0,-23 16 1 0,-11 10 0 0,-2 0-1 0,1 12 0 0,-1 12 1 0,-11-11-1 0,-23 11 1 0,-13 11 0 0,-35 12 0 0,-1 2 2 0,13-13-3 0,34-12 1 0,25 13 1 0,0-26 1 0,25 1-2 0,21 0-2 0,3-12 2 0,-26 1-3 0,2-2 5 0,-2 25-4 0,1 0 2 0,-12 12-2 0,0 48 1 0,1-2 2 0,10 3 0 0,-12-25-1 0,-11-24 3 0,13 0-1 0,-1-24 2 0,-12 0-6 0,0-1-45 0,-25 13-60 0</inkml:trace>
  <inkml:trace contextRef="#ctx0" brushRef="#br0">9503 12537 59 0,'-13'-12'17'0,"2"12"-15"0,-1 0 4 0,12 12-5 0,0-1 15 0,36 2 0 0,47-13 0 0,0 0-10 0,-23 0-4 0,-48 0 2 0,-59 0 1 0,-37 0 2 0,-23 0 2 0,24 12-2 0,47-12-7 0,36 0 3 0,60 0-3 0,35-12 3 0,35-1-3 0,-10 13 1 0,-72 0-3 0,-60 13 6 0,-60-1-2 0,-35 0 0 0,47-12-11 0,60 0-116 0</inkml:trace>
  <inkml:trace contextRef="#ctx0" brushRef="#br0">12527 12680 25 0,'-23'-11'35'0,"-37"-2"-1"0,13 1-12 0,11 0 1 0,23 1-11 0,62-1-5 0,45 12 0 0,14 0-4 0,-36 0-1 0,-60 0 0 0,-48 0 1 0,-59 0-1 0,-37 0 1 0,2 12-1 0,34-1 0 0,73-11 0 0,82 0-2 0,59-11-2 0,14-1 4 0,-49 12-2 0,-59 0 0 0,-71 35-125 0</inkml:trace>
  <inkml:trace contextRef="#ctx0" brushRef="#br0">11039 11168 70 0,'12'-23'12'0,"12"23"-9"0,-37 11 23 0,-21 12-5 0,-14 2-7 0,-24 21-5 0,25 27-4 0,-1-25-4 0,24-25 2 0,11-23 5 0,38-12-4 0,35 1 0 0,11 11-2 0,-12 0 0 0,1-12-2 0,-36 24-5 0,-24-12-25 0,0 0-108 0</inkml:trace>
  <inkml:trace contextRef="#ctx0" brushRef="#br0">11015 11240 59 0,'0'0'21'0,"-24"-11"5"0,13 69 16 0,-1 37-19 0,12-11-17 0,0-24-4 0,12-26-24 0,-12-34-122 0</inkml:trace>
  <inkml:trace contextRef="#ctx0" brushRef="#br0">11289 11371 59 0,'0'0'26'0,"36"-24"-22"0,24-12 15 0,-49 12 1 0,-11 0-5 0,0-10-8 0,-23-3-4 0,-14 24-1 0,1 13 0 0,2 13-2 0,11 11 3 0,10 35-1 0,13 0-2 0,47 12-1 0,-11 2 1 0,-13-14 0 0,-46-47 3 0,-36-12 0 0,11-60 0 0,36 13-3 0,48-1-5 0,59 25-55 0,-59 23-12 0</inkml:trace>
  <inkml:trace contextRef="#ctx0" brushRef="#br0">11588 11418 117 0,'-13'0'3'0,"-11"-13"4"0,72 2-2 0,11-12 9 0,1 23-7 0,0-12-6 0,-14 24-25 0,-33-12-77 0</inkml:trace>
  <inkml:trace contextRef="#ctx0" brushRef="#br0">11788 11229 133 0,'0'0'0'0,"-46"-13"4"0,46 72 7 0,-12 25 2 0,0-13-8 0,24 0-8 0,0-23-36 0,0-37-52 0</inkml:trace>
  <inkml:trace contextRef="#ctx0" brushRef="#br0">12182 11179 68 0,'-11'-11'34'0,"-1"11"-6"0,-36 36-5 0,12 35-14 0,24 1-6 0,12-1-2 0,36-23-2 0,0-13 0 0,-12-23 2 0,-12-36 0 0,-12-10 0 0,-36 9 1 0,0 25-2 0,-12 12-6 0,25 24-26 0,11-13-65 0</inkml:trace>
  <inkml:trace contextRef="#ctx0" brushRef="#br0">12397 11323 97 0,'-24'-12'10'0,"12"24"-9"0,-1 24 16 0,2 23-2 0,58-35-10 0,26-36 0 0,-39-59 1 0,-21-1 2 0,-60 35-6 0,-13 16-7 0,-25 32-71 0,75-1 27 0</inkml:trace>
  <inkml:trace contextRef="#ctx0" brushRef="#br0">10849 11775 74 0,'0'-12'37'0,"12"-11"-35"0,95-2 3 0,95-9 14 0,71 21-13 0,26 13-5 0,-25-12 0 0,-72 12 0 0,-72 0-1 0,-105 0 2 0,-37 12-16 0,-37 1-89 0</inkml:trace>
  <inkml:trace contextRef="#ctx0" brushRef="#br0">11551 11859 77 0,'-24'-23'20'0,"48"23"-10"0,13-13 25 0,22 13-19 0,-12 36-12 0,-23 23-2 0,-24 14-2 0,-24-27 5 0,-12-10 2 0,13-24-1 0,10-12-5 0,13 11 3 0,36-11 4 0,48-23-3 0,94-13-109 0,-142 24 41 0</inkml:trace>
  <inkml:trace contextRef="#ctx0" brushRef="#br0">23936 10704 34 0,'0'0'0'0,"0"-24"15"0,0 12 8 0,0 0-4 0,-12-1-4 0,-12 2 1 0,-1-1-3 0,-11 1-4 0,-10 11-2 0,-15 0-2 0,-21 0 1 0,10-12-2 0,1 12-1 0,0 12-2 0,-1-1 0 0,2 12 0 0,-3 2 0 0,-10 0-1 0,11 9 3 0,1 14-1 0,10-12 1 0,3 12-3 0,-2-1 4 0,12 0-4 0,1 1 1 0,35 0-1 0,12-12 0 0,0 11 0 0,0 0 0 0,12 3 0 0,24-4 0 0,23-10-2 0,25 12 2 0,11-13-1 0,-11 1-1 0,11-11 5 0,0-2-2 0,12 0 1 0,11-23-1 0,-10 12-1 0,11-12 0 0,-23 0 0 0,-2 0 4 0,-10-12-5 0,0 0 4 0,-1 1-3 0,0-1 0 0,-11-12 1 0,-1-13 0 0,-11-9 0 0,-13-2 0 0,-11 0 0 0,0 1 0 0,-12-1 1 0,-12-12 0 0,-1-11-1 0,-11 24 1 0,-11-13-1 0,-1-1 0 0,-24 3 0 0,-12-2-4 0,-11 13 3 0,-13-1 0 0,-23 1 0 0,-12 23 1 0,0 11-2 0,0 13 1 0,11 0-1 0,1 13 0 0,-1 11 1 0,1 10 0 0,-12-9-15 0,23 11-21 0,14-13-101 0</inkml:trace>
  <inkml:trace contextRef="#ctx0" brushRef="#br0">23221 10978 36 0,'-12'-12'51'0,"0"-1"-10"0,48-10-21 0,48 12-11 0,11 11-4 0,48 0-2 0,-59 0-2 0,-37-13 1 0,-24 13 0 0,-11 0 0 0,-24 0 1 0,-24 0-2 0,-11-12 0 0,11 12 1 0,24 0-3 0,0 0 0 0,12 36 0 0,-11 35 2 0,11 13 0 0,-12 10 2 0,12-33 1 0,0-14 3 0,0-23 0 0,0-24 3 0,0 0-4 0,0-36-3 0,-13 11-36 0,13 25-126 0</inkml:trace>
  <inkml:trace contextRef="#ctx0" brushRef="#br0">22888 11560 9 0,'12'-11'24'0,"0"-37"-4"0,10 25-4 0,3 11-3 0,-14-12 1 0,-11 12 6 0,0-13-7 0,0 14 0 0,-11 11-5 0,-14 24-5 0,-21 47 5 0,-15 37-2 0,-9-1 0 0,-2 25-2 0,-24-2-2 0,14-23 0 0,-2-36 0 0,25-23-1 0,23 0 0 0,0-25 0 0,13 2-1 0,-2-14 1 0,14 1-1 0,-1-12 1 0,12 0 0 0,0-23 0 0,12-14-2 0,-1 3 2 0,2-16-1 0,10 16 1 0,1 10-2 0,0 0 1 0,-12 1 0 0,-12 23 0 0,-12 23 1 0,-12 13-2 0,0 10 1 0,1 4 1 0,10-16-2 0,2-10 2 0,-1-11 2 0,12-13-1 0,0 0-3 0,23-13 1 0,13 13 0 0,24-24 0 0,10 13-2 0,-9 11 2 0,-37 0 0 0,-12-12 1 0,0 12-5 0,11 0-52 0,-23 0-33 0</inkml:trace>
  <inkml:trace contextRef="#ctx0" brushRef="#br0">22042 11526 10 0,'0'0'0'0,"12"0"45"0,-12-13-15 0,0 13-16 0,-12 13 21 0,-11 21-25 0,-1 16-7 0,24-4-2 0,0-21 0 0,0-14-1 0,12-11 1 0,0 0 0 0,23 12-2 0,12 36 0 0,2-1 0 0,-14-10 1 0,-35-3 10 0,-35-10 3 0,-1-11-4 0,0-13 1 0,12-13-7 0,-1 13-2 0,25 0-2 0,0 0-12 0,25-12-27 0,-14 0-59 0</inkml:trace>
  <inkml:trace contextRef="#ctx0" brushRef="#br0">22054 11537 110 0,'-12'-36'18'0,"24"1"5"0,35 11-15 0,37 24-6 0,-48 0-3 0,-13 13-31 0,-34-2-64 0</inkml:trace>
  <inkml:trace contextRef="#ctx0" brushRef="#br0">22316 11501 14 0,'0'-12'19'0,"12"1"39"0,0-1-26 0,-12 1-13 0,0 11-5 0,0 23-7 0,-12 25 0 0,0-25-3 0,12 25-2 0,-12-14 0 0,12-9-1 0,0-13 0 0,0-12 0 0,0 0-1 0,12 0 0 0,12 0 1 0,24 0-3 0,-13 0 0 0,-23 0 2 0,-12-12 1 0,0 0-1 0,0-1 1 0,0 3-2 0,0-1 2 0,0-2-1 0,-12 26 1 0,-1 45 1 0,13 14 0 0,0-37 0 0,0-11 0 0,0-48 7 0,0 1-25 0,0 11-149 0</inkml:trace>
  <inkml:trace contextRef="#ctx0" brushRef="#br0">21590 11573 8 0,'12'-13'22'0,"-1"2"4"0,13-1-8 0,-11 12 3 0,-13 0 0 0,-13 23-3 0,2 27-7 0,-13-16-3 0,-12 3-4 0,11-3-2 0,14-21-1 0,-14 11 0 0,3-1-1 0,-2-12 2 0,12-11-1 0,12 0 0 0,12 0-2 0,12 13 2 0,23 24-2 0,0 21 0 0,2-22 1 0,-25-12 1 0,-13-24 1 0,-11 0 3 0,-11-13-29 0,11-10-94 0</inkml:trace>
  <inkml:trace contextRef="#ctx0" brushRef="#br0">21888 12573 9 0,'0'0'8'0,"-12"-12"7"0,12 12 12 0,-11 37-11 0,11 34-4 0,-13 0-4 0,13-12-5 0,0-23-1 0,0-24-1 0,0-1 1 0,-12-11 1 0,12-23-2 0,-12-13-1 0,12-23 1 0,0-1-1 0,0 12 1 0,0 1-1 0,0-1 0 0,0 13 0 0,12 10 1 0,0 14-1 0,-12-1 0 0,13 12 1 0,-2 12-1 0,24 47-1 0,1 14 1 0,24-27 0 0,-13 13 0 0,0-9-2 0,-11-29 3 0,12-21 0 0,-23-10 2 0,9-38-2 0,-34-12 0 0,13 2 0 0,-13-15 0 0,0 38 1 0,0 11 2 0,12 12-3 0,-12 12-1 0,0 12-7 0,0 24-91 0</inkml:trace>
  <inkml:trace contextRef="#ctx0" brushRef="#br0">24150 11526 11 0,'0'0'0'0,"-12"-25"38"0,12 2 2 0,12 0-17 0,-12 23-12 0,12 0-6 0,12 23 0 0,12 12-2 0,34 12-1 0,1 24-2 0,1 26-1 0,-23 11 6 0,-2-26-3 0,-11-9 1 0,-12-39-2 0,11-10 1 0,1-24-2 0,-12 13 4 0,-24-26-3 0,12 1 3 0,-12-23-3 0,0-1 0 0,-12 0-1 0,12 13 1 0,-12 10-1 0,12 1 1 0,-12 12-1 0,12 48 0 0,24 24 0 0,-24-12 0 0,0-26 1 0,-48-21 4 0,13-13-2 0,-1-24-8 0,0 12-31 0,-11 12-72 0</inkml:trace>
  <inkml:trace contextRef="#ctx0" brushRef="#br0">24638 11478 40 0,'-12'-36'28'0,"0"12"8"0,12 11-12 0,12 13-18 0,24 13-3 0,24 11 1 0,11 12-2 0,-23-1-1 0,-37 1 2 0,-22 0 7 0,-25 0-3 0,-12 11-3 0,13-11 1 0,11 0-5 0,-12-13 0 0,24-11 1 0,0-1-7 0,12-11-27 0,0-11-94 0</inkml:trace>
  <inkml:trace contextRef="#ctx0" brushRef="#br0">24889 11644 24 0,'0'0'7'0,"0"12"51"0,-37 36-20 0,1 11-27 0,0-23-9 0,13-12-5 0,10-11-49 0,3-13-13 0</inkml:trace>
  <inkml:trace contextRef="#ctx0" brushRef="#br0">24972 11549 17 0,'0'0'0'0,"0"-12"64"0,12 1-26 0,-1-2-26 0,13 1-10 0,-12 12 0 0,0 0-24 0,-12 12-76 0</inkml:trace>
  <inkml:trace contextRef="#ctx0" brushRef="#br0">25043 11489 29 0,'0'-11'35'0,"-12"-12"2"0,12 23-21 0,-12 34-5 0,0 3-5 0,12-3-4 0,24-9 0 0,12-13 0 0,12 12-1 0,-25 11-1 0,-34 1 8 0,-1 0-3 0,-24-24-5 0,0 0-28 0,-12-12-73 0</inkml:trace>
  <inkml:trace contextRef="#ctx0" brushRef="#br0">25104 11455 84 0,'0'0'0'0,"23"-50"50"0,0 27-34 0,25 12-13 0,-12 11-10 0,-24 34-98 0,-12-34 74 0</inkml:trace>
  <inkml:trace contextRef="#ctx0" brushRef="#br0">25222 11394 15 0,'0'0'18'0,"0"-23"15"0,0 11-11 0,12 12-15 0,0 0 6 0,-12 0 0 0,0 0 0 0,0 23-11 0,0 0 0 0,0 2 4 0,-12 11-1 0,0-1-3 0,12 1-1 0,0 12 0 0,24-23-1 0,-12-25 1 0,23 0 3 0,-11-50-3 0,-1 50 1 0,-23 0 5 0,-23 61 0 0,-1-1-5 0,12-13 1 0,-1-23-4 0,13-13-4 0,0-11-143 0</inkml:trace>
  <inkml:trace contextRef="#ctx0" brushRef="#br0">24889 12204 7 0,'-13'-12'23'0,"2"0"0"0,-2-1-1 0,13 13-4 0,-11-11-11 0,-1 11-3 0,-1 0 0 0,-23 0 4 0,0-12 0 0,-22 1-4 0,10-1-1 0,-12 12 0 0,1 0-1 0,-36 12-1 0,24-1 0 0,10 1-1 0,14 12 1 0,12 13 0 0,-13-3-2 0,12 14 0 0,0 12 1 0,13-26 1 0,10 27 0 0,13-13 2 0,0 23-3 0,25-23 0 0,-2 0 1 0,74 36 0 0,-40-38-1 0,4-21 1 0,21-2 0 0,3-12 1 0,9-11-2 0,2 0 1 0,-13 0 2 0,-11-11-1 0,-12-1-1 0,-1 1 1 0,0-14-1 0,-11 0 1 0,1 4-2 0,-15-4 1 0,-11-11-1 0,14 0 2 0,-25-11-1 0,12-1 2 0,-12 12-2 0,-12-12 6 0,12 1-7 0,-12 10 5 0,-12 3-5 0,-24-3 4 0,0 14-3 0,-34-1 2 0,-27-11-3 0,-34 23-1 0,-35 1-29 0,-13 11-94 0</inkml:trace>
  <inkml:trace contextRef="#ctx0" brushRef="#br0">23590 11631 1 0,'0'0'0'0,"0"-21"11"0,12 8-3 0,0-11 6 0,-12 0 3 0,0 1 1 0,0 23-4 0,0-13-4 0,0 49 1 0,0 46-8 0,-12 62 1 0,0 22-1 0,0-11-1 0,12-23 0 0,-12-13-1 0,1-23 1 0,11-49 0 0,-12-35-2 0,12-37-19 0,-13-22-32 0,2 23-1 0</inkml:trace>
  <inkml:trace contextRef="#ctx0" brushRef="#br0">23174 12288 15 0,'11'0'10'0,"-11"-25"22"0,12 2-9 0,-12 23-10 0,24 11-6 0,12 37-2 0,12-12-1 0,23 1-1 0,0-3 1 0,1-10-2 0,-36 0 2 0,-1-12-2 0,-23-12 0 0,12 0-2 0,-11 0-1 0,-2-12-19 0,1 1-11 0,-1-26-5 0,2-10-1 0</inkml:trace>
  <inkml:trace contextRef="#ctx0" brushRef="#br0">23864 12121 17 0,'-25'-12'36'0,"3"36"-1"0,-26 60-12 0,-12 21-11 0,24-34-5 0,13-34-4 0,23-24-6 0,0-38-71 0,0 13 31 0</inkml:trace>
  <inkml:trace contextRef="#ctx0" brushRef="#br0">10980 13846 7 0,'0'0'11'0,"11"-11"-9"0,13 11-2 0,-11 0-3 0,-13 0-9 0</inkml:trace>
  <inkml:trace contextRef="#ctx0" brushRef="#br0">17624 13835 8 0,'-12'-12'33'0,"12"1"-13"0,-11-14-6 0,11 13 17 0,-12 1-6 0,12 11-14 0,-13 23-5 0,26 25-2 0,10 0-1 0,25-1 0 0,24 13-1 0,-1-1-1 0,11-11-1 0,74 0 0 0,-13-25 1 0,36-11 0 0,11-12 0 0,1-12 0 0,11-23-2 0,-11 11 1 0,-36-24 3 0,-61 1-2 0,-46 0 1 0,-24-3 0 0,-12 16-2 0,-12 10 2 0,-12 11 0 0,-35 13 0 0,-14 13-2 0,3 11 1 0,-2 0 0 0,12-14 0 0,25 3-1 0,11-13 1 0,24 0-1 0,23-13 1 0,25 3 0 0,-13-14 0 0,25 0 0 0,-25 11-1 0,-23 13 1 0,-24 25 0 0,0 11 1 0,-12 11-1 0,12-23 1 0,0 12-2 0,0-24 1 0,0 0 0 0,0-1 0 0,0-11 0 0,0 0 0 0,0 0-1 0,0 0 1 0,0 0-1 0,0 12 1 0,-12-12-1 0,1 11-2 0,11 2 2 0,0-13 1 0,0 12-1 0,0-12 0 0,0 12 0 0,0 1 0 0,-12-26 2 0,12 13-2 0,0 0 0 0,0 0 0 0,0 0 0 0,0 0 1 0,-13 0-1 0,13-12 0 0,0 12 1 0,0 0-1 0,0 0-1 0,13 0-1 0,-1 0-3 0,-12 0-11 0,0-12-128 0</inkml:trace>
  <inkml:trace contextRef="#ctx0" brushRef="#br0">17041 12811 53 0,'0'0'0'0,"-25"-47"13"0,25 36-7 0,-11-14 22 0,-14 25-7 0,3 0-8 0,33 0-3 0,49-12 1 0,72-1-4 0,-2 2-6 0,-60 22 0 0,-57 2 0 0,-96-1 0 0,-47 13 1 0,-2-14 0 0,49-11 1 0,71 0 1 0,47-11-3 0,73-2-1 0,23 1 0 0,-60 12 0 0,-71 0 0 0,-48 12 1 0,-11 1-5 0,48-2-20 0,58-1-97 0</inkml:trace>
  <inkml:trace contextRef="#ctx0" brushRef="#br0">20030 12621 14 0,'-12'0'17'0,"-12"0"5"0,0 0 7 0,-11 0-3 0,10 0-9 0,14 0-3 0,22 0-7 0,61 11-3 0,35 1-3 0,-11-12 1 0,-49 0 3 0,-47 0 6 0,-59-12-9 0,-36 12-1 0,-1 0 0 0,24 0 1 0,36 0-2 0,36 0 1 0,61 0-1 0,34 12 0 0,23-12 1 0,-34 12-1 0,-61 1 0 0,-23-13 1 0,-36 0 0 0,-10 0 0 0,-2 0-1 0,35 0 0 0,13 0 1 0,13 0-1 0,10 0 0 0,-23 0-1 0,13 0 2 0,-13 11-1 0,0-11 0 0,0 12 0 0,0-12 0 0,-13 11 0 0,13-11 1 0,0-11-2 0,0 11 2 0,0 0-1 0,0-12-4 0,13 12-4 0,11 0-15 0,-12-11-59 0,-12 11 43 0</inkml:trace>
  <inkml:trace contextRef="#ctx0" brushRef="#br0">19101 12990 61 0,'-24'-36'21'0,"-35"-35"-16"0,23 35-3 0,-35 24-1 0,-60 12 4 0,-12 12 9 0,-13-1-10 0,-10 37-1 0,23 12 2 0,37 24 3 0,33 34-4 0,37 13-2 0,25 12-2 0,35-12 1 0,47-24 2 0,48-23-1 0,36-25-1 0,59-23 0 0,1-24 0 0,-13-24-1 0,-23-35 2 0,-36-13-1 0,-36-12 1 0,-60-35 0 0,-47-24 0 0,-11-24-1 0,-37 23-1 0,-23 14 2 0,-25 23-2 0,-11 24 1 0,0 35 0 0,0 12 4 0,35 12 2 0,37 12-2 0,23 12-4 0,12-12 0 0,0 0 1 0,0 0-1 0,0 0 3 0,12 0-25 0,10 24-101 0</inkml:trace>
  <inkml:trace contextRef="#ctx0" brushRef="#br0">23019 11811 5 0,'0'-12'18'0,"12"-1"2"0,-1 2-1 0,-11 11-4 0,0 11 10 0,-11 2-19 0,-1-1-4 0,12 13 0 0,12-14-1 0,-12 1-1 0,11-1 1 0,2 1-3 0,-2 13 2 0,2 9 0 0,-2-9 5 0,-11-13 4 0,0-12 2 0,-11 0-3 0,-13 0 1 0,0 0-3 0,12-12-5 0,12 12-24 0,0-12-93 0</inkml:trace>
  <inkml:trace contextRef="#ctx0" brushRef="#br0">23031 11847 48 0,'0'-11'32'0,"11"-26"4"0,37 13-25 0,-12 12-12 0,-24 12-43 0,-12 0-15 0</inkml:trace>
  <inkml:trace contextRef="#ctx0" brushRef="#br0">23209 11740 22 0,'0'0'0'0,"0"-12"34"0,0-1-17 0,0 13-11 0,0 0 6 0,0-11 4 0,0 22 5 0,0 2-20 0,-12 11 0 0,12-1 4 0,0 13-1 0,0 0-3 0,0-13 0 0,12 1-1 0,12-24 3 0,12-12-3 0,-11 0 2 0,-25 12 0 0,0 12 5 0,0 36-6 0,0-12 1 0,0-11-6 0,-13-4-22 0,13-8-78 0</inkml:trace>
  <inkml:trace contextRef="#ctx0" brushRef="#br0">23376 11907 77 0,'-25'-25'36'0,"38"13"-6"0,35-11-22 0,23 12-7 0,-35 11-40 0,-12 0-62 0</inkml:trace>
  <inkml:trace contextRef="#ctx0" brushRef="#br0">23709 11847 55 0,'0'0'0'0,"0"-24"30"0,12-13-7 0,12 14-14 0,-12 12-6 0,0-1-1 0,-24 0 1 0,-13 24 5 0,2-12-4 0,12 23-3 0,22 0-1 0,12 27 0 0,-10-4 0 0,-13-10 1 0,-24-24 1 0,12-12 1 0,1-48-1 0,34 2-3 0,25 21-34 0,-12 0-65 0</inkml:trace>
  <inkml:trace contextRef="#ctx0" brushRef="#br0">23947 11740 60 0,'-11'0'36'0,"11"23"-5"0,35 25-20 0,12 11-7 0,-47-11-2 0,-11-12 0 0,-25-12-17 0,1-36-97 0</inkml:trace>
  <inkml:trace contextRef="#ctx0" brushRef="#br0">23936 11799 57 0,'11'-13'34'0,"37"-21"17"0,11-3-25 0,1 3-21 0,-36 21-8 0,-24 13-34 0,-12 13-69 0</inkml:trace>
  <inkml:trace contextRef="#ctx0" brushRef="#br0">23294 12728 8 0,'-13'-25'64'0,"13"2"-30"0,0 12-10 0,0 11-15 0,24 23 3 0,-1 13-7 0,0 10-2 0,13-9-3 0,-11-13 2 0,-1-24-3 0,-13-24 1 0,13-13-1 0,-1-21 0 0,-10 11 2 0,-1-1-2 0,-12 0 2 0,0 12-2 0,0 36 3 0,0 36-2 0,-36 83 3 0,0 24 1 0,13-24 2 0,11-23 0 0,12-62 1 0,-12-21-4 0,12-13 1 0,0-13-19 0,-13-10-51 0,26-1-15 0</inkml:trace>
  <inkml:trace contextRef="#ctx0" brushRef="#br0">24995 11621 12 0,'0'-11'53'0,"24"-14"-17"0,-12 0-20 0,0 2-3 0,0-1-6 0,-12 0-4 0,-12-10-2 0,0 21 1 0,-12-11 4 0,1 24-4 0,-13 12-1 0,0 24-1 0,36 24 1 0,24-13-1 0,12 24 1 0,-13 0-2 0,-23-23 2 0,-23-36 1 0,-13-12 2 0,23-35-4 0,26-24-24 0,23-12-61 0,-24 58 51 0</inkml:trace>
  <inkml:trace contextRef="#ctx0" brushRef="#br0">25091 11537 20 0,'0'0'8'0,"13"-24"59"0,-2 24-25 0,1 24-28 0,22 36-9 0,3 11-2 0,-25-24 2 0,-24-10-3 0,-12-37-33 0,11-12-81 0</inkml:trace>
  <inkml:trace contextRef="#ctx0" brushRef="#br0">25174 11513 77 0,'0'0'0'0,"48"-47"62"0,23-25-28 0,12 12-19 0,-23 26-7 0,-36 9-3 0,-24 25-6 0,0 0-26 0,12 59-61 0,-24-46 35 0</inkml:trace>
  <inkml:trace contextRef="#ctx0" brushRef="#br0">24519 12477 19 0,'0'-23'45'0,"0"23"1"0,-12 23-22 0,0 48-14 0,-12-10-7 0,13-38-1 0,-1 1-1 0,-1-36-8 0,2-23 3 0,11-13 3 0,0-23 2 0,11-1-1 0,14 13 4 0,-14 35 2 0,37 132-5 0,0-14-1 0,11-22 1 0,-11-49 2 0,-12-57 4 0,-12-74-1 0,-24-10-4 0,-12 57-5 0,12 49-49 0,-12 24-35 0</inkml:trace>
  <inkml:trace contextRef="#ctx0" brushRef="#br0">24805 12514 68 0,'0'11'18'0,"11"62"8"0,14-15-14 0,70-45 14 0,-72-97-9 0,-34-11-10 0,-37 71-3 0,13 48-30 0,11 11-104 0</inkml:trace>
  <inkml:trace contextRef="#ctx0" brushRef="#br0">23090 12632 77 0,'0'0'0'0,"-59"-47"27"0,59 35-23 0,71 12 7 0,72 0-4 0,59 12 0 0,-35-12 1 0,-60-24 0 0,-59 0-2 0,-48 12-2 0,0 48-2 0,0 72-2 0,24 34 0 0,-12-24 0 0,-12-22 1 0,0-24 0 0,-24-24 1 0,0-13-2 0,12-23 3 0,-24-12-1 0,-47-24-4 0,-49 11 2 0,-22-8 1 0,-1 21 0 0,36-13 0 0,23 13 0 0,73 0-1 0,23 0 0 0,0 0 0 0,23 0 1 0,-10-24 1 0,-1-36-1 0,-12-59 1 0,0-12-1 0,11 60 0 0,25 24-2 0,1 10 1 0,-14 14-19 0,-23 23-107 0</inkml:trace>
  <inkml:trace contextRef="#ctx0" brushRef="#br0">21447 12263 110 0,'-12'-12'8'0,"48"-11"-7"0,130-13 12 0,85 11-6 0,11 38-6 0,-60 11-2 0,-95 0 2 0,-59-1-2 0,-24-11 1 0,-13 13 0 0,0 34 6 0,2 71 2 0,10 49-3 0,-23 0 0 0,0-35-3 0,-23-62 2 0,-1-46 0 0,-11-24 1 0,-13-24-3 0,-11-24-4 0,-61 12 0 0,-70-11 3 0,-24 23 1 0,11-12 0 0,71 12-2 0,74 24 0 0,22 1 0 0,12-2 0 0,12-11 1 0,-12-24 0 0,1-47-2 0,23-25 2 0,0-105 0 0,11-50 1 0,1 71-1 0,0 122-1 0,-12 45 0 0,12 13-5 0,48 37-46 0,-13-3-50 0</inkml:trace>
  <inkml:trace contextRef="#ctx0" brushRef="#br0">24126 12217 68 0,'0'0'0'0,"-12"-13"4"0,0 1 41 0,0 12-20 0,24 0-11 0,48-12-9 0,83-1 0 0,36 13-3 0,-13 0 1 0,-47-11 6 0,-47-1-3 0,-72 1-1 0,11 11-4 0,26 23-1 0,10 38-1 0,1 33 2 0,-13 38-1 0,-11 34-1 0,-12-22-1 0,12-50 4 0,-24-35 3 0,12-47 0 0,-12-12 1 0,-12-12-2 0,-60-11-5 0,-70-2 0 0,-25 2-3 0,-96-13 3 0,84 24 1 0,61 12 0 0,82 0-2 0,24 12 2 0,12-12-2 0,0 0 6 0,12-35-3 0,12-49 1 0,12-71-1 0,24 13 1 0,-13 47-2 0,-24 58 5 0,-23 3-11 0,-59 9-147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17898 10787 13 0,'0'0'29'0,"0"0"-4"0,0 11-24 0,-13 2 6 0,13-1 2 0,0-12 6 0,0 0 11 0,0 0-1 0,0 12-21 0,13-12 5 0,10 0-4 0,2-12-5 0,-14 24 2 0,25-12-2 0,0 0 0 0,24 0 1 0,23 0 4 0,-23 0-4 0,-13 0 0 0,1 0 0 0,12 13-1 0,11-13 1 0,12 11 0 0,13-11 0 0,-13 0 0 0,0 0 0 0,12 10 0 0,12 3-1 0,1-1 0 0,-1-12 1 0,23-12 1 0,-22 12-2 0,22 0 1 0,-10 0-1 0,-1 0 0 0,0 0 0 0,1 0 2 0,22 0-2 0,-11 12 0 0,0-12 0 0,-11 0-1 0,-2 0 2 0,2 0 0 0,-25 0-1 0,12 0 1 0,-13 0-1 0,3 0 1 0,-13 12-2 0,-14-12 2 0,-22 0-2 0,0 0 1 0,-24 0 1 0,-14 0 0 0,-20 0 2 0,-14 0-3 0,-24 0 1 0,-36 0-1 0,-34 0 0 0,-37 13 1 0,-36-13 0 0,-12 11-1 0,-10 1 2 0,-2-12-2 0,-11 11 1 0,11-11-1 0,0 13 0 0,26-13 1 0,10-13 1 0,12 13-3 0,-11-11 2 0,23 11-1 0,24-23 1 0,12 10-2 0,23 1 2 0,24 12 0 0,14-12-1 0,22 12 0 0,12-13-1 0,12 13 2 0,12 0 0 0,24-10-4 0,24 10 3 0,35 0 0 0,48-11 0 0,48-2 0 0,35-11 0 0,36 11-3 0,24 2 2 0,-24-1 1 0,24 12 0 0,0 0-1 0,-13-11 1 0,-10 11-3 0,-25 0 2 0,-35 0 0 0,-49 0 1 0,-22 0 0 0,-49 0 0 0,-23 0-1 0,-36 0 2 0,-12 0 1 0,0-13 1 0,-36 1-50 0,12 12-52 0</inkml:trace>
  <inkml:trace contextRef="#ctx0" brushRef="#br0">4835 9573 53 0,'0'-23'22'0,"0"-2"12"0,0 13-13 0,12-24 0 0,12 25-8 0,34 11-8 0,27-12-4 0,11 12 2 0,22 12-3 0,13 22 1 0,35 3 1 0,25-24 4 0,59-26-3 0,24 26-1 0,0 10 0 0,-24-23 0 0,-24 11-1 0,-11 1-1 0,-37 0-3 0,-24 1 4 0,2-2 1 0,-13-11 2 0,-24 0-1 0,-59 0 1 0,-50 0 5 0,-10-11 0 0,-10-14-4 0,-1 2-8 0,-26 11-86 0,25 12 17 0</inkml:trace>
  <inkml:trace contextRef="#ctx0" brushRef="#br0">20006 9014 8 0,'0'-25'24'0,"-12"-10"7"0,-12 24-9 0,12 22-14 0,12 60-1 0,-12 73-2 0,24 45 1 0,12 3-2 0,-12-37-2 0,-12-25 0 0,0-59 0 0,-12-35 1 0,12-36-2 0,-12-11-12 0,-35-26-1 0,-2 13 6 0,2 1 4 0,-13-25 3 0,13 12 0 0,22 12 5 0,15 11 1 0,33 26-5 0,13 35-1 0,-13-12 0 0,13-12 1 0,-12-1-1 0,0-23 1 0,12 0-1 0,-13-35 0 0,25-1 0 0,0 13-1 0,-12-2 0 0,0 13 0 0,-13-11 0 0,1 23 1 0,-12-11-1 0,-1-2 2 0,2 1-1 0,23 0-1 0,-14-1 0 0,-22 2 1 0,0 47 3 0,-22 35-2 0,-2 1 1 0,-24-14 0 0,1-21 0 0,11-13 0 0,12-24-7 0,12-36-111 0</inkml:trace>
  <inkml:trace contextRef="#ctx0" brushRef="#br0">23543 3940 8 0,'0'-23'23'0,"-13"12"12"0,-10-2-9 0,-1 1-7 0,-12 12-7 0,-11 12-5 0,-13 1-1 0,1 10 1 0,-13 13-3 0,-24 0 0 0,-11 24 0 0,13-13 1 0,46-12-3 0,-12 13 0 0,1 23-1 0,-13 1 0 0,1-1 0 0,35 0 0 0,1 0 0 0,23 13-1 0,0 0 1 0,12-13-1 0,35 0 0 0,25-11 0 0,11-12-1 0,24 11 0 0,37-23 2 0,-1-13-4 0,12 2 4 0,-12 0 0 0,0-14-1 0,-1-11 1 0,13-11 0 0,-13-26 1 0,-9 13 1 0,-14-12-3 0,-12 1 0 0,12 12 2 0,-23-14 0 0,-13-10 0 0,0-1-1 0,1 12 0 0,-13-11 0 0,-11-1 4 0,0 1 0 0,-13-1-4 0,-12-12 1 0,2-47 2 0,-14 36-3 0,-11 10 0 0,-11 2 1 0,-1-12-1 0,-24 23-2 0,-11 0 1 0,11 1-7 0,-24 23 7 0,1-10 1 0,-1 9-1 0,0 0 2 0,-12 14-3 0,1-1 2 0,1 1-1 0,-14-2 0 0,13 13 1 0,-12 0-1 0,-1 13 0 0,13-2-5 0,-1 1 6 0,1-1-1 0,-1 14 1 0,-23 11 0 0,12 11-1 0,11 0-6 0,13 13-55 0,35-24-32 0</inkml:trace>
  <inkml:trace contextRef="#ctx0" brushRef="#br0">23400 4476 0 0,'0'0'0'0,"-13"0"1"0,13-11 0 0,0-1 2 0,0 12 4 0,0-11 6 0,0-2 3 0,0 13-4 0,0-12 0 0,-11 12-6 0,11 72 1 0,-25 47-2 0,2-12-2 0,12-24 0 0,11-35-1 0,-12-48 2 0,1-23 0 0,-2-61-3 0,1-12-1 0,12-23 0 0,12 0 0 0,12 35 0 0,-1 61-1 0,25 35 1 0,0 83 1 0,-1 36 0 0,1-36-1 0,-12-24 0 0,-1-21-3 0,-11-29-27 0,-12-8-33 0</inkml:trace>
  <inkml:trace contextRef="#ctx0" brushRef="#br0">23305 4668 35 0,'0'0'0'0,"-36"-13"22"0,48 1-4 0,58-23-12 0,37-1-10 0,13 0-44 0,-108 36 23 0</inkml:trace>
  <inkml:trace contextRef="#ctx0" brushRef="#br0">23709 4346 31 0,'-23'0'16'0,"10"-12"10"0,13-1-14 0,48 2-11 0,48-12 0 0,-2-14 1 0,-34 26 0 0,-24-12-1 0,-36 10 1 0,0 1-1 0,-12 0-1 0,-23-1 0 0,11 26 2 0,-12 47 0 0,11 47-2 0,25-11 1 0,13-2-1 0,10-46 0 0,2-24 1 0,-25-12-2 0,-12-12-1 0,-24 11 2 0,23 1-1 0,2-12 0 0,58 0 3 0,49-35-3 0,-1 11 1 0,-35 12 3 0,-36 12 1 0,-24-12 2 0,0-1-17 0,47-10-82 0</inkml:trace>
  <inkml:trace contextRef="#ctx0" brushRef="#br0">23090 5227 2 0,'0'-12'14'0,"0"1"6"0,-11-2 1 0,11 1-9 0,0 12-3 0,-13 12-7 0,2 35 1 0,-13 49 0 0,12 23-1 0,-12 13 0 0,-1-14 0 0,2 1 0 0,0-25 0 0,-13-21-2 0,0-25 1 0,11-25 2 0,2-23 0 0,-13-12-2 0,13-11-1 0,-1-25 0 0,12 12 0 0,12 36-1 0,12 12 0 0,24 24 1 0,23-12-1 0,37-24-12 0,11-60-65 0</inkml:trace>
  <inkml:trace contextRef="#ctx0" brushRef="#br0">24150 4371 33 0,'-12'0'34'0,"12"0"-19"0,12-13-10 0,37 1-2 0,-15-13-2 0,-11 25 0 0,2 0-12 0,-14 0-41 0,-11 0 32 0</inkml:trace>
  <inkml:trace contextRef="#ctx0" brushRef="#br0">24174 4442 11 0,'-36'11'36'0,"24"1"0"0,60-35-19 0,23 10-17 0,-11-11-41 0,-48 24-5 0</inkml:trace>
  <inkml:trace contextRef="#ctx0" brushRef="#br0">24399 4239 2 0,'0'0'3'0,"0"0"27"0,0-12-10 0,0 12 10 0,-11 12-29 0,11 11 0 0,0 2-1 0,0-2 1 0,0 1-1 0,0-12 0 0,11 0 0 0,14-12 0 0,-1 24-1 0,12-14 1 0,-13 27 0 0,-11-1 0 0,-24 0 4 0,-24-1 6 0,0-24 7 0,13-22-1 0,23-12-6 0,-13 11-8 0,13 12-2 0,13 0-27 0,23-12-36 0,-36 12 18 0</inkml:trace>
  <inkml:trace contextRef="#ctx0" brushRef="#br0">24424 4262 34 0,'0'0'12'0,"0"-23"31"0,0 0-17 0,11-2-16 0,14 25-8 0,-14 0-3 0,13 12-24 0,0 12-66 0</inkml:trace>
  <inkml:trace contextRef="#ctx0" brushRef="#br0">24591 4239 18 0,'0'0'7'0,"0"0"22"0,-24 11-16 0,12 1-6 0,12 0-5 0,12 12 0 0,-1-12-1 0,2-1-1 0,10 2 0 0,1-1 0 0,0 13 0 0,-12-4 3 0,0 4 8 0,-24 0-4 0,-12-25 2 0,0 11-4 0,1-11 1 0,23-11-6 0,-12-2-40 0,12 1-27 0</inkml:trace>
  <inkml:trace contextRef="#ctx0" brushRef="#br0">24555 4287 38 0,'0'0'0'0,"12"-48"45"0,35 12-28 0,-11 12-6 0,-12 11-10 0,-12 13-24 0,-12 13-51 0</inkml:trace>
  <inkml:trace contextRef="#ctx0" brushRef="#br0">22280 5334 2 0,'0'-12'6'0,"12"-1"14"0,0 2-1 0,-12-1-3 0,0 24-8 0,-35 60-3 0,-1-1-2 0,13-23 1 0,-14-2-5 0,14-9 2 0,-1-1 0 0,12-25 0 0,12 14-2 0,12-13 1 0,35-1 1 0,13 12 1 0,-1 2 0 0,-23 0-2 0,-24-14 2 0,-12 1-1 0,0-12-7 0,12-12-77 0</inkml:trace>
  <inkml:trace contextRef="#ctx0" brushRef="#br0">22280 5548 27 0,'0'0'8'0,"-11"0"21"0,34-13-18 0,25-8-7 0,12 8-4 0,-25 1-2 0,-11 12-11 0,-24 12-23 0,0 1 9 0</inkml:trace>
  <inkml:trace contextRef="#ctx0" brushRef="#br0">22364 5644 5 0,'0'0'6'0,"-24"12"24"0,24-12-5 0,12 0-17 0,36-24-6 0,11 0-10 0,13-12-43 0,-72 24 35 0</inkml:trace>
  <inkml:trace contextRef="#ctx0" brushRef="#br0">22625 5334 10 0,'0'12'3'0,"-11"-12"13"0,11 24 1 0,11-12-4 0,25 11-3 0,0-11-4 0,24 1-3 0,-36 10 1 0,-24 13 2 0,-36-11-3 0,0-4-19 0,12-31-53 0</inkml:trace>
  <inkml:trace contextRef="#ctx0" brushRef="#br0">22650 5346 30 0,'-12'-12'28'0,"12"-13"-12"0,59-9-15 0,60-14-14 0,-59 25-40 0</inkml:trace>
  <inkml:trace contextRef="#ctx0" brushRef="#br0">22840 5405 6 0,'0'0'6'0,"0"-12"6"0,0 12 18 0,0 37-12 0,0-3-7 0,0-9-7 0,0 0-2 0,0-14-14 0,-24-1-41 0,12-10 34 0</inkml:trace>
  <inkml:trace contextRef="#ctx0" brushRef="#br0">22757 5441 5 0,'0'0'0'0,"0"-24"28"0,70-23-12 0,37-25-14 0,25 25-50 0</inkml:trace>
  <inkml:trace contextRef="#ctx0" brushRef="#br0">24376 5108 14 0,'-13'-25'19'0,"13"-22"17"0,-10 0 6 0,10 36-22 0,10 34-18 0,26 59 4 0,13 39-3 0,22 9-2 0,1-11 0 0,-25-37 0 0,-23-32 2 0,-12-16-1 0,-12-21 1 0,-36-13-1 0,-24-24-2 0,-11 1 0 0,12 10 0 0,35 1 1 0,24 12-5 0,47 25 4 0,49-14-1 0,-13-11 2 0,-35 0 3 0,-12-36-2 0,-1 1-52 0,-24 11-41 0</inkml:trace>
  <inkml:trace contextRef="#ctx0" brushRef="#br0">24626 4989 48 0,'-12'0'20'0,"1"-11"16"0,11 11-26 0,11 46-3 0,49-10-2 0,-12-13 3 0,-1-10-6 0,-36-13 7 0,-11 48 0 0,-36 12-1 0,-10-1-4 0,22-13-2 0,12-21-4 0,12-13-7 0,0 1-32 0,0-26-44 0</inkml:trace>
  <inkml:trace contextRef="#ctx0" brushRef="#br0">24829 5024 16 0,'-13'-12'38'0,"13"1"-13"0,-11 11-10 0,22 11-10 0,14 1 0 0,10 24 4 0,1 0 1 0,-12 22-3 0,-12-33-3 0,-12 0-2 0,-36-25-27 0,0-13-69 0</inkml:trace>
  <inkml:trace contextRef="#ctx0" brushRef="#br0">24865 4978 31 0,'24'-25'12'0,"35"0"-3"0,0 14-52 0</inkml:trace>
  <inkml:trace contextRef="#ctx0" brushRef="#br0">25091 4894 28 0,'0'0'26'0,"-12"23"24"0,0 25-30 0,49 11-14 0,-14-11-5 0,-12-24-12 0,-22-12-58 0,-12 0 23 0</inkml:trace>
  <inkml:trace contextRef="#ctx0" brushRef="#br0">24972 4905 75 0,'23'-35'35'0,"109"-25"-25"0,9 2-44 0,-128 58-11 0</inkml:trace>
  <inkml:trace contextRef="#ctx0" brushRef="#br0">22019 6370 3 0,'0'0'17'0,"-12"-12"0"0,12 12-8 0,0 0-1 0,12 0 1 0,23-11-3 0,37-14-2 0,23-21 0 0,36 9-1 0,-24 1 1 0,0-12-1 0,-12 25 1 0,1-1-2 0,11-13-3 0,-24 26 0 0,1-1 2 0,-36 1-2 0,11-1 3 0,-12 0 0 0,1-1-3 0,-24 13 1 0,-12 0 2 0,-12-11 2 0,0 11 0 0,0 0-2 0,0 0-3 0,12 0 1 0,1 36 2 0,-2 23-1 0,12 49 2 0,13 47-2 0,0 0 0 0,-12 11-1 0,10-47 3 0,-21-23-2 0,10-50 2 0,-10-21-2 0,-13-25 3 0,0-37-40 0,-13-10-39 0</inkml:trace>
  <inkml:trace contextRef="#ctx0" brushRef="#br0">21947 6441 8 0,'0'0'0'0,"-12"-12"15"0,12 12-10 0,-13-11-2 0,13 11 12 0,-11 0 1 0,11 0-9 0,0 0-4 0,0 0-2 0,0 0 0 0,0 11-3 0,11-11 0 0,-11 0 1 0,0-11 1 0,0 11 1 0,0 0 1 0,0 0 6 0,0 0-4 0,0 23-1 0,0 13-2 0,13 12 1 0,11 23 0 0,0 1 0 0,0-1-2 0,-12 12 2 0,11 1-1 0,-11-13 0 0,12 1-1 0,-12-37 0 0,12 13-1 0,-12-24 2 0,-1 0-2 0,2-1 2 0,10-23 0 0,14-12 1 0,10 12-3 0,0 0 1 0,13 0-1 0,11 0 1 0,-11-23 0 0,34 11 0 0,-10-12-1 0,0 12 1 0,11-24 0 0,0 11-3 0,13-9 2 0,-25-3 1 0,0 3 0 0,-10 9-1 0,-3 2 1 0,-10 11 0 0,-26 1-1 0,-9 11 1 0,-25-13 1 0,0 13-1 0,0 0 0 0,11 0 0 0,-11-12-24 0,0 12-38 0</inkml:trace>
  <inkml:trace contextRef="#ctx0" brushRef="#br0">21435 7750 3 0,'-12'-11'14'0,"-12"-25"3"0,24 1 7 0,12-1-10 0,24 24-6 0,0 24-3 0,11 35 0 0,13 1-2 0,-13 0-2 0,13-23-1 0,-12-4 1 0,-13-21 1 0,-23-21-1 0,0-29 0 0,-12 3 0 0,-12 0 0 0,0-14-1 0,-12 15 1 0,13 34-1 0,11 24 0 0,0 84 2 0,11 59 0 0,1-13 0 0,12-35 0 0,-12-48-1 0,0-47-6 0,0-24-30 0,0-12-28 0</inkml:trace>
  <inkml:trace contextRef="#ctx0" brushRef="#br0">22054 7787 47 0,'0'0'6'0,"-12"-12"25"0,35 0-22 0,38-24-7 0,10 12-9 0,-24 12-48 0,-22 12 24 0</inkml:trace>
  <inkml:trace contextRef="#ctx0" brushRef="#br0">22078 7942 22 0,'0'0'0'0,"-24"11"21"0,60-22 0 0,47-37-15 0,13-12-13 0,-49 37-53 0</inkml:trace>
  <inkml:trace contextRef="#ctx0" brushRef="#br0">21816 8644 62 0,'-12'23'10'0,"36"48"16"0,0 37-14 0,0 0-8 0,-1-25-4 0,0-35-20 0,-23-37-66 0</inkml:trace>
  <inkml:trace contextRef="#ctx0" brushRef="#br0">21828 8680 20 0,'-12'-47'25'0,"12"-13"8"0,12 60-21 0,48 47-1 0,23 37-9 0,24-50-3 0,-24 3-5 0,-34-49-5 0,-38-36 5 0,-22-59 2 0,-26 36 5 0,25 71 11 0,1 46-3 0,11 86-4 0,11-36-5 0,38-25-21 0,-26-47-54 0</inkml:trace>
  <inkml:trace contextRef="#ctx0" brushRef="#br0">22446 8478 63 0,'0'-13'3'0,"36"-22"-2"0,24 12-10 0,-36 23-42 0</inkml:trace>
  <inkml:trace contextRef="#ctx0" brushRef="#br0">22495 8644 29 0,'-49'36'33'0,"62"-36"-14"0,70-84-15 0,96-59-43 0,-155 120 3 0</inkml:trace>
  <inkml:trace contextRef="#ctx0" brushRef="#br0">24256 6276 25 0,'-11'-13'15'0,"-1"-11"22"0,24 11-17 0,24 50 3 0,0 34-17 0,10-35-5 0,3-12 1 0,-13-37 1 0,-13-46-1 0,-10 0-1 0,-13 35 2 0,0 48 3 0,-13 60-2 0,2 10-3 0,11-22-3 0,11-1-28 0,2-48-65 0</inkml:trace>
  <inkml:trace contextRef="#ctx0" brushRef="#br0">24591 6489 56 0,'-13'-24'30'0,"38"-12"-17"0,34 1-14 0,-11 22-53 0,-36 13 23 0</inkml:trace>
  <inkml:trace contextRef="#ctx0" brushRef="#br0">24638 6536 43 0,'-24'12'27'0,"24"0"10"0,36-47-24 0,58-25-36 0,-45 47-58 0</inkml:trace>
  <inkml:trace contextRef="#ctx0" brushRef="#br0">24317 7584 46 0,'0'-12'9'0,"12"12"22"0,12 48-3 0,-24 23-16 0,0-23-5 0,0-24-4 0,-12-24 2 0,0-60-3 0,0-11-2 0,0 0 1 0,-1 23-1 0,13 12 3 0,0 24-2 0,49 37-1 0,9 34 0 0,3-13 0 0,-14-33 1 0,1-49 4 0,-36-46 3 0,-12-26-5 0,-12 1-8 0,1 71-51 0,22 24-30 0</inkml:trace>
  <inkml:trace contextRef="#ctx0" brushRef="#br0">24698 7310 73 0,'-12'-12'25'0,"60"-22"-23"0,-13 9-87 0</inkml:trace>
  <inkml:trace contextRef="#ctx0" brushRef="#br0">24710 7406 52 0,'-36'24'52'0,"24"-14"-23"0,36-31-15 0,83-63-68 0,-84 59-5 0</inkml:trace>
  <inkml:trace contextRef="#ctx0" brushRef="#br0">22781 7584 60 0,'0'-12'12'0,"-36"-23"3"0,12-1 13 0,-12 12-5 0,24 24-11 0,-11 47-4 0,11 1-2 0,-1 59 3 0,26-47-8 0,34-24-1 0,2-11 1 0,10-38 2 0,12-35-2 0,-11-12-1 0,-25 1 2 0,-24 0-1 0,-11-1 6 0,-36 12-2 0,-10 1 3 0,-15-1-4 0,2 36-1 0,0 24-1 0,-12 36-1 0,22 23 0 0,13 24-25 0,49 1-122 0</inkml:trace>
  <inkml:trace contextRef="#ctx0" brushRef="#br0">23126 8263 1 0,'0'0'7'0,"-13"-11"7"0,2 11 2 0,-1 0-3 0,1 0 1 0,-13 0-5 0,0 23 0 0,-1 25-1 0,2 11-4 0,-1 12-3 0,24 1 1 0,0-14-1 0,0 15 1 0,24-14-1 0,12-11-1 0,35-36 0 0,13 1 2 0,-25-26-1 0,-23-24 1 0,0 14 0 0,-13-12 0 0,-11-12-1 0,12-3 0 0,-24 16 1 0,0-3-1 0,-13 3 1 0,13-3 1 0,-23 3-1 0,-11-3 0 0,-3 13 1 0,-23-11-1 0,12 23-1 0,-11-12-2 0,11 24 4 0,12 0-2 0,0 59-14 0,13 37-55 0,23-73 29 0</inkml:trace>
  <inkml:trace contextRef="#ctx0" brushRef="#br0">25007 6037 5 0,'0'0'10'0,"-12"-12"11"0,1 12-4 0,11 0-6 0,-12 0 1 0,12 0 2 0,-13 0-5 0,2 0-1 0,11 0-3 0,0 0-1 0,11-12-1 0,-11-1 2 0,13 2 0 0,10-1-3 0,25 12 1 0,0 12-3 0,-24 36 1 0,-12-1 4 0,-24 1 0 0,-12-25 0 0,12 1-4 0,24-11-1 0,35 10 0 0,1 49 1 0,-36-1 0 0,-24-23 0 0,-59-25 15 0,11-23-4 0,36-23-10 0,60-2-14 0,47 25-133 0</inkml:trace>
  <inkml:trace contextRef="#ctx0" brushRef="#br0">25043 7013 7 0,'0'0'15'0,"0"-12"13"0,0-1-8 0,0 13-4 0,-12 0-4 0,0 0-3 0,0 0 0 0,0-11 0 0,-11-1-1 0,10 12 0 0,13-11-3 0,-11-2-3 0,11 13 0 0,0-12-1 0,36 12-1 0,11-12 1 0,1 1 0 0,-12-1 0 0,-24 1-2 0,-1-2 2 0,1 1 2 0,-12 0 3 0,0 12 0 0,0 60-6 0,0 47 1 0,0 23-2 0,0-9 2 0,0-50 0 0,0-12 3 0,11-34-4 0,-11-14 2 0,0-1-2 0,0-20-1 0,13-14-39 0,-1 0-79 0</inkml:trace>
  <inkml:trace contextRef="#ctx0" brushRef="#br0">25055 7264 56 0,'-12'0'19'0,"-24"0"20"0,36-13-17 0,72-11-6 0,23 0-9 0,-23-11 3 0,-37 10 0 0,-35 25 2 0,0-11-8 0,-13 11-23 0,3 0-117 0</inkml:trace>
  <inkml:trace contextRef="#ctx0" brushRef="#br0">24079 13896 12 0,'-25'-13'23'0,"14"1"-1"0,11 24-9 0,0 22 0 0,0 16 0 0,0-16-4 0,24-34-5 0,47-47-1 0,13 0-2 0,-73 47-1 0,73-48 2 0,-48 35-2 0,-13 13 0 0,13 0-21 0,12 50-58 0</inkml:trace>
  <inkml:trace contextRef="#ctx0" brushRef="#br0">24054 15740 2 0,'0'0'6'0,"0"-12"13"0,0 12 0 0,0 0-12 0,0 36 0 0,0 12-2 0,0-1-1 0,13-23-1 0,10-24-1 0,13 0 0 0,0 0-2 0,12-48 2 0,-2 1-2 0,-10 10 1 0,-11 37-5 0,-13 25-22 0,-12-1-16 0</inkml:trace>
  <inkml:trace contextRef="#ctx0" brushRef="#br0">23960 17193 17 0,'0'0'6'0,"-13"-23"5"0,13-2 5 0,0 13-7 0,13 36 1 0,-13 35-2 0,11-23-1 0,2-13-5 0,21-46 1 0,38-48-1 0,12 10-1 0,-13 15 0 0,-35 21-1 0,-36 25 1 0,0 0 0 0,11 0-1 0,-11 0 0 0,0 0-4 0,0 0-45 0,0 0 12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476 12740 0 0,'0'-12'0'0,"-23"-13"37"0,23 14 4 0,-13 11-10 0,26 0 9 0,35 0-36 0,-1 0-3 0,13 11 0 0,-13-11 0 0,1 13-1 0,0-26 3 0,22-21 0 0,-21 9-2 0,10 2-1 0,-22-13 0 0,10-12 1 0,24-23-1 0,-11 11 1 0,-13 26-3 0,-36 21 2 0,2 1 0 0,-13 0-3 0,0 36-4 0,-36 83-146 0</inkml:trace>
  <inkml:trace contextRef="#ctx0" brushRef="#br0">22888 12764 66 0,'-48'-36'27'0,"1"48"-108"0</inkml:trace>
  <inkml:trace contextRef="#ctx0" brushRef="#br0">16398 12109 101 0,'-60'0'15'0,"1"0"-9"0,23 0 0 0,60 0 9 0,71 12-11 0,84-12 3 0,35 0-3 0,11 0 0 0,-44 0-3 0,-75-12 1 0,-82 12 1 0,-72 0 5 0,-95 0-7 0,-35 12 1 0,-37-12-2 0,0 0 0 0,26 23 1 0,46-23 0 0,83-11 0 0,60 11 2 0,95 0-1 0,84-12-1 0,35 12-1 0,-23 12 1 0,-36-1 0 0,-60-11 0 0,-59 0-1 0,-36 0 1 0,-24 12 0 0,-12-12 0 0,11 0 0 0,3-12-18 0,22 12-109 0</inkml:trace>
  <inkml:trace contextRef="#ctx0" brushRef="#br0">7431 12847 13 0,'0'0'10'0,"0"-12"0"0,-12 12-4 0,0 0 4 0,12-11 5 0,-12 11-11 0,12 0 10 0,12 0 14 0,12 0-19 0,12 0-1 0,23-13-3 0,1 13-1 0,-36 0 0 0,0 0 1 0,-14 0-1 0,3 0 0 0,-1 0 0 0,-1 13 0 0,2-13-1 0,-13-13-1 0,23 1-7 0,13 12-113 0</inkml:trace>
  <inkml:trace contextRef="#ctx0" brushRef="#br0">9372 12824 8 0,'0'0'3'0,"-24"0"8"0,24-13 10 0,-12 1 10 0,12 12-7 0,0 0-16 0,36 0-5 0,12 0-2 0,22-12 0 0,3 12-1 0,-14 12-85 0</inkml:trace>
  <inkml:trace contextRef="#ctx0" brushRef="#br0">11087 12835 39 0,'-36'0'30'0,"24"0"-20"0,24 12-4 0,48-12-2 0,23 0-1 0,36-12-22 0,-71 12-34 0</inkml:trace>
  <inkml:trace contextRef="#ctx0" brushRef="#br0">12563 12824 63 0,'-11'0'16'0,"34"0"-43"0,85 0 20 0,23-13 6 0,-12 13-28 0</inkml:trace>
  <inkml:trace contextRef="#ctx0" brushRef="#br0">7586 12883 0 0,'0'0'0'0,"-12"-12"35"0,12-1 1 0,0-10-11 0,0 12-16 0,0 11 1 0,24-13-5 0,0 13-3 0,11-12-2 0,1 12 1 0,-24 0 0 0,-12 0 0 0,-12 12 1 0,-37-12 0 0,-9 13 0 0,9-13-1 0,15 0-2 0,9 11 1 0,14 1-2 0,22-1 1 0,37-11 1 0,24-11 0 0,-13-1 0 0,-11 1 0 0,-48-2 1 0,-12 13-1 0,-24 0 0 0,-11 13 0 0,35-2-32 0,0-11-63 0</inkml:trace>
  <inkml:trace contextRef="#ctx0" brushRef="#br0">9324 12753 26 0,'-11'0'30'0,"-25"-13"-20"0,36 1-12 0,11 12 4 0,-11 0 56 0,0 12-49 0,0 1-7 0,60-13-1 0,24 11 0 0,10-1 0 0,-34-10 1 0,-49 0-1 0,-11 0 3 0,-11 13-1 0,-36-13-1 0,-25 0 0 0,-11 0-2 0,12 12 1 0,46-12-1 0,25-12 1 0,25 12-2 0,46 0 1 0,24-13 0 0,1 3 0 0,-49 10-1 0,-23 0 2 0,-37 10-1 0,-34-10 2 0,-24 0-2 0,23 13-24 0,48-1-83 0</inkml:trace>
  <inkml:trace contextRef="#ctx0" brushRef="#br0">9717 14549 97 0,'-59'-59'-1'0,"-36"-12"-34"0,58 47-9 0</inkml:trace>
  <inkml:trace contextRef="#ctx0" brushRef="#br0">8658 13609 67 0,'-1'0'0'0,"-46"0"11"0,35 0-4 0,48-12 7 0,11 24 2 0,13-24-3 0,23 12-5 0,36 0-5 0,-11 0-4 0,-14 0 3 0,-34 12-1 0,-47-1 8 0,-38-11 0 0,-46 13-5 0,-24-13 1 0,-23 0 4 0,9 0-5 0,26 0-2 0,58 0-1 0,14 0-2 0,22 12 2 0,38 0-1 0,46-12 0 0,1 0 1 0,-13 11-3 0,-25-11 3 0,-33 12-1 0,-25-12 1 0,-25 0 0 0,-45 0 0 0,-13 0 2 0,-13 0-3 0,0 0 1 0,25 0-1 0,35 0 0 0,25 0 0 0,11 0 0 0,36 0 0 0,35 0 0 0,12 0 0 0,1 0 0 0,-25 0 0 0,-11-12-2 0,-12 12 3 0,-12 0-1 0,-12 0 1 0,-12 0 1 0,-12 0-13 0,0 0-114 0</inkml:trace>
  <inkml:trace contextRef="#ctx0" brushRef="#br0">642 12240 77 0,'0'-23'8'0,"13"-14"10"0,-1 24 15 0,-12 26-10 0,11 47-8 0,-11 11-8 0,13-23-1 0,-1-1-1 0,-12 1-2 0,0-25-1 0,-12-10-3 0,12-13-21 0,0-24-39 0,0-12-26 0</inkml:trace>
  <inkml:trace contextRef="#ctx0" brushRef="#br0">596 11978 81 0,'-60'-24'27'0,"0"11"4"0,1 50-8 0,23 22-15 0,13 25 1 0,11 35-4 0,12 24-1 0,35-12-5 0,37-13 1 0,-1-58 3 0,37-36 0 0,-26-24-2 0,38-60 5 0,-37-23-6 0,-47 0 3 0,-23-24 0 0,-50-36-1 0,-46 12-1 0,0 47 3 0,-25 50-5 0,1 34 2 0,12 82-3 0,0 73-15 0,59 35-78 0,36-165 38 0</inkml:trace>
  <inkml:trace contextRef="#ctx0" brushRef="#br0">642 13347 82 0,'0'0'0'0,"-34"-24"17"0,10-12-14 0,12 13 13 0,0-13 4 0,24 0-2 0,12 12-5 0,22 1-4 0,3 12-5 0,-13 45-1 0,-12 14-2 0,-12 0-3 0,-12 11 4 0,-24 1 0 0,-1-12-1 0,2-25 1 0,-13 13-1 0,2-11 0 0,9-14-1 0,25-11 3 0,0-11-2 0,36-2 0 0,35 1 0 0,0 0 1 0,-24-1-1 0,-11 13-6 0,-23-11-21 0,-26-1-101 0</inkml:trace>
  <inkml:trace contextRef="#ctx0" brushRef="#br0">560 12990 83 0,'-71'-24'20'0,"-12"37"3"0,10 10 0 0,1 48-10 0,26 36-9 0,34 23-1 0,36 25 0 0,46-11-2 0,39-49 0 0,9-35-1 0,36-49 1 0,2-70 0 0,-24-37 0 0,-39-22 1 0,-56-13 0 0,-49-12 3 0,-59-12-3 0,-37 24 2 0,-34 72-2 0,-25 59-1 0,-12 71-1 0,1 96-15 0,-13 118-124 0</inkml:trace>
  <inkml:trace contextRef="#ctx0" brushRef="#br0">7586 12799 25 0,'12'0'32'0,"-12"-12"5"0,24-1-12 0,-12 13-11 0,23 0-8 0,1 0-1 0,24-10-1 0,-25-1-1 0,-12 11 2 0,-10 0 1 0,-26 11-3 0,2-1-1 0,-12 3 0 0,-14-13-1 0,-22 0 0 0,-12 12-1 0,11-12 2 0,24 0 1 0,24 0 0 0,24 0 0 0,24 0-3 0,12 0 1 0,11 0 0 0,-12 0 0 0,-11 0-1 0,-23 0 2 0,-13 0 0 0,0 0 0 0,0-12-2 0,0 12 2 0,0 0-1 0,11-13-1 0,2 13 0 0,-2 0-73 0,-11 13 8 0</inkml:trace>
  <inkml:trace contextRef="#ctx0" brushRef="#br0">9396 12811 4 0,'0'0'14'0,"-12"0"14"0,12-12 4 0,24 12-22 0,22-12-3 0,15 12 2 0,-13 0 0 0,-1 0-1 0,-11 0 1 0,-24 0-2 0,-1 0-3 0,2 0-1 0,-26 0 2 0,-23 0-2 0,-22 0-2 0,-2 12 1 0,24-12-1 0,11 12 1 0,25 1-1 0,25-13 0 0,11 0 1 0,0 0-1 0,-12-13 3 0,-13 13 2 0,0-12-2 0,-11 12-3 0,0-12-1 0,13 12-11 0,-1 12-111 0</inkml:trace>
  <inkml:trace contextRef="#ctx0" brushRef="#br0">9109 13668 11 0,'0'0'23'0,"0"-11"12"0,0 11-12 0,0 0 0 0,25 0-16 0,-1 0 0 0,-1 0 2 0,-34 0 6 0,-14 0-12 0,14-12 0 0,-1 12-2 0,-1 0 3 0,13 0-3 0,13 0 0 0,10 0 0 0,-23 0 1 0,13 0 2 0,-26 12-2 0,-10-12-2 0,10 11 1 0,13-11 0 0,-11 12-1 0,11-12 1 0,-12 0-1 0,12 11 1 0,-13-11-1 0,13 0 1 0,0 0-1 0,-10 13 0 0,10-13 0 0,0 0 0 0,0 0 0 0,0 0 1 0,-12 0-1 0,12 12-2 0,0 0-34 0,-12-12-52 0</inkml:trace>
  <inkml:trace contextRef="#ctx0" brushRef="#br0">7263 13691 11 0,'0'0'25'0,"0"-11"7"0,0 11-17 0,25 0 5 0,11 0-8 0,11 0-4 0,13 0-3 0,-24 0-1 0,0 0 2 0,-25 11 2 0,-11-11-2 0,-23 0 3 0,-13-11-8 0,-36-1 0 0,24 12 3 0,1 0 1 0,35 0-4 0,12 0-1 0,36 0 0 0,23 0 0 0,14 0 1 0,-14 0 0 0,-12 12-1 0,-35-12 1 0,-12 11 0 0,-36-11 1 0,-35 13-1 0,-13-1 0 0,48-12 0 0,36 0-1 0,60-25 0 0,0 25 0 0,-12-11 0 0,-37 11 1 0,-22 0 0 0,-1 0-2 0,-1 0-13 0,13 0-115 0</inkml:trace>
  <inkml:trace contextRef="#ctx0" brushRef="#br0">7765 13252 9 0,'-13'-13'40'0,"13"-21"-16"0,-11 9 2 0,-14 0-8 0,-22-9 2 0,-12 10-4 0,-1-12-9 0,-23 25-6 0,-24-2-1 0,-1 26 2 0,-11 21-1 0,24 16-4 0,24-4 3 0,-1 13-2 0,13 12-1 0,11 2 2 0,35 9 0 0,49-11 2 0,37 2 2 0,33-14 1 0,3-23 1 0,9-12-1 0,13-24-2 0,-12 0 1 0,-12-24-1 0,-12 0 0 0,1-11 0 0,-25-37 0 0,-35-11 1 0,-24-36-3 0,-60-24-3 0,-47 12-9 0,-48 47-10 0,0 37 5 0,48 35 8 0,59 37 3 0,11 46-90 0</inkml:trace>
  <inkml:trace contextRef="#ctx0" brushRef="#br0">23673 13168 10 0,'0'0'27'0,"0"-13"-10"0,0-8 11 0,0 8-12 0,-11 1-5 0,-12 0-2 0,-26-12-1 0,-11 1-3 0,-23-2 0 0,-13 2 0 0,14 11-1 0,-13 1 1 0,11 11-2 0,-11 0-1 0,-24 11 2 0,0 12-1 0,-13 1-1 0,14 12 1 0,21 0 0 0,27 10-2 0,-1 27-1 0,23-2-1 0,12 13 2 0,24-13-1 0,24 1 1 0,-12-62-1 0,36 63-1 0,23-25 2 0,37-25 1 0,35 1 0 0,35-24-1 0,13 0-1 0,-25-13-1 0,-11-10-1 0,-11 0 3 0,-13-13 0 0,0-12-1 0,-12 2 1 0,-35-4 0 0,-38 3 5 0,-21-24-1 0,-26 0-2 0,-46-13 0 0,-24 37-2 0,-36 11 0 0,-71 24-11 0,-25 49-118 0</inkml:trace>
  <inkml:trace contextRef="#ctx0" brushRef="#br0">10206 13609 0 0,'0'0'0'0,"-13"-12"0"0,13 12 0 0,0-11 0 0,-11-2 0 0,11 13 0 0,-12 0 0 0,12 13 0 0,-13-2 0 0,13-11 0 0,13 12 0 0,46-12 0 0,1 0 0 0,23 0 0 0,1 0 0 0,-2 11 0 0,2-11 0 0,0 0 0 0,-14 13 0 0,-9-13 0 0,-25 0 0 0,-26 0 0 0,3-13 0 0,-13 13 0 0,0 0 0 0,12 0 0 0,-12 0 0 0,0-11 0 0,0 11 0 0,0 11 0 0</inkml:trace>
  <inkml:trace contextRef="#ctx0" brushRef="#br0">21209 13657 11 0,'-36'-12'28'0,"-23"12"19"0,-49-12-17 0,13-1-9 0,47 2-5 0,36 11-9 0,72 0-4 0,95 0 0 0,59 0-1 0,1 0 0 0,-60 24-1 0,-85 0 2 0,-57-13-1 0,-37-11 3 0,-59 12-4 0,-38-12 1 0,-32 11-2 0,-50 2 3 0,48-13-2 0,84 0-1 0,59 0 0 0,84 0 1 0,94-13-2 0,60 2 1 0,-35 22 0 0,-48-11 0 0,-84 0 1 0,-47-11 1 0,-36-1 0 0,-71 12-2 0,-36 0 0 0,-24 0 1 0,-35 12-2 0,22-12 3 0,62 11-3 0,94-11 3 0,73 0-4 0,116 0 2 0,38 0-1 0,-37 0 2 0,-71 0-2 0,-71 0 2 0,-36-11-1 0,-23 11-30 0,-14 11-76 0</inkml:trace>
  <inkml:trace contextRef="#ctx0" brushRef="#br0">21935 6941 11 0,'0'0'17'0,"0"-12"-13"0,0 0 9 0,-13 1 2 0,13 11-6 0,-11 11-1 0,-1 37-3 0,-11-12-2 0,23-12-2 0,0 0 2 0,12-14-3 0,22-10 1 0,15 25-2 0,-1 11 1 0,-13 0 0 0,-24-1 7 0,-22 1 8 0,-36-12 0 0,-1-11-3 0,0-2-6 0,36-22-4 0,1-2-5 0,11 1-20 0,0-13-81 0</inkml:trace>
  <inkml:trace contextRef="#ctx0" brushRef="#br0">21852 6988 55 0,'0'0'0'0,"-24"-59"15"0,61 24-12 0,33-1 10 0,-22 24-4 0,-2-1-8 0,15 26-26 0,-14-1-40 0</inkml:trace>
  <inkml:trace contextRef="#ctx0" brushRef="#br0">22280 6833 11 0,'0'0'24'0,"12"-11"5"0,-12 11 4 0,0 11-28 0,12 2-2 0,0-1-2 0,0 0 0 0,0 12 0 0,0-1-2 0,24-11 0 0,-14 13 1 0,3 9 0 0,-14-9 0 0,2 11 0 0,-13-13 4 0,-24 1 6 0,-23-24-2 0,-13 13 2 0,12-26-5 0,37 13-5 0,11-12-22 0,23 0-80 0</inkml:trace>
  <inkml:trace contextRef="#ctx0" brushRef="#br0">22388 6883 36 0,'0'0'0'0,"-24"-37"25"0,48 13-23 0,34 1-1 0,-33 11 0 0,11 12-6 0,-1 0-48 0</inkml:trace>
  <inkml:trace contextRef="#ctx0" brushRef="#br0">22292 6465 41 0,'-35'-13'12'0,"-96"13"-3"0,24 37-8 0,10 10 2 0,-21 24 9 0,23 25-4 0,36 0-6 0,35 11 1 0,11 0 7 0,2-11-3 0,11-2-5 0,11-10 0 0,26-2 1 0,33-32 0 0,50-4 0 0,35-34-2 0,23-12-2 0,1-12 1 0,0-23-1 0,-25-13 1 0,-23 1 1 0,-35-13-2 0,-25-1 2 0,-23-21 1 0,-24-12-1 0,-24-3 1 0,-36 2 1 0,-36 11 0 0,-11-21 3 0,-24 8-1 0,-36 39 3 0,-25 21-1 0,-34 49-2 0,-23 47-3 0,10 49-6 0,24 35-55 0,132-84-17 0</inkml:trace>
  <inkml:trace contextRef="#ctx0" brushRef="#br0">21816 7524 15 0,'0'0'16'0,"0"-23"11"0,0 23-4 0,0-11-6 0,0 11-7 0,-12 11-5 0,-12 12-1 0,0 25 4 0,-23 36-1 0,11-1-4 0,-24 36 1 0,1-24 1 0,0 1 0 0,11-25-4 0,0-10 0 0,13-15 1 0,-13 2 0 0,24-24 0 0,0-12-1 0,24-12 2 0,-12-36-2 0,12-12-1 0,0 2 1 0,24 9-1 0,1 1 0 0,-2 0-1 0,-12 13 0 0,-11 23 1 0,0 11 0 0,-11 26 2 0,-1 10-3 0,12 1 2 0,0-25 0 0,12-11 0 0,12-12-1 0,-1 0 2 0,13-12-3 0,-12-1 1 0,-12 3 1 0,0-1-13 0,0-2-42 0,0 1-17 0</inkml:trace>
  <inkml:trace contextRef="#ctx0" brushRef="#br0">21160 7513 12 0,'0'0'15'0,"13"-23"13"0,-13 23-3 0,0 0-1 0,-24 0-10 0,-1 23-6 0,3 25 2 0,-14-1-2 0,12 1-3 0,-12-1-3 0,24-11-1 0,1 0 1 0,-1 0-2 0,1-13 1 0,11-23 1 0,0 0 1 0,11-13-3 0,1 13 0 0,-1 0 0 0,12 13 1 0,13 11-3 0,25 0 3 0,-2-1-3 0,-23 2 4 0,-24-2 2 0,-12-11 1 0,0-12-2 0,0 0 0 0,-12 0-3 0,-1 0 2 0,2 0-11 0,-1 0-42 0,-1-12-28 0</inkml:trace>
  <inkml:trace contextRef="#ctx0" brushRef="#br0">21305 7679 7 0,'0'0'0'0,"-25"0"27"0,13-11 7 0,12 11-8 0,-12-12-4 0,24 12-15 0,12 0-1 0,23-11-4 0,-11 11 0 0,-12 0-1 0,0-13-1 0,0 13-15 0,0 0-33 0,-24 0-9 0</inkml:trace>
  <inkml:trace contextRef="#ctx0" brushRef="#br0">21232 7821 15 0,'0'0'0'0,"-36"13"23"0,36-13-9 0,48 0 2 0,13-23-3 0,21 12-4 0,-22-14-3 0,-36 13-2 0,0 12-10 0,-24 0-82 0</inkml:trace>
  <inkml:trace contextRef="#ctx0" brushRef="#br0">22721 7465 4 0,'-12'0'10'0,"0"-12"8"0,12-1-12 0,0 3 6 0,0-1 7 0,-12 11-2 0,12 0-6 0,0-13-3 0,0 13-2 0,0 0 2 0,0 0-2 0,24 24-5 0,1-14-1 0,22 40 2 0,-1-3-1 0,15 11 1 0,-2 3-1 0,0-14-1 0,1 25-1 0,-13-13 2 0,-11-11 0 0,0-25-1 0,-12 2 1 0,-24-25 1 0,0 0 2 0,-24 0-5 0,-23-12 3 0,-1-1-1 0,0-10 0 0,-11 12-1 0,23-2 1 0,1 1-1 0,23 0 2 0,12-1-2 0,12 3-2 0,10-1 1 0,27 22 0 0,-1 12 0 0,11 14 0 0,-11-14 1 0,-12-23 1 0,-25 0 0 0,1-23 0 0,-12-27 0 0,0 4-1 0,12 21 0 0,0 14 0 0,-12 11-1 0,12 36 1 0,-12-11 0 0,-12 9 0 0,12-22 0 0,-12-12-12 0,0 12-107 0</inkml:trace>
  <inkml:trace contextRef="#ctx0" brushRef="#br0">23090 7298 4 0,'0'0'13'0,"0"-11"2"0,0 11 6 0,-11-12-4 0,11 1-1 0,0 11-3 0,11 11 3 0,12 1-14 0,26 11-1 0,-14 2 0 0,13-2 0 0,-24 1 0 0,1-24 0 0,-14 0 1 0,1 0 0 0,-12 0 0 0,11 0 1 0,-11-13 2 0,-11 26-5 0,-12-1 1 0,-14 34 0 0,-11 4-1 0,13 9 2 0,10 0 1 0,14-35 1 0,-1 0 1 0,-1-24-2 0,13 0-1 0,-11 0 1 0,-1 0-4 0,12-11 1 0,0 11-30 0,12 0-81 0</inkml:trace>
  <inkml:trace contextRef="#ctx0" brushRef="#br0">19149 6775 9 0,'0'-13'25'0,"12"2"-15"0,-2-12 5 0,-10 23 1 0,0-13-5 0,-22 13 5 0,-26 13-4 0,12-2-3 0,-11 12-4 0,-13 14 1 0,13-3 0 0,-13 3 0 0,-1 10-2 0,27 1 1 0,-2 12-4 0,-1-13 1 0,14 1-1 0,12-12 1 0,11 11 0 0,0 14-1 0,23-27-1 0,13 3 1 0,12 10-1 0,11-10 1 0,13-16-1 0,10 4-3 0,14-13 3 0,0 1 1 0,11-26-1 0,0 1 1 0,-12-13 0 0,12-9-1 0,-23-3 1 0,-1 3-4 0,-35-3 3 0,0-10 1 0,-25 10-2 0,1 3 2 0,-1-3 0 0,-23 3-1 0,0-16 1 0,0 16-1 0,-11-26 1 0,-25 12 0 0,0 1-2 0,-24 10 1 0,13 3 2 0,-12-3-1 0,11 14-1 0,-23-1 0 0,-1 0 1 0,1 11-1 0,-14 3 1 0,3 10-1 0,11 0 0 0,-1 0 1 0,-12 23 0 0,14 1-1 0,22 12 2 0,0 0-4 0,-1 10-15 0,27 4-23 0,10-4-50 0</inkml:trace>
  <inkml:trace contextRef="#ctx0" brushRef="#br0">19113 6894 53 0,'-12'-11'21'0,"0"-2"-4"0,12 13 1 0,-24 47-1 0,12 24-9 0,0 0-4 0,1 2-2 0,11-14 0 0,23-36 0 0,25 2 0 0,-12-25 0 0,-2-12-2 0,-21-12 2 0,-13-11 3 0,-13-1 1 0,-33 13 0 0,22 23-6 0,-24 11 0 0,25 12-1 0,-2 25-8 0,2 0-19 0,35-12-83 0</inkml:trace>
  <inkml:trace contextRef="#ctx0" brushRef="#br0">19339 6929 45 0,'-12'-12'21'0,"-1"1"-5"0,13 11 10 0,-11 11-19 0,11 13-1 0,11 12-4 0,14-12 1 0,-14-24-2 0,14 12-1 0,11 13 1 0,-13-4 0 0,1 4 2 0,0-13 1 0,-24 1-2 0,0 10 3 0,-36 1-2 0,-11 0-11 0,11-1-59 0,36-23 25 0</inkml:trace>
  <inkml:trace contextRef="#ctx0" brushRef="#br0">19363 6929 98 0,'0'0'0'0,"12"-46"12"0,59-4-11 0,1 4 0 0,-36 46-5 0,-25 12-82 0</inkml:trace>
  <inkml:trace contextRef="#ctx0" brushRef="#br0">18790 7561 13 0,'13'-12'15'0,"10"-24"8"0,-10 0 8 0,-1 24-6 0,-12 12-9 0,-12 25-8 0,-37 34-2 0,-21 37-4 0,-1-2-1 0,11 13 0 0,0-23 0 0,12-25 0 0,1 1-1 0,24-25 0 0,-1-11 1 0,0-1 0 0,12-23 1 0,-1 0 0 0,13-23-1 0,0-25-1 0,25 1 0 0,-1-36 1 0,-13 58-1 0,2 25 1 0,-13 13-3 0,-24 45 2 0,0 3 1 0,35-26 0 0,37-23-1 0,24-24 3 0,-1-11-4 0,-47 23 1 0,-24-12-15 0,-24 1-97 0</inkml:trace>
  <inkml:trace contextRef="#ctx0" brushRef="#br0">17946 7561 61 0,'-12'-12'13'0,"12"12"-8"0,0 23 17 0,-13 37-6 0,-10-1-6 0,-12 0 0 0,-1 2-6 0,12-1-1 0,12-26-2 0,-1-9 0 0,26-13 0 0,23-12 1 0,35 11-1 0,-23-11-2 0,-1 23 2 0,-35 2 0 0,0-13-1 0,-12-12-2 0,0 13-24 0</inkml:trace>
  <inkml:trace contextRef="#ctx0" brushRef="#br0">18005 7763 73 0,'-12'0'7'0,"36"0"3"0,25-24 5 0,-2 12-8 0,-12 1-5 0,-11 11-13 0,-24 0-75 0</inkml:trace>
  <inkml:trace contextRef="#ctx0" brushRef="#br0">18089 7821 30 0,'-23'13'27'0,"10"-1"-3"0,26-24 11 0,21-1-29 0,2 13-4 0,-12 0-5 0,0 0-95 0</inkml:trace>
  <inkml:trace contextRef="#ctx0" brushRef="#br0">19625 7513 37 0,'0'-23'16'0,"-12"-2"-12"0,24 0 10 0,0 25 10 0,-12 0-2 0,24 37-19 0,23 10 0 0,37 37-3 0,-13-1 3 0,1 1 1 0,-37-1 1 0,-11-23-3 0,12-25 0 0,-24-23 1 0,-48-24 3 0,-12 1-5 0,-23 11-1 0,11-12 1 0,13 0-1 0,23-1 0 0,-1 2 4 0,25 11-4 0,13 0-1 0,35 0 1 0,11 11 0 0,13 14 0 0,-25-25 1 0,1-12 0 0,-11-35 2 0,-14 22-2 0,-23 13-1 0,0 12 0 0,0 24 0 0,11 0-1 0,-11-12-25 0,-11-12-84 0</inkml:trace>
  <inkml:trace contextRef="#ctx0" brushRef="#br0">19910 7346 53 0,'-23'-11'30'0,"10"-2"-6"0,26 26-1 0,23 10-19 0,11 1-3 0,25 13-1 0,-36-26 1 0,-13-1 0 0,1 3 1 0,-12-13 3 0,-12 12 3 0,-25 24-5 0,-9 12 1 0,-2 11-1 0,0-22 3 0,36-26-3 0,0-11-1 0,-12 0-3 0,12 12-1 0,-12-1-29 0,-12 1-74 0</inkml:trace>
  <inkml:trace contextRef="#ctx0" brushRef="#br0">6811 14323 11 0,'0'-12'28'0,"0"-1"6"0,0 3-19 0,0 10-8 0,0-11-5 0,0-2 0 0,13 13-2 0,23 0 1 0,35 0-1 0,0 0 0 0,-11 0 0 0,-12 0 0 0,-13 0 0 0,-11 0 0 0,-12 0 1 0,-1 0-1 0,-34 0 1 0,-13 0-1 0,-11 0 0 0,-1 0 0 0,-11 13-1 0,-2-2 1 0,14-11-1 0,23 0 1 0,24 0-2 0,24 0 0 0,36 0 2 0,-12 0 0 0,11 0-1 0,-35 0 0 0,-24 10-74 0</inkml:trace>
  <inkml:trace contextRef="#ctx0" brushRef="#br0">7752 14288 14 0,'-11'0'18'0,"-14"0"28"0,2 0-22 0,10-11-18 0,13 11-4 0,13 0-1 0,46-13 0 0,12 13-2 0,1 0 3 0,-24 13-3 0,0-2 2 0,-24-11-1 0,-14 0 1 0,-20 0 0 0,-26 0-1 0,-24 0 0 0,-11 0 0 0,-12 0 1 0,11 0-2 0,36 0 1 0,36 0-2 0,23 0 1 0,62 0 0 0,22 0 1 0,-24 0-1 0,-23 10 1 0,-37 3 0 0,-23-13 1 0,0 0-1 0,-13-13 0 0,3 13-60 0</inkml:trace>
  <inkml:trace contextRef="#ctx0" brushRef="#br0">22685 2487 14 0,'0'-34'21'0,"0"34"-19"0,12-37 17 0,0 14-8 0,-12 12 5 0,0 22-10 0,-36 37 0 0,1 35-2 0,11 1-3 0,12 0 0 0,24-38 0 0,12-21-1 0,-1-2 0 0,1-23 1 0,-12-12 0 0,12-12 1 0,-11-23-3 0,10 11 2 0,-12 0-3 0,-11 1 4 0,0 10-2 0,0 2 2 0,-11-25-3 0,11 25 2 0,0 12-1 0,-12-14 1 0,1 13-1 0,11-1 1 0,0 13-2 0,0 0 1 0,-13 0 1 0,13 0-1 0,0 0 1 0,0 0-2 0,0 0 1 0,-12 0 1 0,12-11-2 0,0 11 1 0,0 0 1 0,0 0-1 0,0 0 0 0,0 0-7 0,0 0 6 0,0 0 2 0,0 0-1 0,0 0 0 0,-12 0 0 0,12 0 0 0,0 0 0 0,0 0-1 0,0 0 1 0,0 0 1 0,0 11-1 0,0-11 0 0,0 0 0 0,0 0 0 0,0 0-9 0,0 13-50 0,0-13 35 0</inkml:trace>
  <inkml:trace contextRef="#ctx0" brushRef="#br0">22840 2608 19 0,'0'0'0'0,"0"-24"25"0,12 24-7 0,-12 0-8 0,-12 58 2 0,-1-8-3 0,13 8-4 0,13-22-4 0,11-12 0 0,12-24 1 0,-2-24-2 0,-9-24-1 0,-14 13 2 0,14-1-1 0,-25 11-1 0,11 14 1 0,-11 11 0 0,0 11 0 0,13 14 2 0,-1 11-1 0,-1-13 1 0,26-11-2 0,10-12 0 0,1-46-1 0,11-15 0 0,13 1 0 0,-26-24-1 0,-33 2 1 0,-1 22 0 0,-12 37 1 0,-12 23-2 0,-12 71 4 0,1 36 1 0,0-11-2 0,46-37-5 0,0-11-40 0,-12-36 0 0</inkml:trace>
  <inkml:trace contextRef="#ctx0" brushRef="#br0">23221 2584 26 0,'-12'-13'7'0,"36"2"7"0,48-37 0 0,35 23-12 0,0 4-1 0,-48 8 0 0,-59 13 19 0,-12 0-7 0,-24 34-9 0,-11 27-1 0,22-13-3 0,25-13 1 0,36-11-1 0,36-37-1 0,-12-21 1 0,-24 10 0 0,-25 11 1 0,-11 2 3 0,0 11-1 0,0 0-3 0,25 0-1 0,22-12 1 0,-11 1-1 0,-36-2 2 0,-12 1 0 0,-36 12-1 0,0 0 0 0,1 0 1 0,47 0-2 0,13-12-1 0,57-22 1 0,14 9-1 0,-38 25 1 0,-21 25 2 0,-25 9 0 0,0 3 0 0,0-26 1 0,11-35 0 0,14-13-2 0,-1 16 0 0,-24 32-3 0,0-1 3 0,12 3 1 0,36-26-1 0,-1-8-1 0,-11 8 0 0,-36 26-1 0,-13 21 1 0,38-10-12 0,46-36-21 0,-11-23-10 0,-48 24 32 0</inkml:trace>
  <inkml:trace contextRef="#ctx0" brushRef="#br0">24281 2405 15 0,'0'0'2'0,"-12"0"30"0,-12 24-3 0,35-24-18 0,50-24-7 0,10-24-3 0,-24 2 0 0,-34 33 1 0,-85 37 3 0,-23 47 3 0,70-23-6 0,98-23 1 0,58-75-4 0,12-9-24 0,-84 47-50 0</inkml:trace>
  <inkml:trace contextRef="#ctx0" brushRef="#br0">22054 3381 100 0,'0'-23'2'0,"156"-49"5"0,187-59 5 0,146-12-12 0,83-11-4 0,-24 22 3 0,-132 48-3 0,-153 26 9 0,-145 11-5 0,-105 34 13 0,-13-11-7 0,-13 1-25 0,13 23-81 0</inkml:trace>
  <inkml:trace contextRef="#ctx0" brushRef="#br0">22602 3762 1 0,'0'0'12'0,"0"-23"8"0,0 11-5 0,12-1 0 0,-12 13 1 0,-12 0-8 0,12 0-3 0,0 0-3 0,0 25 0 0,12 10 1 0,-1 13 1 0,14 36 0 0,-2 34-1 0,1 24-2 0,0 38 0 0,12 34 1 0,0-22 1 0,-2-16-1 0,-9-44 1 0,-1-13 0 0,-12-47 1 0,12-25-3 0,-24-23 2 0,0-24-1 0,0-47-22 0,-24-13-70 0</inkml:trace>
  <inkml:trace contextRef="#ctx0" brushRef="#br0">22531 3762 8 0,'0'0'0'0,"0"-11"15"0,-12 11 12 0,0 0-11 0,0 0-9 0,24 0-3 0,47-37-2 0,60-10 3 0,60-48 1 0,95-12-5 0,71-25-5 0,11 27 2 0,-9 8 3 0,-49 14 2 0,-84 24 3 0,-71 11 4 0,-84 25-1 0,-47 10-6 0,-1 1-4 0,2 12-41 0,-13 0-13 0</inkml:trace>
  <inkml:trace contextRef="#ctx0" brushRef="#br0">22709 4346 4 0,'-48'12'8'0,"1"12"12"0,11-1-4 0,36-23-8 0,72-13-1 0,118-81-2 0,155-49-4 0,109-1-3 0,-26 14 3 0,-96 47 0 0,-105 36 0 0,-109-1 7 0,-82 48-5 0,-36-12 0 0,-23 1-15 0,-24 34-40 0,35-12 33 0</inkml:trace>
  <inkml:trace contextRef="#ctx0" brushRef="#br0">22709 4823 27 0,'-48'11'2'0,"12"25"4"0,25-36 17 0,82-13-12 0,108-71 0 0,142-34-6 0,108-24-5 0,0 0 2 0,-73 58-2 0,-152 36 2 0,-97 12 6 0,-73 24-4 0,-21 0-3 0,-26-1-14 0,-21 50-25 0,-26 10-13 0</inkml:trace>
  <inkml:trace contextRef="#ctx0" brushRef="#br0">22709 5441 29 0,'-12'0'2'0,"-12"23"4"0,24-23 18 0,72-34-10 0,130-50-2 0,120-47-7 0,71-1-6 0,-24 27 0 0,-83 32 2 0,-96 25 0 0,-94 1 1 0,-37 10 1 0,-35-9-19 0,-24 21-61 0</inkml:trace>
  <inkml:trace contextRef="#ctx0" brushRef="#br0">22244 4155 44 0,'-11'-35'9'0,"11"10"0"0,0 14 8 0,-12-1-8 0,12 12 3 0,-36 23-7 0,-12 14 1 0,1 10-1 0,22 1-4 0,14-1 0 0,35 0-1 0,48-22 0 0,22 11-1 0,-10-1 2 0,-48-10 0 0,-60 9 5 0,-47-9-4 0,-1-2 1 0,25 0-29 0,34-10-57 0</inkml:trace>
  <inkml:trace contextRef="#ctx0" brushRef="#br0">22244 4870 16 0,'0'0'13'0,"-11"0"-3"0,35 24 19 0,-12 35-13 0,-12 0-11 0,11-11-1 0,-11-25-2 0,0-10 1 0,0-26 0 0,-11-10-2 0,-1-36-1 0,-1-14 1 0,2-9 0 0,11-1-2 0,47-1 0 0,37 48 0 0,11 36 0 0,-23 36 1 0,-72 24 1 0,-72-1 0 0,13-34 0 0,23-38 0 0,36 1-2 0,46 48 2 0,39 24-1 0,9-26 1 0,-22-21-4 0,-60-1-19 0,-12 36-45 0</inkml:trace>
  <inkml:trace contextRef="#ctx0" brushRef="#br0">22388 5514 16 0,'0'-50'18'0,"22"16"9"0,-22 34-2 0,0 23-14 0,-10 25-5 0,-2 23-4 0,24-11 0 0,34-36-1 0,15-24 0 0,10 0-1 0,-35-37 1 0,-12 3 1 0,-37-26-1 0,-23-1 1 0,-11 38-2 0,12 23-1 0,-13 36-18 0,24 1-66 0</inkml:trace>
  <inkml:trace contextRef="#ctx0" brushRef="#br0">23817 3429 5 0,'0'-12'10'0,"-12"-12"6"0,12-11 5 0,0 23-1 0,-12-1-3 0,0 13-8 0,0 0-4 0,0 13-4 0,12 11 3 0,12 23 1 0,0 36-4 0,0 37 2 0,24 58-1 0,-1 35 4 0,25 50 0 0,-13-24-5 0,13-37 1 0,-24-71 1 0,-1-36 0 0,-11-47-3 0,0-48 2 0,-12-48-24 0,0 24-79 0</inkml:trace>
  <inkml:trace contextRef="#ctx0" brushRef="#br0">24744 3144 10 0,'0'-13'20'0,"-22"-11"0"0,22 24 2 0,-12 0-10 0,36 12-1 0,11 60 3 0,12 59-2 0,13 47-4 0,12 25-4 0,-13 0 0 0,-11-37-2 0,-12-22 0 0,0-39 2 0,-36-9-3 0,11-37 0 0,-11-22 0 0,0-14 0 0,0 1 0 0,-11 0-1 0,11-11 1 0,-12-2 0 0,-12 1 0 0,-24 11 0 0,-23 2-1 0,-49 22-1 0,-70 24-2 0,12 0 3 0,106-34 0 0,48-26-15 0,12-59-96 0</inkml:trace>
  <inkml:trace contextRef="#ctx0" brushRef="#br0">22852 3262 5 0,'0'-13'16'0,"0"-8"15"0,0 8-7 0,0 1-10 0,-12 12-1 0,-1-12 1 0,2 12 2 0,11 0-8 0,11 12-4 0,38 34-1 0,-1 4-3 0,23-16 3 0,-11-21-1 0,-25-37 0 0,-12-24 0 0,2-35 0 0,-25 11-2 0,0 26 1 0,-12 33-1 0,-1 26 1 0,13 105 0 0,-11 61 2 0,-1-37 0 0,12-58-1 0,12-37-2 0,-1-47-23 0,25-59-88 0</inkml:trace>
  <inkml:trace contextRef="#ctx0" brushRef="#br0">24007 2929 38 0,'0'-61'33'0,"11"15"2"0,-11 46-10 0,-11 96-15 0,-12 9-4 0,10-21-2 0,13-24-1 0,0-49-1 0,0-45 4 0,0-37-4 0,13-13-1 0,-2 24-1 0,-11-1 1 0,0 3-1 0,12 34 0 0,24 12-1 0,11 48 1 0,1 59-1 0,13-23 1 0,-4-1-1 0,28-35 1 0,-27-36 1 0,-9-36 2 0,-37-60 0 0,-12-46 0 0,-48 24 0 0,12 81 1 0,13 24-1 0,11 13-4 0,0 37-17 0,24 10-133 0</inkml:trace>
  <inkml:trace contextRef="#ctx0" brushRef="#br0">6979 14323 2 0,'-12'-12'14'0,"12"-11"6"0,-13 12 3 0,2-2 2 0,11 13 6 0,-12 0-7 0,35-12-6 0,49 12-12 0,1 0-4 0,-16 0 0 0,-21 12 0 0,-36-12 3 0,-23 0 0 0,-36-12-3 0,-13 12-1 0,13 0-1 0,-2 0 1 0,14 12-1 0,47 1 0 0,24 8 0 0,24-8-1 0,-1-1 1 0,13 0 0 0,-36-12 0 0,-12 0 1 0,1 0 0 0,-13-12-1 0,-13 0-5 0,1 60-145 0</inkml:trace>
  <inkml:trace contextRef="#ctx0" brushRef="#br0">7622 14382 9 0,'0'0'12'0,"-24"-11"23"0,12-12-14 0,24 10-7 0,47 1 0 0,36 12 5 0,-24 0-9 0,-35 12-4 0,-36 1 7 0,-23-13-5 0,-24 0-6 0,23 11-106 0</inkml:trace>
  <inkml:trace contextRef="#ctx0" brushRef="#br0">8515 14335 5 0,'0'0'0'0,"-12"-12"25"0,12 12-21 0,0 0 5 0,-12 0 17 0,12-12-1 0,0-1-9 0,0 3-7 0,36-1-2 0,-1 11-4 0,13 0-2 0,-24 0 1 0,-24 0-1 0,12 0 2 0,-24 0 1 0,-12 0-2 0,-24 0-2 0,-35 0 2 0,23 0-2 0,13 11 2 0,24-11-2 0,23 0-2 0,23 0 0 0,24 0 3 0,25 10-2 0,-1-10 1 0,-23 0 0 0,-24 0 0 0,-24 0-1 0,0 13-3 0,0-13-89 0</inkml:trace>
  <inkml:trace contextRef="#ctx0" brushRef="#br0">9301 14277 4 0,'0'0'9'0,"0"-13"21"0,-24 1 3 0,12 0 6 0,-1 12-19 0,2 0-9 0,11 0-10 0,47 12 2 0,37-12-1 0,-12 0-1 0,-26 0 0 0,-33-12 0 0,-13 12 4 0,-36 12-3 0,-35-12-1 0,-24 12 0 0,35-24 1 0,24 12-2 0,24 0-108 0</inkml:trace>
  <inkml:trace contextRef="#ctx0" brushRef="#br0">4728 14871 37 0,'0'0'0'0,"0"-24"29"0,0 11 19 0,12 13-27 0,0 13-5 0,12 24-6 0,-14 9-4 0,-10 2-2 0,13 0 1 0,-1-14-3 0,12 3-1 0,24-49 4 0,34-23-3 0,14-26-1 0,0 27 0 0,-37-3 0 0,-23 26 2 0,-12-1-1 0,0 1-1 0,11 11-26 0,-24 23-95 0</inkml:trace>
  <inkml:trace contextRef="#ctx0" brushRef="#br0">4776 15859 58 0,'0'-12'11'0,"0"12"40"0,0-12-28 0,10 36-9 0,15-11-6 0,-14 21-4 0,2-9 1 0,-1-2-2 0,12-11 0 0,12-12 0 0,22-35-1 0,26-24-1 0,0-1 1 0,-1-1 0 0,-23 27 4 0,-26-3-5 0,-9 14 1 0,-1 12-9 0,-12 11-142 0</inkml:trace>
  <inkml:trace contextRef="#ctx0" brushRef="#br0">6811 14335 11 0,'-11'0'18'0,"-14"0"2"0,14 0 10 0,-1 0-6 0,-1 0-6 0,13-12-5 0,13 12-2 0,-13 0-9 0,23 0 8 0,13 0-2 0,24 0-2 0,12-12-2 0,23 12-1 0,-23 0-1 0,-1 0 0 0,0 0 0 0,1 0-1 0,11-13 0 0,-12 13 0 0,1 0 1 0,0-10-1 0,-14 10-1 0,14 0 0 0,-12 0 1 0,0 10-1 0,-1 3 0 0,-11-13 1 0,-2-13-1 0,-10 13 1 0,0 0-1 0,-11 0 0 0,-13 0 1 0,0 0-2 0,-12 0 2 0,0 0-1 0,0 13 0 0,0-13 1 0,0 12-1 0,0 13 0 0,0-2 1 0,0 25-2 0,0-1 1 0,0-10 0 0,11 21-1 0,-11 2 1 0,11-2 0 0,-11 15-1 0,0-2-1 0,0-10 2 0,25-3-4 0,-25 26 2 0,11-13 3 0,-11 1-2 0,0-26 2 0,0 50-2 0,13-48 1 0,-13 12-2 0,0-1 3 0,0-23-2 0,0 23 3 0,0 1-3 0,0 11 0 0,0-24-2 0,0 2 1 0,0 23 2 0,0-38 1 0,0 14 0 0,12-12-1 0,-12 1 0 0,0-14 1 0,0 12-1 0,0-11 1 0,0 12-1 0,11-24 0 0,-11 12 1 0,0-12-1 0,0 23 0 0,-11-23 0 0,11 1 1 0,0-13 0 0,0 11-1 0,0 1 0 0,-12-12 2 0,12 0-1 0,-13 0 0 0,2 0-2 0,-14 11 1 0,3-11 2 0,-27 0-1 0,13 0 0 0,-10 0-2 0,-2 13 1 0,0-13 0 0,-23 12-1 0,-1-12 1 0,1 0 0 0,-12 12 0 0,-2-12 0 0,-8 11-1 0,-3-11 1 0,11 0 1 0,-9 0 0 0,-1 0-1 0,0 0 0 0,11 0 1 0,13 0-1 0,22-11 1 0,26-1-1 0,0 12 0 0,-1 0 0 0,12 0 0 0,12 0 0 0,0 0-1 0,0 0 2 0,12-12-1 0,-12-1 1 0,0 2-1 0,12-12 1 0,-12-2 0 0,12-22 0 0,-12-2 0 0,0 2 1 0,0 0-2 0,0-1 1 0,0 1 0 0,0-1 0 0,0-12 0 0,0 13 0 0,10-13 1 0,-10 12 1 0,0-11-2 0,0 0 2 0,13 11-2 0,-13-25 1 0,0 2-1 0,-13 12 0 0,13 0 1 0,13-12-2 0,-13 0 0 0,0-1-2 0,-13 0-3 0,13 36 4 0,0-10 0 0,0-4-2 0,13-8-1 0,-13 11 2 0,0-3 0 0,-13 4-3 0,13 10 1 0,-10 0-1 0,10 12 3 0,0-10 1 0,-12 9-5 0,0 13 5 0,12-12 1 0,0 12-1 0,0 1 0 0,0-1 1 0,0 0-1 0,0-12 1 0,0 24 0 0,0 0 1 0,0-12-3 0,0 12 2 0,12-11-1 0,0-2-1 0,-12 13 0 0,0-12 0 0,-36 48-116 0</inkml:trace>
  <inkml:trace contextRef="#ctx0" brushRef="#br0">5704 17170 16 0,'-11'0'35'0,"-1"0"-8"0,1 0 4 0,11-37-11 0,0 37-9 0,0-13-7 0,23 13-4 0,24 0 1 0,13 0-1 0,23-11-1 0,0 22 0 0,0 26-1 0,-11-24 1 0,0-2 0 0,-25-11 0 0,0 0 1 0,-22-11 2 0,-1-26-1 0,-24 37-1 0,0 0-6 0,0-13-17 0,-24 13-77 0</inkml:trace>
  <inkml:trace contextRef="#ctx0" brushRef="#br0">5670 17193 8 0,'0'0'0'0,"-13"0"24"0,13 0 0 0,0 0 1 0,13 0 1 0,10 0-22 0,0 0-1 0,25-12 2 0,-12 12-3 0,23-24-2 0,-23 0 0 0,11 24 0 0,24 0-1 0,-10 0 2 0,-14-13-1 0,-11 13-1 0,-12 0 2 0,-12 0 0 0,0-11-2 0,-2 11 2 0,3-12-2 0,10 24 1 0,-10-12-1 0,-1 0 1 0,-1 0 1 0,-11 0 0 0,0 0 2 0,0-12 0 0,0 12 0 0,0 0-12 0,0 0-96 0</inkml:trace>
  <inkml:trace contextRef="#ctx0" brushRef="#br0">2810 17551 39 0,'-36'0'21'0,"13"11"26"0,12-11-26 0,22 0-16 0,25-24-1 0,23 0 1 0,-11-23-1 0,-12-1-1 0,-24 12 1 0,-12 12-2 0,-36 11 0 0,0 13-3 0,1 25 0 0,-1 0 0 0,11 34-2 0,25 0 0 0,13-11 5 0,10-13 2 0,13 1-6 0,24-36-2 0,0-24-3 0,11-47-7 0,-23 23 15 0,-25 1 1 0,-12 34 4 0,2 2 1 0,10 35-3 0,-10 23-3 0,-26 1 0 0,2-12 0 0,-1-36 3 0,-1-36-4 0,13-12 0 0,13 13 1 0,10 23 0 0,13 12-2 0,0-13 1 0,0 13 0 0,-24 13 0 0,13 22-3 0,-14 1 3 0,12-24-2 0,2-24 0 0,9-47 1 0,-21-50-3 0,23-33 2 0,-24 47 4 0,-12 35 0 0,-12 26 7 0,0 34-3 0,24 71-2 0,24 167 0 0,-14-166-7 0,3-25-15 0,-1-35-68 0,-24-12 46 0</inkml:trace>
  <inkml:trace contextRef="#ctx0" brushRef="#br0">3311 17288 65 0,'-11'0'17'0,"11"-24"20"0,23 1-29 0,47-2-8 0,3 25-58 0,-49 0 5 0</inkml:trace>
  <inkml:trace contextRef="#ctx0" brushRef="#br0">3608 17300 72 0,'0'0'0'0,"0"-25"36"0,12 25-14 0,36 0-14 0,12 25-6 0,-37-1 0 0,-23-2 0 0,-11 3 1 0,-14-25 1 0,50-96-3 0,10 62-1 0,13 9-1 0,-11 25 0 0,-26 12 1 0,-1 1 0 0,15-2-1 0,-1 1 1 0,-12-12 0 0,12 0-1 0,-12-23 2 0,-12-2 0 0,-12-21 0 0,-24 21-1 0,-13 25 2 0,28 0-2 0,32 25-1 0,24-25-1 0,37 0-3 0,10-37 2 0,-21 13 3 0,-14 12 1 0,-10 12 9 0,-3 60-2 0,-21 24 0 0,-13-1-6 0,0-24-5 0,12-12 2 0,-12-34 9 0,-12-73-2 0,-12-59-4 0,1 0-1 0,23 71 0 0,11 25-4 0,37 11 1 0,11 47-1 0,-59 1 2 0,-25 1 2 0,-21-14-1 0,10-35-18 0,36-24-27 0,36 11-8 0,-1-9 42 0,1-26 36 0,0-1 19 0,-12 39-12 0,-2 22-16 0,-9 47-6 0,-13 1-6 0,12-12-4 0,24-24 2 0,11-49 3 0,-10-34-3 0,-26 36-1 0,-11 35 0 0,0 72 0 0,12 10 3 0,-1 2-2 0,-11-1-2 0,0-35-9 0,-23-14-71 0,23-34 0 0</inkml:trace>
  <inkml:trace contextRef="#ctx0" brushRef="#br0">4822 17086 116 0,'0'-12'19'0,"0"0"-3"0,0 24-94 0,-11-12 30 0</inkml:trace>
  <inkml:trace contextRef="#ctx0" brushRef="#br0">3037 18050 49 0,'-12'0'1'0,"-24"12"11"0,-11-12 26 0,11 12-19 0,72-49-10 0,130-34 6 0,144-71 2 0,214-73-10 0,-48 61-10 0,-274 70 9 0,-154 49 1 0,-48 11-5 0,-48 24-31 0,-22 34-56 0,46-21 43 0</inkml:trace>
  <inkml:trace contextRef="#ctx0" brushRef="#br0">3073 18062 60 0,'-12'12'9'0,"-73"35"-13"0,-21 13 30 0,71-24-17 0,106-72 10 0,346-155 0 0,47-11-2 0,36-1-13 0,-214 85-3 0,-239 81 14 0,-58 14-1 0,-48 12-16 0,-25 34-32 0,36 13-89 0</inkml:trace>
  <inkml:trace contextRef="#ctx0" brushRef="#br0">5895 14049 6 0,'0'0'11'0,"-25"0"16"0,25 0-8 0,-11 12-11 0,11-1 1 0,0-11-1 0,24 0 11 0,24 0-12 0,0 0-4 0,22 13 1 0,-10-13 0 0,12-24 0 0,-25 24-4 0,-24 11 1 0,-10-11 0 0,-1 13 2 0,-1-13 1 0,2 0 1 0,-1-24-1 0,12 24-29 0,-24-12-52 0</inkml:trace>
  <inkml:trace contextRef="#ctx0" brushRef="#br0">6205 13917 19 0,'-12'0'9'0,"0"-10"40"0,0-14-22 0,0 24-11 0,12 13-11 0,24-2-4 0,0 12 0 0,-1 1 0 0,25 12 0 0,-12-12 1 0,-24 0-1 0,0-24-1 0,-1 11 1 0,-11-11 1 0,11 0 3 0,-11 0-1 0,13 0 0 0,-26 0 2 0,-9 36-3 0,-2 1-1 0,-24 9 0 0,-1 13 0 0,27-34 0 0,10-13 2 0,0 1 1 0,12-13 3 0,0 0-1 0,-12-13-5 0,12 13-19 0,0 0-127 0</inkml:trace>
  <inkml:trace contextRef="#ctx0" brushRef="#br0">5097 16371 4 0,'0'-24'25'0,"0"1"-2"0,0 11-7 0,-12 0-4 0,12 12-4 0,-24 58 1 0,-11 50-1 0,-26 83-4 0,25 35-3 0,14-12-3 0,-27 72-4 0,26-107 3 0,-26-24 4 0,15-1 2 0,-2-47-5 0,12-48 2 0,12-34 6 0,0-25 1 0,12-25-2 0,0-9-33 0,0 21-40 0</inkml:trace>
  <inkml:trace contextRef="#ctx0" brushRef="#br0">6811 17811 0 0,'0'-11'6'0,"0"11"5"0,0-12-2 0,0 12-1 0,0 12-3 0,0 36-2 0,-11 23-4 0,22-12-3 0,14-23 3 0,23-24 3 0,-1-12 0 0,-11-23 0 0,-13-14 2 0,1-22 1 0,-24 0 1 0,0-25 0 0,-35 13 10 0,-1 47-5 0,-23 36-10 0,11 34-3 0,23 4-37 0,25-39-8 0</inkml:trace>
  <inkml:trace contextRef="#ctx0" brushRef="#br0">7562 17681 5 0,'0'0'7'0,"0"-12"10"0,0 36 0 0,0 71-9 0,0-12-9 0,0-11-3 0,0-25 1 0,12-23-27 0,-12-24 16 0</inkml:trace>
  <inkml:trace contextRef="#ctx0" brushRef="#br0">7741 17752 6 0,'0'0'8'0,"11"-12"14"0,-11 36-3 0,0 36-16 0,0-13-6 0,13-11 0 0,22-11 3 0,1-14 1 0,0-11 2 0,-13-24 2 0,1-24 1 0,-12 1-1 0,-12 0 1 0,-24-3 8 0,-24 28-4 0,1 22-8 0,11 0-18 0,25 22-69 0</inkml:trace>
  <inkml:trace contextRef="#ctx0" brushRef="#br0">621 15562 6 0,'0'-12'26'0,"11"-13"-8"0,-1 2-4 0,-10 12-4 0,13 11-2 0,-13 0-2 0,0 11 4 0,12 49-2 0,-12 24-4 0,0-2-3 0,-12 2 1 0,12-13 1 0,-13-23 0 0,13-25-2 0,0-11 0 0,13-12 0 0,23 0 0 0,24 0 0 0,-13-12 0 0,1 12 0 0,-24-23 2 0,-12 11-14 0,-1-12-56 0,-11 12 33 0</inkml:trace>
  <inkml:trace contextRef="#ctx0" brushRef="#br0">632 15764 24 0,'-11'-24'24'0,"45"-12"-6"0,38 12-10 0,11-10-4 0,-47 9-4 0,-25 25-64 0</inkml:trace>
  <inkml:trace contextRef="#ctx0" brushRef="#br0">691 15609 22 0,'-24'-24'17'0,"12"-23"3"0,24-25-15 0,48 25-4 0,23 35-9 0,-59 12-36 0</inkml:trace>
  <inkml:trace contextRef="#ctx0" brushRef="#br0">1179 15215 30 0,'0'0'0'0,"-13"-23"40"0,-9 35-13 0,-14 95-10 0,-13 60-10 0,38 35 0 0,22-35-6 0,26-60 1 0,-1-59 1 0,34-60-30 0,-45-12-60 0</inkml:trace>
  <inkml:trace contextRef="#ctx0" brushRef="#br0">1345 15596 47 0,'0'-23'12'0,"-11"12"16"0,-1 22-10 0,-12 62-10 0,24 21-6 0,36-34-1 0,24-25 1 0,-1-48 2 0,-23-58-1 0,-24-34 1 0,-48 21-2 0,-23 47-2 0,23 37-7 0,36 25-94 0</inkml:trace>
  <inkml:trace contextRef="#ctx0" brushRef="#br0">1619 15764 28 0,'13'0'24'0,"11"12"8"0,-24 24-10 0,-24-1-16 0,-12 1-3 0,12-13-28 0,24-10-45 0</inkml:trace>
  <inkml:trace contextRef="#ctx0" brushRef="#br0">1739 15621 44 0,'0'0'0'0,"0"0"25"0,-13 48 1 0,38 23-22 0,11-47-1 0,-1-37 1 0,-11-69-1 0,-24 9 0 0,-36 39-7 0,24 22-78 0</inkml:trace>
  <inkml:trace contextRef="#ctx0" brushRef="#br0">1989 15311 67 0,'36'12'10'0,"71"60"14"0,-59 47-10 0,-60 13-7 0,-85 22-6 0,-9-11-101 0</inkml:trace>
  <inkml:trace contextRef="#ctx0" brushRef="#br0">2774 15215 3 0,'0'0'10'0,"0"-23"14"0,-11 23-4 0,-25 84 1 0,-11 59-6 0,34 23-7 0,38-47-4 0,46-47-2 0,-24-36 1 0,-22-26-1 0,-14-10 0 0,-11 0-34 0,0 0-37 0</inkml:trace>
  <inkml:trace contextRef="#ctx0" brushRef="#br0">2894 15441 9 0,'0'0'0'0,"0"-22"22"0,0 44 0 0,0 62-1 0,0 12-12 0,48-37-3 0,35-35-2 0,0-36-1 0,-23 0-2 0,-60-22-40 0,0 21-13 0</inkml:trace>
  <inkml:trace contextRef="#ctx0" brushRef="#br0">2989 15550 15 0,'-13'-12'6'0,"13"-12"-4"0,36 12-19 0</inkml:trace>
  <inkml:trace contextRef="#ctx0" brushRef="#br0">2976 15383 8 0,'-10'0'9'0,"-14"-24"13"0,12-24-8 0,58 2-8 0,26-4-5 0,24 39-24 0,-96 11-4 0</inkml:trace>
  <inkml:trace contextRef="#ctx0" brushRef="#br0">3406 14955 5 0,'0'0'0'0,"-13"-37"32"0,-10 74-6 0,-24 118-6 0,-1 58-11 0,60-11-4 0,60-70 0 0,23-85 0 0,-24-34-12 0,-35-38-83 0</inkml:trace>
  <inkml:trace contextRef="#ctx0" brushRef="#br0">3500 15323 30 0,'-10'-24'12'0,"-2"-23"2"0,12 23-4 0,35-12-7 0,13 48 0 0,-1 36 3 0,-23 36 2 0,-11-25-3 0,10-23-3 0,37-13 0 0,-25 14-1 0,-47-14 5 0,-47 13 2 0,-13-1-7 0,60-11-5 0,24 13-68 0,-12-26 45 0</inkml:trace>
  <inkml:trace contextRef="#ctx0" brushRef="#br0">3799 15621 31 0,'0'0'24'0,"24"36"9"0,-24 11-19 0,-12 13-10 0,-12-12-4 0,0-25-94 0</inkml:trace>
  <inkml:trace contextRef="#ctx0" brushRef="#br0">3835 15228 53 0,'0'-13'2'0,"25"-33"6"0,45 58 5 0,2 83-2 0,-25 12-5 0,-23-24 0 0,-37 1-32 0,-10-72-30 0</inkml:trace>
  <inkml:trace contextRef="#ctx0" brushRef="#br0">3871 15466 32 0,'0'-25'10'0,"59"-21"-10"0,-23-2-36 0</inkml:trace>
  <inkml:trace contextRef="#ctx0" brushRef="#br0">4132 15060 51 0,'0'0'0'0,"73"61"28"0,33 58-8 0,-58 48-10 0,-84-36-5 0,-59-23-13 0,35-85-66 0,60-35 49 0</inkml:trace>
  <inkml:trace contextRef="#ctx0" brushRef="#br0">7169 13478 0 0,'0'-13'2'0,"0"2"0"0,12-1 1 0,-1-24-1 0,2 13 0 0,-1 0-1 0,-12 23-1 0,-12 11 0 0,-1 12 1 0,2 1-4 0,11 12-2 0,11 25 4 0,2 33-1 0,-13 38 2 0,0 44 0 0,0-139-2 0</inkml:trace>
  <inkml:trace contextRef="#ctx0" brushRef="#br0">6764 14348 6 0,'0'0'9'0,"0"0"-9"0,11 0 1 0,25 11-1 0,24-11 1 0,23 0 0 0,-11 0 0 0,-12-11 0 0,10-14 1 0,3-10-1 0,-14 11-3 0,-12-13 1 0,-22 14 4 0,-2-13-2 0,1-10-2 0,-24-15 3 0,12 14-2 0,-24-13-1 0,-12 13 0 0,-24-14-6 0,12 14 1 0,-11 0-4 0,0 11 10 0,-13 11 0 0,-11 14 0 0,11-1 0 0,-11 24 0 0,-1-1 0 0,12 14 0 0,13 11 0 0,-12 11 0 0,35 0 0 0</inkml:trace>
  <inkml:trace contextRef="#ctx0" brushRef="#br0">6598 15026 7 0,'0'-12'14'0,"0"0"11"0,0-1 0 0,11 26-4 0,-11-1-10 0,0 24-5 0,12-1-1 0,-12 1-2 0,11-24-1 0,2-12 2 0,11-23-1 0,36-14-1 0,-14 2-1 0,-10 11 0 0,13-12 5 0,-14 13-1 0,-23 10-3 0,12-11-1 0,-12 24 1 0,-12-11-1 0,0 11 1 0,11 0-20 0,-11 59-86 0</inkml:trace>
  <inkml:trace contextRef="#ctx0" brushRef="#br0">6598 15751 9 0,'0'0'12'0,"0"-23"22"0,11 12-13 0,-11 11-1 0,0 11-9 0,12 12-5 0,-12 2-4 0,11-1-1 0,-11-12 1 0,0-2 0 0,13-10 2 0,11-22-2 0,24-27-1 0,23 2 2 0,-12 0-2 0,-11 11 0 0,-25 11 1 0,-23 14 4 0,13-1-5 0,-13 12 0 0,12 0 0 0,-12 0 1 0,0-11-1 0,0 11-9 0</inkml:trace>
  <inkml:trace contextRef="#ctx0" brushRef="#br0">1059 16358 35 0,'-11'-11'5'0,"-108"-1"30"0,24 12 3 0,46 0-15 0,85-11-21 0,132-37-1 0,130-47-1 0,34 12 0 0,-69 23 0 0,-96 24 0 0,-84 11 1 0,-72 14 4 0,-11-12-5 0,-59 23-26 0,-48 59-81 0</inkml:trace>
  <inkml:trace contextRef="#ctx0" brushRef="#br0">774 16513 56 0,'-47'13'10'0,"-38"-1"22"0,98-24-15 0,117-60-14 0,133-35 1 0,23 0-1 0,-48 36-1 0,-71 34 1 0,-84 26 0 0,-59-12 1 0,-12 10 1 0,1 1-2 0,-2 0-3 0,1 12 1 0,-1-11-1 0,2 11 0 0,-13 0 0 0,0 0 1 0,0 0 0 0,0-12-1 0,0 12 0 0,0 0-8 0,0 0-86 0</inkml:trace>
  <inkml:trace contextRef="#ctx0" brushRef="#br0">7752 14466 10 0,'-23'0'11'0,"-13"0"-3"0,0 24-3 0,1 0 4 0,-1 11-1 0,0 24 3 0,0 12-1 0,13 13-5 0,10 0-2 0,26-13-4 0,22 0 6 0,13-22-1 0,0-14-2 0,23-11 1 0,1-11 0 0,-1-38 0 0,0 0-1 0,-11-9 0 0,-12-3 0 0,-25-22 0 0,-11 0 3 0,-12-12-3 0,-12-13 1 0,-11 13-1 0,-25 0-1 0,-24 11 0 0,25 36-1 0,22 12 0 0,25 48-20 0,0-1-70 0</inkml:trace>
  <inkml:trace contextRef="#ctx0" brushRef="#br0">7884 15466 11 0,'-12'-25'16'0,"-1"3"-3"0,-23-2 1 0,-11 24-3 0,0 0-3 0,-25 24-3 0,25 11-2 0,-13 25-3 0,13 11 1 0,22 13-1 0,25-13-1 0,13 11 0 0,22 2 1 0,13-13 0 0,12-21 1 0,22-16 1 0,-9-22 0 0,-3 0 0 0,2-36-1 0,-12-23 2 0,-13-13-1 0,-11-11 0 0,-24-12-1 0,-12-13 2 0,-48-35 0 0,-11 12 1 0,-36 60-3 0,11 34 6 0,25 25-6 0,34 25-88 0</inkml:trace>
  <inkml:trace contextRef="#ctx0" brushRef="#br0">3275 16098 1 0,'-12'0'2'0,"-47"0"14"0,35 0-8 0,12-13 0 0,-12 13 12 0,12 13 6 0,-35-2 1 0,10 1-11 0,50-12-10 0,117-48 2 0,133-23-6 0,34 0 0 0,-11 12 0 0,-95 9 1 0,-108 28-1 0,-59 22-3 0,-24 0-16 0,-60 22-38 0,37-9 6 0</inkml:trace>
  <inkml:trace contextRef="#ctx0" brushRef="#br0">3119 16324 86 0,'-34'0'4'0,"46"-12"3"0,142-47 13 0,156-62-8 0,46 3-5 0,-68 47-2 0,-110 23-1 0,-107 25 4 0,-71-2 2 0,-24 13-8 0,12 12-5 0,12 24-19 0,0 12-80 0</inkml:trace>
  <inkml:trace contextRef="#ctx0" brushRef="#br0">16219 17193 10 0,'-36'-23'32'0,"0"10"-2"0,0-11-7 0,13 11-10 0,23 13-6 0,23 0-3 0,38 0-1 0,70 0 2 0,47 0 0 0,12 13-4 0,-24-13 1 0,-34 0-1 0,-60 0 0 0,-72 0 3 0,-36 0-1 0,-71 0-2 0,-84-13 1 0,-47 13-1 0,25 0-1 0,57 0 0 0,85 13 1 0,71-13-2 0,35 37 0 0,48-37 0 0,85 0 0 0,45 0 3 0,-22 0-2 0,-37 0 0 0,-81-37 0 0,-61 37 1 0,-36 0 0 0,-73-13 0 0,-80 13 0 0,-27 0-2 0,4 0 0 0,68 13 2 0,83-13-1 0,62 24-2 0,59-36 2 0,94 0-1 0,36-1 3 0,-23 2-2 0,-36 11 0 0,-59 0 0 0,-60 0 1 0,-48 0-1 0,-48 0 1 0,-83 0-1 0,-24 11 0 0,0 2-3 0,37 24 3 0,59-14-1 0,83-23 0 0,71 0 0 0,83-12 1 0,25 1 2 0,-23 11-2 0,-85 0-1 0,-59 0 2 0,-24 0 0 0,-47 0 0 0,11 0-2 0,1 0 1 0,23 0-8 0,11 0-28 0,2 11-52 0</inkml:trace>
  <inkml:trace contextRef="#ctx0" brushRef="#br0">15932 13645 33 0,'-10'0'8'0,"-14"-12"12"0,12-1 13 0,0 2-14 0,12 11-8 0,0 11-2 0,12-11-4 0,34 13 1 0,3-13-3 0,23 12 1 0,-14 11-1 0,3-11-1 0,23-1 0 0,-25-11-1 0,48 13 0 0,-24 11 1 0,0-24 1 0,-11 13-2 0,-1-13 0 0,1 0-1 0,11 0 2 0,-23 0-1 0,-13 0 1 0,-24-13-2 0,49 1 0 0,1-13 2 0,-26 2-1 0,-1 0 2 0,-9-25-2 0,-1 0 2 0,-2 1-3 0,-21-1 2 0,-1-83 0 0,-24 72-2 0,-11 0 1 0,-13 9 0 0,0-8 0 0,-23-2 0 0,0 13-1 0,-14 11 0 0,14 0 2 0,-12 1-3 0,-14 10 2 0,-9 14-2 0,-1 11 1 0,-1 0 0 0,-11 11 0 0,12 2 2 0,24-1-3 0,-1 11 1 0,1 25 0 0,-84 11-1 0,106-22 1 0,3 10 0 0,10 1 0 0,12-1-1 0,0 0-1 0,0 1 2 0,24 12-1 0,-12-1 1 0,12-11-1 0,0 0 1 0,12-1 0 0,12-10 0 0,0-14 0 0,12 1 0 0,34-24 1 0,15 0-3 0,-14 12-27 0,-35 34-90 0</inkml:trace>
  <inkml:trace contextRef="#ctx0" brushRef="#br0">16172 13812 5 0,'-12'-13'23'0,"-1"1"-17"0,2-23 12 0,-1 24 7 0,-24-2 0 0,-23 13-6 0,-13 0-9 0,47 0-8 0,15 0-1 0,92 0 0 0,86-24-1 0,22 24 1 0,-11 0 0 0,-36 0 0 0,-48 0 1 0,-47 0-1 0,-25 0 1 0,-36 0-1 0,-33 0 2 0,-74 0-3 0,-59 12 0 0,-10 0 0 0,10 1-1 0,48-13 0 0,70 0 2 0,51 0-1 0,33 0-3 0,73-13 2 0,70 13 0 0,37-12 1 0,-1 0 2 0,-23 12 0 0,-61 0-2 0,-69-13 2 0,-38 13 1 0,-46 0-1 0,-72 0-2 0,-49 0 0 0,-46 13-1 0,0-1 2 0,23 0-2 0,84-12 1 0,83 0-2 0,106 0 0 0,74-12 1 0,35 0 1 0,-25 12 0 0,-71 0 2 0,-47 0-1 0,-48-13 0 0,1 2 0 0,-13 11 0 0,0 0-1 0,-13 0 0 0,13 11-7 0,0 14-88 0</inkml:trace>
  <inkml:trace contextRef="#ctx0" brushRef="#br0">13028 12228 1 0,'0'0'17'0,"-11"0"7"0,-2-11-2 0,13 11-4 0,-12 0-4 0,12-13-1 0,-12 13-6 0,12 0 0 0,12-12-4 0,13 12 2 0,-2-12-2 0,24 12-1 0,1 0 1 0,24-13 2 0,-1 13-3 0,0 0 2 0,12-11-3 0,13 11 0 0,-13 0 0 0,1 0 2 0,-13 0-2 0,1 0 1 0,-1 0-1 0,-11 0 1 0,23 0-1 0,-13 0 1 0,15 0-1 0,-2 0 0 0,-11 0 0 0,11 0-1 0,0-12 2 0,13 12-1 0,-13 0-1 0,0 0 1 0,13 0-1 0,-13 0 1 0,0 0 0 0,0 0 0 0,13 0-1 0,-1 0 1 0,-11-11-1 0,11 11 0 0,-13 0 0 0,-10 0 0 0,-24 0 1 0,0 0-1 0,-12 0 1 0,-1 11-1 0,-11-11 0 0,-12 0 0 0,-12 12 1 0,-12-12 1 0,-12 0-1 0,-36 0-1 0,1 0 1 0,-12 0-1 0,-1 0 1 0,-23 0 0 0,-12 0-1 0,0 11 1 0,-13-11-1 0,2 13 0 0,-25-13 0 0,-24 0 0 0,-12 0 0 0,13 12 1 0,-2-12-2 0,-11 0 2 0,2 0-2 0,22 0 2 0,12 0-1 0,35 0 0 0,25-12 0 0,23 12 0 0,-22-13 0 0,58 13 0 0,0 0 0 0,0 0 1 0,12 0-2 0,-1-11 2 0,-10 11-17 0,-24 0-109 0</inkml:trace>
  <inkml:trace contextRef="#ctx0" brushRef="#br0">7419 17193 14 0,'0'0'9'0,"0"-48"22"0,0 73-25 0,25 46-9 0,-2 34 1 0,1-8 4 0,-1-14 5 0,-23-24-1 0,0 1-9 0,0-24-56 0</inkml:trace>
  <inkml:trace contextRef="#ctx0" brushRef="#br0">7467 17097 41 0,'0'12'0'0,"-12"24"-3"0,-24 23 2 0,0-22-1 0,36-37 3 0,12-37 0 0,37 14-2 0,-2 46-1 0,36 1 0 0,23-11 7 0,-70-2-33 0</inkml:trace>
  <inkml:trace contextRef="#ctx0" brushRef="#br0">9145 17228 55 0,'0'-12'4'0,"0"37"32"0,25 70-14 0,-14 36-23 0,-11-47 9 0,0-13-11 0,-11-37-2 0,-14-93-87 0,25 36 72 0</inkml:trace>
  <inkml:trace contextRef="#ctx0" brushRef="#br0">9145 17359 10 0,'0'-13'9'0,"-11"3"36"0,-1 33-13 0,-24 37-22 0,-11-12-6 0,11-25 0 0,24-46 1 0,36-48 0 0,12 34-2 0,22 37-3 0,38 0 0 0,0 0 0 0,-1 0-24 0,-59-13-68 0</inkml:trace>
  <inkml:trace contextRef="#ctx0" brushRef="#br0">10694 17312 30 0,'0'-12'4'0,"-11"0"31"0,22 70-7 0,1 74-24 0,-1-36 3 0,2 11-13 0,-13-11-9 0,0-37-31 0,0-47 10 0</inkml:trace>
  <inkml:trace contextRef="#ctx0" brushRef="#br0">10694 17312 51 0,'0'-12'5'0,"-11"36"12"0,-26 23 5 0,-22 12-16 0,23-22-5 0,12-37 5 0,48-71-1 0,24 11-2 0,-1 36-7 0,24 58 3 0,1 16-3 0,12-16-5 0,-13-9-51 0,-60-25 31 0</inkml:trace>
  <inkml:trace contextRef="#ctx0" brushRef="#br0">12171 17371 7 0,'0'-35'22'0,"0"35"8"0,-12 60-6 0,-12 58-17 0,24 1-3 0,-12-12-8 0,12-36 3 0,0-46-14 0,0-37-39 0,0-12 36 0</inkml:trace>
  <inkml:trace contextRef="#ctx0" brushRef="#br0">12135 17396 25 0,'0'0'13'0,"-12"23"10"0,-36 13-8 0,24-24-10 0,12-1-2 0,12-11-4 0,12 0 0 0,48-11-12 0,0-37-34 0,-49 48 28 0</inkml:trace>
  <inkml:trace contextRef="#ctx0" brushRef="#br0">8349 14549 15 0,'0'0'6'0,"0"-46"-3"0,0-15 6 0,-13 1 7 0,-11 13 8 0,-12 23-8 0,25 1-1 0,-1 12-5 0,-1 32-3 0,2 16 0 0,-1 35 0 0,12 47-2 0,0 34 0 0,23 63-7 0,-34 10 2 0,11 0 1 0,11-35 0 0,14-37 1 0,-14 1-3 0,-11-25 3 0,12-22-1 0,-12-24 0 0,12-60 2 0,-12-14-1 0,0-10 3 0,0-22-26 0,24-61-94 0</inkml:trace>
  <inkml:trace contextRef="#ctx0" brushRef="#br0">8288 14323 37 0,'0'0'7'0,"-48"0"21"0,37-12 8 0,11 12-13 0,11 0-14 0,25 0-5 0,60 0-2 0,11-13 0 0,24 3 0 0,0 10-1 0,-12 0 0 0,12 0-2 0,12 0 2 0,0-11 1 0,24 11 0 0,-48 0 0 0,-36 0 0 0,-24 0-1 0,-23 0 0 0,-24 0-1 0,0 11 1 0,-12-11 0 0,0 23-1 0,-12 1 0 0,0 0 1 0,0 24-2 0,0 11 2 0,12 1-2 0,-12 22 1 0,1 39-1 0,-1 21 0 0,12 13-2 0,12-12 2 0,-12-1 1 0,11-12 0 0,1 2 0 0,0-1-2 0,0-23 2 0,-12-1 0 0,-12 1 3 0,12-26 0 0,0-10-2 0,12-25 1 0,-12-22 2 0,0-14-1 0,-12-22 5 0,0-2-26 0,-23-11-63 0,35 24 31 0</inkml:trace>
  <inkml:trace contextRef="#ctx0" brushRef="#br0">8408 16240 40 0,'-12'-12'5'0,"-12"12"22"0,1-12 6 0,10-1-16 0,1 13-4 0,12 0-9 0,0 13-2 0,25-1 2 0,57 0 1 0,72-24-1 0,14 0-2 0,22-1 0 0,1 13 0 0,-1-10 1 0,1 10 0 0,-48 0 1 0,-12 0-2 0,-49 0 0 0,-33 0 2 0,-25 0 0 0,-12-12 1 0,-12 12-2 0,-12-12-28 0,-36-12-119 0</inkml:trace>
  <inkml:trace contextRef="#ctx0" brushRef="#br0">9812 14466 8 0,'0'-13'28'0,"-11"-10"13"0,-1 0-9 0,12 11-27 0,0 12-3 0,12-13-2 0,24 2-1 0,47-1 1 0,24 12-1 0,23 0 1 0,38 0 0 0,9-11 0 0,4 22 1 0,-3-11 4 0,-11-11-3 0,-13 11 0 0,-59 0-1 0,-47 0 1 0,-37 0 0 0,-11 0 0 0,0 0-1 0,-11 11-1 0,11 12 1 0,-12 25-2 0,-1 25 1 0,-10 9 0 0,23 49 1 0,0 48 1 0,0 47 3 0,0 12 0 0,12-35 0 0,12-25-3 0,-12-23-1 0,-12-36 0 0,0-12 2 0,0-47 0 0,-12-25 1 0,-1-23 1 0,2-37-6 0,-24-9-43 0,11 10-70 0</inkml:trace>
  <inkml:trace contextRef="#ctx0" brushRef="#br0">9884 16240 62 0,'0'0'0'0,"-36"-12"31"0,25 12-4 0,45 0-10 0,39 12-10 0,69-12-3 0,73 0 0 0,22 13-2 0,1-13-4 0,-23-13 4 0,-36 13 0 0,-72 0 2 0,-71 0 2 0,-24 0 0 0,-12 0 3 0,0-12-8 0,0 12-1 0,-12-12-84 0,12 12 22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18160 8144 0 0,'0'0'1'0,"0"0"12"0,24 24-3 0,0 23-2 0,-12 13-3 0,24-1-3 0,-1-36 3 0,12-10 11 0,-11-13-6 0,24-13-4 0,35-33-5 0,25-13 2 0,-25 22 2 0,-13-10 3 0,-46 23-4 0,0 36-24 0,-36 0-46 0</inkml:trace>
  <inkml:trace contextRef="#ctx0" brushRef="#br0">608 16085 10 0,'0'0'9'0,"0"-24"18"0,0 13-1 0,0 11-8 0,0-12-1 0,13 12-6 0,-13 12-2 0,11-1-2 0,-1 1-2 0,3 13-1 0,-1 9-1 0,-12-9-1 0,11 11 0 0,2-13 0 0,-1-11 0 0,-1 13-1 0,-11-25 1 0,13 0 0 0,-1-13 2 0,47-11-1 0,0-35-1 0,25-13-1 0,0 25 0 0,-1-1 1 0,-12 1 0 0,-12 10-1 0,14 14 0 0,-26-1 1 0,-24 12 2 0,-10 0-1 0,-1-1-1 0,-1-9-2 0,13-2-20 0,-12 24-132 0</inkml:trace>
  <inkml:trace contextRef="#ctx0" brushRef="#br0">1311 15370 2 0,'0'13'7'0,"0"-1"-6"0,0-12 9 0,0 24 15 0,0-12 2 0,0-12-9 0,0 10-2 0,0-10-3 0,-24 13-3 0,0-13-3 0,-1 0-1 0,-11-23 0 0,0-13-1 0,14-12-3 0,-14-11 0 0,0-25 1 0,0 13-1 0,25-36 0 0,-1-1-2 0,24 24 0 0,35-34 0 0,1-1 0 0,34 0 0 0,38 0-1 0,23 0 0 0,36 1 2 0,-1 10-3 0,25 1 4 0,-25 12-3 0,13 24-1 0,-12 21 1 0,-49 16 2 0,-34 22-2 0,-49 0 1 0,1-1-1 0,-12 2 2 0,-24-1-2 0,12 1-17 0,-14-14-14 0,-10-10-52 0</inkml:trace>
  <inkml:trace contextRef="#ctx0" brushRef="#br0">2620 13406 20 0,'0'0'0'0,"-36"-12"26"0,13 12 0 0,11 0-4 0,12 12-8 0,0 0-3 0,12 12-4 0,35-1-2 0,1 14-1 0,11-13-2 0,0-1 0 0,-34 1 1 0,11-11 0 0,-25-2 0 0,1-11-1 0,-12 0 3 0,0 0 8 0,0 23-13 0,-23 37 1 0,-2 12-1 0,14-1 0 0,-14-23 0 0,25-12 1 0,-11-13-1 0,22 1-65 0,2-11 4 0</inkml:trace>
  <inkml:trace contextRef="#ctx0" brushRef="#br0">4252 12537 0 0,'83'-12'0'0,"48"1"0"0,12-1 0 0,13 0 0 0,-26 12 0 0,-24-13 0 0,-46 13 0 0,-24 0 0 0,-48 0 0 0,-59 13 0 0,-48-1 0 0,-48 0 0 0,12-1 0 0,23-11 0 0,14 12 0 0,59-12 0 0,34 0 0 0,25-12 0 0,59 12 0 0,73-11 0 0,35-1 0 0,1 12 0 0</inkml:trace>
  <inkml:trace contextRef="#ctx0" brushRef="#br0">4871 12502 0 0,'47'0'0'0,"132"-12"0"0,-36 12 0 0,-37-13 0 0,-45 2 0 0,-49-1 0 0,-49 12 0 0,-35 0 0 0,26 23 0 0,46 2 0 0</inkml:trace>
  <inkml:trace contextRef="#ctx0" brushRef="#br0">7299 12621 44 0,'0'0'0'0,"-94"-12"39"0,81 12-32 0,73 0 0 0,95-36 2 0,48 24 7 0,59-12-11 0,0 12 0 0,-13 12-1 0,2 0-2 0,-49 0 0 0,-59 0-3 0,-107 0 1 0,-48 0 7 0,-107 0-3 0,-95 23-2 0,-144 2-2 0,84 0 2 0,-35-14-1 0,106 1 0 0,84-12 0 0,95 0-2 0,85 0-1 0,69-12 1 0,61 1 1 0,-1-14-1 0,-11 25 1 0,-48 0-2 0,-96 0 3 0,-23 0 0 0,-48 0-9 0,-23 36-96 0</inkml:trace>
  <inkml:trace contextRef="#ctx0" brushRef="#br0">12729 16109 2 0,'-11'0'16'0,"-14"-11"-1"0,-9 11 2 0,-2 0-1 0,24-13-4 0,12 13-4 0,12 13-6 0,48-13-2 0,47 0 1 0,47 0-1 0,12 0 0 0,-10 11 1 0,-13-11 1 0,0-11 0 0,-25-2 0 0,-69 1 0 0,-38 0 1 0,-46 12-2 0,-37-11 0 0,-71 11-1 0,-35 0-1 0,-25 0 1 0,25 0-1 0,71 0 0 0,95 0-1 0,35 0 0 0,60-12 1 0,96 1-1 0,12 11 3 0,-24 0 0 0,-35 0-1 0,-62-13 1 0,-34 13 1 0,-24-12-1 0,-12-13 1 0,0 25-3 0,0 13-56 0</inkml:trace>
  <inkml:trace contextRef="#ctx0" brushRef="#br0">8539 13310 8 0,'0'0'0'0,"-12"-11"34"0,0-1-9 0,12 12-12 0,24 12 1 0,11 24-2 0,25-24-1 0,23 12-4 0,0-1-1 0,-23 1-2 0,0-11 0 0,-25-13-1 0,-11-13 0 0,-12 1-2 0,-12-11-9 0,0 0-23 0,-12-2-22 0,-1 0 32 0,2-21 18 0,-1-2 16 0,12-13 11 0,0 40 0 0,12 32 3 0,-12 72-12 0,-12 36-8 0,1-35-2 0,11-37-1 0,0-47 1 0,0 0-4 0,0-13-108 0</inkml:trace>
  <inkml:trace contextRef="#ctx0" brushRef="#br0">9539 13490 1 0,'24'-36'3'0,"10"-12"0"0,-45 13 3 0,-49-13-5 0,-34 35-5 0,-61-10 0 0,-24 12-2 0</inkml:trace>
  <inkml:trace contextRef="#ctx0" brushRef="#br0">8966 13287 0 0,'-57'0'0'0,"-147"36"0"0</inkml:trace>
  <inkml:trace contextRef="#ctx0" brushRef="#br0">8705 14371 0 0,'36'11'0'0,"274"60"19"0,-25-71 2 0,-35-34-16 0,-71-37-3 0,-107-25 3 0,-49-34-2 0,-35-38-4 0,-47-22-3 0,-13 12-6 0,-59 34-29 0,-95 85 38 0,-107 47 1 0,-84 83 0 0,334-59 0 0</inkml:trace>
  <inkml:trace contextRef="#ctx0" brushRef="#br0">9658 13573 18 0,'11'-24'10'0,"14"-35"3"0,-14 11 3 0,-11 0 1 0,0-11 3 0,-47 34-5 0,-48 14-8 0,-48-1-2 0,-59 24-1 0,-13 24-2 0,-11 35 2 0,23 25-2 0,25 22 0 0,58 14 1 0,61-13-2 0,35 24 0 0,24-12 0 0,83 1-1 0,49-27 1 0,58-9 0 0,36-71 0 0,36-14-3 0,-35-59 5 0,-50-36-1 0,-70-34 0 0,-46-1 0 0,-37-12 3 0,-24 0-5 0,-60-11 4 0,-59-13-3 0,-36 47 0 0,-23 61-2 0,-37 47-35 0,120 23-50 0</inkml:trace>
  <inkml:trace contextRef="#ctx0" brushRef="#br0">4692 16776 49 0,'-24'-12'24'0,"1"0"16"0,11 12-18 0,47 0-17 0,96 0-2 0,71 0-2 0,-11-13-1 0,-37 13-1 0,-93 13 1 0,-61-1-4 0,-12 0-19 0,-37 12-35 0,26-24 15 0</inkml:trace>
  <inkml:trace contextRef="#ctx0" brushRef="#br0">4835 16931 33 0,'0'0'0'0,"-107"-12"54"0,95 12-26 0,72-36-10 0,82 13-12 0,50-2-4 0,-38 13-1 0,-72 1 0 0,-57 11 0 0,-14 0 0 0,-11 0 0 0,0 11-11 0,-23 26-104 0</inkml:trace>
  <inkml:trace contextRef="#ctx0" brushRef="#br0">8598 13561 1 0,'-71'-25'13'0,"-13"4"-3"0,1-4 9 0,-1 0 22 0,25 25-21 0,35 0-11 0,48 13 0 0,108-1-2 0,117-12-2 0,73-12-3 0,-13-1-2 0,-48 13 0 0,-69 13 0 0,-62-13 3 0,-94 0 7 0,-36-13-2 0,-23 2-6 0,-1 11 0 0,-12 95-2 0,12 72 0 0,36 47 1 0,13-22-2 0,-14-50 1 0,12-47 1 0,-10-59 0 0,-13-36-45 0,-13-24-43 0</inkml:trace>
  <inkml:trace contextRef="#ctx0" brushRef="#br0">8146 13442 91 0,'0'0'0'0,"-12"-24"8"0,24 96 5 0,-12 83 12 0,-36 35-17 0,12 24-3 0,24-47-3 0,-12-48 0 0,24-35 0 0,12-37 0 0,59-35 0 0,120-48 1 0,82-24-1 0,13 37-5 0,-59 23 3 0,-61 0 1 0,-59 23-2 0,-24-10 2 0,-23-13 0 0,-25-13 0 0,2-21-2 0,-15-16-1 0,-21-21 0 0,-26-34 3 0,2-39-1 0,11-59 0 0,0 203 0 0,11 48-2 0,14 25 0 0,-25-2-120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798 13668 7 0,'0'-11'10'0,"0"-26"11"0,0 26-6 0,12-1-8 0,-1 24-1 0,2 12 1 0,-1 23-3 0,-1 1 0 0,14-1 0 0,-14-10 1 0,85-62 6 0,11-46-9 0,-1 0-2 0,-10-1 0 0,-13 25 0 0,-11-1 0 0,-12 12 1 0,-26 12 0 0,-9 0 1 0,-14 1 0 0,-11 12 0 0,0-2-3 0</inkml:trace>
  <inkml:trace contextRef="#ctx0" brushRef="#br0">19149 8478 1 0,'12'0'7'0,"-12"-25"31"0,0 2-4 0,-12 0-17 0,12 10-10 0,0 13-4 0,0 13-1 0,12 10 1 0,-12 25-2 0,10 11-1 0,-10 24 1 0,0 24 0 0,13 0 0 0,-1 23 0 0,-1 2 0 0,2-1 0 0,-1 12-1 0,-1 0 2 0,2-12-1 0,11 1 1 0,-1 10-1 0,1 1 0 0,-12 0 1 0,12 11-1 0,-12-34 1 0,12 22-1 0,-1 13 0 0,-11-36 0 0,12 24 0 0,-24-12 1 0,12-12 1 0,-12-1 0 0,12 14-1 0,1-38 1 0,-13-21 1 0,0 9 0 0,11 2 0 0,-11-13-2 0,-11-34 0 0,-2 10-2 0,-11 13 1 0,24-1-16 0,37 1-112 0</inkml:trace>
  <inkml:trace contextRef="#ctx0" brushRef="#br0">19422 12204 40 0,'0'0'0'0,"-36"0"23"0,36 0-18 0,0 0 5 0,13 0-4 0,22 24-2 0,1-1-1 0,48 1 1 0,23-24-2 0,24 0 0 0,23 13-1 0,1-2 1 0,12-11-2 0,12 0 2 0,35-24-2 0,0 12 2 0,1-11-2 0,11 11 0 0,-12 12-1 0,1-11 2 0,23-2-1 0,-11-11 0 0,-2 11-1 0,-10 13 0 0,-1 0-1 0,1-11 2 0,0-1 0 0,-15 12 0 0,-8-11 0 0,-26 11 0 0,-23 0 2 0,-12 0-1 0,-1 11-1 0,-23-11 1 0,-10 12 0 0,-26-12 2 0,-35-12 5 0,0 12 1 0,-25 0-4 0,-11-11-3 0,0 11-109 0</inkml:trace>
  <inkml:trace contextRef="#ctx0" brushRef="#br0">19565 8763 13 0,'-11'-12'8'0,"-1"-12"0"0,24 12-7 0,-12 1 7 0,-12 11 14 0,-1 0-11 0,13 11-5 0,0 1 2 0,0 24-3 0,13 0 0 0,-13 11-1 0,12 0-1 0,11 3-1 0,1 21-3 0,0-12 1 0,-12-13 1 0,0 15 1 0,0-1-1 0,12-1-1 0,-1 0 1 0,-11-11-1 0,-1 0 2 0,14-2-1 0,-1 4-1 0,12-16 0 0,-12 14 0 0,-13 0 0 0,12 11 0 0,-10-11 0 0,10 12-1 0,13-13 1 0,0 1 1 0,-24-13 0 0,24 24-1 0,-11 2 0 0,9-1 0 0,-11-13-1 0,13 11 1 0,1 3 0 0,-14-1 0 0,1-13 0 0,24 1 0 0,-12-1 0 0,11 0 0 0,1-10 0 0,-12 10 0 0,10 1 0 0,15-1 0 0,10-11 0 0,-11 0 0 0,11-11 0 0,-23 21 0 0,-12-10 1 0,11 0-2 0,13-12 1 0,-1-1 0 0,1 1 0 0,-12 13-1 0,11-3 0 0,0-10 1 0,1 12-1 0,0 0 2 0,23-11-3 0,0 9 2 0,12-10 0 0,-11 0 0 0,11-1 0 0,-35 14 0 0,-1-14-1 0,1 1 1 0,11 0 0 0,1 0-1 0,-25 11 1 0,13 13 1 0,-1-24 0 0,13 0-2 0,11 0-1 0,1 11 2 0,-1-10 0 0,-12-2 0 0,1 1 0 0,-1-24 0 0,1 12-1 0,-1 11 0 0,-11-11 1 0,11 12-3 0,-12-24 4 0,1 12-1 0,0 0 1 0,-1 1-1 0,0-13 0 0,25 0 0 0,0 0 1 0,-13 0-1 0,1 0 0 0,11 11 0 0,-12-11 0 0,13 0 1 0,-2 0 0 0,2 12 1 0,-24-12-3 0,-12 11 2 0,-2-11-1 0,15 0 1 0,-25 0-2 0,-1 12 3 0,-11-12 2 0,-1 12 2 0,-23-12-2 0,13 0 0 0,-13 0-4 0,0 13 2 0,0-13-7 0,0 0-18 0,-13 0-64 0</inkml:trace>
  <inkml:trace contextRef="#ctx0" brushRef="#br0">19625 8633 8 0,'0'0'10'0,"-12"-13"-1"0,12 13-6 0,12 0-3 0,-12 0 6 0,0 13 3 0,0-13-2 0,0 0-1 0,12 0 1 0,-12 0 0 0,0 11-2 0,12 1-2 0,-12 12-2 0,12-12 0 0,-12 11 2 0,0-11 1 0,12-1-1 0,0 2-2 0,-12 11-1 0,10 0 2 0,-10-1 0 0,13 1 0 0,-13 12-1 0,0-12-1 0,12 13 1 0,-1-16-1 0,2 4 1 0,-1 0 1 0,-1-2-2 0,2 1 1 0,23 11 0 0,-12-12-2 0,-13 14 2 0,12-1-1 0,-10-13 0 0,10 2 1 0,2 22 0 0,-14-10-1 0,13-16 1 0,0 16-1 0,0-13 1 0,0-1-1 0,-11 2 0 0,10 10 1 0,-12-11-1 0,1 0 0 0,-1 0 1 0,14-1-1 0,-1 1 0 0,0 12 0 0,-1-12 0 0,-12 0 1 0,14 10-2 0,-1-9 1 0,-1 11 0 0,-10 0 1 0,10 11-1 0,1-11 0 0,12-11 0 0,-12 9 2 0,-1 3-3 0,13-3 2 0,0 16-2 0,0-29 1 0,0 16-2 0,-1-13 3 0,1-1-1 0,12 2 0 0,0-2 1 0,-1 0-2 0,1 2 1 0,11 0 0 0,2-2 1 0,-15 12-2 0,1 1 1 0,2 0 0 0,-2-11-1 0,0-4 1 0,1 4 1 0,0 11-3 0,-1-13 2 0,13-10 0 0,-12 11 0 0,0-13 0 0,11 12-1 0,0 14 2 0,-11-13-1 0,24-1 0 0,11-23 1 0,-11 12-1 0,-25 0 0 0,13 12 0 0,-1-12 0 0,1-12 0 0,11 11 1 0,1 14 0 0,-13-13 1 0,-11 1-1 0,11-13-1 0,0 0-1 0,1 0 2 0,12 0-1 0,-13-13 0 0,13 1 1 0,-13-13-1 0,13 2-1 0,-1-1-1 0,1 12 2 0,-12-11 0 0,-1 0 0 0,12-14 2 0,1 1-1 0,-2 13 0 0,3-2-1 0,-3 2 1 0,2-13 1 0,1 1-1 0,-3-1 0 0,2 11 1 0,-1 2-1 0,-12-13 1 0,1 1-1 0,-13-13 1 0,2 12-1 0,-2 1 0 0,-11 11 0 0,0-12 0 0,0-1 0 0,11 3-1 0,1-3 1 0,-12 14-2 0,-13-1 3 0,-11 12 0 0,-1 0 0 0,2 1-1 0,-13 11-1 0,0 0-40 0,0 0-42 0</inkml:trace>
  <inkml:trace contextRef="#ctx0" brushRef="#br0">23875 9787 12 0,'-23'-48'24'0,"35"14"-3"0,-1 34-11 0,38 46 1 0,22 61-6 0,1-23-2 0,-25-49 1 0,-23-23 3 0,-12-95 1 0,0-36-4 0,-12-72-2 0,-12 120-2 0,0 59-16 0,12 36-27 0,0 12-6 0</inkml:trace>
  <inkml:trace contextRef="#ctx0" brushRef="#br0">24399 9810 11 0,'0'-23'6'0,"13"-13"3"0,-1 1 1 0,-1 11-1 0,-11 0 2 0,0 0-6 0,-11 12 1 0,-1 12-3 0,-1-11 0 0,13 11-2 0,-11 0 0 0,-1 23 0 0,-1 1 1 0,3 24-1 0,-2-13 1 0,0-10 0 0,12 9-1 0,0-21 0 0,0-1 1 0,24-37 1 0,-1 2-2 0,0 12-2 0,2 34 1 0,11-12 0 0,23-58 1 0,0-36 0 0,-23-36 1 0,-12-36-1 0,-24 107 0 0,0 35-1 0,-12 86 0 0,12 46 0 0,48-48 1 0,-12-24 1 0,-2-34-21 0,2-13-55 0</inkml:trace>
  <inkml:trace contextRef="#ctx0" brushRef="#br0">24363 11323 1 0,'0'0'0'0,"-10"-12"15"0,-2-12 9 0,12 24-2 0,0-12-17 0,47 24-1 0,13-12 0 0,-1 13-2 0,-22-13 0 0,-37-13 2 0,0 1-2 0,-13 0 0 0,-11 49 0 0,-12 45 1 0,25-9 2 0,-1-27-3 0,-1 2-1 0,2-12-6 0,11 0-25 0,-12-26-31 0</inkml:trace>
  <inkml:trace contextRef="#ctx0" brushRef="#br0">24567 11466 36 0,'11'-11'9'0,"2"34"14"0,-1 12-8 0,-1 1-10 0,13 0-4 0,-12 0-1 0,-12-1 2 0,-12-23 1 0,0-12 0 0,12-47-3 0,24-1 1 0,12 1 1 0,12 22-1 0,-13 13 0 0,-11 12 1 0,-1-11-7 0,-10 11-86 0</inkml:trace>
  <inkml:trace contextRef="#ctx0" brushRef="#br0">24531 9881 11 0,'-12'0'3'0,"-36"0"14"0,1 25-2 0,11 0-6 0,24-14-1 0,12 1 2 0,0-12 1 0,23 11-3 0,38-22-3 0,23-1-5 0,-14-12 2 0,-10 24-1 0,-36 0 1 0,-36 0 8 0,-36 24-5 0,-46 11-2 0,-26 24-1 0,25-22 3 0,47-13-1 0,48-24-4 0,36-11 1 0,23-14-2 0,25-11 1 0,11 13 1 0,-24 23 0 0,-59 0 1 0,-24 0 6 0,-47 23-5 0,-37 13-1 0,24 0 0 0,36-26 0 0,36-10-4 0,49-21 1 0,23-16 0 0,-1 1 1 0,-23 12 0 0,-25 24 1 0,-23 0-2 0,0 0 2 0,0 0 1 0,0 0-1 0,0 0-2 0,0 0-13 0,0 0-29 0,0 13-42 0</inkml:trace>
  <inkml:trace contextRef="#ctx0" brushRef="#br0">23138 11823 8 0,'0'-12'34'0,"0"12"-22"0,0-12-2 0,0 12 31 0,0 12-27 0,0 13-12 0,-12-14 0 0,12 1 1 0,0-35 21 0,0-14-21 0,-13 13 1 0,2 1 0 0,11 11-1 0,0 0 0 0,0 12-3 0,0 0-2 0,-12 24 2 0,12 23 0 0,-11-10 0 0,11-14 1 0,0-12-1 0,0-45 12 0,0-16-10 0,-13 4-1 0,13 10-1 0,0 24 0 0,0 1 0 0,13 34-3 0,-2 25 2 0,-11-1 0 0,0-23 1 0,0-11 0 0,0-13 4 0,-11-37-3 0,11 13-1 0,0 24-3 0,0 24-64 0,0-12 7 0</inkml:trace>
  <inkml:trace contextRef="#ctx0" brushRef="#br0">23162 10287 2 0,'-13'-12'5'0,"2"-12"2"0,22 12-7 0,-11 12 2 0,-11-11 9 0,11 11-4 0,-12 0-5 0,12 0 0 0,0 0-2 0,0 0 1 0,0 0 11 0,0 0-30 0,-13 11-12 0</inkml:trace>
  <inkml:trace contextRef="#ctx0" brushRef="#br0">22768 10572 2 0,'0'0'9'0,"13"-34"11"0,-37-16-7 0,-12 29-7 0,0 8-3 0,1 13-1 0,-1 0 0 0,0 0 0 0,0 13 0 0,1 21-1 0,-13 26 2 0,12-1 1 0,1 1 1 0,11 24-1 0,0 21-2 0,12 16-1 0,12-3 0 0,0 24 0 0,-12 2 0 0,12 11 2 0,0 24-3 0,12-13 1 0,-12 2 0 0,12-13 1 0,12 21 0 0,22-44-2 0,3-36 2 0,11-48 0 0,10-1-1 0,2-10 0 0,12-26-1 0,-13-35 2 0,13-47-1 0,-25-13-1 0,1 1 0 0,0-26 0 0,-13-9 1 0,1-36 0 0,-25-26 0 0,-11 14-1 0,0 12 1 0,-12-25-2 0,-36 12-1 0,13 24 1 0,-1 24 1 0,12 0 1 0,-12 23-2 0,1-9 1 0,10 9-1 0,-11 24 1 0,-23 14 0 0,-1-3 1 0,1 13 0 0,-13 2-1 0,1 9 0 0,12 24 0 0,-2 26 0 0,-11 35-1 0,1 12 1 0,0 24 0 0,23 10 0 0,11 13 0 0,2 12 2 0,0 24-2 0,11 12-1 0,12 10 0 0,0 3 1 0,12-1 0 0,-2 0 0 0,15-12-1 0,-14-13 0 0,14 1 1 0,-1-24 1 0,0 0-2 0,10-35 1 0,2-13 0 0,13-12-1 0,-14-23 1 0,1-13 1 0,-11-10-1 0,9-13-1 0,14-13 1 0,0-21-2 0,-12-50-2 0,-2-47 3 0,-21-60-11 0,-26-81-38 0,13 222 24 0</inkml:trace>
  <inkml:trace contextRef="#ctx0" brushRef="#br0">785 14407 0 0,'0'0'0'0,"0"-12"12"0,0-12 6 0,13 1-17 0,-1 23 2 0,-1 0-3 0,2 11 1 0,-1 25-1 0,12-1 0 0,-1 1 1 0,-23-12-1 0,24 12 0 0,-12-1 0 0,0-22 0 0,0-2 0 0,12-11 0 0,12-11 0 0,10-37 1 0,3 0 0 0,141-95-1 0,-82 60 0 0,-13 24-3 0,0-1 3 0,-47 12 1 0,-2 12 1 0,3 13-1 0,-26-2-1 0,2 2-1 0,-2 12 1 0,-11-2-19 0</inkml:trace>
  <inkml:trace contextRef="#ctx0" brushRef="#br0">714 15299 0 0,'13'-11'25'0,"-13"-1"-3"0,0 1-15 0,12 11-6 0,12 11 0 0,-13 1 0 0,13 11 0 0,-1 2 0 0,-10-14-1 0,-1 12 0 0,12-10 1 0,-1-1-1 0,1-12 0 0,12-12 1 0,24-35 0 0,23-13 0 0,0-24-1 0,1 36 0 0,-25-11-1 0,-11 12 2 0,-37-2 2 0,14 15-2 0,-25 21-1 0,0 13-2 0,23 36-54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12718 5477 49 0,'0'-24'31'0,"0"12"-10"0,36 12-19 0,35-11 0 0,25-14 5 0,11 13 0 0,48 1-4 0,35-1 2 0,14-12 0 0,-4 24-2 0,15 0 0 0,-24 0 0 0,-1-12 0 0,1 0-1 0,11-1 0 0,-23 13-1 0,-36 13 0 0,-48-13 5 0,-59 12 1 0,-24 0 0 0,-12-12 16 0,0 0-23 0,0-12-145 0</inkml:trace>
  <inkml:trace contextRef="#ctx0" brushRef="#br0">11051 16145 33 0,'-23'0'33'0,"-1"0"-7"0,11 12-4 0,2 0-5 0,-1 0-7 0,48-12-2 0,11 0-4 0,36 12-1 0,26-12 0 0,68 0-1 0,38 0-3 0,23-12 2 0,37 0-1 0,34 0 0 0,-1 0 2 0,3-1-1 0,-14 13 0 0,0 0 0 0,-22 0 0 0,-26 0-1 0,-10 13 1 0,-48-13 0 0,-37 0-1 0,-23 0 2 0,-13-13 0 0,-33 2 0 0,-49-1 0 0,-12 12 1 0,-24 0 1 0,11 0 1 0,1-24-3 0,-12 12-1 0,36-11-60 0,-12 23-45 0</inkml:trace>
  <inkml:trace contextRef="#ctx0" brushRef="#br0">15076 5834 5 0,'0'-23'13'0,"0"10"-10"0,0 1 0 0,0 0 2 0,0-11 3 0,12-1-1 0,-1-13-5 0,2 14 0 0,-13 0 1 0,12 11 3 0,-24 12-1 0,-12-13-1 0,-1 2-1 0,-11-1-1 0,-22 35 0 0,22 2-2 0,0-13 1 0,13 22 1 0,10-9 0 0,13 23 0 0,0 0-1 0,0-37 0 0,0 1 0 0,13-1 0 0,10 14 0 0,1 0-1 0,12-4 0 0,0 16 2 0,-12-13-2 0,11 12 1 0,1-12 0 0,11-1-1 0,-10 1 1 0,-14 0-1 0,-12-11 1 0,-11 10-1 0,13 25 0 0,-26-25 1 0,2 13 1 0,-36-11-1 0,-13-14 0 0,12-11 0 0,-23 0 0 0,11-24 0 0,12 0 0 0,25-12 0 0,12 0 0 0,22-10 0 0,25-4-1 0,11 16 0 0,49-14-15 0,-14-12-66 0</inkml:trace>
  <inkml:trace contextRef="#ctx0" brushRef="#br0">14850 16347 17 0,'0'-12'24'0,"0"12"0"0,-12 0-10 0,12 12-2 0,-24 24-1 0,-12 12-4 0,-24 11 0 0,13 1-3 0,-12-1-2 0,11-11 2 0,0-12-3 0,48-24-1 0,-34 22 2 0,9-9 0 0,1 0 0 0,24-25 1 0,12 0 4 0,12-13-7 0,23 13 1 0,1-12 0 0,12 12-1 0,-13 0 1 0,-23 0-1 0,-12 0 0 0,24 0 0 0,-25 0 0 0,13-12 2 0,-12 12-6 0,-12 0-23 0,0-13-73 0</inkml:trace>
  <inkml:trace contextRef="#ctx0" brushRef="#br0">14671 16479 36 0,'0'-13'16'0,"0"1"9"0,11 71 8 0,2 62-18 0,-1 9-7 0,-12-11-4 0,0-37-2 0,11-32-2 0,2-27-16 0,-1-12-76 0</inkml:trace>
  <inkml:trace contextRef="#ctx0" brushRef="#br0">15063 5953 10 0,'-23'0'6'0,"23"-12"2"0,23 12-5 0,13-25 3 0,0-9 3 0,1-3-5 0,-26-10 1 0,-11 23 2 0,-11 1-1 0,-13-13-2 0,0 0-2 0,-1 13 0 0,2 11 0 0,-26 12-1 0,-9 23 1 0,-25 13-1 0,-1 24 1 0,25 11 0 0,-2 11-1 0,38-9 0 0,10 9-1 0,26 14 0 0,23-24 0 0,12-35 1 0,-1-16 0 0,1-31 2 0,0-26 2 0,23-48-2 0,-23 13-1 0,10 12-1 0,-9 11-1 0,-26 0 1 0,1 2 0 0,-24 9 0 0,0 24 1 0,0 2-1 0,0 11-1 0,0 0 0 0,0 48 0 0,0 36 0 0,-11 46 1 0,-2 37-2 0,13-12 1 0,0-25 3 0,13-34-2 0,-13-37 1 0,0-34 0 0,-13-14 2 0,2-35-8 0,11-47-45 0,0 0-13 0</inkml:trace>
  <inkml:trace contextRef="#ctx0" brushRef="#br0">15135 5774 20 0,'-11'-11'5'0,"-1"-1"1"0,12-12-2 0,12-24 2 0,-12 13 1 0,0 23 0 0,-36-1 0 0,-12 13-3 0,-11 0 0 0,11 25 0 0,1 10-2 0,-1 13-2 0,-12 11 1 0,0 13 1 0,24 11 0 0,13-24-2 0,23 12 1 0,36-21-1 0,12-4 1 0,11-21 0 0,0-25 2 0,-11-25-1 0,0-34 1 0,12-12-2 0,-14 0 1 0,3 0-3 0,-26 21 4 0,-10 3-3 0,-13 12 1 0,0 23-1 0,0 1 1 0,0 11-1 0,-13 46 0 0,2 38 1 0,-1 23 0 0,12 24-1 0,0 24 0 0,0-12 0 0,12 11 1 0,-24-46 1 0,12-48 4 0,-13-26-1 0,13-21-1 0,-11-26-1 0,-1-10-117 0</inkml:trace>
  <inkml:trace contextRef="#ctx0" brushRef="#br0">15802 14966 1 0,'0'0'6'0,"0"0"14"0,12-11-1 0,-12-2 0 0,0 13-2 0,0 0-2 0,0-12-2 0,0 12-2 0,0 0-3 0,0 0-2 0,0-12-1 0,12 12 0 0,-12 0-1 0,0-11-1 0,0 11-1 0,0 11-1 0,0 1 0 0,0 13 1 0,0 9-2 0,0 15 1 0,0-2 2 0,-12-11-1 0,12 0 1 0,0-24-1 0,0 0 0 0,0-12 1 0,0 0-1 0,0-12-51 0,0 0-47 0</inkml:trace>
  <inkml:trace contextRef="#ctx0" brushRef="#br0">15957 14704 3 0,'0'0'4'0,"0"0"26"0,0-12 1 0,0-1-4 0,0 13-6 0,0-10-8 0,0 10-8 0,11 10-4 0,2 27 0 0,-1 23 0 0,-1 23 0 0,2 13 0 0,-1 9-1 0,-12 4 0 0,-12-13 1 0,-24-25 0 0,-13-24 0 0,-9-23 0 0,22 10 1 0,0-21-1 0,0 11 1 0,25-24 0 0,-1 13-1 0,-1-13-1 0,26-13-106 0</inkml:trace>
  <inkml:trace contextRef="#ctx0" brushRef="#br0">23209 14823 0 0,'0'0'1'0,"12"-12"11"0,-12 1-4 0,12 11 1 0,0-12 1 0,-12 24 0 0,-24 11-1 0,-23 25-1 0,-25 23-2 0,12 1-1 0,1-13-3 0,10-11 1 0,15-25-1 0,22-10-2 0,12-1-13 0,0-48-30 0,0 24 15 0</inkml:trace>
  <inkml:trace contextRef="#ctx0" brushRef="#br0">22934 14834 2 0,'0'0'0'0,"13"0"19"0,-1-11 6 0,-1 11-11 0,14 24-4 0,-14 47-5 0,14 0-3 0,-1 13-1 0,23-13-1 0,0-23 1 0,-11-12 0 0,-12-24 1 0,-12-24 0 0,-12-12-13 0,0 12-56 0</inkml:trace>
  <inkml:trace contextRef="#ctx0" brushRef="#br0">15743 15800 8 0,'-13'-36'30'0,"26"23"-8"0,-13 13-16 0,36 0-1 0,-1 0 0 0,-11 13-1 0,0 11-2 0,-24 0 0 0,-12 11 0 0,-12 13 1 0,-11-24-1 0,10 0 0 0,14-13 0 0,-1 1-1 0,12-12 1 0,23 0 4 0,13 0-4 0,0-12-1 0,12 1 0 0,-2-1 0 0,-21 12-9 0,-1 0-23 0,-24-12-37 0</inkml:trace>
  <inkml:trace contextRef="#ctx0" brushRef="#br0">15922 15525 48 0,'0'0'6'0,"10"13"2"0,62 106 8 0,-1 83-15 0,-46 24 0 0,-84-58 0 0,-25-74 4 0,13-58-2 0,47-36-7 0,24-25-73 0</inkml:trace>
  <inkml:trace contextRef="#ctx0" brushRef="#br0">23126 15704 1 0,'12'-24'9'0,"-1"13"3"0,-22 11 1 0,-37 11 0 0,-11 37-4 0,-13 24-4 0,-11-25 0 0,23 1 0 0,25-24-4 0,11-12 0 0,24 0-7 0,0-12-25 0,11-12-2 0</inkml:trace>
  <inkml:trace contextRef="#ctx0" brushRef="#br0">22804 15657 3 0,'0'0'0'0,"0"-36"19"0,0 0 4 0,0 24-7 0,12 35-8 0,12 73-3 0,0 12-2 0,24-2 0 0,-13-35-2 0,1-34 1 0,0-24-1 0,-36-26 2 0,12-11-8 0,-12 11-69 0</inkml:trace>
  <inkml:trace contextRef="#ctx0" brushRef="#br0">15707 16538 2 0,'0'0'0'0,"0"-12"14"0,0-1 5 0,0 13-5 0,12-11-6 0,-1 11-1 0,2 0-1 0,23 0-4 0,-13 24-1 0,-11 24 0 0,-24-1 4 0,-35-11-1 0,35-12-4 0,35-12 1 0,25 23-1 0,-24-11-1 0,-24 13 5 0,-36-26 0 0,-36 1-2 0,37-24-20 0,23 1-41 0</inkml:trace>
  <inkml:trace contextRef="#ctx0" brushRef="#br0">15898 16335 60 0,'24'12'3'0,"58"95"11"0,-11 23-4 0,-71 2-3 0,-94-1-4 0,-37-23-8 0,0-37-85 0</inkml:trace>
  <inkml:trace contextRef="#ctx0" brushRef="#br0">22781 16705 0 0,'0'0'0'0,"-24"-37"15"0,24 3 11 0,11 21-8 0,2 13-11 0,-13 47-2 0,0 13-1 0,12 1-2 0,11-15 0 0,-12-21-1 0,38-50 4 0,45-46-3 0,38-25-2 0,-25 49-2 0,-59 10 4 0,-36 27 1 0,0-14-2 0,1 24-1 0,10 0-51 0,-23 0 18 0</inkml:trace>
  <inkml:trace contextRef="#ctx0" brushRef="#br0">23149 17383 1 0,'13'-12'7'0,"-13"12"-3"0,12-25 21 0,-1 15-11 0,-11 10-5 0,0 0-3 0,-23 47-2 0,-37 37-2 0,0-37 9 0,-12 13-11 0,2-12-1 0,22-14 1 0,12 3-7 0,24-37-19 0,12-12-14 0,0 0 31 0</inkml:trace>
  <inkml:trace contextRef="#ctx0" brushRef="#br0">22852 17346 2 0,'0'0'0'0,"0"-34"31"0,24 10-5 0,-12 36-19 0,24 47-2 0,-13 60-5 0,0-46 4 0,2-2-6 0,-1-37 1 0,-1 3 0 0,1-13 1 0,0-24 3 0,-24-12-8 0,12-12-60 0</inkml:trace>
  <inkml:trace contextRef="#ctx0" brushRef="#br0">12552 16526 19 0,'-12'0'15'0,"12"48"10"0,-13 35-12 0,13 12-9 0,0-12-3 0,13-24 0 0,-26-34-7 0,13-13-31 0,-11-12 9 0</inkml:trace>
  <inkml:trace contextRef="#ctx0" brushRef="#br0">12148 17120 3 0,'-13'0'8'0,"1"13"19"0,48-26-12 0,59 2-5 0,48-24-4 0,-13 23-2 0,-22-12-1 0,-37 1-1 0,-48 10-3 0,-23 13-27 0,-23 13-14 0</inkml:trace>
  <inkml:trace contextRef="#ctx0" brushRef="#br0">12516 17228 10 0,'0'0'0'0,"0"0"15"0,0 0 11 0,-25 36-17 0,-9 12-4 0,-26 11-3 0,0 13-2 0,13-1-1 0,23-47 10 0,12 0-8 0,0-12 0 0,24-12 1 0,24-12 1 0,35-12-5 0,-12 12-2 0,1 0 5 0,-13 12 0 0,-22-13-1 0,-2 26-8 0,-23-1-17 0,0-12-14 0</inkml:trace>
  <inkml:trace contextRef="#ctx0" brushRef="#br0">12540 17300 1 0,'0'0'0'0,"0"-48"19"0,0 24 8 0,12 71-11 0,-1 61-10 0,-11 10-3 0,0-34 4 0,0 0-6 0,0-36 0 0,0-25 0 0,0-23 2 0,0 0-2 0,0-13-23 0,0 3-40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929 3096 5 0,'-24'0'7'0,"12"0"-5"0,12 0-1 0,12-12 10 0,0 12 7 0,24 0-9 0,24 12-4 0,23-12-3 0,0 0 0 0,25 0 2 0,-1 0 1 0,0 11-2 0,0 1 2 0,0-12-3 0,12 0-1 0,0 0 2 0,-1 25-1 0,3-14-1 0,-14 12 0 0,12-23 2 0,0 0-1 0,11 0 0 0,13 0-2 0,-11 0 0 0,23 0 0 0,-1-11 1 0,1-12 0 0,0 23 0 0,-12 0-1 0,0 0 0 0,12 0 1 0,-13 0-1 0,1 0 1 0,0 0-1 0,-12-13 0 0,12 1-1 0,0 12 1 0,-12-12 1 0,1 1-1 0,-2-1 0 0,-11 12 0 0,-12 0 0 0,-12-11 0 0,-23-2 0 0,-35 13 2 0,-37 0 11 0,0-12-4 0,-13 12-35 0,13 12-63 0</inkml:trace>
  <inkml:trace contextRef="#ctx0" brushRef="#br0">1775 4989 0 0,'-13'0'4'0,"26"0"4"0,10-11 6 0,13 11-3 0,1 0-2 0,10 0 0 0,12 0-3 0,1 0-1 0,10 0-1 0,15 0 1 0,9 0 1 0,2-13-3 0,23 1 0 0,-12-13 0 0,12 25 0 0,0-11 1 0,-11-1-1 0,23 1-2 0,-12-1 1 0,11 0 0 0,-10-1-1 0,-2 13 0 0,2 0 0 0,-1-11 0 0,12-1 0 0,12 1 3 0,0 11-3 0,0-13 0 0,12 1-1 0,-1 12 1 0,-12 0 1 0,14 0 1 0,-1 0-2 0,22 0 0 0,27 0-1 0,-37 0 1 0,-36 0 0 0,-1 0 0 0,2 12-1 0,-1-12 0 0,0 0 0 0,-12 13 0 0,-12-13 2 0,-12 0-2 0,0 11-1 0,0-11 1 0,12 12 1 0,1-1-2 0,-1 2 2 0,23-13-1 0,-10 0-1 0,11 12 1 0,-12-12 0 0,1 12 0 0,-14-12 1 0,3 11-2 0,9 1 2 0,-23-1-3 0,-12 2 3 0,-11 11-2 0,-13-11 3 0,13-13 0 0,-1 11-2 0,-24-11 1 0,2 0-1 0,-14-11-2 0,-23-14 4 0,-1-23 0 0,14-34-1 0,-1-26 0 0,11 1 0 0,-11 0-1 0,0-12 1 0,-12 11 0 0,-12-23 0 0,0 60-1 0,12 35 0 0,-12-10 1 0,0 9-1 0,-12 1-1 0,12 12 0 0,-24 12 1 0,-24-11 0 0,-24 11 0 0,-22 1 0 0,-49-2 0 0,-36 1 0 0,-11 0 0 0,-25 12 1 0,-12-13-1 0,-22 13-1 0,-37 0 1 0,-23 0 1 0,-1 0 0 0,-1 0 0 0,15-11 0 0,-2 11-1 0,0 0 0 0,1 24 1 0,23 0-4 0,24 0 4 0,23-12 0 0,25-1-1 0,0-11-3 0,35 12 3 0,12 0 1 0,24 1-1 0,0-2 0 0,-24-11 0 0,-1 12-1 0,15-1-1 0,-2-11-1 0,46 0 0 0,27 0 1 0,-13-11-1 0,-13 11-2 0,0 11 1 0,26 2 2 0,10-1 1 0,24 13 0 0,13-14 0 0,-13 24 0 0,12 1 0 0,0 35-1 0,0 2 1 0,24 9 3 0,-12 37-1 0,24 24 1 0,0-12 1 0,0-12-1 0,-12-24-2 0,-12-35 3 0,0-36 1 0,12-24-1 0,12 0-12 0,24 0-101 0</inkml:trace>
  <inkml:trace contextRef="#ctx0" brushRef="#br0">3454 14585 0 0,'0'0'0'0,"0"-11"10"0,12-2 6 0,0-11-9 0,10 13-3 0,-22-12 0 0,13-14 0 0,-13 1 1 0,-13 13-2 0,13-2 1 0,-22 14-2 0,10 11 0 0,-12 0 1 0,-12 24 0 0,12 11 0 0,-11 25-1 0,11-13-1 0,12 1-1 0,1-12 1 0,22-24 0 0,1 0 0 0,24-36 1 0,-2-12-2 0,-9-12 0 0,-13 14 0 0,12 21 0 0,-24 1 0 0,12 37 0 0,-12 33 2 0,0 60 1 0,12 26-1 0,0 11-1 0,-2-36 1 0,-20-35 0 0,-14-61 2 0,-12-23 1 0,12-83-3 0,11-36-1 0,13 12-1 0,37-12 0 0,11 12-15 0,23 35-68 0</inkml:trace>
  <inkml:trace contextRef="#ctx0" brushRef="#br0">3823 14574 2 0,'0'0'3'0,"12"-71"25"0,0 34-5 0,-24 13-9 0,12 1-5 0,-24 23-4 0,0 23 0 0,-12 13-2 0,13 12-2 0,-13 0-1 0,23-14 0 0,13-9 1 0,13-13-1 0,23-24 2 0,-13-24-2 0,13-12 0 0,-12 13 0 0,0 11 1 0,-12 0-1 0,-12 24 0 0,0 12 0 0,0 24 0 0,0-1 0 0,0 1 0 0,24-13 0 0,11-10 0 0,-11-13 0 0,24 0 0 0,-24-24 1 0,11 1 1 0,-12-14-2 0,-10 14 0 0,-1-1 0 0,-1 24 0 0,2 24 1 0,-1 11-1 0,-12 1 1 0,0 0-1 0,-12-12 1 0,24-11 0 0,11-26 1 0,13-35-1 0,12 12 0 0,-12 24-1 0,11 24 0 0,-23 24 0 0,0-25 1 0,0-11-1 0,-2-11 0 0,-22 22 0 0,13 2 0 0,-1-1 0 0,-1-12-5 0,-11-25-32 0,0 14-17 0</inkml:trace>
  <inkml:trace contextRef="#ctx0" brushRef="#br0">4096 14145 96 0,'-11'0'0'0,"-1"-23"2"0,12 23-8 0,12 23-75 0</inkml:trace>
  <inkml:trace contextRef="#ctx0" brushRef="#br0">5371 14193 4 0,'24'-13'17'0,"0"-22"22"0,-12 35-18 0,-1 35-8 0,-22 12-5 0,-25 24-3 0,-13-10-3 0,-9-13-1 0,34-25 0 0,-24 25 0 0,48-36-1 0,36 12 2 0,12 11 1 0,-2 13-1 0,15 13 1 0,-2-3-2 0,-36-22 2 0,2-12-2 0,-25-24 3 0,0-13-1 0,0 2-42 0,-12-1-28 0</inkml:trace>
  <inkml:trace contextRef="#ctx0" brushRef="#br0">5670 14549 37 0,'0'-12'11'0,"23"12"18"0,24 0-20 0,25-11-6 0,-1-1-4 0,-12 12-26 0,-47 0-33 0</inkml:trace>
  <inkml:trace contextRef="#ctx0" brushRef="#br0">5752 14621 5 0,'-12'12'12'0,"-24"13"28"0,36-14-23 0,36-11-6 0,36-11-9 0,11-14-30 0,-47 13-27 0</inkml:trace>
  <inkml:trace contextRef="#ctx0" brushRef="#br0">6169 14466 20 0,'0'0'0'0,"0"-13"47"0,-12 13-22 0,0 37-19 0,0 34-3 0,24 1-1 0,24-26-1 0,11-21 0 0,12-25 2 0,-22-46 0 0,-25-27-1 0,-24 2 1 0,-36 23-1 0,0 35-2 0,1 26-93 0</inkml:trace>
  <inkml:trace contextRef="#ctx0" brushRef="#br0">6573 14503 86 0,'-23'-13'20'0,"23"-24"-2"0,0 26-16 0,23 11-52 0,-10 11-17 0</inkml:trace>
  <inkml:trace contextRef="#ctx0" brushRef="#br0">7038 14490 26 0,'0'0'15'0,"-12"-37"14"0,0-9-9 0,-12 34-13 0,1-1-3 0,-13 26-1 0,12 22-1 0,1 1-2 0,34 12 0 0,37 12 0 0,-12-1 0 0,-25-13 0 0,-34-21 1 0,-13-25 4 0,12-35 0 0,12-13-3 0,60 1-13 0,11-1-35 0,1 25-8 0,-23 23 72 0,-26 23 35 0,-1 25-35 0,26-1-14 0,-11 24-5 0,-37-34-19 0,-24-37-47 0,23 0 54 0</inkml:trace>
  <inkml:trace contextRef="#ctx0" brushRef="#br0">7110 14526 36 0,'10'-12'14'0,"62"-36"34"0,-1 12-28 0,-10 1-12 0,-25 22-6 0,-13 2-4 0,1-1-58 0,-12 12 14 0</inkml:trace>
  <inkml:trace contextRef="#ctx0" brushRef="#br0">11539 14608 3 0,'0'0'22'0,"0"-11"3"0,12 11-15 0,12-23-1 0,-11-2-2 0,-13-10-4 0,0 24-1 0,0-14-1 0,-13 13 2 0,1-1 0 0,0 13 0 0,0-11-1 0,-12 11-1 0,1 11 0 0,-1 14 1 0,-1-13 0 0,-11 12 0 0,14 11-1 0,-2 1-1 0,12-13 0 0,24 2 2 0,12-37 0 0,23-12-1 0,-11 12-3 0,-36 12 3 0,11 0-2 0,37 36 1 0,0 47-1 0,-24 24 0 0,-35-23 1 0,-38-37 2 0,2-47 2 0,11-47 1 0,36 11-24 0,36 24-63 0</inkml:trace>
  <inkml:trace contextRef="#ctx0" brushRef="#br0">11920 14692 18 0,'0'-23'8'0,"24"-38"14"0,-12 27-4 0,-12-3-6 0,-12 26-3 0,-12-1-5 0,-11 24-2 0,-1 11 0 0,0 13-1 0,11 0-1 0,15 1 0 0,10-16 0 0,0 4 1 0,10-13-1 0,26-24 0 0,13-13 0 0,-13-9 0 0,-14 10 1 0,-9 0 0 0,-1 1 0 0,-12 23 0 0,0 0-1 0,0 23 0 0,11 1 0 0,-11 0-1 0,25 0 2 0,11-1-2 0,-1-23 1 0,1 0 0 0,0-13 0 0,0-8-1 0,-2-16 2 0,3 13 0 0,-1 1 0 0,-24 10 0 0,-12 13 0 0,0 24-1 0,0 12 1 0,-12 12-1 0,12-25 0 0,12-11 0 0,10-12 1 0,14 0 0 0,0-12-1 0,0-1 1 0,1-21 0 0,10 10-1 0,-24 24 1 0,-10 0-1 0,10 24 1 0,-23 0 0 0,12-14 1 0,-12-10 0 0,12 0 1 0,12-34-2 0,0 10-1 0,12 24 0 0,-14 37 0 0,3-16-1 0,-14 4-20 0,-34-37-43 0,10-1 37 0</inkml:trace>
  <inkml:trace contextRef="#ctx0" brushRef="#br0">12444 14311 70 0,'-24'-34'18'0,"13"21"-8"0,46 13-20 0,-11 13-54 0</inkml:trace>
  <inkml:trace contextRef="#ctx0" brushRef="#br0">13110 14359 23 0,'-11'-36'30'0,"-1"11"1"0,-11 4-15 0,23 8-8 0,23 26-4 0,13 21-4 0,24 14 0 0,-1 12 1 0,1-13 0 0,-13-23 0 0,-23-24 1 0,-12 0 1 0,-12 0 1 0,0 0-2 0,-23 24-2 0,-25 36 0 0,0 24 1 0,-1-13 1 0,27-12 1 0,-2-36-1 0,24-11 1 0,-12-24 0 0,12-11-13 0,36-13-100 0</inkml:trace>
  <inkml:trace contextRef="#ctx0" brushRef="#br0">13741 14466 21 0,'0'0'20'0,"0"0"7"0,0-13-15 0,25 2-7 0,-14-24 1 0,-11-1 1 0,0 24-2 0,0 1-2 0,-11 11-2 0,-1 0 0 0,-12 34-1 0,1 37 1 0,11 2 0 0,0-14-1 0,24-11 0 0,23-23 2 0,12-25 1 0,-11-50 1 0,-11-21-2 0,-37-13-1 0,-48 26 1 0,13 45-4 0,11 26-30 0,23 11-46 0</inkml:trace>
  <inkml:trace contextRef="#ctx0" brushRef="#br0">13922 14453 52 0,'0'0'22'0,"23"-34"4"0,-23 22-22 0,0 24-52 0,0-12 17 0</inkml:trace>
  <inkml:trace contextRef="#ctx0" brushRef="#br0">14267 14478 16 0,'0'0'5'0,"11"-36"26"0,1 1-5 0,-12 10-16 0,-12 2-4 0,1 12-1 0,-13-14-2 0,-12 13-2 0,0 12 0 0,12 24 0 0,-11 0 0 0,35-1-1 0,0 25 1 0,35-12-1 0,12 24 0 0,13-1-1 0,-36-11 1 0,-48-23 2 0,-36-25 2 0,13-25 0 0,22-23 0 0,50 12-3 0,35 1-6 0,0 11-24 0,-1-13-31 0,-35 37 33 0</inkml:trace>
  <inkml:trace contextRef="#ctx0" brushRef="#br0">14409 14382 8 0,'12'0'15'0,"0"-11"20"0,0-1-7 0,-12 12-19 0,-12 36-1 0,24 11-4 0,25 14-2 0,-3-15-1 0,-22-21 1 0,-24-2 0 0,-47-23-8 0,-1-36-26 0,36-11-24 0</inkml:trace>
  <inkml:trace contextRef="#ctx0" brushRef="#br0">14469 14348 38 0,'36'-13'41'0,"11"-11"-20"0,13 11-14 0,-1-8-9 0,-12 21-74 0</inkml:trace>
  <inkml:trace contextRef="#ctx0" brushRef="#br0">12384 15026 7 0,'-11'-12'21'0,"11"0"1"0,-12-1-5 0,12 13-5 0,0 0-5 0,12 0-4 0,12 0-1 0,23 0-1 0,25 0 0 0,-1 0 0 0,48 0 0 0,24-11-1 0,25 11 1 0,10 0-3 0,-24 0 2 0,-11 0 1 0,-12-12-1 0,0 1 1 0,-12 11-1 0,-23-13 0 0,-25 13 1 0,-11-12 1 0,-48 12 4 0,-2 0 2 0,-10-12-2 0,13 1-4 0,-13 11-6 0,0 11-48 0,0 13-6 0</inkml:trace>
  <inkml:trace contextRef="#ctx0" brushRef="#br0">12980 15299 3 0,'0'0'5'0,"0"0"23"0,-12 0-7 0,36 12-1 0,48 13-14 0,23-14-5 0,-1 1 1 0,-22-12 1 0,-24 0-2 0,-25-23-2 0,2 10-20 0,-14 1-30 0,-11 12 34 0</inkml:trace>
  <inkml:trace contextRef="#ctx0" brushRef="#br0">13373 15276 5 0,'-11'0'13'0,"-13"0"18"0,24 23-15 0,11 14-9 0,13-3-3 0,-12 3-1 0,-12-13 1 0,-36-1-7 0,12-11-57 0</inkml:trace>
  <inkml:trace contextRef="#ctx0" brushRef="#br0">13790 15265 5 0,'0'-25'22'0,"-13"13"6"0,13 12-14 0,-11 37-8 0,-1 9-1 0,12 2-3 0,12-12-1 0,12-24 2 0,-1-24 2 0,2-36-2 0,-14 12 0 0,-22 1-1 0,-37 24-10 0,24 11-44 0,24 11 28 0</inkml:trace>
  <inkml:trace contextRef="#ctx0" brushRef="#br0">13956 15276 36 0,'0'0'6'0,"0"-24"24"0,0 12-25 0,13 24-75 0</inkml:trace>
  <inkml:trace contextRef="#ctx0" brushRef="#br0">14183 15276 5 0,'0'-11'13'0,"11"-14"5"0,2 0-4 0,-13 2-5 0,0 23-2 0,0-11-3 0,-24-1-2 0,12 12 1 0,-1 0 1 0,2 0-1 0,-1 0 1 0,-1 12-3 0,3-1 0 0,-2 1-1 0,12-1 1 0,0-11-1 0,22 25 1 0,27 23-1 0,-37 0-1 0,-12 11 2 0,-36-35 0 0,1-12-2 0,-1-2-55 0,36-10 29 0</inkml:trace>
  <inkml:trace contextRef="#ctx0" brushRef="#br0">14373 15441 44 0,'-23'25'34'0,"-1"11"-18"0,-12 0-10 0,0-12-11 0,25-1-72 0</inkml:trace>
  <inkml:trace contextRef="#ctx0" brushRef="#br0">14850 15204 58 0,'0'0'0'0,"-36"-12"18"0,24 12-8 0,0 36-3 0,0 1-5 0,24-14 0 0,25-23 2 0,-14-23-1 0,1-14-1 0,-12 13 0 0,-48 12-4 0,-12 12-37 0,36 12-7 0</inkml:trace>
  <inkml:trace contextRef="#ctx0" brushRef="#br0">14957 15192 43 0,'0'0'0'0,"0"-11"21"0,0 11-34 0,12 0-32 0</inkml:trace>
  <inkml:trace contextRef="#ctx0" brushRef="#br0">15112 15157 30 0,'0'0'23'0,"0"0"-1"0,0 35-9 0,23 13-9 0,1 0-3 0,-24-13-8 0,-60-11-39 0,37-12 9 0</inkml:trace>
  <inkml:trace contextRef="#ctx0" brushRef="#br0">15063 15157 8 0,'0'0'0'0,"36"-24"13"0,13 1 2 0,-14 23-12 0,-12 11-34 0</inkml:trace>
  <inkml:trace contextRef="#ctx0" brushRef="#br0">15326 15181 27 0,'0'0'16'0,"12"23"-7"0,-12 61-55 0</inkml:trace>
  <inkml:trace contextRef="#ctx0" brushRef="#br0">15374 15441 48 0,'-24'0'16'0,"-12"37"-7"0,0-13-7 0,13-24-31 0,23 0-12 0</inkml:trace>
  <inkml:trace contextRef="#ctx0" brushRef="#br0">15659 15133 7 0,'-11'-12'24'0,"11"1"-8"0,-12-2-7 0,12 1-2 0,0 12 0 0,-13 0-1 0,13-12 0 0,-11-1-1 0,-14 3-1 0,14 10-1 0,-24 10-2 0,11 15 0 0,0 0 0 0,24-14-1 0,0 1 1 0,36-12 1 0,-14 24-3 0,3 11 1 0,-14 25 0 0,-11-24 0 0,13-13-1 0,-26-11 3 0,2 1-1 0,11-13-1 0,0 0-7 0,11 0-78 0</inkml:trace>
  <inkml:trace contextRef="#ctx0" brushRef="#br0">15755 15204 9 0,'0'0'7'0,"0"-12"20"0,0 1-3 0,0 11-3 0,-12 0-5 0,12-12-5 0,0 0-5 0,0 12-5 0,-13 24-43 0,13-13-29 0</inkml:trace>
  <inkml:trace contextRef="#ctx0" brushRef="#br0">15648 15204 11 0,'0'0'8'0,"-12"-12"25"0,12 1-8 0,0 11-13 0,-13-12-4 0,13-13-4 0,0 2-1 0,0 23-2 0,0-24 1 0,-11 24-1 0,-1 0 0 0,-1 0 1 0,-10 0-2 0,-12 36 1 0,-1 12-1 0,12-1 0 0,24 13-1 0,36-37 2 0,10 2 0 0,15-25-1 0,-14-37 3 0,-11-34 0 0,-36-24-2 0,-23 22 2 0,-26 63-4 0,2 10-2 0,35 35-100 0</inkml:trace>
  <inkml:trace contextRef="#ctx0" brushRef="#br0">15838 15144 76 0,'0'-11'20'0,"-12"-12"-1"0,24 10-15 0,-12 13-28 0,12 13-59 0</inkml:trace>
  <inkml:trace contextRef="#ctx0" brushRef="#br0">16041 15133 27 0,'-12'-12'30'0,"0"-12"-7"0,-1 12-12 0,13 0-5 0,-11-1 1 0,-1 13-4 0,-12 0-1 0,12 0-1 0,-11 0-1 0,11 0 1 0,0 13-1 0,-12-1 1 0,12 13-1 0,0-2 1 0,12-12-1 0,24 2 1 0,12-1 0 0,-24 11-2 0,-12 25 1 0,0-12 0 0,0-13-4 0,0 1-41 0,0-11-18 0</inkml:trace>
  <inkml:trace contextRef="#ctx0" brushRef="#br0">16064 15204 17 0,'11'-35'24'0,"2"-1"4"0,-13 13-6 0,0 23-12 0,-24 23-9 0,13 25 0 0,22-1-1 0,13 13 0 0,-24-25-6 0,-35 1-6 0,11-12-40 0,12-24 25 0</inkml:trace>
  <inkml:trace contextRef="#ctx0" brushRef="#br0">15826 15407 24 0,'-12'12'17'0,"-36"0"25"0,48-12-24 0,108 0-12 0,22-24-4 0,-59 12-2 0,-71 12-2 0,-34 0-9 0,-39 12-26 0,27 12-20 0</inkml:trace>
  <inkml:trace contextRef="#ctx0" brushRef="#br0">15659 15646 44 0,'0'0'0'0,"-23"11"45"0,59-22-29 0,83-26-11 0,0 13-5 0,-84 24-1 0,-35-12-10 0,-23 12-81 0</inkml:trace>
  <inkml:trace contextRef="#ctx0" brushRef="#br0">7848 4905 1 0,'-25'-23'23'0,"-9"11"-12"0,10-1-2 0,0 13 3 0,12 0 0 0,12 0-4 0,60 0-2 0,35-11-2 0,36-1 0 0,0 12-2 0,-12 0 0 0,-60 12 1 0,-47-12 2 0,-12 0 1 0,-71 0-4 0,-60 0 0 0,-12 11-2 0,0 2 1 0,11-1 0 0,50-12-1 0,46 12 1 0,36-12-1 0,46 0 0 0,62-12 1 0,35 0-1 0,0 12 0 0,-35 0 1 0,-50 0-2 0,-45 0 2 0,-37 0-1 0,-83 0 1 0,-36 12-1 0,0 0 0 0,72-1 0 0,58-11 0 0,62 12 0 0,58-12 0 0,36 0 0 0,10 0 0 0,-33 0-1 0,-84 11 1 0,-48-11 0 0,-71 13 0 0,-49 11 2 0,14-24-2 0,70 0 0 0,48 0 0 0,84 0 0 0,47 0 0 0,-24 13 0 0,-60-13 2 0,-47 0-1 0,-60 0-2 0,-12 0 3 0,38 34-43 0,34-22-27 0</inkml:trace>
  <inkml:trace contextRef="#ctx0" brushRef="#br0">5633 13620 19 0,'0'0'0'0,"-48"-11"4"0,60 11 2 0,61 0 19 0,69 0-9 0,95 0-9 0,61-23-4 0,24 10-2 0,-1 1 1 0,-48 0-1 0,-69-1-1 0,-85 13 1 0,-83-10 1 0,-48 10-1 0,-84 0-44 0,73 0 10 0</inkml:trace>
  <inkml:trace contextRef="#ctx0" brushRef="#br0">6002 13657 18 0,'0'0'0'0,"-71"11"2"0,153-11 0 0,133-23 2 0,59-2 18 0,48-9-8 0,-26-3-4 0,-68 24-7 0,-132 3 0 0,-85 10-1 0,-83 0-4 0,1 23-63 0</inkml:trace>
  <inkml:trace contextRef="#ctx0" brushRef="#br0">1406 9335 0 0,'11'0'0'0,"73"0"1"0,-13-11 1 0,13 11-1 0,-1 0-1 0,-24 0 2 0,25 0 1 0,-1 0 1 0,1-13 0 0,10 1-1 0,-10 0 3 0,0-1-1 0,-13 13-2 0,-1 0 0 0,3 0 0 0,-3 0 1 0,-9 0 1 0,-2 0 3 0,-11 13-2 0,-12-13-1 0,0 0 0 0,-1-13 1 0,-23 2 1 0,0-1-3 0,-12 12-3 0,0 0-74 0</inkml:trace>
  <inkml:trace contextRef="#ctx0" brushRef="#br0">7156 8131 41 0,'0'-11'8'0,"-23"-1"-4"0,82 24-4 0,48-12 1 0,25 0 11 0,-13-12-3 0,-12 12-4 0,-59 0-2 0,-37 0 5 0,-83 0-2 0,-69 23-5 0,-50-10 0 0,24-13 1 0,84 12-1 0,59 0-1 0,96 1 0 0,81-13 1 0,62-13-2 0,-13 13 1 0,-59 0 0 0,-130 0 2 0,-49 0 0 0,-71 13-37 0,71 8-26 0</inkml:trace>
  <inkml:trace contextRef="#ctx0" brushRef="#br0">12825 7905 20 0,'0'-11'3'0,"-71"11"4"0,10 11-5 0,3 2 17 0,22-13-5 0,24 12-11 0,36-12 1 0,83 12 2 0,36-12-3 0,-24 0-2 0,-59 0-1 0,-72 0 5 0,-72 11 0 0,-70-11-4 0,-1-11 5 0,47 11-4 0,72 0 0 0,36 0-2 0,72 0 1 0,58 23-2 0,38-12 3 0,-49 2-4 0,-107-1 2 0,-48-12 3 0,-59 36-30 0,83-36-25 0</inkml:trace>
  <inkml:trace contextRef="#ctx0" brushRef="#br0">7050 8215 6 0,'0'0'7'0,"-24"-13"9"0,12 13 3 0,12-21-10 0,48 8-6 0,46 1 6 0,38 12-4 0,11 0-4 0,12 12 2 0,-12-12 0 0,-24 13 1 0,-60-2 1 0,-47-11 0 0,-47 0-1 0,-49 0-2 0,-47-11-1 0,-35 11 0 0,-13 11 1 0,47-11 3 0,50 0-3 0,46 0 0 0,36-11 0 0,59-2-2 0,37 1 2 0,46 12-3 0,24-12 2 0,-10-1 0 0,-13 13 0 0,-48 0-1 0,-35 0 1 0,-47 0 0 0,-26 0 2 0,-59 0-3 0,-58 0 1 0,-37 13-1 0,23 11 0 0,26-11 1 0,46-2 1 0,47-11-2 0,50 0 1 0,82-11-3 0,48-14 3 0,36 13-1 0,-13-1 0 0,-59 2 0 0,-83 11 1 0,-36 0 1 0,-24-12 0 0,-11 1-2 0,-13 11 0 0,0 23-46 0,36-12-9 0</inkml:trace>
  <inkml:trace contextRef="#ctx0" brushRef="#br0">5300 8608 7 0,'-12'-25'11'0,"12"25"-10"0,12 0 8 0,-12-21 9 0,10 8-5 0,-10-11 8 0,0 0-7 0,-10-12-8 0,-2-11-3 0,-24 23 2 0,-12-13-3 0,13-9 2 0,-24 21-3 0,-2 2 0 0,2 12-1 0,-13 11 2 0,-24-25-4 0,14 25 4 0,-13-12-2 0,23 12 1 0,-24 0-2 0,14 12 2 0,-15-12-1 0,15 12 0 0,-2-12 1 0,1 13 1 0,-85 34-3 0,86-12 1 0,-2 13 0 0,1 11 1 0,12-22-2 0,35 22 2 0,1 0-2 0,11 1 2 0,12 11-1 0,12-10 0 0,12-3 0 0,35 2 1 0,12-2 0 0,25-8 1 0,0-3 0 0,23-12 0 0,24 1-1 0,0-12 4 0,-1-11-3 0,-10-2-1 0,-2 1 0 0,2-12 0 0,11 0 0 0,-12 0 0 0,-12-23 1 0,-12-2 1 0,-23 0-3 0,-1-9 1 0,13 10 0 0,-37-23 0 0,1-3 0 0,-12 4 0 0,-12-2-1 0,-2 0 2 0,-9 1-1 0,-13-13 1 0,-13 1 0 0,-9-14 0 0,-27 2 0 0,-10 12-1 0,-24 24 0 0,-36 11-11 0,-60 71-116 0</inkml:trace>
  <inkml:trace contextRef="#ctx0" brushRef="#br0">9288 4631 32 0,'-47'12'10'0,"71"0"-6"0,107-12-1 0,12 13 8 0,-13-13-3 0,-21 0-5 0,-27 0-2 0,-46-13 1 0,-36 1 1 0,-12-11-2 0,-35 0-1 0,11-2 2 0,13 25-1 0,23 0 0 0,59 25-1 0,-12 21 1 0,-11 2 1 0,-36-24 2 0,-95 13-4 0,-1-16-38 0,84-8-9 0</inkml:trace>
  <inkml:trace contextRef="#ctx0" brushRef="#br0">10134 4882 30 0,'-11'0'7'0,"-13"-12"9"0,82-60-13 0,38-24 1 0,-36-9-1 0,-24 9-3 0,-26 12-2 0,-10 13 0 0,-46-1 2 0,10 14 0 0,0 58 2 0,24 11-1 0,12 72 6 0,0 49-1 0,0-2-4 0,12-34 0 0,-12-25 0 0,0-24-1 0,-12-35 2 0,12-37-2 0,0-9-3 0,12-14 1 0,12 25 0 0,12 10 0 0,1 13 1 0,-3 0 1 0,14 24-1 0,-24-12 1 0,12 12-1 0,-14 0 0 0,-9-11 0 0,10-2 0 0,13-22 1 0,24-14-2 0,0-11 0 0,-24 0 1 0,-1 12 0 0,-11 1 0 0,-12 23-1 0,0 12 0 0,0 11 2 0,-12 13-1 0,12 0 0 0,24-12 0 0,10-24 1 0,3 0-1 0,-2-37-1 0,0-10-1 0,-22 12 0 0,-14-1 1 0,-11 36 1 0,0 0 0 0,0 36 1 0,13 46 1 0,-1 62 0 0,-1 46-1 0,-11-22 0 0,-11-26-1 0,-14-47 1 0,-34-59 1 0,-12-49-2 0,11-81-7 0,35-25 4 0,50 22 1 0,35 3-1 0,59-25 0 0,12 12 2 0,-36 46 1 0,-35 15 0 0,-26-13 4 0,-34 34 1 0,0 13-4 0,0 24 0 0,-11 84 3 0,0 47-1 0,11-1-1 0,22-33 0 0,3-63-1 0,-25-21 3 0,0-75-1 0,-36-68-5 0,1-48-7 0,23 23 6 0,70 59 0 0,-9 49 0 0,10 47 4 0,-35 23 2 0,-36 12-1 0,-47-10 0 0,-13-3-17 0,49-9-44 0</inkml:trace>
  <inkml:trace contextRef="#ctx0" brushRef="#br0">11730 4763 38 0,'-12'-11'26'0,"12"11"-20"0,60-25-6 0,-14-11 0 0,-33 0 1 0,-1 1-1 0,-12-1 0 0,-25 12 0 0,-11 0-1 0,2 24 3 0,10 24 1 0,0 36 0 0,12 11-1 0,24 1 0 0,36-25 0 0,11-34 0 0,13-38 0 0,-1-10-9 0,1 11-38 0,-49 24 10 0</inkml:trace>
  <inkml:trace contextRef="#ctx0" brushRef="#br0">12135 4597 49 0,'-60'-37'15'0,"60"37"-13"0,73 12-2 0,-16 47 1 0,-32 12 5 0,-1 0-2 0,-36-21-2 0,-25-27 5 0,3-46 0 0,22-48-5 0,35-13-1 0,49 13-1 0,-1 21-8 0,13 27-33 0,-49 23-6 0</inkml:trace>
  <inkml:trace contextRef="#ctx0" brushRef="#br0">12849 4655 5 0,'12'-12'4'0,"-1"-23"8"0,14-13-1 0,-25 35 3 0,-25 38 0 0,-11 71-3 0,14 22-5 0,10 13-3 0,0 1 0 0,36-14-1 0,-13-34-2 0,-11-72-2 0,-11-84-2 0,-13-70-1 0,-1-61-2 0,14 25 6 0,22 94 1 0,49 47-1 0,23 62 2 0,-23 23 3 0,-36 11-4 0,-48-23 2 0,-47-12-33 0,59-11-8 0</inkml:trace>
  <inkml:trace contextRef="#ctx0" brushRef="#br0">13314 4739 0 0,'0'0'0'0,"48"-48"9"0,-14 0 5 0,-21 2 7 0,-26 9-12 0,-10 13-5 0,-25 12-1 0,12 12-1 0,-23 23 5 0,24 38-4 0,11-14-3 0,0 13 0 0,36-36 1 0,12 0 0 0,0-35 0 0,-1-14-2 0,-11-11 1 0,24 0-1 0,-25 12 1 0,2 1 1 0,-1 12 1 0,-12 11-1 0,24 11-1 0,-13 12-1 0,-11 14 2 0,0-3-2 0,13-9 2 0,10-13-1 0,24-12 1 0,1-24-1 0,12-36 1 0,-23 36-1 0,-3 1 0 0,-11 23 2 0,13 35 0 0,1 1-2 0,-3-13 2 0,-9-23 1 0,-14-23 4 0,2-25-4 0,23 1-18 0,-24 35-64 0</inkml:trace>
  <inkml:trace contextRef="#ctx0" brushRef="#br0">14337 4608 99 0,'-107'-36'15'0,"60"84"-25"0,83-37-75 0</inkml:trace>
  <inkml:trace contextRef="#ctx0" brushRef="#br0">5585 13680 9 0,'0'0'0'0,"0"-12"23"0,-12 1-20 0,-11 11-2 0,23 0 0 0,11-12-1 0,37 12 0 0,24 0 0 0,35 0 3 0,36 0 10 0,47 0-1 0,25-12-4 0,22-12-4 0,-10-12-1 0,-1-1 1 0,-47 16-1 0,-60 21 1 0,-60 0-1 0,-59 11 0 0,0-11 2 0,-48 10-3 0,-70 3 1 0,-85 24-2 0,-36-14-1 0,-22 1 0 0,-2-12 0 0,2 11 0 0,23 0-2 0,36-10 1 0,71-1 1 0,71-12 1 0,60 0 2 0,60-12-2 0,106-1 0 0,96-10 3 0,48 12-2 0,35-1-1 0,13 0-1 0,-26-1 0 0,-80 13-1 0,-98 0 1 0,-95 0 1 0,-59-11 5 0,-35-12-4 0,-50 23-1 0,-57 11-5 0,35 12-85 0</inkml:trace>
  <inkml:trace contextRef="#ctx0" brushRef="#br0">14064 8763 6 0,'0'0'0'0,"-12"-25"15"0,0 14-9 0,12-1 9 0,0 1-2 0,-25-13-3 0,-21 0-2 0,-14-36 1 0,-23 13-4 0,-2 10 0 0,14 26-4 0,-11 11-1 0,-14 0 0 0,-23 24 1 0,-1 13-2 0,26 21 2 0,34 2 0 0,25 11-1 0,-1 0 1 0,-12 0 0 0,24 0 1 0,24 2-2 0,36-2 1 0,36-10 0 0,23-3-1 0,35-22 1 0,2-12 1 0,24-12 0 0,-3-24-1 0,2-12 0 0,-12-12 1 0,-36 1-1 0,-59-13 0 0,-12 0 0 0,-25-34 3 0,-34-50-2 0,-26 25 1 0,-45 12 1 0,-37 35-3 0,-61 2-1 0,-57 45-9 0,71 1-81 0</inkml:trace>
  <inkml:trace contextRef="#ctx0" brushRef="#br0">12693 13465 1 0,'-58'-11'11'0,"-2"-1"3"0,-11 1 5 0,-1-2 2 0,24 1-3 0,25 0-7 0,10 12-2 0,13 0-5 0,0 0-4 0,72 0 1 0,71 0 0 0,59 0 0 0,25 12-1 0,47-12 0 0,12 12 1 0,11-24 0 0,-11 12 0 0,-59 0 1 0,-61 0 0 0,-82 0 2 0,-50-12 0 0,2 1 1 0,-23-1-2 0,-13 1-1 0,0 11-1 0,-13 0-14 0,-57 23-18 0,-49 12-58 0</inkml:trace>
  <inkml:trace contextRef="#ctx0" brushRef="#br0">12361 13502 37 0,'-95'-12'14'0,"23"0"-12"0,37-1 22 0,24 13-9 0,34 0-3 0,72 0-8 0,59-11-1 0,73-12 1 0,70 23-4 0,12-13-1 0,15 13 3 0,-28 0-2 0,-22 0 1 0,-71 0 0 0,-60 0 0 0,-48 0 1 0,-37-12 2 0,-33 12-1 0,-1-12 1 0,-24 12 1 0,0-11-3 0,12-1 1 0,-12 1-9 0</inkml:trace>
  <inkml:trace contextRef="#ctx0" brushRef="#br0">14207 13394 5 0,'0'0'6'0,"-24"0"24"0,-1 0-16 0,2 0-3 0,10 0-7 0,38 0-3 0,71 0 0 0,34 0-1 0,-34 0 0 0,-49 0 1 0,-47 0 0 0,-34 0-1 0,-63 0 0 0,-10 0-1 0,23 0-1 0,48 12 1 0,85-12-2 0,34 0 2 0,-11 0 2 0,-25 0-1 0,-47-12 1 0,-36 12-1 0,-47 0 0 0,-13 0 0 0,24 0 0 0,38 0 0 0,22 0 0 0,24 0 0 0,47-11 0 0,13 11 0 0,-24 0-1 0,-25 0 2 0,-35 0-1 0,-59 0 0 0,-24 0 1 0,-2-12-1 0,63 12 0 0,22 0-1 0,47 0 0 0,49 12 1 0,-1-1 0 0,-24 1 0 0,-35-12 0 0,-35 0 3 0,-13-12-3 0,-1 12 0 0,14 0-1 0,11 0 2 0,0 0-1 0,0 0 0 0,0 12 0 0,0-12 0 0,0 12 0 0,-12-12-1 0,-12 47-54 0</inkml:trace>
  <inkml:trace contextRef="#ctx0" brushRef="#br0">16136 12799 9 0,'0'0'12'0,"0"0"21"0,0 0-7 0,-12 0-6 0,-37 48-13 0,-33 11-1 0,11 25-1 0,-1-1 1 0,13 12-3 0,-2-24 1 0,3 0 0 0,-27 2 6 0,74-62-5 0,-1-22-2 0,-1-1-6 0,13-24-34 0,13 24-54 0</inkml:trace>
  <inkml:trace contextRef="#ctx0" brushRef="#br0">15600 12871 29 0,'0'0'8'0,"-13"-13"28"0,13 2-10 0,0-1-16 0,0 12-7 0,13 12 0 0,-1-1-1 0,12 14 3 0,-1 10-4 0,13 13 2 0,-1 11 0 0,14-11-1 0,-14 13-1 0,1-15 2 0,12 2-3 0,-1 0 1 0,12-14 1 0,-22-9-1 0,-3 0 1 0,-21-25 1 0,-13 11 1 0,0-11 0 0,12 0-1 0,-12-11-3 0,-12 11-127 0</inkml:trace>
  <inkml:trace contextRef="#ctx0" brushRef="#br0">7741 13645 9 0,'0'-12'43'0,"0"-1"-6"0,0 13-19 0,0 0-13 0,0 13 0 0,11-1-1 0,2 0 1 0,-2 11-2 0,2 13 0 0,-2 0-1 0,12-1 1 0,-10 1-1 0,-1-13 2 0,-12 2-1 0,11 0 0 0,2-4-1 0,-13-8 2 0,12-13 2 0,35-34 0 0,26-27-4 0,9 1-2 0,25 1-1 0,12-12 2 0,-23 12 0 0,-25 9-1 0,-11 16 1 0,-25 10 0 0,-11 0 1 0,-24 1-1 0,12 34-67 0,-1-11-30 0</inkml:trace>
  <inkml:trace contextRef="#ctx0" brushRef="#br0">12921 8644 16 0,'0'0'0'0,"-36"-71"33"0,23 47-28 0,-10-13-2 0,-24 14 3 0,-26-13 1 0,-33 13-3 0,-13-13-1 0,-37 24 0 0,2 12-2 0,-1 25 1 0,-24-2 1 0,25 25-2 0,36-1 0 0,22 1 0 0,11 23 1 0,14 0-1 0,12 2 1 0,48 9-2 0,11-9 0 0,23-2 0 0,49-12 1 0,23-13 2 0,24-9-3 0,24-1 2 0,12-1-1 0,-12-11 0 0,0-12 0 0,0-24 0 0,-1-12 0 0,-23 0 1 0,-23-10-1 0,-13-16 0 0,-35-8 2 0,-36-26-1 0,-24-11 0 0,-13-12 1 0,-22-1-2 0,-12 3 2 0,-37 21-1 0,-94 47-3 0,-84 49-111 0</inkml:trace>
  <inkml:trace contextRef="#ctx0" brushRef="#br0">14219 8846 5 0,'0'-12'2'0,"11"0"-2"0,2 1 11 0,-26 11 6 0,13-12-5 0,-11 1-7 0,11-2-2 0,0-11-1 0,0 0 0 0,-25-11 0 0,-22 10 3 0,-12 14-2 0,11-12-2 0,-11-2 1 0,0-10 0 0,-14 11 1 0,-10 12-2 0,0 0 1 0,23-1-1 0,35 13 1 0,25 13-58 0</inkml:trace>
  <inkml:trace contextRef="#ctx0" brushRef="#br0">13897 13347 4 0,'-84'-12'2'0,"12"0"3"0,38-12 27 0,34 24-12 0,34-12-12 0,98 12 0 0,83 0-2 0,-2 0-2 0,-21 23-2 0,-73 2 1 0,-72-13-1 0,-47-12 1 0,-24 0 2 0,-83 0-3 0,-71 0-1 0,-37 13 0 0,2-2-1 0,68 12 0 0,122-11 0 0,82 0 1 0,156-12 0 0,94-12 0 0,-34 12-1 0,-85 0 0 0,-47 12 1 0,-131-12 3 0,-36 0 0 0,-48 13-115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11206 10442 2 0,'0'0'0'0,"0"-25"6"0,0-9-4 0,24 9 9 0,-24 13 1 0,0 49-1 0,0 22-5 0,-12 0-4 0,37-22 1 0,32-14 2 0,63-35-2 0,59-36-4 0,35 1 3 0,1 23 0 0,-38-12 1 0,-70 12-2 0,-71 12 1 0,-23 12-15 0,-13 25-41 0</inkml:trace>
  <inkml:trace contextRef="#ctx0" brushRef="#br0">14814 10525 17 0,'0'-37'16'0,"24"50"-16"0,35-1 1 0,-11 13-1 0,-36 9 7 0,12 14 3 0,-12-12-8 0,12-24 2 0,22-37 0 0,50-46-1 0,23-13-2 0,-10 2 7 0,-15 22 1 0,-24-11-5 0,-9 24-42 0,-50 47 2 0</inkml:trace>
  <inkml:trace contextRef="#ctx0" brushRef="#br0">12182 8680 0 0,'-11'-24'11'0,"11"1"6"0,0-2 15 0,0 13-23 0,0 12-3 0,-12 0-2 0,12 60-1 0,-11 59 2 0,-2 49-3 0,26-15 0 0,-2-34 0 0,12-47 0 0,-23-35 0 0,0-26 3 0,0-47-22 0,0-12-57 0</inkml:trace>
  <inkml:trace contextRef="#ctx0" brushRef="#br0">11992 8453 30 0,'-25'-12'5'0,"-11"1"-1"0,25-1 5 0,35 1 7 0,48-2-8 0,94-11-2 0,96 0-3 0,59 1 0 0,61-14-2 0,35 26 0 0,-36-12 1 0,-72 23 0 0,-58-13 2 0,-85 1-1 0,-59 0 1 0,-71 12 1 0,-12-13-1 0,-1 26-4 0,13 83 1 0,0 94-1 0,-12 60 4 0,-12-24-1 0,0-34 1 0,0-62-2 0,-12-23 0 0,0-59-1 0,-12-36-9 0,-36-49-92 0</inkml:trace>
  <inkml:trace contextRef="#ctx0" brushRef="#br0">12361 9215 29 0,'0'0'0'0,"-156"12"10"0,74 12 0 0,70-12 8 0,36-1-9 0,95-11 0 0,84 0-2 0,82-11-2 0,49 11-3 0,58 0 1 0,49 0-1 0,0-12 0 0,-73 24 0 0,-117-1 1 0,-121-11 0 0,-117 0 11 0,-26-23-8 0,-10-1-7 0,-13 12-107 0</inkml:trace>
  <inkml:trace contextRef="#ctx0" brushRef="#br0">11218 12240 10 0,'0'0'5'0,"-12"48"0"0,12 11 9 0,0-23 0 0,24-36 2 0,46-36-7 0,50-36-4 0,11 1 2 0,-12 11-1 0,-71 49-10 0,12-1-68 0</inkml:trace>
  <inkml:trace contextRef="#ctx0" brushRef="#br0">15814 12217 9 0,'-12'-25'9'0,"12"13"-5"0,12-1 2 0,0-10 7 0,-12 23-2 0,0 23 0 0,0 27-5 0,0 8-3 0,0-22 0 0,12 0 0 0,12-36 1 0,36-25-1 0,35-34-2 0,12 13 1 0,12-15 2 0,-24 14 1 0,-23 0 2 0,-48 22-3 0,-12 13-1 0,-12-1-14 0,10 13-68 0</inkml:trace>
  <inkml:trace contextRef="#ctx0" brushRef="#br0">1930 4072 14 0,'0'0'0'0,"-48"-48"4"0,37 48-2 0,-2 37-3 0,1 34 3 0,12 36 2 0,0 12 0 0,0 36-2 0,-12-25-2 0,0-10 1 0,-12-26 3 0,13-34 3 0,-1-12-2 0,12-24-1 0,12-1-1 0,-1-11-1 0,1 0-1 0,24 1 1 0,48-13 0 0,11 0 0 0,23 0 0 0,38-13-1 0,22 13-1 0,37-12 2 0,35 12-2 0,12 0 1 0,12-12 1 0,23 12-1 0,24-11 3 0,1-1-3 0,25 12-1 0,-2-24 0 0,11 12 0 0,-10-13 2 0,-13 14-3 0,-23-1 1 0,-26 1 0 0,27-1 0 0,10 12-2 0,-23 0 2 0,-12 0 0 0,-60 0 1 0,-35-12-2 0,-14 12 2 0,-45 0-1 0,-24 12 1 0,-13-12 0 0,-36-12 0 0,1-24-1 0,-12-25 3 0,-36-21 0 0,-2-25-1 0,3-48-1 0,-13 13 1 0,-23 21-1 0,-1 50-1 0,0 0 1 0,0 12 0 0,-12 11-1 0,13 12 0 0,-13 24 0 0,-12 12 0 0,-36-11 1 0,-23-1-1 0,-59 12 1 0,-1-11-1 0,-107 11 1 0,13-13 0 0,-37-11-1 0,-37 0-1 0,-33 12 2 0,-26 1 1 0,-46 11-1 0,-36 0-1 0,-1 23 0 0,13-12-1 0,48-11 2 0,46 0-3 0,37 13 2 0,12-1 0 0,-2-12 0 0,14 12 0 0,47-12 0 0,60 0 0 0,35 0-1 0,59 0 0 0,50 13 1 0,46 21 1 0,0 37-82 0</inkml:trace>
  <inkml:trace contextRef="#ctx0" brushRef="#br0">3382 9881 5 0,'-59'-11'17'0,"11"11"-9"0,36 11-2 0,0 2 1 0,61-13 6 0,44 0-6 0,50-13 1 0,25 13-2 0,22-11-2 0,-24-1 3 0,-34 1-3 0,-72 11 1 0,-37-12 0 0,-11 12 0 0,-12-25-4 0,11 14 1 0,-11-1-1 0,-11 12 0 0,11-11-1 0,-12 11 0 0,-11 0 0 0,-49 0 0 0,-35 11 0 0,-49 12-3 0,-33-10 3 0,10 11 0 0,12-1 0 0,24 1 0 0,59 0 3 0,61-24-4 0,35 13 0 0,24-2 0 0,59 1-1 0,60-24 3 0,23 1-1 0,1 11 0 0,-13-13 0 0,-46 13 4 0,-49-12-4 0,-59 12 2 0,-24-25-1 0,-72 25-2 0,-70 0-2 0,-12 13 3 0,11-1 0 0,36 0 0 0,95-12 0 0,24 0 0 0,71 0 0 0,72-12 0 0,36 0-1 0,23-1 3 0,-47 13 0 0,-72 0-1 0,-71 0-1 0,-60 0 1 0,-82 13-1 0,-85 11-4 0,13 0 5 0,59-12-1 0,94-12 0 0,49 0-2 0,85 0 2 0,58 0 0 0,23-12-1 0,0-12 5 0,-34 12-4 0,-85 12 1 0,-47-12 1 0,-23 12-2 0,-49 0-1 0,13 37-6 0,-2-3-81 0</inkml:trace>
  <inkml:trace contextRef="#ctx0" brushRef="#br0">19935 8049 15 0,'-12'0'8'0,"-1"35"-4"0,13 12-1 0,13-22 1 0,22-50 8 0,1-22-6 0,12-24 0 0,11 23-4 0,25 36-2 0,-1 1-56 0</inkml:trace>
  <inkml:trace contextRef="#ctx0" brushRef="#br0">19792 8859 7 0,'0'0'0'0,"-25"11"8"0,50 1 0 0,57-35 1 0,26-37-5 0,11 24-8 0,-72 24-21 0</inkml:trace>
  <inkml:trace contextRef="#ctx0" brushRef="#br0">19958 9537 25 0,'0'0'0'0,"-12"0"11"0,12 0-3 0,60-24 1 0,46-23-7 0,86-24-43 0</inkml:trace>
  <inkml:trace contextRef="#ctx0" brushRef="#br0">6847 5060 22 0,'0'0'0'0,"-11"0"11"0,-1 0-5 0,72-11 2 0,46 11-1 0,37-13-1 0,72 13-3 0,47-24-2 0,23-10 0 0,-12 9-1 0,-33 0 0 0,-99 25 1 0,-105 0 4 0,-94-11 4 0,-73-1-6 0,-48 1 1 0,-47 11-2 0,-36-12 0 0,-12 12 1 0,60 12 4 0,72-1-3 0,93-22 1 0,37-1-2 0,24 0-4 0,58-1 0 0,51 2 1 0,45 11-2 0,37-12 2 0,23 1 0 0,-1-2 0 0,-33 13-1 0,-73 13 1 0,-95-13 0 0,-37 11 4 0,-94 1-3 0,-72-12 1 0,-82 24-3 0,-61 11 2 0,0 1 1 0,37-12 0 0,107-11 1 0,106-2 1 0,60-22-4 0,60-2 0 0,70-11 0 0,85 0 0 0,82 1-2 0,50-1 1 0,10-12 0 0,-59 25 0 0,-84 11 2 0,-107 0-1 0,-59 0 0 0,-36 0 4 0,0 0 8 0,0 0-11 0,0-13 0 0,0 13-1 0,23-24-16 0,48 11-104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  <inkml:brush xml:id="br1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1453 2989 38 0,'0'0'6'0,"-47"-24"13"0,35 0-8 0,-12 12 11 0,12 1-2 0,-1-2-8 0,13 13-7 0,25 13-3 0,22 10 2 0,37 1 2 0,47-24 0 0,12 0-1 0,35 0 0 0,1 0-2 0,11-13-1 0,-11-10 3 0,-36 12-3 0,-36-2 3 0,-71 1-3 0,-36 12 3 0,36 12-107 0,-13 1 31 0</inkml:trace>
  <inkml:trace contextRef="#ctx0" brushRef="#br0">3704 3107 60 0,'-72'-23'27'0,"37"23"-24"0,23-11 1 0,-12-14 12 0,12 0-3 0,24 25-10 0,35 0 1 0,24 0 4 0,49 0-3 0,47 0-4 0,23 13 1 0,25-13 0 0,34 0-1 0,14 0 1 0,11-13-1 0,11 2-1 0,-11-24 2 0,-36 10-2 0,-11 2 0 0,-50-13 0 0,-57 11 2 0,-59 15 7 0,-61 10 6 0,0-11-5 0,-13-2-9 0,13 13-21 0,0 0-132 0</inkml:trace>
  <inkml:trace contextRef="#ctx0" brushRef="#br0">2263 11442 62 0,'0'24'17'0,"12"-1"3"0,-12-11 4 0,11 0-7 0,2 1-5 0,-1-13 1 0,-12-13-4 0,0-22-4 0,0-13-1 0,11-23-4 0,-11-1 2 0,-11-23 0 0,-1-23 2 0,-12 10-2 0,12-10-1 0,-1 9 2 0,-10 2-1 0,10 36 0 0,13 11 0 0,-11 13 0 0,0-24 1 0,-1 23-2 0,0-12 0 0,12 13 1 0,-12 10 0 0,-1 14 0 0,13-13-1 0,-11 24 0 0,11 12 0 0,-12 0-2 0,-1 37 4 0,-10 10-3 0,0 11 0 0,-1 15 0 0,0-25-1 0,12 11 2 0,12-13-1 0,-12-9 0 0,12-1 0 0,-12-12 0 0,12-24 1 0,-12-13 8 0,12-10-4 0,0-13-4 0,12 1-1 0,0-13 1 0,12 1 0 0,-12-1-1 0,12 0 0 0,-12 0 1 0,11 0-1 0,-11 14 1 0,-1 9-2 0,2 0 1 0,-1 15 0 0,-12 10 0 0,0-11 0 0,0 11 0 0,11 0 0 0,-11 0 0 0,13 11 0 0,11-1 0 0,-1 3-2 0,24 24 1 0,2 10 1 0,-2 0-1 0,-11 1-1 0,-12-12 2 0,1-25 1 0,-25-11 0 0,11 0 0 0,-11-11 0 0,0 11-48 0,0 11-73 0</inkml:trace>
  <inkml:trace contextRef="#ctx0" brushRef="#br0">7931 13121 20 0,'-24'0'21'0,"12"0"34"0,1 0-11 0,11-12-22 0,0 12-3 0,35 12-17 0,71-12 0 0,62-12-3 0,47 12 1 0,58 0 1 0,25-12-3 0,24 12 2 0,10 0 0 0,-21 0-1 0,-37 0 2 0,-72 12 0 0,-35-12 0 0,-71 12 2 0,-62-12 4 0,-34 0 4 0,0-12-9 0,0 0-166 0</inkml:trace>
  <inkml:trace contextRef="#ctx0" brushRef="#br0">15017 8715 2 0,'-12'0'14'0,"0"-23"5"0,-12 11 4 0,12-12-11 0,-24 24-9 0,1-12-2 0,-13 1 2 0,-12-26 7 0,0 14-2 0,-23-1-4 0,0 12-1 0,0-13-1 0,11 14 0 0,1-1-1 0,12 1 0 0,-25-2 0 0,-23 1 2 0,-13 0 1 0,2 12-3 0,10 0 0 0,25-11 0 0,-12-1-1 0,0 12 0 0,0 0 0 0,11 12 0 0,1 11 0 0,-2-11 0 0,15 12 2 0,-26 12-1 0,1-12-2 0,11 0 3 0,2 11-1 0,-2-10-1 0,12 9 1 0,13-9-2 0,0 34 2 0,11 1-2 0,-1 22 2 0,27-11 0 0,10 2-1 0,36-14 0 0,35 1 3 0,24-24-2 0,0 23 0 0,13-23 0 0,35 1 1 0,-13-16-1 0,27 16-1 0,-3-1 0 0,1 0 1 0,12-13-1 0,11 0 1 0,-35-10-1 0,12-1 3 0,-12 0-3 0,-1-12 3 0,2 0-2 0,-1-12-1 0,-13 12 1 0,-22-12 0 0,0-1 1 0,0-10-3 0,10 0 2 0,-12-13-1 0,-22 0 2 0,-23-22-1 0,-14-3 1 0,-12-10-1 0,-10 11 0 0,10 1-1 0,-10-13 1 0,-13 14 0 0,-24-26 4 0,-35 13 1 0,-14-2 2 0,-21 14-3 0,-25-14-3 0,-49 2 0 0,-57 24-4 0,-61 35-140 0</inkml:trace>
  <inkml:trace contextRef="#ctx0" brushRef="#br0">13885 7763 32 0,'-24'-24'32'0,"12"-24"-16"0,1 25 0 0,11 11-7 0,0 35-2 0,0 61 10 0,-12 47-1 0,-1 24-7 0,2-12-5 0,22-24-1 0,-11-48-1 0,0-23 1 0,0-48-6 0,0-48-51 0,13-35-33 0</inkml:trace>
  <inkml:trace contextRef="#ctx0" brushRef="#br0">13777 7691 39 0,'-23'-23'20'0,"-1"-13"-10"0,13 12-1 0,11 11 1 0,0 13-4 0,35-11-2 0,49-1 1 0,70 1 1 0,61-1 1 0,47 12-3 0,-24 0-2 0,0 0 0 0,-35 0 0 0,-25 0-1 0,-60 0 1 0,-45 0 0 0,-49 0 3 0,-1 0 3 0,25 0-6 0,12 0-1 0,-2 35-2 0,-33 13 3 0,11 36 1 0,-25 58 4 0,25 13-3 0,-12 0-3 0,0-24 1 0,-12-23 1 0,-12 22 3 0,0-105-10 0,0-14-51 0,0-35-21 0</inkml:trace>
  <inkml:trace contextRef="#ctx0" brushRef="#br0">13873 8382 65 0,'-47'0'1'0,"34"12"1"0,13-12 19 0,0 0-4 0,0 13 0 0,25-13-6 0,10 0-5 0,37 11-1 0,47-11 0 0,60-11 0 0,23 11-3 0,24 0 0 0,12 0-2 0,12 11 3 0,-11 1-3 0,-50 11 2 0,-57-11-2 0,-49-12 3 0,-47 0 1 0,-12 0 1 0,-12 0-4 0,12 0 0 0,-12 0-1 0,0 13-67 0,-2-13 2 0</inkml:trace>
  <inkml:trace contextRef="#ctx0" brushRef="#br0">15135 8811 22 0,'0'0'28'0,"0"0"-13"0,-11 0-7 0,-1-12-4 0,-1 1 2 0,2-2 1 0,-14 1 0 0,2-13-3 0,0 2-2 0,-13 12 0 0,12-13-2 0,0 11 2 0,0 2-1 0,1-12 3 0,-2 10-2 0,14-11-1 0,-25 11-1 0,-12 3 1 0,-11-1-1 0,-2-2 1 0,3 1 0 0,-2 0 0 0,1-1-1 0,-13 13 1 0,1 0-1 0,-1-23 0 0,1 12 1 0,0 11 1 0,-13-13-2 0,1 13 1 0,11-12-1 0,1 12 2 0,10-12 0 0,3 1 0 0,-14 11-2 0,-11 0 1 0,23 11-1 0,1-11 0 0,-1 12 1 0,0-12-1 0,1 0 1 0,0 12-1 0,-2-12 1 0,-9 13 0 0,-2-2 0 0,1 12 0 0,-1-10 0 0,25-1-1 0,-13 0 0 0,-11 12 0 0,-1 11 1 0,1-10-1 0,24 9 0 0,-1-9 0 0,12 10 1 0,0 1-1 0,1-11 0 0,11 21 1 0,-12-10 0 0,24-13-1 0,0 14 1 0,-1 10-1 0,13 1 1 0,13 0 1 0,-1-2 1 0,24 4 1 0,0-16-2 0,10 14 1 0,3-12-1 0,-2 1-1 0,25-3 1 0,-1 3 0 0,13-14 1 0,-1-12-2 0,-1 14 1 0,-10-13-2 0,24 11 2 0,-1-12-2 0,-11 2 0 0,-14-1 0 0,15 0 1 0,-14 12-1 0,36-12 1 0,-12-1 0 0,1-11 0 0,-13 12 0 0,0-12 0 0,0 0-1 0,13 12 1 0,-1-12 1 0,-12 0-2 0,13 0 1 0,-25 0 0 0,1 0 0 0,-2-12-1 0,-9 12 1 0,10-12-1 0,-24 1 0 0,13-1 0 0,-11 1 0 0,-2-2 1 0,0-11 1 0,1 11-3 0,-12 2 2 0,-1-12-1 0,1-1 0 0,0-12 1 0,-13 12 0 0,1-13 0 0,0 3-1 0,-1 10 2 0,-10-12-2 0,-1 0 1 0,-12-10 0 0,11 9-1 0,-11-10 0 0,0 10 1 0,0-10-1 0,0 0 1 0,0 11-1 0,0-12 1 0,-11 12-1 0,-1-10 1 0,-1 9-2 0,-10-10 2 0,12 23-1 0,11 0 1 0,-13 1-2 0,-11-14 2 0,13 14-1 0,11 12 0 0,-12-14 0 0,-1 13 1 0,2-12-2 0,11 12 1 0,-12 1 0 0,12 11 1 0,-13-13-2 0,13 13 2 0,0 0-2 0,0 0 1 0,0-12-6 0</inkml:trace>
  <inkml:trace contextRef="#ctx0" brushRef="#br0">13183 8026 12 0,'-12'-13'32'0,"0"1"-16"0,12 12-3 0,0-12 0 0,0-1 0 0,0 13 1 0,0 0-4 0,0 25-7 0,0 23 0 0,0 11 1 0,12 1 1 0,-12-13-1 0,12-10-1 0,0-3-1 0,0 3 0 0,-2-26-1 0,3 1 0 0,-13-1 0 0,0-11 1 0,-13 13 2 0,-9-13-3 0,-26 24 1 0,-23 0-2 0,-13-12 2 0,13-1 0 0,11 1-2 0,13 0 1 0,23-12 0 0,12 0 2 0,12 0 2 0,0 0 0 0,0 0-25 0,12 24-123 0</inkml:trace>
  <inkml:trace contextRef="#ctx0" brushRef="#br0">19851 12728 47 0,'-11'-59'23'0,"22"46"-6"0,1 37-1 0,-1 95 2 0,-11 72-2 0,13 24-2 0,10-26-6 0,2-34-3 0,-2-36-2 0,-23-59-1 0,0-47 0 0,0-109-98 0,0 60 45 0</inkml:trace>
  <inkml:trace contextRef="#ctx0" brushRef="#br0">19708 12728 38 0,'-13'-12'17'0,"-21"-12"1"0,34 24 13 0,0-12-18 0,59 1-2 0,24 11-4 0,49 0-1 0,58-13-1 0,48 1-2 0,35 12-2 0,38 0 5 0,-2 0-3 0,-11 0 2 0,-48-12-1 0,-35 12-1 0,-24-11-2 0,-25 11 0 0,-47-12 1 0,-36 12-2 0,-36 0 3 0,-22-11 1 0,-2 22-2 0,13 12-1 0,0 48 0 0,0 37-2 0,-1 47 6 0,-11 34-2 0,-12-9 2 0,0-37 0 0,-12-24-1 0,0-36-1 0,0-59-1 0,-12-37-10 0,-24-69-119 0,24 70 75 0</inkml:trace>
  <inkml:trace contextRef="#ctx0" brushRef="#br0">19946 13835 23 0,'-59'0'19'0,"-25"0"-4"0,37-23 13 0,22 10 8 0,14 1-13 0,-1 0-10 0,12 12-4 0,0-11-5 0,0 11-3 0,0 0 12 0,12-12-10 0,24 12-2 0,24 0 1 0,23-11 0 0,12 11 0 0,48-13 1 0,24 1 1 0,47-13-1 0,47 14-2 0,26-1 1 0,-1-11 0 0,-12 11 0 0,-1-12-1 0,-22 1-1 0,-49-2 1 0,-35 13-1 0,-48-11 2 0,-36 12-1 0,-36-14 3 0,-22 13-2 0,-14-1 2 0,-11 13-40 0,-23 0-143 0</inkml:trace>
  <inkml:trace contextRef="#ctx0" brushRef="#br0">11992 8394 42 0,'0'-12'9'0,"0"-13"2"0,11-9 6 0,-11-3 6 0,0 26-3 0,0 11-14 0,0 48 6 0,0 23-3 0,-11 13-2 0,11-13-2 0,11-24-2 0,-11-23 0 0,0-24 0 0,13 0 0 0,-13-24-39 0,0-23-83 0</inkml:trace>
  <inkml:trace contextRef="#ctx0" brushRef="#br0">12003 8049 58 0,'0'0'0'0,"-72"-48"9"0,50 48-2 0,-38-12 9 0,-11 49 1 0,-1 9-3 0,1 50-7 0,-1 11-2 0,48 0-2 0,12-11-1 0,48 9 1 0,0-8-1 0,47-26 1 0,13-23-2 0,22-36 1 0,-11-12 1 0,1-23-1 0,-14-38-1 0,-33 1 3 0,-25-11-3 0,-13-13 2 0,-23 2-2 0,-13-25 1 0,-9 23 4 0,-26 13 2 0,-12 0-5 0,-11 23 0 0,-12 25-1 0,-1 10 0 0,-11 26-1 0,24 10-2 0,23 12 0 0,0 25 0 0,13 11-23 0,-1 25-41 0,36-61-4 0</inkml:trace>
  <inkml:trace contextRef="#ctx0" brushRef="#br0">9396 6799 15 0,'0'0'0'0,"0"0"10"0,-24-12 3 0,0 35-9 0,12-23 8 0,12 12 12 0,24-12-7 0,24 0-6 0,11 11-5 0,13 26-1 0,11-13 2 0,24-1-3 0,24 14 0 0,23-3 1 0,2 16-1 0,12-16-1 0,-26 14-2 0,-12 0 0 0,-10 11 0 0,-1-22 1 0,-24-3 1 0,12 3-2 0,-24-14 3 0,-11 1-3 0,-12-24 2 0,-26 12-3 0,-21-12-5 0,-26 0-122 0</inkml:trace>
  <inkml:trace contextRef="#ctx0" brushRef="#br0">11028 7072 63 0,'-48'-47'5'0,"36"35"2"0,12-13 10 0,-13 25-5 0,13 25-7 0,13 11 2 0,10 24-1 0,37-1-1 0,12 0-2 0,-13 12-1 0,2 0 0 0,-15-21 0 0,-10-16 0 0,-25-10 2 0,-11-11 0 0,-36-2 0 0,-46 1-1 0,-2-1-2 0,-11 14 0 0,11-2 1 0,25 0 0 0,24 2 0 0,11-25 0 0,12 12 1 0,12-12-54 0,0 13-15 0</inkml:trace>
  <inkml:trace contextRef="#ctx0" brushRef="#br0">17493 8060 16 0,'-35'-47'36'0,"23"10"-32"0,35 14-1 0,25 12 2 0,0-1 3 0,11 0-1 0,25-1 0 0,-37 13 0 0,-11 13 0 0,-13-1-3 0,-10 23-2 0,-13 13 1 0,-13 11-1 0,13 13 1 0,-11 59-1 0,11 24-3 0,0-2 1 0,0 2 0 0,0 0 0 0,0 0-2 0,11-11 2 0,2-12 0 0,-13-38 0 0,0 1 0 0,0-24 0 0,-13 0 1 0,-10-21-1 0,-1-16 1 0,1-22 2 0,-25 0 0 0,-24-24 8 0,1 24-3 0,-13 1-10 0,25-2-121 0</inkml:trace>
  <inkml:trace contextRef="#ctx0" brushRef="#br0">24912 8156 29 0,'0'-12'22'0,"11"-1"-4"0,2-10 1 0,-1 12-4 0,-1-2 9 0,-11 26 12 0,0 10-34 0,13 1-1 0,-1 0-1 0,-1 0 5 0,1-1-2 0,-12-11-1 0,12-12 1 0,24 0 1 0,13-25-3 0,-3 4 3 0,2-16-2 0,0 13 1 0,-13 1-2 0,-12 23 2 0,-10-13-1 0,-1 1 0 0,-12 12 0 0,11-12-1 0,-11 12 0 0,0 0-94 0,0 24 12 0</inkml:trace>
  <inkml:trace contextRef="#ctx0" brushRef="#br0">25019 9726 29 0,'0'0'23'0,"-12"0"3"0,24-10-6 0,0-1-3 0,-12 11 3 0,12 0-2 0,-12 0-8 0,0 11-4 0,0 12-2 0,0 14-2 0,12-26-1 0,-12 12 0 0,24-23 0 0,-12 13 1 0,12-26 0 0,11-21 0 0,13 9-1 0,0-21 1 0,-1 9-1 0,0 1-1 0,-11 25 1 0,-23-2 2 0,-2 1-2 0,-11 12-1 0,12 0-6 0,-24 0-55 0,1 0-46 0</inkml:trace>
  <inkml:trace contextRef="#ctx0" brushRef="#br0">24959 8943 17 0,'0'0'20'0,"-11"-13"2"0,11 1-4 0,0 0-3 0,0 12 3 0,11-13-5 0,-11 13 4 0,0 25-11 0,0-13-4 0,0 1 1 0,13-13-2 0,-13 11 2 0,0-11 2 0,0 0-3 0,0 10-1 0,12-10-1 0,-12 13 1 0,0-13-1 0,0 12 1 0,0-12 1 0,0 12-1 0,0-12-1 0,0 0 1 0,0 0 0 0,0 0-1 0,0 0 0 0,0 0 2 0,11 0 1 0,1-12-2 0,-12 12 0 0,0 0-1 0,12-12 2 0,0 12-2 0,0-23 0 0,12 12 0 0,0-2 0 0,0 1 1 0,-24 12-2 0,12 0 2 0,-12-12 0 0,0 12-1 0,0 0 1 0,0 0-23 0,0 0-41 0,0 12-13 0</inkml:trace>
  <inkml:trace contextRef="#ctx0" brushRef="#br0">14219 7834 12 0,'0'-13'41'0,"0"-8"2"0,0 21-20 0,0 11-10 0,-25 60 0 0,2 23-2 0,-1 2-3 0,-1-12-2 0,15-13-3 0,-2 1-1 0,12-60 1 0,-12 0-3 0,0-36-27 0,12-23-38 0,0 22 8 0</inkml:trace>
  <inkml:trace contextRef="#ctx0" brushRef="#br0">14147 7905 34 0,'0'-11'4'0,"0"-25"-15"0,11 12 26 0,-11-10 21 0,25-3-16 0,11 1-9 0,-1 12-6 0,25 12-2 0,-1 12 6 0,-35 12-1 0,0 12-2 0,-12 24-1 0,-12-2 0 0,0-9-1 0,-12-1 3 0,-36-12-5 0,-24 0 1 0,14-1-2 0,34-23 1 0,-1 11-2 0,14-11 0 0,11 0 0 0,0 0 1 0,11 0 9 0,2 0-8 0,23 13-1 0,-12 11 0 0,23 23-1 0,12 1 1 0,1 25 0 0,12-15 0 0,-25-11 2 0,1-10 4 0,-24-26 3 0,-13-11 2 0,0 0-6 0,2-23-2 0,-13 11-4 0,12-12-41 0,-1 24-90 0</inkml:trace>
  <inkml:trace contextRef="#ctx0" brushRef="#br0">14874 7727 43 0,'0'0'0'0,"0"0"4"0,-36 12 11 0,36 12-2 0,0-12 4 0,0-12 1 0,12-12-11 0,-12-24-3 0,0-12-1 0,11-23-1 0,-11-24 1 0,-11-24 2 0,-1 0-2 0,12 12-1 0,-11 23 1 0,11 25-1 0,0 11 0 0,-13 0 2 0,13 36 2 0,0-11-1 0,0 12 0 0,0-2-1 0,0 13 0 0,-12 13-4 0,-12 10 0 0,-11 48 3 0,-13-10 0 0,12-15 0 0,12-21-2 0,13-25 0 0,11 0 5 0,0-25-4 0,11-10 1 0,0-1-2 0,2-12-1 0,10-11 0 0,2 23-1 0,-14 12 3 0,2 0-3 0,-1 12 2 0,11 12-3 0,13 0 3 0,12 12-2 0,-1 24 1 0,-23 0 0 0,12-1 0 0,-24-10 0 0,0-25 1 0,0 11 0 0,22 1-42 0,-21-12-65 0</inkml:trace>
  <inkml:trace contextRef="#ctx0" brushRef="#br0">13230 5811 25 0,'0'0'0'0,"0"-37"30"0,0 3-12 0,12 34-7 0,-12 34 18 0,24 50-9 0,-12 11-14 0,12-35 1 0,-24-36-3 0,0-13 5 0,0-34-2 0,-13-25-6 0,13-47-1 0,13 47 1 0,23-12-5 0,-12 37 4 0,23 12-1 0,1 22-2 0,-25 36 2 0,-23 25 4 0,0-26-2 0,0-21 0 0,0-25 3 0,0-12 1 0,0-47-4 0,36-25-1 0,12 38-1 0,-1 21 0 0,-11 37-2 0,-24 12 0 0,12 23 5 0,-12-11-1 0,0 0-28 0,11 0-81 0</inkml:trace>
  <inkml:trace contextRef="#ctx0" brushRef="#br0">14028 5774 41 0,'0'0'0'0,"-24"-11"10"0,12-25-6 0,-11-12 15 0,-1 13-1 0,1 23-11 0,10 12-2 0,-47 58 12 0,24 15-7 0,13-14-3 0,10 1-6 0,26-36 1 0,10-14 1 0,2-44-1 0,-2-3 0 0,1 14-1 0,-24 23-3 0,0 0 0 0,24 12 3 0,12 12 0 0,0-24 0 0,-2-13-2 0,15-21 3 0,-37-3-3 0,24 26 2 0,-26-12 0 0,3-14-1 0,-1 13 1 0,-12 24-2 0,11 36 5 0,-11 35 1 0,0 38-1 0,0-15 0 0,13-23-2 0,-13-35 2 0,-49-24 2 0,-9 1-4 0,9-38-28 0,15-58-90 0</inkml:trace>
  <inkml:trace contextRef="#ctx0" brushRef="#br0">14088 5441 111 0,'-24'-48'6'0,"0"48"-19"0,72 0-58 0</inkml:trace>
  <inkml:trace contextRef="#ctx0" brushRef="#br0">14600 5632 73 0,'0'-13'14'0,"12"-34"2"0,11 94-3 0,-12 49-4 0,14-37-5 0,-14-35 2 0,2-24 9 0,-1-47-12 0,12-14 0 0,11 15-4 0,1 21-20 0,36 25-27 0,-25 0 32 0,1 0 15 0,-36-11 22 0,-12-1 4 0,0 24-22 0,-12 36 4 0,12-14-5 0,24-9 2 0,0-37 1 0,-14-12 0 0,-10-23-4 0,-10 0 1 0,-14 22-2 0,0 25-2 0,12 48 1 0,12-12 2 0,36-1-1 0,34-24 2 0,2-34-1 0,-12-25 0 0,-24-23 2 0,-25-24-2 0,-11-12-3 0,0 12 0 0,0 35 3 0,0 48-1 0,0 12-4 0,-23 72 7 0,10 47-1 0,2-12-2 0,47-12 0 0,0-35 0 0,35-25 2 0,-11-35-1 0,11-48 1 0,-23-11-1 0,-1-12-1 0,-47 23 1 0,-23 37-2 0,-1 11-1 0,0 47 3 0,12 11 0 0,48 3-1 0,11-38 2 0,12-10-5 0,1-13-49 0,-48-13-10 0</inkml:trace>
  <inkml:trace contextRef="#ctx0" brushRef="#br0">15302 5275 118 0,'0'0'3'0,"-12"-24"1"0,109 0-3 0,-3 1-1 0,-24 10 8 0,-21 1-1 0,-49 12-5 0,0 0-12 0,0 25-108 0</inkml:trace>
  <inkml:trace contextRef="#ctx0" brushRef="#br0">13777 6441 30 0,'-11'-12'26'0,"11"-11"-5"0,24-2-3 0,47 2 1 0,24-1-9 0,25 0-1 0,-13 1-3 0,-36 23-4 0,-47-11-2 0,-24 22-6 0,-35-11-17 0,-25 0 14 0,-1-11 9 0,27 11 7 0,22 21 2 0,0 76 6 0,0 22-7 0,12-12-4 0,0-36-2 0,12-23-17 0,0-25-94 0</inkml:trace>
  <inkml:trace contextRef="#ctx0" brushRef="#br0">14207 6465 50 0,'0'-13'23'0,"-13"2"-14"0,73 11 4 0,-13 48 13 0,2 23-20 0,-26-11-3 0,-34-36 2 0,-50-24 2 0,27-48 1 0,21-23-2 0,49 11-4 0,71 13-1 0,12 35-14 0,-23 12-60 0,-84 12 19 0</inkml:trace>
  <inkml:trace contextRef="#ctx0" brushRef="#br0">14790 6548 67 0,'0'-12'10'0,"-12"-11"-7"0,24-25-4 0,-36 1 11 0,-11 35 1 0,11 12-6 0,-12 12 3 0,11-1 0 0,14 25-6 0,0-12-1 0,11 12 1 0,0-13-2 0,11-23 0 0,0 0 1 0,14-12 0 0,-1 1 0 0,-12-12-1 0,12-2-1 0,-12 13 1 0,11-1 0 0,-11 13-1 0,0 0 1 0,0 13 1 0,-12-1-1 0,0 13 2 0,12-14-2 0,1 1 1 0,10-1 0 0,13-11 0 0,-13 0 0 0,-11-11 0 0,12-12 0 0,0-2-2 0,-12 0 2 0,-12 14-1 0,0-1 0 0,12 12 1 0,-12 0 1 0,24 23-2 0,-24-10 2 0,10 11-1 0,3 0 2 0,10-12-1 0,13-12 0 0,-11-23-1 0,-1-2-2 0,0 13 2 0,-1-1-1 0,1 13 0 0,12 13 0 0,-13-13 2 0,-11 0 0 0,-12 0-2 0,0 37-25 0,-12-14-75 0</inkml:trace>
  <inkml:trace contextRef="#ctx0" brushRef="#br0">14993 6263 107 0,'0'0'0'0,"-84"-24"9"0,84 36-96 0</inkml:trace>
  <inkml:trace contextRef="#ctx0" brushRef="#br0">15433 6096 133 0,'0'0'1'0,"0"107"1"0,48 24-2 0,-60-13 0 0,-59-10-22 0,-1-61-64 0</inkml:trace>
  <inkml:trace contextRef="#ctx0" brushRef="#br0">13647 6000 120 0,'-49'0'3'0,"-33"84"-2"0,23 83 17 0,11 23-9 0,107 1-6 0,203-1-113 0</inkml:trace>
  <inkml:trace contextRef="#ctx0" brushRef="#br0">13861 10168 79 0,'0'0'0'0,"-35"-24"13"0,70 60-3 0,-11 59 10 0,0 60-7 0,0 71-7 0,-12 71-5 0,-1 25 1 0,2-48 0 0,-13-24 1 0,12-47 0 0,22-49 1 0,15-35-1 0,45-47-1 0,38-36 0 0,60-26 0 0,57-20-1 0,47-1 1 0,15 22-2 0,-62-1 0 0,-70 3 1 0,-95-13 2 0,-72-34 6 0,-36-39-5 0,-23 37-2 0,35 61-2 0,12 59 1 0,23 34-1 0,-34-23-27 0,-25-36-97 0</inkml:trace>
  <inkml:trace contextRef="#ctx0" brushRef="#br0">16624 12275 119 0,'0'-12'4'0,"0"-47"-2"0,11 83 7 0,2 95 17 0,-26 48-9 0,13-37-7 0,-11-46-2 0,-1-72 7 0,1-96-7 0,-13-106-7 0,-12-84-1 0,59 73-2 0,14 117 1 0,46 84-2 0,0 84 0 0,-34-2 3 0,-86-22 1 0,-71-1-5 0,25-23-50 0,83-1-74 0</inkml:trace>
  <inkml:trace contextRef="#ctx0" brushRef="#br0">16993 12598 77 0,'-24'0'22'0,"35"0"-21"0,38-50 0 0,10-8 1 0,14-14 0 0,-14 1-1 0,-48 23 2 0,-22 37 3 0,-37 34-3 0,-12 38-1 0,13 21-2 0,23 1 2 0,48-22 0 0,11-27 0 0,37-22-1 0,10-35 1 0,-9-37-1 0,-3 1-1 0,-21-13 1 0,-26 14-1 0,-10-3 1 0,-2 13-1 0,-11 25 0 0,-11 11 0 0,-2 12 0 0,2-11-1 0,-1 11 2 0,12 0-1 0,-13 11 0 0,-10 1 0 0,23-1 0 0,12 13 0 0,35 12 0 0,1 25-1 0,0-3 1 0,-12-11 0 0,11-34 1 0,26-26-1 0,9-58 1 0,13-47-1 0,-23-49-3 0,-25-13 0 0,-47 75 3 0,0 80 2 0,-24 73-1 0,1 95 2 0,-1 47-2 0,24 1-2 0,36-13-5 0,-13-47-19 0,-11-70-13 0,-12-74-20 0</inkml:trace>
  <inkml:trace contextRef="#ctx0" brushRef="#br0">17898 12322 48 0,'0'0'0'0,"-47"-23"32"0,59 12-14 0,46-2-1 0,50-11-10 0,23 13-7 0,-25-1-17 0,-21 1-79 0</inkml:trace>
  <inkml:trace contextRef="#ctx0" brushRef="#br0">18720 12156 36 0,'-24'0'15'0,"-23"48"12"0,11 11-8 0,12 0-9 0,24-22-7 0,37-13-1 0,-3-24 0 0,-11-36 0 0,-10-36 0 0,-13 14-1 0,-36-3-1 0,2 26 0 0,-3 23 0 0,1 12 1 0,12 47 0 0,1-23 0 0,46 0 0 0,37-48 0 0,34-23-1 0,-21 35-1 0,22 83 0 0,-24 25 0 0,-35-25 1 0,-25-47 1 0,-22-48 4 0,-1-72-3 0,35-23-1 0,61 48-3 0,24 35-23 0,-26 24-22 0,-11 12 27 0,-46 0 34 0,-25 0 20 0,-12 48-11 0,12 23-14 0,23-23-3 0,-10-12-2 0,-1-36 2 0,-1-48-3 0,2-23-1 0,22 24-2 0,1 22-1 0,-11 50 2 0,-2 22 1 0,1 0 0 0,-12-23 1 0,-1-24 2 0,12-59-1 0,14-13-3 0,-13 35-2 0,12 37 0 0,-13 50 0 0,0 9 1 0,49-24-1 0,12-24-2 0,35-34-3 0,0-36 5 0,-25-1-1 0,-58 13 3 0,-36 23-2 0,-23-12 0 0,-24 12 0 0,-26 24 1 0,16 47 3 0,20 3-3 0,1-16 0 0,36 3 0 0,24-26 2 0,12-22-1 0,0-14-1 0,-2 13 0 0,-9 12-1 0,-1 24 1 0,-12-11 1 0,34-13-2 0,39-13 2 0,-2-11-1 0,-23 36-1 0,-37 24 1 0,0 0 0 0,2-24 0 0,-1-37 2 0,12-34-2 0,-1 0 1 0,-12 47-2 0,-23 37 1 0,13 9 0 0,23 3-6 0,24-26-46 0,-13-35-22 0</inkml:trace>
  <inkml:trace contextRef="#ctx0" brushRef="#br0">21017 11811 34 0,'25'-12'24'0,"-25"24"2"0,-48 36-2 0,25 0-13 0,46-14-9 0,61-9 0 0,47-37-1 0,-12-48 0 0,-48 2-1 0,-71 58 1 0,-35 11 5 0,-13 24 2 0,60 13-5 0,59-37-1 0,35-11-10 0,-21-11-67 0,-73-1 35 0</inkml:trace>
  <inkml:trace contextRef="#ctx0" brushRef="#br0">22221 11763 118 0,'0'-11'2'0,"-36"-26"10"0,36 62 1 0,-12 82 5 0,12 48-8 0,0-24-1 0,0-1-5 0,0-46-2 0,12-25-2 0,-12-35-28 0,-12 0-31 0,-24-24-5 0,25 0 40 0</inkml:trace>
  <inkml:trace contextRef="#ctx0" brushRef="#br0">22019 12372 4 0,'-24'-37'15'0,"-12"-23"12"0,36 25-5 0,36 46 0 0,23 49-5 0,24 35-10 0,13-11-6 0,-13-26-1 0,-35-45-25 0,-24-37-22 0,-12-47 4 0</inkml:trace>
  <inkml:trace contextRef="#ctx0" brushRef="#br0">22459 12299 6 0,'0'-24'21'0,"-13"12"15"0,-23 37-6 0,-10 59-16 0,-2-2-10 0,1-22-4 0,-1 11-21 0,0-35-64 0</inkml:trace>
  <inkml:trace contextRef="#ctx0" brushRef="#br0">23174 12548 23 0,'0'-34'4'0,"-12"-14"8"0,12 12 7 0,0 72 1 0,23 96-4 0,37 10-9 0,0-24-3 0,-14-81 1 0,-21-49 8 0,-1-118-7 0,23-75-3 0,13 50-2 0,-12 97-2 0,-37 45-13 0,1 38-51 0,0 0 12 0</inkml:trace>
  <inkml:trace contextRef="#ctx0" brushRef="#br0">23839 12716 29 0,'0'-24'4'0,"13"-24"-3"0,10 2 6 0,-10-4 6 0,-1 16-1 0,-24-3-3 0,-1 14-2 0,-10 23 1 0,-24 12 2 0,11-1-1 0,-1 26-5 0,3-3-3 0,9 27 1 0,2-1 0 0,-1-1 0 0,24-23-2 0,24-13 3 0,12-70 0 0,10-24-1 0,-9 23-2 0,-13 48 0 0,-12 59 1 0,0-11-1 0,-12-48 0 0,47 46 1 0,36-33 0 0,1-72 2 0,-13-37 0 0,1-70 0 0,-24 22-3 0,-25 26 2 0,-12 47-1 0,-34 59 1 0,-11 95-1 0,-15 48-1 0,25 0 0 0,60-12-2 0,58-12-27 0,13-83-44 0,-82-37 37 0</inkml:trace>
  <inkml:trace contextRef="#ctx0" brushRef="#br0">24698 12073 56 0,'-24'-71'25'0,"0"35"5"0,24 132-14 0,-24 141-5 0,1 37-7 0,-13-48-4 0,24-59 1 0,12-96-21 0,0-47-98 0</inkml:trace>
  <inkml:trace contextRef="#ctx0" brushRef="#br0">23471 13490 31 0,'0'0'0'0,"-24"-25"27"0,35 2-11 0,61-13 5 0,48 1-8 0,59-1-7 0,10 11-2 0,-69 14-2 0,-84-1 0 0,-36-11 0 0,-48-25-1 0,-11 37-1 0,-1 34-1 0,0 84 4 0,37 36 0 0,-1-35-1 0,35-26-2 0,14-34-41 0,-1-36-44 0</inkml:trace>
  <inkml:trace contextRef="#ctx0" brushRef="#br0">24150 13586 56 0,'-12'0'17'0,"24"11"-16"0,12-11 10 0,24-11-6 0,11-39-2 0,-23 4 0 0,-36-2-1 0,-12 24-1 0,-24 24 0 0,-11 36 6 0,-1 25 3 0,24-15-7 0,36-21-1 0,36-2-2 0,23-23 0 0,24-23-24 0,-11-14-47 0,-49 37 45 0</inkml:trace>
  <inkml:trace contextRef="#ctx0" brushRef="#br0">24650 13394 14 0,'-12'-11'18'0,"12"-12"-2"0,0-2 8 0,12 13-3 0,-36 24-6 0,-24 24-5 0,14-13-7 0,21 14-3 0,60-14 0 0,25 25 0 0,-24-14 0 0,-36-9 3 0,-48-25 1 0,-24 0-4 0,24 0-23 0,25-35-43 0,22 24 29 0</inkml:trace>
  <inkml:trace contextRef="#ctx0" brushRef="#br0">24710 13134 20 0,'24'-37'14'0,"22"1"9"0,-21 59 14 0,-14 85-9 0,-11 10-14 0,13-10-9 0,23-24-4 0,22-37-2 0,3-35-15 0,-14-58-84 0,-47 33 78 0</inkml:trace>
  <inkml:trace contextRef="#ctx0" brushRef="#br0">24865 13264 46 0,'0'0'0'0,"-96"0"43"0,84 0-22 0,107-25-13 0,60-22-1 0,-1 23-2 0,-105 11-2 0,-49 13-2 0,0-21-97 0,12 8 63 0</inkml:trace>
  <inkml:trace contextRef="#ctx0" brushRef="#br0">10359 4166 11 0,'0'-11'4'0,"0"-12"-1"0,25 11 2 0,-25 0 5 0,0 12 0 0,11 0-5 0,2 12 1 0,10 47 5 0,2 12-8 0,-1-11 1 0,-24-12 1 0,0-24 0 0,0-1-4 0,11-11-6 0,0-12-66 0</inkml:trace>
  <inkml:trace contextRef="#ctx0" brushRef="#br0">10765 4036 24 0,'0'0'12'0,"0"-35"-4"0,11 24 5 0,2-2-4 0,-13 26-4 0,-24 33 4 0,1 61 5 0,-49 37-4 0,12 22-1 0,13-35-3 0,22-36-3 0,14-35-2 0,11-26-21 0,0-21-61 0</inkml:trace>
  <inkml:trace contextRef="#ctx0" brushRef="#br0">9193 4834 16 0,'0'0'0'0,"0"-11"9"0,0-2-8 0,25 13 3 0,-2 60 6 0,-12 35-2 0,14 12-4 0,11-25-2 0,-25-45 1 0,13-37 2 0,-12-12-1 0,0-71 1 0,0-1-2 0,0-11 0 0,24 24-2 0,-1-2-1 0,13 52-24 0,-24 8-27 0</inkml:trace>
  <inkml:trace contextRef="#ctx0" brushRef="#br0">9539 4917 52 0,'-36'-12'4'0,"36"12"-6"0,72-35 1 0,11 11-3 0,0 1-41 0</inkml:trace>
  <inkml:trace contextRef="#ctx0" brushRef="#br0">9610 5024 50 0,'-24'0'13'0,"35"12"-11"0,86-59-2 0,57-25-42 0,-118 60 22 0</inkml:trace>
  <inkml:trace contextRef="#ctx0" brushRef="#br0">10753 4382 15 0,'0'-11'13'0,"0"11"-10"0,12-13 0 0,-1 13 1 0,2 13 3 0,-13-13 4 0,0 21-4 0,-13 16-2 0,2-1-2 0,11 12-1 0,11-14 0 0,-11 16 0 0,13-27-1 0,-13 0 0 0,12-11 1 0,24-12-1 0,0-24 0 0,-1 13-1 0,-11-1 0 0,-12 1 1 0,-1-2-1 0,2 1 0 0,-13-13 1 0,0 14-1 0,0-1 0 0,0 1 1 0,0-13-1 0,-13 11 1 0,13-10 0 0,-11 23 0 0,11 0-1 0,0 0 3 0,0 60 7 0,11 35-5 0,14-12-2 0,-1-1 0 0,-13-21 1 0,-11-25 2 0,0-24 0 0,-11-12 0 0,-2-12-44 0,13-1-39 0</inkml:trace>
  <inkml:trace contextRef="#ctx0" brushRef="#br1">13289 7013 19 0,'-11'-12'40'0,"11"-1"-28"0,0-10 5 0,0-1-5 0,11 12-9 0,14-11-2 0,10 23 1 0,-11-12-1 0,-1 24 2 0,13-1-2 0,-11 26 0 0,-14-3 0 0,-22 3 7 0,-14-13-1 0,2-1-3 0,-13 14-3 0,12-14 1 0,13-12-1 0,-13 14 1 0,12-13-2 0,12-1 1 0,23-11 2 0,14 0 0 0,22 0-4 0,-23 0 3 0,-13 0-3 0,-23 0 2 0,12 0-9 0,24 0-55 0,-24 0 18 0</inkml:trace>
  <inkml:trace contextRef="#ctx0" brushRef="#br1">13730 6883 59 0,'-11'-13'19'0,"-1"26"-17"0,0 45 13 0,-36 60 11 0,-22 14-12 0,33-13-7 0,1-10-2 0,12-38-5 0,12-24 0 0,12-35-28 0,0-12-64 0</inkml:trace>
  <inkml:trace contextRef="#ctx0" brushRef="#br1">13741 7168 42 0,'-11'-25'43'0,"0"25"-36"0,33-11-3 0,-22 22 16 0,0 2-10 0,0 11-2 0,0 10-4 0,13-9-2 0,-13 11-3 0,12-13 2 0,-12 1 0 0,11-11 0 0,14-2 1 0,11-11 0 0,-1-11-3 0,1-26 0 0,-23 14 2 0,-13-13-1 0,0 11 0 0,11 14 0 0,1-1 0 0,-12 1 1 0,0 11-2 0,0 59 7 0,0 60-1 0,0-24-2 0,36 1-2 0,-13 0-129 0</inkml:trace>
  <inkml:trace contextRef="#ctx0" brushRef="#br1">7622 8692 22 0,'-12'0'-11'0</inkml:trace>
  <inkml:trace contextRef="#ctx0" brushRef="#br1">7537 8680 19 0,'0'0'29'0,"0"-13"-2"0,0 2-7 0,0-1 0 0,0-12-14 0,0 12-3 0,-11-23 14 0,-12 11-6 0,-13 0-3 0,0-12-3 0,-12 12-2 0,-11 0 0 0,-24 13 0 0,-2-12 0 0,-9-2 1 0,-1 0-1 0,-12 14-2 0,-1 11 0 0,-12 11-1 0,14 2 2 0,-13-1 0 0,24 0-2 0,-2 12 1 0,15 11-1 0,-25 1 0 0,35 12 0 0,37-12 0 0,-1 11 0 0,12 0 0 0,-23 1 0 0,23 0 0 0,-12-12 0 0,11-1 0 0,14 1 0 0,22 12 0 0,26 11-1 0,22-11 1 0,37-12 0 0,11 11 0 0,24 1 1 0,-1-12-1 0,26-1 0 0,-1-11 0 0,-1 12 1 0,1-12-1 0,0-11 1 0,0-13-2 0,-1-25-1 0,25 0 3 0,-24-22 1 0,-37 12-1 0,-46-25 1 0,-36 1-1 0,-12-25 1 0,-24 1 0 0,-24-1-1 0,-35 0 0 0,-24-10 1 0,-37-1-2 0,-12 24 1 0,-22 23-2 0,-12 12 6 0,-25 12-5 0,-24 24 1 0,2-13 0 0,-27 13 1 0,27 37-3 0,34 10 1 0,36 13-1 0,24 22 1 0,36 15-2 0,35 11 2 0,36 22-3 0,24-11 2 0,48 13-1 0,23-38 3 0,35-12-2 0,38-21 0 0,35-13 1 0,-1-25-1 0,25-34-8 0,23-49-24 0,-24-22-101 0</inkml:trace>
  <inkml:trace contextRef="#ctx0" brushRef="#br1">7562 8084 40 0,'0'0'0'0,"-12"-47"47"0,-1 11-31 0,2 0 0 0,11 24 2 0,-12 12-11 0,-11 96 5 0,-1 57-2 0,12 27-5 0,24-61-1 0,-12-37 0 0,0-32-1 0,0-27-1 0,0-35-21 0,0-70-109 0</inkml:trace>
  <inkml:trace contextRef="#ctx0" brushRef="#br1">7383 8013 55 0,'-23'-37'33'0,"46"14"-28"0,13 12 11 0,23-13 4 0,49 24-9 0,58 0-4 0,13 12-2 0,12-12-2 0,11 12-2 0,-35-12 2 0,-1 23 0 0,1-23-2 0,-25 0 0 0,1-12-2 0,-47 12 2 0,-24 0 1 0,-13-11 0 0,1-1 0 0,-12 12-3 0,-38 12 2 0,15 22-1 0,-14 27 1 0,2 70-1 0,-13 24 0 0,12 0 1 0,-12-13 0 0,0-11 1 0,0-36 1 0,-12-35-2 0,-1-36 1 0,2-11-38 0,-36-13-79 0</inkml:trace>
  <inkml:trace contextRef="#ctx0" brushRef="#br1">7526 8644 78 0,'0'-11'4'0,"-23"-14"5"0,11 37 14 0,12 24-4 0,12 12-10 0,22 11-5 0,15-11 0 0,22 11 0 0,24-23 1 0,37-24-1 0,34 0 1 0,49-12-4 0,-1 0 0 0,12 0 0 0,-35 13-1 0,-36-2-1 0,-13 12 3 0,-22-11-1 0,-25 0 1 0,-49-12 4 0,-10 0 3 0,-36-12 0 0,0-13-7 0,-11 25-50 0,-1 0-87 0</inkml:trace>
  <inkml:trace contextRef="#ctx0" brushRef="#br1">6764 5953 24 0,'0'0'0'0,"-35"-24"22"0,23 1-18 0,24 12-3 0,-12 11 6 0,0 11 1 0,0 36-1 0,-12 25 0 0,0 11 0 0,12 35-1 0,12 3-2 0,0 21-1 0,-2 13 1 0,-10 0 0 0,13 0 1 0,-1 11-2 0,-1 1 0 0,-11-24 0 0,-11-24 0 0,-14 0 4 0,3-12-5 0,10 0 0 0,12-47-1 0,-12-13 0 0,12-10 0 0,-12-3 0 0,12-22 1 0,0-12 3 0,-12-23-2 0,-12-25-2 0,11-11 0 0,-21-12 0 0,9 11-1 0,14-1 1 0,-12 14-1 0,10 0 0 0,1-1 1 0,0 24-1 0,12 12 2 0,0 12-1 0,0 0-2 0,0 23-1 0,24 38 2 0,-11 10 0 0,-2 13 1 0,12-1 0 0,-10-24 0 0,10 1-1 0,0-24 1 0,-10-13-1 0,-1-23 1 0,-12 0 1 0,24-12 0 0,0-35-1 0,23-13 0 0,12 12-1 0,-23 1 1 0,-12 23-1 0,-11 11 1 0,-13 3-1 0,11-1 0 0,-11 22-1 0,-11 12 2 0,-2 1-1 0,13-11-24 0,13-2-88 0</inkml:trace>
  <inkml:trace contextRef="#ctx0" brushRef="#br1">8288 8275 40 0,'0'-23'5'0,"24"-14"-2"0,13 14 4 0,-37 23 13 0,-25 23-1 0,-34 73-2 0,11 11-8 0,12-13-4 0,12-23-1 0,13-21 0 0,-1-39-2 0,12-11 5 0,0-36-5 0,0-10-1 0,23 9-2 0,13-23 1 0,11-11 1 0,1-12 0 0,0 11-1 0,-12 25 1 0,-12 11 0 0,-12 24 2 0,-12 36-1 0,23 35-2 0,-11 25 1 0,12-1 1 0,-12 12 1 0,12-11-2 0,0-24 0 0,-2-13 0 0,-9-23 0 0,-1-24-8 0,-1-24-36 0,25-12-61 0</inkml:trace>
  <inkml:trace contextRef="#ctx0" brushRef="#br1">8193 8430 40 0,'0'0'0'0,"-25"0"9"0,25 11 6 0,36 1 18 0,25-12-14 0,23 0-12 0,-14 0-4 0,2-12-12 0,-14 1-87 0</inkml:trace>
  <inkml:trace contextRef="#ctx0" brushRef="#br1">6860 7882 12 0,'0'-11'17'0,"-13"11"-13"0,50 0-4 0,10 11 1 0,36-11-1 0,23 12 1 0,37-1-1 0,13-11 0 0,23 13 1 0,-1-26-1 0,-59 2 0 0,-47-1 1 0,-60 12-1 0,-24 0 1 0,-48 12-1 0,-47-1-4 0,-36 2-5 0,23-13-14 0</inkml:trace>
  <inkml:trace contextRef="#ctx0" brushRef="#br1">7192 7858 6 0,'13'0'4'0,"153"-12"3"0,-23 0-5 0,-47 12 0 0,-26-13-1 0,-45 13 3 0,-37-10 2 0,-12-1-4 0,-1 11-2 0,25 11-3 0,0-11 2 0,13 10-22 0</inkml:trace>
  <inkml:trace contextRef="#ctx0" brushRef="#br1">24744 1428 1 0,'0'-11'5'0,"-10"-25"2"0,10-1 0 0,0 3-1 0,23-3 2 0,-11 14 5 0,-12 12 2 0,0 11-5 0,0 0-10 0,0 47 2 0,0 72 4 0,-12 36 0 0,12 60-3 0,0-97 0 0,12-47-1 0,-1-34-1 0,2-14 0 0,-13-59-39 0,-24 1-6 0,12 12 30 0</inkml:trace>
  <inkml:trace contextRef="#ctx0" brushRef="#br1">24544 1798 1 0,'-13'0'1'0,"-11"-60"10"0,12 37 6 0,24-1 1 0,0 12-9 0,0 37 3 0,1 57-5 0,-2-11-1 0,25 13-4 0,11-24 0 0,1-13 6 0,-12-35-6 0,-14-37 2 0,-9-22-2 0,23-24-1 0,-13 11-2 0,2 1 1 0,-1-14-1 0,-13 63 3 0,-11-1-2 0,-11 45-3 0,-38 62 5 0,-23 11 1 0,26-24 0 0,22-35-5 0,0-24-1 0,24-24 6 0,-12 0 0 0,-23-24-2 0,-13-13 0 0,12-22 0 0,12 13-1 0,0 9 0 0,13-10-1 0,11-1 2 0,-12 25-1 0,12 10 0 0,0 13-3 0,12 13 2 0,35 58 0 0,-10 24 2 0,-14-1-2 0,1-33 1 0,-1-26 0 0,13-23 2 0,0-59 6 0,12-48-9 0,-2 11-1 0,-10 13 2 0,-23 11-1 0,-1-1 3 0,-12 40-1 0,0 21-1 0,-12 58-4 0,-24 26 6 0,-23 0-2 0,11 10 4 0,12-22-12 0,12-37 9 0,12-23 0 0,1-12 1 0,-1-24-1 0,-1 1 0 0,-21-25-1 0,-3-12 1 0,14 2-1 0,-1 21 0 0,12 1-1 0,12 13 1 0,12 11-1 0,-12 12-1 0,24 24 1 0,-1 47 1 0,1 0 0 0,23 1 0 0,-22-47-1 0,-2-25 1 0,13-25 7 0,12-47-6 0,-14 1-1 0,2 23-1 0,0 13 0 0,-36 10 1 0,0 25 0 0,0 13-2 0,0-13 3 0,0 12-1 0,0-12 0 0,0 0 0 0,0 0 0 0,0 12 0 0,0-12 0 0,0 0-1 0,0 0 2 0,0 0-1 0,0 0 0 0,0 11 0 0,0-11 0 0,0 12 1 0,-11-12-1 0,11 0 0 0,0 0-1 0,0 0 2 0,-12 0-1 0,12 0 0 0,0 0 0 0,0 0 0 0,-13 0-41 0,-23 0-28 0</inkml:trace>
  <inkml:trace contextRef="#ctx0" brushRef="#br1">15696 16597 8 0,'-24'-23'20'0,"-12"11"0"0,0 12-4 0,23-12 0 0,13 12-2 0,25 0-9 0,35 0-3 0,23 12 2 0,24 0-3 0,-24-2-1 0,-11 3 1 0,-36-1 1 0,-14-24 0 0,-9 12 0 0,-13 0-10 0,0 0-39 0,0 0-3 0</inkml:trace>
  <inkml:trace contextRef="#ctx0" brushRef="#br1">15874 16466 14 0,'0'-12'15'0,"-24"-23"15"0,12 11-8 0,12 24-11 0,0 13-9 0,36 10 1 0,35 0 1 0,1 13-2 0,-25-13-1 0,-11 14-1 0,0-13 1 0,-12-1 0 0,-12-11 2 0,-1-12 0 0,-11 0-2 0,-11 36 6 0,-61 12-2 0,1-2-1 0,-13 4-1 0,37-27-2 0,23 12 0 0,12-22 1 0,0-13 1 0,12-13 0 0,0 1-43 0,12 12-48 0</inkml:trace>
  <inkml:trace contextRef="#ctx0" brushRef="#br1">17279 18050 0 0,'0'0'0'0,"0"-13"0"0,0 13 0 0,0 0 0 0,12-11 0 0,-12 11 0 0,12 0 0 0,0 0 0 0,-12 0 0 0</inkml:trace>
  <inkml:trace contextRef="#ctx0" brushRef="#br1">23138 14859 3 0,'0'0'1'0,"11"-25"5"0,14 14-1 0,-14-12 1 0,-11 11-2 0,0 12-1 0,0 0-2 0,-36 35 0 0,-23 13 1 0,-12 11-1 0,11-11 1 0,13 0 0 0,11-24 0 0,0-1-1 0,36-23 0 0,-13 0-12 0,13 0-17 0</inkml:trace>
  <inkml:trace contextRef="#ctx0" brushRef="#br1">22840 14788 8 0,'0'-12'14'0,"12"24"-12"0,0 47 2 0,36 24 1 0,23 13 0 0,-23-25-2 0,-13-24-1 0,1-34 1 0,-12-13-6 0,-12 12-36 0</inkml:trace>
  <inkml:trace contextRef="#ctx0" brushRef="#br1">23066 15751 2 0,'0'0'0'0,"0"-11"8"0,-11 22-3 0,-49 38 1 0,-1 23 2 0,-9-25 2 0,10-12-2 0,24-12-4 0,13 2-2 0,-1-25-3 0,12 0-29 0,12-12 9 0</inkml:trace>
  <inkml:trace contextRef="#ctx0" brushRef="#br1">22685 15751 8 0,'0'0'0'0,"0"-11"8"0,24 11-4 0,1 72 4 0,22 11-2 0,-12-12-1 0,13-23-3 0,-12-24 0 0,-2-24-9 0,-21 0-28 0</inkml:trace>
  <inkml:trace contextRef="#ctx0" brushRef="#br1">23197 17216 3 0,'-12'12'2'0,"-35"35"3"0,-25 37 1 0,-11 35 1 0,34-71 3 0,-21 11-9 0,22-11-1 0,25-25-6 0,-2-23-22 0</inkml:trace>
  <inkml:trace contextRef="#ctx0" brushRef="#br1">22757 17324 5 0,'0'0'0'0,"36"-12"3"0,11 59 1 0,13 37 0 0,-13-13 3 0,1-11-4 0,-1-12-2 0,1-37 0 0,0 1-2 0,-24-12-20 0</inkml:trace>
  <inkml:trace contextRef="#ctx0" brushRef="#br1">22768 16562 0 0,'0'0'2'0,"0"-12"4"0,13 0 0 0,-13 12-1 0,0 0-4 0,12 0 0 0,-12 12 0 0,11 12 1 0,1 11 0 0,-12 24 0 0,11-11-1 0,2-12 0 0,-1-24 1 0,0-12 2 0,12-12-1 0,22-35-1 0,3-13-2 0,10-11 0 0,-11-1-2 0,0 12 3 0,-1 26 0 0,-11-3 1 0,-24 24 3 0,0 2 0 0,-12 22-56 0</inkml:trace>
  <inkml:trace contextRef="#ctx0" brushRef="#br1">8408 9085 19 0,'0'-24'9'0,"-25"-12"8"0,14 0 4 0,11 48-8 0,0 60 2 0,-12 58-6 0,12-22-4 0,12-24-2 0,-12-25-5 0,11-36-33 0,2-34-32 0</inkml:trace>
  <inkml:trace contextRef="#ctx0" brushRef="#br1">8646 9108 58 0,'0'0'3'0,"-48"132"12"0,-35-14 9 0,-1 1-13 0,2-23-5 0,21-37-4 0,26-23 0 0,35-24-21 0,23-12-42 0,-11 0 29 0</inkml:trace>
  <inkml:trace contextRef="#ctx0" brushRef="#br1">8670 9395 26 0,'-13'-13'24'0,"-10"-11"-10"0,23 24 2 0,0 0-7 0,-13 12 2 0,13 24-2 0,-23 12-3 0,10-2-1 0,-10 4-3 0,10-16-1 0,13-10 0 0,36 0 0 0,25-24 0 0,-2 0-2 0,-23-24 0 0,0 0 1 0,-24-10 1 0,-12-3-1 0,0 1 1 0,0 25-1 0,0-1 0 0,0 35 0 0,-12 50 1 0,12 21 1 0,0 13 1 0,0-23-1 0,-13-38 3 0,13-21-1 0,0-25 3 0,-11-36-4 0,11-11-18 0,0 0-110 0</inkml:trace>
  <inkml:trace contextRef="#ctx0" brushRef="#br1">10765 5120 3 0,'0'0'0'0,"0"0"5"0,-71 0 17 0,35-12-2 0,24 0-5 0,36-12-10 0,48-12-3 0,35 1 1 0,12 12 0 0,-12-2-1 0,-48 13-1 0,-47 12 0 0,-12 12 2 0,-48 0 0 0,-46 24 0 0,-37-1-3 0,-12 12 2 0,35-10 0 0,60-24-1 0,48-2 0 0,84-22 0 0,59-26-2 0,-12-10 3 0,-95 34-2 0,119-22 2 0,-72 12 0 0,-71 10-2 0,-12 13 4 0,-12 0-3 0,12 24-56 0,12-24 14 0</inkml:trace>
  <inkml:trace contextRef="#ctx0" brushRef="#br1">8479 10228 19 0,'-24'-12'2'0,"-23"-13"-6"0,58 14-12 0</inkml:trace>
  <inkml:trace contextRef="#ctx0" brushRef="#br1">8598 10073 51 0,'-83'-24'3'0,"-36"36"0"0,59 13-2 0,36-14 0 0,24-11 12 0,37-11-3 0,57-26-2 0,73 13-1 0,0 1-4 0,-24 23-3 0,-84 0 0 0,-59 11 4 0,-59 12 1 0,-49 2-1 0,-12 11-2 0,-23-13-1 0,25-11 0 0,59 0 1 0,47-12 0 0,48 0-1 0,59-12 0 0,35 0-1 0,-23-1 2 0,-58 13-2 0,-37 0 2 0,-37 0-1 0,-11 0 1 0,0 0-1 0,1 0 0 0,12-10-1 0,-1-1 1 0,35-2-76 0,2 13 31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1166 15704 31 0,'-58'0'21'0,"-2"13"5"0,25-13-2 0,22 0-9 0,13 0-12 0,25 11 3 0,70 1 1 0,59-35-1 0,61-14-5 0,-14 14 2 0,-45-1-2 0,-25 12 0 0,-71 12 0 0,-36 0 1 0,-14 0-1 0,3-12 0 0,-1 12-2 0,12-13-28 0,-24 2-45 0,0 11 42 0</inkml:trace>
  <inkml:trace contextRef="#ctx0" brushRef="#br0">1644 15407 41 0,'0'0'0'0,"-48"-24"32"0,24 11-3 0,-1 2-7 0,25 11-17 0,13 11-3 0,35 2 1 0,12 11 0 0,34-12-1 0,-10 10-1 0,11-9 0 0,-47 11-1 0,-12-11 1 0,-12-2 0 0,-24 1 0 0,0 24 4 0,-72 47 2 0,-23 35-3 0,23 3-2 0,37-39-1 0,22-34 0 0,13-12 0 0,-11-24 4 0,11-24 12 0,0 12-71 0,0 0-34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8168 16513 1 0,'13'-34'8'0,"10"-14"13"0,13 12-1 0,-11 12-7 0,-2 11-6 0,1 2-1 0,0-1-2 0,0-11-2 0,-24 11 1 0,-36 12-1 0,-35 12-2 0,11 11 1 0,1 13 1 0,-14 12-3 0,3 23 0 0,46-11 0 0,48 11-1 0,59 13 4 0,11 0-3 0,-33-13 1 0,-37 0-1 0,-84-12 4 0,-23-23 5 0,-2-13-1 0,15-34-2 0,46-12-3 0,24-14-3 0,48 24-31 0,11 13-42 0</inkml:trace>
  <inkml:trace contextRef="#ctx0" brushRef="#br0">8455 16752 11 0,'0'-24'11'0,"-12"1"19"0,12 11-8 0,12 35-13 0,-12 50-3 0,12-27-3 0,0 13-1 0,24-22-2 0,11-13 2 0,-11-36 0 0,12-37 1 0,-13-22-1 0,1 12-1 0,-25 0 0 0,2 35 1 0,-13 24 0 0,0 58-2 0,12 86-1 0,-12 35-1 0,-12 0-1 0,-24-61 1 0,-12-34 1 0,1-60 4 0,11-24 0 0,1-48-21 0,35-25-48 0,0 63 45 0</inkml:trace>
  <inkml:trace contextRef="#ctx0" brushRef="#br0">8741 17038 7 0,'12'-60'25'0,"35"1"11"0,-23 23-18 0,-12 47-13 0,12 38-2 0,0-2 0 0,-24 1-1 0,0-12 0 0,-12-13 1 0,0-34 0 0,0-26 0 0,12-34-2 0,36-13 1 0,12 25-2 0,-1 47 0 0,1 24-1 0,-2 47 1 0,-10-10-1 0,-23-2 1 0,23-11-1 0,-13-13 1 0,14-34-4 0,-3-49-11 0,15-47-6 0,-14 59-14 0,-11 25 0 0</inkml:trace>
  <inkml:trace contextRef="#ctx0" brushRef="#br0">9408 16442 5 0,'12'-59'15'0,"0"0"23"0,-12 47-11 0,-12 83-17 0,0 84-6 0,12-12 0 0,24-24-4 0,-2-25-1 0,-9-23-19 0,-26-34-13 0,13-37-15 0</inkml:trace>
  <inkml:trace contextRef="#ctx0" brushRef="#br0">9218 16693 33 0,'-48'0'17'0,"0"0"8"0,84 0-19 0,83-25-4 0,83-22-3 0,24-24 2 0,-71 0-2 0,-119-13 2 0,-61-11 1 0,-45 23 1 0,22 25 6 0,0 47-4 0,25 95-3 0,10 71-1 0,26 13 3 0,-13-24 0 0,0-37-3 0,-24-34 0 0,24-60 2 0,-12-48 3 0,24-47-4 0,35-13-1 0,13 37-2 0,-24 35-1 0,0 60 0 0,-13 0 0 0,1 11 2 0,36-23-1 0,23-13 1 0,24-46 0 0,12-38 0 0,-34-21-3 0,-51-2 3 0,-47 37 1 0,-21 34-3 0,-14 61 1 0,24 36 0 0,24-1-1 0,48-23 1 0,35-25-1 0,35-35 2 0,-21-71-2 0,-2-47-1 0,-13-74-2 0,-45 3 7 0,-49 68-1 0,-13 37 1 0,2 62 0 0,12 22-2 0,-1 95 1 0,12 48-1 0,12 12-2 0,22-24 2 0,27-60 0 0,-2-47 1 0,-23-60 3 0,23-47-2 0,-22 59-2 0,-26 72-1 0,1 36 1 0,-12-13-2 0,0-24-15 0,-23 1-31 0,-1-48 6 0</inkml:trace>
  <inkml:trace contextRef="#ctx0" brushRef="#br0">11087 16312 7 0,'0'-25'-1'0,"0"14"-4"0</inkml:trace>
  <inkml:trace contextRef="#ctx0" brushRef="#br0">10444 16454 53 0,'-49'0'14'0,"110"-23"-10"0,82 11-16 0,-59 12-28 0</inkml:trace>
  <inkml:trace contextRef="#ctx0" brushRef="#br0">11658 16442 45 0,'-59'24'22'0,"-13"36"3"0,1-2-9 0,58-8-11 0,85-16-7 0,35-9-2 0,-11-13-25 0,-60-1-43 0</inkml:trace>
  <inkml:trace contextRef="#ctx0" brushRef="#br0">7716 17669 52 0,'-23'0'15'0,"-167"-24"-15"0,106 35-2 0,168-22 4 0,154-25 8 0,393-72-5 0,70 14 8 0,63 46-9 0,-27 1-4 0,-81 23-1 0,-144 24 1 0,-155 0 5 0,-166 12-3 0,-133 0 5 0,-58-12 7 0,-46-24-13 0,-14 11-60 0,48 2-5 0</inkml:trace>
  <inkml:trace contextRef="#ctx0" brushRef="#br0">17648 9048 0 0,'-47'0'0'0,"-1"-11"0"0,1-1 18 0,10 12-3 0,14 0-7 0,10 0-1 0,2 0 0 0,11 12-2 0,11-1 0 0,38 2 1 0,22-13-1 0,36 0 1 0,24 0-2 0,24 0-2 0,12 0-1 0,-1-13 1 0,-11 13 0 0,0-11-1 0,-24-1 0 0,-36 12 0 0,-12 0 0 0,-35-11 0 0,0 11 1 0,-1-13 0 0,-23 13-1 0,-12-12 0 0,-12 0 2 0,-12-1-2 0,0 13-3 0,12 0-79 0</inkml:trace>
  <inkml:trace contextRef="#ctx0" brushRef="#br0">17624 7120 0 0,'0'0'5'0,"0"-11"8"0,-12 11 1 0,12 0-6 0,0 0-5 0,12-13 1 0,24 1 1 0,-12-13-3 0,-12 15 1 0,-12 10 1 0,0-11 1 0,-24-2 0 0,-12 13-2 0,12-12-2 0,13 0 0 0,-14 12 0 0,-11 0-1 0,13 0 4 0,-1 0 4 0,24 0-5 0,24 0 1 0,12 0-3 0,12 0 1 0,35 0-2 0,11 0 1 0,3 0 0 0,10 0-1 0,-12 12 0 0,0-12 0 0,-1 0 2 0,-9-12-2 0,-25-1 1 0,-37 2 1 0,-12 11 0 0,-11 0 11 0,0 0-11 0,0 0-2 0,49 0-55 0,-37 0 5 0</inkml:trace>
  <inkml:trace contextRef="#ctx0" brushRef="#br0">17529 9096 0 0,'-36'0'0'0,"36"0"0"0,13 12 0 0,-2-1 6 0,-11 2 3 0,12 24-7 0,-1-3 0 0,14-22 3 0,11 0 2 0,-1-47 0 0,25-13-2 0,-1-11-2 0,0-1 0 0,-10 12 4 0,-2 1 2 0,-11 10-5 0,-25 26-2 0,2 11-1 0,22 0-12 0,-23 11-45 0</inkml:trace>
  <inkml:trace contextRef="#ctx0" brushRef="#br0">18481 9144 2 0,'-11'0'1'0,"11"0"0"0,11-12 0 0,-11 12 15 0,0 0-12 0,13 37-3 0,-1-3-1 0,-12 3 1 0,11-14 0 0,-11-12 1 0,12-11 2 0,12-23-3 0,24-13 1 0,0-10 0 0,23-4-1 0,12 4 0 0,-24 21 1 0,1-9-2 0,-24 21 4 0,-12-11 5 0,-12 11-4 0,-12 3-3 0,11 20-54 0</inkml:trace>
  <inkml:trace contextRef="#ctx0" brushRef="#br0">17778 10025 28 0,'0'0'0'0,"-57"-48"4"0,44 36-3 0,1-11 0 0,0 12 0 0,-24-2 8 0,36 13-1 0,0-12-1 0,60 0-5 0,59-1 1 0,47 26-3 0,13-1 1 0,-24 0 0 0,-84 1-1 0,-47-13 0 0,-48 11 6 0,-59-11-4 0,-60 0-1 0,-47 0 0 0,11-11 0 0,48 11 0 0,71 0 0 0,60 0 0 0,48-13 0 0,59 13 0 0,36 0 0 0,24 13-1 0,-36-13-1 0,-83 11 2 0,-48-11 4 0,-48-11-3 0,-71 11-2 0,-24-13 2 0,11 1-2 0,39 12 1 0,68 0-1 0,37 0-1 0,35 0 2 0,49 12 0 0,-13 12-2 0,-12-1-40 0,-59-11 1 0</inkml:trace>
  <inkml:trace contextRef="#ctx0" brushRef="#br0">16398 15157 0 0,'-12'0'15'0,"12"-24"9"0,-12 12-8 0,12 12-6 0,0-11-4 0,12 11-4 0,24 0 1 0,11 0-2 0,25 11 0 0,-1-11 0 0,13 12 1 0,11-1-1 0,23 2 0 0,2-13 1 0,23 0-1 0,0 0 0 0,11 0 1 0,-22 0 0 0,-1 0 0 0,0 0-1 0,23 0 1 0,-11-13-1 0,-1 13 1 0,14-11 0 0,12-1 0 0,-26 1-1 0,-12-2 1 0,2 13-1 0,-13-12 1 0,-12 12-1 0,23-12 0 0,-10 12-1 0,11 0 1 0,-12 0-1 0,-1 0 1 0,2 0 0 0,-2 0-1 0,2 0 1 0,-25 0 0 0,1 0-1 0,-26 12-1 0,-9-12 2 0,-25 12 0 0,-13-12 3 0,-23 0 2 0,0-12-2 0,0 12-2 0,0 12-59 0,0-12 4 0</inkml:trace>
  <inkml:trace contextRef="#ctx0" brushRef="#br0">22685 6596 4 0,'0'0'0'0,"-35"0"18"0,10 0 3 0,2 0 0 0,10 0-5 0,13 0-9 0,0 0-1 0,25 0 0 0,22 0-2 0,26-12-2 0,20 1-1 0,27-14-1 0,-25 13 0 0,-24 1 1 0,-22-1 0 0,-26 12-1 0,1-11 0 0,0 11 1 0,0-25-4 0,0 13-19 0,-24 12-32 0</inkml:trace>
  <inkml:trace contextRef="#ctx0" brushRef="#br0">23055 6179 10 0,'0'-12'6'0,"-24"-11"14"0,-1 11-7 0,25 24-3 0,0 59-1 0,0 61-1 0,13 69-3 0,10-34-1 0,1-24 1 0,-11-36 1 0,-13-23-1 0,-13-49 1 0,2-10-2 0,-13-25-1 0,12-37-12 0,24-22-60 0,-12 34 38 0</inkml:trace>
  <inkml:trace contextRef="#ctx0" brushRef="#br0">23162 11704 60 0,'-24'-12'15'0,"-24"1"12"0,13-2-3 0,-1 13-6 0,23 0-8 0,73-12-8 0,71-13 0 0,48 15 0 0,-12-1 0 0,-60 11-1 0,-59 0 1 0,-48 0 5 0,-25 0-2 0,-46 0-3 0,-24 11-1 0,-61-1 0 0,-10 15 1 0,0 0 0 0,47-14 2 0,83-11-4 0,36 0 0 0,95-11-2 0,72-14 0 0,12 0 1 0,-26 15 1 0,-68 10 0 0,-73 0 2 0,-12 0 0 0,-25-11-26 0,14 22-97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12516 18181 0 0,'0'0'0'0,"0"-12"7"0,0 1 5 0,-12-14 0 0,12 0 2 0,-13 25-5 0,13 0-4 0,13-10-2 0,46-2 0 0,61 0-1 0,46 12-1 0,36 0 2 0,49-12 3 0,35 12 1 0,35 0 1 0,13 12-3 0,-2-12-4 0,-33 0-1 0,-49 0 2 0,-36 0-1 0,-59-24 5 0,-48 11 2 0,-35-10-3 0,-49 12-5 0,-11-2-31 0,-12 1-53 0</inkml:trace>
  <inkml:trace contextRef="#ctx0" brushRef="#br0">15302 17836 33 0,'0'0'0'0,"-24"-25"26"0,1 25-5 0,10-11-7 0,13 22-11 0,0-11-1 0,25 25 0 0,22-13-2 0,13 22-2 0,35 3 0 0,0-13 0 0,0 11-1 0,1 1-1 0,-49-13 1 0,-23 2 4 0,-24-13 0 0,-12 12 10 0,-11 11-10 0,-38 13 0 0,-21 0 2 0,-2-14 0 0,1-9-1 0,23-13-1 0,13 1-79 0,35-2 51 0</inkml:trace>
  <inkml:trace contextRef="#ctx0" brushRef="#br0">429 11954 21 0,'0'-84'66'0,"11"50"-44"0,-11 34-9 0,13 71 0 0,-1 107 1 0,12 96-4 0,-1 11-7 0,1-34 1 0,0-49 0 0,-24-47-1 0,0-47-2 0,0-50-10 0,0-82-118 0</inkml:trace>
  <inkml:trace contextRef="#ctx0" brushRef="#br0">440 11740 82 0,'-34'-25'30'0,"9"62"-29"0,25 58 14 0,-23 49 0 0,-2-2-5 0,2-12-4 0,-1-34-3 0,12-62-1 0,12-21 6 0,0-47-2 0,12-63-3 0,12-22 0 0,-1 12-3 0,13-12 1 0,-12 12 0 0,0 83-1 0,-12 24 1 0,24 37 0 0,-12 21-1 0,-1 2 0 0,13-23 1 0,0-3-6 0,-12 14-122 0</inkml:trace>
  <inkml:trace contextRef="#ctx0" brushRef="#br0">1583 17396 7 0,'0'-13'34'0,"-11"-11"-11"0,-1 11-18 0,12 3-3 0,0 10-1 0,-13 23-1 0,13 14-2 0,0-3-1 0,13 26 0 0,-1-12 0 0,-12-24 10 0,0 23-10 0,0-23 3 0,11 12 0 0,-11-24 2 0,0-12 0 0,13 0 1 0,-13 0-2 0,23 0-1 0,2 12-1 0,10 0 0 0,25-12 3 0,23-12-1 0,-11 12-2 0,-13 12 0 0,1 0 1 0,-2-12 0 0,3 0 1 0,-13 0 0 0,-1 0 2 0,-24-12-1 0,2 0 1 0,-1 0 0 0,-1 0-1 0,-11-1 0 0,0 2 0 0,0-1-2 0,0 1 1 0,0 11 1 0,-12-13-1 0,12 1 1 0,0-11 0 0,-12 23-7 0,12-12 6 0,-12-12 0 0,0-13 2 0,0 3-2 0,0 10 0 0,-12-12 0 0,12 0-2 0,-12 1-2 0,12 11-1 0,-12 12-1 0,12 12 0 0,0 24 1 0,0 11 0 0,0 36-1 0,0 13 4 0,0-24 8 0,0-25-2 0,0 12-4 0,-12-10-1 0,12-13 1 0,0-1 2 0,0-23-1 0,0 0 0 0,-12 0-1 0,12 0 0 0,-12 0 0 0,0 0-1 0,-23 0 0 0,-1 0 2 0,-35 0-3 0,11 0 1 0,-1 0 0 0,3-13-1 0,-2 13-2 0,1 13 1 0,-13-13-1 0,37 0 1 0,-1-13 1 0,11 3 1 0,2-2 0 0,-1 12-2 0,1-12-1 0,-1 12 1 0,0-12 0 0,12 0 2 0,-1-24-2 0,2 12 1 0,11-23-6 0,-12 11 3 0,12 0 3 0,0-11-2 0,0 0 3 0,0 22-3 0,0-10 0 0,-13 23-1 0,13 34-4 0,0 28 5 0,0 21-2 0,0 13 0 0,13-50 8 0,-13 26 2 0,0-12 0 0,12-14 0 0,-12-21-1 0,11-1 1 0,2-24-3 0,-1 12-1 0,36-13 0 0,-1 13 4 0,25-10 0 0,11 10 0 0,12 0-2 0,-11 0 1 0,-14 10-2 0,-21 3 2 0,-2-13-2 0,-11 0 2 0,-12 0-4 0,-12 0 3 0,-1 0-4 0,2 0 3 0,-13 12-1 0,0-12 1 0,12-12 1 0,-12-1 1 0,0-21 0 0,-12 10 0 0,12 11-2 0,0 2-2 0,0 11-82 0</inkml:trace>
  <inkml:trace contextRef="#ctx0" brushRef="#br0">22614 16728 16 0,'-25'-23'21'0,"14"-1"-14"0,-1 0-4 0,-1 12 7 0,-9 1 1 0,-2-2-2 0,-12 1 2 0,0 12-2 0,1 0 1 0,-25 0 2 0,-11 25-2 0,35-14-6 0,0 12 0 0,12 25-2 0,1 0 0 0,-1 0 0 0,24 23 0 0,-12 1-1 0,24-12-1 0,-1-1 1 0,13-13-1 0,12 4 1 0,-12-27 0 0,12 0 0 0,-1-11 2 0,13-12 0 0,0-12-1 0,10 0 0 0,-22-11 0 0,13-13 0 0,-27 11-1 0,27-9 1 0,-13-3 0 0,-13 14-1 0,1-13 1 0,-12 1 0 0,-12-13 0 0,12 1 0 0,-12-1 1 0,0 12-1 0,-12-1 1 0,0 3 0 0,0-3 0 0,-11 3-1 0,-13-3 0 0,11 24-2 0,-11 3 1 0,2-14-3 0,-3 12 4 0,-22 12-1 0,12-12 1 0,-1 24-3 0,0-12 1 0,-11 24 4 0,-1-12-2 0,-11 11-1 0,35 14 0 0,1 10-2 0,11 0 0 0,12 14 0 0,12-3 1 0,0 14-2 0,24-13 0 0,-12 1 0 0,11-12 0 0,0-1 0 0,13 13-1 0,0-37 1 0,12-11 1 0,0 12 0 0,-1-24 2 0,25 0-2 0,-1-24 2 0,-23 0-2 0,0 13 2 0,-14-1 0 0,15-36 1 0,-13 24-2 0,-1-11 2 0,-11-1-2 0,13-12 1 0,-26 13 2 0,1-13-1 0,-12 12-1 0,0-23 0 0,-12-14 1 0,-12 27 0 0,-12 10-1 0,-24 13-1 0,-12-2 2 0,-10 13-8 0,-13 12-38 0,59 12-84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17291 11585 9 0,'0'0'38'0,"-12"-12"-11"0,12-1-27 0,12 2 2 0,-24 11-2 0,12 0 1 0,-12-12 0 0,-1 1 2 0,2 11-3 0,-12 0 1 0,-13 0-1 0,13 0 1 0,-2 0 0 0,1 0-1 0,0 0 0 0,-12 11 0 0,0 1 0 0,13-1 1 0,-1 26-1 0,13-13 1 0,-13 11-1 0,12-10-1 0,-1 9 1 0,13 26 1 0,25-36 0 0,-1-12-1 0,-2 0 1 0,14 1-1 0,-11-13 1 0,11 0-1 0,-13-13 1 0,13 13-1 0,-11 0 0 0,-2-12 0 0,13 0 0 0,-13-12 1 0,-12 12-3 0,14-11 2 0,-13 11 0 0,-12-12 1 0,12 1-1 0,0-2 1 0,-12-10-1 0,0 24 0 0,0-14 0 0,-12-11 0 0,-12 13-1 0,-1 10 2 0,2-11 0 0,-24 13-3 0,-25 11 1 0,-60 59-1 0,50-11-64 0</inkml:trace>
  <inkml:trace contextRef="#ctx0" brushRef="#br0">17339 12764 24 0,'0'-24'31'0,"-12"12"-13"0,0 0-6 0,-12-1 0 0,-13 13 0 0,3 0 1 0,-14 25 1 0,12 0-4 0,12 21-3 0,0 2-1 0,13 0-2 0,11-25-1 0,0 13 0 0,11 0-1 0,13-13 1 0,12 1 1 0,0-24-1 0,0 0-1 0,-2 0 1 0,3-12 0 0,-1-23 0 0,-2-1-1 0,-9 0 0 0,-14-11 1 0,-22 0-2 0,-1-13 0 0,-23 24-1 0,-13 36-1 0,-59 36-73 0,84-26 9 0</inkml:trace>
  <inkml:trace contextRef="#ctx0" brushRef="#br0">19744 12311 21 0,'0'-12'45'0,"-13"1"-29"0,2-14 3 0,-14 25-4 0,-21 0-1 0,-15 25-3 0,2 34-7 0,12 0-1 0,23 12 0 0,0 13 0 0,24-24 1 0,36-1 0 0,23-23 1 0,25-36 0 0,-12-36 0 0,-13-23 0 0,-23-25-1 0,-36-23-1 0,-24-1-3 0,-12 49-1 0,1 36-1 0,11 11-62 0,24 12-9 0</inkml:trace>
  <inkml:trace contextRef="#ctx0" brushRef="#br0">19780 10906 10 0,'0'0'13'0,"12"-12"22"0,-24-13-14 0,-12 4-8 0,-37 32-4 0,-21-1 5 0,11 27-3 0,-13 10-1 0,1 24-3 0,0 13-4 0,47 0 0 0,23-1 0 0,73-11-1 0,48-25 1 0,10-36 0 0,-10-34-1 0,-14-36 1 0,-33-35 1 0,-50-27 0 0,-47 3-4 0,-46 70 1 0,-38 59-3 0,-23 37-109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667 14978 12 0,'0'-23'29'0,"0"-2"11"0,0 13-3 0,11 24-18 0,2 13-11 0,-1 34-1 0,-1-13-1 0,2 4-1 0,11-3-2 0,-1-23 0 0,1-13 2 0,24-22 1 0,47-37-3 0,60-25-2 0,36-21-2 0,11-13 0 0,12 11 2 0,-46 2-2 0,-38 33 1 0,-47 14 0 0,-35 23 0 0,0 1 2 0,-25-1-1 0,1 12 1 0,-1-13-1 0,13 14-1 0,12 11-30 0,-12 0-82 0</inkml:trace>
  <inkml:trace contextRef="#ctx0" brushRef="#br0">642 16145 4 0,'-10'-36'40'0,"10"12"-9"0,10-11 4 0,-10 23-22 0,13 12-12 0,-13 35 1 0,12 37-2 0,-12-1-1 0,11-11 1 0,14-12 0 0,-14-25-1 0,26-12 2 0,-3-11 0 0,15-34 0 0,22-26 1 0,37-11-1 0,58-61-1 0,13 14 1 0,-11 22-3 0,-38 13 4 0,-35 23-2 0,-24 25 1 0,-47 12-1 0,1-2 1 0,-14 13 0 0,1-1 0 0,-1 2-3 0,37 11-8 0,0-12-101 0</inkml:trace>
  <inkml:trace contextRef="#ctx0" brushRef="#br0">20756 5703 26 0,'-35'-13'10'0,"22"13"-28"0</inkml:trace>
  <inkml:trace contextRef="#ctx0" brushRef="#br0">20721 5608 36 0,'0'0'8'0,"0"-23"17"0,0-2-11 0,0-10-2 0,0 35-2 0,0-11-3 0,11 11-5 0,2 11 3 0,-2 24 2 0,1 13-1 0,-12 0-2 0,11-14-3 0,-11-9 4 0,25-13 1 0,22-24 2 0,25-36-4 0,35 0-1 0,-13-11-3 0,14-12 3 0,-24 35-2 0,-36 0 3 0,-13 12-2 0,1 1 0 0,0 12-2 0,-12-2 1 0,-14 13-4 0,-10 13-22 0,-22 21-85 0</inkml:trace>
  <inkml:trace contextRef="#ctx0" brushRef="#br0">20768 5596 68 0,'0'-36'12'0,"-12"24"-6"0,24-1-5 0,-1 13-1 0,2 0 1 0,-13 25 10 0,0 11-1 0,0 12-3 0,0-2-2 0,0 15-3 0,-13-1 3 0,2-13 0 0,11-23-2 0,11-11 1 0,25-26 2 0,24-35-3 0,36-23-1 0,23-13-1 0,0 13 2 0,0 11 2 0,-36 13-2 0,-23 23-1 0,-13 0 1 0,-11 12-1 0,-24 12-1 0,-24 12-6 0,-12 24-118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1381 3262 26 0,'-47'-13'34'0,"35"3"-9"0,12-1-7 0,0-14 8 0,0 13-11 0,36 12-11 0,23 0 0 0,13 0 1 0,22 0 0 0,26-13-1 0,11 13 0 0,24-11 0 0,-1 11-2 0,14 0-1 0,9 0 3 0,2-12-3 0,0 1-1 0,0 11 0 0,0 0 0 0,-13 0 1 0,0 11-1 0,2-11 0 0,-37 12-1 0,12-12 2 0,-25 11 0 0,14-11-1 0,-13 0 1 0,0 0-2 0,-12 0 1 0,-12 0 0 0,-23 0 1 0,-36-11 5 0,-26 11 2 0,-20 0 10 0,-1 0-17 0,-2 0-9 0,1 61-129 0,12-50 85 0</inkml:trace>
  <inkml:trace contextRef="#ctx0" brushRef="#br0">13076 16181 1 0,'11'-36'15'0,"-11"-24"17"0,0-11 8 0,0 11-2 0,0 12-12 0,12 37-11 0,-12 11-10 0,11 107 4 0,2 84 1 0,-1-13-8 0,0-36-1 0,-12-34 0 0,0-36-27 0,-12-49-50 0,12-23 0 0</inkml:trace>
  <inkml:trace contextRef="#ctx0" brushRef="#br0">13028 16276 87 0,'-24'0'7'0,"0"-12"31"0,24 24-25 0,84-1-5 0,35 2-4 0,0-26 0 0,-36-21-1 0,-36-26 1 0,-22-12 1 0,-14 12 8 0,1 37-1 0,-12 23-7 0,12 94 2 0,0 14-3 0,0-1-1 0,-12-23-5 0,0-25-26 0,24-47-40 0,-12-24-35 0</inkml:trace>
  <inkml:trace contextRef="#ctx0" brushRef="#br0">14112 15633 118 0,'0'0'0'0,"-60"24"29"0,-47 119 1 0,-12 95-9 0,83-12-17 0,95-59-3 0,48-48-1 0,-11-60 1 0,-48-47-37 0,-13-36-83 0</inkml:trace>
  <inkml:trace contextRef="#ctx0" brushRef="#br0">14243 15990 87 0,'0'-24'18'0,"24"24"22"0,10 61-19 0,15 69-9 0,10-23-6 0,-23-24-5 0,-12-11-3 0,-11-49-38 0,-13-34-71 0</inkml:trace>
  <inkml:trace contextRef="#ctx0" brushRef="#br0">14516 16014 69 0,'-11'0'41'0,"-61"59"2"0,1 25-15 0,-13 12-13 0,25-25-10 0,11 0-4 0,35-35-17 0,26-25-57 0,-1-22-11 0</inkml:trace>
  <inkml:trace contextRef="#ctx0" brushRef="#br0">14564 15835 110 0,'0'0'0'0,"0"-59"36"0,36 47-14 0,-1 107-13 0,37 96 1 0,-48 12-3 0,-37-48 2 0,-46-50-2 0,12-34-5 0,23-34-2 0,24-37-91 0,12 0 18 0</inkml:trace>
  <inkml:trace contextRef="#ctx0" brushRef="#br0">15444 16050 10 0,'-11'0'46'0,"11"-12"4"0,0 12-14 0,-12-11-14 0,12-2-6 0,-11 13-2 0,-1 0-3 0,12 0-6 0,12 0-2 0,35 0-2 0,1 0 0 0,11 0-2 0,0-12 0 0,-10 0 1 0,-14-12 3 0,-12 24-2 0,-10-12-8 0,-13 12-26 0,12 23-31 0,-1-10-32 0</inkml:trace>
  <inkml:trace contextRef="#ctx0" brushRef="#br0">15493 16203 32 0,'-12'0'27'0,"-25"25"21"0,37-25-17 0,25 0-19 0,57-12-4 0,3-1-3 0,-38 3 3 0,-23 10 2 0,-24-12 0 0,12 12-7 0,-12 0-3 0,11 0-21 0,-34 22-104 0</inkml:trace>
  <inkml:trace contextRef="#ctx0" brushRef="#br0">16779 16014 34 0,'-24'0'26'0,"-24"13"17"0,12-13-1 0,13 0-22 0,10 11-4 0,13-11-7 0,25 0-1 0,82 0-4 0,48 0-3 0,-36 0 1 0,-72-11 1 0,-47 11 2 0,-23 0-12 0,23 0-136 0,12 0 96 0</inkml:trace>
  <inkml:trace contextRef="#ctx0" brushRef="#br0">17386 15383 1 0,'0'0'5'0,"-25"0"12"0,3-13 9 0,10 13-4 0,0-11 1 0,0 11-3 0,0 0 0 0,0 0-7 0,0 11-3 0,-1 2-3 0,13-1-3 0,25 0 1 0,57 12-1 0,26-14 1 0,12 3-1 0,23-1-1 0,-48 0-1 0,-24 1 0 0,-12-13-1 0,-11 0 0 0,-12 0-25 0,0-25-131 0</inkml:trace>
  <inkml:trace contextRef="#ctx0" brushRef="#br0">17374 15454 68 0,'-13'-13'26'0,"-33"3"6"0,10 10 2 0,11 10-26 0,25 15-2 0,25 0 1 0,47 9-2 0,-1 3-1 0,36-3-2 0,-12 3-1 0,-11 10 0 0,-37 1 0 0,-24-12 2 0,-10 0-1 0,-13 11-1 0,-13-11 0 0,-21 12 1 0,-26 23 0 0,-12 0-1 0,0 1-1 0,14-1 1 0,-2 0 0 0,12-11-1 0,13 1 1 0,11-15-1 0,24-21 0 0,36-14 1 0,59-22 3 0,60-26-4 0,-1 26 2 0,-24-1-3 0,-69 12 2 0,-61 0-3 0,-12 0-36 0,12-11-112 0</inkml:trace>
  <inkml:trace contextRef="#ctx0" brushRef="#br0">18577 16085 69 0,'0'-58'21'0,"24"33"26"0,-24 0-16 0,0 86-20 0,-12 117 5 0,-12 60-6 0,24-47-1 0,0-60-6 0,0-47-3 0,-24-37-6 0,0-83-28 0,13-96-43 0,11 50-10 0</inkml:trace>
  <inkml:trace contextRef="#ctx0" brushRef="#br0">18517 16264 4 0,'0'-36'15'0,"-23"-142"40"0,23 47 10 0,23 71-34 0,37 13-16 0,12 57-8 0,11 74 0 0,-25 60 1 0,-22-25-1 0,-47-60 4 0,-96-11-7 0,-24-12-11 0,71-1-75 0,60-24-32 0</inkml:trace>
  <inkml:trace contextRef="#ctx0" brushRef="#br0">19386 15812 19 0,'0'0'0'0,"13"-48"56"0,10 1-10 0,-23 22-17 0,0 13-11 0,-36 72-7 0,-23 95 0 0,-12 95-5 0,58-37-5 0,84-58-1 0,14-34 3 0,11-74 0 0,-37-47-28 0,0-72-134 0</inkml:trace>
  <inkml:trace contextRef="#ctx0" brushRef="#br0">19542 16121 50 0,'0'0'0'0,"0"-94"72"0,46 21-34 0,15 50-18 0,-2 35-16 0,-23 72 1 0,-13 34-1 0,-10-35-1 0,-49-35 1 0,-13-37-1 0,39-22-1 0,45-72-3 0,48-12-3 0,-12 35 5 0,-46 24-1 0,-25 36 2 0,-36 71 2 0,0 25-1 0,12-25-3 0,24-11-19 0,24-2-111 0,-11-45 86 0</inkml:trace>
  <inkml:trace contextRef="#ctx0" brushRef="#br0">20185 16287 135 0,'0'-23'11'0,"0"12"27"0,12-14-17 0,-12 25-18 0,11 25 1 0,-11 9 2 0,0 14 0 0,-11 12-2 0,11-24-1 0,0-1-2 0,11-11 1 0,25-24-1 0,11-11-1 0,1-26-24 0,0 14-40 0,-48-1-49 0</inkml:trace>
  <inkml:trace contextRef="#ctx0" brushRef="#br0">20316 15990 114 0,'0'0'15'0,"-25"-13"-1"0,38 2-15 0,22 11-94 0</inkml:trace>
  <inkml:trace contextRef="#ctx0" brushRef="#br0">20590 15728 130 0,'0'0'7'0,"46"84"18"0,3 81-5 0,-13 39-10 0,-60-61-6 0,-83-36-6 0,-36-25-90 0,119-82 29 0</inkml:trace>
  <inkml:trace contextRef="#ctx0" brushRef="#br0">21339 16240 88 0,'-23'0'14'0,"23"-24"14"0,12-35-12 0,35-37-12 0,-23-46-3 0,0-49 0 0,0 48 0 0,-24 60 0 0,-12 35-2 0,12 25 1 0,-12 23-1 0,12 47 2 0,-12 48 1 0,0 49 0 0,0 34 1 0,12-23-1 0,24-48 0 0,12-61 0 0,22-33 2 0,14-72-1 0,-23-37-1 0,-14 62-1 0,-23 21 1 0,-1 72 2 0,2 13-2 0,10-36 0 0,25-14-1 0,24-22 1 0,-36-34 1 0,-24-26-2 0,-12-47 1 0,-48 24-1 0,-24 47 0 0,13 36-2 0,11 36 1 0,24 22-1 0,13 3 1 0,46-14-1 0,49-23 1 0,47-24-1 0,35-24-1 0,13 0-1 0,-12-10 2 0,-96-3 1 0,-59-10 1 0,-37-13 0 0,-33 49 2 0,-38 22-1 0,1 49-3 0,48-1 1 0,58-34 0 0,61-14 0 0,11-47 1 0,-23 11-3 0,-36 50 1 0,-24 71 1 0,0 34 2 0,0 37 1 0,0 12-2 0,-24-25-1 0,-48-70 7 0,-11-49 7 0,12-59-4 0,35-71-5 0,59-12-2 0,61-12-8 0,35-12-8 0,23 13-62 0,-58 81-55 0</inkml:trace>
  <inkml:trace contextRef="#ctx0" brushRef="#br0">23149 15740 124 0,'0'-36'5'0,"13"60"1"0,-13 83 15 0,-24 85-4 0,24-26-10 0,0-59-1 0,0-49-1 0,-12-45 4 0,-1-72-3 0,2-84-3 0,11-95 0 0,24-24 1 0,24 95-5 0,-13 106 0 0,50 51-2 0,8 93 1 0,-44 60 0 0,-85-36 2 0,-119-49 3 0,-24-8-2 0,119-27-32 0,85 1-102 0</inkml:trace>
  <inkml:trace contextRef="#ctx0" brushRef="#br0">23839 15669 29 0,'0'-12'7'0,"0"-24"37"0,-10 11 0 0,-38 86-24 0,-24 82-6 0,2 34-3 0,57 3-5 0,26-73-5 0,46-36 0 0,0-23-8 0,1-48-39 0,-25-12-63 0</inkml:trace>
  <inkml:trace contextRef="#ctx0" brushRef="#br0">23875 16061 59 0,'0'-59'28'0,"13"11"7"0,59 25-19 0,-1 35-13 0,-23 72-1 0,-25 10 2 0,-46-46 1 0,-38-14 1 0,50-44-2 0,11-38-4 0,72-24-2 0,-1 1 0 0,-22 46 2 0,-49 25 3 0,-37 61 3 0,1 10-4 0,24 1-5 0,24-25-25 0,36-11-28 0,-12-36-20 0</inkml:trace>
  <inkml:trace contextRef="#ctx0" brushRef="#br0">24353 16181 27 0,'23'-12'56'0,"-23"12"-12"0,0 34-22 0,-23 16-11 0,23-3-9 0,10-12-2 0,15-23-23 0,11-24-44 0,-25-11 9 0</inkml:trace>
  <inkml:trace contextRef="#ctx0" brushRef="#br0">24460 16002 34 0,'0'0'8'0,"-12"-12"-20"0,12 12-16 0</inkml:trace>
  <inkml:trace contextRef="#ctx0" brushRef="#br0">24686 15704 86 0,'12'13'2'0,"24"153"15"0,10 24 5 0,-46-35-13 0,-70-59-4 0,-49-49-23 0,72-23-72 0</inkml:trace>
  <inkml:trace contextRef="#ctx0" brushRef="#br0">17386 17026 16 0,'0'0'14'0,"11"-24"39"0,-11 12-9 0,0 12-29 0,0 48-3 0,-11 23-2 0,11 1-3 0,-12-25-2 0,35-11-4 0,2-25 1 0,11-22-3 0,12-25-33 0,-25-22-57 0,-23 45 53 0</inkml:trace>
  <inkml:trace contextRef="#ctx0" brushRef="#br0">17493 16789 25 0,'0'0'20'0,"-24"-37"45"0,24 13-21 0,0 1-32 0,13 11-13 0,-2 47-45 0,-11-24-52 0</inkml:trace>
  <inkml:trace contextRef="#ctx0" brushRef="#br0">17767 17015 101 0,'-23'-13'33'0,"11"13"-8"0,47-12-23 0,12 12-22 0,14-12-114 0</inkml:trace>
  <inkml:trace contextRef="#ctx0" brushRef="#br0">17755 17097 55 0,'-11'0'30'0,"11"0"-3"0,47 0-24 0,25-23-28 0,-25-2-56 0</inkml:trace>
  <inkml:trace contextRef="#ctx0" brushRef="#br0">18066 16965 71 0,'0'0'22'0,"-25"84"18"0,25-13-29 0,-12 2-14 0,24-25-111 0</inkml:trace>
  <inkml:trace contextRef="#ctx0" brushRef="#br0">17601 15002 50 0,'0'-13'38'0,"-12"-21"6"0,12 21-5 0,0 26-28 0,12 70 0 0,11 0-5 0,-11-23-1 0,0-37 0 0,-12-23 4 0,-12-60-5 0,12-11-3 0,60 0 0 0,-24 58-1 0,10 74 1 0,-21 33 0 0,-1-10 0 0,-12-24-2 0,0-25-66 0,-12-22-50 0</inkml:trace>
  <inkml:trace contextRef="#ctx0" brushRef="#br0">1453 13536 30 0,'-12'-46'42'0,"0"21"-3"0,12 25-14 0,-23 96-7 0,-2 47-6 0,25-1-7 0,36-10-5 0,24-72 2 0,10-49 1 0,2-59 1 0,-47-46 0 0,-25-49-6 0,-25 12 1 0,-34 59 2 0,0 37 0 0,11 35 0 0,1 60-1 0,22 22 1 0,25-22-2 0,48-36 2 0,49-48-1 0,9-47 0 0,-12-13 0 0,-33 60-1 0,-38 48 2 0,13 48 2 0,-24-1-2 0,1-23 3 0,-13-48-1 0,11-36 3 0,1-59-5 0,12 11 0 0,11 50-1 0,1 34-2 0,24 46 1 0,-13 26 1 0,13-14 0 0,-2-21 0 0,-9-24-1 0,-1-38 1 0,-25-34 1 0,1-96-5 0,-12-12 0 0,0 24 5 0,-12 35-2 0,0 37 0 0,-12 48 2 0,12 12-4 0,0 22 1 0,-12 49 0 0,12 24 2 0,0 21-2 0,0 39 1 0,12-25 1 0,24-35 0 0,10-37 0 0,-10-35 1 0,25-24-1 0,-15-35 0 0,-21-3-1 0,-1 4 1 0,-12 34 0 0,-12 24 0 0,24 34 0 0,-12-9 1 0,36-24-1 0,11-26 1 0,-12-24 0 0,-23-21-1 0,0 11 0 0,-12 22 0 0,-12 25 0 0,12 59 1 0,-12 49 2 0,24 60-1 0,10 45-2 0,15 26-2 0,-26-50 1 0,-10-34 1 0,-37-71 6 0,-24-60 8 0,13-72-5 0,11-107-6 0,36-47-9 0,58 23-7 0,-9 72 6 0,-15 49 4 0,3 33-23 0,-37 25-107 0</inkml:trace>
  <inkml:trace contextRef="#ctx0" brushRef="#br0">1608 14645 4 0,'0'0'0'0,"-12"-71"39"0,-1-13 11 0,-10 60-18 0,0 48-13 0,12 83 1 0,32 96-6 0,51 47-9 0,-12-35-4 0,-24-61 1 0,-25-59-3 0,-11-47-25 0,-36-48-90 0</inkml:trace>
  <inkml:trace contextRef="#ctx0" brushRef="#br0">1345 15204 51 0,'0'0'0'0,"0"-47"51"0,96-13-18 0,35-23-25 0,-13 35-3 0,-46 12 5 0,-36 1 5 0,-12 11-7 0,-24 24-5 0,12 47-2 0,-12 37 1 0,12 11 0 0,24-48-1 0,12-22 1 0,-37-37 3 0,-22-48-2 0,-48-35-2 0,34 59-1 0,61-12-2 0,83 14 0 0,12 21-4 0,-36 26 3 0,-83-2 3 0,-48-22 6 0,-11-39 3 0,59-21-7 0,59-13-29 0,24 63-108 0</inkml:trace>
  <inkml:trace contextRef="#ctx0" brushRef="#br0">1048 15906 14 0,'0'-11'24'0,"0"-37"25"0,0 23-12 0,0 25-20 0,24 84 0 0,12 48-9 0,-12 11-3 0,-24-71-3 0,-12-49 2 0,36-59 2 0,23-35-4 0,25 59-5 0,-24 95 2 0,-25 12 0 0,-59-22 5 0,-11-39 2 0,11-57 0 0,0-49-5 0,36 49-1 0,12 23-2 0,24 23 2 0,48-12-1 0,11-45 1 0,-12-37 0 0,-12-50 2 0,-48 39 0 0,-34 70 4 0,-1 35-5 0,12 48-1 0,23 0-1 0,38-21 1 0,10-39 1 0,12-59-2 0,1-47-1 0,-25 35 2 0,-35 49-1 0,-12 34 1 0,12 25 1 0,0-12 0 0,-12-24 1 0,35-72 1 0,1-47-1 0,-12 59-3 0,-24 48 1 0,35 48 0 0,12 0-1 0,-11 11-42 0,-36-47-94 0</inkml:trace>
  <inkml:trace contextRef="#ctx0" brushRef="#br0">1822 15562 142 0,'0'0'0'0,"12"23"-9"0,84 13-97 0</inkml:trace>
  <inkml:trace contextRef="#ctx0" brushRef="#br0">2787 15990 56 0,'0'-24'25'0,"36"-23"-6"0,-24-13 0 0,-12 1-10 0,-25 10-2 0,-11-10-3 0,2 24-3 0,-3 24 2 0,-10 34 7 0,-14 48-4 0,27 1-2 0,-2 11 0 0,24-35-2 0,36-25 0 0,12-58 0 0,-1-37-2 0,13 35 1 0,-37 37-2 0,2 50 4 0,22 9-2 0,13-36 1 0,24-23 0 0,-13-35 1 0,-23-25-4 0,-12-23 2 0,-12 11-1 0,-12 1 0 0,-24 23-1 0,12 13 2 0,-12 35-3 0,12 0 2 0,-12 12 1 0,12 11 0 0,0 1-1 0,36-12 1 0,12-12-2 0,24-25 0 0,-14 2 1 0,3 12 1 0,-13 11-2 0,-1 11 1 0,-23 1-1 0,12-1 0 0,-24 14 1 0,0-25 1 0,12 12-1 0,-1-24 0 0,25 0 0 0,-24-12 0 0,12 1-1 0,0 11 1 0,-11 12 0 0,-2 0 1 0,1 12-1 0,24-12 0 0,-2 0 0 0,-21-12 0 0,11 0 1 0,-12-1-1 0,-12 2 1 0,12-12 0 0,-12-2 0 0,12 13-1 0,-12-1 0 0,0 13 0 0,-12 13 1 0,12 24-1 0,0-14 1 0,24 1-1 0,11-24 0 0,1 0 0 0,0-36 1 0,-13 0-2 0,-11 11 1 0,0 3 1 0,1 10-1 0,-13 0 0 0,11 0 0 0,1 24 0 0,-1 24 0 0,14 58 2 0,11 61 0 0,-1 12 0 0,25-12-2 0,-24-25 1 0,-26-22 0 0,-44-36 2 0,-14-37 5 0,-11-35 3 0,23-71-4 0,24-60-5 0,131-250-13 0,-49 321 3 0,-21 25 4 0,-37 35-24 0,-37 0-92 0</inkml:trace>
  <inkml:trace contextRef="#ctx0" brushRef="#br0">2275 17346 48 0,'11'-34'12'0,"25"-50"31"0,24-11-13 0,-24 0-13 0,-23 22-2 0,-26 39-7 0,-23 22-4 0,-12 24-4 0,13 59 1 0,22 13-4 0,85 23 0 0,12 0 0 0,-49-24 0 0,-60-47 2 0,-33-36 3 0,10-48-2 0,48 23 1 0,60 15-2 0,35-2 0 0,-1-37 3 0,-33-33 0 0,-25-25 4 0,-25 70 10 0,1 62-11 0,47 94-5 0,-10 34-1 0,-14-32-2 0,-23-50 2 0,-24-47 10 0,-36-108-8 0,-22-119-7 0,57-23 6 0,37 142 0 0,12 74-1 0,47 81 0 0,-47-11 0 0,-72-1 1 0,-35-47 0 0,12-36 0 0,34 11 0 0,37 50-1 0,48 34-1 0,59-71 2 0,0-95-1 0,-25-23-1 0,-69-74-5 0,-25-22 1 0,-25 71 14 0,3 119 2 0,10 36-9 0,35 72-1 0,13 35 1 0,24 24-3 0,-13-24 0 0,-35-36 1 0,12-47 0 0,12-59 0 0,23-73 0 0,-23 37 1 0,-24 34 2 0,24 37-1 0,-2 24 0 0,15 0-2 0,-1-36 2 0,11-59-1 0,-23-25-2 0,-36-71-7 0,0 0 9 0,0 72 4 0,-13 47 2 0,13 36-3 0,0 61-3 0,13 10-3 0,-1 34 3 0,12 4 1 0,23-38-2 0,1-59 2 0,35-60 0 0,1 36-2 0,-14 60 1 0,-45 0 0 0,-25 0-3 0,-61-25-37 0,3-46-88 0</inkml:trace>
  <inkml:trace contextRef="#ctx0" brushRef="#br0">3871 16550 63 0,'0'-12'36'0,"35"-72"-5"0,37 13-24 0,-26 35-116 0</inkml:trace>
  <inkml:trace contextRef="#ctx0" brushRef="#br0">3406 16526 116 0,'-83'24'5'0,"142"-24"-99"0</inkml:trace>
  <inkml:trace contextRef="#ctx0" brushRef="#br0">4454 16253 123 0,'23'-13'26'0,"2"1"8"0,-37 24-184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19386 13846 77 0,'25'-105'25'0,"-14"55"19"0,1 27-27 0,-12 96-8 0,-23 93 1 0,-2 12-4 0,25-47-1 0,-11-59 1 0,-1-49 3 0,-1-46 2 0,2-97-7 0,11-81 1 0,47-25-4 0,13 82 1 0,12 37-2 0,-25 82-2 0,1 86 1 0,-36 22 0 0,-60-12 1 0,-71-10 0 0,-36-3-20 0,95-22-93 0,60-36 56 0</inkml:trace>
  <inkml:trace contextRef="#ctx0" brushRef="#br0">20208 13216 133 0,'0'-24'6'0,"-60"71"13"0,-70 97 3 0,11 93-17 0,94-58-4 0,74 12 1 0,58-84-1 0,11-59-24 0,-34-60-95 0</inkml:trace>
  <inkml:trace contextRef="#ctx0" brushRef="#br0">20387 13526 91 0,'13'-48'15'0,"46"35"4"0,-25 13 12 0,-21 71-23 0,-13 2-3 0,-13-14 0 0,-10-36-1 0,12-23 1 0,45-46-3 0,51-13-3 0,-14-1 1 0,-35 36 1 0,-36 24-2 0,-60 47 4 0,-11 24 2 0,47-11-3 0,12-12-2 0,48-12-7 0,10-13-60 0,-21-11-19 0</inkml:trace>
  <inkml:trace contextRef="#ctx0" brushRef="#br0">20875 13764 48 0,'12'-23'26'0,"12"10"20"0,-24-11-5 0,0 61-22 0,0 9-14 0,0-10 0 0,0 0-4 0,12-24 3 0,12 0-4 0,12 1 3 0,-2-13-3 0,-9 0-5 0,-1-13-27 0,-12-11-100 0</inkml:trace>
  <inkml:trace contextRef="#ctx0" brushRef="#br0">20899 13536 114 0,'0'0'4'0,"0"-10"-5"0,48 10-101 0</inkml:trace>
  <inkml:trace contextRef="#ctx0" brushRef="#br0">21256 13192 111 0,'24'0'20'0,"35"107"5"0,-11 72-5 0,-48 34-12 0,-71-33-5 0,-72-25-10 0,-13-25-134 0</inkml:trace>
  <inkml:trace contextRef="#ctx0" brushRef="#br0">20078 15181 83 0,'0'-60'21'0,"23"24"21"0,-23 72-22 0,-35 119-7 0,-1 23-5 0,0-47-2 0,24-47 0 0,12-73 2 0,-12-58-1 0,12-95-4 0,0-109-1 0,72-23-2 0,-13 131 1 0,-12 108-3 0,2 106 1 0,9 48 1 0,-33 0 2 0,-61-35 0 0,-96-25-1 0,38-23-16 0,118-36-139 0</inkml:trace>
  <inkml:trace contextRef="#ctx0" brushRef="#br0">20672 15265 141 0,'0'-13'9'0,"-11"60"8"0,-1 49 5 0,-12 11-13 0,24-13-7 0,11-33-15 0,-11-26-122 0</inkml:trace>
  <inkml:trace contextRef="#ctx0" brushRef="#br0">20423 15525 147 0,'-23'-11'21'0,"93"-12"0"0,96-27-13 0,13 28-5 0,-119 22-4 0,-60 12-56 0,0-2-55 0</inkml:trace>
  <inkml:trace contextRef="#ctx0" brushRef="#br0">22768 15133 76 0,'25'-73'22'0,"9"27"21"0,-21 34-21 0,-13 107-10 0,0 36-3 0,-13-12-2 0,2-47-1 0,-1-37-1 0,1-48 8 0,-14-69-8 0,25-108-3 0,48-49 0 0,36 49-3 0,-14 119-1 0,-21 71-1 0,11 94 1 0,-37 14 2 0,-70-37-1 0,-61-11 5 0,13-2-13 0,107 15-108 0,0-49 59 0</inkml:trace>
  <inkml:trace contextRef="#ctx0" brushRef="#br0">23209 15454 146 0,'-35'-13'14'0,"-1"-9"20"0,36-2-11 0,83-12-20 0,72 24-2 0,12 24 0 0,-96-1 1 0,-83 2 7 0,-60-13-6 0,-46-24-3 0,57 24-83 0,61 0-45 0</inkml:trace>
  <inkml:trace contextRef="#ctx0" brushRef="#br0">24757 14918 45 0,'0'-34'21'0,"12"21"-14"0,-12-11 27 0,0 48-19 0,0 60-5 0,-12 34-1 0,12-22 0 0,-13-37-1 0,3-35-2 0,10-36 7 0,0-84-8 0,23-70-3 0,0-36-1 0,13 23 1 0,0 72 2 0,12 70-4 0,11 50-2 0,1 70 0 0,-24 13 0 0,-36-25 1 0,-36-35 2 0,-60 23-3 0,25 14-26 0,35 45-111 0</inkml:trace>
  <inkml:trace contextRef="#ctx0" brushRef="#br0">25067 15181 80 0,'-12'-12'16'0,"0"58"5"0,0 15-3 0,24-1-11 0,24-37 5 0,-11-35 11 0,9-59-8 0,-45-1-5 0,-49 49-8 0,-23 34-30 0,47 37-112 0</inkml:trace>
  <inkml:trace contextRef="#ctx0" brushRef="#br0">17589 15419 69 0,'0'0'19'0,"0"-36"18"0,0 48-15 0,0 84-9 0,0 22-6 0,0-35 0 0,0-35 2 0,0-37 4 0,-24-45-3 0,12-87-6 0,12-80-1 0,48-25 1 0,11 83-3 0,-11 106-1 0,-1 62-2 0,12 46 1 0,-70 59 1 0,-120-57 0 0,-12-2-8 0,72 61-57 0,71-50-52 0</inkml:trace>
  <inkml:trace contextRef="#ctx0" brushRef="#br0">17827 15800 78 0,'24'-49'32'0,"10"-10"12"0,15 47-26 0,-13 60-8 0,-24 24-3 0,-12-13-4 0,-48 1 0 0,12-36 0 0,36-48 1 0,23-48-1 0,49-24-4 0,1 37 1 0,-50 36 0 0,-12 23 0 0,-45 59 2 0,-3 1 0 0,37-13-2 0,48-23-1 0,47-11 2 0,-23-38 0 0,-50 13-3 0,-22-11-26 0,13 11-103 0</inkml:trace>
  <inkml:trace contextRef="#ctx0" brushRef="#br0">10742 8357 4 0,'-12'0'21'0,"12"13"0"0,0-26 55 0,0 13-64 0,0 0-6 0,12-11 2 0,35-12-6 0,37-1 1 0,58 11-1 0,-34 13-1 0,35 0-1 0,-36 0 0 0,-12 0 1 0,-36-11-1 0,-59 11 0 0,48 0 1 0,-35-12 0 0,-13 12 0 0,11 0-85 0,-11 0 27 0</inkml:trace>
  <inkml:trace contextRef="#ctx0" brushRef="#br0">10789 8346 33 0,'-47'0'16'0,"-25"11"-5"0,60-11 19 0,48-11-13 0,46 11-2 0,38 0-8 0,35-12 0 0,-12 12-3 0,-24 0 1 0,-36 0-1 0,0 0 0 0,-23 12 1 0,-11-12-1 0,-26 0 1 0,-23 0 1 0,0 0 3 0,0 0-3 0,11-12-3 0,-11 12-2 0,13 0-7 0,10 0-126 0</inkml:trace>
  <inkml:trace contextRef="#ctx0" brushRef="#br0">11015 6739 13 0,'0'-24'19'0,"13"0"8"0,-2 24 13 0,-11 12-14 0,-11 95 0 0,-2 37-18 0,13-2-5 0,13-58 0 0,-13-50 3 0,-13-21 3 0,-11-49 0 0,-12-59-9 0,-11-84 1 0,35-23 2 0,60 60 1 0,-1 94-6 0,13 25 3 0,12 23-3 0,-25 34 1 0,-35 14 1 0,-60 25 1 0,-58-2-1 0,-3 0-5 0,73-24-47 0,36-35-67 0</inkml:trace>
  <inkml:trace contextRef="#ctx0" brushRef="#br0">11588 6310 78 0,'-13'-13'6'0,"-23"-8"-4"0,12 21 16 0,1 11 22 0,-49 120-15 0,13 58-17 0,11 26-6 0,71-60 0 0,37-60 0 0,23-35-12 0,26-36-32 0,-39-37-75 0</inkml:trace>
  <inkml:trace contextRef="#ctx0" brushRef="#br0">11670 6620 66 0,'-12'-36'17'0,"72"-23"8"0,-24 70-1 0,11 49-13 0,-11 12-6 0,-24-12 0 0,-37-26 4 0,-33-9-4 0,10-13-1 0,36-49-2 0,36-22-2 0,34 0-1 0,14 11 1 0,-1 0 0 0,-35 25 0 0,-36 23 2 0,-11 23 4 0,-25 49-4 0,-11-14-2 0,34 15 0 0,26-25-14 0,58-14-121 0</inkml:trace>
  <inkml:trace contextRef="#ctx0" brushRef="#br0">12159 6870 57 0,'-11'0'18'0,"11"-12"-15"0,34-13 22 0,-11 14-5 0,-23 11-1 0,0 24-4 0,0 0-8 0,0 0-1 0,-23-1-1 0,12 1 0 0,11 0-3 0,0-12-1 0,0-1 2 0,23-22-1 0,1-1-11 0,0-12-18 0,-12 12-78 0,-12 12 73 0</inkml:trace>
  <inkml:trace contextRef="#ctx0" brushRef="#br0">12171 6620 144 0,'-72'-13'9'0,"60"38"-45"0,48-25-54 0</inkml:trace>
  <inkml:trace contextRef="#ctx0" brushRef="#br0">12348 6276 146 0,'0'0'4'0,"13"82"-2"0,58 108 2 0,-23 24 5 0,-96 49-7 0,-118 10-56 0,118-213-9 0</inkml:trace>
  <inkml:trace contextRef="#ctx0" brushRef="#br0">19101 10739 102 0,'-12'-46'31'0,"24"57"-17"0,12 96-3 0,0 48 0 0,-24-13-4 0,12-46-2 0,-12-71 4 0,-12-62 1 0,-24-106-7 0,36-71-3 0,12-24 0 0,47 119-1 0,13 108-1 0,22 45 0 0,-58 26 3 0,-47 11 0 0,-96 1 1 0,-12-12-10 0,71-13-75 0,48-23-6 0</inkml:trace>
  <inkml:trace contextRef="#ctx0" brushRef="#br0">19827 10228 131 0,'-24'-37'8'0,"-23"108"-1"0,-1 109 15 0,-23 46-8 0,59-35-11 0,82-37-2 0,62-47-18 0,-1-59-117 0</inkml:trace>
  <inkml:trace contextRef="#ctx0" brushRef="#br0">19946 10716 68 0,'-36'-48'30'0,"61"0"-34"0,34 0 7 0,36 37 26 0,24 47-16 0,-47 23-10 0,-48 1 1 0,-84-1 2 0,13-36-3 0,11-46-1 0,60-36-4 0,59-25 0 0,0 37 1 0,-47 23 4 0,-48 35 11 0,-36 49-8 0,1 1-4 0,35-15-2 0,24 2-6 0,35 0-26 0,-11-14-81 0</inkml:trace>
  <inkml:trace contextRef="#ctx0" brushRef="#br0">20708 10764 120 0,'0'0'0'0,"-47"-25"15"0,47 37-12 0,0 35 15 0,-12 3-5 0,12-4-8 0,36 2-3 0,11-24 1 0,25-12-2 0,-13-24-18 0,-11-12-116 0</inkml:trace>
  <inkml:trace contextRef="#ctx0" brushRef="#br0">20851 10488 127 0,'-23'-34'21'0,"10"34"-17"0,61 0-49 0,-36 13-41 0</inkml:trace>
  <inkml:trace contextRef="#ctx0" brushRef="#br0">21102 10144 129 0,'0'0'0'0,"12"36"15"0,83 167-11 0,-24 11 6 0,-107-24-4 0,-71-11-11 0,0-60-102 0</inkml:trace>
  <inkml:trace contextRef="#ctx0" brushRef="#br0">21756 10764 123 0,'-47'-37'14'0,"47"14"-11"0,71-61-1 0,-11-48 0 0,-1-57-1 0,-36-3-1 0,-23 110 0 0,-34 46 0 0,11 24 1 0,-14 71 2 0,1 49 2 0,24 35-2 0,12-24-2 0,48-12 0 0,12-35 0 0,-1-48 1 0,13-36-1 0,-1-36 1 0,-35 37-2 0,-25 22-1 0,-11 25 1 0,13-12 1 0,10-13-1 0,25-34 1 0,-25-36 1 0,-23-12 0 0,-34 21-1 0,-39 39 0 0,14 35-1 0,46 13-1 0,49-16 1 0,60 4-1 0,47-37 0 0,-1-1 1 0,-10-21 0 0,-37 22-1 0,-59-13 1 0,-36 2 1 0,-36-13-1 0,12 13 1 0,12 11-1 0,0 12 0 0,1-11 0 0,-1 22 0 0,-1 1 0 0,13-12 0 0,13 11 0 0,-1-22 0 0,-1 11 0 0,-22 11 1 0,-37 1-2 0,12 24 1 0,36-13 0 0,0 2 1 0,23 0-2 0,2-14 2 0,11-11-1 0,-1-36 1 0,1 0 0 0,-12 36-1 0,-12 72 0 0,-12 59 4 0,0-1-2 0,-12 25 4 0,-36-12-5 0,-24-35 3 0,25-61-2 0,11-47-1 0,47-107-70 0,2 46-23 0</inkml:trace>
  <inkml:trace contextRef="#ctx0" brushRef="#br0">23294 10251 25 0,'0'-12'60'0,"0"60"-15"0,11 48-27 0,1-1-9 0,-12-48-3 0,0-34 3 0,0-38-3 0,-12-21-4 0,12-4-1 0,0-9 0 0,0-37-1 0,12-22 1 0,11-37 0 0,24 97-4 0,13 92 3 0,0 62 0 0,-48-13-1 0,-73-23 2 0,-33-13-1 0,35-11-35 0,48-24-75 0</inkml:trace>
  <inkml:trace contextRef="#ctx0" brushRef="#br0">23721 10299 74 0,'0'-12'6'0,"-35"-24"32"0,47 13-28 0,22 11 0 0,15 35-1 0,-25 37-3 0,-36-13-1 0,-36-10 0 0,24-26-2 0,35-22-1 0,50-37-2 0,21-12 0 0,-46 47 0 0,-23 26 0 0,-62 35 3 0,26-13-2 0,23 1 0 0,48-13-14 0,23-23-45 0,12-47-20 0,-23 23 109 0,-48 13 32 0,-12 59-33 0,0-1-24 0,0-10-5 0,12-26-39 0,0-22-63 0</inkml:trace>
  <inkml:trace contextRef="#ctx0" brushRef="#br0">24341 9823 96 0,'0'0'0'0,"35"12"32"0,49 142-16 0,-13 61-10 0,-58-13-3 0,-133-47-5 0,-105-23-42 0,105-98-44 0</inkml:trace>
  <inkml:trace contextRef="#ctx0" brushRef="#br0">23209 9726 107 0,'-96'73'29'0,"-47"153"-8"0,97 11-20 0,81-32 1 0,96 8-37 0,-72-142-63 0</inkml:trace>
  <inkml:trace contextRef="#ctx0" brushRef="#br0">18756 11728 84 0,'12'-36'11'0,"10"-12"-1"0,-9 35 14 0,-36 13-3 0,-37 50-7 0,-34 80-8 0,-38 50-2 0,-11-15-3 0,12-22 0 0,24-24 1 0,23-47 0 0,48-37-1 0,13-35-2 0,23-59-6 0,12-14 5 0,-1 15 3 0,1-26-1 0,0 13 1 0,-12 12-1 0,12 23 2 0,0 36-1 0,-24 0 1 0,-12 71-1 0,-11 24 1 0,11 1-1 0,12-13 0 0,24-36-2 0,35-10 3 0,37-26-2 0,35-34 2 0,12-25-2 0,-60 24 1 0,-47 12-2 0,-24 12-4 0,-24 0-96 0,24 0 51 0</inkml:trace>
  <inkml:trace contextRef="#ctx0" brushRef="#br0">16816 13431 37 0,'-13'-37'12'0,"1"14"9"0,0 12 11 0,0 45-20 0,0 87-5 0,24 21-2 0,24-24-3 0,11-34-1 0,-35-26 1 0,-1-21-1 0,-11-24 3 0,-11-38-2 0,-1-34-1 0,-1-37-1 0,-8-23 1 0,8-23-1 0,1 10 0 0,12 2 1 0,36 34-2 0,-1 49 1 0,37 47-1 0,-26 47 0 0,-33-23 1 0,10 60 1 0,-46-13 2 0,-48-12-2 0,-24-11-6 0,35-37-40 0,60-11-36 0</inkml:trace>
  <inkml:trace contextRef="#ctx0" brushRef="#br0">17469 13002 30 0,'-11'-48'35'0,"-25"48"-2"0,-12 71-13 0,-11 72-11 0,23 24-6 0,60-48-1 0,34-47-2 0,50-25-17 0,-37-34-83 0</inkml:trace>
  <inkml:trace contextRef="#ctx0" brushRef="#br0">17446 13276 40 0,'0'-12'2'0,"36"-24"-1"0,35 36 17 0,0 36-4 0,-35 10-9 0,-36 4 3 0,-48-4-3 0,25-34-2 0,23-36-3 0,59-35 0 0,25-12-2 0,-13 23 3 0,-60 37 1 0,-11 22 5 0,-36 49-3 0,2-13-2 0,34-10-3 0,34-3-13 0,2-10-28 0,-23-11-10 0</inkml:trace>
  <inkml:trace contextRef="#ctx0" brushRef="#br0">17957 13394 11 0,'13'0'7'0,"-13"12"16"0,12 36 11 0,-12 13-18 0,11-15-9 0,25-21-5 0,1-14-7 0,10-22-35 0,-35-2-6 0</inkml:trace>
  <inkml:trace contextRef="#ctx0" brushRef="#br0">18100 13216 57 0,'-23'-11'21'0,"-37"22"-37"0,72-11-46 0</inkml:trace>
  <inkml:trace contextRef="#ctx0" brushRef="#br0">18232 13050 48 0,'47'47'21'0,"37"120"-1"0,-13-37-12 0,-83-34 0 0,-83-37-22 0,12-47-71 0</inkml:trace>
  <inkml:trace contextRef="#ctx0" brushRef="#br0">17100 12477 128 0,'-23'-23'4'0,"34"12"-2"0,25-26 23 0,12 49-13 0,11 13-7 0,-11 9 0 0,-24-9-2 0,-24 21 3 0,-24 4 0 0,-12-16-2 0,1 3 2 0,11-3-1 0,1-9 0 0,10-13 0 0,13 1 0 0,0-13-2 0,72-13 2 0,105-58-4 0,204-25-74 0,-296 71-17 0</inkml:trace>
  <inkml:trace contextRef="#ctx0" brushRef="#br0">7685 13375 0 0,'0'0'0'0,"-9"0"1"0,9 0 5 0,0 0-3 0,-10 0 1 0,10 0-4 0,-9 0 1 0,9 0-1 0,0 0 1 0,-8 0 3 0,8 0 4 0,0 0-1 0,0 0-6 0,0 0 0 0,0 0 2 0,-10 0 15 0,10 0 5 0,0 0-4 0,-9 10-5 0,9-10-1 0,0 0-2 0,0 0-2 0,0 0-1 0,9 0 4 0,28 0-9 0,1 0-1 0,8-10-1 0,1 10 0 0,-9 10-2 0,-2-10 2 0,11 0 0 0,-28-19 0 0,18 9 0 0,-18 1 0 0,-1 0-1 0,-8 9 1 0,-1 0-1 0,9 0-5 0,-9 0-17 0,1 0-46 0,-10 0 2 0</inkml:trace>
  <inkml:trace contextRef="#ctx0" brushRef="#br0">7872 13208 15 0,'0'0'0'0,"-9"0"48"0,9-9-19 0,9 18-10 0,28 28-6 0,1 1-4 0,-11 8-3 0,11-9-1 0,-29-8 1 0,-9-11 5 0,-18 0-5 0,-21 1-4 0,3 19-126 0</inkml:trace>
  <inkml:trace contextRef="#ctx0" brushRef="#br0">7705 14205 39 0,'-29'0'30'0,"10"0"17"0,11 0-19 0,44 0-11 0,39 0-11 0,28-10-5 0,-11 10 1 0,-7-9-1 0,-30 9 0 0,-7-9-1 0,-39 0-19 0,-9-11-92 0</inkml:trace>
  <inkml:trace contextRef="#ctx0" brushRef="#br0">8003 14036 75 0,'0'-9'30'0,"9"0"5"0,37 9-20 0,10 37-8 0,-18 10-1 0,-29-10-2 0,-66 19 1 0,-44 10-23 0,35-11-93 0</inkml:trace>
  <inkml:trace contextRef="#ctx0" brushRef="#br0">13238 12844 12 0,'0'0'0'0,"-9"-9"55"0,0 0-17 0,9 0-15 0,0 9-11 0,0 0-8 0,9 0 1 0,28 9-2 0,19-18-1 0,9 0-1 0,-27 0 0 0,-11-2 2 0,-18 2 2 0,0 0 1 0,-9-1-3 0,10 10 0 0,-10 0-2 0,0 10 0 0,0 19 0 0,-10 35 1 0,1 2 1 0,0 8-1 0,-1-28 0 0,10-8 0 0,0-10 0 0,0-10 0 0,0-18 1 0,0-9 0 0,10 0-4 0,-10-9-13 0,0-2-31 0,0 20-52 0</inkml:trace>
  <inkml:trace contextRef="#ctx0" brushRef="#br0">13211 13031 8 0,'-11'0'45'0,"2"0"-7"0,0-9-19 0,-1 9 0 0,1 0-4 0,9 9-8 0,19-9-2 0,37 0-2 0,19 0-2 0,-1 0 0 0,-9-9-1 0,-18 9 3 0,-10-9 1 0,-18 9-3 0,-1-10 1 0,-8 10-1 0,-10 0-3 0,0 0-21 0,-10 19-69 0,10-19 57 0</inkml:trace>
  <inkml:trace contextRef="#ctx0" brushRef="#br0">13880 12854 9 0,'0'-10'34'0,"0"10"11"0,-18 37-5 0,-28 47-17 0,-20 57-13 0,1-12-1 0,19-26 0 0,-1-37-4 0,28-30-3 0,10-17-6 0,18-38-45 0,1 10-54 0</inkml:trace>
  <inkml:trace contextRef="#ctx0" brushRef="#br0">13946 13115 71 0,'0'0'0'0,"0"-9"41"0,0 18-3 0,-9 28-24 0,0 1-7 0,0-10-5 0,-2 8 0 0,11-17-9 0,0 0-49 0,0-10-22 0</inkml:trace>
  <inkml:trace contextRef="#ctx0" brushRef="#br0">14038 13170 60 0,'0'-9'45'0,"-8"38"10"0,-1-1-47 0,-1 17-4 0,20-16-2 0,7 8-1 0,22-19 1 0,-2-18 0 0,-1-18 0 0,-8-19 0 0,-8-20 0 0,-20 1 0 0,-20 10 0 0,-8 10 1 0,-17 36-2 0,-30 55-7 0,0 47-59 0,48-64-28 0</inkml:trace>
  <inkml:trace contextRef="#ctx0" brushRef="#br0">13108 13963 12 0,'0'0'19'0,"0"0"31"0,0 9-26 0,0-9-5 0,-9 9-6 0,9-18-4 0,0 9-4 0,9-9-2 0,-9-2-1 0,9 2 0 0,0 0 0 0,0 0 0 0,1 9 0 0,17-9 0 0,1 0-2 0,1 27 1 0,-11 9 0 0,-8 12 1 0,-10-12 1 0,0-9 0 0,-19 1 0 0,1-9-2 0,9-10 0 0,18 9-1 0,9 19-1 0,10 28 1 0,-19-9-1 0,-18-20 2 0,-28-9 3 0,-10-18 3 0,19-18-1 0,9 9-9 0,19 9-45 0,0 0-71 0</inkml:trace>
  <inkml:trace contextRef="#ctx0" brushRef="#br0">13489 13907 72 0,'0'-19'16'0,"10"1"36"0,-10 45-26 0,-19 39-14 0,-28 110 8 0,20-45-12 0,-1-29-5 0,9-37 0 0,10-9-3 0,-1-37-27 0,20-19-79 0,-10 0 53 0</inkml:trace>
  <inkml:trace contextRef="#ctx0" brushRef="#br0">13648 14223 64 0,'0'0'46'0,"0"9"-8"0,-19 38-12 0,0 18-16 0,10-9-6 0,0-9-1 0,0-10-18 0,9-9-48 0,0-28-33 0</inkml:trace>
  <inkml:trace contextRef="#ctx0" brushRef="#br0">13835 14307 78 0,'0'0'34'0,"-10"0"-3"0,1 37-11 0,9 10-13 0,9-11-5 0,19-7-1 0,-1-10 1 0,12-19 0 0,-12-9 0 0,1-30 0 0,-9 3 0 0,-19-11 1 0,-10 1 7 0,-27 18-2 0,10 8-2 0,-2 11-4 0,1 18-2 0,1 30-15 0,-40 35-153 0</inkml:trace>
  <inkml:trace contextRef="#ctx0" brushRef="#br0">12157 10842 56 0,'0'-9'30'0,"0"-10"-9"0,10 0 7 0,-1 10-8 0,0 0-4 0,-9 0-2 0,0 9-5 0,0 37-7 0,19 47 1 0,0 37 3 0,-1 10-1 0,-18-20 4 0,0-37 1 0,10-27-5 0,-10-29-1 0,0-36 1 0,-10-29-18 0,1 10-26 0,37 9-34 0,-9 19-25 0</inkml:trace>
  <inkml:trace contextRef="#ctx0" brushRef="#br0">12837 11121 63 0,'-36'-9'9'0,"-3"18"10"0,11-9 5 0,11 0-13 0,7 0-3 0,10 0-2 0,18 0 3 0,29-9-7 0,18 9-1 0,19 0 0 0,0 9 0 0,0-9 1 0,27 10 6 0,-91-10-1 0,-20 0-1 0,0 0-2 0,-9 0-3 0,9 0 0 0,0 0-30 0,0-10-80 0</inkml:trace>
  <inkml:trace contextRef="#ctx0" brushRef="#br0">13983 10423 67 0,'-9'-9'7'0,"9"9"-2"0,-19-10 13 0,-28 20-4 0,-8-10-3 0,-19 0-6 0,8 0 1 0,10 0-3 0,19 0 1 0,18 9-2 0,1-9 1 0,8 9-2 0,10 19 2 0,10 19-3 0,-10 9 2 0,9 27-1 0,0 19 3 0,0 1 0 0,-9 18-2 0,10 0-2 0,-10 19 2 0,9-9-3 0,-9-10 3 0,10-38 2 0,-1 1-1 0,0-8 1 0,1-12-5 0,-1-17 3 0,10-29 1 0,18-18-1 0,-1 0-1 0,3-9-3 0,25-9-24 0,86-29-115 0</inkml:trace>
  <inkml:trace contextRef="#ctx0" brushRef="#br0">17188 10283 99 0,'-18'-18'24'0,"8"18"-15"0,47 0 0 0,19 0 1 0,28 0-3 0,9 9-1 0,-9 0-2 0,-47 10 2 0,-9-19 1 0,-9 9-2 0,-19 0 0 0,0 10-2 0,-9-1-2 0,9 29 0 0,9 9-1 0,0 19-1 0,10 8 1 0,-10 29 2 0,-9-9-1 0,0-10 1 0,-9 0 0 0,9 0-4 0,9-18 3 0,-9-1-1 0,0-9 1 0,-9-18 0 0,0-10 0 0,9-8-3 0,0-11 4 0,-10 0-2 0,10-18 3 0,-37 10-3 0,-10-1 2 0,-27 0-1 0,0-9 7 0,8 0-1 0,38 0-3 0,10 0-4 0,8 0 0 0,10 0-8 0,0-18-88 0,0 8 21 0</inkml:trace>
  <inkml:trace contextRef="#ctx0" brushRef="#br0">14188 10637 84 0,'0'0'0'0,"-47"-19"51"0,29 19-34 0,28-9-10 0,26 9 0 0,39-9-4 0,9 0 6 0,-19-1-3 0,-37 1 2 0,-18 9-1 0,-10 19 1 0,-19 36-2 0,0 38 2 0,1 1-3 0,18-20-3 0,9-18-1 0,-9-19 0 0,9-27-19 0,-9-10-48 0,10-19-50 0</inkml:trace>
  <inkml:trace contextRef="#ctx0" brushRef="#br0">14188 10851 71 0,'-38'0'14'0,"11"0"-10"0,27-9 15 0,37 0-5 0,38-10-3 0,37 10-3 0,-1-10-5 0,-18 10-2 0,-17 0-1 0,-40 9-9 0,-26 0-18 0,-20 18-33 0,1 1 17 0</inkml:trace>
  <inkml:trace contextRef="#ctx0" brushRef="#br0">14105 11177 20 0,'-38'19'29'0,"19"-1"0"0,19-18-11 0,66-9-4 0,46-19-6 0,27 10-4 0,-8 0 0 0,-39 8-1 0,-26 0-1 0,-38 1-2 0,-19 9-5 0,-18 9-19 0,-37 29-77 0</inkml:trace>
  <inkml:trace contextRef="#ctx0" brushRef="#br0">14281 11401 45 0,'0'0'16'0,"-18"9"-10"0,18 20 27 0,9 7-14 0,10 1-7 0,-10 10-7 0,0 9-2 0,-18-9-2 0,-19-10-2 0,19-28-15 0,9-9-24 0,18-19-33 0</inkml:trace>
  <inkml:trace contextRef="#ctx0" brushRef="#br0">14412 11568 41 0,'0'-9'33'0,"0"9"-19"0,9 37-5 0,-9-9-5 0,19 0 1 0,8-18-2 0,11-10 3 0,-10-19-2 0,-10-28 1 0,1 1-2 0,-28 18 6 0,-1 0-3 0,-17 0-1 0,-1 19-5 0,-20 9-17 0,12 18-44 0,36-8 3 0</inkml:trace>
  <inkml:trace contextRef="#ctx0" brushRef="#br0">14980 10656 144 0,'-9'-28'4'0,"27"18"-5"0,29 29 7 0,-10 56 7 0,29 74-5 0,-30 27-3 0,-27-26-1 0,-45-29-1 0,-29-19-17 0,-38-27-127 0</inkml:trace>
  <inkml:trace contextRef="#ctx0" brushRef="#br0">13890 10861 110 0,'0'0'0'0,"-28"-19"11"0,1 47 18 0,-20 74-10 0,9 67-9 0,28-12-5 0,49-45-3 0,44-37 0 0,38-38-16 0,29-65-144 0</inkml:trace>
  <inkml:trace contextRef="#ctx0" brushRef="#br0">14952 10254 90 0,'0'-8'11'0,"0"-1"21"0,9 26 6 0,29 12-31 0,-1-1-1 0,-9 9 0 0,-37 1 4 0,-10-10-1 0,-9-10-2 0,28-18-3 0,47-9-2 0,54-19-2 0,30 19-39 0,-37 9-96 0</inkml:trace>
  <inkml:trace contextRef="#ctx0" brushRef="#br0">15566 10945 105 0,'-45'0'18'0,"35"0"10"0,10-10-10 0,10 1-7 0,35-1-6 0,3 10-5 0,17-9 2 0,-10 9-13 0,-17-9-56 0,-29 9-13 0</inkml:trace>
  <inkml:trace contextRef="#ctx0" brushRef="#br0">15688 10758 69 0,'0'0'0'0,"-27"-10"67"0,8 57-49 0,0 28 1 0,10 18-12 0,18-28-6 0,29-9-28 0,-20-47-113 0</inkml:trace>
  <inkml:trace contextRef="#ctx0" brushRef="#br0">16350 10414 99 0,'-9'-28'38'0,"-1"-10"-36"0,10 20 4 0,-29 18 15 0,-35 56-9 0,-30 74-3 0,11 66-4 0,36-19-1 0,56-19-4 0,47-37 1 0,28-37-1 0,10-56-26 0,-10-47-127 0</inkml:trace>
  <inkml:trace contextRef="#ctx0" brushRef="#br0">16611 10581 46 0,'0'-9'25'0,"-10"-11"7"0,10 12-11 0,10-1-5 0,-10 9-9 0,9-10 1 0,-9 10 1 0,0 0-5 0,9 0-3 0,10 19 0 0,8 0-1 0,-8 18 1 0,-19-9 5 0,-10 0 1 0,-7-10-2 0,7 1-4 0,20 0-2 0,17 17 3 0,-9 2-3 0,-8-19 2 0,-29-19 2 0,-27 0 0 0,0 0-4 0,-1 9-24 0,28 19-130 0</inkml:trace>
  <inkml:trace contextRef="#ctx0" brushRef="#br0">16377 11047 130 0,'0'0'0'0,"-8"-19"16"0,91-9-1 0,20 10-4 0,17 8-4 0,-35 10-2 0,-30 0-4 0,-27 0-4 0,-19 10-42 0,-18-1-75 0</inkml:trace>
  <inkml:trace contextRef="#ctx0" brushRef="#br0">16591 11168 127 0,'0'0'0'0,"-46"19"12"0,46 27 2 0,0 10 1 0,0-9-7 0,0-19-8 0,10-10-31 0,-10-9-97 0</inkml:trace>
  <inkml:trace contextRef="#ctx0" brushRef="#br0">16694 11280 73 0,'0'0'0'0,"-19"9"14"0,19 19 0 0,9 0-5 0,10-9-4 0,29-1-3 0,-21-18 0 0,-8-18 9 0,-10-20 0 0,-28 1-6 0,-8 9-6 0,-2 19-33 0,20 0-66 0</inkml:trace>
  <inkml:trace contextRef="#ctx0" brushRef="#br0">16899 10470 124 0,'10'0'2'0,"36"55"8"0,29 76 14 0,-28 55-12 0,-29-28-3 0,-46-46-3 0,-29-28-3 0,-16-28-21 0,35-47-139 0</inkml:trace>
  <inkml:trace contextRef="#ctx0" brushRef="#br0">17049 10069 151 0,'-10'-28'7'0,"20"0"-1"0,18 19 5 0,-20 18-4 0,11 19-1 0,-1 19 1 0,-18-1 2 0,0 1-2 0,-9-10-1 0,-19-9 1 0,1-9 1 0,8-1-4 0,10-8 1 0,9-10 0 0,19-10 0 0,54-27-3 0,104 9-16 0,1 9-177 0</inkml:trace>
  <inkml:trace contextRef="#ctx0" brushRef="#br0">14123 12137 0 0,'0'0'0'0,"10"0"0"0</inkml:trace>
  <inkml:trace contextRef="#ctx0" brushRef="#br0">16834 11587 0 0,'0'0'1'0,"9"0"-2"0</inkml:trace>
  <inkml:trace contextRef="#ctx0" brushRef="#br0">12614 10283 6 0,'0'0'7'0,"-19"-9"36"0,10 9-20 0,0 0-16 0,9 0-1 0,9 0 14 0,10 0-3 0,46 19-9 0,56-10-3 0,28 0-3 0,0 0-3 0,-27 1 2 0,-30-1 0 0,-36 0 1 0,-46-9 0 0,-20 0 3 0,-36 0-3 0,-47 0-2 0,-47 0 1 0,-19 19 1 0,-9 0-1 0,37-19 0 0,48 0-1 0,47 0 1 0,25 0 1 0,40 0 1 0,72-10 0 0,39-9 0 0,1 10-2 0,-12 9-1 0,-44 0 1 0,-57 0 0 0,-19 0 1 0,-28 0-1 0,-45 9 0 0,-48-9 0 0,-19 10-1 0,37-10 1 0,67 0-1 0,18 0 0 0,55 0 1 0,57-10-1 0,37 10 0 0,18 0-1 0,-28 0 2 0,-46-9-1 0,-65 9 1 0,-19 0-59 0,-9 0-8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7074 5322 1 0,'0'-24'7'0,"0"-23"12"0,12 11 4 0,1 36-2 0,-13-11-3 0,0 11 1 0,11 0-12 0,12 11 0 0,61 1 3 0,47-24-5 0,83-12-2 0,60-13 0 0,12 27 0 0,11-1 0 0,-24 11-1 0,-10 0 1 0,-25 0-2 0,1-13 1 0,-38 1 0 0,-45 12-2 0,-61 0 0 0,-71 0 3 0,-36 0 13 0,-13 0-15 0,2 46-147 0</inkml:trace>
  <inkml:trace contextRef="#ctx0" brushRef="#br0">18041 12942 0 0,'0'-13'11'0,"-12"2"20"0,12-12-8 0,0 11 4 0,0-13 1 0,-12 14-9 0,0-1-7 0,0 12-6 0,12 0-4 0,0 23 0 0,0 14 0 0,12 10 1 0,-12 36 0 0,-12 37-1 0,1 11 0 0,-14 24 0 0,14 11-1 0,11 12-1 0,-12 1 1 0,-1 12-1 0,26-13 0 0,-1-23 1 0,-1 0 1 0,-11 0 0 0,0-13 1 0,0 1 0 0,0-35 0 0,0-1 0 0,0-36 0 0,0-47 0 0,0-12 3 0,0-71-10 0,48-108-43 0,13 24-75 0</inkml:trace>
  <inkml:trace contextRef="#ctx0" brushRef="#br0">17721 12966 4 0,'0'0'0'0,"-49"-48"55"0,25 13-16 0,0 10-4 0,12 2-14 0,1 12-12 0,34-2-7 0,74 1 0 0,45 0-1 0,24-1 0 0,49-8 1 0,-1-4 0 0,24 13-1 0,1-12-3 0,33 12 4 0,16 1-1 0,-3 11 2 0,-23 0-2 0,-24 11 0 0,-36 12-1 0,-12 2 0 0,-11-13 0 0,-24 1 2 0,-37-2-1 0,-33-11 0 0,-38 10-2 0,-11-10 4 0,0 0-4 0,11 13 2 0,-23-13 0 0,12 24 0 0,-24 12-3 0,12 23 3 0,0 14-2 0,22 32 1 0,-21 16 1 0,11 21-2 0,-25 37 1 0,13 23 1 0,12 12-2 0,11 12 1 0,-47-12 1 0,-11-22 2 0,-25-26 0 0,0-11 0 0,25-24-2 0,-2-36 1 0,-10-35 0 0,10-26-7 0,2-21-134 0</inkml:trace>
  <inkml:trace contextRef="#ctx0" brushRef="#br0">17921 15680 43 0,'0'-11'29'0,"-46"-37"-13"0,34 12 18 0,12 13-8 0,0 11-14 0,0-13-4 0,12 25-3 0,11-11-3 0,25 11 0 0,23 0 0 0,72 0 0 0,71 0 0 0,72-12 0 0,23 1 0 0,2-2 1 0,-14 13 0 0,-11-12 0 0,-24 0-1 0,-12-11 0 0,-12-13-4 0,-23 0 2 0,-26 13 1 0,-46-2 0 0,-23 2-1 0,-25 11 2 0,-23-12 1 0,-14 12 1 0,-9-13-2 0,-26 25 1 0,-10 0 0 0,-13-11 2 0,0 11-2 0,12-12-2 0,-12 12 0 0,11-11-1 0,-11 11-15 0,24 34-163 0</inkml:trace>
  <inkml:trace contextRef="#ctx0" brushRef="#br0">19422 11287 0 0,'0'0'0'0,"24"-24"9"0,-24 1 46 0,0 23-45 0,-12-11-8 0,-11 22-2 0,-25 24 1 0,-35 24 0 0,-26 1 9 0,3 35 3 0,-13-11 0 0,24 11 0 0,12-11-2 0,11-13-6 0,13-12 0 0,-1 0-1 0,24-34 0 0,12-13-1 0,13-24 1 0,-14 0-2 0,25-24-1 0,0 12 0 0,25-11 0 0,-2-13-1 0,13 12-1 0,-12 13 0 0,-12-1 0 0,0 24 1 0,-12 0-2 0,-24 35 0 0,-12 25 0 0,-23-1 1 0,23 0 2 0,36-34-1 0,23 0 2 0,61-25-1 0,0-13 0 0,-13 13-2 0,-47 0 3 0,0 0-2 0,34 0-3 0,51-12-135 0</inkml:trace>
  <inkml:trace contextRef="#ctx0" brushRef="#br0">19695 11347 17 0,'-22'-24'52'0,"10"12"-22"0,0 1-21 0,12 11-8 0,12 0 0 0,12 23-2 0,11 25 1 0,25 11-2 0,34 12 2 0,14 1 1 0,11 11 0 0,-12-11 2 0,-11-1 2 0,11 0 1 0,-12-11-2 0,-23-24 0 0,-37-24-1 0,-23 1-1 0,-1-13 0 0,-11 0 3 0,0-13-2 0,0-11-1 0,-11-23-1 0,-24-1 0 0,-1 0 0 0,12 23-1 0,0 2 0 0,24 12 0 0,0-1-1 0,12 12 0 0,0 0-1 0,0 23 1 0,0 0-1 0,12 2 1 0,11 11 1 0,1-13 0 0,-24 25-1 0,-24 0 2 0,-47-23 0 0,-1-4 1 0,-23 4-1 0,23-25 1 0,24 0-1 0,12 0 0 0,13 0-1 0,-1 12-1 0,12 24-104 0</inkml:trace>
  <inkml:trace contextRef="#ctx0" brushRef="#br0">703 9287 37 0,'-12'-13'29'0,"12"13"-5"0,0-11 3 0,23-1 0 0,2 1-14 0,57 11-5 0,2 0-5 0,-12 0 0 0,-1 0-3 0,-23 11 4 0,-12-11-2 0,-12 0 0 0,-14 0-6 0,3-11-24 0,-13 11-95 0,0-13 103 0</inkml:trace>
  <inkml:trace contextRef="#ctx0" brushRef="#br0">977 9085 16 0,'0'-12'18'0,"-24"0"18"0,24 12 4 0,0-13-18 0,24 26-12 0,24 22-2 0,-1 1 1 0,-11 1-5 0,-24-3 1 0,-36 3 4 0,-24-3 1 0,0-9-6 0,14-13-2 0,9 12-1 0,1-1-2 0,12 14-2 0,0 10-58 0,12-35-39 0</inkml:trace>
  <inkml:trace contextRef="#ctx0" brushRef="#br0">9122 8930 14 0,'-13'-12'30'0,"2"0"7"0,11-12-6 0,0 12-3 0,0 1-14 0,0-2-10 0,0 13-1 0,0 0-1 0,11 0-1 0,2 0-1 0,-1 0 1 0,-12 0 2 0,0 0-4 0,11 0 2 0,2 0-2 0,-26 0 3 0,13 0-1 0,0 0-1 0,-11 0 0 0,11 13 1 0,-25 34 0 0,14 48 1 0,11 0-1 0,11-22-1 0,-11-15-2 0,-11-11-18 0,-14 3-34 0,3-29-35 0</inkml:trace>
  <inkml:trace contextRef="#ctx0" brushRef="#br0">9122 9169 32 0,'0'0'19'0,"0"-25"39"0,12 13-34 0,24-12-11 0,12 24-10 0,-14-12-1 0,27 12-1 0,-26 0 0 0,13-11 0 0,-24-1 0 0,-12-13 0 0,-12 2-3 0,0-13 3 0,0 1-1 0,0-1 1 0,-12-12 2 0,12 48 3 0,0 23-1 0,-12 61 0 0,12 12-3 0,0-25 0 0,0-12-1 0,0-11-7 0,12-25-25 0,0-10-79 0</inkml:trace>
  <inkml:trace contextRef="#ctx0" brushRef="#br0">9717 9073 81 0,'0'0'23'0,"-12"0"4"0,1 23-9 0,-1 13-10 0,24 1-5 0,23-14-2 0,1 0 0 0,-12-11 1 0,-1-12-2 0,-10-24 0 0,-13-35 3 0,0 0 6 0,-36 11-2 0,0 0-1 0,0 13-4 0,13 35-2 0,11 0-4 0,-12 23-23 0,35 25-97 0</inkml:trace>
  <inkml:trace contextRef="#ctx0" brushRef="#br0">10039 9001 111 0,'0'-12'13'0,"47"0"-7"0,1-1 0 0,-12 3-4 0,12 10-3 0,-1 0-34 0,-35 0-57 0</inkml:trace>
  <inkml:trace contextRef="#ctx0" brushRef="#br0">10110 9119 45 0,'0'0'12'0,"-24"0"27"0,37 0-8 0,22-11-14 0,24 11-12 0,25 0-14 0,-36 0-64 0,-35 0 33 0</inkml:trace>
  <inkml:trace contextRef="#ctx0" brushRef="#br0">10502 8859 75 0,'-11'0'15'0,"22"0"-5"0,2 0 13 0,-13 23-6 0,23 13-13 0,13-11-3 0,0-14 0 0,-12-11-5 0,0-24 1 0,1-24 3 0,-14 0 1 0,12 2-2 0,-10 9 2 0,-1 13-1 0,-12 24 2 0,-12 24 4 0,-35 47 2 0,22 25-3 0,13 11-1 0,12-13-3 0,-12-21-5 0,12-14-72 0,0-59 24 0</inkml:trace>
  <inkml:trace contextRef="#ctx0" brushRef="#br0">10825 9073 55 0,'0'0'13'0,"36"-12"17"0,-1 12 2 0,1 0-19 0,0-13-10 0,-13 2-1 0,1-12 0 0,-24-2-1 0,0 0 2 0,-11 25 4 0,-13 0-3 0,-1 25-3 0,-11 11 0 0,25 0-1 0,11-1 1 0,24-12 0 0,24-10 0 0,11-13-14 0,-11 0-25 0,-24-13-72 0</inkml:trace>
  <inkml:trace contextRef="#ctx0" brushRef="#br0">11277 8964 28 0,'12'-21'31'0,"12"-16"0"0,-24 13-2 0,0 24-8 0,-13-12-11 0,-21 24-3 0,11 12-4 0,10 13-2 0,60-3 0 0,1 14-2 0,-12 0 0 0,-24-2 2 0,-36-21 6 0,-25-13 0 0,15 1-5 0,-2-2-13 0,-24 1-115 0</inkml:trace>
  <inkml:trace contextRef="#ctx0" brushRef="#br0">8812 8715 49 0,'0'0'0'0,"-23"-23"44"0,11 23-22 0,-12 46 7 0,-24 27-11 0,0 46-10 0,25 24-6 0,46-24 0 0,73-12 0 0,60-11-7 0,57-14-47 0,-94-46-40 0</inkml:trace>
  <inkml:trace contextRef="#ctx0" brushRef="#br0">11432 8489 54 0,'47'-11'49'0,"37"106"-11"0,0 83-23 0,-37 48-7 0,-83 0-7 0,-130 0-121 0</inkml:trace>
  <inkml:trace contextRef="#ctx0" brushRef="#br0">19673 14763 21 0,'-12'-11'19'0,"12"-25"2"0,12-1 3 0,0 27-3 0,-12-1-1 0,0-2-5 0,0 1-5 0,0 0-6 0,10 12-2 0,3 37 1 0,-13 9 2 0,0 38-2 0,12 58 1 0,-12 61 1 0,-12 23 1 0,-1-12-1 0,3-36 1 0,-2-34-1 0,12-62-2 0,-12-21-1 0,12-38 1 0,0-57-14 0,34-50-36 0,-9 0-71 0</inkml:trace>
  <inkml:trace contextRef="#ctx0" brushRef="#br0">19673 14645 62 0,'0'0'7'0,"-12"-24"16"0,-12 0 12 0,12 24-22 0,-36 72-1 0,0 11-4 0,14 12 0 0,-3-12 2 0,13-47-2 0,24-24-2 0,0-12 2 0,0-48-5 0,24-11-4 0,13-1 2 0,-14-11 0 0,24 10-1 0,-11 3 1 0,0 34 0 0,-12 1 1 0,10 23 0 0,-21 23-1 0,23 38-1 0,12-3 2 0,0 2-1 0,-1-36 0 0,1-13-15 0,-13 1-162 0</inkml:trace>
  <inkml:trace contextRef="#ctx0" brushRef="#br0">642 9989 18 0,'0'0'0'0,"-21"-12"26"0,-4-11 11 0,1 23 3 0,12-12-14 0,12 1-14 0,0-2-4 0,24 13-7 0,47 0 2 0,25-12-1 0,10 0 1 0,-10 12 0 0,-13 24-2 0,-35-11 0 0,-24-13 2 0,-12 0-1 0,0-13-2 0,-12 13-35 0,0 0-88 0</inkml:trace>
  <inkml:trace contextRef="#ctx0" brushRef="#br0">893 9787 29 0,'-11'-11'32'0,"11"11"17"0,0-13-14 0,0 13-19 0,23 13-12 0,-11-2-1 0,12 1-1 0,24 24 1 0,-1-1-3 0,1-11 1 0,-12 24 1 0,-12-25 0 0,-24 14-1 0,-12 22 3 0,-36 0-1 0,0 1 0 0,25-24 0 0,10-1-2 0,2-24 1 0,11 2 2 0,-12-13 4 0,12 0-2 0,0-24-3 0,0 1-27 0,12 23-125 0</inkml:trace>
  <inkml:trace contextRef="#ctx0" brushRef="#br0">3835 11430 0 0,'-12'-25'1'0,"0"2"2"0,12 12-1 0,-12 34-7 0,12 25 4 0,0 23 1 0,0-11 0 0,0-2 0 0,0 15 0 0,0-14 0 0,-12-11 3 0,12-23 17 0,-12-2-5 0,0-12-3 0,12 1-10 0,0 0 3 0,24 12 4 0,12-1 2 0,35 2-2 0,13-13-1 0,47 1 0 0,24-2-1 0,35-11 1 0,36 0-3 0,12 0 1 0,24-11 2 0,24 11 0 0,12 0-2 0,12 0 3 0,23 0-5 0,-1 11 1 0,15-11 0 0,11 10-1 0,10 15 1 0,13-25-5 0,-25 0 0 0,-21 12 3 0,-26-24-5 0,49 12 3 0,-84-12-4 0,-49-1 2 0,-46 3 2 0,-49-26 0 0,-21 11 0 0,-50-22-1 0,-23 12 3 0,0-13 0 0,-36-11 1 0,0-1 1 0,-12-11-3 0,-1 10 0 0,13 14 0 0,0 35-3 0,0 37-1 0,0 34 1 0,0 12-2 0,0 1 1 0,0-14-28 0,-36-8-89 0</inkml:trace>
  <inkml:trace contextRef="#ctx0" brushRef="#br0">19470 16502 2 0,'0'0'7'0,"0"0"11"0,0-12 5 0,0 12 6 0,0 0-6 0,0 0-8 0,0-11-5 0,0 11-5 0,0-13 0 0,0 1-2 0,0 0 1 0,12 1 1 0,1-1-2 0,-13 1-1 0,11-2 3 0,-11 13-2 0,12-12 1 0,-1-13-2 0,14 25-1 0,-2-11 1 0,1 11-1 0,0 0 0 0,-12 0 0 0,12 11-1 0,-12 26 1 0,10-13-1 0,-9-1 0 0,-1 1 1 0,-12 0 1 0,-12-1 0 0,-23 14-1 0,-1-3 0 0,12-9 2 0,-1-13-1 0,2-12-1 0,12 0 0 0,-1 0-1 0,12 0 0 0,0 0 0 0,12 0-3 0,11 0 4 0,1 0 2 0,0 13-4 0,-12-2 2 0,12 25-2 0,-12 11 0 0,-12-11 1 0,0 0-1 0,-12 11 1 0,-24-23 0 0,-1-1 1 0,3-10 1 0,-2-26 1 0,0 2 0 0,12-1 3 0,0 1 0 0,12 11-1 0,12 0-1 0,0 0-3 0,0 0 0 0,0-13-7 0,0 13-127 0,12 0 74 0</inkml:trace>
  <inkml:trace contextRef="#ctx0" brushRef="#br0">20600 16287 39 0,'-22'0'25'0,"22"0"12"0,-12-11-16 0,12 11-10 0,12-12-1 0,-12-12 0 0,12 24-4 0,-12-12-1 0,23 12-4 0,36 12-1 0,25-12 1 0,0 0 0 0,-13 0-1 0,-35 0 2 0,-23-12 0 0,-2 0 1 0,-11-1 0 0,-11 3 0 0,11-2-1 0,0 12 0 0,-13 22-2 0,1 28 1 0,-12 55 2 0,-12 50 3 0,12 0 4 0,1-23-6 0,10-38-1 0,2-23-1 0,11-46 0 0,0-13 0 0,0-24-3 0,0-13-23 0,0-21-28 0,0-2-67 0</inkml:trace>
  <inkml:trace contextRef="#ctx0" brushRef="#br0">20578 16693 60 0,'-24'-12'39'0,"12"12"-2"0,12 0-22 0,71-13-8 0,61 2 5 0,22-1-1 0,-11 12 1 0,-61-11-1 0,-46-2-3 0,-11 1-1 0,-25 12-4 0,0-12-3 0,-12 24-34 0,12 0-121 0</inkml:trace>
  <inkml:trace contextRef="#ctx0" brushRef="#br0">3393 13716 14 0,'0'0'0'0,"13"-12"34"0,-13-1-8 0,0 13-6 0,0-11-7 0,12 11-3 0,-12 0-3 0,12 0-4 0,-12 0 1 0,12 0-4 0,-12 0-9 0,0 0-11 0,0-12-24 0</inkml:trace>
  <inkml:trace contextRef="#ctx0" brushRef="#br0">3393 15157 13 0,'13'-24'14'0,"23"-12"13"0,-12 12 0 0,-12 11-4 0,0-9-3 0,-24-2-5 0,-36 24-6 0,-12 12-4 0,13 22 0 0,-13 39-1 0,24 22 0 0,13 0-1 0,10 1-1 0,38-13 0 0,10-35 1 0,25-25-1 0,-12-46 1 0,11-25-1 0,-23-23-1 0,-24 23 0 0,-12 35-1 0,-12 38 3 0,0 46 3 0,0 1 0 0,12-1-4 0,0-11-1 0,0-25-19 0,-12-35-38 0,12 0-42 0</inkml:trace>
  <inkml:trace contextRef="#ctx0" brushRef="#br0">3263 15370 97 0,'0'0'21'0,"0"-23"9"0,37 23-16 0,22 0-7 0,-12 0-3 0,-23 0-11 0,0 12-62 0,-12-12-6 0</inkml:trace>
  <inkml:trace contextRef="#ctx0" brushRef="#br0">3787 14942 79 0,'0'-24'21'0,"-12"1"17"0,-23 58-23 0,-13 108-2 0,1 36-2 0,58-12-5 0,25-48-3 0,12-36-1 0,-1-58-8 0,-11-38-55 0,-24-11-23 0</inkml:trace>
  <inkml:trace contextRef="#ctx0" brushRef="#br0">3860 15169 77 0,'0'-25'26'0,"0"-9"0"0,21 21-15 0,15 1-5 0,13 12 0 0,-37 36-1 0,0 24 2 0,-24 24-3 0,-13-38-1 0,38 2-3 0,23 0 1 0,-14-1 1 0,-9 1-1 0,-48-25 2 0,-37 2 0 0,36-25-4 0,23-12-55 0,26 12-25 0</inkml:trace>
  <inkml:trace contextRef="#ctx0" brushRef="#br0">4216 15466 120 0,'-11'12'15'0,"11"35"17"0,-13 1-14 0,-11-12-13 0,-12 12-3 0,0-13-30 0,25-10-109 0</inkml:trace>
  <inkml:trace contextRef="#ctx0" brushRef="#br0">4359 15431 65 0,'12'-12'37'0,"12"12"2"0,-24 35-24 0,0 13-10 0,35-25-2 0,1-23 4 0,-12-71 2 0,-1 0-2 0,-34 11-5 0,-37 36-1 0,-11 24-26 0,35 12-126 0</inkml:trace>
  <inkml:trace contextRef="#ctx0" brushRef="#br0">4513 15038 111 0,'24'0'15'0,"95"59"13"0,1 84-2 0,-85 0-10 0,-47-12-8 0,-119 24-7 0,-24-2-104 0,132-128 37 0</inkml:trace>
  <inkml:trace contextRef="#ctx0" brushRef="#br0">7907 15014 21 0,'0'0'10'0,"0"-36"28"0,12 13-3 0,0 10-16 0,-12 1-2 0,0 12-7 0,-36 25-2 0,-11 34-1 0,11 24-2 0,0 12-4 0,36-22 1 0,0-15-1 0,24-11-1 0,24-22 3 0,-1-25-1 0,-11-36-1 0,12-12 1 0,-23-23-1 0,-14 35 0 0,-11 47 1 0,-11 62 4 0,-2-2-1 0,13-11-3 0,-12-13-2 0,12-22-22 0,-12-14-43 0,12-11-34 0</inkml:trace>
  <inkml:trace contextRef="#ctx0" brushRef="#br0">7872 15252 88 0,'-13'0'32'0,"13"-12"-5"0,48 0-15 0,24-12-9 0,-26 12-8 0,15 12-56 0,-50 0-11 0</inkml:trace>
  <inkml:trace contextRef="#ctx0" brushRef="#br0">8431 14895 33 0,'0'-11'8'0,"12"-50"32"0,-12 49-13 0,-12 35-17 0,-47 85-3 0,-1 71 1 0,36-1-4 0,48-46-2 0,36-49-2 0,23-35 2 0,-47-25-1 0,-24-23-2 0,-12-12-33 0,-12 1-64 0</inkml:trace>
  <inkml:trace contextRef="#ctx0" brushRef="#br0">8539 15060 3 0,'0'-10'13'0,"0"10"7"0,0 0-3 0,-12-12-1 0,12 12-2 0,0-12-3 0,0 12-2 0,0-12-6 0,0 0 0 0,0 12-2 0,12-13 0 0,-12 13 0 0,10-11 2 0,15-1-2 0,-14 1 0 0,2-2 0 0,-13 13 2 0,0 0-3 0,12-12 1 0,-1 12 0 0,14 0 0 0,-14 0 0 0,-11 0-1 0,13 0 1 0,-13 0 1 0,0 0-2 0,11 0 1 0,-11 0 0 0,0 0 1 0,0 0 1 0,-11 0-2 0,11 0-1 0,0 0 1 0,0 0-1 0,-13 0 0 0,13 0 0 0,0 0 0 0,-11 0 0 0,-1 0 0 0,12 12 1 0,0-12-1 0,0 0 0 0,0 13 0 0,0-13 0 0,-13 34 0 0,2 15 1 0,-1 10 0 0,-1 1-1 0,2-13 1 0,-1-11 1 0,-1-24-1 0,13-12 2 0,-10 0-2 0,10-12-1 0,10 12 0 0,3 0 0 0,23-12 0 0,12 12 0 0,-2-13 0 0,-21 13 1 0,11-11-1 0,-12-1 0 0,-12 1 0 0,-1-13 0 0,-11-12 1 0,0 12-1 0,0 12 0 0,0 48-1 0,0 35 1 0,-11 2 0 0,11-27 0 0,-12-10 0 0,-1 0-28 0,2-12-84 0</inkml:trace>
  <inkml:trace contextRef="#ctx0" brushRef="#br0">9003 15395 57 0,'0'36'25'0,"12"11"4"0,-12 13-13 0,-36-25-7 0,0 1-7 0,2-24-29 0,34-12-72 0</inkml:trace>
  <inkml:trace contextRef="#ctx0" brushRef="#br0">9158 15073 29 0,'0'0'11'0,"-13"-23"15"0,26-1-2 0,-13 24-14 0,12-12-2 0,11 12-1 0,2 12-4 0,-2 22 0 0,-12 27 0 0,-22-1 3 0,-12-13-3 0,23-23-2 0,23 0 0 0,13 23-1 0,-12 0 0 0,-37-10 6 0,-34-13-3 0,-1-14-9 0,0 3-37 0,37-48-45 0</inkml:trace>
  <inkml:trace contextRef="#ctx0" brushRef="#br0">9384 14729 87 0,'0'0'0'0,"83"94"34"0,25 97-16 0,-37-13-4 0,-71-11-8 0,-95-24-4 0,-48-12-20 0,0-47-113 0</inkml:trace>
  <inkml:trace contextRef="#ctx0" brushRef="#br0">21840 3131 49 0,'-12'-47'16'0,"12"23"5"0,-12 60-13 0,12 83 0 0,-12 47-3 0,12-22-4 0,24-39 2 0,-12-44 1 0,0-25 0 0,1-12 0 0,21-13-2 0,14-11-1 0,47-11-1 0,24-26 2 0,-23 3-2 0,-61 9 0 0,-23 13-16 0,-36-11-21 0,-12 12-24 0</inkml:trace>
  <inkml:trace contextRef="#ctx0" brushRef="#br0">21840 3488 31 0,'-24'0'12'0,"0"-23"17"0,60-13-14 0,58 0-8 0,38-11-6 0,-49 23-11 0,-59 24-34 0</inkml:trace>
  <inkml:trace contextRef="#ctx0" brushRef="#br0">21780 3203 42 0,'0'-12'3'0,"0"-35"20"0,60-24-10 0,35-2-13 0,-11 25-39 0,-61 37 1 0</inkml:trace>
  <inkml:trace contextRef="#ctx0" brushRef="#br0">22709 2393 59 0,'0'-24'13'0,"-48"48"0"0,-71 154-2 0,-23 109-2 0,94 10-5 0,106-48-2 0,39-69-1 0,10-84 0 0,-36-85-7 0,-22-106-55 0,-38 71 25 0</inkml:trace>
  <inkml:trace contextRef="#ctx0" brushRef="#br0">22947 2905 35 0,'-23'-24'17'0,"11"-10"12"0,12 9-14 0,12 13-9 0,11 24-5 0,13 47 0 0,-13 12 1 0,2-11-1 0,-1-12 1 0,-13-12 0 0,-11 12-1 0,0 11 3 0,-24-13-4 0,1-9 3 0,-1-37-2 0,-1-37-12 0,14 16-25 0,11 32-32 0</inkml:trace>
  <inkml:trace contextRef="#ctx0" brushRef="#br0">22757 3012 20 0,'0'0'3'0,"11"-60"31"0,2 26-10 0,22 9-14 0,1 25-7 0,24 12 1 0,11 12-3 0,-12 24 2 0,-35-25 0 0,-35 13 1 0,-38 12-3 0,2-13 0 0,35-10 0 0,24 9-2 0,35 16 1 0,2-16 1 0,-25 3 0 0,-37 10 0 0,-47-23 3 0,-12-1-2 0,14-12-3 0,22 14-31 0,36-13-46 0</inkml:trace>
  <inkml:trace contextRef="#ctx0" brushRef="#br0">23185 3370 35 0,'12'23'39'0,"0"38"-13"0,-24 33-18 0,-36-12-3 0,-22 15-20 0,57-50-74 0</inkml:trace>
  <inkml:trace contextRef="#ctx0" brushRef="#br0">23364 3203 58 0,'0'-25'9'0,"12"38"9"0,36 45-11 0,-1-8-4 0,1-16-2 0,-1-57 6 0,-23-25 5 0,-12-36-5 0,-84 61-4 0,-34 35-24 0,22 12-77 0</inkml:trace>
  <inkml:trace contextRef="#ctx0" brushRef="#br0">23698 2500 91 0,'59'48'0'0,"72"167"7"0,-35-13-1 0,-49 61-2 0,-47-74 1 0,-36-70-8 0,-23-59-42 0,34-36-12 0</inkml:trace>
  <inkml:trace contextRef="#ctx0" brushRef="#br0">23281 3940 53 0,'0'0'0'0,"0"-11"17"0,36 143 3 0,-25 81-8 0,12 2-10 0,2-61 1 0,-25-82 0 0,-48-48 2 0,-23-84-6 0,-1-59 0 0,36 72 2 0,13 81 0 0,46 50-2 0,73-24 2 0,46-49-1 0,14-82 1 0,-73-24 0 0,-59 60-6 0,-24 70-49 0,0 1 4 0</inkml:trace>
  <inkml:trace contextRef="#ctx0" brushRef="#br0">22804 5417 82 0,'0'-24'9'0,"-11"-47"7"0,-14 95-6 0,-58 107-5 0,48 59-2 0,46-23-3 0,62-48 1 0,9-83-1 0,14-59 0 0,-13-109 2 0,-47-12-1 0,-25 86 1 0,-11 105 0 0,-11 72-1 0,11-11 0 0,24-14-2 0,11-57-31 0,-23-14-62 0</inkml:trace>
  <inkml:trace contextRef="#ctx0" brushRef="#br0">22900 5727 85 0,'0'-12'5'0,"0"0"7"0,70-12-9 0,26-23-9 0,23-13-44 0,-95 60 20 0</inkml:trace>
  <inkml:trace contextRef="#ctx0" brushRef="#br0">23639 4953 73 0,'-25'12'2'0,"-46"95"8"0,-14 119 1 0,51 11-8 0,104-57-5 0,62-73 0 0,-1-47-33 0,-83-60-19 0</inkml:trace>
  <inkml:trace contextRef="#ctx0" brushRef="#br0">23732 5204 23 0,'0'-25'28'0,"-11"0"-3"0,11 15-12 0,11-14-6 0,2 12-4 0,23 0-3 0,12 24 1 0,-2 47 2 0,-33 25-1 0,-26-1 0 0,-10-24-1 0,35-47-1 0,48 0 1 0,0 35-1 0,-49 24 0 0,-46-21 3 0,-50-16 0 0,15-21-8 0,58-60-31 0,71 10-37 0</inkml:trace>
  <inkml:trace contextRef="#ctx0" brushRef="#br0">24102 5441 77 0,'0'0'0'0,"36"48"32"0,12 59-13 0,-35 24-6 0,-62-13-9 0,-11-22-7 0,24-60-63 0,36-36 2 0</inkml:trace>
  <inkml:trace contextRef="#ctx0" brushRef="#br0">24281 4965 48 0,'11'-37'17'0,"-11"26"19"0,-23 35-23 0,-1 59-7 0,24 13 0 0,47-25-5 0,14-35 1 0,10-36 1 0,-24-48 6 0,-34-48 3 0,-49 2-6 0,-71 83-6 0,-12 11-38 0,83 11-55 0</inkml:trace>
  <inkml:trace contextRef="#ctx0" brushRef="#br0">24424 4417 91 0,'11'12'30'0,"73"156"-27"0,23 92 5 0,-11 27 5 0,-61-38-10 0,-70-57 1 0,-37-74-7 0,25-81-53 0,47-37-25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23102 8311 39 0,'11'-59'8'0,"25"9"4"0,-23 29 7 0,-26-4-2 0,-46 13-9 0,-25 12 0 0,-34 24-3 0,-13 35-3 0,-1 37 2 0,14 22-3 0,34 3 0 0,37 32-1 0,23-34 0 0,60 1 1 0,47-26 0 0,71-10 0 0,61-36 0 0,11-25-1 0,2-23 0 0,-28-34 1 0,-8-3-2 0,-14-10 1 0,-35-13 2 0,-71-11 1 0,-37-1 0 0,1-22 0 0,-12 10 1 0,-12-12 0 0,-48-11-1 0,-12 24 0 0,-36-12-1 0,-10 24 0 0,-49 11-1 0,12 12 2 0,0 35-1 0,-83 13 0 0,47 25 1 0,-1 34-1 0,38 25-1 0,11 35-25 0,0 46-103 0</inkml:trace>
  <inkml:trace contextRef="#ctx0" brushRef="#br0">22388 9345 16 0,'22'-46'20'0,"14"-2"14"0,-23 12-7 0,-13 13-3 0,-36 34-17 0,-47 73-2 0,-24 35-1 0,0 25-2 0,0-2 2 0,-13-11-2 0,1 0 1 0,12-49-3 0,36-21 2 0,23-51 1 0,24-20-2 0,24-51 2 0,11 2-4 0,2 13 0 0,-13 33 1 0,0 49 0 0,-24 23 0 0,24 14 0 0,36-39-1 0,71-10-6 0,60-24-115 0</inkml:trace>
  <inkml:trace contextRef="#ctx0" brushRef="#br0">23555 9335 71 0,'-12'-36'21'0,"-37"-23"4"0,38 46-16 0,11 73-5 0,-25 95 7 0,25 35-5 0,0 1-2 0,0-49 1 0,-22-34-2 0,-2-37 0 0,-24-35 0 0,1-48 1 0,-13-24-1 0,12 1-3 0,24 24 0 0,24 32-1 0,48 16 0 0,36-13 1 0,-1-12 0 0,11-12-33 0,-33-12-81 0</inkml:trace>
  <inkml:trace contextRef="#ctx0" brushRef="#br0">24114 9048 54 0,'0'0'0'0,"-35"-47"8"0,58 35-4 0,25 24 4 0,24 60 6 0,23 35-8 0,23 12-1 0,14 0-4 0,-73-71-1 0,131 59 5 0,-130-96 0 0,-24-34 0 0,-25-13-1 0,-11-23-2 0,0-25 0 0,0 13 0 0,-23 34 4 0,12 14-1 0,11 23-3 0,11 23-3 0,12 38 1 0,2 22 1 0,-14-24 2 0,-58-11 4 0,-108 0-11 0,-83 23-113 0</inkml:trace>
  <inkml:trace contextRef="#ctx0" brushRef="#br0">5800 13883 10 0,'-12'-24'14'0,"0"0"16"0,0 12-2 0,12 24-12 0,0 70-2 0,12 2-7 0,12-36-2 0,23-36 3 0,60-72-2 0,24-34-1 0,-1 10-4 0,-45 48 0 0,-38 1 1 0,-36 24-2 0,25 22-8 0,0 49-100 0</inkml:trace>
  <inkml:trace contextRef="#ctx0" brushRef="#br0">10753 13907 18 0,'0'0'0'0,"-23"-72"19"0,23 12 5 0,23 49 5 0,-23 11-19 0,23 71 1 0,2 1-5 0,11-37 0 0,35-47 3 0,49-47-5 0,22-37-1 0,-12 37-3 0,-57 23 1 0,-39 13-1 0,-21 23-26 0,35 0-77 0</inkml:trace>
  <inkml:trace contextRef="#ctx0" brushRef="#br0">15410 13859 19 0,'0'-36'14'0,"11"0"1"0,12 24 7 0,-10 24-2 0,-1 36-11 0,12-12-3 0,-12-11 2 0,34-38 1 0,51-47-7 0,21-22 1 0,2 21 0 0,-38 1 0 0,-33 13 0 0,-25 23-1 0,-12 24-12 0,-1 48-91 0</inkml:trace>
  <inkml:trace contextRef="#ctx0" brushRef="#br0">19314 10120 25 0,'0'0'0'0,"-11"-59"35"0,-60 59-27 0,-48 36 7 0,-96 11-5 0,-70 0 0 0,-26-10 0 0,62-14 1 0,71-23-7 0,70 11-3 0,62 2-11 0,57-1-69 0,-11-12 48 0</inkml:trace>
  <inkml:trace contextRef="#ctx0" brushRef="#br0">18232 9810 62 0,'-12'-34'13'0,"-24"45"-4"0,-23 49 3 0,0 11 1 0,-14 13-3 0,-10 11-4 0,0-1-2 0,11-10-2 0,13-36 0 0,-1-25 1 0,13-23-2 0,23 0 1 0,24 12-1 0,59 13-1 0,38 34-1 0,21 0 1 0,-11 1 0 0,-48-49 1 0,-47 2 0 0,-24-13-6 0,-11-13-96 0</inkml:trace>
  <inkml:trace contextRef="#ctx0" brushRef="#br0">2107 10287 38 0,'-36'0'3'0,"26"0"-1"0,20 0 1 0,-10 12 4 0,13 12 1 0,-1-1-3 0,-12 25 6 0,24 0-2 0,-1-12-3 0,2-1 1 0,10 13-3 0,1-24 0 0,-12 0 0 0,-1-13 2 0,37-34 2 0,36-61-2 0,46-23-2 0,25 0-3 0,0-12 1 0,-12 36-2 0,-37 22-1 0,-22 14 2 0,-72 35 1 0,-1 0 0 0,-10 12 0 0,-13-11 0 0,0 11 0 0,12 0-4 0,-1-12-114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11860 2642 0 0,'0'0'5'0,"-11"-11"5"0,-14 11-2 0,2 0 4 0,0 0-1 0,-1 0 0 0,12 0-1 0,-12 0 3 0,12-12 0 0,0 12-5 0,0 0-2 0,12-11-2 0,0 22 1 0,12-11 0 0,12 0-2 0,12 0 0 0,23 0 0 0,120 0 0 0,-84 0-2 0,23 12-1 0,2-12 1 0,23 0 0 0,-12 0 0 0,12-12 0 0,-13 1-1 0,15-1 1 0,-3 12 1 0,1 0-2 0,-13 0 0 0,15 0 0 0,-15 0 0 0,12 12 0 0,13-12 2 0,-12-12-2 0,0 0 1 0,0-1-1 0,-37 13-1 0,-10-11 1 0,-24 11 1 0,-13-12 3 0,-11 12-3 0,-24 0 0 0,-1 0-1 0,-23 12 1 0,0-12-2 0,0 24-60 0,0-12 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14171 1168 4 0,'0'-13'2'0,"12"1"0"0,-1 0-2 0,-11 24 5 0,0 13 3 0,0 46-2 0,-23 24-3 0,-1-1 1 0,-23 14 1 0,23-37-1 0,12 1-3 0,24-47 2 0,34 21 1 0,-10-34-1 0,13 1 0 0,22-13-1 0,1 0-1 0,-1 0-1 0,-10-13-8 0,-15-11-44 0</inkml:trace>
  <inkml:trace contextRef="#ctx0" brushRef="#br0">14112 1595 41 0,'-36'-12'6'0,"24"12"-6"0,60-11 1 0,70-25-2 0,-22 12 0 0,-25 11 1 0,-47 2-6 0,-12-1-33 0</inkml:trace>
  <inkml:trace contextRef="#ctx0" brushRef="#br0">14052 1262 44 0,'0'0'2'0,"0"-36"-1"0,60 12-3 0,58 1 3 0,2-1-3 0,-13 24-42 0</inkml:trace>
  <inkml:trace contextRef="#ctx0" brushRef="#br0">14981 858 26 0,'-12'0'3'0,"0"-13"-4"0,-48 73 2 0,-10 71 4 0,-14 35 8 0,-13 1-1 0,39 13-5 0,70-4-5 0,34-79 0 0,51-50 1 0,21-36-2 0,2-11-27 0,-49-34-21 0</inkml:trace>
  <inkml:trace contextRef="#ctx0" brushRef="#br0">15255 1381 22 0,'-13'-12'11'0,"2"0"-11"0,-1 72 2 0,12 47 2 0,-13-24-1 0,13 1 1 0,0-37 2 0,0-47 4 0,-11-47 0 0,-12-13-6 0,10-22-5 0,2-14 1 0,-2 12-2 0,26 13 1 0,11 12 0 0,-1 22-1 0,13 49-1 0,11 24 4 0,-23 24 0 0,-12-1 2 0,-12-23 2 0,-12-13 1 0,-23 2-3 0,-1-13-4 0,11-12-57 0,14 0 32 0</inkml:trace>
  <inkml:trace contextRef="#ctx0" brushRef="#br0">15517 858 22 0,'-12'-13'2'0,"12"-11"-4"0,12 13 3 0,71 143 3 0,-35 57 3 0,-24 3 2 0,-24-27 10 0,-60 14-10 0,-11-48 1 0,-13-49 4 0,1-21-6 0,23-49-3 0,36-1-1 0,12-11-4 0,12 0 0 0,0 12-35 0,0-12-35 0</inkml:trace>
  <inkml:trace contextRef="#ctx0" brushRef="#br0">16290 1524 45 0,'-11'0'2'0,"-37"-12"-1"0,36 12-3 0,60 12 4 0,11-12-2 0,-11-12 1 0,0 12 1 0,-24 0 0 0,-14-13 8 0,-44 2-7 0,-39 11 2 0,-33 0 4 0,23 0-2 0,34 0-3 0,49 0-5 0,25 0 0 0,34 0-16 0,2 0-51 0</inkml:trace>
  <inkml:trace contextRef="#ctx0" brushRef="#br0">16755 1323 22 0,'0'0'6'0,"-12"-13"-4"0,0 13-4 0,12 34 6 0,0 27 17 0,-12-1-7 0,0 11-1 0,1 13-6 0,-1-25-4 0,12-34 1 0,12-14 1 0,11-11 0 0,13 0-3 0,0-24-1 0,10 24-1 0,3-24-1 0,-1 11-9 0,-13 2-36 0,-11-1-4 0</inkml:trace>
  <inkml:trace contextRef="#ctx0" brushRef="#br0">16731 1512 18 0,'0'0'0'0,"-35"-13"30"0,23 2-23 0,47-1-8 0,37-11 1 0,-13-2 0 0,-23 14 0 0,-13 11-1 0,-10-12-29 0,-13 1 7 0</inkml:trace>
  <inkml:trace contextRef="#ctx0" brushRef="#br0">16684 1334 2 0,'0'0'0'0,"-24"-24"16"0,12-24-4 0,48 12-9 0,47-11-1 0,12 23-2 0,12 0-2 0,-35 11-31 0</inkml:trace>
  <inkml:trace contextRef="#ctx0" brushRef="#br0">17506 905 11 0,'-13'-13'8'0,"13"-10"-7"0,-11 12-3 0,-2 34 7 0,-70 72 10 0,12 47 2 0,-13 50-4 0,37 47-4 0,58-50-5 0,61-105 0 0,0-49 1 0,11-12-1 0,-36-23-1 0,-23-11-2 0,-11-36-51 0,-13 11 3 0</inkml:trace>
  <inkml:trace contextRef="#ctx0" brushRef="#br0">17696 1214 0 0,'-12'0'0'0,"12"-12"0"0,24 1 0 0,-11-1 1 0,-13 12 9 0,0 0 0 0,0-11 1 0,0 11-3 0,0-13-2 0,-13 13-4 0,-11 0-1 0,0 24 1 0,-12-1 0 0,1 37 1 0,22 12 1 0,2-1 0 0,22-23-1 0,2-13 0 0,10-35 5 0,25 0-6 0,-12 0-1 0,-11 0 0 0,-25 0-1 0,0 0 0 0,11 0 0 0,-11 0-13 0,12 0-37 0,-12 0 31 0</inkml:trace>
  <inkml:trace contextRef="#ctx0" brushRef="#br0">17839 858 17 0,'0'0'3'0,"-25"-25"1"0,14 2-1 0,11 23-3 0,0 0 0 0,24 0 1 0,12 35 1 0,22 49 0 0,-9 34 5 0,-14 37 0 0,-23 24 1 0,0 12-1 0,-24-38-2 0,-23-44 8 0,-13-38-1 0,-11-12 1 0,-2-35-1 0,14-11-3 0,12-13-2 0,11 0-2 0,12 0-2 0,0 0-2 0,12-13-85 0,-12 13 38 0</inkml:trace>
  <inkml:trace contextRef="#ctx0" brushRef="#br0">17921 4001 4 0,'0'0'6'0,"-23"-11"10"0,23-2-11 0,-13 13-1 0,13-12 1 0,-22-13 5 0,-2 14-1 0,-1-12-4 0,2 10 0 0,-24-11 1 0,-13 13-1 0,0-1-2 0,-11-12-1 0,0 12 0 0,-14-13 1 0,3 14 2 0,-2-1 0 0,14 1-3 0,-14-1-1 0,0 0 0 0,-23 12 0 0,-12-13-1 0,23 13 1 0,2 0 0 0,-2 13 0 0,13-13-2 0,-12 24 1 0,11-13 1 0,1 12 0 0,-12 2-1 0,-1 23 0 0,13-13 1 0,23-11-1 0,13 12 1 0,11 1-1 0,0-3 0 0,1 26 1 0,10-24-3 0,2 23 3 0,10-11-2 0,13-1 1 0,0-11 0 0,25 12 1 0,-1-1 0 0,12 1 0 0,-1 0-1 0,13-13 2 0,23-11-1 0,-11 13 1 0,11-14-1 0,13 0 0 0,-14 2 0 0,2-2-1 0,12 1 1 0,11 0 0 0,-11 0-1 0,11-1 1 0,-1-11 0 0,2 0 0 0,0 1-1 0,11-13 1 0,-12 0 0 0,-12 11 0 0,0-11-1 0,1-11 0 0,-12-2 0 0,-1 1 2 0,0-13-1 0,1 4-1 0,-13-4 1 0,13 0-1 0,-24 14 1 0,11-12-1 0,-23-2 1 0,10 2-1 0,-10-13 0 0,-11 12 1 0,-1-12 0 0,-12 1-1 0,-1-12 1 0,-11-3 0 0,0-8 0 0,0-2-1 0,-11-11 2 0,-14 23 1 0,-11-12-2 0,-10 1 0 0,-15 0 0 0,-21 11-1 0,-38 25-19 0,14 46-92 0</inkml:trace>
  <inkml:trace contextRef="#ctx0" brushRef="#br0">12409 2405 2 0,'0'0'0'0,"-12"0"8"0,12 0-6 0,0 0 7 0,0-12 8 0,0 12-3 0,0 0-3 0,0 0-4 0,-13-11-2 0,13 11 0 0,-11-13-1 0,-1 13-1 0,-1 0-1 0,-10 0 3 0,10-12-2 0,3 12 1 0,-14 0-1 0,0 0-1 0,0 0 0 0,12 0 2 0,-12-12-1 0,1 12-1 0,-13-11 1 0,12-1-2 0,-12 12 0 0,0-11 2 0,13-2 0 0,-13 13-2 0,-13-12 1 0,-9 12-3 0,-2 0 2 0,1 0-1 0,11 0 1 0,0 0-1 0,12 0 1 0,-11 0-3 0,11 0 3 0,-11 12-1 0,-2 1 1 0,-9-2-1 0,9 1 0 0,2-1 1 0,1 1-1 0,-3 13 1 0,-11-2 0 0,13-12 0 0,-12 14 0 0,11 0 0 0,-13 9 1 0,15-10-1 0,-2 0 1 0,-1-1-1 0,15 2 1 0,-2 10-1 0,0-11 0 0,12 0 0 0,12 12 1 0,12-13-1 0,0 13-1 0,12 12 0 0,0-2 1 0,13-9-1 0,22 10 1 0,-12-10 0 0,13-3 1 0,12 3-1 0,11-1 0 0,0-1 0 0,12-11 0 0,-11-1 0 0,1 2-1 0,20 0 1 0,3-14 2 0,11-1-3 0,1-10 0 0,-1 0 1 0,12 0-1 0,-25 0 0 0,2 0 1 0,12 0-2 0,-13-10 1 0,0-1 1 0,1-2 0 0,-13-11-1 0,0 11 2 0,0-21-2 0,-11 9 1 0,-14-10 1 0,-9-1-1 0,-1 0 0 0,-13 1 0 0,1-13 0 0,-12 12 1 0,-12-10-1 0,-12-4 0 0,0 3-1 0,0-11 1 0,-23 21-1 0,10-10 0 0,-11 10 3 0,0-10-2 0,-11 0-3 0,-1 11 1 0,0 0 1 0,-11 13 3 0,-1 10-3 0,0-11 1 0,-11 1-2 0,-13-1 2 0,13 12-2 0,0 0 2 0,-14-1-3 0,1 2 4 0,2 11-2 0,-1 0-1 0,-25-12 2 0,13 1 0 0,-49 11-2 0,-46 0-17 0,-108 71-140 0</inkml:trace>
  <inkml:trace contextRef="#ctx0" brushRef="#br0">11420 2679 9 0,'0'0'2'0,"-24"-12"11"0,24 0-8 0,24-1-1 0,-12 2 9 0,-12-12 5 0,0-1-4 0,-25 11-3 0,3-10-3 0,-2 23-5 0,-1 0-2 0,2 12 1 0,-13 24 0 0,-11 10-1 0,-1 27 0 0,24-14 0 0,24 1 0 0,36-36-1 0,13-1 1 0,-3-11 0 0,1-12 1 0,2-12 0 0,-14 12 0 0,-23-13-2 0,-12 13-20 0,11 0-70 0</inkml:trace>
  <inkml:trace contextRef="#ctx0" brushRef="#br0">11801 2726 73 0,'-13'-11'11'0,"3"11"-3"0,20 0-9 0,15 0-12 0,-25 0-34 0</inkml:trace>
  <inkml:trace contextRef="#ctx0" brushRef="#br0">12123 2560 26 0,'-24'-12'16'0,"12"24"-6"0,24 47-2 0,-12 14 8 0,-12-2-4 0,0-12-10 0,12-13 0 0,0-9-7 0,0-24-37 0,0-13 7 0</inkml:trace>
  <inkml:trace contextRef="#ctx0" brushRef="#br0">12278 2608 33 0,'0'0'0'0,"0"-12"17"0,0 24-3 0,12 35-5 0,-12 1 3 0,-24 12-5 0,0-26-5 0,12 3-1 0,0-3-10 0,12-34-30 0,0 0-6 0</inkml:trace>
  <inkml:trace contextRef="#ctx0" brushRef="#br0">12230 2596 27 0,'0'0'0'0,"24"-12"8"0,59 12-7 0,0 12 1 0,-12 11 15 0,-46 25 4 0,-50 0-6 0,-46 11-7 0,-37 1-4 0,-10-13-3 0,11 1-6 0,36-12-85 0</inkml:trace>
  <inkml:trace contextRef="#ctx0" brushRef="#br0">10991 3131 4 0,'0'-24'10'0,"-23"13"4"0,10 11-5 0,-34 35 4 0,-36 62-1 0,-48 8-5 0,-48 16 3 0,-23 9 3 0,23-23-2 0,59-24-6 0,50-35-3 0,46-12-2 0,24-13-5 0,24-23-24 0,23-12-37 0</inkml:trace>
  <inkml:trace contextRef="#ctx0" brushRef="#br0">11336 3262 42 0,'0'-13'9'0,"0"13"-5"0,0 25-4 0,-23 47 10 0,-72 70 10 0,-25 73-9 0,-10-1-6 0,58-47-1 0,37-48 0 0,23-35-6 0,24-50-26 0,0-21-50 0</inkml:trace>
  <inkml:trace contextRef="#ctx0" brushRef="#br0">11730 3441 46 0,'0'-12'9'0,"-36"-47"9"0,36 35-14 0,24 24-2 0,-24 47 10 0,-24 85 1 0,0 70-6 0,1 11-3 0,11-10-2 0,12-59-1 0,0-26-2 0,12-58-24 0,-12-36-63 0</inkml:trace>
  <inkml:trace contextRef="#ctx0" brushRef="#br0">12135 3441 36 0,'0'-12'3'0,"24"-36"3"0,-1 25-3 0,0-2 6 0,-23 25 27 0,-11 48-12 0,11 96-15 0,24 93-5 0,0-34-2 0,12-48 0 0,-12-48-2 0,-1-24 1 0,0-47-14 0,-10-36-62 0,-13-12 41 0</inkml:trace>
  <inkml:trace contextRef="#ctx0" brushRef="#br0">12778 3191 52 0,'0'0'0'0,"-13"-36"24"0,2 36-15 0,11 48 0 0,0 107 2 0,36 12-6 0,10 11-3 0,26-23 0 0,-12-23 0 0,-24-38-2 0,-12-23-3 0,-12-47-16 0,-12-24-64 0</inkml:trace>
  <inkml:trace contextRef="#ctx0" brushRef="#br0">13135 3084 30 0,'-25'-24'18'0,"14"0"-4"0,22 24-12 0,14 37 10 0,23 68 4 0,47 110-5 0,-24-60-8 0,25-12-2 0,-1-49 0 0,-58-21-4 0,-3-62-15 0,-34-11-64 0</inkml:trace>
  <inkml:trace contextRef="#ctx0" brushRef="#br0">13123 2834 46 0,'0'-24'7'0,"-13"-12"6"0,38 36-12 0,35 23 0 0,23 38 4 0,35-14 6 0,38 25-5 0,-13-26-2 0,-12 4 2 0,-35-4 1 0,-37-21-2 0,-25-14-3 0,-34 1-8 0,-59-12-38 0,12 0-12 0</inkml:trace>
  <inkml:trace contextRef="#ctx0" brushRef="#br0">10776 2893 13 0,'0'-25'20'0,"-11"25"-12"0,11 0-6 0,-35 13 1 0,-37 35 16 0,-59 23 2 0,-71 25-7 0,-24-1 0 0,-13 0-2 0,25-11-3 0,22-13-4 0,51-35-3 0,105-13-2 0,83 2-63 0,-23-25 10 0</inkml:trace>
  <inkml:trace contextRef="#ctx0" brushRef="#br0">8884 3536 1 0,'0'0'2'0,"-12"0"5"0,0 0 10 0,-12-11 6 0,12 11 2 0,12 0-5 0,-24 0-3 0,24-13 0 0,24 13-12 0,-12 13 0 0,12-13-1 0,12 0-1 0,0 0-1 0,35 0-2 0,-11 0 0 0,-1-13 0 0,-23 13 1 0,11 0 1 0,-11-12-1 0,24 12-1 0,-25 0 0 0,1 0 1 0,-12 0 2 0,12 0-1 0,-14 0-1 0,14 12 0 0,-11-12-1 0,-25 13 1 0,0-13 5 0,0 0-5 0,0 0 0 0,-12 0 0 0,-1 11 2 0,2 1-2 0,-14 24-1 0,15 23 0 0,10 12 0 0,-12-11 0 0,12 1-1 0,0-3 3 0,0-22-1 0,0-12-1 0,0-12 2 0,0-12 2 0,0 0 0 0,-12 0-4 0,12 0 0 0,0 0-1 0,0 12 2 0,0-12 0 0,-24 0-1 0,-12 0 0 0,-11-12 0 0,-14 12 1 0,-10 0-1 0,-24 12 3 0,12 1-3 0,12-13 1 0,23 11-1 0,24-11 1 0,12 10-2 0,0 3 2 0,0-13-2 0,-12 0 2 0,1 12-1 0,-13-12 1 0,23-12-1 0,2-1-1 0,-1-8 1 0,12-4 1 0,0-11 0 0,0 0 0 0,12-11 0 0,-1-14 0 0,-11 3 0 0,0 22-1 0,0-12 0 0,0 14 1 0,0-3-1 0,0 13-1 0,0 1 1 0,13 10 1 0,-13 1 0 0,0 12 0 0,0 0 2 0,23 12-26 0,25 1-114 0</inkml:trace>
  <inkml:trace contextRef="#ctx0" brushRef="#br0">9122 3667 10 0,'-13'13'7'0,"2"-13"-5"0,11-13 24 0,0 13-8 0,0 0-8 0,-12 0 11 0,12-12-11 0,0 12-5 0,0 0-4 0,0-12 1 0,0 12 0 0,0-13-1 0,-13 3 4 0,3 10-2 0,-2-11 0 0,12 11-2 0,-12 11 0 0,0-11 0 0,0 10-1 0,12 15 1 0,-24 0-1 0,12-2 3 0,-1-12-3 0,2 14 1 0,-1-2-1 0,12 13 0 0,0-24 1 0,0 0-1 0,23 1 0 0,-10-2 0 0,11-11 1 0,-12 0 0 0,12-11-1 0,-12 11 1 0,0 0-1 0,-2 11 0 0,15 1-4 0,-1-12-42 0,-12 0-27 0</inkml:trace>
  <inkml:trace contextRef="#ctx0" brushRef="#br0">9229 3785 6 0,'-11'0'10'0,"11"-11"-2"0,0-1 12 0,-13 12 3 0,13 0-8 0,0 0-6 0,-12 12 2 0,0 12-3 0,12-12-4 0,0 0-1 0,0 1 0 0,24-2-1 0,-11 1 0 0,-2-1-1 0,1-11 0 0,-1 0 0 0,2-11 0 0,-13 11 0 0,12-12-1 0,-12 1 1 0,11-14 0 0,-11 0 1 0,13 14 2 0,-13-1-1 0,0 1-1 0,0-1 0 0,0 0 0 0,-13-1 1 0,13 13-2 0,-11 0 1 0,11 13-7 0,-12-1-76 0,12 0 38 0</inkml:trace>
  <inkml:trace contextRef="#ctx0" brushRef="#br0">1465 16253 101 0,'0'0'7'0,"-12"0"19"0,12-13 1 0,12 13-16 0,24 0-2 0,10 0-1 0,51 0-3 0,34 0-1 0,47 0-2 0,12-12 1 0,1 12-1 0,36 0 1 0,22 12-2 0,14-12 0 0,23-12 1 0,0 0-2 0,-1-1 0 0,-10 3 2 0,-14-2-2 0,-11 0 1 0,-24-12-5 0,-11 0 4 0,-1 12-1 0,-35-12 1 0,-25 12-3 0,-46 0 4 0,-14 12-1 0,-34-11 4 0,-36-1 5 0,-24 1 4 0,0-2-8 0,-11 13-15 0,-26 0-142 0</inkml:trace>
  <inkml:trace contextRef="#ctx0" brushRef="#br0">12063 15026 6 0,'0'-12'23'0,"12"12"5"0,-12-12 4 0,0 24-13 0,0-12-3 0,12 24-1 0,0-2-6 0,0 3-1 0,0 0-3 0,-12-2-2 0,12-12 1 0,1-11 1 0,21-11-2 0,2-1 1 0,24-36-3 0,10 13-1 0,2-1 2 0,-1-11-1 0,-22 22 0 0,-2 2 1 0,-23 11 1 0,-12 1 0 0,0 11 2 0,-12-13-3 0,12 13 1 0,-12 0-3 0,0 0 1 0,12-12-1 0,12 12 2 0,-14-12-27 0,3 24-94 0</inkml:trace>
  <inkml:trace contextRef="#ctx0" brushRef="#br0">3656 17526 48 0,'0'12'33'0,"-24"12"14"0,0-12-31 0,36-1-4 0,13-11-2 0,34-47-9 0,-12-48 0 0,1-2 6 0,-12 3-4 0,-11-1 1 0,-4 12-2 0,-21-1 1 0,-10 25-1 0,-1 22-1 0,-14 26-2 0,13 22 0 0,0 50 1 0,0 22-1 0,0 36-2 0,0 12 0 0,12-12-2 0,36-25 0 0,0-57 15 0,34-1-14 0,3-36 8 0,-3-23-3 0,38-61-7 0,-37 13 10 0,-35 21 0 0,-24 16-3 0,-12-14 0 0,-12 36 0 0,-11 12-3 0,-1 36 0 0,1 12 1 0,-2 23-4 0,25 0 0 0,0-23 11 0,12-12-5 0,24-13-2 0,0-11 0 0,11-24 3 0,13-35-2 0,-1-24-6 0,13 0 8 0,-24 21 0 0,-25 4-1 0,1 10-1 0,-24 13 1 0,0 10 0 0,0-11-1 0,0 24 1 0,-13 0-2 0,2 24 0 0,-12 23-1 0,23 24-1 0,23-10-3 0,1-1 2 0,-12-26 2 0,-12-9 11 0,-12-13-9 0,-12-12 2 0,1 0-1 0,23 0-1 0,0 0-1 0,0-12 2 0,59 12-12 0,-23-36 11 0,23-11 0 0,-23 0 1 0,-11 10 3 0,-14 24-4 0,12 13-1 0,13 25-2 0,12 23-1 0,-36 0 1 0,-36-25 10 0,-61-12-2 0,27-11-2 0,70-34-53 0,13 22-44 0</inkml:trace>
  <inkml:trace contextRef="#ctx0" brushRef="#br0">5752 17312 32 0,'0'0'0'0,"12"-60"27"0,-12 24 21 0,0 13-22 0,-37 23-15 0,3 0-4 0,-2 59-5 0,49 13-6 0,33 0-1 0,-22-13 4 0,-24-24 0 0,-24-24 2 0,1-22 4 0,34-12-4 0,61 11-4 0,11 12 2 0,-11-25 1 0,-37-22 2 0,-11 0 4 0,-24 23 11 0,-11 36-11 0,11 83-7 0,0 0 7 0,0 13-10 0,11-3 0 0,-11-32 1 0,0-49 9 0,0-48 2 0,0-107 0 0,23-95-16 0,38 154 10 0,-2 72-4 0,-11 48-5 0,-48 0 1 0,-36-25 4 0,-24-12 3 0,37-34 1 0,23 12-3 0,23 45-4 0,13-21 14 0,24-1-11 0,59-48-19 0,-12-71 11 0,-24-35-1 0,-34-13 11 0,-38 71 9 0,-22 60 6 0,-2 36-10 0,1 36-4 0,0 23-2 0,12 36 0 0,-12-11-2 0,24-37-2 0,25-23 3 0,-3-36 2 0,25-36 0 0,2 1 2 0,-25-1-1 0,-13 11 0 0,-11 14-1 0,-12 47-1 0,0 10 0 0,11-9-2 0,25-13 1 0,0-24 2 0,24-36 4 0,-13-23-3 0,1-49 0 0,-12-10 1 0,-24 34 2 0,0 13-1 0,-12 34-1 0,0 26-1 0,0 11-1 0,-12 48-1 0,0 36 0 0,12 10-2 0,0 1-1 0,0-35 2 0,24-24 1 0,24-48 3 0,34-1-1 0,-33 38-3 0,-38 34-1 0,-11 1 1 0,-35-24 0 0,-1-24-14 0,-25-36-101 0</inkml:trace>
  <inkml:trace contextRef="#ctx0" brushRef="#br0">7156 17074 61 0,'13'-25'16'0,"59"2"-14"0,-14-13-34 0,-58 24-2 0</inkml:trace>
  <inkml:trace contextRef="#ctx0" brushRef="#br0">6609 16931 125 0,'-47'0'4'0,"24"24"-5"0,70-24-103 0</inkml:trace>
  <inkml:trace contextRef="#ctx0" brushRef="#br0">9039 16883 78 0,'-12'-23'20'0,"12"-14"24"0,-12 26-27 0,0-1-5 0,-25 12-3 0,-9 23-2 0,-2 14-3 0,0 10-3 0,36 36-2 0,60 1-1 0,35-1 0 0,-35-12 0 0,-48-35 4 0,-48-25 3 0,-35-11 5 0,47-23-6 0,36-1-12 0,72 0-66 0,-13 1-32 0</inkml:trace>
  <inkml:trace contextRef="#ctx0" brushRef="#br0">9277 16883 103 0,'-12'-12'11'0,"12"1"30"0,23 11-33 0,49 11-5 0,12-11-2 0,-25-11 1 0,-36-14 1 0,-23-10 0 0,-23 24 2 0,-1 11 2 0,-11 71-4 0,35 34-3 0,0-8 0 0,-12-14-1 0,12 0-1 0,-12-47 0 0,-24-12 0 0,-12-24 1 0,0 12 2 0,25-12 3 0,35 12-2 0,71-12-1 0,24-12-1 0,-11 12 1 0,-73-12 0 0,-23 12-4 0,-11 0-108 0</inkml:trace>
  <inkml:trace contextRef="#ctx0" brushRef="#br0">10610 16668 30 0,'0'0'0'0,"12"-71"42"0,12 24 9 0,-24 47-29 0,0 71-6 0,0 108-4 0,0-1-8 0,0-47-1 0,0-24-3 0,-12-59 1 0,0-24-29 0,0-24-111 0</inkml:trace>
  <inkml:trace contextRef="#ctx0" brushRef="#br0">10313 17074 79 0,'0'-25'43'0,"12"2"3"0,35 23-31 0,12 36-5 0,1 35-2 0,0 12-6 0,-1-24-2 0,1-22-3 0,-13-13-21 0,1-24-70 0,-48 0 25 0</inkml:trace>
  <inkml:trace contextRef="#ctx0" brushRef="#br0">10944 17038 80 0,'0'0'17'0,"-12"0"33"0,-37 59-22 0,-33 37-7 0,11-14-8 0,24-33-6 0,22-27-5 0,13 3-1 0,12-25-9 0,0-12-143 0,0 12 104 0</inkml:trace>
  <inkml:trace contextRef="#ctx0" brushRef="#br0">4073 18086 52 0,'0'-12'16'0,"0"-12"25"0,23 24-31 0,-10 24 5 0,10 47-15 0,-11 24 0 0,-12-11 0 0,12-13 2 0,-12-48 7 0,0-23 0 0,0-47-3 0,0-24 0 0,12 11 0 0,12 1-1 0,12 23-6 0,-12 36-5 0,22 36-1 0,-9 23 2 0,-13 1 3 0,-12-13 0 0,-12-10 6 0,-12-37 2 0,12-25-1 0,12-21-3 0,22-4 3 0,2 4-5 0,13 34-2 0,-13 12-2 0,-1 24 3 0,-12 23-4 0,-10-10 2 0,-13-3 0 0,23-22 4 0,13-24 1 0,0-11 2 0,12-1-2 0,-12 12-6 0,-13 24 1 0,0 12-2 0,13 11 3 0,-11-10 1 0,-1-25 5 0,-2-13-2 0,-9-34 8 0,-13-14-5 0,-13 3 4 0,-9 11-9 0,-2 22-1 0,-1 50-9 0,14 34 6 0,-1-13-3 0,12 4 4 0,23-27 1 0,26-12 5 0,-2-22-2 0,13-25 5 0,-13-1-3 0,-11-9 2 0,0-26-7 0,-25 13-1 0,-11 47 4 0,-11 12-2 0,-1 12 11 0,1 0-10 0,22 11-2 0,12 1-1 0,13 0-3 0,0 24-1 0,-24-2 3 0,0 4 1 0,24-39 3 0,23-22 5 0,13-50 4 0,-1-83-13 0,-60 110 8 0,-22 34-6 0,-1 24 11 0,-1 23-16 0,13 13 0 0,49-13 6 0,10-11-3 0,1-36-39 0,-24 12-64 0</inkml:trace>
  <inkml:trace contextRef="#ctx0" brushRef="#br0">10776 17848 24 0,'0'-24'23'0,"25"-36"34"0,-1 23-23 0,-24 37-27 0,12 97-2 0,-12 45-5 0,0-34 11 0,0-13-7 0,-12-1-6 0,12-21 2 0,-12-25-7 0,12-37-47 0,0-22-41 0</inkml:trace>
  <inkml:trace contextRef="#ctx0" brushRef="#br0">10825 17788 46 0,'0'0'5'0,"0"-24"42"0,12 12-12 0,-24 37-20 0,-24 57 1 0,-23 25-8 0,12-36-5 0,22-34 2 0,13-25 9 0,0 0-7 0,0-2-11 0,12-56 1 0,0-2 8 0,24-11 0 0,13-14 2 0,-3 15-3 0,14 22-1 0,-12 0 0 0,0 24 2 0,0 36 0 0,-1 23-3 0,61 74-9 0,-38-63 4 0,-22-34 3 0,-23-12 5 0,10-48-14 0,1-22-147 0,-24 45 107 0</inkml:trace>
  <inkml:trace contextRef="#ctx0" brushRef="#br0">8896 15240 16 0,'0'0'12'0,"-12"0"13"0,0 0 0 0,0 0-6 0,12 0 1 0,-12 0 0 0,12 0-7 0,-12 0-2 0,12 12-3 0,0 1-4 0,12-13 1 0,12 11 1 0,47 1 1 0,-23-12-4 0,47 0 0 0,12 11 0 0,13-11-1 0,-1 0 0 0,0 0-1 0,-12 0 1 0,13 0-2 0,-2 0-1 0,0-11 3 0,14 11-1 0,-1 0 0 0,0 0-1 0,-12 0 1 0,0 0-2 0,-12 11 0 0,13-11 2 0,11 0 0 0,-1-11-1 0,-21 11 0 0,-27 0 1 0,-11 0-1 0,25 0-2 0,-13-12 3 0,-36 12-1 0,-22 0 0 0,-25 0 0 0,-12 12 2 0,-24-12-2 0,-48 0 1 0,-46 11 1 0,-37-11-1 0,-36 12 0 0,-11-12-1 0,-13 0 3 0,2 0-2 0,-14 0-1 0,13 12-1 0,24-12 5 0,23 13-4 0,12-2 1 0,36 1-2 0,12-1 1 0,-1 14 0 0,14-13-1 0,23 0 1 0,23 0 0 0,24-2 0 0,12-10 0 0,24 0 0 0,13 0 0 0,45-10 1 0,50-2-1 0,59-12-1 0,35 12 2 0,13-1 0 0,11 2-2 0,12-1-3 0,-23 1 5 0,11-14-2 0,-24 13 1 0,-35 1-2 0,-48 11 2 0,-24-12 0 0,-23 12 0 0,-13 0-1 0,-11 0 1 0,-37 0 1 0,-11 0 0 0,13 0-1 0,10 0-154 0</inkml:trace>
  <inkml:trace contextRef="#ctx0" brushRef="#br0">1251 9345 126 0,'-49'-21'7'0,"3"21"-1"0,22 11 14 0,-24-1-2 0,-11 15-1 0,0-13-11 0,-14 35-4 0,14-10 1 0,10-3-1 0,38-9 0 0,0 11-1 0,11-1 0 0,11 37 0 0,0 11 0 0,2 1-1 0,-13 46 2 0,12 2 1 0,-1-13 0 0,-11 23 0 0,0 13 0 0,-11 0-2 0,11 0-2 0,0-12 0 0,0-12 1 0,24-36 1 0,-12-37 1 0,47-8 1 0,25-39-1 0,23 1 1 0,12-12-1 0,-60-12 0 0,-35 1 0 0,-11 11 1 0,-2 0-9 0,-11-13-90 0,0 13 4 0</inkml:trace>
  <inkml:trace contextRef="#ctx0" brushRef="#br0">1311 9274 90 0,'11'-11'26'0,"-35"11"15"0,-23 11-32 0,-48 26 0 0,-36-3-4 0,23 3 1 0,37-1 0 0,35 0-1 0,11 10-4 0,14-9 1 0,11 10-1 0,11 13 2 0,2 22 1 0,-13 15-1 0,12-2 0 0,-12 48 0 0,0-13 0 0,11 14-2 0,-22-12 3 0,-1-14-3 0,-1 13 2 0,13-24-4 0,13 0 3 0,-1-13-4 0,-12 2 3 0,11-24-2 0,2-1 4 0,10-34-4 0,73 22 3 0,-13-36 1 0,-11-11-3 0,-24-1 1 0,-13-11-1 0,-24 0 1 0,2 0 1 0,-13 0 2 0,0 0-111 0,0 0 29 0</inkml:trace>
  <inkml:trace contextRef="#ctx0" brushRef="#br0">7943 11585 55 0,'-24'-12'37'0,"0"-1"-15"0,24 2 8 0,-11 11-9 0,22 0-2 0,37 0-12 0,70-12-2 0,38 1-5 0,46 11 2 0,13 0 0 0,-1-13-1 0,-23 13-2 0,-37 0 5 0,-59 0 2 0,-35 0 4 0,-36-12 0 0,-12 12-5 0,-12 0-1 0,12 0-74 0,-12 0-17 0</inkml:trace>
  <inkml:trace contextRef="#ctx0" brushRef="#br0">6811 15478 51 0,'13'-47'31'0,"-13"47"-1"0,-36 10-20 0,-13 15 1 0,3 11-2 0,22-13-6 0,12 14 0 0,-13 22-2 0,-9 0 4 0,22 37-1 0,-1 11 3 0,26 12-2 0,-1 0-1 0,-12-24 1 0,11 1-3 0,-11-25 1 0,36-12-4 0,58-35 5 0,121-11-28 0,36-26-121 0</inkml:trace>
  <inkml:trace contextRef="#ctx0" brushRef="#br0">13873 15395 48 0,'0'0'0'0,"-35"-36"38"0,23 24-13 0,24 12-7 0,-1 0-9 0,37 0 0 0,0 12-1 0,-37 12 3 0,2 12-5 0,-13 11-2 0,0 72 0 0,-13 36-3 0,13 24 1 0,0-13 0 0,0-48 0 0,-23-45 7 0,-25-37 3 0,-24-13-4 0,13-11-5 0,24-24-2 0,46-23-45 0,72-25-110 0</inkml:trace>
  <inkml:trace contextRef="#ctx0" brushRef="#br0">1298 9596 48 0,'13'-83'19'0,"-2"12"13"0,-11 24 1 0,0 10-7 0,0 14-4 0,-48-1-9 0,-24 12-2 0,-58 24-3 0,-13 35-3 0,35-10-2 0,38 10 0 0,46 0-3 0,11 1-4 0,2 11 3 0,11 13 2 0,0-1-2 0,0 37 2 0,-12 10 1 0,12 49 2 0,12 0-2 0,-12-24 2 0,0 0-2 0,0-1 0 0,-12-10-2 0,12-1 1 0,12-24-3 0,12 0 6 0,0-11-6 0,-1-37 4 0,1 0-4 0,12-11 2 0,0-1 1 0,11-23 1 0,13-24 0 0,35 0 0 0,-11-11 0 0,-25-14-1 0,-36 13-1 0,2 1 1 0,-25 11-1 0,0 11 1 0,0-11 0 0,0 12-1 0,0-12-1 0,0 0 6 0,0-12-4 0,-12 1 0 0,12-1-1 0,-13 1 0 0,13-2 0 0,-11 13-1 0,-1 0-48 0,-12-24-154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2608 4941 41 0,'0'0'13'0,"0"-13"-2"0,12-10 6 0,12 12 3 0,-12 11-7 0,12 11-5 0,-12 12 2 0,11 2-2 0,-11 11 2 0,24-13-2 0,-25 14-1 0,14-26-3 0,-14 1 1 0,14-12 0 0,22-36-2 0,13-11-2 0,10-1-1 0,3 1 1 0,-3 10 2 0,-34 14 3 0,-11-1 0 0,-14 12-5 0,1 0-41 0,12 12-60 0</inkml:trace>
  <inkml:trace contextRef="#ctx0" brushRef="#br0">20280 14704 54 0,'0'-46'21'0,"-25"9"1"0,-33 13 0 0,-27 35-11 0,-9 50 0 0,-14 46-1 0,1 35-4 0,24 25-2 0,48 0-3 0,45-36 0 0,51-48 0 0,23-35 1 0,-1-37 3 0,12-70-1 0,-12-24-1 0,-11-12-2 0,-60 72 0 0,-12 23 0 0,-24 46 1 0,11 50 0 0,13-37-1 0,-11 13-4 0,11-14-129 0</inkml:trace>
  <inkml:trace contextRef="#ctx0" brushRef="#br0">19910 15252 126 0,'0'0'0'0,"60"-24"-1"0,59 0 3 0,11 24 1 0,-69 0-75 0</inkml:trace>
  <inkml:trace contextRef="#ctx0" brushRef="#br0">18672 16145 104 0,'-35'0'10'0,"-1"-13"-8"0,84 13 6 0,129-34 2 0,193-14 6 0,178 12 4 0,83 24-11 0,-95 12-2 0,-179 0 1 0,-202 0-4 0,-143 0 3 0,-24-12-11 0,-36 24-145 0</inkml:trace>
  <inkml:trace contextRef="#ctx0" brushRef="#br0">19840 16502 98 0,'23'-60'15'0,"13"37"-4"0,-12-1 12 0,-24 12-13 0,0 12 0 0,-60 12-7 0,-36 35-1 0,2 1 1 0,46 0-3 0,24 11-1 0,72 12 3 0,34 13-2 0,38-13-1 0,-48-11 1 0,-72-36 1 0,-83 0 3 0,-37 0-2 0,49-24 0 0,59-24-2 0,83-13-139 0</inkml:trace>
  <inkml:trace contextRef="#ctx0" brushRef="#br0">20042 16490 102 0,'0'0'6'0,"-24"-11"-5"0,48 11 8 0,59 0 2 0,47 0-2 0,2-13-3 0,-37-11-1 0,-47 13 2 0,-48-12 6 0,-12 10-5 0,-13 1-5 0,-21 12-2 0,10 59-2 0,0 25 0 0,12 24 5 0,36-3-6 0,0-32 1 0,0-2 0 0,-36-35 1 0,-48 0 0 0,0-13 0 0,14-23 0 0,34 12 0 0,48-12 1 0,70-12 1 0,38 12 0 0,-26-13 3 0,-45 3 0 0,-61-2 1 0,12 12-4 0,-12-12-40 0,12 0-69 0</inkml:trace>
  <inkml:trace contextRef="#ctx0" brushRef="#br0">22019 15692 122 0,'0'-12'0'0,"23"1"8"0,25-1 3 0,35-12-9 0,1 24-15 0,-61 13-84 0</inkml:trace>
  <inkml:trace contextRef="#ctx0" brushRef="#br0">21911 15906 73 0,'-46'13'5'0,"33"22"16"0,72-35 4 0,84-23-19 0,107-13-27 0,-154 13-70 0</inkml:trace>
  <inkml:trace contextRef="#ctx0" brushRef="#br0">23281 15073 31 0,'0'0'0'0,"13"-59"27"0,-13 34 12 0,-13 2-22 0,-35 46-9 0,-23 48 3 0,-36 61-1 0,-14 23-3 0,27 0-3 0,70-24-1 0,35-13-3 0,26-47 0 0,46-34 1 0,-11-37 0 0,22-59 0 0,-10-24 2 0,-60 46-2 0,-24 26 1 0,-12 22-2 0,-23 49 0 0,23 0 1 0,12-1-1 0,12-12-2 0,-1-10-78 0,-11-26 27 0</inkml:trace>
  <inkml:trace contextRef="#ctx0" brushRef="#br0">22995 15669 104 0,'-12'-12'6'0,"24"1"10"0,48-2-1 0,59 13-12 0,35 0-17 0,-82 0-98 0</inkml:trace>
  <inkml:trace contextRef="#ctx0" brushRef="#br0">23875 15347 95 0,'0'0'0'0,"0"0"0"0,0 84 7 0,-23 70 9 0,10-22-10 0,3-49-4 0,-2-36 4 0,0-47 3 0,0-25-1 0,12-46-7 0,0-23 3 0,-12-25-3 0,12-24 1 0,58-12-2 0,27 48-2 0,9 95-2 0,-10 48 3 0,-60 47 0 0,-12-12 3 0,-96-23 3 0,-46-24 0 0,35-37 0 0,59-10 1 0,36 23-7 0,59 84 0 0,60 47-2 0,24 11 1 0,-24-34-1 0,-35-37 3 0,-60-59 0 0,-24-12 7 0,12-23-6 0,-2-2-46 0,3 25-46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9348 5786 28 0,'0'-12'12'0,"-24"1"-4"0,24 11-3 0,24 0 10 0,12-12 0 0,12 12-4 0,23 0-3 0,12-11-2 0,36-14-2 0,24 0-3 0,12 14 1 0,-12 11-1 0,-12 0 1 0,-24 0 1 0,36-12-1 0,24 1-2 0,0-1 1 0,-13 0-1 0,-11 12 1 0,-12 0 0 0,0 0-2 0,24-13 0 0,24 2 2 0,11 11 0 0,-35-12-1 0,-24 12 0 0,-13 12 0 0,2-12 1 0,11 11 0 0,-12-11 0 0,-12 13 0 0,-11-1-1 0,-13-12 2 0,0 0-2 0,1-12 1 0,-13-1 1 0,1 2 0 0,-13-12 0 0,-11-2 3 0,-12 13-2 0,-36 12 3 0,11 0-4 0,-11-13-6 0,60 13-92 0,-48 0 53 0</inkml:trace>
  <inkml:trace contextRef="#ctx0" brushRef="#br0">15493 5798 50 0,'-12'0'3'0,"-36"-24"9"0,36 13 4 0,12 11 1 0,12 0-4 0,-1 0-4 0,38-12-4 0,9 12-1 0,27 0 0 0,-2 0-1 0,12-11-1 0,-11 11 0 0,-1 11 0 0,24-11-1 0,12 0 1 0,0 0-2 0,24 0 1 0,0 0 0 0,-24 0-1 0,0 0 1 0,11 0 1 0,26-11-2 0,23 11-1 0,12-13 2 0,-13 13-1 0,-11 0 0 0,23 0-1 0,1 0 1 0,11 0-1 0,-35 0 1 0,-24 0 0 0,0 0-1 0,0 0 0 0,-2 0 1 0,27 0 1 0,-25-12-1 0,0-13 0 0,-12 2-1 0,0 12 0 0,-12-1 2 0,-24 0-1 0,-23 12 0 0,-13-13 1 0,-36 2 2 0,-10 11 2 0,-13 0 5 0,0 0-10 0,0 0 0 0,12 11-7 0,24-11-136 0</inkml:trace>
  <inkml:trace contextRef="#ctx0" brushRef="#br0">6788 10228 28 0,'-13'-12'11'0,"13"0"2"0,0-12-3 0,-11 1-2 0,11-2-2 0,0 0-1 0,11 4-1 0,2-16-1 0,10 13-1 0,13 1 0 0,12 10-2 0,0 13 1 0,-12 0-1 0,-13 24 0 0,-11 12 2 0,0 12 1 0,-12-1-1 0,0 0 0 0,-24 13 2 0,1-12 1 0,-13-1-1 0,-12 1-1 0,13-12-1 0,-1-12 0 0,12 0-1 0,-1-1 0 0,2 1 1 0,0-11-1 0,-1-2-1 0,12-11 1 0,12 12-1 0,12-12 0 0,22 0 0 0,38 0 1 0,35-12-1 0,-23 12 0 0,-36 0 1 0,-24 0-1 0,-24-11 3 0,0 22-119 0</inkml:trace>
  <inkml:trace contextRef="#ctx0" brushRef="#br0">7586 10144 41 0,'0'-12'7'0,"-12"-34"7"0,12 21 3 0,0 13-5 0,12 12-8 0,-12 24-1 0,0 35 2 0,0 13-2 0,0-1 0 0,24 0-2 0,10-23 1 0,15-12 1 0,10-36 1 0,-11-24-1 0,0-24-1 0,-12-11-1 0,-1-24 0 0,-11 11 0 0,0 35 0 0,-12 27-2 0,-12 10-1 0,12 23 1 0,1 48 2 0,-2 0-1 0,-11-10 0 0,0-38 1 0,10-11 2 0,-10-24 3 0,13-47-5 0,23-12 1 0,0 23-3 0,0 12 0 0,-1 48-3 0,1 24 3 0,0 12 1 0,-13-1 0 0,1-23 0 0,-24 12-5 0,-35-25-65 0,10-11 33 0</inkml:trace>
  <inkml:trace contextRef="#ctx0" brushRef="#br0">7823 9726 64 0,'-11'-10'-3'0,"22"-1"-46"0</inkml:trace>
  <inkml:trace contextRef="#ctx0" brushRef="#br0">8455 9644 46 0,'0'-36'11'0,"24"12"5"0,-12 24-5 0,-12 71 6 0,0 37-11 0,12 23 1 0,0 11-2 0,0-21 0 0,0-16-2 0,23-32-1 0,1-25 2 0,11-37-1 0,1-11-1 0,-25-36-30 0,-10-23-56 0</inkml:trace>
  <inkml:trace contextRef="#ctx0" brushRef="#br0">8349 9918 61 0,'-13'0'3'0,"-11"-24"7"0,108 0-5 0,82-11 1 0,13 10-2 0,-60 14 2 0,-47-12 9 0,-61 23 1 0,-11-13-11 0,0 13-12 0,-11 13-93 0</inkml:trace>
  <inkml:trace contextRef="#ctx0" brushRef="#br0">7537 11656 3 0,'0'0'0'0,"-11"12"21"0,-1-12-11 0,12 0-2 0,0 0 8 0,-11 0 1 0,11 0-4 0,0 0-5 0,0 0-2 0,-12-12 2 0,12 0-1 0,0-1-3 0,0 3-1 0,0-1 0 0,12-2 0 0,-1 1-1 0,12-13-1 0,14 14 0 0,-1-1 0 0,-2 12 0 0,-9 12 0 0,11-12 0 0,0 24 1 0,-25 0 0 0,13 23 0 0,-11 1 0 0,-13 12 3 0,0-26-3 0,-13 16 3 0,-11-16-3 0,1-10 1 0,-1-11-2 0,-1-2 1 0,2-11-2 0,10 0 1 0,13 0 0 0,0-11-1 0,0-2 1 0,13 13-1 0,23 0 0 0,12 0-1 0,-13 47 2 0,12 3-3 0,-22-4 2 0,-14 2 0 0,-11 0 1 0,-23-25-2 0,-13 1 3 0,-12-12-3 0,1 0 2 0,-1-12-1 0,25 0 3 0,-1 0-4 0,24 0 3 0,0 0-2 0,0-12 2 0,-12 12-1 0,12 0-1 0,-12 0-15 0,12 0-65 0,0-12 18 0</inkml:trace>
  <inkml:trace contextRef="#ctx0" brushRef="#br0">8276 12204 40 0,'-11'0'7'0,"11"-12"2"0,11-13 0 0,1-9-1 0,0-14-4 0,12 0 1 0,1-11-2 0,-2-12-2 0,-12 11 0 0,-11-1 0 0,0-10 0 0,0 24-1 0,-11 0 1 0,-1 23 0 0,-12 0 1 0,12 11 1 0,12 13-1 0,-12 13-1 0,0 35 2 0,0 12 1 0,0 11-1 0,24 0-1 0,0 13 0 0,24-25-1 0,0-13 0 0,11-9 1 0,13-24-1 0,0-13 1 0,-1-13 0 0,-23-11-1 0,11-10-1 0,-11-16 0 0,-12 3-1 0,-12 0 2 0,-37 11-1 0,2 0 1 0,-1 13-1 0,-11 11 2 0,10 35-1 0,-11 37 3 0,25 11-4 0,22-11 2 0,25-2-2 0,35-33 2 0,1 0-18 0,12-25-47 0,-60 11 10 0</inkml:trace>
  <inkml:trace contextRef="#ctx0" brushRef="#br0">9205 11907 15 0,'0'0'0'0,"0"-13"12"0,0-11 1 0,0-10-2 0,-12 9 2 0,-11 0-3 0,11 14-1 0,-12 11-3 0,-12 24 2 0,-11 24 1 0,11 23-4 0,12-23-3 0,24-12 0 0,36-26 1 0,0-31 0 0,-1-29-1 0,-24 39-2 0,-11 22-1 0,25 26 0 0,22-3 1 0,24-21-14 0,-10-13-10 0,10-34 8 0,-35-50 1 0,-2-37 10 0,2 3 6 0,0 23 6 0,-23 23 8 0,-13 26 0 0,-24 21-5 0,12 13-3 0,-12 36 2 0,-1 60 0 0,15 34-2 0,10 24-3 0,23 26-1 0,25-49-2 0,-12-12 0 0,-36-36 0 0,-12 0 0 0,-12-21 0 0,-12-29-32 0,1-31-66 0</inkml:trace>
  <inkml:trace contextRef="#ctx0" brushRef="#br0">9313 11991 91 0,'0'-25'2'0,"95"-47"9"0,72 1 13 0,-37 34-16 0,-82 26-1 0,-36-1 2 0,-12 12-7 0,0-11-8 0,0 11-119 0</inkml:trace>
  <inkml:trace contextRef="#ctx0" brushRef="#br0">20756 9418 31 0,'12'-12'7'0,"12"-12"5"0,-24 12 9 0,12 0-5 0,-12-1-6 0,11 13 1 0,-11 0-5 0,-23 25 0 0,10 11 2 0,-21 24 2 0,-3 11-1 0,-10 0-4 0,-1-11-2 0,1-12 0 0,-1-1-2 0,12-11 1 0,1 0-1 0,11-13 0 0,1-11 1 0,10-12-1 0,13 0 3 0,24 0 1 0,35-12-1 0,25-11-2 0,11-2-1 0,-12 14 3 0,-36 11-5 0,-22 0 2 0,-25 0 0 0,-12-12-147 0,-1 12 117 0</inkml:trace>
  <inkml:trace contextRef="#ctx0" brushRef="#br0">20732 9429 33 0,'0'-34'11'0,"13"45"2"0,-13 83 21 0,0 74-10 0,0-1-13 0,11-37-5 0,1-34-3 0,-24-25-1 0,1-23-18 0,-2-37-58 0,13-34 32 0</inkml:trace>
  <inkml:trace contextRef="#ctx0" brushRef="#br0">21196 9644 46 0,'0'-12'16'0,"0"12"-4"0,0 0 5 0,0 48-2 0,0 11-8 0,0-11-3 0,0 12-2 0,25-26-1 0,-14 3 0 0,13-24 0 0,25-2 0 0,10-35 0 0,0 0 0 0,1-23-1 0,-13-1 0 0,-11-12 0 0,0 13 1 0,-1 35-1 0,-22 12 1 0,-13 46 1 0,0 27 0 0,0-2-1 0,-13-35 0 0,13-11 2 0,0-14 1 0,0-35 0 0,24-47-2 0,12 11-2 0,0-1 1 0,11 27-1 0,13 22-2 0,-35 37 1 0,9 21 1 0,-11 2-1 0,2 0 2 0,-1-37-1 0,12 1 0 0,11-59 2 0,0-13-2 0,2-95 1 0,11 13-2 0,-26 34 2 0,-9 49 0 0,-25 11-1 0,-12 37-1 0,-1 45-1 0,-10 50 0 0,12 47 2 0,22-12 0 0,25-22 0 0,11-26 0 0,1-24-2 0,-12-35-30 0,-1-37-34 0,-23 2 38 0</inkml:trace>
  <inkml:trace contextRef="#ctx0" brushRef="#br0">22328 9561 23 0,'0'0'0'0,"-48"-48"30"0,72 24-22 0,24 12-4 0,35 1 1 0,-11-1-3 0,-13 0-2 0,-47-1-39 0,-12 2 7 0</inkml:trace>
  <inkml:trace contextRef="#ctx0" brushRef="#br0">21387 9144 153 0,'0'0'0'0,"-71"-12"23"0,60 12-10 0,11 12-2 0,11 0-25 0,1 1-131 0</inkml:trace>
  <inkml:trace contextRef="#ctx0" brushRef="#br0">20887 10906 51 0,'-12'-12'12'0,"12"0"6"0,0-1 9 0,-12 13-11 0,12 0-13 0,0 0-3 0,0 37 2 0,-12-1-1 0,1 0 0 0,-1-1-1 0,12-11 0 0,0 0 0 0,12 0 1 0,-1-1 0 0,37 1-1 0,0 12-1 0,-35-36 1 0,44 61 0 0,-21-15 8 0,-23 2 6 0,-37-12 5 0,-24-13-6 0,1-23-1 0,-13 0-5 0,36-23-4 0,12 11-4 0,12-12-35 0,0-12-54 0,0 24 39 0</inkml:trace>
  <inkml:trace contextRef="#ctx0" brushRef="#br0">20828 10978 55 0,'-24'-25'14'0,"24"-9"9"0,47-16 7 0,13 4-14 0,35 10-10 0,1 13-5 0,-38 23-4 0,-9 0-60 0,-14 11-7 0</inkml:trace>
  <inkml:trace contextRef="#ctx0" brushRef="#br0">21780 10668 120 0,'-12'-36'9'0,"0"24"5"0,36 48 3 0,-24 95 1 0,-24 24-10 0,13-23-5 0,11-38-3 0,0-22-31 0,0-12-61 0,0-49 56 0</inkml:trace>
  <inkml:trace contextRef="#ctx0" brushRef="#br0">21959 11132 49 0,'0'0'0'0,"0"-12"24"0,48-23-20 0,23 11-2 0,-23-13 0 0,11 3-1 0,-23 10 0 0,-24 11 0 0,-12 13-1 0,-12 0-1 0,-36 25 9 0,1 10 6 0,22 1-4 0,14 0-6 0,-1 24-1 0,24-26-2 0,12 3 0 0,-1-24 1 0,50-26 0 0,21-24-40 0,-22 3-44 0</inkml:trace>
  <inkml:trace contextRef="#ctx0" brushRef="#br0">22709 11001 41 0,'0'-11'7'0,"12"-26"-7"0,1 14 19 0,-13-1 6 0,-13 12-10 0,1 0-2 0,0-1-4 0,-12 3-1 0,1 20-3 0,-13 15-1 0,-12 11 0 0,13 12 0 0,11-13-1 0,24 1-2 0,-12 0 0 0,24-24 0 0,0-1 3 0,22-45-1 0,15-3-3 0,-1 24 0 0,-25 26 0 0,-11 11 0 0,12 12 1 0,-12-13-2 0,24-11-9 0,0-24-13 0,11-23 5 0,13-37 12 0,23-11-11 0,13-12-7 0,-37-1 21 0,-23 0 14 0,-25 25 10 0,-22 12-2 0,-1 24-7 0,-1 45-8 0,-23 63 11 0,2 59-6 0,21 34-5 0,13 12-3 0,0-23-1 0,13-47 2 0,-13-14 0 0,-13-46 0 0,-11-24-27 0,-12-72-64 0,36 35 52 0</inkml:trace>
  <inkml:trace contextRef="#ctx0" brushRef="#br0">22983 10942 117 0,'0'-23'30'0,"96"10"-9"0,22-24-13 0,-21 27-5 0,-15-1-30 0,-46-2-98 0</inkml:trace>
  <inkml:trace contextRef="#ctx0" brushRef="#br0">7491 17574 49 0,'12'-12'4'0,"47"-12"-3"0,108 0 6 0,23 0 16 0,48 1-5 0,24 11-8 0,-11-13-3 0,-73-9-3 0,-94 9 4 0,-73 13 3 0,-106 12-8 0,-96 0-3 0,-83 24-5 0,-48 23-1 0,2-22 3 0,82-2 5 0,130-34 4 0,96-1-3 0,60 0-2 0,107-1 1 0,107-34 4 0,47 10 3 0,1 15-4 0,-85 22-2 0,-105 0-3 0,-96 12 1 0,-36-2 4 0,-59-10-4 0,-120 25-2 0,-71 11-6 0,-34 0 1 0,21-1 4 0,96-23 1 0,107-1 1 0,61-11 0 0,35 0-1 0,59 0-78 0,-59 0 22 0</inkml:trace>
  <inkml:trace contextRef="#ctx0" brushRef="#br0">17565 17727 15 0,'-59'-34'1'0,"11"-14"10"0,12 0 12 0,11 36-5 0,-11 1 2 0,-10 11 0 0,22-12-7 0,48 12-13 0,83 0 7 0,249-36-15 0,62 24 12 0,-13 12-1 0,-95 12-2 0,-156 0 3 0,-142-12 20 0,-71-24-12 0,-108 0-12 0,-107 1 0 0,-83 11 1 0,0 12-2 0,95 12 1 0,94-12 0 0,121 0 0 0,58 0-3 0,85 11 3 0,119-22 3 0,106-13-1 0,1 24 1 0,-60 12-2 0,-131 11 0 0,-107-11 0 0,-84-1 1 0,-119 26-5 0,-35-24 17 0,-84 10-16 0,-23 0 2 0,94-11 1 0,168-12-1 0,107-12 1 0,190-34-12 0,107-4 10 0,-23 39 4 0,-48-1-1 0,-121 12-1 0,-104-11 2 0,-62-1 1 0,-10 12-8 0,0 12-158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6455 6322 0 0,'-25'-12'0'0,"14"-1"1"0,11 13 8 0,0-10-5 0,0-1-1 0,0-2-5 0,36 13-1 0,23 0-9 0,25-12 12 0,-1 24 0 0,0-12 0 0,13 13 0 0,-2-2 0 0,26-1 0 0,47-10 0 0,-1-10 0 0,1-1 0 0,-25 11 0 0,-10 0 0 0,-13 0 0 0,11 0 0 0,2 0 0 0,-1-13 0 0,12 13 3 0,-12 0 7 0,-12 0-3 0,-12-12-4 0,-1 12 1 0,14 0-2 0,-25 0 2 0,-24 0-1 0,1 0-1 0,12 0-2 0,-25 0 2 0,0 12 0 0,12-12 2 0,-22 0-3 0,-13 0 1 0,-1 0-1 0,1 0 3 0,-11 13-5 0,9-13 0 0,-9 0 3 0,9-13-2 0,-9 13 1 0,-25 0 0 0,-12 0 10 0,-47 0-6 0,-25 13-3 0,-35-13-1 0,-24 11 0 0,-35-11-1 0,-1 23-2 0,-11-11 3 0,-1 0-1 0,12 1 0 0,-11 10-1 0,-1-12 5 0,-11 2 5 0,23-1-10 0,13-12 2 0,35 12 1 0,-1-12 1 0,2 0 1 0,-12 11-3 0,22-11 0 0,1 0 0 0,47 0-1 0,13 0 0 0,23 0-1 0,12 0 1 0,12 0 1 0,0 0 0 0,12 0 0 0,-13 0-1 0,13 0 0 0,0 0 0 0,0 0 0 0,0 12-84 0</inkml:trace>
  <inkml:trace contextRef="#ctx0" brushRef="#br0">14254 8906 26 0,'-11'0'31'0,"11"0"-17"0,-13-13-2 0,2 13 2 0,11-11 0 0,0 11-3 0,0 0 8 0,0 0-4 0,0 0-8 0,24 0-1 0,11 0-2 0,24-12-2 0,25 1 1 0,0-2 2 0,-14 13-1 0,-21 0-1 0,-27 0 2 0,-9 0 0 0,-1-12-1 0,-12 12-1 0,0-12-1 0,11 1-1 0,-11 11-2 0,0 0-48 0,0 0-80 0</inkml:trace>
  <inkml:trace contextRef="#ctx0" brushRef="#br0">14171 8954 63 0,'-13'0'14'0,"-10"0"-8"0,23 0 1 0,0 0 9 0,0 0 4 0,12 0-9 0,24 0-4 0,11 0-2 0,13-11 2 0,12-2-1 0,11 13-2 0,-12-12 3 0,-12 0-2 0,-22 12 1 0,-14 0 0 0,-12 0 1 0,2-13-1 0,-13 13-2 0,12 0 0 0,-12-11-1 0,0 11-2 0,0-12 1 0,0 1-3 0,11 11-77 0,-11 0-37 0</inkml:trace>
  <inkml:trace contextRef="#ctx0" brushRef="#br0">22471 6502 77 0,'0'-73'13'0,"0"38"21"0,0 59-17 0,-12 71 2 0,-1 70-12 0,13-10-1 0,0-47 0 0,-11-11 1 0,-1-51-3 0,-11-21-1 0,23-25-8 0,0-50-50 0,10 16-53 0</inkml:trace>
  <inkml:trace contextRef="#ctx0" brushRef="#br0">22912 6418 42 0,'0'0'0'0,"-12"-48"9"0,0 12 16 0,12 24-6 0,-12 12-7 0,-24 59-4 0,-23 37-3 0,12 11-2 0,34 0-2 0,13 1-1 0,24-24-1 0,24-38 2 0,-1-10-1 0,-11-36 3 0,0-36 0 0,-14-35 1 0,-22 12 0 0,0 35 5 0,-34 24-4 0,-39 24-1 0,14 10-4 0,12 27 1 0,35-14-8 0,24 0-74 0,-12-22 19 0</inkml:trace>
  <inkml:trace contextRef="#ctx0" brushRef="#br0">20792 7382 31 0,'0'0'0'0,"-24"0"3"0,35-24-2 0,38-47 1 0,-14-2 0 0,-23-21 0 0,-12-38 0 0,-24 2 0 0,1 47 2 0,10 47 4 0,2 25 3 0,11 22-4 0,0 72 4 0,0 49-8 0,11 23-2 0,25-50 0 0,12-32-1 0,0-62 2 0,-12-34 2 0,11-49-1 0,-24 25-2 0,-10 47-2 0,-1 35 1 0,24 25 0 0,-1-36 1 0,12-24 0 0,-22-36 4 0,-14-35-1 0,-47-13-1 0,-11 38-2 0,12 46-1 0,-13 21 0 0,12 16 0 0,12 10-1 0,24-10 0 0,47-3 1 0,14-21 0 0,21-37 0 0,2-23 0 0,-12-25 1 0,-25 13-2 0,-23 35 2 0,-36 61-1 0,0 68 0 0,12 3 0 0,24 35-1 0,-24-47 3 0,-48-25 3 0,-11-24-2 0,23-47-7 0,48-95-66 0,1 72 35 0</inkml:trace>
  <inkml:trace contextRef="#ctx0" brushRef="#br0">22029 6322 47 0,'-10'-12'6'0,"-2"12"8"0,-36 142 14 0,-12 121-15 0,49-1-12 0,94-48-2 0,36-70 0 0,35-73-25 0,-46-58-41 0</inkml:trace>
  <inkml:trace contextRef="#ctx0" brushRef="#br0">23209 6071 49 0,'0'0'1'0,"-12"155"0"0,12 96 13 0,0 11-7 0,-23-47-5 0,-25-73-2 0,-47-24-36 0,23-45 0 0</inkml:trace>
  <inkml:trace contextRef="#ctx0" brushRef="#br0">21471 7739 8 0,'0'0'3'0,"0"-23"6"0,12-2 2 0,0 2-1 0,-2 11 2 0,3 1-7 0,23 22 1 0,-13 24 0 0,2 24 2 0,-25 2 4 0,-36 10-2 0,0-23-4 0,36-25-3 0,24-23-2 0,48-23 0 0,22-49 0 0,26 14-43 0,-61 21-18 0</inkml:trace>
  <inkml:trace contextRef="#ctx0" brushRef="#br0">23673 6584 29 0,'-23'-24'5'0,"-1"0"14"0,37 13-13 0,34-12-4 0,36-2-3 0,12 13 3 0,-35-1-20 0,-37 13-24 0</inkml:trace>
  <inkml:trace contextRef="#ctx0" brushRef="#br0">23686 6668 14 0,'-13'10'6'0,"-70"27"18"0,59-37-2 0,24 0-18 0,84-47-5 0,71-14-37 0,-96 38 7 0</inkml:trace>
  <inkml:trace contextRef="#ctx0" brushRef="#br0">24126 5977 15 0,'0'-11'3'0,"0"-26"8"0,-12 24 10 0,12 3-5 0,0 10-3 0,0 10-4 0,-12 40 0 0,0 21-4 0,1-12-2 0,-1 0-2 0,12 1 0 0,0-24-1 0,12 0 0 0,11-1 1 0,1-23-1 0,24 1 1 0,0-13 0 0,-1-25 0 0,-24-10 0 0,-10-1 0 0,-13 11-1 0,0 14 1 0,-13 59-2 0,2 47 2 0,-25 24-1 0,24-23 2 0,12-37-1 0,-11-23 0 0,22-26-11 0,12 3-62 0,-10-13 41 0</inkml:trace>
  <inkml:trace contextRef="#ctx0" brushRef="#br0">24114 6883 32 0,'0'0'0'0,"-83"23"31"0,47-12-5 0,36-11-19 0,59 0-6 0,61-47 0 0,23-1 1 0,-48 1 2 0,-36 23 0 0,-23 12-2 0,1 12-1 0,-26 0-17 0,1 23-36 0,-24 2 13 0</inkml:trace>
  <inkml:trace contextRef="#ctx0" brushRef="#br0">24186 7038 1 0,'-12'11'3'0,"-72"36"14"0,25-23 6 0,12-12 5 0,47-1-12 0,23-22-15 0,72-25 0 0,36-11 1 0,-11 23 1 0,-49 0 4 0,-47 11 2 0,-24 13-1 0,23 0-121 0</inkml:trace>
  <inkml:trace contextRef="#ctx0" brushRef="#br0">14409 8738 24 0,'-12'-11'13'0,"-35"-1"7"0,23 1-9 0,12-1 2 0,48 12-3 0,59-12-5 0,35 12-1 0,26 0-1 0,-37 0-1 0,-95 0 3 0,-24 0 11 0,-47 0-15 0,-37 0 2 0,-35 12-2 0,-36 11 0 0,0-11-1 0,71-1 2 0,61 2 0 0,23-1 0 0,60-12 0 0,58 0 0 0,2 0 0 0,-1 0-1 0,-36 12 0 0,-72 1-1 0,-58-2 3 0,-60 1-2 0,-60 11 0 0,13 2 0 0,94-14 1 0,60-11-2 0,60 12 2 0,47-12-2 0,25 0 1 0,-39 0-1 0,-44 0 2 0,-49 0 1 0,-36 0-2 0,12-12-2 0,24 24-113 0</inkml:trace>
  <inkml:trace contextRef="#ctx0" brushRef="#br0">14814 12049 16 0,'0'0'20'0,"-12"-12"0"0,12 0-6 0,-12-1-1 0,12 3 0 0,-12 10-4 0,36-11-4 0,35-14 0 0,13 13-1 0,0 12 1 0,-50 0-2 0,-9 0 1 0,-13 0 2 0,-47 0-3 0,-37 12-3 0,13-12 2 0,23 0 1 0,12 0 0 0,36 0-1 0,0 0-1 0,48 0 1 0,11 0-1 0,1 0 1 0,-12 0 0 0,-36 0 1 0,-36 0 1 0,-47 12-2 0,-13 1 1 0,25-2 0 0,47-11-2 0,12 10 0 0,71-10 1 0,1 0-1 0,-13 13 0 0,-11-1-1 0,-48-12 2 0,-12 0 0 0,-60 12-1 0,-11 1-1 0,47-13 0 0,36 11 0 0,49 1 1 0,33-12 0 0,-22 0-1 0,-48 0 1 0,-12 0 0 0,0-12 0 0,-24 1-1 0,-12 11 0 0,24 0 0 0,0 0 0 0,24 0-3 0,48 11-142 0</inkml:trace>
  <inkml:trace contextRef="#ctx0" brushRef="#br0">13064 13620 16 0,'-36'-11'32'0,"12"-1"-20"0,0 1 2 0,0-2 9 0,24 13-4 0,0 0-7 0,24 13 4 0,47-13-6 0,61 11-3 0,34-22-2 0,37 11-1 0,-25 11-3 0,1 12 1 0,-12-23-1 0,0 13 2 0,23-26-1 0,1 2-1 0,-13-25 0 0,-47 12 1 0,-12 1-1 0,-12-13 1 0,-24 0 0 0,1-24 0 0,-12 1 1 0,-26 0-1 0,-21-25 2 0,-13 13-2 0,-36 0 0 0,-35 0-1 0,-37-2 0 0,-23 2-1 0,-37 23-3 0,3-23-2 0,-14 11-4 0,-1 13 2 0,-9 11-2 0,-27 24 0 0,15-24-13 0,-3 36 13 0,38 0 2 0,-12 12 1 0,11 12 2 0,0 13 1 0,0 9 3 0,35 26 0 0,38-1-1 0,-2-11 0 0,1-1 1 0,35 14-1 0,13-2 1 0,35 13 2 0,59-2 4 0,25 12 5 0,35-21-1 0,23-14 0 0,-10 1-3 0,-25-26-2 0,-1-21 1 0,-10-26-2 0,23-8-2 0,0-16-30 0,-83 37-58 0</inkml:trace>
  <inkml:trace contextRef="#ctx0" brushRef="#br0">12373 14466 25 0,'0'-13'37'0,"11"13"-7"0,2 0-25 0,22 0-1 0,1 0 0 0,12 0 0 0,-1-11 0 0,1 11 0 0,0 11 0 0,11-11-1 0,1 13 2 0,11-1-3 0,13-12 0 0,-13 12-3 0,-11 1 2 0,-14-13 0 0,15 0 0 0,10 11 0 0,-24-11 0 0,13 0-1 0,23-11 1 0,13 11 0 0,-1-25-1 0,12 25 1 0,1 0-1 0,-13 0 0 0,0 0 0 0,-11 0 1 0,11 0 0 0,-1 0-1 0,2 12 0 0,-24-12 1 0,-2 0-1 0,-9 0 1 0,21 0 1 0,14 0-2 0,-13 13 1 0,-23-13 0 0,-24 0 0 0,-12 11-31 0,-24-11-45 0</inkml:trace>
  <inkml:trace contextRef="#ctx0" brushRef="#br0">18898 14478 44 0,'0'-12'30'0,"0"12"-2"0,-11 0-10 0,-14 0 1 0,14 0-1 0,11 0-10 0,47-13-5 0,60 2-2 0,1-1 1 0,-37 1 0 0,-48 11 3 0,-46-12 7 0,-48 12-11 0,-12 0 0 0,22 0 0 0,27 0-1 0,34 0 1 0,34 12 0 0,38-1 0 0,12 1-1 0,-38-12 0 0,-33 11 1 0,-13-11 0 0,-47 0 0 0,-25 0-1 0,37-11 0 0,35 11 1 0,47 11-1 0,1-11 0 0,-24 0 0 0,-12-11 2 0,-12-1-8 0,10 1-137 0</inkml:trace>
  <inkml:trace contextRef="#ctx0" brushRef="#br0">19744 14514 27 0,'-13'0'30'0,"2"-11"-1"0,11-2 8 0,60 1-24 0,23 0-2 0,-47-1-3 0,-25 13 1 0,-22 0-3 0,-37 0-3 0,-11 13 0 0,23-13-2 0,36 0 0 0,0 0-1 0,11 12-6 0,14 13-121 0</inkml:trace>
  <inkml:trace contextRef="#ctx0" brushRef="#br0">20327 14526 23 0,'0'0'15'0,"-11"-12"11"0,-1 12-14 0,12-11 1 0,-13 11 2 0,13 0-4 0,-11 0 0 0,11 0 3 0,0 0-1 0,-12 0-4 0,12 0-2 0,0 0 1 0,36 0-6 0,23 0 0 0,12 0-1 0,25 0 0 0,23 0-2 0,11 0 3 0,14 11 0 0,-1 1-1 0,-24-12 0 0,-24 11-1 0,-36-11 1 0,-11 0-1 0,-12 12 1 0,0-12 0 0,-12 0-1 0,-2 0 1 0,-9 12 0 0,-36-12 2 0,-37 0-2 0,-36-12 0 0,-22 12 0 0,-37 0 0 0,-36-12-1 0,1 1 1 0,23-1 1 0,60 1-2 0,47 11 1 0,25 0-1 0,23 0 0 0,12 0 0 0,0 0-1 0,12 0 2 0,23 0-1 0,48-13 0 0,49 13-2 0,34 0 2 0,25 0-1 0,0 13 1 0,-49-2 0 0,-23-11-1 0,-23 0 1 0,-37 0 0 0,-12 12 0 0,-11-12 0 0,1 0 0 0,-26 0 0 0,-11 0 1 0,0 0 0 0,0 0-1 0,-11 0 0 0,-2 0 0 0,2-12-21 0,-2 24-129 0</inkml:trace>
  <inkml:trace contextRef="#ctx0" brushRef="#br0">2013 5049 55 0,'-24'-71'17'0,"-12"-13"7"0,1 60-11 0,-37 59-12 0,-35 49-1 0,-49 35 0 0,2 0-2 0,12 0 3 0,11 12 3 0,23 11 4 0,37 13 0 0,47 12 2 0,12 24-4 0,24 11-2 0,1 37-3 0,10 58 0 0,-12 47 2 0,2 3 1 0,-1-3-6 0,11-10 3 0,1 0 1 0,-24-1-1 0,0 12 1 0,0 0-1 0,0-23 1 0,48 11-1 0,-24-46-1 0,-2-27 0 0,14-9-3 0,0-25 3 0,0-23-2 0,24-71 0 0,0-38 4 0,35-46-1 0,35-37-2 0,61-46 5 0,60-49-3 0,-98 13 4 0,3-36 0 0,-120 83-1 0,-24 24-58 0,1 36-38 0</inkml:trace>
  <inkml:trace contextRef="#ctx0" brushRef="#br0">18696 15157 4 0,'-13'-13'20'0,"2"2"-6"0,11-1 3 0,-12 12-3 0,12-11-2 0,12 11-4 0,48 0 0 0,34 0-3 0,2 11-2 0,-36-11-1 0,-48 0 4 0,-12 0 3 0,-59 23-8 0,-37-10 1 0,25-1 0 0,35 0-1 0,48-12-1 0,34 0 1 0,15 0 0 0,-25 0 0 0,-12-12-2 0,34 12-71 0,-45 12 30 0</inkml:trace>
  <inkml:trace contextRef="#ctx0" brushRef="#br0">19827 15157 0 0,'0'12'0'0,"-35"0"6"0,-1 11 8 0,24-12-3 0,-12 14-3 0,24-13 1 0,0 1 1 0,0-13 1 0,0 0 1 0,0 0-1 0,0 11-4 0,0-11-1 0,11 0-3 0,38 12 0 0,-13-12-3 0,-25 0 0 0,13 0 1 0,60 0 1 0,47 0-2 0,47 0 1 0,48 0-2 0,25 0-1 0,-12 11 2 0,-39-11 1 0,-55 0 1 0,-75 0 3 0,-34 0 1 0,-12-11 0 0,-24-1-3 0,12 1-1 0,-12-2-2 0,12 13-1 0,47 13-113 0</inkml:trace>
  <inkml:trace contextRef="#ctx0" brushRef="#br0">22029 14193 17 0,'13'-48'11'0,"-1"12"6"0,12 12 2 0,-1 11-8 0,13 13-3 0,12 0-4 0,0 25-4 0,-24 11 3 0,-1-13 1 0,1 14 0 0,-12-3-2 0,0 27 0 0,0-1-1 0,0 22 0 0,-12-9 0 0,0 21-1 0,0 13 1 0,12-11-1 0,12-12 1 0,-2-2-1 0,-9 2 1 0,-1-24-1 0,-12-13 0 0,0-23 1 0,-12 10 0 0,-1-9 0 0,-21 0 1 0,-38-14 0 0,-35-11-1 0,0 0 4 0,24 0 2 0,47 0-3 0,24 0-2 0,12 0 0 0,0-11-113 0</inkml:trace>
  <inkml:trace contextRef="#ctx0" brushRef="#br0">17839 16050 13 0,'-48'-36'17'0,"-11"24"-3"0,-25-13 9 0,48 2 1 0,13 23-4 0,23 0-12 0,35-11-3 0,62 22-2 0,67 1 1 0,111 12-1 0,118-12 1 0,59 0 0 0,-35-12 0 0,-95 13-4 0,-143-13 3 0,-120-13 1 0,-47-11 3 0,-12 0-5 0,-12 1-9 0,-12 23-127 0</inkml:trace>
  <inkml:trace contextRef="#ctx0" brushRef="#br0">5834 16835 8 0,'-22'0'1'0,"-74"-23"-1"0,50 11-2 0,33 1 2 0,1 11 0 0,-12 11 2 0,0 12-11 0</inkml:trace>
  <inkml:trace contextRef="#ctx0" brushRef="#br0">5538 16800 2 0,'-60'0'6'0,"-11"12"-1"0,-13-12 2 0,-11 0 1 0,24 0 6 0,35-12 11 0,25 1 0 0,-2 11-8 0,13 0-10 0,0 0-2 0,36 0 0 0,35 11-2 0,60-11 0 0,59 0-1 0,61 0-6 0,70-11 3 0,48-26-1 0,49-10 0 0,10-1 3 0,1 12 1 0,-73 12-1 0,-104 11 1 0,-86 13-1 0,-71 13-1 0,-71-13-38 0,-24-23-48 0</inkml:trace>
  <inkml:trace contextRef="#ctx0" brushRef="#br0">5310 17026 53 0,'-46'-48'13'0,"34"25"-10"0,0 23 4 0,12 0-3 0,0 0 7 0,36 10-2 0,34 15-3 0,62 0-3 0,83-25-4 0,58-13 1 0,61-11 0 0,47 1-2 0,24-25 3 0,-24 12 2 0,-59 12 1 0,-61 12 0 0,-71 0-1 0,-81 1-1 0,-75 11 4 0,-34 0 4 0,0-12-6 0,0 12-67 0,0-11 14 0</inkml:trace>
  <inkml:trace contextRef="#ctx0" brushRef="#br0">14194 8964 17 0,'-11'0'10'0,"-1"-21"-3"0,12 8 7 0,-13 1 5 0,2 12 0 0,-14 0 4 0,25 0-2 0,25-12-1 0,58-12-9 0,1 24-4 0,-13-12 2 0,-23 1 0 0,-12-2-2 0,11 13-3 0,12-12-2 0,-10 12 0 0,-27 0 1 0,-9 0-1 0,-1 0 1 0,-12-12-1 0,11 1-1 0,2 11 0 0,-1-12-21 0,12 12-48 0,-24 12-30 0</inkml:trace>
  <inkml:trace contextRef="#ctx0" brushRef="#br0">14171 8775 77 0,'-24'0'5'0,"-11"0"3"0,35 0 13 0,10 0 12 0,26 0-21 0,13 13-4 0,45-13-3 0,14 0-1 0,-1 0-2 0,-48 0 1 0,-10 0 0 0,-2 0 0 0,13-13-1 0,-1 13-2 0,-22 0 2 0,-3 0 1 0,-34 0 2 0,13 0-2 0,-13-12 2 0,-13 12 1 0,13 0-6 0,0 0-21 0,13 12-102 0</inkml:trace>
  <inkml:trace contextRef="#ctx0" brushRef="#br0">14624 8882 35 0,'0'0'11'0,"-49"-12"8"0,38 12-4 0,-1-11 3 0,24 11-3 0,24-13-3 0,23 1-6 0,13 12 0 0,-25 12 0 0,2-12 1 0,-49-12 6 0,-13 12-7 0,-35 0-2 0,-23 0 1 0,0 0 0 0,47 0-1 0,12 0-1 0,36 0-2 0,23-12 0 0,37 12 0 0,-25 0-2 0,-34 12 1 0,-25-12 1 0,-25 12 1 0,-70 1 1 0,-37-2-1 0,50 1 0 0,71-12-1 0,81-12 0 0,37 12 0 0,0 0-2 0,-46 0 1 0,-61 0 2 0,-13-11-1 0,-11 11 0 0,-12 0-1 0,13 0 1 0,-1 0 0 0,12 0-2 0,12 0 2 0,0-13 0 0,0 13-1 0,0-12 0 0,0 12 1 0,0 0-1 0,0 0 0 0,12-12 0 0,35 12-78 0,-23 0 0 0</inkml:trace>
  <inkml:trace contextRef="#ctx0" brushRef="#br0">14421 8882 24 0,'-12'0'10'0,"-12"-12"14"0,-11 1 8 0,11-2-6 0,12 1-15 0,12 24-8 0,48 1 3 0,59-13-3 0,-1 11-1 0,-22-11 4 0,-61 12 4 0,-10-12 5 0,-37 0-9 0,-23-12-4 0,-61 12-1 0,-58 12-1 0,10-12 2 0,97 11 1 0,71-11 0 0,84-11-1 0,46-1 0 0,25 1-2 0,-48 11 0 0,-47-13 2 0,-61 1 5 0,-47 0-3 0,-58 12-4 0,-48 0 1 0,22 0-1 0,84 0 1 0,107-11-1 0,84-1 1 0,11 12-2 0,-23 0 1 0,-83 0-1 0,-60-11 4 0,0-2-3 0,-12 13 3 0,12-12-3 0,0 12 0 0,0 12 1 0,0-12-1 0,0-12 6 0,0 12-6 0,0 12-49 0,0 1-72 0</inkml:trace>
  <inkml:trace contextRef="#ctx0" brushRef="#br0">17148 6917 17 0,'-12'-34'35'0,"24"-3"-21"0,-12 13 8 0,0 1 5 0,0 23-10 0,0 47 3 0,-12 72-6 0,-12 12-4 0,24-36-4 0,0-22-4 0,0-27 4 0,0-34-2 0,0-12 3 0,12-24-46 0,25-10-39 0,-37 34 33 0</inkml:trace>
  <inkml:trace contextRef="#ctx0" brushRef="#br0">17553 6977 45 0,'12'-48'10'0,"24"2"3"0,-13 9 17 0,-23 1-4 0,0 25-4 0,-35 11-9 0,-14 11-3 0,2 25-6 0,12 35 2 0,-1 0-1 0,11 13-3 0,14 0-2 0,-1-26 2 0,24-8 0 0,35-27 1 0,26 0-1 0,-14-23 0 0,12-23 0 0,-23-13 0 0,-24-1 0 0,-24 3-1 0,-12 10 0 0,-12 0-1 0,-12 24 0 0,-11 0 0 0,11 36 0 0,0-1 0 0,12 1 0 0,0-11 1 0,13-2 0 0,-1-12 2 0,-1-11 2 0,13-11 0 0,-11-12-4 0,-1 10-4 0,24 26-64 0,12-2-45 0</inkml:trace>
  <inkml:trace contextRef="#ctx0" brushRef="#br0">16648 7905 20 0,'0'0'0'0,"0"-23"39"0,-13 12-17 0,13-2-5 0,-11 49-5 0,-1 71 13 0,-12 48-8 0,37-36-7 0,-13-24-4 0,0-47-2 0,0-36 0 0,0-12-10 0,11-60-58 0,12 1-4 0</inkml:trace>
  <inkml:trace contextRef="#ctx0" brushRef="#br0">16660 7858 20 0,'-12'-12'6'0,"12"0"1"0,-13-1 21 0,13 13-12 0,-11 0 2 0,11-10-4 0,0 10-6 0,11 10-4 0,38 3 3 0,22-26-2 0,24 13-1 0,13-10-2 0,11 10 4 0,24-24 0 0,23 24 2 0,13-12-4 0,23 0 0 0,-23-1-2 0,-12 2 0 0,-14-1-1 0,3 1 0 0,11-2-1 0,-12 13 0 0,-12-12 0 0,-48 12-2 0,-36-12 3 0,13 1-1 0,11 11 1 0,1-12-1 0,-1 12 0 0,-60-11 1 0,-10 11 0 0,-1-13 1 0,-12 1-2 0,11 12 0 0,1 0 0 0,-12 0 0 0,0 0 0 0,0 12 1 0,0 1 0 0,12 21 1 0,0 37 0 0,-12 50 1 0,12-16-1 0,0-9-2 0,1-12 1 0,-2-38 1 0,12-21 0 0,-10-13 2 0,-1-36-35 0,-12-23-101 0</inkml:trace>
  <inkml:trace contextRef="#ctx0" brushRef="#br0">16588 8478 57 0,'-47'0'18'0,"23"0"4"0,24 0-1 0,24-13-12 0,47-11 5 0,72 1 0 0,71-1-8 0,37 12-3 0,11 0-2 0,11 12 2 0,25 0 4 0,12-13-6 0,-24 2 1 0,-24-1-2 0,-84 1 0 0,-60-13 0 0,-45 11 4 0,-14-10 0 0,13 12-4 0,-1 11 2 0,-11 0-2 0,-1 0 0 0,-47 11 2 0,0-11 1 0,12 0 0 0,-12-11 1 0,-12 11-3 0,-12-25-45 0,-95 13-92 0</inkml:trace>
  <inkml:trace contextRef="#ctx0" brushRef="#br0">16980 7871 58 0,'0'0'12'0,"-34"-25"7"0,34 13-6 0,0 83 13 0,0 50 0 0,23 21-19 0,1-24-6 0,-1-34-13 0,-10-36-54 0,-13-48 0 0</inkml:trace>
  <inkml:trace contextRef="#ctx0" brushRef="#br0">17327 7894 72 0,'0'-23'31'0,"0"23"-28"0,0 47 26 0,0 61-11 0,12 10-14 0,23-10-5 0,-23-37-33 0,-12-48-71 0</inkml:trace>
  <inkml:trace contextRef="#ctx0" brushRef="#br0">17767 7834 69 0,'0'-13'41'0,"0"3"-37"0,11 81 7 0,-11 36 7 0,0 35-14 0,25-21-10 0,-1-27-39 0,-12-58-34 0</inkml:trace>
  <inkml:trace contextRef="#ctx0" brushRef="#br0">18315 7763 112 0,'0'0'3'0,"-36"71"-4"0,36 37 5 0,0 10 3 0,0-94-6 0,12 119 1 0,12-13-31 0,-12-80-41 0</inkml:trace>
  <inkml:trace contextRef="#ctx0" brushRef="#br0">18790 7787 105 0,'0'0'1'0,"-10"71"-1"0,33 47 12 0,13 14-1 0,0-13-7 0,-13-35-22 0,1-49-31 0,-24-35 6 0</inkml:trace>
  <inkml:trace contextRef="#ctx0" brushRef="#br0">19232 7821 104 0,'0'0'0'0,"-61"61"7"0,27 58 3 0,22-23-2 0,12-37-4 0,12-47-18 0,22-83-29 0,15-61 30 0,-37 97 35 0,-37 47-17 0,14 59-3 0,11 13-64 0</inkml:trace>
  <inkml:trace contextRef="#ctx0" brushRef="#br0">17993 8977 101 0,'-11'-34'18'0,"-14"-3"-3"0,50 1-3 0,34 12-1 0,0 0-3 0,1 24-4 0,-12 12-2 0,-24 24 0 0,0 12 0 0,-24 11-2 0,-36 1 4 0,-12-1 1 0,-24-11 0 0,25 0-2 0,11-25-2 0,36-23 0 0,0 0 1 0,60 0 0 0,47-12-1 0,11 12-1 0,-33 0 1 0,-50-11-1 0,-35 11 1 0,12-12-10 0,12 1-71 0,-12 11-8 0</inkml:trace>
  <inkml:trace contextRef="#ctx0" brushRef="#br0">18363 8608 33 0,'11'-12'26'0,"2"-11"-7"0,-13-1-1 0,0 12 5 0,-13-13-3 0,13 25-1 0,0 0-9 0,0 25-8 0,0 21 2 0,-11 4 0 0,11 9-2 0,11-24-1 0,13 1 0 0,12-11 1 0,-12-14 2 0,24-22-3 0,-13-2 1 0,1-11-1 0,-12-12 0 0,-12 1 2 0,-12 11-3 0,0 1 0 0,0 10 1 0,0 1 0 0,0 12-1 0,0 36-1 0,0 24 3 0,-12 11-4 0,12 0 2 0,12-24 1 0,1-22 0 0,-13-13 3 0,0-12 7 0,0-12-11 0,0 0 2 0,11-1-4 0,-11-10-89 0,0 23 20 0</inkml:trace>
  <inkml:trace contextRef="#ctx0" brushRef="#br0">17589 12774 54 0,'-24'-10'17'0,"12"10"-2"0,12-11 5 0,0 11-4 0,0-13 0 0,-13 1-3 0,13-24-3 0,0 13-2 0,25-2-3 0,-14 2-2 0,14 11 0 0,10-12-1 0,1 12-1 0,13 12 1 0,-15 12-2 0,-11 12 0 0,2-1 1 0,-14 14 0 0,-11-3 0 0,0 3 1 0,-11 10-1 0,-14 1 1 0,2-12 0 0,-24-1 0 0,11 1 0 0,0 1-2 0,12-14 0 0,-12 12 2 0,13-11-1 0,-1-12 1 0,-12 12-2 0,12-12 1 0,13 0 0 0,11-12 1 0,0 0-1 0,0 13-1 0,11-13 1 0,37 0 0 0,24-13 0 0,-1 13-1 0,13 0 0 0,-1-12 0 0,-12 12 0 0,-35 0 1 0,0 0-1 0,-24 0 0 0,-12 0 1 0,0 0 0 0,11 0-1 0,-11 0 1 0,0 0-184 0</inkml:trace>
  <inkml:trace contextRef="#ctx0" brushRef="#br0">18445 12585 48 0,'-11'-12'13'0,"11"-13"10"0,-12 14 10 0,12 11-7 0,12 11-12 0,-1 50-2 0,38 33-3 0,-2 2-4 0,13-24-3 0,-24-14 0 0,-24-21-1 0,-1-1 1 0,-22-25-8 0,-1-11-38 0,-12-23-26 0,12-1 19 0</inkml:trace>
  <inkml:trace contextRef="#ctx0" brushRef="#br0">18672 12561 91 0,'-12'-13'12'0,"1"26"14"0,-49 70 7 0,-12 37-17 0,0-26-7 0,38-23-5 0,21-21-1 0,-11-16-2 0,13-10 1 0,11-24-11 0,-12 0-48 0,24-24-60 0</inkml:trace>
  <inkml:trace contextRef="#ctx0" brushRef="#br0">19256 12477 84 0,'-13'-11'16'0,"2"11"-7"0,-1 11 9 0,-24 26-1 0,-23 22 0 0,-13 12-7 0,-12 1-3 0,13-14-2 0,35-8 0 0,0-16-5 0,25-21 2 0,35-26 5 0,35 2-6 0,12-1-3 0,13 1 2 0,-12 11 0 0,-26 0 2 0,-21-13-3 0,-1 13-2 0,-1 0-32 0,-23 0-46 0</inkml:trace>
  <inkml:trace contextRef="#ctx0" brushRef="#br0">19220 12490 81 0,'0'-13'17'0,"0"-10"-13"0,23 23 17 0,-10 48 2 0,-13 59-3 0,-24 37-8 0,-1-2-6 0,25-35-2 0,13-25-2 0,10-32 0 0,-23-29 0 0,0-8 4 0,0-26-1 0,0-8-3 0,0 8-1 0,0-11-29 0,-11-12-140 0</inkml:trace>
  <inkml:trace contextRef="#ctx0" brushRef="#br0">16553 16764 17 0,'0'0'19'0,"0"0"-9"0,0 0-1 0,0 0-1 0,0 12 0 0,0-12 5 0,0 0-4 0,0 0 3 0,0 0 2 0,0 0-10 0,0-12-2 0,0 12 3 0,0 0 0 0,0-12-1 0,0-1-1 0,0-10 0 0,11 12-2 0,-11-1 2 0,0 0 1 0,0-12 0 0,13 12-2 0,-13 12 1 0,0-11 0 0,0 11 0 0,0-13-4 0,11 13 5 0,2 0-2 0,-13-12 1 0,0 12-3 0,0 12 1 0,0 1 2 0,-13 21-1 0,2 14-1 0,-2 12 1 0,2-1-2 0,-14 0 3 0,14-22-1 0,-1-13 0 0,12-14-1 0,-13-10 3 0,13 0 0 0,0-10-2 0,13-14-1 0,10 12-1 0,13-13 1 0,35 14-1 0,-10-1 1 0,-2 1-2 0,-23-2 2 0,0 13-1 0,-26 0 0 0,3 0 0 0,-13 0 0 0,0-24 2 0,-13 13-2 0,3-12 1 0,10-14 0 0,-11 1 0 0,11 13-1 0,0 11 1 0,0-1-1 0,0 13 0 0,0 25-3 0,0 46 1 0,0 48 0 0,0-12-1 0,-13-23 1 0,13-38 1 0,0-21 1 0,0 0 2 0,0-50 1 0,0 25 0 0,0 0-2 0,13-12 0 0,-26-12-15 0,37-23-162 0</inkml:trace>
  <inkml:trace contextRef="#ctx0" brushRef="#br0">17315 16764 38 0,'0'-25'23'0,"0"2"14"0,0 12-8 0,0 11-8 0,12 0-14 0,22 11-1 0,2 37-1 0,25 23-1 0,-26 1-2 0,1-14 0 0,-12-8-1 0,-1-16 0 0,-10-9-1 0,-13-25 2 0,0 12 1 0,12-24 1 0,-12-24-22 0,0 13-42 0,-12-14-5 0,12 37 42 0</inkml:trace>
  <inkml:trace contextRef="#ctx0" brushRef="#br0">17696 16574 32 0,'0'0'11'0,"12"-24"26"0,-12 24-11 0,-24 34-5 0,-24 50 2 0,-35 37-13 0,23-16-3 0,0-9-2 0,24-37-1 0,13-22-1 0,23-26 0 0,-13-11 1 0,13 0 1 0,0 0-3 0,0-11-13 0,13-26-53 0,23 3-36 0</inkml:trace>
  <inkml:trace contextRef="#ctx0" brushRef="#br0">17982 16584 38 0,'0'0'8'0,"0"-22"18"0,0 10 1 0,0 12-8 0,0 0-7 0,0 34 4 0,-25 39-1 0,2-14-9 0,-13 1-1 0,13-13 0 0,-13 1-2 0,11-12 0 0,14-12-1 0,-1 0-1 0,12-24 2 0,0 0 3 0,23-12-5 0,14-12 0 0,22 12 0 0,13-1 0 0,23 2 0 0,-36 11 0 0,-23 0-1 0,-24 0 0 0,-12 0 0 0,12 11 0 0,-12-22 3 0,-12-12-3 0,0-2 2 0,12-21-1 0,0-4 1 0,0 16-1 0,0 10 0 0,12 11-1 0,-12 13 0 0,0 25-3 0,0 46 1 0,12 12 0 0,-24 13-1 0,12-13 0 0,-12-12 2 0,12-11 0 0,12-24 1 0,-12-36 2 0,0 0 5 0,12-12-3 0,-12-12-2 0,12 0-13 0,0-23-179 0</inkml:trace>
  <inkml:trace contextRef="#ctx0" brushRef="#br0">20006 12918 30 0,'-24'-23'28'0,"-12"11"1"0,36 0 2 0,-11-1-11 0,34 2-12 0,37-1-4 0,23 1 0 0,13 11 1 0,-13 0-3 0,-47 0-1 0,-13-13 0 0,1 1-5 0,-24 0-21 0,0 12-31 0,-12-13-10 0</inkml:trace>
  <inkml:trace contextRef="#ctx0" brushRef="#br0">20268 12598 44 0,'0'-25'29'0,"-24"25"-1"0,24 83 4 0,-12 48-17 0,12-23-7 0,0-24-4 0,12-50-2 0,-12-34 1 0,0-23-47 0,0 12-61 0</inkml:trace>
  <inkml:trace contextRef="#ctx0" brushRef="#br0">18862 17074 52 0,'0'-12'16'0,"-11"-1"34"0,-1 2-11 0,12-1-15 0,0 12-14 0,23 0-7 0,26 0-1 0,34 0 0 0,0 0 0 0,-11 0-1 0,-25 0 0 0,-23 12 0 0,-12-12-1 0,12 0-4 0,-24-12-64 0,0 12-57 0</inkml:trace>
  <inkml:trace contextRef="#ctx0" brushRef="#br0">19101 16800 73 0,'0'-11'14'0,"-12"11"19"0,12 58 4 0,0 50-20 0,0 11-5 0,0-36-3 0,0-12 0 0,-12-35-2 0,0 0-5 0,0-12-2 0,0-24-18 0,1 0-149 0</inkml:trace>
  <inkml:trace contextRef="#ctx0" brushRef="#br0">10456 10335 65 0,'-25'0'13'0,"-11"-12"-5"0,25 1 8 0,-1-2 2 0,-11 1 1 0,12 12-8 0,32 12-1 0,76-24-1 0,81 0-8 0,25-12 1 0,-12 24 1 0,-61 0-1 0,-58 0-1 0,-48 0 2 0,-12-12-2 0,-12 12-29 0,-23 0-37 0,23 0 19 0</inkml:trace>
  <inkml:trace contextRef="#ctx0" brushRef="#br0">10265 10417 49 0,'-72'-11'46'0,"49"-1"-32"0,23-12 3 0,71 12-5 0,37 0 6 0,45 1-6 0,28-1-9 0,-15 1 1 0,-24 11-2 0,-35 0 3 0,-71 0 1 0,-36 0 6 0,12 0-7 0,-12-13-2 0,0 13-3 0,12 0 1 0,-12 0-1 0,0 0 2 0,12 0-10 0,-12 0-170 0</inkml:trace>
  <inkml:trace contextRef="#ctx0" brushRef="#br0">15338 10953 60 0,'-107'-47'18'0,"-12"23"-12"0,0 11 2 0,0 13-2 0,-167 180 14 0,155-13-16 0,36-1-2 0,59 12 0 0,60-10 4 0,35-14-3 0,37-24 0 0,34-33-1 0,49-50 1 0,12-36 1 0,-1-69-1 0,-35-26 2 0,-61-34-3 0,-45-49 2 0,-25-24-2 0,-24-11 1 0,-60 47-2 0,-23 24 4 0,-1 36-2 0,-23 48-2 0,-49 58-1 0,-33 37-7 0,46 48-106 0</inkml:trace>
  <inkml:trace contextRef="#ctx0" brushRef="#br0">20815 12585 22 0,'0'0'32'0,"-11"13"-19"0,11-2 4 0,-12 1-4 0,-1-1 0 0,2-11 0 0,11 12-3 0,-12-12-3 0,12 0 2 0,0 0 0 0,0-12-4 0,0 1 0 0,0 11-3 0,0-12 1 0,0 1-1 0,0-2 0 0,12-11 0 0,-12 11 0 0,11 2-1 0,2-1 0 0,-1 1 0 0,-1-1 0 0,2-13 1 0,10 25 0 0,-11-11-1 0,12-1 0 0,0 12 0 0,12 0 1 0,-12-11 0 0,11 22-1 0,-11 1-1 0,-1 36 1 0,-23-1 0 0,13 1 1 0,-13-13 0 0,-13 1 0 0,2-13 0 0,-14 2 0 0,-21 11 0 0,10-26-1 0,12 3 0 0,12-1 0 0,12-12-1 0,12 0 2 0,0 0-2 0,12 0 0 0,0 0 1 0,-1 0-2 0,0 12 1 0,-10 1 0 0,-1 10-1 0,-1 13 1 0,-11-1 0 0,0 1 0 0,-11 0-1 0,-25-1 2 0,-10 1-1 0,-3-13 0 0,25-23 2 0,-12 0-1 0,13-11 2 0,10-1-1 0,13 1-1 0,0-2-1 0,-11 13 2 0,-1 13-10 0,35-2-76 0,-10 1 0 0</inkml:trace>
  <inkml:trace contextRef="#ctx0" brushRef="#br0">21423 12609 43 0,'0'-11'34'0,"12"-14"-9"0,0 0-1 0,12 14-6 0,0 11 4 0,-1 48-7 0,0 11-6 0,13 25-4 0,13-13-1 0,-25-23-2 0,-1-12 2 0,-12-24-1 0,2-12-8 0,-1-12-37 0,-12-13-28 0,0 14 5 0</inkml:trace>
  <inkml:trace contextRef="#ctx0" brushRef="#br0">21745 12502 89 0,'-12'0'21'0,"-12"46"17"0,-48 38-6 0,1 37-20 0,0-39-5 0,23-22-3 0,24-26-2 0,12-9-10 0,12-13-63 0,0-12-35 0</inkml:trace>
  <inkml:trace contextRef="#ctx0" brushRef="#br0">21995 12585 79 0,'0'0'4'0,"0"-24"16"0,12 0 10 0,-12 12-14 0,0-11-3 0,12-2-5 0,23 14-5 0,1-1 0 0,0 1 0 0,-12 11-2 0,11-13 1 0,-10 26-4 0,-2-2 4 0,-23 25 0 0,11 11 0 0,-22 1 0 0,-1-1-1 0,1 13 2 0,-26 1-1 0,1-15 0 0,-11 2 0 0,11-12 3 0,-11 10-4 0,23-21 1 0,0 11-1 0,0-13 1 0,11-11 0 0,13-12 0 0,0 0 2 0,37 0-2 0,11-12-2 0,23 12 1 0,12-11-2 0,0-1 2 0,-23 12-3 0,0-11 3 0,-14 11-2 0,3 0 2 0,-26 0-1 0,2 0 2 0,-25 0-2 0,12 11 4 0,-12-22 4 0,0-14-5 0,0 13-4 0,0-1-14 0,0 2-148 0</inkml:trace>
  <inkml:trace contextRef="#ctx0" brushRef="#br0">19529 16789 19 0,'0'0'10'0,"13"-25"24"0,-1 13-6 0,-1-12-4 0,-11 12-3 0,12 1-4 0,-1-1-2 0,-11 0-1 0,0 12-7 0,0 12-5 0,-11 23-1 0,-12 13 0 0,11-1-1 0,-1-10-1 0,13-14 1 0,13-23 1 0,22 11-1 0,37 26 0 0,-13 22-1 0,-11-11 0 0,-37 0 2 0,-22-25 4 0,-25 13 1 0,-11-36 0 0,11 0 1 0,12 0 0 0,12 0-5 0,12-12-2 0,0 12-25 0,12-24-71 0,0 1-2 0</inkml:trace>
  <inkml:trace contextRef="#ctx0" brushRef="#br0">19565 16645 92 0,'-23'-24'33'0,"23"12"17"0,71 0-35 0,108-11 0 0,11 23-2 0,-71 0-2 0,-83 0-4 0,-36 0-3 0,0 0-101 0,24 10 3 0</inkml:trace>
  <inkml:trace contextRef="#ctx0" brushRef="#br0">20459 16693 86 0,'0'-12'20'0,"0"-35"13"0,0 22 12 0,23 25-32 0,13 72-1 0,36 23-5 0,-1 0-4 0,-35-11-1 0,-12-24-2 0,-13-37-8 0,-11-12-49 0,0-11-73 0</inkml:trace>
  <inkml:trace contextRef="#ctx0" brushRef="#br0">20756 16584 95 0,'-11'-10'26'0,"-13"20"28"0,-36 87-27 0,-23 45-16 0,23-22-7 0,24-37-4 0,13-23-6 0,-2-37-67 0,25-23-50 0</inkml:trace>
  <inkml:trace contextRef="#ctx0" brushRef="#br0">20994 16668 105 0,'0'-34'14'0,"0"-3"34"0,12 14-28 0,24-1-10 0,12 0-2 0,-14 11-1 0,2 13-4 0,13 25-3 0,-26 21 3 0,-11 38 0 0,-12-13-2 0,-35 13 4 0,-37 0-1 0,13-13 0 0,-2-34-2 0,38-3 1 0,0-9 0 0,12-13-1 0,22-12 0 0,60-12 0 0,47-13-2 0,14 14 0 0,-49-1 0 0,-35 12-2 0,-24 0 4 0,-12 0-1 0,-12 0-157 0,0 0 91 0</inkml:trace>
  <inkml:trace contextRef="#ctx0" brushRef="#br0">23055 12824 16 0,'0'-25'11'0,"0"13"3"0,11-1 12 0,-11 3 2 0,0-1-4 0,-11-14-9 0,11 13-4 0,24-1-9 0,46 2 3 0,50-1-2 0,-2 1-1 0,-22 11-1 0,-49-13 0 0,-34 13 0 0,-1-12-12 0,-12-11-48 0,-25 11-30 0</inkml:trace>
  <inkml:trace contextRef="#ctx0" brushRef="#br0">23340 12454 77 0,'-23'-24'15'0,"23"48"4"0,34 70 6 0,-9 38-9 0,11-13-7 0,-24-60-3 0,-12-22-2 0,-12-14-1 0,-13-23-8 0,2-12-137 0</inkml:trace>
  <inkml:trace contextRef="#ctx0" brushRef="#br0">21935 16835 41 0,'0'0'0'0,"-13"-12"33"0,-10 1 9 0,12 11-14 0,34-12-2 0,61 12-18 0,11 0-3 0,12 0-1 0,-12 0 1 0,-47-24 2 0,-24 24-4 0,-12 0-2 0,0 0-1 0,0 0-32 0,-24 13-66 0,12-13 42 0</inkml:trace>
  <inkml:trace contextRef="#ctx0" brushRef="#br0">22210 16562 80 0,'0'-12'14'0,"-25"0"24"0,1 83-3 0,13 72-25 0,-2 24-4 0,13-48-1 0,0-60 2 0,0-36 1 0,0-23-1 0,-11-11-2 0,11-24-29 0,0 10-142 0</inkml:trace>
  <inkml:trace contextRef="#ctx0" brushRef="#br0">13432 13645 9 0,'0'0'22'0,"-11"-25"10"0,11 25-15 0,0-11 2 0,0-1-2 0,-12 1-5 0,-1-2-1 0,2 1-4 0,-25 24-4 0,36-12-2 0,47 0 0 0,49 0 0 0,35-12-1 0,36 12 1 0,-1 12 0 0,13-12 1 0,-24 13 0 0,-24-2-1 0,-36-11 0 0,-36 0 1 0,-10 0 0 0,-38 0 1 0,-11-11 1 0,-71 11-3 0,-60-13 0 0,-83 13-1 0,-13 0-1 0,25 13-1 0,35-2 1 0,1 1 1 0,58-12-1 0,61 0-1 0,47 0 1 0,36 0-1 0,35-12 1 0,60 1 0 0,24-2 1 0,11 13 0 0,1 0 0 0,-37 0 1 0,-21 0-1 0,-26 0 1 0,-48 0-1 0,-23 0 2 0,-12 0 1 0,-71-12-3 0,-84 12 1 0,-47 0-1 0,-13 0 0 0,49 12-1 0,23 1 1 0,47-13-2 0,36 11 0 0,37 1 0 0,23-12-2 0,0 0 1 0,59 11 3 0,25-22-1 0,47 11 1 0,12-12 0 0,12 1 0 0,-1 11 2 0,-11 0 0 0,-11-13-1 0,-14 13 0 0,-34-12 0 0,-25 12 1 0,-23 0-1 0,-25 0 0 0,2 0-1 0,-1 0 1 0,-12 0 0 0,0 0-1 0,12 0 1 0,-12 0-2 0,12 0 2 0,-12 0-1 0,0 0 1 0,0 0-2 0,11 0 2 0,-11 0-1 0,0 0 0 0,0 0 0 0,0 0-1 0,0 12 2 0,0-12-2 0,0 0 2 0,0 0 0 0,0 0-1 0,0 0 0 0,11 0 0 0,-11-12 0 0,0 12 0 0,0 0 0 0,0 0 0 0,0 0 0 0,13 0 0 0,-13 0 0 0,0 0 0 0,0 0 0 0,0-12 0 0,0 12 0 0,12 0 0 0,-12 0 0 0,0 0 0 0,0 0 0 0,0 0 0 0,0 0 0 0,11 0 0 0,-11 0 0 0,0 0-1 0,0 0 1 0,13 0-16 0,-13 0-80 0</inkml:trace>
  <inkml:trace contextRef="#ctx0" brushRef="#br0">24399 12180 4 0,'0'-24'20'0,"-11"-36"9"0,22 13-15 0,-11 10 7 0,13 37-2 0,-1 61 12 0,-24 94-11 0,-12 35-13 0,-1-23-3 0,15-60-1 0,10-35-5 0,23-49-30 0,13-57-32 0,-13-3 10 0</inkml:trace>
  <inkml:trace contextRef="#ctx0" brushRef="#br0">24662 12418 51 0,'0'-12'23'0,"0"12"-3"0,-24 60 12 0,12 47-21 0,12-24-5 0,24-36-4 0,0-10 1 0,0-37 4 0,12-48-2 0,-13-23-3 0,-11-2-2 0,-37 2-2 0,-9 48 2 0,-2-1-4 0,0 24 3 0,1 24 0 0,10-1 1 0,25 2-1 0,36-2 2 0,12-11-1 0,0-47 1 0,-1 10 1 0,-24 14-2 0,2 22-1 0,-1 60 4 0,-24-10-1 0,12-26 0 0,-12-23 5 0,-12-36-2 0,-1-35-3 0,26 23 0 0,34 36-2 0,-23 24-2 0,-1 13 1 0,-10-3 1 0,-1-10-4 0,-1 0-37 0,25-24-73 0</inkml:trace>
  <inkml:trace contextRef="#ctx0" brushRef="#br0">25091 12275 29 0,'0'0'0'0,"-12"-12"45"0,12 0-10 0,0 1-8 0,0 46-1 0,-12 49-13 0,-12 0-6 0,12-13-1 0,0-12-2 0,12-47-1 0,0-12 6 0,0-37-3 0,24-34-4 0,0-23-1 0,13 33 0 0,-3 27 0 0,-11 34-2 0,2 23-2 0,-1 59 2 0,-12 2 1 0,-12-24-1 0,12-12 1 0,0-24-8 0,-12-1-78 0,0-11 9 0</inkml:trace>
  <inkml:trace contextRef="#ctx0" brushRef="#br0">24912 12548 22 0,'0'-11'20'0,"0"-1"11"0,0 1-14 0,0 11 3 0,0 11-3 0,-12 62 4 0,-12 69-7 0,0 1-6 0,-12-36-1 0,-11-47 0 0,-12-37-1 0,-1-12-3 0,13-22 1 0,35-12-5 0,24 10-55 0,23-11-53 0</inkml:trace>
  <inkml:trace contextRef="#ctx0" brushRef="#br0">24912 12979 40 0,'0'-25'25'0,"0"13"1"0,0-1-8 0,11 2-8 0,14 11-2 0,-1 0 1 0,-1 0 1 0,-23 24-1 0,0 13-2 0,-23 9-3 0,-1-10 0 0,-1-13 0 0,2-10 0 0,12-1-1 0,-2 0-1 0,2 1-1 0,-2-13 0 0,26 0 2 0,34 0-2 0,13-13 1 0,-25 13-1 0,-23 0 0 0,-12 13-101 0,0-2 20 0</inkml:trace>
  <inkml:trace contextRef="#ctx0" brushRef="#br0">23626 12347 28 0,'-12'-12'23'0,"12"-1"0"0,-12 13 0 0,12 0-4 0,0-11-4 0,12 11 2 0,24 0-13 0,12-12 1 0,-14 12-3 0,15-11 1 0,-1 11 1 0,-2-13-4 0,-21 13 2 0,11 0-1 0,-25 0 1 0,2 0-1 0,-13-12 1 0,0 12-2 0,11 0 2 0,2 0-3 0,-13-12 2 0,11 12 0 0,-11 0 1 0,-11-11-1 0,11 11-1 0,0 0 0 0,0 0 1 0,-13 0-2 0,2 0 3 0,-2 11-3 0,13 13 0 0,-11 12 2 0,11 0-1 0,-12 10-1 0,12 15 2 0,0 22 0 0,-13 12 2 0,2 1 1 0,-1 0 0 0,-12-25-1 0,12-24 1 0,12-10-1 0,-13-14 0 0,13-12-2 0,0-11 3 0,0-11 2 0,13-25-6 0,-1 12-18 0,12 0-50 0,-1-11-31 0</inkml:trace>
  <inkml:trace contextRef="#ctx0" brushRef="#br0">23757 12669 38 0,'0'0'11'0,"-12"0"2"0,-1 0 6 0,2 0 2 0,11 0-2 0,0 0-7 0,36-25-5 0,24 13 2 0,11 1-4 0,-23-1 1 0,-24 12-2 0,0 0-1 0,-24 0 3 0,-24 0 0 0,-36 0-5 0,-1 12 0 0,3-12 2 0,34 11-1 0,12-11-1 0,12 0-1 0,36 0 2 0,22 0-2 0,14-11 1 0,1 11 0 0,-26 0-1 0,-11-12 1 0,-24 12-1 0,-12-11 2 0,0 11 5 0,0 11-48 0,0 1-61 0</inkml:trace>
  <inkml:trace contextRef="#ctx0" brushRef="#br0">17506 13680 38 0,'-37'-12'33'0,"1"-11"-12"0,25 11 3 0,-14-1-3 0,14 2 1 0,11 11-6 0,0-12-9 0,36 12-4 0,59-11 0 0,84-2-1 0,35 1 0 0,12 12-1 0,-11-12 1 0,-13-1 0 0,-59 3 0 0,0-1 0 0,-36 11-1 0,-23-13 1 0,-61 13 1 0,-46 0 4 0,-72 13-7 0,-72-13 2 0,-72 11-2 0,-24-11 1 0,14 10-1 0,35-10 1 0,23 25-2 0,48-13 1 0,71 1 0 0,49-13 1 0,23 0-1 0,36-13 0 0,107 1 0 0,107-13 2 0,72 15-4 0,-2-1 3 0,-45 11-2 0,-97 0 2 0,-71 0-1 0,-59 0 1 0,-12 0 0 0,-24 0-1 0,-12 11-21 0,-24 12-128 0</inkml:trace>
  <inkml:trace contextRef="#ctx0" brushRef="#br0">17684 11681 61 0,'-36'-25'26'0,"24"13"6"0,12-11-10 0,60 12-14 0,47 11-1 0,11-13-3 0,-22 13-1 0,-60-12 1 0,-12 0 2 0,-24-1-2 0,-11 2-2 0,-14-1-2 0,13 35 0 0,-24 61 3 0,0 47 0 0,13 1-1 0,-13-37 0 0,1-48 1 0,11-23 0 0,-12-24-2 0,-46-11-1 0,-3-2 0 0,38 13 0 0,47 0 0 0,83 13 1 0,59-13 0 0,1 0-19 0,-34-13-34 0,-27-34 5 0,-34-1 47 0,-48-12 22 0,0 36 17 0,0 24-14 0,0 48-11 0,0 36-8 0,12-24-1 0,-12-26-2 0,0-34 4 0,0-23 0 0,12-59-5 0,24-2-1 0,-1 59-1 0,-11 25-3 0,-12 59 3 0,24 2-1 0,-12-26 1 0,11-10 2 0,1-25 0 0,0-50-3 0,11-44-2 0,13-61-6 0,-1-11 5 0,-23 70 5 0,-36 73 2 0,-24 46 0 0,-35 97-1 0,47 22 1 0,12 2-3 0,25-49 2 0,-2-35-4 0,-23-37-27 0,11-59-52 0,-11-1 1 0</inkml:trace>
  <inkml:trace contextRef="#ctx0" brushRef="#br0">18541 11775 85 0,'0'0'0'0,"0"-23"35"0,108-1-11 0,46 11-4 0,-11 13-6 0,-120 0-1 0,-23 0-5 0,-47 25-73 0,36-13-29 0</inkml:trace>
  <inkml:trace contextRef="#ctx0" brushRef="#br0">21137 13442 30 0,'-35'-11'23'0,"-14"-2"7"0,-33 1-5 0,10 0 0 0,1 12 0 0,47 12-10 0,12 0-7 0,95 1 1 0,166-26-4 0,110 13-1 0,10 13-2 0,-60 10-2 0,-118-12 1 0,-108-11 1 0,-72 0 1 0,-11 0 2 0,-58 0-4 0,-86 13 0 0,-93-13 1 0,-50-13-1 0,-22 2-1 0,94 11 0 0,109 0 1 0,33 11-1 0,62-11 0 0,35 0 0 0,60 0 0 0,94-11 0 0,84-1 0 0,36 12 0 0,-49 23-1 0,-81-23 0 0,-73 0 1 0,-36 0 1 0,-36-11-1 0,-10 11 1 0,-13 0 1 0,0 0-12 0,-24 11-118 0,12 2 75 0</inkml:trace>
  <inkml:trace contextRef="#ctx0" brushRef="#br0">21114 11656 84 0,'0'-25'8'0,"10"4"4"0,-10 32 19 0,0 49-5 0,-10 45-12 0,-14-9-6 0,-13-12-1 0,26-48-3 0,11-36 1 0,36 0 1 0,10-11-2 0,15-2-5 0,22 1 3 0,1 12-21 0,11 0-68 0,-71 0 20 0</inkml:trace>
  <inkml:trace contextRef="#ctx0" brushRef="#br0">21352 11859 76 0,'0'0'11'0,"0"0"10"0,59-12-5 0,25 1-12 0,-38-26 0 0,-21 1-1 0,-25 1 9 0,-25 11-2 0,-21 24-2 0,-2 24-2 0,12 23-1 0,24 1-2 0,0-12-2 0,48 12 2 0,46-14-6 0,3-9-36 0,-25-13-38 0,-49-12 40 0</inkml:trace>
  <inkml:trace contextRef="#ctx0" brushRef="#br0">21935 11811 46 0,'0'-25'20'0,"0"14"2"0,-13-12 0 0,2 23-9 0,-12 0 0 0,-13 23 1 0,-24 25-5 0,24-12-3 0,25-1-4 0,-1-35 1 0,47 0 2 0,25-35-4 0,-36 35-1 0,-11 11-1 0,10 13 1 0,48 0-18 0,35-48-4 0,-34-59 15 0,-12-24-2 0,-36-37-8 0,-24 50 29 0,0 83 6 0,-11 69-2 0,11 110-8 0,11 21-7 0,1-34-11 0,-72-71-41 0,13-72-19 0</inkml:trace>
  <inkml:trace contextRef="#ctx0" brushRef="#br0">22090 11799 64 0,'24'-24'16'0,"72"-11"-2"0,22 23 4 0,-36-1-13 0,-10 13-35 0,-59 0-25 0</inkml:trace>
  <inkml:trace contextRef="#ctx0" brushRef="#br0">23995 13620 13 0,'-11'0'16'0,"-62"0"6"0,-9 0-2 0,-2 0 6 0,25 0 2 0,35 0-3 0,24 0-15 0,47-11-7 0,132-12 0 0,95 10 1 0,35 1-2 0,-58 24 0 0,-97-12 2 0,-82 0 0 0,-36-12-2 0,-25 0 1 0,-22 12-3 0,-73 0-11 0,-72 12-3 0,-33 0 9 0,-25-12 4 0,-13 13 1 0,37-2 0 0,59 1 0 0,70-1 2 0,50 2-1 0,-1-13 2 0,35 0 3 0,84-24-2 0,72 1 2 0,59-2-4 0,1 13-1 0,-48 12-1 0,-72 0 3 0,-48-13 0 0,-35 3 3 0,-25-1 1 0,2 11-3 0,-13-13-2 0,0 13-1 0,0-12-51 0,12 37-90 0</inkml:trace>
  <inkml:trace contextRef="#ctx0" brushRef="#br0">23911 11489 40 0,'-23'0'19'0,"10"0"-2"0,2 0 0 0,22 0-10 0,38 0 3 0,22-11-3 0,-23-12-3 0,-1-2-2 0,-23-11 1 0,-12-11-2 0,-24 11-1 0,-12 25 2 0,-12 22 5 0,-11 25 5 0,24 35-4 0,23-11-5 0,11-12-1 0,48-14 1 0,1-21-1 0,0-13-35 0,-12-13-51 0,-37 13 51 0</inkml:trace>
  <inkml:trace contextRef="#ctx0" brushRef="#br0">24329 11371 54 0,'-12'-37'26'0,"24"26"-4"0,35 11-1 0,1 48-11 0,-24 11-4 0,-24-23 0 0,0-13 6 0,-36-23-2 0,23-59-4 0,13-12-4 0,49-1-2 0,22 35-31 0,-23 27-60 0,-37 10 56 0</inkml:trace>
  <inkml:trace contextRef="#ctx0" brushRef="#br0">24603 11263 42 0,'11'-13'13'0,"25"3"16"0,12 10 11 0,-12 47-14 0,-13 13-18 0,-11-2-4 0,-37-21 0 0,15-24 6 0,-14-50 0 0,48-34-6 0,35 11 0 0,0 23-4 0,-11 16-20 0,-25 8-121 0</inkml:trace>
  <inkml:trace contextRef="#ctx0" brushRef="#br0">25019 11229 111 0,'0'0'-11'0,"0"0"-66"0</inkml:trace>
  <inkml:trace contextRef="#ctx0" brushRef="#br0">17684 14561 12 0,'0'0'0'0,"12"-12"22"0,0-11-4 0,-12 0-4 0,0 10 0 0,0 13 2 0,0 0 2 0,-12 0-9 0,-24 24 0 0,-23 11 2 0,-13 13-1 0,12 0-3 0,13-1-1 0,-14-10-1 0,15 10-1 0,34-35-1 0,0-12 1 0,12 0 4 0,24-36-6 0,47 13 0 0,1-27-1 0,10 29-1 0,-33-4 1 0,-2 13-1 0,-23 12 0 0,-24 12-1 0,-12 24 0 0,-24-1 2 0,-23 1 0 0,-12 12 0 0,-1 11 0 0,36-11-1 0,13-36 0 0,33-12 4 0,39-36-1 0,34-12-1 0,0 1-1 0,-11 34 0 0,-36 2-1 0,-24 11-1 0,-12 11 1 0,-12 14-1 0,-48 10 2 0,-11 1-1 0,11 0 0 0,25-13 0 0,23-11 1 0,12-12 1 0,12-12 0 0,47-11-2 0,-11 12 1 0,-1-2-1 0,-23 13 0 0,-12 0 0 0,-12 24-1 0,-12-1 1 0,-23 14 0 0,-13-3 0 0,1 3 0 0,10-13-1 0,26-24 2 0,11 0 1 0,59-36-1 0,0 11 0 0,-23 25-1 0,-24 0-1 0,-12 13 1 0,0-13 0 0,-23 0 0 0,-2 12 0 0,2 0-3 0,10-12-58 0,2 0-44 0</inkml:trace>
  <inkml:trace contextRef="#ctx0" brushRef="#br0">17839 14430 46 0,'0'0'4'0,"0"0"17"0,-12 60 12 0,-1 35-15 0,2-1-6 0,11-21-6 0,0-14-2 0,0-36-5 0,-12-10-42 0,12-26-22 0</inkml:trace>
  <inkml:trace contextRef="#ctx0" brushRef="#br0">17921 14645 32 0,'0'0'27'0,"0"0"-11"0,0 13-5 0,0-2-1 0,13-1-2 0,10-10-3 0,2 13 0 0,-14-26-1 0,13 13-1 0,-12-21-1 0,0-4 0 0,-12 0 1 0,-12 14 4 0,0-1 0 0,-12 12-4 0,-12 23-2 0,25-10-1 0,11 11 1 0,11-24 1 0,25 0 1 0,0-24-2 0,-12 11-1 0,-11 26-1 0,-2 24 2 0,-11 9-1 0,0-10 1 0,0-13 3 0,-24-10 0 0,0-1-2 0,0 0-37 0,24-24-58 0</inkml:trace>
  <inkml:trace contextRef="#ctx0" brushRef="#br0">18172 14597 31 0,'0'-12'34'0,"12"1"-2"0,-12 34-5 0,0 38-15 0,0-27-2 0,0-22-3 0,12-12 6 0,24-35-9 0,-12-13-3 0,-14 48-2 0,-10 37-1 0,0-3 2 0,13 3-9 0,-1-26-14 0,24-35 6 0,-25 0 15 0,-11 24-14 0</inkml:trace>
  <inkml:trace contextRef="#ctx0" brushRef="#br0">9432 7524 18 0,'12'-34'13'0,"-12"-16"0"0,0 16-4 0,0 10-3 0,23-23-1 0,-11 10-2 0,-1 3 0 0,-11 9 1 0,-36-11 3 0,2 1-1 0,-2 23-1 0,0-1-3 0,1 13 0 0,-1 0 1 0,11 0 1 0,-9 25 0 0,9-2 0 0,-10 37 0 0,-14 11 0 0,13 1 0 0,2 11-1 0,34-11-1 0,0-1 1 0,24-35 0 0,11-36 0 0,25-24 1 0,0-59-2 0,-1-1 0 0,0 1-1 0,1 11 0 0,-12 37-1 0,-25 47 0 0,-23 36 1 0,0 23 0 0,12 13 0 0,12-25 0 0,12-24 0 0,11-24 1 0,13-34 0 0,-1-72 1 0,1-36-4 0,12-35 1 0,-1-1 1 0,-23 0 0 0,-26 60 0 0,-44 83-2 0,10 37 0 0,-12 58 0 0,12 59 1 0,12 61-1 0,12-13 0 0,24-57 1 0,11-75 2 0,0-34 0 0,26-95-1 0,22-60-1 0,-12-49 1 0,-12 16 0 0,-35 44 0 0,-24 25 0 0,-24 70 0 0,-1 26-4 0,2 59 0 0,-14 47 2 0,-9 72 1 0,22 47 0 0,12-24-1 0,25-70 0 0,9-73 4 0,2-34-1 0,36-73 0 0,-1-35-2 0,-12-13 2 0,1 1-3 0,-36 0 2 0,-12 35 0 0,-12 37 0 0,-12 23-1 0,-24 24 1 0,24 11-2 0,36 25 1 0,23 13-1 0,1 21 2 0,-37 1-3 0,-11-47 3 0,61-36 1 0,34-25-1 0,-12-9-2 0,-47-3-5 0,-72 3-62 0,1 9-2 0</inkml:trace>
  <inkml:trace contextRef="#ctx0" brushRef="#br0">9682 6977 120 0,'-49'-12'6'0,"2"-12"-9"0,214-34 0 0,94-3 2 0,2 1 3 0,-96 26 0 0,-84 9 1 0,-83 13-2 0,11 24-87 0</inkml:trace>
  <inkml:trace contextRef="#ctx0" brushRef="#br0">9515 10798 90 0,'0'0'0'0,"-25"-47"3"0,2 23-1 0,-24 24 3 0,-13 24 2 0,1 48-2 0,23-1-1 0,23 1-2 0,38-1-1 0,46-34 2 0,35-26-1 0,15-47 0 0,-14-47-1 0,-11-14 1 0,-49-8-1 0,-24-16 1 0,-11 16-2 0,-12 21 1 0,0 36 0 0,-12 36-2 0,1 12 0 0,-1 36 1 0,-24 35 0 0,12 48 0 0,12 12 0 0,12-13-1 0,36-21 2 0,23-39-2 0,13-45 3 0,11-37-1 0,13-11-39 0,-38-13-41 0</inkml:trace>
  <inkml:trace contextRef="#ctx0" brushRef="#br0">10359 10835 60 0,'0'0'0'0,"13"-24"4"0,10-12-1 0,-10 0 2 0,-1-10 0 0,-24 9 2 0,-1 1-4 0,2 1 0 0,-14 22 0 0,-33 13 2 0,-2 37-1 0,-11 47-1 0,24-2-1 0,23-9 0 0,24-15 0 0,24-34 2 0,23-24 1 0,36-61-3 0,-11-21 0 0,-13 34-1 0,-23 25-1 0,-25 23 0 0,-11 35 1 0,13 1-1 0,-1 0 0 0,0 0 0 0,22-13 0 0,2 1 0 0,25-24 1 0,10-12-4 0,-11-34 3 0,11-4 1 0,-23-21-1 0,-14 12 0 0,-21 11 1 0,-1 13-1 0,-12-1 0 0,11 25 0 0,2 11-1 0,-13 0 1 0,12 11 0 0,-1 12-1 0,25 37 1 0,1 24 0 0,-3-13-1 0,-21-10 1 0,-26-27 2 0,-34-34 0 0,36-13 1 0,22-33-3 0,49-26 1 0,23 1-2 0,-11 47 0 0,-2 48 0 0,-45 47 1 0,-14 13 3 0,-47-50 2 0,-21 3-3 0,-4-1-104 0</inkml:trace>
  <inkml:trace contextRef="#ctx0" brushRef="#br0">13432 12347 51 0,'0'-12'3'0,"13"-24"-1"0,-1 0 1 0,-12-10 10 0,-36 9 0 0,-23 37-3 0,-37 24-3 0,-11 35-3 0,24 0-2 0,47 12-1 0,24-10 0 0,48-13 0 0,23-36 0 0,48-24 1 0,1-60 0 0,-14-36 0 0,-34-10-1 0,-24-1 0 0,-24 0 0 0,-12 23 0 0,0 85-1 0,0 46-1 0,-24 96 4 0,0 11 2 0,12 2-3 0,12-37-2 0,36-35-8 0,-12-48-93 0</inkml:trace>
  <inkml:trace contextRef="#ctx0" brushRef="#br0">14004 12393 22 0,'0'0'11'0,"11"-46"-9"0,2-2 10 0,-13 0 0 0,-13 14-5 0,-10 9 0 0,0-11-4 0,-1 24 0 0,1 12 2 0,-2 12-1 0,-23 49 0 0,12-3-1 0,13 14 0 0,10-26-2 0,26 4 0 0,-1-39 3 0,24-35-1 0,11-23 0 0,13-1-1 0,-24 12-2 0,-13 25 1 0,1 45-1 0,-24 16 0 0,36-16 0 0,-12-10 2 0,35-24-1 0,1-24 2 0,-13-35-2 0,-23-37 2 0,12-22-3 0,-13-3 2 0,-10 3-1 0,-13 47 0 0,-13 47-2 0,2 24 0 0,-14 71 1 0,2 50 1 0,12-3 0 0,22 13-1 0,12-12 1 0,26-24 0 0,10-35-1 0,1-26 1 0,-1-21 1 0,1-49 0 0,-2-23-2 0,-22-14 0 0,0 15 0 0,-23-2 0 0,-26 25 1 0,2 12-1 0,-14 10 0 0,14 1 0 0,-1 12 0 0,-1 25 0 0,-9 9 0 0,-2 26 1 0,-1-12-1 0,38-14 1 0,34 3-1 0,13-1 1 0,-12 12-2 0,-25-25 2 0,-11-12 1 0,-12-34-44 0,-35 0-36 0</inkml:trace>
  <inkml:trace contextRef="#ctx0" brushRef="#br0">14194 12049 83 0,'0'0'0'0,"0"-47"3"0,168 11 2 0,58 0 1 0,-60 24-3 0,-118 1 5 0,-60 11-7 0,-12 0-85 0</inkml:trace>
  <inkml:trace contextRef="#ctx0" brushRef="#br0">23066 14323 46 0,'0'-71'38'0,"13"46"-5"0,-13 25-19 0,0 61-1 0,0 22-7 0,0-1-2 0,0-32 1 0,0-39 2 0,-13-11 2 0,13-48-4 0,0-47-2 0,36 12-2 0,0 35 0 0,0 48-2 0,-1 48 1 0,1 35-1 0,0-1 1 0,-23-21 0 0,-13-26 1 0,0 1-3 0,23-13-51 0,-12-23-61 0</inkml:trace>
  <inkml:trace contextRef="#ctx0" brushRef="#br0">23614 14382 91 0,'0'0'0'0,"0"-23"27"0,25 12-3 0,22-2-19 0,24 1-4 0,11 0-2 0,-33 12-48 0,-37 0-33 0</inkml:trace>
  <inkml:trace contextRef="#ctx0" brushRef="#br0">23614 14503 29 0,'-24'11'31'0,"12"-11"4"0,24-11-12 0,37-2-12 0,10 1-8 0,12 12-3 0,-1 0-15 0,-9 0-80 0</inkml:trace>
  <inkml:trace contextRef="#ctx0" brushRef="#br0">24245 14085 88 0,'-12'12'27'0,"1"59"0"0,11 38-14 0,0-4-8 0,0-9-4 0,-12-37 0 0,12 1-8 0,-11-36-43 0,22-37-42 0</inkml:trace>
  <inkml:trace contextRef="#ctx0" brushRef="#br0">24567 14122 83 0,'0'0'0'0,"-23"0"39"0,-2 58-15 0,-10 39-16 0,46-3-8 0,25-35 1 0,11-36 1 0,-11-23 2 0,-24-46 1 0,-12 10-1 0,-59 47-2 0,-13 14-2 0,25 46-19 0,-13 0-112 0</inkml:trace>
  <inkml:trace contextRef="#ctx0" brushRef="#br0">22934 14955 111 0,'-107'0'16'0,"48"11"9"0,48-11-14 0,58 0-7 0,132-11-6 0,166-37 0 0,120 0-1 0,-48 12 0 0,-143 13 4 0,-120-1 0 0,-82 11 0 0,-48 2 2 0,-14 11-3 0,-10 0-11 0,-58 48-69 0,46-37 33 0</inkml:trace>
  <inkml:trace contextRef="#ctx0" brushRef="#br0">22816 15157 87 0,'-35'-13'32'0,"-61"13"-17"0,96-11 6 0,108-12-20 0,189-37-1 0,191-1-2 0,48 27-1 0,-155 21 2 0,-202-11 2 0,-143 13 10 0,-36-1 5 0,0 1-12 0,0 11-3 0,0 0-22 0,-24 23-103 0</inkml:trace>
  <inkml:trace contextRef="#ctx0" brushRef="#br0">429 15751 93 0,'-36'-23'31'0,"36"12"0"0,-12 11-12 0,24-13-13 0,48 1 0 0,35 0-1 0,48-22-3 0,36 9 0 0,10 0 0 0,26 2-2 0,-12 12-1 0,-48 11 1 0,-61 0 0 0,-58 11 0 0,-36-11 1 0,0 0-15 0,-23 0-69 0,10 0 28 0</inkml:trace>
  <inkml:trace contextRef="#ctx0" brushRef="#br0">1345 15359 91 0,'-23'-12'20'0,"-1"-24"18"0,13 24-14 0,22 12-19 0,36 37-3 0,25 10 0 0,12 1-1 0,11-13 2 0,-12 1-1 0,-47 0 3 0,-36-24 1 0,0 11 10 0,-47 37-5 0,-38 24 0 0,-9 11-4 0,34-12 1 0,25-35-5 0,22-14-3 0,2-21 0 0,-1-13 0 0,-12 0-6 0,12 24-188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7859 17681 4 0,'0'0'2'0,"0"0"10"0,0 0-2 0,0 0-3 0,13 12 0 0,34-12-1 0,13 12-1 0,35 0 2 0,24-24 3 0,37 0-2 0,22 0-2 0,12 12-2 0,2 0-1 0,-3 0 0 0,1-12-1 0,12-1 1 0,-23 2-2 0,0-1 0 0,-24 12-2 0,-35 0 2 0,-37 0 0 0,-60 0 2 0,-11 0 3 0,-24 0-2 0,-47-11-4 0,-61 22 3 0,-46 1-4 0,-36-1 3 0,-13 14-1 0,-34-13-1 0,10-12-2 0,13 0 2 0,12 0 0 0,47-12-1 0,35 12 1 0,49 0-1 0,60-12 1 0,11 12-1 0,12 12 2 0,0-12-2 0,0 12 1 0,12 12-76 0,-12-14 42 0</inkml:trace>
  <inkml:trace contextRef="#ctx0" brushRef="#br0">7299 15441 23 0,'-11'-10'16'0,"-1"-2"5"0,12 12-8 0,23 0-8 0,26 0 1 0,34-12-3 0,-11-12 0 0,-13-12-1 0,-11-12 1 0,-36 1-2 0,-12-1 1 0,-36 1-1 0,0 23 2 0,-11 24 2 0,-1 59-2 0,12 37-1 0,12 11-1 0,12-11 0 0,48-14-1 0,23-46 1 0,13-24 2 0,12-48-1 0,-2-24 0 0,2-24 0 0,-12 26-1 0,-25 22-1 0,-35 36 0 0,0 23 0 0,0 14 1 0,-12 10 0 0,0-10 0 0,0-3 0 0,-12-21 0 0,12-26 2 0,24-34-2 0,13-12 0 0,-3-1 0 0,14 37-1 0,0 23-2 0,-25 34 1 0,1 27 1 0,-12-1 0 0,-12-13 0 0,11-23-11 0,25-13-26 0,36-82-36 0</inkml:trace>
  <inkml:trace contextRef="#ctx0" brushRef="#br0">8491 15252 42 0,'0'0'20'0,"-24"47"4"0,0 24-7 0,0 0-9 0,24-21-6 0,36-16 0 0,36-21 1 0,11-37-1 0,-12-24-1 0,-24 13 0 0,-11 11-1 0,-11 36 0 0,-14 23-1 0,25 2 2 0,12-14 0 0,0-12-1 0,-14-22 3 0,-34-37-1 0,-23-23 1 0,-36-13-3 0,11 49 0 0,12 35-2 0,0 35 0 0,25 37 1 0,47-14 0 0,47-21-6 0,24-24-4 0,12-38 3 0,12-34 4 0,-36-1 3 0,-47 12 2 0,-60 37 6 0,-24 11 4 0,-47 59-4 0,23 13-5 0,37-25-1 0,35-11 0 0,36-24 1 0,22-60-1 0,2-23-4 0,-24-72-5 0,-24-36 0 0,-2 48 7 0,-22 73 4 0,-22 45 1 0,-14 37 0 0,0 70-1 0,24 27-1 0,36 9-2 0,24-34 1 0,22-25-1 0,15-47 1 0,-2-24 1 0,12-48-1 0,-23-24-2 0,-13-11 1 0,-59 36 1 0,-24 35-2 0,-35 47 5 0,23 49 0 0,36-13-2 0,60-11-1 0,59-38 1 0,0-9 1 0,-25-26-2 0,-33-9 1 0,-50 10-6 0,-11 0-45 0,-23 12-19 0</inkml:trace>
  <inkml:trace contextRef="#ctx0" brushRef="#br0">11622 15370 50 0,'0'0'2'0,"-11"0"9"0,11 0 13 0,11-11-7 0,61 11-5 0,22 0-5 0,38 0-2 0,-24 0-2 0,-13 0-1 0,-24 0 0 0,-23 0-1 0,-24 0-1 0,-12 0-15 0,-12 0-20 0,-12 0-41 0</inkml:trace>
  <inkml:trace contextRef="#ctx0" brushRef="#br0">12051 15038 55 0,'-12'0'8'0,"1"35"23"0,-1 96-7 0,-1 24-14 0,13-48-1 0,13-35 0 0,-1-37-6 0,-1-23 1 0,-11-12-5 0,-11-47-55 0,11 34-26 0</inkml:trace>
  <inkml:trace contextRef="#ctx0" brushRef="#br0">13195 15395 41 0,'0'-12'6'0,"-12"12"12"0,12-13-7 0,59 2-2 0,24-12-4 0,1-14-2 0,-1-22-1 0,-35 11 0 0,-36 25 0 0,-36-13 0 0,-36 36 0 0,-12 11 2 0,1 49 1 0,24 24-3 0,35-13 0 0,48-11-1 0,11-25 1 0,36-23 1 0,13-24-1 0,-26-1-3 0,-9-21-25 0,-1 10-60 0</inkml:trace>
  <inkml:trace contextRef="#ctx0" brushRef="#br0">10086 14823 21 0,'0'-47'26'0,"24"0"-7"0,12 22-2 0,-12 50-2 0,12 57-7 0,-24 25-4 0,-1-36-1 0,-11-22 1 0,0-37 0 0,0-24 3 0,0-60-4 0,12-10-1 0,24-2-1 0,12 24 1 0,-24 36-2 0,-1 37 0 0,0 21-1 0,2 14 0 0,-14 12 1 0,2-24-1 0,-13-1 1 0,12-22 1 0,0-38 2 0,22-21-1 0,2-27-1 0,13 25-1 0,-26 14 0 0,1 34-1 0,0 23 0 0,-12 36 0 0,12-11-1 0,24-23 3 0,23-38 0 0,-23-11-1 0,-13 24 0 0,13 24-1 0,12 12 0 0,-2-48 2 0,-9-36 0 0,-49-23 1 0,-72 11-2 0,-23 23 0 0,12 98-34 0,154-25-6 0,48-24-1 0,-95-12 22 0</inkml:trace>
  <inkml:trace contextRef="#ctx0" brushRef="#br0">11289 14740 16 0,'0'0'0'0,"60"-24"31"0,-48-13 0 0,-37 37-6 0,-45 37-17 0,22 10-6 0,36 1-2 0,49-12 2 0,9-36 1 0,14-47-2 0,-24-37-2 0,-1-47-5 0,-23-35 2 0,-1 70 4 0,-11 61 1 0,-11 45 1 0,-14 74 0 0,14 24-1 0,35-1-1 0,24-25-1 0,11-21 1 0,-11-49 1 0,35-12 2 0,-23-48-4 0,10 2 0 0,-34-15 1 0,-23 13 1 0,-37 36 0 0,-23 12 2 0,-1 48-1 0,24 12-1 0,36-13-1 0,24-23 2 0,23-36 1 0,13-47-1 0,-1-49-4 0,-12-34-2 0,-46 58 4 0,-26 61 4 0,-23 33-3 0,0 87-1 0,61-2 0 0,35 0 0 0,47-22 1 0,48-39-1 0,-49-34 1 0,-46-23-2 0,-47-1-25 0,-50 12-66 0</inkml:trace>
  <inkml:trace contextRef="#ctx0" brushRef="#br0">13777 15215 47 0,'0'-11'7'0,"0"22"18"0,0 85-8 0,0 0-10 0,13-25-4 0,-1-58 2 0,-12-26 5 0,11-70-7 0,37-24-1 0,13 11-2 0,-27 61 2 0,14 47-2 0,-12 47 1 0,0 1-1 0,0-1 0 0,-1-36 0 0,12-10 1 0,26-26 0 0,10-46-1 0,0 0 1 0,-23 35-1 0,-25 11 0 0,-11 13 0 0,-1 0 0 0,2 13 0 0,10 11 0 0,12-11 0 0,2 10 0 0,-26-23-2 0,13 0 4 0,-12-23-1 0,-11-2 0 0,-13 0 0 0,-13 2 0 0,1 12-1 0,0-1 0 0,12 12 0 0,-12-12-1 0,0 12 0 0,-11 0 2 0,-49 35-2 0,47 1 1 0,14-12 0 0,11 0-1 0,0-12-17 0,11-12-13 0,25 0-47 0</inkml:trace>
  <inkml:trace contextRef="#ctx0" brushRef="#br0">14850 15144 31 0,'0'-11'12'0,"11"-12"22"0,-11-2-3 0,-11 25-17 0,-37 0-7 0,-11 72 1 0,11-1-3 0,24 12-4 0,24-11-2 0,36-24 2 0,35-25 0 0,12-11-1 0,25-47-2 0,-1-37-1 0,12-11-1 0,-24-1 4 0,-35 49 1 0,-48 11 0 0,-12 24 1 0,-12 11-1 0,-12 26 0 0,0 10-2 0,24 13 2 0,12-12-2 0,24-14 0 0,24-9 1 0,-13-13 1 0,-23-36 0 0,0-12 0 0,-24 0 0 0,0-10-1 0,-12-27 1 0,-24 14-1 0,-11 47 2 0,-1 12-4 0,12 36-12 0,60 11-43 0,0-11-7 0</inkml:trace>
  <inkml:trace contextRef="#ctx0" brushRef="#br0">15898 15288 18 0,'24'-23'9'0,"11"-2"8"0,-24 0-6 0,2 2-4 0,-13 0 5 0,-13-2 3 0,-23 14-3 0,-34 47-6 0,-1 23-5 0,10 12-2 0,50-11 1 0,47-24 2 0,35-36 0 0,1-48 0 0,-2-23 0 0,-9-48 0 0,-26-60-2 0,-24 12 0 0,-22 60 1 0,0 95-2 0,-13 49 1 0,-1 93 0 0,2 25 0 0,46 0-1 0,37-36 1 0,48-71 2 0,23-25 0 0,0-59 0 0,-24-59 1 0,-47-12-1 0,-60 83-1 0,-60 37 4 0,11 58-2 0,49 24-2 0,49-35 1 0,34-26-1 0,-11-21-5 0,-13-13-16 0,-35-24-53 0,-12 24 38 0</inkml:trace>
  <inkml:trace contextRef="#ctx0" brushRef="#br0">17696 15240 13 0,'12'-59'10'0,"24"-49"6"0,-2-10-4 0,2 10-3 0,-23 49 8 0,-13 59-3 0,-13 83-5 0,-23 48-6 0,36 11-2 0,36-10 0 0,25-61 0 0,10-59 2 0,36-60-4 0,-24-59 0 0,-11-59-3 0,-24-1 3 0,-38 72 2 0,-20 71 7 0,-2 35-6 0,-24 97 0 0,12 23 0 0,12-12-1 0,0-25 1 0,0-57 0 0,12-24 3 0,24-63 0 0,24-32-3 0,-12 46-1 0,-1 49-3 0,12 34 2 0,13 11 0 0,36-45 0 0,23-37 2 0,-24-47-1 0,-59-2 0 0,-36 73-1 0,-36 50 2 0,11 32-2 0,74-22 1 0,22-24-7 0,-35-36-27 0,-72-12-59 0</inkml:trace>
  <inkml:trace contextRef="#ctx0" brushRef="#br0">17397 14955 93 0,'-46'0'4'0,"117"-13"7"0,167-34-6 0,168-1-55 0,-324 48 4 0</inkml:trace>
  <inkml:trace contextRef="#ctx0" brushRef="#br0">19280 15240 132 0,'0'0'0'0,"-12"-25"3"0,83-9 17 0,60-14-15 0,-13-12 0 0,-81-11 1 0,-61 24 8 0,-59 22-4 0,-1 50-4 0,13 58-4 0,47 0 1 0,35 0-1 0,61-11 0 0,24-37 0 0,35-35-15 0,-13-23-42 0,-34-25-15 0,-61 12 31 0,-34 1 75 0,11-24 2 0,11 22 7 0,25 24-22 0,12 74-13 0,-12 10-5 0,-24-11-2 0,-24-24 0 0,0-36 5 0,0-60-6 0,60-24-2 0,35 13-14 0,1 58-9 0,-37 26 7 0,-11-1 12 0,-13-12 5 0,13 0 17 0,0 0-6 0,1 59-8 0,-26 1-2 0,-11-12-1 0,-24-24 3 0,24-48 2 0,13-36-5 0,57-11-3 0,26 23-3 0,-1 35 1 0,-35 3 4 0,-36 20 0 0,-1-10 2 0,13 13-1 0,0 24-1 0,11-14 0 0,-23 1 0 0,-24-12 0 0,12-12 1 0,-24-25-1 0,-24-34 1 0,1 12 0 0,35 35 0 0,47 0-2 0,83 12-3 0,-10 12-2 0,-72 22 2 0,-48 39 4 0,-25-37 6 0,25-36 9 0,61-48-13 0,10 0-8 0,-11 13-15 0,-25 35 5 0,-23 0 15 0,36-12-25 0,-36 12-67 0</inkml:trace>
  <inkml:trace contextRef="#ctx0" brushRef="#br0">6586 17216 46 0,'-24'0'6'0,"-48"-12"30"0,37 1 11 0,35 11-37 0,35 0-6 0,84 11 0 0,47 1-2 0,38-12 1 0,-38 0-1 0,-35 0 1 0,-59-12-2 0,-49 12 4 0,-23 0-17 0,-11-47-74 0,-1 47 32 0</inkml:trace>
  <inkml:trace contextRef="#ctx0" brushRef="#br0">6979 16907 68 0,'0'0'0'0,"-36"-24"27"0,11 12 12 0,25 12-29 0,25 36-5 0,46 12 0 0,35-1-1 0,15 0-2 0,-27 13 1 0,-34 1 1 0,-60 10 12 0,-71 0-1 0,-61 36-6 0,-10-25-4 0,71-32 13 0,23-27-18 0,48-23 1 0,0 0-67 0,23-12-70 0</inkml:trace>
  <inkml:trace contextRef="#ctx0" brushRef="#br0">22566 3680 51 0,'0'-13'5'0,"-13"-24"20"0,13 16-3 0,0 32-5 0,13 24 5 0,-1 49-7 0,-12 12-5 0,-12 9-2 0,-1-21-3 0,13-13 0 0,0-23-1 0,0-25 0 0,25-10-2 0,11-1 3 0,11-12-3 0,13-25-1 0,0 14-1 0,-14-1-1 0,3-11-2 0,-25 11-18 0,-12-12-36 0,-24 1-28 0,12 10 58 0</inkml:trace>
  <inkml:trace contextRef="#ctx0" brushRef="#br0">22697 4001 29 0,'-12'0'8'0,"-48"-11"25"0,49-14-9 0,35 0-16 0,35-9-1 0,1 9-3 0,-13-10-5 0,-11 11-39 0,-24 12-28 0</inkml:trace>
  <inkml:trace contextRef="#ctx0" brushRef="#br0">22589 3774 32 0,'-70'-12'38'0,"33"-11"-10"0,50-13-19 0,58-24-5 0,36 1-4 0,13 0-2 0,11-1-58 0,-85 24 17 0</inkml:trace>
  <inkml:trace contextRef="#ctx0" brushRef="#br0">23113 3274 19 0,'-11'-35'35'0,"-1"24"3"0,-12 11-8 0,0 105 2 0,-12 74-12 0,25 12-13 0,47-36-4 0,35-48-2 0,1-36-6 0,23-59-77 0,-47-24-7 0</inkml:trace>
  <inkml:trace contextRef="#ctx0" brushRef="#br0">23387 3465 29 0,'0'0'10'0,"-11"-11"13"0,11-14-5 0,24 13-7 0,12-12-1 0,-14 24-1 0,3 24 4 0,-25 36-1 0,0-12-4 0,-12-1-4 0,12-23-4 0,36 0 0 0,12 23 0 0,-25 0 0 0,-23 1 4 0,-35-36 9 0,-1 12-8 0,-13-12-15 0,27 0-120 0</inkml:trace>
  <inkml:trace contextRef="#ctx0" brushRef="#br0">23745 3596 53 0,'-13'0'23'0,"13"24"14"0,0 47-6 0,13-11-25 0,11-13-4 0,0-10 0 0,0-37 2 0,11-37 6 0,-35-22-2 0,0 23-1 0,-23 13-4 0,-1 10-3 0,0 13-46 0,24 0-67 0</inkml:trace>
  <inkml:trace contextRef="#ctx0" brushRef="#br0">23757 3620 60 0,'-12'0'11'0,"24"71"33"0,0 23-9 0,0-10-18 0,0-13-5 0,-24-10-5 0,-24-26-7 0,23-10-68 0,2-25-37 0</inkml:trace>
  <inkml:trace contextRef="#ctx0" brushRef="#br0">23971 3346 54 0,'-11'-13'20'0,"11"2"15"0,24 59 1 0,10 47-16 0,-21-12-9 0,23-11-7 0,-1-49-2 0,1-11-1 0,12-58 2 0,-12-51-1 0,-25 2 1 0,-45 24 2 0,-15 47-2 0,1 24-2 0,25 24-68 0,23-12-40 0</inkml:trace>
  <inkml:trace contextRef="#ctx0" brushRef="#br0">24329 2847 118 0,'12'11'1'0,"59"108"34"0,12 71 1 0,-23 13-25 0,-48 11-8 0,-48-13-54 0,0-105-82 0</inkml:trace>
  <inkml:trace contextRef="#ctx0" brushRef="#br0">23079 4834 25 0,'0'-11'10'0,"-24"-14"11"0,0 13 11 0,-12 83-10 0,0 50-9 0,11 34-5 0,38-25-6 0,46-59-2 0,25-46 1 0,0-62 2 0,-25-70 0 0,-47-25 0 0,-12 98 1 0,0 45 0 0,0 62 2 0,12-2-4 0,12-12-3 0,12 0-38 0,-25-22-66 0</inkml:trace>
  <inkml:trace contextRef="#ctx0" brushRef="#br0">23102 5179 57 0,'0'0'0'0,"-23"-12"38"0,46-11-18 0,60-38-17 0,26-10-54 0,-63 60-7 0</inkml:trace>
  <inkml:trace contextRef="#ctx0" brushRef="#br0">23698 4501 60 0,'-25'-12'10'0,"14"-1"31"0,-25 84-16 0,12 84-9 0,24 13-11 0,48-26-5 0,34-46 1 0,25-60-6 0,-35-26-70 0,-47-56 0 0</inkml:trace>
  <inkml:trace contextRef="#ctx0" brushRef="#br0">23864 4679 35 0,'0'0'8'0,"-25"-36"12"0,38 1 4 0,23 11-9 0,0 12-5 0,-24 12-3 0,12 25 1 0,-24 33 0 0,0-11-4 0,0-10-4 0,71-13 0 0,0-1-1 0,-23 14 1 0,-36 10 7 0,-72 0 9 0,-11-11-13 0,47-24-45 0,35-12-72 0</inkml:trace>
  <inkml:trace contextRef="#ctx0" brushRef="#br0">24412 4857 74 0,'0'13'11'0,"-13"82"35"0,-10 0-16 0,10-22-27 0,-9-27-20 0,10-21-121 0</inkml:trace>
  <inkml:trace contextRef="#ctx0" brushRef="#br0">24471 4608 81 0,'0'0'8'0,"0"23"17"0,-11 37-2 0,46-12-20 0,37-14-2 0,-13-55 5 0,-47-40 6 0,-24-22 2 0,-70 59-9 0,-14 24-33 0,47 0-107 0</inkml:trace>
  <inkml:trace contextRef="#ctx0" brushRef="#br0">24650 4155 80 0,'12'11'12'0,"83"97"31"0,-47 60-4 0,-12-2-29 0,-25-35-11 0,-47 24-32 0,-36-71-102 0</inkml:trace>
  <inkml:trace contextRef="#ctx0" brushRef="#br0">22185 4382 57 0,'-12'-36'5'0,"12"0"3"0,0 24 9 0,-23 24 1 0,-49 60-3 0,-35 59-5 0,35 24-4 0,25-13-5 0,35-11 1 0,37-12-2 0,9-25 0 0,26-44 3 0,35-16-1 0,12-21-2 0,-24-26 2 0,-11-10 1 0,-48 12-2 0,-24 11 3 0,-24-13-2 0,0-24-2 0,-11 16 0 0,-1 8 2 0,25 13-2 0,11 0-1 0,11 24 0 0,25-1 1 0,11 1 1 0,-11 0 1 0,0 12 1 0,-24-12 5 0,-36 10 0 0,-60 39-4 0,-35-25-14 0,36-25-91 0,70-23 48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7" name="Google Shape;2977;p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8" name="Google Shape;2978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3" name="Google Shape;2983;p3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4" name="Google Shape;298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1" name="Google Shape;2991;p3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2" name="Google Shape;299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8" name="Google Shape;299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999" name="Google Shape;2999;p3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438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3000" name="Google Shape;3000;p3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Lecture-1</a:t>
            </a:r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01" name="Google Shape;3001;p39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7" name="Google Shape;300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008" name="Google Shape;3008;p4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9" name="Google Shape;3009;p4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4" name="Google Shape;301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015" name="Google Shape;3015;p4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6" name="Google Shape;3016;p4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028" name="Google Shape;3028;p4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9" name="Google Shape;3029;p4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4" name="Google Shape;3034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035" name="Google Shape;3035;p4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6" name="Google Shape;3036;p43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3" name="Google Shape;3043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044" name="Google Shape;3044;p4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5" name="Google Shape;3045;p44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" name="Google Shape;3051;p4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2" name="Google Shape;3052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3" name="Google Shape;3053;p4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example shows that noise can lead to overfitting. 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Overfitting without noise is also possible, especially when classifcation decision on the leafs are based on few examples. Uniform classification may be a coincidence.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This is a potential cause of overfitting.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Overfitting is a significant problem for DT, reducing the accuracy to 10-25% on many problems.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9" name="Google Shape;3059;p46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0" name="Google Shape;3060;p4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1" name="Google Shape;3061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9" name="Google Shape;3069;p47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0" name="Google Shape;3070;p4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1" name="Google Shape;3071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4" name="Google Shape;3114;p48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5" name="Google Shape;3115;p4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6" name="Google Shape;3116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" name="Google Shape;3133;p49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4" name="Google Shape;3134;p4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5" name="Google Shape;3135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9" name="Google Shape;3159;p5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0" name="Google Shape;3160;p5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1" name="Google Shape;3161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" name="Google Shape;3184;p5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5" name="Google Shape;3185;p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6" name="Google Shape;3186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7" name="Google Shape;3217;p5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8" name="Google Shape;3218;p5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9" name="Google Shape;3219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0" name="Google Shape;3250;p53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1" name="Google Shape;3251;p5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2" name="Google Shape;3252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1" name="Google Shape;3281;p5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2" name="Google Shape;3282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8" name="Google Shape;3298;p5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9" name="Google Shape;3299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4" name="Google Shape;3314;p5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5" name="Google Shape;3315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5" name="Google Shape;3335;p5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6" name="Google Shape;3336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7" name="Google Shape;3357;p5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8" name="Google Shape;3358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1" name="Google Shape;3381;p5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2" name="Google Shape;3382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" name="Google Shape;3399;p6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0" name="Google Shape;3400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6" name="Google Shape;3406;p6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7" name="Google Shape;3407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6" name="Google Shape;3416;p6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7" name="Google Shape;3417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9" name="Google Shape;3429;p6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0" name="Google Shape;3430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9" name="Google Shape;3439;p66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29</a:t>
            </a:fld>
            <a:endParaRPr sz="1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0" name="Google Shape;3440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441" name="Google Shape;3441;p6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r>
              <a:rPr lang="en-US" baseline="30000"/>
              <a:t>-x </a:t>
            </a:r>
            <a:r>
              <a:rPr lang="en-US"/>
              <a:t>= 1/2</a:t>
            </a:r>
            <a:r>
              <a:rPr lang="en-US" baseline="30000"/>
              <a:t>x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9" name="Google Shape;3449;p6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0" name="Google Shape;3450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0" name="Google Shape;3460;p6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1" name="Google Shape;3461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9" name="Google Shape;3469;p6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0" name="Google Shape;3470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9" name="Google Shape;3499;p7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0" name="Google Shape;3500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9" name="Google Shape;3509;p7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0" name="Google Shape;3510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8" name="Google Shape;3478;p7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9" name="Google Shape;3479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92557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5" name="Google Shape;3485;p7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6" name="Google Shape;3486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86924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" name="Google Shape;3491;p7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2" name="Google Shape;3492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519272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6" name="Google Shape;3516;p7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7" name="Google Shape;3517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" name="Google Shape;3522;p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3" name="Google Shape;3523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8" name="Google Shape;3528;p8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9" name="Google Shape;3529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2.xml" 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2.xml" 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3.xml" 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5.xml" 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5.xml" 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7.xml" 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7.xml" 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8.xml" 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8.xml" 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9.xml" 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9.xml" 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0.xml" 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0.xml" 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0.xml" 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0.xml" 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0.xml" 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0.xml" 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0.xml" 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0.xml" 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1.xml" 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2.xml" 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1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8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" name="Google Shape;18;p82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" name="Google Shape;19;p82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" name="Google Shape;20;p82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82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2" name="Google Shape;22;p82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23" name="Google Shape;23;p8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8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" name="Google Shape;25;p82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" name="Google Shape;26;p82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" name="Google Shape;27;p82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82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9" name="Google Shape;29;p82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30" name="Google Shape;30;p82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82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34" name="Google Shape;34;p83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35" name="Google Shape;35;p83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" name="Google Shape;36;p83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" name="Google Shape;37;p83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38" name="Google Shape;38;p83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" name="Google Shape;39;p8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40" name="Google Shape;40;p8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8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2" name="Google Shape;42;p8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3" name="Google Shape;43;p8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4" name="Google Shape;44;p8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" name="Google Shape;45;p8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6" name="Google Shape;46;p8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47" name="Google Shape;47;p83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3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" name="Google Shape;52;p13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" name="Google Shape;53;p13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4" name="Google Shape;54;p13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56" name="Google Shape;56;p13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57" name="Google Shape;57;p134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5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5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1" name="Google Shape;61;p135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" name="Google Shape;63;p135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" name="Google Shape;64;p135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" name="Google Shape;65;p135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66" name="Google Shape;66;p135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67" name="Google Shape;67;p135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36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13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1" name="Google Shape;71;p13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2" name="Google Shape;72;p13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3" name="Google Shape;73;p13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4" name="Google Shape;74;p13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75" name="Google Shape;75;p13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6" name="Google Shape;76;p13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7" name="Google Shape;77;p13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78" name="Google Shape;78;p13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79" name="Google Shape;79;p1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0" name="Google Shape;80;p136"/>
          <p:cNvSpPr txBox="1">
            <a:spLocks noGrp="1"/>
          </p:cNvSpPr>
          <p:nvPr>
            <p:ph type="body" idx="2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1" name="Google Shape;81;p136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3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4" name="Google Shape;84;p13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5" name="Google Shape;85;p13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6" name="Google Shape;86;p13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7" name="Google Shape;87;p13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8" name="Google Shape;88;p13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" name="Google Shape;89;p13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0" name="Google Shape;90;p13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91" name="Google Shape;91;p137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sp>
        <p:nvSpPr>
          <p:cNvPr id="93" name="Google Shape;93;p137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4" name="Google Shape;94;p137"/>
          <p:cNvSpPr txBox="1">
            <a:spLocks noGrp="1"/>
          </p:cNvSpPr>
          <p:nvPr>
            <p:ph type="body" idx="2"/>
          </p:nvPr>
        </p:nvSpPr>
        <p:spPr>
          <a:xfrm>
            <a:off x="457200" y="2362199"/>
            <a:ext cx="4040188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5" name="Google Shape;95;p137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5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6" name="Google Shape;96;p137"/>
          <p:cNvSpPr txBox="1">
            <a:spLocks noGrp="1"/>
          </p:cNvSpPr>
          <p:nvPr>
            <p:ph type="body" idx="4"/>
          </p:nvPr>
        </p:nvSpPr>
        <p:spPr>
          <a:xfrm>
            <a:off x="4645025" y="2362199"/>
            <a:ext cx="4041775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7" name="Google Shape;97;p137"/>
          <p:cNvSpPr txBox="1">
            <a:spLocks noGrp="1"/>
          </p:cNvSpPr>
          <p:nvPr>
            <p:ph type="body" idx="5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3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00" name="Google Shape;100;p13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" name="Google Shape;101;p13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2" name="Google Shape;102;p13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3" name="Google Shape;103;p13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4" name="Google Shape;104;p13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5" name="Google Shape;105;p13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6" name="Google Shape;106;p13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07" name="Google Shape;107;p13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sp>
        <p:nvSpPr>
          <p:cNvPr id="109" name="Google Shape;109;p138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3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2" name="Google Shape;112;p13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3" name="Google Shape;113;p13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4" name="Google Shape;114;p13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15" name="Google Shape;115;p13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6" name="Google Shape;116;p13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7" name="Google Shape;117;p13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8" name="Google Shape;118;p13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19" name="Google Shape;119;p139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21" name="Google Shape;121;p139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2" name="Google Shape;122;p139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139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4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6" name="Google Shape;126;p14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7" name="Google Shape;127;p14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8" name="Google Shape;128;p14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9" name="Google Shape;129;p14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0" name="Google Shape;130;p14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" name="Google Shape;131;p14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2" name="Google Shape;132;p14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33" name="Google Shape;133;p14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35" name="Google Shape;135;p140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40"/>
          <p:cNvSpPr>
            <a:spLocks noGrp="1"/>
          </p:cNvSpPr>
          <p:nvPr>
            <p:ph type="pic" idx="2"/>
          </p:nvPr>
        </p:nvSpPr>
        <p:spPr>
          <a:xfrm>
            <a:off x="1792288" y="1828800"/>
            <a:ext cx="5486400" cy="3429000"/>
          </a:xfrm>
          <a:prstGeom prst="rect">
            <a:avLst/>
          </a:prstGeom>
          <a:solidFill>
            <a:schemeClr val="lt1"/>
          </a:solidFill>
          <a:ln w="57150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140"/>
          <p:cNvSpPr txBox="1">
            <a:spLocks noGrp="1"/>
          </p:cNvSpPr>
          <p:nvPr>
            <p:ph type="body" idx="1"/>
          </p:nvPr>
        </p:nvSpPr>
        <p:spPr>
          <a:xfrm>
            <a:off x="1792288" y="57118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8" name="Google Shape;138;p140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4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1" name="Google Shape;141;p14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2" name="Google Shape;142;p14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3" name="Google Shape;143;p14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4" name="Google Shape;144;p14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45" name="Google Shape;145;p14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6" name="Google Shape;146;p14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7" name="Google Shape;147;p14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48" name="Google Shape;148;p141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50" name="Google Shape;150;p14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4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42"/>
          <p:cNvGrpSpPr/>
          <p:nvPr/>
        </p:nvGrpSpPr>
        <p:grpSpPr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154" name="Google Shape;154;p142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5" name="Google Shape;155;p142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6" name="Google Shape;156;p142"/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57" name="Google Shape;157;p142" descr="Picture 7.png"/>
          <p:cNvPicPr preferRelativeResize="0"/>
          <p:nvPr/>
        </p:nvPicPr>
        <p:blipFill rotWithShape="1">
          <a:blip r:embed="rId2">
            <a:alphaModFix/>
          </a:blip>
          <a:srcRect l="5336" t="1923"/>
          <a:stretch/>
        </p:blipFill>
        <p:spPr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42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9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59" name="Google Shape;159;p142"/>
          <p:cNvSpPr txBox="1">
            <a:spLocks noGrp="1"/>
          </p:cNvSpPr>
          <p:nvPr>
            <p:ph type="body" idx="1"/>
          </p:nvPr>
        </p:nvSpPr>
        <p:spPr>
          <a:xfrm rot="5400000">
            <a:off x="1303338" y="2968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142"/>
          <p:cNvSpPr txBox="1">
            <a:spLocks noGrp="1"/>
          </p:cNvSpPr>
          <p:nvPr>
            <p:ph type="body" idx="2"/>
          </p:nvPr>
        </p:nvSpPr>
        <p:spPr>
          <a:xfrm rot="5400000">
            <a:off x="5410200" y="2743200"/>
            <a:ext cx="5867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4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4" name="Google Shape;164;p14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5" name="Google Shape;165;p143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6" name="Google Shape;166;p143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43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68" name="Google Shape;168;p143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69" name="Google Shape;169;p143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143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5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183" name="Google Shape;183;p85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184" name="Google Shape;184;p8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8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8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7" name="Google Shape;187;p85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" name="Google Shape;188;p85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89" name="Google Shape;189;p8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8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8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p85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93" name="Google Shape;193;p8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8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8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85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7" name="Google Shape;197;p8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0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70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0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0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170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70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05" name="Google Shape;205;p17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206" name="Google Shape;206;p170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71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1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1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171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71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14" name="Google Shape;214;p171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215" name="Google Shape;215;p17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71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1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1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171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71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21" name="Google Shape;221;p171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222" name="Google Shape;222;p171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3" name="Google Shape;223;p171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172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72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172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72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2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2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2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32" name="Google Shape;232;p172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233" name="Google Shape;233;p172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36" name="Google Shape;236;p173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237" name="Google Shape;237;p173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73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73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0" name="Google Shape;240;p173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1" name="Google Shape;241;p17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42" name="Google Shape;242;p17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7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7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5" name="Google Shape;245;p17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46" name="Google Shape;246;p17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7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7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" name="Google Shape;249;p173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0" name="Google Shape;250;p17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174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174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54" name="Google Shape;254;p17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7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7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7" name="Google Shape;257;p174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58" name="Google Shape;258;p17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7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7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p17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262" name="Google Shape;262;p17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63" name="Google Shape;263;p174"/>
          <p:cNvSpPr txBox="1">
            <a:spLocks noGrp="1"/>
          </p:cNvSpPr>
          <p:nvPr>
            <p:ph type="body" idx="2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64" name="Google Shape;264;p174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175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67" name="Google Shape;267;p17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7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7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" name="Google Shape;270;p175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71" name="Google Shape;271;p17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7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7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74" name="Google Shape;274;p175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75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sp>
        <p:nvSpPr>
          <p:cNvPr id="276" name="Google Shape;276;p175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77" name="Google Shape;277;p175"/>
          <p:cNvSpPr txBox="1">
            <a:spLocks noGrp="1"/>
          </p:cNvSpPr>
          <p:nvPr>
            <p:ph type="body" idx="2"/>
          </p:nvPr>
        </p:nvSpPr>
        <p:spPr>
          <a:xfrm>
            <a:off x="457200" y="2362199"/>
            <a:ext cx="4040188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78" name="Google Shape;278;p175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5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79" name="Google Shape;279;p175"/>
          <p:cNvSpPr txBox="1">
            <a:spLocks noGrp="1"/>
          </p:cNvSpPr>
          <p:nvPr>
            <p:ph type="body" idx="4"/>
          </p:nvPr>
        </p:nvSpPr>
        <p:spPr>
          <a:xfrm>
            <a:off x="4645025" y="2362199"/>
            <a:ext cx="4041775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80" name="Google Shape;280;p175"/>
          <p:cNvSpPr txBox="1">
            <a:spLocks noGrp="1"/>
          </p:cNvSpPr>
          <p:nvPr>
            <p:ph type="body" idx="5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17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83" name="Google Shape;283;p17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7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7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6" name="Google Shape;286;p17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87" name="Google Shape;287;p17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7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7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0" name="Google Shape;290;p176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7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sp>
        <p:nvSpPr>
          <p:cNvPr id="292" name="Google Shape;292;p176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17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95" name="Google Shape;295;p17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7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7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8" name="Google Shape;298;p17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99" name="Google Shape;299;p17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7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7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2" name="Google Shape;302;p177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7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304" name="Google Shape;304;p177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05" name="Google Shape;305;p177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06" name="Google Shape;306;p177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17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09" name="Google Shape;309;p1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2" name="Google Shape;312;p17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313" name="Google Shape;313;p1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6" name="Google Shape;316;p17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7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318" name="Google Shape;318;p178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178"/>
          <p:cNvSpPr>
            <a:spLocks noGrp="1"/>
          </p:cNvSpPr>
          <p:nvPr>
            <p:ph type="pic" idx="2"/>
          </p:nvPr>
        </p:nvSpPr>
        <p:spPr>
          <a:xfrm>
            <a:off x="1792288" y="1828800"/>
            <a:ext cx="5486400" cy="3429000"/>
          </a:xfrm>
          <a:prstGeom prst="rect">
            <a:avLst/>
          </a:prstGeom>
          <a:solidFill>
            <a:schemeClr val="lt1"/>
          </a:solidFill>
          <a:ln w="57150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p178"/>
          <p:cNvSpPr txBox="1">
            <a:spLocks noGrp="1"/>
          </p:cNvSpPr>
          <p:nvPr>
            <p:ph type="body" idx="1"/>
          </p:nvPr>
        </p:nvSpPr>
        <p:spPr>
          <a:xfrm>
            <a:off x="1792288" y="57118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21" name="Google Shape;321;p178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17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24" name="Google Shape;324;p17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7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7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17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328" name="Google Shape;328;p17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7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17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31" name="Google Shape;331;p179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7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333" name="Google Shape;333;p17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4" name="Google Shape;334;p17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180"/>
          <p:cNvGrpSpPr/>
          <p:nvPr/>
        </p:nvGrpSpPr>
        <p:grpSpPr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337" name="Google Shape;337;p180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80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80"/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40" name="Google Shape;340;p180" descr="Picture 7.png"/>
          <p:cNvPicPr preferRelativeResize="0"/>
          <p:nvPr/>
        </p:nvPicPr>
        <p:blipFill rotWithShape="1">
          <a:blip r:embed="rId2">
            <a:alphaModFix/>
          </a:blip>
          <a:srcRect l="5336" t="1923"/>
          <a:stretch/>
        </p:blipFill>
        <p:spPr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80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9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342" name="Google Shape;342;p180"/>
          <p:cNvSpPr txBox="1">
            <a:spLocks noGrp="1"/>
          </p:cNvSpPr>
          <p:nvPr>
            <p:ph type="body" idx="1"/>
          </p:nvPr>
        </p:nvSpPr>
        <p:spPr>
          <a:xfrm rot="5400000">
            <a:off x="1303338" y="2968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3" name="Google Shape;343;p180"/>
          <p:cNvSpPr txBox="1">
            <a:spLocks noGrp="1"/>
          </p:cNvSpPr>
          <p:nvPr>
            <p:ph type="body" idx="2"/>
          </p:nvPr>
        </p:nvSpPr>
        <p:spPr>
          <a:xfrm rot="5400000">
            <a:off x="5410200" y="2743200"/>
            <a:ext cx="5867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8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81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1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81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181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81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351" name="Google Shape;351;p181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352" name="Google Shape;352;p181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181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8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18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18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8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372" name="Google Shape;372;p87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373" name="Google Shape;373;p87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4" name="Google Shape;374;p87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5" name="Google Shape;375;p8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376" name="Google Shape;376;p87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7" name="Google Shape;377;p8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378" name="Google Shape;378;p8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9" name="Google Shape;379;p8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0" name="Google Shape;380;p8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81" name="Google Shape;381;p8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82" name="Google Shape;382;p8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3" name="Google Shape;383;p8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4" name="Google Shape;384;p8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385" name="Google Shape;385;p87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6" name="Google Shape;386;p8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89" name="Google Shape;389;p1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90" name="Google Shape;390;p1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91" name="Google Shape;391;p1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4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94" name="Google Shape;394;p14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5" name="Google Shape;395;p1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96" name="Google Shape;396;p1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97" name="Google Shape;397;p1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46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0" name="Google Shape;400;p14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1" name="Google Shape;401;p146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02" name="Google Shape;402;p146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47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5" name="Google Shape;405;p14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6" name="Google Shape;406;p147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07" name="Google Shape;407;p147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48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10" name="Google Shape;410;p14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1" name="Google Shape;411;p148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12" name="Google Shape;412;p148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4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15" name="Google Shape;415;p14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6" name="Google Shape;416;p1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17" name="Google Shape;417;p1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18" name="Google Shape;418;p1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5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1" name="Google Shape;421;p15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2" name="Google Shape;422;p15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3" name="Google Shape;423;p1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24" name="Google Shape;424;p1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25" name="Google Shape;425;p15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5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8" name="Google Shape;428;p15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9" name="Google Shape;429;p15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30" name="Google Shape;430;p15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1" name="Google Shape;431;p15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32" name="Google Shape;432;p1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33" name="Google Shape;433;p1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34" name="Google Shape;434;p1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5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37" name="Google Shape;437;p15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38" name="Google Shape;438;p15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5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41" name="Google Shape;441;p15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42" name="Google Shape;442;p15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43" name="Google Shape;443;p1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44" name="Google Shape;444;p1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45" name="Google Shape;445;p1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5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48" name="Google Shape;448;p15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15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50" name="Google Shape;450;p1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51" name="Google Shape;451;p15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52" name="Google Shape;452;p15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5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55" name="Google Shape;455;p15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6" name="Google Shape;456;p1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57" name="Google Shape;457;p15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58" name="Google Shape;458;p15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5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61" name="Google Shape;461;p15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2" name="Google Shape;462;p1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63" name="Google Shape;463;p1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64" name="Google Shape;464;p1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6" name="Google Shape;746;p1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7" name="Google Shape;747;p1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8" name="Google Shape;748;p1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1" name="Google Shape;751;p1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2" name="Google Shape;752;p12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3" name="Google Shape;753;p1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4" name="Google Shape;754;p1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5" name="Google Shape;755;p1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219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8" name="Google Shape;758;p219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9" name="Google Shape;759;p2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0" name="Google Shape;760;p2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1" name="Google Shape;761;p2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20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4" name="Google Shape;764;p220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65" name="Google Shape;765;p220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6" name="Google Shape;766;p220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67" name="Google Shape;767;p220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8" name="Google Shape;768;p2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9" name="Google Shape;769;p2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0" name="Google Shape;770;p2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2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3" name="Google Shape;773;p2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4" name="Google Shape;774;p2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5" name="Google Shape;775;p2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2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8" name="Google Shape;778;p2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9" name="Google Shape;779;p2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223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2" name="Google Shape;782;p223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83" name="Google Shape;783;p223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4" name="Google Shape;784;p2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5" name="Google Shape;785;p2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6" name="Google Shape;786;p2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224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9" name="Google Shape;789;p224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90" name="Google Shape;790;p224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91" name="Google Shape;791;p2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2" name="Google Shape;792;p2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3" name="Google Shape;793;p2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2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6" name="Google Shape;796;p2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7" name="Google Shape;797;p2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8" name="Google Shape;798;p2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9" name="Google Shape;799;p2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2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2" name="Google Shape;802;p2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3" name="Google Shape;803;p2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4" name="Google Shape;804;p2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5" name="Google Shape;805;p2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and Content">
  <p:cSld name="9_Title and Content"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118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7" name="Google Shape;927;p118"/>
          <p:cNvSpPr txBox="1"/>
          <p:nvPr/>
        </p:nvSpPr>
        <p:spPr>
          <a:xfrm>
            <a:off x="3276600" y="6596391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grpSp>
        <p:nvGrpSpPr>
          <p:cNvPr id="928" name="Google Shape;928;p118"/>
          <p:cNvGrpSpPr/>
          <p:nvPr/>
        </p:nvGrpSpPr>
        <p:grpSpPr>
          <a:xfrm>
            <a:off x="2083888" y="6550673"/>
            <a:ext cx="7060112" cy="48665"/>
            <a:chOff x="2083888" y="6550671"/>
            <a:chExt cx="7060112" cy="48665"/>
          </a:xfrm>
        </p:grpSpPr>
        <p:sp>
          <p:nvSpPr>
            <p:cNvPr id="929" name="Google Shape;929;p118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Tahoma"/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118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Tahoma"/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118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Tahoma"/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32" name="Google Shape;932;p11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3" name="Google Shape;933;p118"/>
          <p:cNvGrpSpPr/>
          <p:nvPr/>
        </p:nvGrpSpPr>
        <p:grpSpPr>
          <a:xfrm>
            <a:off x="2133600" y="6558114"/>
            <a:ext cx="7010400" cy="45719"/>
            <a:chOff x="1905000" y="6553200"/>
            <a:chExt cx="7010400" cy="45719"/>
          </a:xfrm>
        </p:grpSpPr>
        <p:sp>
          <p:nvSpPr>
            <p:cNvPr id="934" name="Google Shape;934;p11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Tahoma"/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11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Tahoma"/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118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Tahoma"/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7" name="Google Shape;937;p118"/>
          <p:cNvGrpSpPr/>
          <p:nvPr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938" name="Google Shape;938;p11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Tahoma"/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11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Tahoma"/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118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Tahoma"/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1" name="Google Shape;941;p11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2" name="Google Shape;942;p118"/>
          <p:cNvSpPr txBox="1">
            <a:spLocks noGrp="1"/>
          </p:cNvSpPr>
          <p:nvPr>
            <p:ph type="body" idx="3"/>
          </p:nvPr>
        </p:nvSpPr>
        <p:spPr>
          <a:xfrm>
            <a:off x="4495800" y="6363741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3" name="Google Shape;943;p118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44" name="Google Shape;944;p118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45" name="Google Shape;945;p118"/>
          <p:cNvSpPr txBox="1">
            <a:spLocks noGrp="1"/>
          </p:cNvSpPr>
          <p:nvPr>
            <p:ph type="sldNum" idx="12"/>
          </p:nvPr>
        </p:nvSpPr>
        <p:spPr>
          <a:xfrm>
            <a:off x="7010400" y="610155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and Content">
  <p:cSld name="8_Title and Content"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119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8" name="Google Shape;948;p119"/>
          <p:cNvSpPr txBox="1"/>
          <p:nvPr/>
        </p:nvSpPr>
        <p:spPr>
          <a:xfrm>
            <a:off x="3276600" y="6596391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grpSp>
        <p:nvGrpSpPr>
          <p:cNvPr id="949" name="Google Shape;949;p119"/>
          <p:cNvGrpSpPr/>
          <p:nvPr/>
        </p:nvGrpSpPr>
        <p:grpSpPr>
          <a:xfrm>
            <a:off x="2083888" y="6550673"/>
            <a:ext cx="7060112" cy="48665"/>
            <a:chOff x="2083888" y="6550671"/>
            <a:chExt cx="7060112" cy="48665"/>
          </a:xfrm>
        </p:grpSpPr>
        <p:sp>
          <p:nvSpPr>
            <p:cNvPr id="950" name="Google Shape;950;p119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Tahoma"/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119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Tahoma"/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119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Tahoma"/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53" name="Google Shape;953;p119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4" name="Google Shape;954;p119"/>
          <p:cNvGrpSpPr/>
          <p:nvPr/>
        </p:nvGrpSpPr>
        <p:grpSpPr>
          <a:xfrm>
            <a:off x="2133600" y="6558114"/>
            <a:ext cx="7010400" cy="45719"/>
            <a:chOff x="1905000" y="6553200"/>
            <a:chExt cx="7010400" cy="45719"/>
          </a:xfrm>
        </p:grpSpPr>
        <p:sp>
          <p:nvSpPr>
            <p:cNvPr id="955" name="Google Shape;955;p1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Tahoma"/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11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Tahoma"/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119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Tahoma"/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8" name="Google Shape;958;p119"/>
          <p:cNvGrpSpPr/>
          <p:nvPr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959" name="Google Shape;959;p1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Tahoma"/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11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Tahoma"/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119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Tahoma"/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2" name="Google Shape;962;p11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3" name="Google Shape;963;p119"/>
          <p:cNvSpPr txBox="1">
            <a:spLocks noGrp="1"/>
          </p:cNvSpPr>
          <p:nvPr>
            <p:ph type="body" idx="3"/>
          </p:nvPr>
        </p:nvSpPr>
        <p:spPr>
          <a:xfrm>
            <a:off x="4495800" y="6363741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4" name="Google Shape;964;p11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65" name="Google Shape;965;p119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66" name="Google Shape;966;p119"/>
          <p:cNvSpPr txBox="1">
            <a:spLocks noGrp="1"/>
          </p:cNvSpPr>
          <p:nvPr>
            <p:ph type="sldNum" idx="12"/>
          </p:nvPr>
        </p:nvSpPr>
        <p:spPr>
          <a:xfrm>
            <a:off x="7010400" y="610155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15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9" name="Google Shape;969;p15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70" name="Google Shape;970;p15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71" name="Google Shape;971;p15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72" name="Google Shape;972;p15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15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5" name="Google Shape;975;p15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76" name="Google Shape;976;p1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77" name="Google Shape;977;p1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78" name="Google Shape;978;p15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5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1" name="Google Shape;981;p15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82" name="Google Shape;982;p15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83" name="Google Shape;983;p1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84" name="Google Shape;984;p15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85" name="Google Shape;985;p15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16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8" name="Google Shape;988;p16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89" name="Google Shape;989;p16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90" name="Google Shape;990;p16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91" name="Google Shape;991;p16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92" name="Google Shape;992;p1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93" name="Google Shape;993;p1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94" name="Google Shape;994;p1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16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7" name="Google Shape;997;p16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98" name="Google Shape;998;p16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99" name="Google Shape;999;p16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6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02" name="Google Shape;1002;p16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03" name="Google Shape;1003;p16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16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6" name="Google Shape;1006;p16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07" name="Google Shape;1007;p16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08" name="Google Shape;1008;p1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09" name="Google Shape;1009;p1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10" name="Google Shape;1010;p1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16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3" name="Google Shape;1013;p16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14" name="Google Shape;1014;p16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15" name="Google Shape;1015;p1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16" name="Google Shape;1016;p1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17" name="Google Shape;1017;p1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16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0" name="Google Shape;1020;p16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1" name="Google Shape;1021;p1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22" name="Google Shape;1022;p1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23" name="Google Shape;1023;p1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16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6" name="Google Shape;1026;p16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7" name="Google Shape;1027;p16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28" name="Google Shape;1028;p1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29" name="Google Shape;1029;p1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and Content">
  <p:cSld name="10_Title and Content"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115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1165" name="Google Shape;1165;p115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1166" name="Google Shape;1166;p11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11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11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69" name="Google Shape;1169;p115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0" name="Google Shape;1170;p115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71" name="Google Shape;1171;p11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1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11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4" name="Google Shape;1174;p115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75" name="Google Shape;1175;p11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" name="Google Shape;1176;p1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" name="Google Shape;1177;p11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8" name="Google Shape;1178;p115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9" name="Google Shape;1179;p11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2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2" name="Google Shape;1182;p22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83" name="Google Shape;1183;p2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84" name="Google Shape;1184;p2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85" name="Google Shape;1185;p2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22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8" name="Google Shape;1188;p22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89" name="Google Shape;1189;p2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90" name="Google Shape;1190;p2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91" name="Google Shape;1191;p2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2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94" name="Google Shape;1194;p2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95" name="Google Shape;1195;p22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96" name="Google Shape;1196;p2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97" name="Google Shape;1197;p2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98" name="Google Shape;1198;p2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2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01" name="Google Shape;1201;p23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2" name="Google Shape;1202;p23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03" name="Google Shape;1203;p23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4" name="Google Shape;1204;p23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05" name="Google Shape;1205;p2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06" name="Google Shape;1206;p2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07" name="Google Shape;1207;p2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2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10" name="Google Shape;1210;p2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11" name="Google Shape;1211;p2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12" name="Google Shape;1212;p2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2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15" name="Google Shape;1215;p2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16" name="Google Shape;1216;p2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23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19" name="Google Shape;1219;p23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20" name="Google Shape;1220;p23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21" name="Google Shape;1221;p2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22" name="Google Shape;1222;p2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23" name="Google Shape;1223;p2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23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6" name="Google Shape;1226;p23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27" name="Google Shape;1227;p23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28" name="Google Shape;1228;p2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29" name="Google Shape;1229;p2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30" name="Google Shape;1230;p2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2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33" name="Google Shape;1233;p23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4" name="Google Shape;1234;p2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35" name="Google Shape;1235;p2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36" name="Google Shape;1236;p2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23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39" name="Google Shape;1239;p23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0" name="Google Shape;1240;p2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41" name="Google Shape;1241;p2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42" name="Google Shape;1242;p2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111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71" name="Google Shape;1471;p1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2" name="Google Shape;1472;p111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73" name="Google Shape;1473;p111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36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76" name="Google Shape;1476;p36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77" name="Google Shape;1477;p3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78" name="Google Shape;1478;p3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79" name="Google Shape;1479;p3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36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82" name="Google Shape;1482;p36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83" name="Google Shape;1483;p3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84" name="Google Shape;1484;p3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85" name="Google Shape;1485;p3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36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88" name="Google Shape;1488;p36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489" name="Google Shape;1489;p36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490" name="Google Shape;1490;p36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91" name="Google Shape;1491;p3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92" name="Google Shape;1492;p3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36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95" name="Google Shape;1495;p36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96" name="Google Shape;1496;p36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497" name="Google Shape;1497;p36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98" name="Google Shape;1498;p36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499" name="Google Shape;1499;p36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00" name="Google Shape;1500;p36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01" name="Google Shape;1501;p36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36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04" name="Google Shape;1504;p36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05" name="Google Shape;1505;p36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06" name="Google Shape;1506;p36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3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09" name="Google Shape;1509;p3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10" name="Google Shape;1510;p3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37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13" name="Google Shape;1513;p37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514" name="Google Shape;1514;p37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515" name="Google Shape;1515;p37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16" name="Google Shape;1516;p37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17" name="Google Shape;1517;p37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37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20" name="Google Shape;1520;p37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521" name="Google Shape;1521;p37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522" name="Google Shape;1522;p37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23" name="Google Shape;1523;p37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24" name="Google Shape;1524;p37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37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27" name="Google Shape;1527;p37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8" name="Google Shape;1528;p37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29" name="Google Shape;1529;p37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30" name="Google Shape;1530;p37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37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33" name="Google Shape;1533;p37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4" name="Google Shape;1534;p37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35" name="Google Shape;1535;p37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36" name="Google Shape;1536;p37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37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9" name="Google Shape;1539;p37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37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37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2" name="Google Shape;1542;p37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543" name="Google Shape;1543;p37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544" name="Google Shape;1544;p37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545" name="Google Shape;1545;p37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6" name="Google Shape;1546;p37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37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37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9" name="Google Shape;1549;p37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550" name="Google Shape;1550;p37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551" name="Google Shape;1551;p37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552" name="Google Shape;1552;p374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3" name="Google Shape;1553;p374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5" name="Google Shape;1555;p375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6" name="Google Shape;1556;p375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7" name="Google Shape;1557;p375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8" name="Google Shape;1558;p37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375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375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375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562" name="Google Shape;1562;p375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563" name="Google Shape;1563;p375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13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1583" name="Google Shape;1583;p133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1584" name="Google Shape;1584;p133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5" name="Google Shape;1585;p133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6" name="Google Shape;1586;p133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87" name="Google Shape;1587;p133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8" name="Google Shape;1588;p13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589" name="Google Shape;1589;p13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0" name="Google Shape;1590;p13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1" name="Google Shape;1591;p13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2" name="Google Shape;1592;p13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93" name="Google Shape;1593;p13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4" name="Google Shape;1594;p13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5" name="Google Shape;1595;p13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6" name="Google Shape;1596;p133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7" name="Google Shape;1597;p13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29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00" name="Google Shape;1600;p29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01" name="Google Shape;1601;p29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02" name="Google Shape;1602;p29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03" name="Google Shape;1603;p29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29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06" name="Google Shape;1606;p29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07" name="Google Shape;1607;p29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08" name="Google Shape;1608;p29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09" name="Google Shape;1609;p29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29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12" name="Google Shape;1612;p29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613" name="Google Shape;1613;p29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614" name="Google Shape;1614;p29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15" name="Google Shape;1615;p29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16" name="Google Shape;1616;p29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29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19" name="Google Shape;1619;p29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20" name="Google Shape;1620;p29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621" name="Google Shape;1621;p29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22" name="Google Shape;1622;p29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623" name="Google Shape;1623;p29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24" name="Google Shape;1624;p29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25" name="Google Shape;1625;p29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29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28" name="Google Shape;1628;p29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29" name="Google Shape;1629;p29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30" name="Google Shape;1630;p29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29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33" name="Google Shape;1633;p29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34" name="Google Shape;1634;p29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29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37" name="Google Shape;1637;p29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638" name="Google Shape;1638;p29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639" name="Google Shape;1639;p29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40" name="Google Shape;1640;p29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41" name="Google Shape;1641;p29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p30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44" name="Google Shape;1644;p30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645" name="Google Shape;1645;p30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646" name="Google Shape;1646;p30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47" name="Google Shape;1647;p30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48" name="Google Shape;1648;p30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30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51" name="Google Shape;1651;p30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2" name="Google Shape;1652;p30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53" name="Google Shape;1653;p30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54" name="Google Shape;1654;p30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30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57" name="Google Shape;1657;p30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8" name="Google Shape;1658;p30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59" name="Google Shape;1659;p30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60" name="Google Shape;1660;p30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2" name="Google Shape;1662;p303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3" name="Google Shape;1663;p30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4" name="Google Shape;1664;p303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5" name="Google Shape;1665;p303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303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p303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p303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669" name="Google Shape;1669;p303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670" name="Google Shape;1670;p303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114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78" name="Google Shape;1578;p1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9" name="Google Shape;1579;p114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80" name="Google Shape;1580;p114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688142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117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85" name="Google Shape;1685;p1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86" name="Google Shape;1686;p117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87" name="Google Shape;1687;p117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34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90" name="Google Shape;1690;p34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91" name="Google Shape;1691;p3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92" name="Google Shape;1692;p3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93" name="Google Shape;1693;p3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34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96" name="Google Shape;1696;p34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97" name="Google Shape;1697;p3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98" name="Google Shape;1698;p3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99" name="Google Shape;1699;p3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3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02" name="Google Shape;1702;p34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703" name="Google Shape;1703;p34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704" name="Google Shape;1704;p3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05" name="Google Shape;1705;p3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06" name="Google Shape;1706;p3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p3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09" name="Google Shape;1709;p34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10" name="Google Shape;1710;p34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711" name="Google Shape;1711;p34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12" name="Google Shape;1712;p34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713" name="Google Shape;1713;p3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14" name="Google Shape;1714;p3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15" name="Google Shape;1715;p3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p3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18" name="Google Shape;1718;p3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19" name="Google Shape;1719;p3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20" name="Google Shape;1720;p3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3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23" name="Google Shape;1723;p3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24" name="Google Shape;1724;p3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p34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27" name="Google Shape;1727;p34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728" name="Google Shape;1728;p34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729" name="Google Shape;1729;p3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30" name="Google Shape;1730;p3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31" name="Google Shape;1731;p3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34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34" name="Google Shape;1734;p34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735" name="Google Shape;1735;p34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736" name="Google Shape;1736;p3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37" name="Google Shape;1737;p3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38" name="Google Shape;1738;p3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3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41" name="Google Shape;1741;p34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2" name="Google Shape;1742;p3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43" name="Google Shape;1743;p3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44" name="Google Shape;1744;p3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34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47" name="Google Shape;1747;p34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8" name="Google Shape;1748;p3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49" name="Google Shape;1749;p3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50" name="Google Shape;1750;p3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350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3" name="Google Shape;1753;p350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4" name="Google Shape;1754;p350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350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6" name="Google Shape;1756;p350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p350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758" name="Google Shape;1758;p35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759" name="Google Shape;1759;p350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0" name="Google Shape;1760;p350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1" name="Google Shape;1761;p350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2" name="Google Shape;1762;p350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3" name="Google Shape;1763;p350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764" name="Google Shape;1764;p350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765" name="Google Shape;1765;p35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766" name="Google Shape;1766;p350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67" name="Google Shape;1767;p350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9" name="Google Shape;1769;p351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0" name="Google Shape;1770;p351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1" name="Google Shape;1771;p351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2" name="Google Shape;1772;p351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3" name="Google Shape;1773;p351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4" name="Google Shape;1774;p351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5" name="Google Shape;1775;p351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776" name="Google Shape;1776;p351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777" name="Google Shape;1777;p351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and Content">
  <p:cSld name="8_Title and Content">
    <p:spTree>
      <p:nvGrpSpPr>
        <p:cNvPr id="1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p121"/>
          <p:cNvSpPr txBox="1">
            <a:spLocks noGrp="1"/>
          </p:cNvSpPr>
          <p:nvPr>
            <p:ph type="body" idx="1"/>
          </p:nvPr>
        </p:nvSpPr>
        <p:spPr>
          <a:xfrm>
            <a:off x="304800" y="149384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101141"/>
              </a:buClr>
              <a:buSzPts val="1350"/>
              <a:buFont typeface="Arial"/>
              <a:buNone/>
              <a:defRPr sz="135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2" name="Google Shape;1792;p121"/>
          <p:cNvSpPr txBox="1"/>
          <p:nvPr/>
        </p:nvSpPr>
        <p:spPr>
          <a:xfrm>
            <a:off x="3276600" y="6596393"/>
            <a:ext cx="5867400" cy="187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619"/>
              <a:buFont typeface="Arial"/>
              <a:buNone/>
            </a:pPr>
            <a:r>
              <a:rPr lang="en-US" sz="619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619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grpSp>
        <p:nvGrpSpPr>
          <p:cNvPr id="1793" name="Google Shape;1793;p121"/>
          <p:cNvGrpSpPr/>
          <p:nvPr/>
        </p:nvGrpSpPr>
        <p:grpSpPr>
          <a:xfrm>
            <a:off x="2083888" y="6550675"/>
            <a:ext cx="7060112" cy="48665"/>
            <a:chOff x="2083888" y="6550671"/>
            <a:chExt cx="7060112" cy="48665"/>
          </a:xfrm>
        </p:grpSpPr>
        <p:sp>
          <p:nvSpPr>
            <p:cNvPr id="1794" name="Google Shape;1794;p121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13"/>
                <a:buFont typeface="Tahoma"/>
                <a:buNone/>
              </a:pPr>
              <a:endParaRPr sz="1013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5" name="Google Shape;1795;p121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13"/>
                <a:buFont typeface="Tahoma"/>
                <a:buNone/>
              </a:pPr>
              <a:endParaRPr sz="1013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6" name="Google Shape;1796;p121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13"/>
                <a:buFont typeface="Tahoma"/>
                <a:buNone/>
              </a:pPr>
              <a:endParaRPr sz="1013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97" name="Google Shape;1797;p121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2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8" name="Google Shape;1798;p121"/>
          <p:cNvGrpSpPr/>
          <p:nvPr/>
        </p:nvGrpSpPr>
        <p:grpSpPr>
          <a:xfrm>
            <a:off x="2133600" y="6558116"/>
            <a:ext cx="7010400" cy="45719"/>
            <a:chOff x="1905000" y="6553200"/>
            <a:chExt cx="7010400" cy="45719"/>
          </a:xfrm>
        </p:grpSpPr>
        <p:sp>
          <p:nvSpPr>
            <p:cNvPr id="1799" name="Google Shape;1799;p12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13"/>
                <a:buFont typeface="Tahoma"/>
                <a:buNone/>
              </a:pPr>
              <a:endParaRPr sz="1013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0" name="Google Shape;1800;p1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13"/>
                <a:buFont typeface="Tahoma"/>
                <a:buNone/>
              </a:pPr>
              <a:endParaRPr sz="1013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1" name="Google Shape;1801;p121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13"/>
                <a:buFont typeface="Tahoma"/>
                <a:buNone/>
              </a:pPr>
              <a:endParaRPr sz="1013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2" name="Google Shape;1802;p121"/>
          <p:cNvGrpSpPr/>
          <p:nvPr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1803" name="Google Shape;1803;p12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13"/>
                <a:buFont typeface="Tahoma"/>
                <a:buNone/>
              </a:pPr>
              <a:endParaRPr sz="1013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4" name="Google Shape;1804;p1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13"/>
                <a:buFont typeface="Tahoma"/>
                <a:buNone/>
              </a:pPr>
              <a:endParaRPr sz="1013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5" name="Google Shape;1805;p121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13"/>
                <a:buFont typeface="Tahoma"/>
                <a:buNone/>
              </a:pPr>
              <a:endParaRPr sz="1013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6" name="Google Shape;1806;p12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25"/>
              <a:buNone/>
              <a:defRPr sz="2025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7" name="Google Shape;1807;p121"/>
          <p:cNvSpPr txBox="1">
            <a:spLocks noGrp="1"/>
          </p:cNvSpPr>
          <p:nvPr>
            <p:ph type="body" idx="3"/>
          </p:nvPr>
        </p:nvSpPr>
        <p:spPr>
          <a:xfrm>
            <a:off x="4495800" y="6363741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8" name="Google Shape;1808;p121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09" name="Google Shape;1809;p121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10" name="Google Shape;1810;p121"/>
          <p:cNvSpPr txBox="1">
            <a:spLocks noGrp="1"/>
          </p:cNvSpPr>
          <p:nvPr>
            <p:ph type="sldNum" idx="12"/>
          </p:nvPr>
        </p:nvSpPr>
        <p:spPr>
          <a:xfrm>
            <a:off x="7010400" y="610155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237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13" name="Google Shape;1813;p23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14" name="Google Shape;1814;p237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15" name="Google Shape;1815;p237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16" name="Google Shape;1816;p237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p238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19" name="Google Shape;1819;p238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20" name="Google Shape;1820;p238"/>
          <p:cNvSpPr txBox="1">
            <a:spLocks noGrp="1"/>
          </p:cNvSpPr>
          <p:nvPr>
            <p:ph type="ftr" idx="11"/>
          </p:nvPr>
        </p:nvSpPr>
        <p:spPr>
          <a:xfrm>
            <a:off x="2195513" y="6237290"/>
            <a:ext cx="4392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21" name="Google Shape;1821;p238"/>
          <p:cNvSpPr txBox="1">
            <a:spLocks noGrp="1"/>
          </p:cNvSpPr>
          <p:nvPr>
            <p:ph type="sldNum" idx="12"/>
          </p:nvPr>
        </p:nvSpPr>
        <p:spPr>
          <a:xfrm>
            <a:off x="8532814" y="6237290"/>
            <a:ext cx="611187" cy="29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p239"/>
          <p:cNvSpPr txBox="1"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24" name="Google Shape;1824;p23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25" name="Google Shape;1825;p239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26" name="Google Shape;1826;p239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27" name="Google Shape;1827;p239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24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30" name="Google Shape;1830;p240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831" name="Google Shape;1831;p240"/>
          <p:cNvSpPr txBox="1">
            <a:spLocks noGrp="1"/>
          </p:cNvSpPr>
          <p:nvPr>
            <p:ph type="body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832" name="Google Shape;1832;p240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33" name="Google Shape;1833;p240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34" name="Google Shape;1834;p24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2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37" name="Google Shape;1837;p24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838" name="Google Shape;1838;p24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839" name="Google Shape;1839;p241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840" name="Google Shape;1840;p241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841" name="Google Shape;1841;p241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42" name="Google Shape;1842;p241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43" name="Google Shape;1843;p241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p2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46" name="Google Shape;1846;p24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47" name="Google Shape;1847;p242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48" name="Google Shape;1848;p242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p243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51" name="Google Shape;1851;p24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52" name="Google Shape;1852;p243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p244"/>
          <p:cNvSpPr txBox="1"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55" name="Google Shape;1855;p244"/>
          <p:cNvSpPr txBox="1">
            <a:spLocks noGrp="1"/>
          </p:cNvSpPr>
          <p:nvPr>
            <p:ph type="body"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856" name="Google Shape;1856;p244"/>
          <p:cNvSpPr txBox="1">
            <a:spLocks noGrp="1"/>
          </p:cNvSpPr>
          <p:nvPr>
            <p:ph type="body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1857" name="Google Shape;1857;p244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58" name="Google Shape;1858;p244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59" name="Google Shape;1859;p244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p24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62" name="Google Shape;1862;p24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863" name="Google Shape;1863;p24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1864" name="Google Shape;1864;p245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65" name="Google Shape;1865;p245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66" name="Google Shape;1866;p245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p2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69" name="Google Shape;1869;p24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7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0" name="Google Shape;1870;p246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71" name="Google Shape;1871;p246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72" name="Google Shape;1872;p246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p247"/>
          <p:cNvSpPr txBox="1">
            <a:spLocks noGrp="1"/>
          </p:cNvSpPr>
          <p:nvPr>
            <p:ph type="title"/>
          </p:nvPr>
        </p:nvSpPr>
        <p:spPr>
          <a:xfrm rot="5400000">
            <a:off x="4732338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75" name="Google Shape;1875;p24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6" name="Google Shape;1876;p247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77" name="Google Shape;1877;p247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78" name="Google Shape;1878;p247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Google Shape;1880;p248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1881" name="Google Shape;1881;p248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1882" name="Google Shape;1882;p24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3" name="Google Shape;1883;p24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4" name="Google Shape;1884;p24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85" name="Google Shape;1885;p24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6" name="Google Shape;1886;p24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887" name="Google Shape;1887;p24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8" name="Google Shape;1888;p24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9" name="Google Shape;1889;p24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0" name="Google Shape;1890;p24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891" name="Google Shape;1891;p24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2" name="Google Shape;1892;p24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3" name="Google Shape;1893;p24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4" name="Google Shape;1894;p248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5" name="Google Shape;1895;p24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and Content">
  <p:cSld name="10_Title and Content">
    <p:spTree>
      <p:nvGrpSpPr>
        <p:cNvPr id="1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p252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1901" name="Google Shape;1901;p252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1902" name="Google Shape;1902;p252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3" name="Google Shape;1903;p252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4" name="Google Shape;1904;p252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05" name="Google Shape;1905;p252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06" name="Google Shape;1906;p252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907" name="Google Shape;1907;p25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8" name="Google Shape;1908;p25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9" name="Google Shape;1909;p25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0" name="Google Shape;1910;p252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911" name="Google Shape;1911;p25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2" name="Google Shape;1912;p25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3" name="Google Shape;1913;p25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4" name="Google Shape;1914;p252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5" name="Google Shape;1915;p25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p25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1918" name="Google Shape;1918;p253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1919" name="Google Shape;1919;p253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0" name="Google Shape;1920;p253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1" name="Google Shape;1921;p253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22" name="Google Shape;1922;p253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3" name="Google Shape;1923;p25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924" name="Google Shape;1924;p25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5" name="Google Shape;1925;p25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6" name="Google Shape;1926;p25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7" name="Google Shape;1927;p25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928" name="Google Shape;1928;p25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9" name="Google Shape;1929;p25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0" name="Google Shape;1930;p25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1" name="Google Shape;1931;p253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2" name="Google Shape;1932;p25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spTree>
      <p:nvGrpSpPr>
        <p:cNvPr id="1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p254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1935" name="Google Shape;1935;p254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1936" name="Google Shape;1936;p254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7" name="Google Shape;1937;p254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8" name="Google Shape;1938;p254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39" name="Google Shape;1939;p254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0" name="Google Shape;1940;p254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941" name="Google Shape;1941;p25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2" name="Google Shape;1942;p25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3" name="Google Shape;1943;p25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4" name="Google Shape;1944;p254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945" name="Google Shape;1945;p25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6" name="Google Shape;1946;p25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7" name="Google Shape;1947;p25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8" name="Google Shape;1948;p254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49" name="Google Shape;1949;p254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>
  <p:cSld name="6_Title and Content">
    <p:spTree>
      <p:nvGrpSpPr>
        <p:cNvPr id="1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255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1952" name="Google Shape;1952;p255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1953" name="Google Shape;1953;p25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4" name="Google Shape;1954;p25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5" name="Google Shape;1955;p25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56" name="Google Shape;1956;p255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7" name="Google Shape;1957;p255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958" name="Google Shape;1958;p25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9" name="Google Shape;1959;p25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0" name="Google Shape;1960;p25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61" name="Google Shape;1961;p255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962" name="Google Shape;1962;p25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3" name="Google Shape;1963;p25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4" name="Google Shape;1964;p25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5" name="Google Shape;1965;p255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66" name="Google Shape;1966;p25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and Content">
  <p:cSld name="7_Title and Content">
    <p:spTree>
      <p:nvGrpSpPr>
        <p:cNvPr id="1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p256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1969" name="Google Shape;1969;p256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1970" name="Google Shape;1970;p256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1" name="Google Shape;1971;p25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2" name="Google Shape;1972;p256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73" name="Google Shape;1973;p256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74" name="Google Shape;1974;p25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975" name="Google Shape;1975;p25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6" name="Google Shape;1976;p25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7" name="Google Shape;1977;p25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8" name="Google Shape;1978;p25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979" name="Google Shape;1979;p25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0" name="Google Shape;1980;p25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1" name="Google Shape;1981;p25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2" name="Google Shape;1982;p256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3" name="Google Shape;1983;p25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and Content">
  <p:cSld name="9_Title and Content">
    <p:spTree>
      <p:nvGrpSpPr>
        <p:cNvPr id="1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p257"/>
          <p:cNvSpPr txBox="1">
            <a:spLocks noGrp="1"/>
          </p:cNvSpPr>
          <p:nvPr>
            <p:ph type="body" idx="1"/>
          </p:nvPr>
        </p:nvSpPr>
        <p:spPr>
          <a:xfrm>
            <a:off x="304800" y="149384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101141"/>
              </a:buClr>
              <a:buSzPts val="1350"/>
              <a:buFont typeface="Arial"/>
              <a:buNone/>
              <a:defRPr sz="135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6" name="Google Shape;1986;p257"/>
          <p:cNvSpPr txBox="1"/>
          <p:nvPr/>
        </p:nvSpPr>
        <p:spPr>
          <a:xfrm>
            <a:off x="3276600" y="6596393"/>
            <a:ext cx="5867400" cy="187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619"/>
              <a:buFont typeface="Arial"/>
              <a:buNone/>
            </a:pPr>
            <a:r>
              <a:rPr lang="en-US" sz="619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619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grpSp>
        <p:nvGrpSpPr>
          <p:cNvPr id="1987" name="Google Shape;1987;p257"/>
          <p:cNvGrpSpPr/>
          <p:nvPr/>
        </p:nvGrpSpPr>
        <p:grpSpPr>
          <a:xfrm>
            <a:off x="2083888" y="6550675"/>
            <a:ext cx="7060112" cy="48665"/>
            <a:chOff x="2083888" y="6550671"/>
            <a:chExt cx="7060112" cy="48665"/>
          </a:xfrm>
        </p:grpSpPr>
        <p:sp>
          <p:nvSpPr>
            <p:cNvPr id="1988" name="Google Shape;1988;p257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13"/>
                <a:buFont typeface="Tahoma"/>
                <a:buNone/>
              </a:pPr>
              <a:endParaRPr sz="1013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9" name="Google Shape;1989;p257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13"/>
                <a:buFont typeface="Tahoma"/>
                <a:buNone/>
              </a:pPr>
              <a:endParaRPr sz="1013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0" name="Google Shape;1990;p257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13"/>
                <a:buFont typeface="Tahoma"/>
                <a:buNone/>
              </a:pPr>
              <a:endParaRPr sz="1013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91" name="Google Shape;1991;p257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2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2" name="Google Shape;1992;p257"/>
          <p:cNvGrpSpPr/>
          <p:nvPr/>
        </p:nvGrpSpPr>
        <p:grpSpPr>
          <a:xfrm>
            <a:off x="2133600" y="6558116"/>
            <a:ext cx="7010400" cy="45719"/>
            <a:chOff x="1905000" y="6553200"/>
            <a:chExt cx="7010400" cy="45719"/>
          </a:xfrm>
        </p:grpSpPr>
        <p:sp>
          <p:nvSpPr>
            <p:cNvPr id="1993" name="Google Shape;1993;p257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13"/>
                <a:buFont typeface="Tahoma"/>
                <a:buNone/>
              </a:pPr>
              <a:endParaRPr sz="1013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4" name="Google Shape;1994;p25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13"/>
                <a:buFont typeface="Tahoma"/>
                <a:buNone/>
              </a:pPr>
              <a:endParaRPr sz="1013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5" name="Google Shape;1995;p257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13"/>
                <a:buFont typeface="Tahoma"/>
                <a:buNone/>
              </a:pPr>
              <a:endParaRPr sz="1013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96" name="Google Shape;1996;p257"/>
          <p:cNvGrpSpPr/>
          <p:nvPr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1997" name="Google Shape;1997;p257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13"/>
                <a:buFont typeface="Tahoma"/>
                <a:buNone/>
              </a:pPr>
              <a:endParaRPr sz="1013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8" name="Google Shape;1998;p25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13"/>
                <a:buFont typeface="Tahoma"/>
                <a:buNone/>
              </a:pPr>
              <a:endParaRPr sz="1013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9" name="Google Shape;1999;p257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13"/>
                <a:buFont typeface="Tahoma"/>
                <a:buNone/>
              </a:pPr>
              <a:endParaRPr sz="1013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0" name="Google Shape;2000;p25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25"/>
              <a:buNone/>
              <a:defRPr sz="2025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1" name="Google Shape;2001;p257"/>
          <p:cNvSpPr txBox="1">
            <a:spLocks noGrp="1"/>
          </p:cNvSpPr>
          <p:nvPr>
            <p:ph type="body" idx="3"/>
          </p:nvPr>
        </p:nvSpPr>
        <p:spPr>
          <a:xfrm>
            <a:off x="4495800" y="6363741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2" name="Google Shape;2002;p257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003" name="Google Shape;2003;p257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004" name="Google Shape;2004;p257"/>
          <p:cNvSpPr txBox="1">
            <a:spLocks noGrp="1"/>
          </p:cNvSpPr>
          <p:nvPr>
            <p:ph type="sldNum" idx="12"/>
          </p:nvPr>
        </p:nvSpPr>
        <p:spPr>
          <a:xfrm>
            <a:off x="7010400" y="610155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_Title and Content">
  <p:cSld name="24_Title and Content">
    <p:spTree>
      <p:nvGrpSpPr>
        <p:cNvPr id="1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Google Shape;2018;p125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019" name="Google Shape;2019;p125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020" name="Google Shape;2020;p12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1" name="Google Shape;2021;p12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2" name="Google Shape;2022;p12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3" name="Google Shape;2023;p125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024" name="Google Shape;2024;p12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5" name="Google Shape;2025;p12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6" name="Google Shape;2026;p12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7" name="Google Shape;2027;p125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028" name="Google Shape;2028;p12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9" name="Google Shape;2029;p12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0" name="Google Shape;2030;p12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1" name="Google Shape;2031;p125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32" name="Google Shape;2032;p12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None/>
              <a:defRPr sz="27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Title and Content">
  <p:cSld name="25_Title and Content">
    <p:spTree>
      <p:nvGrpSpPr>
        <p:cNvPr id="1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p126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035" name="Google Shape;2035;p126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036" name="Google Shape;2036;p126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7" name="Google Shape;2037;p12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8" name="Google Shape;2038;p126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9" name="Google Shape;2039;p12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040" name="Google Shape;2040;p12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1" name="Google Shape;2041;p1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2" name="Google Shape;2042;p12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3" name="Google Shape;2043;p12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044" name="Google Shape;2044;p12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5" name="Google Shape;2045;p1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6" name="Google Shape;2046;p12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7" name="Google Shape;2047;p126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8" name="Google Shape;2048;p12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None/>
              <a:defRPr sz="27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_Title and Content">
  <p:cSld name="26_Title and Content">
    <p:spTree>
      <p:nvGrpSpPr>
        <p:cNvPr id="1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Google Shape;2050;p127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051" name="Google Shape;2051;p127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052" name="Google Shape;2052;p127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3" name="Google Shape;2053;p127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4" name="Google Shape;2054;p12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5" name="Google Shape;2055;p12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056" name="Google Shape;2056;p12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7" name="Google Shape;2057;p12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8" name="Google Shape;2058;p12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9" name="Google Shape;2059;p12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060" name="Google Shape;2060;p12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1" name="Google Shape;2061;p12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2" name="Google Shape;2062;p12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3" name="Google Shape;2063;p127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64" name="Google Shape;2064;p12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None/>
              <a:defRPr sz="27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_Title and Content">
  <p:cSld name="27_Title and Content">
    <p:spTree>
      <p:nvGrpSpPr>
        <p:cNvPr id="1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p128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067" name="Google Shape;2067;p128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068" name="Google Shape;2068;p12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9" name="Google Shape;2069;p12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0" name="Google Shape;2070;p12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1" name="Google Shape;2071;p12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072" name="Google Shape;2072;p12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3" name="Google Shape;2073;p12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4" name="Google Shape;2074;p12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5" name="Google Shape;2075;p12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076" name="Google Shape;2076;p12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7" name="Google Shape;2077;p12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8" name="Google Shape;2078;p12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9" name="Google Shape;2079;p128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0" name="Google Shape;2080;p12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None/>
              <a:defRPr sz="27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_Title and Content">
  <p:cSld name="28_Title and Content">
    <p:spTree>
      <p:nvGrpSpPr>
        <p:cNvPr id="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131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083" name="Google Shape;2083;p131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084" name="Google Shape;2084;p131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5" name="Google Shape;2085;p131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6" name="Google Shape;2086;p13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7" name="Google Shape;2087;p13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088" name="Google Shape;2088;p13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9" name="Google Shape;2089;p13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0" name="Google Shape;2090;p13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1" name="Google Shape;2091;p13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092" name="Google Shape;2092;p13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3" name="Google Shape;2093;p13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4" name="Google Shape;2094;p13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5" name="Google Shape;2095;p131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96" name="Google Shape;2096;p13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None/>
              <a:defRPr sz="27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_Title and Content">
  <p:cSld name="29_Title and Content">
    <p:spTree>
      <p:nvGrpSpPr>
        <p:cNvPr id="1" name="Shape 2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Google Shape;2098;p132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099" name="Google Shape;2099;p132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100" name="Google Shape;2100;p132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1" name="Google Shape;2101;p132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2" name="Google Shape;2102;p132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3" name="Google Shape;2103;p132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104" name="Google Shape;2104;p13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5" name="Google Shape;2105;p13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6" name="Google Shape;2106;p13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7" name="Google Shape;2107;p132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108" name="Google Shape;2108;p13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9" name="Google Shape;2109;p13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0" name="Google Shape;2110;p13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1" name="Google Shape;2111;p132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12" name="Google Shape;2112;p13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None/>
              <a:defRPr sz="27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p258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mbria"/>
              <a:buNone/>
              <a:defRPr sz="27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15" name="Google Shape;2115;p25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16" name="Google Shape;2116;p258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117" name="Google Shape;2117;p258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118" name="Google Shape;2118;p258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p259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mbria"/>
              <a:buNone/>
              <a:defRPr sz="27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21" name="Google Shape;2121;p259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p260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24" name="Google Shape;2124;p260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5" name="Google Shape;2125;p260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126" name="Google Shape;2126;p260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8" name="Google Shape;2128;p261"/>
          <p:cNvSpPr txBox="1"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29" name="Google Shape;2129;p26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30" name="Google Shape;2130;p261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131" name="Google Shape;2131;p261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132" name="Google Shape;2132;p261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p26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35" name="Google Shape;2135;p262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2136" name="Google Shape;2136;p262"/>
          <p:cNvSpPr txBox="1">
            <a:spLocks noGrp="1"/>
          </p:cNvSpPr>
          <p:nvPr>
            <p:ph type="body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2137" name="Google Shape;2137;p26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138" name="Google Shape;2138;p262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139" name="Google Shape;2139;p262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p2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42" name="Google Shape;2142;p26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143" name="Google Shape;2143;p26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2144" name="Google Shape;2144;p263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145" name="Google Shape;2145;p263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2146" name="Google Shape;2146;p263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147" name="Google Shape;2147;p26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148" name="Google Shape;2148;p263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" name="Google Shape;2150;p26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51" name="Google Shape;2151;p264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152" name="Google Shape;2152;p264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153" name="Google Shape;2153;p264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265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156" name="Google Shape;2156;p265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157" name="Google Shape;2157;p265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p266"/>
          <p:cNvSpPr txBox="1"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60" name="Google Shape;2160;p266"/>
          <p:cNvSpPr txBox="1">
            <a:spLocks noGrp="1"/>
          </p:cNvSpPr>
          <p:nvPr>
            <p:ph type="body"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2161" name="Google Shape;2161;p266"/>
          <p:cNvSpPr txBox="1">
            <a:spLocks noGrp="1"/>
          </p:cNvSpPr>
          <p:nvPr>
            <p:ph type="body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2162" name="Google Shape;2162;p266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163" name="Google Shape;2163;p266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164" name="Google Shape;2164;p266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p26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67" name="Google Shape;2167;p26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168" name="Google Shape;2168;p26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2169" name="Google Shape;2169;p267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170" name="Google Shape;2170;p267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171" name="Google Shape;2171;p267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3" name="Google Shape;2173;p26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74" name="Google Shape;2174;p26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7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5" name="Google Shape;2175;p268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176" name="Google Shape;2176;p268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177" name="Google Shape;2177;p268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Google Shape;2179;p269"/>
          <p:cNvSpPr txBox="1">
            <a:spLocks noGrp="1"/>
          </p:cNvSpPr>
          <p:nvPr>
            <p:ph type="title"/>
          </p:nvPr>
        </p:nvSpPr>
        <p:spPr>
          <a:xfrm rot="5400000">
            <a:off x="4732338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80" name="Google Shape;2180;p26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1" name="Google Shape;2181;p269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182" name="Google Shape;2182;p269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183" name="Google Shape;2183;p269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p270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6" name="Google Shape;2186;p270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endParaRPr sz="1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7" name="Google Shape;2187;p270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endParaRPr sz="1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8" name="Google Shape;2188;p270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endParaRPr sz="1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9" name="Google Shape;2189;p270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2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190" name="Google Shape;2190;p270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lang="en-US" sz="21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1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191" name="Google Shape;2191;p270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2192" name="Google Shape;2192;p270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3" name="Google Shape;2193;p270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endParaRPr sz="1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4" name="Google Shape;2194;p270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endParaRPr sz="1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5" name="Google Shape;2195;p270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endParaRPr sz="1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6" name="Google Shape;2196;p270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2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197" name="Google Shape;2197;p270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lang="en-US" sz="21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1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198" name="Google Shape;2198;p270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2199" name="Google Shape;2199;p270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0" name="Google Shape;2200;p270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iagram or Organization Chart" type="dgm">
  <p:cSld name="DIAGRAM">
    <p:spTree>
      <p:nvGrpSpPr>
        <p:cNvPr id="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p271"/>
          <p:cNvSpPr txBox="1">
            <a:spLocks noGrp="1"/>
          </p:cNvSpPr>
          <p:nvPr>
            <p:ph type="title"/>
          </p:nvPr>
        </p:nvSpPr>
        <p:spPr>
          <a:xfrm>
            <a:off x="317501" y="653319"/>
            <a:ext cx="863758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03" name="Google Shape;2203;p271"/>
          <p:cNvSpPr>
            <a:spLocks noGrp="1"/>
          </p:cNvSpPr>
          <p:nvPr>
            <p:ph type="dgm" idx="2"/>
          </p:nvPr>
        </p:nvSpPr>
        <p:spPr>
          <a:xfrm>
            <a:off x="328613" y="1941513"/>
            <a:ext cx="8208963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04" name="Google Shape;2204;p271"/>
          <p:cNvSpPr txBox="1">
            <a:spLocks noGrp="1"/>
          </p:cNvSpPr>
          <p:nvPr>
            <p:ph type="dt" idx="10"/>
          </p:nvPr>
        </p:nvSpPr>
        <p:spPr>
          <a:xfrm>
            <a:off x="3433763" y="63436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205" name="Google Shape;2205;p271"/>
          <p:cNvSpPr txBox="1">
            <a:spLocks noGrp="1"/>
          </p:cNvSpPr>
          <p:nvPr>
            <p:ph type="ftr" idx="11"/>
          </p:nvPr>
        </p:nvSpPr>
        <p:spPr>
          <a:xfrm>
            <a:off x="6108700" y="63436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206" name="Google Shape;2206;p271"/>
          <p:cNvSpPr txBox="1">
            <a:spLocks noGrp="1"/>
          </p:cNvSpPr>
          <p:nvPr>
            <p:ph type="sldNum" idx="12"/>
          </p:nvPr>
        </p:nvSpPr>
        <p:spPr>
          <a:xfrm>
            <a:off x="146050" y="6361113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randomBar dir="vert"/>
  </p:transition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Diagram or Organization Chart">
  <p:cSld name="1_Title and Diagram or Organization Chart">
    <p:spTree>
      <p:nvGrpSpPr>
        <p:cNvPr id="1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2208;p272"/>
          <p:cNvSpPr txBox="1">
            <a:spLocks noGrp="1"/>
          </p:cNvSpPr>
          <p:nvPr>
            <p:ph type="title"/>
          </p:nvPr>
        </p:nvSpPr>
        <p:spPr>
          <a:xfrm>
            <a:off x="317501" y="653319"/>
            <a:ext cx="863758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09" name="Google Shape;2209;p272"/>
          <p:cNvSpPr>
            <a:spLocks noGrp="1"/>
          </p:cNvSpPr>
          <p:nvPr>
            <p:ph type="dgm" idx="2"/>
          </p:nvPr>
        </p:nvSpPr>
        <p:spPr>
          <a:xfrm>
            <a:off x="328613" y="1941513"/>
            <a:ext cx="8208963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10" name="Google Shape;2210;p272"/>
          <p:cNvSpPr txBox="1">
            <a:spLocks noGrp="1"/>
          </p:cNvSpPr>
          <p:nvPr>
            <p:ph type="dt" idx="10"/>
          </p:nvPr>
        </p:nvSpPr>
        <p:spPr>
          <a:xfrm>
            <a:off x="3433763" y="63436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211" name="Google Shape;2211;p272"/>
          <p:cNvSpPr txBox="1">
            <a:spLocks noGrp="1"/>
          </p:cNvSpPr>
          <p:nvPr>
            <p:ph type="ftr" idx="11"/>
          </p:nvPr>
        </p:nvSpPr>
        <p:spPr>
          <a:xfrm>
            <a:off x="6108700" y="63436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212" name="Google Shape;2212;p272"/>
          <p:cNvSpPr txBox="1">
            <a:spLocks noGrp="1"/>
          </p:cNvSpPr>
          <p:nvPr>
            <p:ph type="sldNum" idx="12"/>
          </p:nvPr>
        </p:nvSpPr>
        <p:spPr>
          <a:xfrm>
            <a:off x="146050" y="6361113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randomBar dir="vert"/>
  </p:transition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2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" name="Google Shape;2214;p27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215" name="Google Shape;2215;p273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216" name="Google Shape;2216;p273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7" name="Google Shape;2217;p273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8" name="Google Shape;2218;p273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9" name="Google Shape;2219;p27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220" name="Google Shape;2220;p27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1" name="Google Shape;2221;p27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2" name="Google Shape;2222;p27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3" name="Google Shape;2223;p27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224" name="Google Shape;2224;p27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5" name="Google Shape;2225;p27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6" name="Google Shape;2226;p27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7" name="Google Shape;2227;p273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28" name="Google Shape;2228;p27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None/>
              <a:defRPr sz="27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274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231" name="Google Shape;2231;p274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232" name="Google Shape;2232;p274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3" name="Google Shape;2233;p274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4" name="Google Shape;2234;p274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5" name="Google Shape;2235;p274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236" name="Google Shape;2236;p27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7" name="Google Shape;2237;p27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8" name="Google Shape;2238;p27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9" name="Google Shape;2239;p274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240" name="Google Shape;2240;p27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1" name="Google Shape;2241;p27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2" name="Google Shape;2242;p27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3" name="Google Shape;2243;p274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44" name="Google Shape;2244;p274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None/>
              <a:defRPr sz="27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spTree>
      <p:nvGrpSpPr>
        <p:cNvPr id="1" name="Shape 2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6" name="Google Shape;2246;p275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247" name="Google Shape;2247;p275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248" name="Google Shape;2248;p27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9" name="Google Shape;2249;p27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0" name="Google Shape;2250;p27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1" name="Google Shape;2251;p275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252" name="Google Shape;2252;p27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3" name="Google Shape;2253;p27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4" name="Google Shape;2254;p27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5" name="Google Shape;2255;p275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256" name="Google Shape;2256;p27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7" name="Google Shape;2257;p27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8" name="Google Shape;2258;p27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9" name="Google Shape;2259;p275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60" name="Google Shape;2260;p27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None/>
              <a:defRPr sz="27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>
  <p:cSld name="6_Title and Content">
    <p:spTree>
      <p:nvGrpSpPr>
        <p:cNvPr id="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276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263" name="Google Shape;2263;p276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264" name="Google Shape;2264;p276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5" name="Google Shape;2265;p27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6" name="Google Shape;2266;p276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67" name="Google Shape;2267;p27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268" name="Google Shape;2268;p27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9" name="Google Shape;2269;p27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0" name="Google Shape;2270;p27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71" name="Google Shape;2271;p27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272" name="Google Shape;2272;p27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3" name="Google Shape;2273;p27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4" name="Google Shape;2274;p27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5" name="Google Shape;2275;p276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6" name="Google Shape;2276;p27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None/>
              <a:defRPr sz="27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and Content">
  <p:cSld name="7_Title and Content">
    <p:spTree>
      <p:nvGrpSpPr>
        <p:cNvPr id="1" name="Shape 2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Google Shape;2278;p277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279" name="Google Shape;2279;p277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280" name="Google Shape;2280;p277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1" name="Google Shape;2281;p277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2" name="Google Shape;2282;p27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83" name="Google Shape;2283;p27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284" name="Google Shape;2284;p27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5" name="Google Shape;2285;p27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6" name="Google Shape;2286;p27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87" name="Google Shape;2287;p27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288" name="Google Shape;2288;p27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9" name="Google Shape;2289;p27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0" name="Google Shape;2290;p27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1" name="Google Shape;2291;p277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2" name="Google Shape;2292;p27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None/>
              <a:defRPr sz="27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and Content">
  <p:cSld name="8_Title and Content"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278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295" name="Google Shape;2295;p278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296" name="Google Shape;2296;p27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7" name="Google Shape;2297;p27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8" name="Google Shape;2298;p27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9" name="Google Shape;2299;p27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300" name="Google Shape;2300;p2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1" name="Google Shape;2301;p2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2" name="Google Shape;2302;p2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3" name="Google Shape;2303;p27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304" name="Google Shape;2304;p2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5" name="Google Shape;2305;p2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6" name="Google Shape;2306;p2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07" name="Google Shape;2307;p278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8" name="Google Shape;2308;p27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None/>
              <a:defRPr sz="27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and Content">
  <p:cSld name="9_Title and Content">
    <p:spTree>
      <p:nvGrpSpPr>
        <p:cNvPr id="1" name="Shape 2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0" name="Google Shape;2310;p279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311" name="Google Shape;2311;p279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312" name="Google Shape;2312;p27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3" name="Google Shape;2313;p279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4" name="Google Shape;2314;p279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15" name="Google Shape;2315;p27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316" name="Google Shape;2316;p27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7" name="Google Shape;2317;p27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8" name="Google Shape;2318;p27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19" name="Google Shape;2319;p27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320" name="Google Shape;2320;p27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1" name="Google Shape;2321;p27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2" name="Google Shape;2322;p27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3" name="Google Shape;2323;p279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4" name="Google Shape;2324;p27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None/>
              <a:defRPr sz="27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and Content">
  <p:cSld name="10_Title and Content"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Google Shape;2326;p280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327" name="Google Shape;2327;p280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328" name="Google Shape;2328;p28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9" name="Google Shape;2329;p28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0" name="Google Shape;2330;p28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31" name="Google Shape;2331;p28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332" name="Google Shape;2332;p28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3" name="Google Shape;2333;p28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4" name="Google Shape;2334;p28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35" name="Google Shape;2335;p28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336" name="Google Shape;2336;p28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7" name="Google Shape;2337;p28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8" name="Google Shape;2338;p28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9" name="Google Shape;2339;p280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40" name="Google Shape;2340;p28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None/>
              <a:defRPr sz="27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and Content">
  <p:cSld name="11_Title and Content">
    <p:spTree>
      <p:nvGrpSpPr>
        <p:cNvPr id="1" name="Shape 2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2" name="Google Shape;2342;p281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343" name="Google Shape;2343;p281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344" name="Google Shape;2344;p281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5" name="Google Shape;2345;p281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6" name="Google Shape;2346;p28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7" name="Google Shape;2347;p28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348" name="Google Shape;2348;p28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9" name="Google Shape;2349;p28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0" name="Google Shape;2350;p28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51" name="Google Shape;2351;p28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352" name="Google Shape;2352;p28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3" name="Google Shape;2353;p28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4" name="Google Shape;2354;p28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5" name="Google Shape;2355;p281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56" name="Google Shape;2356;p28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None/>
              <a:defRPr sz="27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and Content">
  <p:cSld name="12_Title and Content">
    <p:spTree>
      <p:nvGrpSpPr>
        <p:cNvPr id="1" name="Shape 2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p282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359" name="Google Shape;2359;p282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360" name="Google Shape;2360;p282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1" name="Google Shape;2361;p282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2" name="Google Shape;2362;p282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63" name="Google Shape;2363;p282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364" name="Google Shape;2364;p28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5" name="Google Shape;2365;p28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6" name="Google Shape;2366;p28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67" name="Google Shape;2367;p282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368" name="Google Shape;2368;p28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9" name="Google Shape;2369;p28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0" name="Google Shape;2370;p28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1" name="Google Shape;2371;p282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2" name="Google Shape;2372;p28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None/>
              <a:defRPr sz="27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and Content">
  <p:cSld name="13_Title and Content">
    <p:spTree>
      <p:nvGrpSpPr>
        <p:cNvPr id="1" name="Shape 2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" name="Google Shape;2374;p28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375" name="Google Shape;2375;p283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376" name="Google Shape;2376;p283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7" name="Google Shape;2377;p283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8" name="Google Shape;2378;p283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79" name="Google Shape;2379;p28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380" name="Google Shape;2380;p28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1" name="Google Shape;2381;p28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2" name="Google Shape;2382;p28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83" name="Google Shape;2383;p28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384" name="Google Shape;2384;p28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5" name="Google Shape;2385;p28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6" name="Google Shape;2386;p28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87" name="Google Shape;2387;p283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8" name="Google Shape;2388;p28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None/>
              <a:defRPr sz="27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and Content">
  <p:cSld name="14_Title and Content">
    <p:spTree>
      <p:nvGrpSpPr>
        <p:cNvPr id="1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p284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391" name="Google Shape;2391;p284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392" name="Google Shape;2392;p284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3" name="Google Shape;2393;p284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4" name="Google Shape;2394;p284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95" name="Google Shape;2395;p284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396" name="Google Shape;2396;p28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7" name="Google Shape;2397;p28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8" name="Google Shape;2398;p28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99" name="Google Shape;2399;p284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400" name="Google Shape;2400;p28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1" name="Google Shape;2401;p28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2" name="Google Shape;2402;p28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03" name="Google Shape;2403;p284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4" name="Google Shape;2404;p284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None/>
              <a:defRPr sz="27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Title and Content">
  <p:cSld name="15_Title and Content">
    <p:spTree>
      <p:nvGrpSpPr>
        <p:cNvPr id="1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p285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407" name="Google Shape;2407;p285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408" name="Google Shape;2408;p28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9" name="Google Shape;2409;p28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0" name="Google Shape;2410;p28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1" name="Google Shape;2411;p285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412" name="Google Shape;2412;p28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3" name="Google Shape;2413;p28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4" name="Google Shape;2414;p28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5" name="Google Shape;2415;p285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416" name="Google Shape;2416;p28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7" name="Google Shape;2417;p28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8" name="Google Shape;2418;p28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9" name="Google Shape;2419;p285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20" name="Google Shape;2420;p28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None/>
              <a:defRPr sz="27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Title and Content">
  <p:cSld name="16_Title and Content">
    <p:spTree>
      <p:nvGrpSpPr>
        <p:cNvPr id="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2" name="Google Shape;2422;p286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423" name="Google Shape;2423;p286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424" name="Google Shape;2424;p286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5" name="Google Shape;2425;p28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6" name="Google Shape;2426;p286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27" name="Google Shape;2427;p28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428" name="Google Shape;2428;p28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9" name="Google Shape;2429;p28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0" name="Google Shape;2430;p28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1" name="Google Shape;2431;p28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432" name="Google Shape;2432;p28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3" name="Google Shape;2433;p28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4" name="Google Shape;2434;p28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5" name="Google Shape;2435;p286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36" name="Google Shape;2436;p28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None/>
              <a:defRPr sz="27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le and Content">
  <p:cSld name="17_Title and Content">
    <p:spTree>
      <p:nvGrpSpPr>
        <p:cNvPr id="1" name="Shape 2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8" name="Google Shape;2438;p287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439" name="Google Shape;2439;p287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440" name="Google Shape;2440;p287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1" name="Google Shape;2441;p287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2" name="Google Shape;2442;p28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3" name="Google Shape;2443;p28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444" name="Google Shape;2444;p28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5" name="Google Shape;2445;p28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6" name="Google Shape;2446;p28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7" name="Google Shape;2447;p28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448" name="Google Shape;2448;p28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9" name="Google Shape;2449;p28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0" name="Google Shape;2450;p28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1" name="Google Shape;2451;p287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52" name="Google Shape;2452;p28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None/>
              <a:defRPr sz="27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Title and Content">
  <p:cSld name="19_Title and Content">
    <p:spTree>
      <p:nvGrpSpPr>
        <p:cNvPr id="1" name="Shape 2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4" name="Google Shape;2454;p288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455" name="Google Shape;2455;p288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456" name="Google Shape;2456;p28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7" name="Google Shape;2457;p28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8" name="Google Shape;2458;p28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59" name="Google Shape;2459;p28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460" name="Google Shape;2460;p28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1" name="Google Shape;2461;p28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2" name="Google Shape;2462;p28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3" name="Google Shape;2463;p28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464" name="Google Shape;2464;p28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5" name="Google Shape;2465;p28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6" name="Google Shape;2466;p28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7" name="Google Shape;2467;p288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8" name="Google Shape;2468;p28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None/>
              <a:defRPr sz="27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Title and Content">
  <p:cSld name="21_Title and Content">
    <p:spTree>
      <p:nvGrpSpPr>
        <p:cNvPr id="1" name="Shape 2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0" name="Google Shape;2470;p289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471" name="Google Shape;2471;p289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472" name="Google Shape;2472;p28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3" name="Google Shape;2473;p289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4" name="Google Shape;2474;p289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5" name="Google Shape;2475;p28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476" name="Google Shape;2476;p28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7" name="Google Shape;2477;p28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8" name="Google Shape;2478;p28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9" name="Google Shape;2479;p28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480" name="Google Shape;2480;p28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1" name="Google Shape;2481;p28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2" name="Google Shape;2482;p28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3" name="Google Shape;2483;p289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4" name="Google Shape;2484;p28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None/>
              <a:defRPr sz="27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Title and Content">
  <p:cSld name="20_Title and Content">
    <p:spTree>
      <p:nvGrpSpPr>
        <p:cNvPr id="1" name="Shape 2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Google Shape;2486;p290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487" name="Google Shape;2487;p290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488" name="Google Shape;2488;p29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9" name="Google Shape;2489;p29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0" name="Google Shape;2490;p29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1" name="Google Shape;2491;p29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492" name="Google Shape;2492;p29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3" name="Google Shape;2493;p29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4" name="Google Shape;2494;p29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5" name="Google Shape;2495;p29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496" name="Google Shape;2496;p29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7" name="Google Shape;2497;p29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8" name="Google Shape;2498;p29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9" name="Google Shape;2499;p290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00" name="Google Shape;2500;p29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None/>
              <a:defRPr sz="27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_Title and Content">
  <p:cSld name="22_Title and Content">
    <p:spTree>
      <p:nvGrpSpPr>
        <p:cNvPr id="1" name="Shape 2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2" name="Google Shape;2502;p291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503" name="Google Shape;2503;p291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504" name="Google Shape;2504;p291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5" name="Google Shape;2505;p291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6" name="Google Shape;2506;p29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7" name="Google Shape;2507;p29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508" name="Google Shape;2508;p29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9" name="Google Shape;2509;p29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0" name="Google Shape;2510;p29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1" name="Google Shape;2511;p29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512" name="Google Shape;2512;p29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3" name="Google Shape;2513;p29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4" name="Google Shape;2514;p29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5" name="Google Shape;2515;p291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16" name="Google Shape;2516;p29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None/>
              <a:defRPr sz="27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_Title and Content">
  <p:cSld name="23_Title and Content">
    <p:spTree>
      <p:nvGrpSpPr>
        <p:cNvPr id="1" name="Shape 2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8" name="Google Shape;2518;p292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519" name="Google Shape;2519;p292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520" name="Google Shape;2520;p292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1" name="Google Shape;2521;p292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2" name="Google Shape;2522;p292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23" name="Google Shape;2523;p292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524" name="Google Shape;2524;p29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5" name="Google Shape;2525;p29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6" name="Google Shape;2526;p29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27" name="Google Shape;2527;p292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528" name="Google Shape;2528;p29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9" name="Google Shape;2529;p29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0" name="Google Shape;2530;p29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31" name="Google Shape;2531;p292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32" name="Google Shape;2532;p29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None/>
              <a:defRPr sz="27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6" name="Google Shape;2546;p130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47" name="Google Shape;2547;p1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48" name="Google Shape;2548;p130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549" name="Google Shape;2549;p130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1" name="Google Shape;2551;p35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52" name="Google Shape;2552;p35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53" name="Google Shape;2553;p35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554" name="Google Shape;2554;p35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555" name="Google Shape;2555;p35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7" name="Google Shape;2557;p35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58" name="Google Shape;2558;p35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59" name="Google Shape;2559;p3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560" name="Google Shape;2560;p3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561" name="Google Shape;2561;p3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3" name="Google Shape;2563;p3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64" name="Google Shape;2564;p35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565" name="Google Shape;2565;p35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566" name="Google Shape;2566;p3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567" name="Google Shape;2567;p35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568" name="Google Shape;2568;p35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" name="Google Shape;2570;p35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71" name="Google Shape;2571;p35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572" name="Google Shape;2572;p35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573" name="Google Shape;2573;p35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574" name="Google Shape;2574;p35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575" name="Google Shape;2575;p3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576" name="Google Shape;2576;p35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577" name="Google Shape;2577;p35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9" name="Google Shape;2579;p35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80" name="Google Shape;2580;p3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581" name="Google Shape;2581;p3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582" name="Google Shape;2582;p3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4" name="Google Shape;2584;p35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585" name="Google Shape;2585;p35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586" name="Google Shape;2586;p35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8" name="Google Shape;2588;p35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89" name="Google Shape;2589;p35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590" name="Google Shape;2590;p35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591" name="Google Shape;2591;p3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592" name="Google Shape;2592;p3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593" name="Google Shape;2593;p35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5" name="Google Shape;2595;p35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96" name="Google Shape;2596;p35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597" name="Google Shape;2597;p35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598" name="Google Shape;2598;p3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599" name="Google Shape;2599;p35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00" name="Google Shape;2600;p35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2" name="Google Shape;2602;p36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03" name="Google Shape;2603;p36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04" name="Google Shape;2604;p3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05" name="Google Shape;2605;p3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06" name="Google Shape;2606;p3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8" name="Google Shape;2608;p36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09" name="Google Shape;2609;p36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10" name="Google Shape;2610;p36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11" name="Google Shape;2611;p36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12" name="Google Shape;2612;p36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4" name="Google Shape;2614;p36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5" name="Google Shape;2615;p36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6" name="Google Shape;2616;p362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7" name="Google Shape;2617;p362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8" name="Google Shape;2618;p362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619" name="Google Shape;2619;p362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620" name="Google Shape;2620;p362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2621" name="Google Shape;2621;p36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2" name="Google Shape;2622;p36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3" name="Google Shape;2623;p362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4" name="Google Shape;2624;p362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5" name="Google Shape;2625;p362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626" name="Google Shape;2626;p362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627" name="Google Shape;2627;p362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2628" name="Google Shape;2628;p362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29" name="Google Shape;2629;p362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2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1" name="Google Shape;2631;p363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2" name="Google Shape;2632;p36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3" name="Google Shape;2633;p363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4" name="Google Shape;2634;p363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5" name="Google Shape;2635;p363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6" name="Google Shape;2636;p363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7" name="Google Shape;2637;p363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638" name="Google Shape;2638;p363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2639" name="Google Shape;2639;p363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theme" Target="../theme/theme1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 /><Relationship Id="rId13" Type="http://schemas.openxmlformats.org/officeDocument/2006/relationships/slideLayout" Target="../slideLayouts/slideLayout26.xml" /><Relationship Id="rId3" Type="http://schemas.openxmlformats.org/officeDocument/2006/relationships/slideLayout" Target="../slideLayouts/slideLayout16.xml" /><Relationship Id="rId7" Type="http://schemas.openxmlformats.org/officeDocument/2006/relationships/slideLayout" Target="../slideLayouts/slideLayout20.xml" /><Relationship Id="rId12" Type="http://schemas.openxmlformats.org/officeDocument/2006/relationships/slideLayout" Target="../slideLayouts/slideLayout25.xml" /><Relationship Id="rId2" Type="http://schemas.openxmlformats.org/officeDocument/2006/relationships/slideLayout" Target="../slideLayouts/slideLayout15.xml" /><Relationship Id="rId1" Type="http://schemas.openxmlformats.org/officeDocument/2006/relationships/slideLayout" Target="../slideLayouts/slideLayout14.xml" /><Relationship Id="rId6" Type="http://schemas.openxmlformats.org/officeDocument/2006/relationships/slideLayout" Target="../slideLayouts/slideLayout19.xml" /><Relationship Id="rId11" Type="http://schemas.openxmlformats.org/officeDocument/2006/relationships/slideLayout" Target="../slideLayouts/slideLayout24.xml" /><Relationship Id="rId5" Type="http://schemas.openxmlformats.org/officeDocument/2006/relationships/slideLayout" Target="../slideLayouts/slideLayout18.xml" /><Relationship Id="rId15" Type="http://schemas.openxmlformats.org/officeDocument/2006/relationships/theme" Target="../theme/theme2.xml" /><Relationship Id="rId10" Type="http://schemas.openxmlformats.org/officeDocument/2006/relationships/slideLayout" Target="../slideLayouts/slideLayout23.xml" /><Relationship Id="rId4" Type="http://schemas.openxmlformats.org/officeDocument/2006/relationships/slideLayout" Target="../slideLayouts/slideLayout17.xml" /><Relationship Id="rId9" Type="http://schemas.openxmlformats.org/officeDocument/2006/relationships/slideLayout" Target="../slideLayouts/slideLayout22.xml" /><Relationship Id="rId14" Type="http://schemas.openxmlformats.org/officeDocument/2006/relationships/slideLayout" Target="../slideLayouts/slideLayout27.xml" 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 /><Relationship Id="rId13" Type="http://schemas.openxmlformats.org/officeDocument/2006/relationships/slideLayout" Target="../slideLayouts/slideLayout40.xml" /><Relationship Id="rId3" Type="http://schemas.openxmlformats.org/officeDocument/2006/relationships/slideLayout" Target="../slideLayouts/slideLayout30.xml" /><Relationship Id="rId7" Type="http://schemas.openxmlformats.org/officeDocument/2006/relationships/slideLayout" Target="../slideLayouts/slideLayout34.xml" /><Relationship Id="rId12" Type="http://schemas.openxmlformats.org/officeDocument/2006/relationships/slideLayout" Target="../slideLayouts/slideLayout39.xml" /><Relationship Id="rId2" Type="http://schemas.openxmlformats.org/officeDocument/2006/relationships/slideLayout" Target="../slideLayouts/slideLayout29.xml" /><Relationship Id="rId16" Type="http://schemas.openxmlformats.org/officeDocument/2006/relationships/image" Target="../media/image3.png" /><Relationship Id="rId1" Type="http://schemas.openxmlformats.org/officeDocument/2006/relationships/slideLayout" Target="../slideLayouts/slideLayout28.xml" /><Relationship Id="rId6" Type="http://schemas.openxmlformats.org/officeDocument/2006/relationships/slideLayout" Target="../slideLayouts/slideLayout33.xml" /><Relationship Id="rId11" Type="http://schemas.openxmlformats.org/officeDocument/2006/relationships/slideLayout" Target="../slideLayouts/slideLayout38.xml" /><Relationship Id="rId5" Type="http://schemas.openxmlformats.org/officeDocument/2006/relationships/slideLayout" Target="../slideLayouts/slideLayout32.xml" /><Relationship Id="rId15" Type="http://schemas.openxmlformats.org/officeDocument/2006/relationships/theme" Target="../theme/theme3.xml" /><Relationship Id="rId10" Type="http://schemas.openxmlformats.org/officeDocument/2006/relationships/slideLayout" Target="../slideLayouts/slideLayout37.xml" /><Relationship Id="rId4" Type="http://schemas.openxmlformats.org/officeDocument/2006/relationships/slideLayout" Target="../slideLayouts/slideLayout31.xml" /><Relationship Id="rId9" Type="http://schemas.openxmlformats.org/officeDocument/2006/relationships/slideLayout" Target="../slideLayouts/slideLayout36.xml" /><Relationship Id="rId14" Type="http://schemas.openxmlformats.org/officeDocument/2006/relationships/slideLayout" Target="../slideLayouts/slideLayout41.xml" 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 /><Relationship Id="rId3" Type="http://schemas.openxmlformats.org/officeDocument/2006/relationships/slideLayout" Target="../slideLayouts/slideLayout44.xml" /><Relationship Id="rId7" Type="http://schemas.openxmlformats.org/officeDocument/2006/relationships/slideLayout" Target="../slideLayouts/slideLayout48.xml" /><Relationship Id="rId2" Type="http://schemas.openxmlformats.org/officeDocument/2006/relationships/slideLayout" Target="../slideLayouts/slideLayout43.xml" /><Relationship Id="rId1" Type="http://schemas.openxmlformats.org/officeDocument/2006/relationships/slideLayout" Target="../slideLayouts/slideLayout42.xml" /><Relationship Id="rId6" Type="http://schemas.openxmlformats.org/officeDocument/2006/relationships/slideLayout" Target="../slideLayouts/slideLayout47.xml" /><Relationship Id="rId11" Type="http://schemas.openxmlformats.org/officeDocument/2006/relationships/theme" Target="../theme/theme4.xml" /><Relationship Id="rId5" Type="http://schemas.openxmlformats.org/officeDocument/2006/relationships/slideLayout" Target="../slideLayouts/slideLayout46.xml" /><Relationship Id="rId10" Type="http://schemas.openxmlformats.org/officeDocument/2006/relationships/slideLayout" Target="../slideLayouts/slideLayout51.xml" /><Relationship Id="rId4" Type="http://schemas.openxmlformats.org/officeDocument/2006/relationships/slideLayout" Target="../slideLayouts/slideLayout45.xml" /><Relationship Id="rId9" Type="http://schemas.openxmlformats.org/officeDocument/2006/relationships/slideLayout" Target="../slideLayouts/slideLayout50.xml" 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 /><Relationship Id="rId13" Type="http://schemas.openxmlformats.org/officeDocument/2006/relationships/slideLayout" Target="../slideLayouts/slideLayout64.xml" /><Relationship Id="rId3" Type="http://schemas.openxmlformats.org/officeDocument/2006/relationships/slideLayout" Target="../slideLayouts/slideLayout54.xml" /><Relationship Id="rId7" Type="http://schemas.openxmlformats.org/officeDocument/2006/relationships/slideLayout" Target="../slideLayouts/slideLayout58.xml" /><Relationship Id="rId12" Type="http://schemas.openxmlformats.org/officeDocument/2006/relationships/slideLayout" Target="../slideLayouts/slideLayout63.xml" /><Relationship Id="rId2" Type="http://schemas.openxmlformats.org/officeDocument/2006/relationships/slideLayout" Target="../slideLayouts/slideLayout53.xml" /><Relationship Id="rId1" Type="http://schemas.openxmlformats.org/officeDocument/2006/relationships/slideLayout" Target="../slideLayouts/slideLayout52.xml" /><Relationship Id="rId6" Type="http://schemas.openxmlformats.org/officeDocument/2006/relationships/slideLayout" Target="../slideLayouts/slideLayout57.xml" /><Relationship Id="rId11" Type="http://schemas.openxmlformats.org/officeDocument/2006/relationships/slideLayout" Target="../slideLayouts/slideLayout62.xml" /><Relationship Id="rId5" Type="http://schemas.openxmlformats.org/officeDocument/2006/relationships/slideLayout" Target="../slideLayouts/slideLayout56.xml" /><Relationship Id="rId15" Type="http://schemas.openxmlformats.org/officeDocument/2006/relationships/image" Target="../media/image3.png" /><Relationship Id="rId10" Type="http://schemas.openxmlformats.org/officeDocument/2006/relationships/slideLayout" Target="../slideLayouts/slideLayout61.xml" /><Relationship Id="rId4" Type="http://schemas.openxmlformats.org/officeDocument/2006/relationships/slideLayout" Target="../slideLayouts/slideLayout55.xml" /><Relationship Id="rId9" Type="http://schemas.openxmlformats.org/officeDocument/2006/relationships/slideLayout" Target="../slideLayouts/slideLayout60.xml" /><Relationship Id="rId14" Type="http://schemas.openxmlformats.org/officeDocument/2006/relationships/theme" Target="../theme/theme5.xml" 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 /><Relationship Id="rId13" Type="http://schemas.openxmlformats.org/officeDocument/2006/relationships/image" Target="../media/image3.png" /><Relationship Id="rId3" Type="http://schemas.openxmlformats.org/officeDocument/2006/relationships/slideLayout" Target="../slideLayouts/slideLayout67.xml" /><Relationship Id="rId7" Type="http://schemas.openxmlformats.org/officeDocument/2006/relationships/slideLayout" Target="../slideLayouts/slideLayout71.xml" /><Relationship Id="rId12" Type="http://schemas.openxmlformats.org/officeDocument/2006/relationships/theme" Target="../theme/theme6.xml" /><Relationship Id="rId2" Type="http://schemas.openxmlformats.org/officeDocument/2006/relationships/slideLayout" Target="../slideLayouts/slideLayout66.xml" /><Relationship Id="rId1" Type="http://schemas.openxmlformats.org/officeDocument/2006/relationships/slideLayout" Target="../slideLayouts/slideLayout65.xml" /><Relationship Id="rId6" Type="http://schemas.openxmlformats.org/officeDocument/2006/relationships/slideLayout" Target="../slideLayouts/slideLayout70.xml" /><Relationship Id="rId11" Type="http://schemas.openxmlformats.org/officeDocument/2006/relationships/slideLayout" Target="../slideLayouts/slideLayout75.xml" /><Relationship Id="rId5" Type="http://schemas.openxmlformats.org/officeDocument/2006/relationships/slideLayout" Target="../slideLayouts/slideLayout69.xml" /><Relationship Id="rId10" Type="http://schemas.openxmlformats.org/officeDocument/2006/relationships/slideLayout" Target="../slideLayouts/slideLayout74.xml" /><Relationship Id="rId4" Type="http://schemas.openxmlformats.org/officeDocument/2006/relationships/slideLayout" Target="../slideLayouts/slideLayout68.xml" /><Relationship Id="rId9" Type="http://schemas.openxmlformats.org/officeDocument/2006/relationships/slideLayout" Target="../slideLayouts/slideLayout73.xml" 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 /><Relationship Id="rId13" Type="http://schemas.openxmlformats.org/officeDocument/2006/relationships/slideLayout" Target="../slideLayouts/slideLayout88.xml" /><Relationship Id="rId3" Type="http://schemas.openxmlformats.org/officeDocument/2006/relationships/slideLayout" Target="../slideLayouts/slideLayout78.xml" /><Relationship Id="rId7" Type="http://schemas.openxmlformats.org/officeDocument/2006/relationships/slideLayout" Target="../slideLayouts/slideLayout82.xml" /><Relationship Id="rId12" Type="http://schemas.openxmlformats.org/officeDocument/2006/relationships/slideLayout" Target="../slideLayouts/slideLayout87.xml" /><Relationship Id="rId2" Type="http://schemas.openxmlformats.org/officeDocument/2006/relationships/slideLayout" Target="../slideLayouts/slideLayout77.xml" /><Relationship Id="rId1" Type="http://schemas.openxmlformats.org/officeDocument/2006/relationships/slideLayout" Target="../slideLayouts/slideLayout76.xml" /><Relationship Id="rId6" Type="http://schemas.openxmlformats.org/officeDocument/2006/relationships/slideLayout" Target="../slideLayouts/slideLayout81.xml" /><Relationship Id="rId11" Type="http://schemas.openxmlformats.org/officeDocument/2006/relationships/slideLayout" Target="../slideLayouts/slideLayout86.xml" /><Relationship Id="rId5" Type="http://schemas.openxmlformats.org/officeDocument/2006/relationships/slideLayout" Target="../slideLayouts/slideLayout80.xml" /><Relationship Id="rId15" Type="http://schemas.openxmlformats.org/officeDocument/2006/relationships/image" Target="../media/image3.png" /><Relationship Id="rId10" Type="http://schemas.openxmlformats.org/officeDocument/2006/relationships/slideLayout" Target="../slideLayouts/slideLayout85.xml" /><Relationship Id="rId4" Type="http://schemas.openxmlformats.org/officeDocument/2006/relationships/slideLayout" Target="../slideLayouts/slideLayout79.xml" /><Relationship Id="rId9" Type="http://schemas.openxmlformats.org/officeDocument/2006/relationships/slideLayout" Target="../slideLayouts/slideLayout84.xml" /><Relationship Id="rId14" Type="http://schemas.openxmlformats.org/officeDocument/2006/relationships/theme" Target="../theme/theme7.xml" 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 /><Relationship Id="rId13" Type="http://schemas.openxmlformats.org/officeDocument/2006/relationships/slideLayout" Target="../slideLayouts/slideLayout101.xml" /><Relationship Id="rId3" Type="http://schemas.openxmlformats.org/officeDocument/2006/relationships/slideLayout" Target="../slideLayouts/slideLayout91.xml" /><Relationship Id="rId7" Type="http://schemas.openxmlformats.org/officeDocument/2006/relationships/slideLayout" Target="../slideLayouts/slideLayout95.xml" /><Relationship Id="rId12" Type="http://schemas.openxmlformats.org/officeDocument/2006/relationships/slideLayout" Target="../slideLayouts/slideLayout100.xml" /><Relationship Id="rId2" Type="http://schemas.openxmlformats.org/officeDocument/2006/relationships/slideLayout" Target="../slideLayouts/slideLayout90.xml" /><Relationship Id="rId1" Type="http://schemas.openxmlformats.org/officeDocument/2006/relationships/slideLayout" Target="../slideLayouts/slideLayout89.xml" /><Relationship Id="rId6" Type="http://schemas.openxmlformats.org/officeDocument/2006/relationships/slideLayout" Target="../slideLayouts/slideLayout94.xml" /><Relationship Id="rId11" Type="http://schemas.openxmlformats.org/officeDocument/2006/relationships/slideLayout" Target="../slideLayouts/slideLayout99.xml" /><Relationship Id="rId5" Type="http://schemas.openxmlformats.org/officeDocument/2006/relationships/slideLayout" Target="../slideLayouts/slideLayout93.xml" /><Relationship Id="rId15" Type="http://schemas.openxmlformats.org/officeDocument/2006/relationships/image" Target="../media/image3.png" /><Relationship Id="rId10" Type="http://schemas.openxmlformats.org/officeDocument/2006/relationships/slideLayout" Target="../slideLayouts/slideLayout98.xml" /><Relationship Id="rId4" Type="http://schemas.openxmlformats.org/officeDocument/2006/relationships/slideLayout" Target="../slideLayouts/slideLayout92.xml" /><Relationship Id="rId9" Type="http://schemas.openxmlformats.org/officeDocument/2006/relationships/slideLayout" Target="../slideLayouts/slideLayout97.xml" /><Relationship Id="rId14" Type="http://schemas.openxmlformats.org/officeDocument/2006/relationships/theme" Target="../theme/theme8.xml" 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 /><Relationship Id="rId13" Type="http://schemas.openxmlformats.org/officeDocument/2006/relationships/slideLayout" Target="../slideLayouts/slideLayout114.xml" /><Relationship Id="rId3" Type="http://schemas.openxmlformats.org/officeDocument/2006/relationships/slideLayout" Target="../slideLayouts/slideLayout104.xml" /><Relationship Id="rId7" Type="http://schemas.openxmlformats.org/officeDocument/2006/relationships/slideLayout" Target="../slideLayouts/slideLayout108.xml" /><Relationship Id="rId12" Type="http://schemas.openxmlformats.org/officeDocument/2006/relationships/slideLayout" Target="../slideLayouts/slideLayout113.xml" /><Relationship Id="rId2" Type="http://schemas.openxmlformats.org/officeDocument/2006/relationships/slideLayout" Target="../slideLayouts/slideLayout103.xml" /><Relationship Id="rId1" Type="http://schemas.openxmlformats.org/officeDocument/2006/relationships/slideLayout" Target="../slideLayouts/slideLayout102.xml" /><Relationship Id="rId6" Type="http://schemas.openxmlformats.org/officeDocument/2006/relationships/slideLayout" Target="../slideLayouts/slideLayout107.xml" /><Relationship Id="rId11" Type="http://schemas.openxmlformats.org/officeDocument/2006/relationships/slideLayout" Target="../slideLayouts/slideLayout112.xml" /><Relationship Id="rId5" Type="http://schemas.openxmlformats.org/officeDocument/2006/relationships/slideLayout" Target="../slideLayouts/slideLayout106.xml" /><Relationship Id="rId15" Type="http://schemas.openxmlformats.org/officeDocument/2006/relationships/image" Target="../media/image3.png" /><Relationship Id="rId10" Type="http://schemas.openxmlformats.org/officeDocument/2006/relationships/slideLayout" Target="../slideLayouts/slideLayout111.xml" /><Relationship Id="rId4" Type="http://schemas.openxmlformats.org/officeDocument/2006/relationships/slideLayout" Target="../slideLayouts/slideLayout105.xml" /><Relationship Id="rId9" Type="http://schemas.openxmlformats.org/officeDocument/2006/relationships/slideLayout" Target="../slideLayouts/slideLayout110.xml" /><Relationship Id="rId14" Type="http://schemas.openxmlformats.org/officeDocument/2006/relationships/theme" Target="../theme/theme9.xml" 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2.xml" /><Relationship Id="rId13" Type="http://schemas.openxmlformats.org/officeDocument/2006/relationships/slideLayout" Target="../slideLayouts/slideLayout127.xml" /><Relationship Id="rId18" Type="http://schemas.openxmlformats.org/officeDocument/2006/relationships/slideLayout" Target="../slideLayouts/slideLayout132.xml" /><Relationship Id="rId3" Type="http://schemas.openxmlformats.org/officeDocument/2006/relationships/slideLayout" Target="../slideLayouts/slideLayout117.xml" /><Relationship Id="rId21" Type="http://schemas.openxmlformats.org/officeDocument/2006/relationships/theme" Target="../theme/theme10.xml" /><Relationship Id="rId7" Type="http://schemas.openxmlformats.org/officeDocument/2006/relationships/slideLayout" Target="../slideLayouts/slideLayout121.xml" /><Relationship Id="rId12" Type="http://schemas.openxmlformats.org/officeDocument/2006/relationships/slideLayout" Target="../slideLayouts/slideLayout126.xml" /><Relationship Id="rId17" Type="http://schemas.openxmlformats.org/officeDocument/2006/relationships/slideLayout" Target="../slideLayouts/slideLayout131.xml" /><Relationship Id="rId2" Type="http://schemas.openxmlformats.org/officeDocument/2006/relationships/slideLayout" Target="../slideLayouts/slideLayout116.xml" /><Relationship Id="rId16" Type="http://schemas.openxmlformats.org/officeDocument/2006/relationships/slideLayout" Target="../slideLayouts/slideLayout130.xml" /><Relationship Id="rId20" Type="http://schemas.openxmlformats.org/officeDocument/2006/relationships/slideLayout" Target="../slideLayouts/slideLayout134.xml" /><Relationship Id="rId1" Type="http://schemas.openxmlformats.org/officeDocument/2006/relationships/slideLayout" Target="../slideLayouts/slideLayout115.xml" /><Relationship Id="rId6" Type="http://schemas.openxmlformats.org/officeDocument/2006/relationships/slideLayout" Target="../slideLayouts/slideLayout120.xml" /><Relationship Id="rId11" Type="http://schemas.openxmlformats.org/officeDocument/2006/relationships/slideLayout" Target="../slideLayouts/slideLayout125.xml" /><Relationship Id="rId5" Type="http://schemas.openxmlformats.org/officeDocument/2006/relationships/slideLayout" Target="../slideLayouts/slideLayout119.xml" /><Relationship Id="rId15" Type="http://schemas.openxmlformats.org/officeDocument/2006/relationships/slideLayout" Target="../slideLayouts/slideLayout129.xml" /><Relationship Id="rId10" Type="http://schemas.openxmlformats.org/officeDocument/2006/relationships/slideLayout" Target="../slideLayouts/slideLayout124.xml" /><Relationship Id="rId19" Type="http://schemas.openxmlformats.org/officeDocument/2006/relationships/slideLayout" Target="../slideLayouts/slideLayout133.xml" /><Relationship Id="rId4" Type="http://schemas.openxmlformats.org/officeDocument/2006/relationships/slideLayout" Target="../slideLayouts/slideLayout118.xml" /><Relationship Id="rId9" Type="http://schemas.openxmlformats.org/officeDocument/2006/relationships/slideLayout" Target="../slideLayouts/slideLayout123.xml" /><Relationship Id="rId14" Type="http://schemas.openxmlformats.org/officeDocument/2006/relationships/slideLayout" Target="../slideLayouts/slideLayout128.xml" /><Relationship Id="rId22" Type="http://schemas.openxmlformats.org/officeDocument/2006/relationships/image" Target="../media/image3.png" 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2.xml" /><Relationship Id="rId13" Type="http://schemas.openxmlformats.org/officeDocument/2006/relationships/slideLayout" Target="../slideLayouts/slideLayout147.xml" /><Relationship Id="rId18" Type="http://schemas.openxmlformats.org/officeDocument/2006/relationships/slideLayout" Target="../slideLayouts/slideLayout152.xml" /><Relationship Id="rId26" Type="http://schemas.openxmlformats.org/officeDocument/2006/relationships/slideLayout" Target="../slideLayouts/slideLayout160.xml" /><Relationship Id="rId39" Type="http://schemas.openxmlformats.org/officeDocument/2006/relationships/slideLayout" Target="../slideLayouts/slideLayout173.xml" /><Relationship Id="rId3" Type="http://schemas.openxmlformats.org/officeDocument/2006/relationships/slideLayout" Target="../slideLayouts/slideLayout137.xml" /><Relationship Id="rId21" Type="http://schemas.openxmlformats.org/officeDocument/2006/relationships/slideLayout" Target="../slideLayouts/slideLayout155.xml" /><Relationship Id="rId34" Type="http://schemas.openxmlformats.org/officeDocument/2006/relationships/slideLayout" Target="../slideLayouts/slideLayout168.xml" /><Relationship Id="rId42" Type="http://schemas.openxmlformats.org/officeDocument/2006/relationships/theme" Target="../theme/theme11.xml" /><Relationship Id="rId7" Type="http://schemas.openxmlformats.org/officeDocument/2006/relationships/slideLayout" Target="../slideLayouts/slideLayout141.xml" /><Relationship Id="rId12" Type="http://schemas.openxmlformats.org/officeDocument/2006/relationships/slideLayout" Target="../slideLayouts/slideLayout146.xml" /><Relationship Id="rId17" Type="http://schemas.openxmlformats.org/officeDocument/2006/relationships/slideLayout" Target="../slideLayouts/slideLayout151.xml" /><Relationship Id="rId25" Type="http://schemas.openxmlformats.org/officeDocument/2006/relationships/slideLayout" Target="../slideLayouts/slideLayout159.xml" /><Relationship Id="rId33" Type="http://schemas.openxmlformats.org/officeDocument/2006/relationships/slideLayout" Target="../slideLayouts/slideLayout167.xml" /><Relationship Id="rId38" Type="http://schemas.openxmlformats.org/officeDocument/2006/relationships/slideLayout" Target="../slideLayouts/slideLayout172.xml" /><Relationship Id="rId2" Type="http://schemas.openxmlformats.org/officeDocument/2006/relationships/slideLayout" Target="../slideLayouts/slideLayout136.xml" /><Relationship Id="rId16" Type="http://schemas.openxmlformats.org/officeDocument/2006/relationships/slideLayout" Target="../slideLayouts/slideLayout150.xml" /><Relationship Id="rId20" Type="http://schemas.openxmlformats.org/officeDocument/2006/relationships/slideLayout" Target="../slideLayouts/slideLayout154.xml" /><Relationship Id="rId29" Type="http://schemas.openxmlformats.org/officeDocument/2006/relationships/slideLayout" Target="../slideLayouts/slideLayout163.xml" /><Relationship Id="rId41" Type="http://schemas.openxmlformats.org/officeDocument/2006/relationships/slideLayout" Target="../slideLayouts/slideLayout175.xml" /><Relationship Id="rId1" Type="http://schemas.openxmlformats.org/officeDocument/2006/relationships/slideLayout" Target="../slideLayouts/slideLayout135.xml" /><Relationship Id="rId6" Type="http://schemas.openxmlformats.org/officeDocument/2006/relationships/slideLayout" Target="../slideLayouts/slideLayout140.xml" /><Relationship Id="rId11" Type="http://schemas.openxmlformats.org/officeDocument/2006/relationships/slideLayout" Target="../slideLayouts/slideLayout145.xml" /><Relationship Id="rId24" Type="http://schemas.openxmlformats.org/officeDocument/2006/relationships/slideLayout" Target="../slideLayouts/slideLayout158.xml" /><Relationship Id="rId32" Type="http://schemas.openxmlformats.org/officeDocument/2006/relationships/slideLayout" Target="../slideLayouts/slideLayout166.xml" /><Relationship Id="rId37" Type="http://schemas.openxmlformats.org/officeDocument/2006/relationships/slideLayout" Target="../slideLayouts/slideLayout171.xml" /><Relationship Id="rId40" Type="http://schemas.openxmlformats.org/officeDocument/2006/relationships/slideLayout" Target="../slideLayouts/slideLayout174.xml" /><Relationship Id="rId5" Type="http://schemas.openxmlformats.org/officeDocument/2006/relationships/slideLayout" Target="../slideLayouts/slideLayout139.xml" /><Relationship Id="rId15" Type="http://schemas.openxmlformats.org/officeDocument/2006/relationships/slideLayout" Target="../slideLayouts/slideLayout149.xml" /><Relationship Id="rId23" Type="http://schemas.openxmlformats.org/officeDocument/2006/relationships/slideLayout" Target="../slideLayouts/slideLayout157.xml" /><Relationship Id="rId28" Type="http://schemas.openxmlformats.org/officeDocument/2006/relationships/slideLayout" Target="../slideLayouts/slideLayout162.xml" /><Relationship Id="rId36" Type="http://schemas.openxmlformats.org/officeDocument/2006/relationships/slideLayout" Target="../slideLayouts/slideLayout170.xml" /><Relationship Id="rId10" Type="http://schemas.openxmlformats.org/officeDocument/2006/relationships/slideLayout" Target="../slideLayouts/slideLayout144.xml" /><Relationship Id="rId19" Type="http://schemas.openxmlformats.org/officeDocument/2006/relationships/slideLayout" Target="../slideLayouts/slideLayout153.xml" /><Relationship Id="rId31" Type="http://schemas.openxmlformats.org/officeDocument/2006/relationships/slideLayout" Target="../slideLayouts/slideLayout165.xml" /><Relationship Id="rId4" Type="http://schemas.openxmlformats.org/officeDocument/2006/relationships/slideLayout" Target="../slideLayouts/slideLayout138.xml" /><Relationship Id="rId9" Type="http://schemas.openxmlformats.org/officeDocument/2006/relationships/slideLayout" Target="../slideLayouts/slideLayout143.xml" /><Relationship Id="rId14" Type="http://schemas.openxmlformats.org/officeDocument/2006/relationships/slideLayout" Target="../slideLayouts/slideLayout148.xml" /><Relationship Id="rId22" Type="http://schemas.openxmlformats.org/officeDocument/2006/relationships/slideLayout" Target="../slideLayouts/slideLayout156.xml" /><Relationship Id="rId27" Type="http://schemas.openxmlformats.org/officeDocument/2006/relationships/slideLayout" Target="../slideLayouts/slideLayout161.xml" /><Relationship Id="rId30" Type="http://schemas.openxmlformats.org/officeDocument/2006/relationships/slideLayout" Target="../slideLayouts/slideLayout164.xml" /><Relationship Id="rId35" Type="http://schemas.openxmlformats.org/officeDocument/2006/relationships/slideLayout" Target="../slideLayouts/slideLayout169.xml" /><Relationship Id="rId43" Type="http://schemas.openxmlformats.org/officeDocument/2006/relationships/image" Target="../media/image3.png" 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3.xml" /><Relationship Id="rId13" Type="http://schemas.openxmlformats.org/officeDocument/2006/relationships/slideLayout" Target="../slideLayouts/slideLayout188.xml" /><Relationship Id="rId3" Type="http://schemas.openxmlformats.org/officeDocument/2006/relationships/slideLayout" Target="../slideLayouts/slideLayout178.xml" /><Relationship Id="rId7" Type="http://schemas.openxmlformats.org/officeDocument/2006/relationships/slideLayout" Target="../slideLayouts/slideLayout182.xml" /><Relationship Id="rId12" Type="http://schemas.openxmlformats.org/officeDocument/2006/relationships/slideLayout" Target="../slideLayouts/slideLayout187.xml" /><Relationship Id="rId2" Type="http://schemas.openxmlformats.org/officeDocument/2006/relationships/slideLayout" Target="../slideLayouts/slideLayout177.xml" /><Relationship Id="rId1" Type="http://schemas.openxmlformats.org/officeDocument/2006/relationships/slideLayout" Target="../slideLayouts/slideLayout176.xml" /><Relationship Id="rId6" Type="http://schemas.openxmlformats.org/officeDocument/2006/relationships/slideLayout" Target="../slideLayouts/slideLayout181.xml" /><Relationship Id="rId11" Type="http://schemas.openxmlformats.org/officeDocument/2006/relationships/slideLayout" Target="../slideLayouts/slideLayout186.xml" /><Relationship Id="rId5" Type="http://schemas.openxmlformats.org/officeDocument/2006/relationships/slideLayout" Target="../slideLayouts/slideLayout180.xml" /><Relationship Id="rId15" Type="http://schemas.openxmlformats.org/officeDocument/2006/relationships/image" Target="../media/image3.png" /><Relationship Id="rId10" Type="http://schemas.openxmlformats.org/officeDocument/2006/relationships/slideLayout" Target="../slideLayouts/slideLayout185.xml" /><Relationship Id="rId4" Type="http://schemas.openxmlformats.org/officeDocument/2006/relationships/slideLayout" Target="../slideLayouts/slideLayout179.xml" /><Relationship Id="rId9" Type="http://schemas.openxmlformats.org/officeDocument/2006/relationships/slideLayout" Target="../slideLayouts/slideLayout184.xml" /><Relationship Id="rId14" Type="http://schemas.openxmlformats.org/officeDocument/2006/relationships/theme" Target="../theme/theme1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" name="Google Shape;13;p8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" name="Google Shape;14;p8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7" name="Google Shape;177;p8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8" name="Google Shape;178;p8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9" name="Google Shape;179;p8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0" name="Google Shape;180;p8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8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0" name="Google Shape;360;p86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pic>
        <p:nvPicPr>
          <p:cNvPr id="361" name="Google Shape;361;p86" descr="Picture 7.png"/>
          <p:cNvPicPr preferRelativeResize="0"/>
          <p:nvPr/>
        </p:nvPicPr>
        <p:blipFill rotWithShape="1">
          <a:blip r:embed="rId16">
            <a:alphaModFix/>
          </a:blip>
          <a:srcRect l="1923" b="5335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2" name="Google Shape;362;p86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63" name="Google Shape;363;p8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4" name="Google Shape;364;p8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5" name="Google Shape;365;p86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66" name="Google Shape;366;p86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367" name="Google Shape;367;p8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8" name="Google Shape;368;p8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9" name="Google Shape;369;p86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9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3" name="Google Shape;733;p9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4" name="Google Shape;734;p9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735" name="Google Shape;735;p9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736" name="Google Shape;736;p9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9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8" name="Google Shape;808;p9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pic>
        <p:nvPicPr>
          <p:cNvPr id="809" name="Google Shape;809;p93" descr="Picture 7.png"/>
          <p:cNvPicPr preferRelativeResize="0"/>
          <p:nvPr/>
        </p:nvPicPr>
        <p:blipFill rotWithShape="1">
          <a:blip r:embed="rId15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0" name="Google Shape;810;p9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11" name="Google Shape;811;p9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9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9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4" name="Google Shape;814;p9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15" name="Google Shape;815;p9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9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9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9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42" name="Google Shape;1142;p9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pic>
        <p:nvPicPr>
          <p:cNvPr id="1143" name="Google Shape;1143;p98" descr="Picture 7.png"/>
          <p:cNvPicPr preferRelativeResize="0"/>
          <p:nvPr/>
        </p:nvPicPr>
        <p:blipFill rotWithShape="1">
          <a:blip r:embed="rId13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4" name="Google Shape;1144;p9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45" name="Google Shape;1145;p9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9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9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8" name="Google Shape;1148;p9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49" name="Google Shape;1149;p9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9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9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1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59" name="Google Shape;1459;p110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100" b="0" i="0" u="none" strike="noStrike" cap="none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0" name="Google Shape;1460;p110" descr="Picture 7.png"/>
          <p:cNvPicPr preferRelativeResize="0"/>
          <p:nvPr/>
        </p:nvPicPr>
        <p:blipFill rotWithShape="1">
          <a:blip r:embed="rId15">
            <a:alphaModFix/>
          </a:blip>
          <a:srcRect l="1923" b="5335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1" name="Google Shape;1461;p110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462" name="Google Shape;1462;p11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1463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1464;p110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5" name="Google Shape;1465;p110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466" name="Google Shape;1466;p11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7" name="Google Shape;1467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1468;p110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1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66" name="Google Shape;1566;p113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100" b="0" i="0" u="none" strike="noStrike" cap="none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7" name="Google Shape;1567;p113" descr="Picture 7.png"/>
          <p:cNvPicPr preferRelativeResize="0"/>
          <p:nvPr/>
        </p:nvPicPr>
        <p:blipFill rotWithShape="1">
          <a:blip r:embed="rId15">
            <a:alphaModFix/>
          </a:blip>
          <a:srcRect l="1923" b="5335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8" name="Google Shape;1568;p113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569" name="Google Shape;1569;p11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0" name="Google Shape;1570;p1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1" name="Google Shape;1571;p113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2" name="Google Shape;1572;p113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573" name="Google Shape;1573;p11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4" name="Google Shape;1574;p1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5" name="Google Shape;1575;p113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  <p:sldLayoutId id="2147483849" r:id="rId12"/>
    <p:sldLayoutId id="2147483943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1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73" name="Google Shape;1673;p116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100" b="0" i="0" u="none" strike="noStrike" cap="none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4" name="Google Shape;1674;p116" descr="Picture 7.png"/>
          <p:cNvPicPr preferRelativeResize="0"/>
          <p:nvPr/>
        </p:nvPicPr>
        <p:blipFill rotWithShape="1">
          <a:blip r:embed="rId15">
            <a:alphaModFix/>
          </a:blip>
          <a:srcRect l="1923" b="5335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5" name="Google Shape;1675;p116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676" name="Google Shape;1676;p1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11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116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9" name="Google Shape;1679;p116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680" name="Google Shape;1680;p1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11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116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  <p:sldLayoutId id="2147483863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p120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80" name="Google Shape;1780;p120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pic>
        <p:nvPicPr>
          <p:cNvPr id="1781" name="Google Shape;1781;p120" descr="Picture 7.png"/>
          <p:cNvPicPr preferRelativeResize="0"/>
          <p:nvPr/>
        </p:nvPicPr>
        <p:blipFill rotWithShape="1">
          <a:blip r:embed="rId22">
            <a:alphaModFix/>
          </a:blip>
          <a:srcRect l="1923" b="5335"/>
          <a:stretch/>
        </p:blipFill>
        <p:spPr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2" name="Google Shape;1782;p12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783" name="Google Shape;1783;p12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4" name="Google Shape;1784;p1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5" name="Google Shape;1785;p12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6" name="Google Shape;1786;p12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787" name="Google Shape;1787;p12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8" name="Google Shape;1788;p1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9" name="Google Shape;1789;p12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81" r:id="rId15"/>
    <p:sldLayoutId id="2147483882" r:id="rId16"/>
    <p:sldLayoutId id="2147483883" r:id="rId17"/>
    <p:sldLayoutId id="2147483884" r:id="rId18"/>
    <p:sldLayoutId id="2147483885" r:id="rId19"/>
    <p:sldLayoutId id="2147483886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Google Shape;2006;p124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07" name="Google Shape;2007;p124"/>
          <p:cNvSpPr txBox="1"/>
          <p:nvPr/>
        </p:nvSpPr>
        <p:spPr>
          <a:xfrm>
            <a:off x="3276600" y="6596391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825" b="0" i="0" u="none" strike="noStrike" cap="none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8" name="Google Shape;2008;p124" descr="Picture 7.png"/>
          <p:cNvPicPr preferRelativeResize="0"/>
          <p:nvPr/>
        </p:nvPicPr>
        <p:blipFill rotWithShape="1">
          <a:blip r:embed="rId43">
            <a:alphaModFix/>
          </a:blip>
          <a:srcRect l="1923" b="5335"/>
          <a:stretch/>
        </p:blipFill>
        <p:spPr>
          <a:xfrm>
            <a:off x="6629401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9" name="Google Shape;2009;p124"/>
          <p:cNvGrpSpPr/>
          <p:nvPr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2010" name="Google Shape;2010;p12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1" name="Google Shape;2011;p1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2" name="Google Shape;2012;p124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3" name="Google Shape;2013;p124"/>
          <p:cNvGrpSpPr/>
          <p:nvPr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2014" name="Google Shape;2014;p12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5" name="Google Shape;2015;p1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6" name="Google Shape;2016;p124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3916" r:id="rId29"/>
    <p:sldLayoutId id="2147483917" r:id="rId30"/>
    <p:sldLayoutId id="2147483918" r:id="rId31"/>
    <p:sldLayoutId id="2147483919" r:id="rId32"/>
    <p:sldLayoutId id="2147483920" r:id="rId33"/>
    <p:sldLayoutId id="2147483921" r:id="rId34"/>
    <p:sldLayoutId id="2147483922" r:id="rId35"/>
    <p:sldLayoutId id="2147483923" r:id="rId36"/>
    <p:sldLayoutId id="2147483924" r:id="rId37"/>
    <p:sldLayoutId id="2147483925" r:id="rId38"/>
    <p:sldLayoutId id="2147483926" r:id="rId39"/>
    <p:sldLayoutId id="2147483927" r:id="rId40"/>
    <p:sldLayoutId id="2147483928" r:id="rId4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4" name="Google Shape;2534;p1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35" name="Google Shape;2535;p129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100" b="0" i="0" u="none" strike="noStrike" cap="none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6" name="Google Shape;2536;p129" descr="Picture 7.png"/>
          <p:cNvPicPr preferRelativeResize="0"/>
          <p:nvPr/>
        </p:nvPicPr>
        <p:blipFill rotWithShape="1">
          <a:blip r:embed="rId15">
            <a:alphaModFix/>
          </a:blip>
          <a:srcRect l="1923" b="5335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7" name="Google Shape;2537;p129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538" name="Google Shape;2538;p1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9" name="Google Shape;2539;p12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0" name="Google Shape;2540;p129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41" name="Google Shape;2541;p129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542" name="Google Shape;2542;p1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3" name="Google Shape;2543;p12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4" name="Google Shape;2544;p129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  <p:sldLayoutId id="2147483941" r:id="rId12"/>
    <p:sldLayoutId id="2147483942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4.xml" /><Relationship Id="rId4" Type="http://schemas.openxmlformats.org/officeDocument/2006/relationships/image" Target="../media/image7.png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8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65.xml" /><Relationship Id="rId5" Type="http://schemas.openxmlformats.org/officeDocument/2006/relationships/image" Target="../media/image9.png" /><Relationship Id="rId4" Type="http://schemas.openxmlformats.org/officeDocument/2006/relationships/customXml" Target="../ink/ink2.xml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 /><Relationship Id="rId13" Type="http://schemas.openxmlformats.org/officeDocument/2006/relationships/oleObject" Target="../embeddings/oleObject6.bin" /><Relationship Id="rId3" Type="http://schemas.openxmlformats.org/officeDocument/2006/relationships/oleObject" Target="../embeddings/oleObject1.bin" /><Relationship Id="rId7" Type="http://schemas.openxmlformats.org/officeDocument/2006/relationships/oleObject" Target="../embeddings/oleObject3.bin" /><Relationship Id="rId12" Type="http://schemas.openxmlformats.org/officeDocument/2006/relationships/image" Target="../media/image14.png" /><Relationship Id="rId2" Type="http://schemas.openxmlformats.org/officeDocument/2006/relationships/notesSlide" Target="../notesSlides/notesSlide6.xml" /><Relationship Id="rId16" Type="http://schemas.openxmlformats.org/officeDocument/2006/relationships/image" Target="../media/image16.png" /><Relationship Id="rId1" Type="http://schemas.openxmlformats.org/officeDocument/2006/relationships/slideLayout" Target="../slideLayouts/slideLayout65.xml" /><Relationship Id="rId6" Type="http://schemas.openxmlformats.org/officeDocument/2006/relationships/image" Target="../media/image11.png" /><Relationship Id="rId11" Type="http://schemas.openxmlformats.org/officeDocument/2006/relationships/oleObject" Target="../embeddings/oleObject5.bin" /><Relationship Id="rId5" Type="http://schemas.openxmlformats.org/officeDocument/2006/relationships/oleObject" Target="../embeddings/oleObject2.bin" /><Relationship Id="rId15" Type="http://schemas.openxmlformats.org/officeDocument/2006/relationships/customXml" Target="../ink/ink3.xml" /><Relationship Id="rId10" Type="http://schemas.openxmlformats.org/officeDocument/2006/relationships/image" Target="../media/image13.png" /><Relationship Id="rId4" Type="http://schemas.openxmlformats.org/officeDocument/2006/relationships/image" Target="../media/image10.png" /><Relationship Id="rId9" Type="http://schemas.openxmlformats.org/officeDocument/2006/relationships/oleObject" Target="../embeddings/oleObject4.bin" /><Relationship Id="rId14" Type="http://schemas.openxmlformats.org/officeDocument/2006/relationships/image" Target="../media/image15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65.xml" /><Relationship Id="rId4" Type="http://schemas.openxmlformats.org/officeDocument/2006/relationships/image" Target="../media/image17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65.xml" /><Relationship Id="rId5" Type="http://schemas.openxmlformats.org/officeDocument/2006/relationships/image" Target="../media/image19.png" /><Relationship Id="rId4" Type="http://schemas.openxmlformats.org/officeDocument/2006/relationships/customXml" Target="../ink/ink5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65.xml" /><Relationship Id="rId5" Type="http://schemas.openxmlformats.org/officeDocument/2006/relationships/image" Target="../media/image21.png" /><Relationship Id="rId4" Type="http://schemas.openxmlformats.org/officeDocument/2006/relationships/customXml" Target="../ink/ink6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02.xml" /><Relationship Id="rId5" Type="http://schemas.openxmlformats.org/officeDocument/2006/relationships/image" Target="../media/image23.png" /><Relationship Id="rId4" Type="http://schemas.openxmlformats.org/officeDocument/2006/relationships/customXml" Target="../ink/ink7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52.xml" /><Relationship Id="rId5" Type="http://schemas.openxmlformats.org/officeDocument/2006/relationships/image" Target="../media/image25.png" /><Relationship Id="rId4" Type="http://schemas.openxmlformats.org/officeDocument/2006/relationships/customXml" Target="../ink/ink8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53.xml" /><Relationship Id="rId4" Type="http://schemas.openxmlformats.org/officeDocument/2006/relationships/image" Target="../media/image26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53.xml" /><Relationship Id="rId4" Type="http://schemas.openxmlformats.org/officeDocument/2006/relationships/image" Target="../media/image27.pn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53.xml" /><Relationship Id="rId4" Type="http://schemas.openxmlformats.org/officeDocument/2006/relationships/image" Target="../media/image28.png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53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53.xml" /><Relationship Id="rId4" Type="http://schemas.openxmlformats.org/officeDocument/2006/relationships/image" Target="../media/image29.png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53.xml" /><Relationship Id="rId4" Type="http://schemas.openxmlformats.org/officeDocument/2006/relationships/image" Target="../media/image30.png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15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 /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42.xml" /><Relationship Id="rId6" Type="http://schemas.openxmlformats.org/officeDocument/2006/relationships/image" Target="../media/image32.png" /><Relationship Id="rId5" Type="http://schemas.openxmlformats.org/officeDocument/2006/relationships/customXml" Target="../ink/ink14.xml" /><Relationship Id="rId4" Type="http://schemas.openxmlformats.org/officeDocument/2006/relationships/image" Target="../media/image3.png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 /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43.xml" /><Relationship Id="rId6" Type="http://schemas.openxmlformats.org/officeDocument/2006/relationships/image" Target="../media/image34.png" /><Relationship Id="rId5" Type="http://schemas.openxmlformats.org/officeDocument/2006/relationships/customXml" Target="../ink/ink15.xml" /><Relationship Id="rId4" Type="http://schemas.openxmlformats.org/officeDocument/2006/relationships/image" Target="../media/image3.png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 /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43.xml" /><Relationship Id="rId6" Type="http://schemas.openxmlformats.org/officeDocument/2006/relationships/image" Target="../media/image3.png" /><Relationship Id="rId5" Type="http://schemas.openxmlformats.org/officeDocument/2006/relationships/image" Target="../media/image36.png" /><Relationship Id="rId4" Type="http://schemas.openxmlformats.org/officeDocument/2006/relationships/image" Target="../media/image35.png" 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 /><Relationship Id="rId3" Type="http://schemas.openxmlformats.org/officeDocument/2006/relationships/image" Target="../media/image33.png" /><Relationship Id="rId7" Type="http://schemas.openxmlformats.org/officeDocument/2006/relationships/customXml" Target="../ink/ink16.xml" /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43.xml" /><Relationship Id="rId6" Type="http://schemas.openxmlformats.org/officeDocument/2006/relationships/image" Target="../media/image3.png" /><Relationship Id="rId5" Type="http://schemas.openxmlformats.org/officeDocument/2006/relationships/image" Target="../media/image38.png" /><Relationship Id="rId4" Type="http://schemas.openxmlformats.org/officeDocument/2006/relationships/image" Target="../media/image37.png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 /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43.xml" /><Relationship Id="rId6" Type="http://schemas.openxmlformats.org/officeDocument/2006/relationships/image" Target="../media/image3.png" /><Relationship Id="rId5" Type="http://schemas.openxmlformats.org/officeDocument/2006/relationships/image" Target="../media/image35.png" /><Relationship Id="rId4" Type="http://schemas.openxmlformats.org/officeDocument/2006/relationships/image" Target="../media/image37.png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 /><Relationship Id="rId7" Type="http://schemas.openxmlformats.org/officeDocument/2006/relationships/image" Target="../media/image42.png" /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42.xml" /><Relationship Id="rId6" Type="http://schemas.openxmlformats.org/officeDocument/2006/relationships/customXml" Target="../ink/ink17.xml" /><Relationship Id="rId5" Type="http://schemas.openxmlformats.org/officeDocument/2006/relationships/image" Target="../media/image3.png" /><Relationship Id="rId4" Type="http://schemas.openxmlformats.org/officeDocument/2006/relationships/image" Target="../media/image41.png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 /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135.xml" /><Relationship Id="rId6" Type="http://schemas.openxmlformats.org/officeDocument/2006/relationships/image" Target="../media/image44.png" /><Relationship Id="rId5" Type="http://schemas.openxmlformats.org/officeDocument/2006/relationships/customXml" Target="../ink/ink18.xml" /><Relationship Id="rId4" Type="http://schemas.openxmlformats.org/officeDocument/2006/relationships/image" Target="../media/image18.png" 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 /><Relationship Id="rId3" Type="http://schemas.openxmlformats.org/officeDocument/2006/relationships/image" Target="../media/image45.png" /><Relationship Id="rId7" Type="http://schemas.openxmlformats.org/officeDocument/2006/relationships/customXml" Target="../ink/ink19.xml" /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136.xml" /><Relationship Id="rId6" Type="http://schemas.openxmlformats.org/officeDocument/2006/relationships/image" Target="../media/image18.png" /><Relationship Id="rId5" Type="http://schemas.openxmlformats.org/officeDocument/2006/relationships/image" Target="../media/image47.png" /><Relationship Id="rId4" Type="http://schemas.openxmlformats.org/officeDocument/2006/relationships/image" Target="../media/image46.png" 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 /><Relationship Id="rId3" Type="http://schemas.openxmlformats.org/officeDocument/2006/relationships/image" Target="../media/image49.png" /><Relationship Id="rId7" Type="http://schemas.openxmlformats.org/officeDocument/2006/relationships/image" Target="../media/image18.png" /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137.xml" /><Relationship Id="rId6" Type="http://schemas.openxmlformats.org/officeDocument/2006/relationships/image" Target="../media/image52.png" /><Relationship Id="rId5" Type="http://schemas.openxmlformats.org/officeDocument/2006/relationships/image" Target="../media/image51.png" /><Relationship Id="rId4" Type="http://schemas.openxmlformats.org/officeDocument/2006/relationships/image" Target="../media/image50.png" /><Relationship Id="rId9" Type="http://schemas.openxmlformats.org/officeDocument/2006/relationships/image" Target="../media/image53.png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 /><Relationship Id="rId7" Type="http://schemas.openxmlformats.org/officeDocument/2006/relationships/image" Target="../media/image56.png" /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138.xml" /><Relationship Id="rId6" Type="http://schemas.openxmlformats.org/officeDocument/2006/relationships/customXml" Target="../ink/ink21.xml" /><Relationship Id="rId5" Type="http://schemas.openxmlformats.org/officeDocument/2006/relationships/image" Target="../media/image18.png" /><Relationship Id="rId4" Type="http://schemas.openxmlformats.org/officeDocument/2006/relationships/image" Target="../media/image55.png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 /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176.xml" /><Relationship Id="rId4" Type="http://schemas.openxmlformats.org/officeDocument/2006/relationships/image" Target="../media/image57.png" 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 /><Relationship Id="rId7" Type="http://schemas.openxmlformats.org/officeDocument/2006/relationships/image" Target="../media/image61.png" /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139.xml" /><Relationship Id="rId6" Type="http://schemas.openxmlformats.org/officeDocument/2006/relationships/customXml" Target="../ink/ink23.xml" /><Relationship Id="rId5" Type="http://schemas.openxmlformats.org/officeDocument/2006/relationships/image" Target="../media/image60.png" /><Relationship Id="rId4" Type="http://schemas.openxmlformats.org/officeDocument/2006/relationships/image" Target="../media/image59.png" 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 /><Relationship Id="rId7" Type="http://schemas.openxmlformats.org/officeDocument/2006/relationships/image" Target="../media/image64.png" /><Relationship Id="rId2" Type="http://schemas.openxmlformats.org/officeDocument/2006/relationships/notesSlide" Target="../notesSlides/notesSlide31.xml" /><Relationship Id="rId1" Type="http://schemas.openxmlformats.org/officeDocument/2006/relationships/slideLayout" Target="../slideLayouts/slideLayout140.xml" /><Relationship Id="rId6" Type="http://schemas.openxmlformats.org/officeDocument/2006/relationships/customXml" Target="../ink/ink24.xml" /><Relationship Id="rId5" Type="http://schemas.openxmlformats.org/officeDocument/2006/relationships/image" Target="../media/image58.png" /><Relationship Id="rId4" Type="http://schemas.openxmlformats.org/officeDocument/2006/relationships/image" Target="../media/image63.png" 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 /><Relationship Id="rId2" Type="http://schemas.openxmlformats.org/officeDocument/2006/relationships/notesSlide" Target="../notesSlides/notesSlide32.xml" /><Relationship Id="rId1" Type="http://schemas.openxmlformats.org/officeDocument/2006/relationships/slideLayout" Target="../slideLayouts/slideLayout140.xml" /><Relationship Id="rId4" Type="http://schemas.openxmlformats.org/officeDocument/2006/relationships/image" Target="../media/image65.png" 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 /><Relationship Id="rId2" Type="http://schemas.openxmlformats.org/officeDocument/2006/relationships/notesSlide" Target="../notesSlides/notesSlide33.xml" /><Relationship Id="rId1" Type="http://schemas.openxmlformats.org/officeDocument/2006/relationships/slideLayout" Target="../slideLayouts/slideLayout89.xml" /><Relationship Id="rId6" Type="http://schemas.openxmlformats.org/officeDocument/2006/relationships/image" Target="../media/image68.png" /><Relationship Id="rId5" Type="http://schemas.openxmlformats.org/officeDocument/2006/relationships/customXml" Target="../ink/ink25.xml" /><Relationship Id="rId4" Type="http://schemas.openxmlformats.org/officeDocument/2006/relationships/image" Target="../media/image67.png" 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 /><Relationship Id="rId2" Type="http://schemas.openxmlformats.org/officeDocument/2006/relationships/notesSlide" Target="../notesSlides/notesSlide34.xml" /><Relationship Id="rId1" Type="http://schemas.openxmlformats.org/officeDocument/2006/relationships/slideLayout" Target="../slideLayouts/slideLayout89.xml" /><Relationship Id="rId5" Type="http://schemas.openxmlformats.org/officeDocument/2006/relationships/image" Target="../media/image70.png" /><Relationship Id="rId4" Type="http://schemas.openxmlformats.org/officeDocument/2006/relationships/customXml" Target="../ink/ink26.xml" 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 /><Relationship Id="rId2" Type="http://schemas.openxmlformats.org/officeDocument/2006/relationships/notesSlide" Target="../notesSlides/notesSlide35.xml" /><Relationship Id="rId1" Type="http://schemas.openxmlformats.org/officeDocument/2006/relationships/slideLayout" Target="../slideLayouts/slideLayout101.xml" /><Relationship Id="rId5" Type="http://schemas.openxmlformats.org/officeDocument/2006/relationships/image" Target="../media/image72.png" /><Relationship Id="rId4" Type="http://schemas.openxmlformats.org/officeDocument/2006/relationships/customXml" Target="../ink/ink27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 /><Relationship Id="rId1" Type="http://schemas.openxmlformats.org/officeDocument/2006/relationships/slideLayout" Target="../slideLayouts/slideLayout89.xml" 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 /><Relationship Id="rId2" Type="http://schemas.openxmlformats.org/officeDocument/2006/relationships/notesSlide" Target="../notesSlides/notesSlide37.xml" /><Relationship Id="rId1" Type="http://schemas.openxmlformats.org/officeDocument/2006/relationships/slideLayout" Target="../slideLayouts/slideLayout101.xml" 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 /><Relationship Id="rId2" Type="http://schemas.openxmlformats.org/officeDocument/2006/relationships/notesSlide" Target="../notesSlides/notesSlide38.xml" /><Relationship Id="rId1" Type="http://schemas.openxmlformats.org/officeDocument/2006/relationships/slideLayout" Target="../slideLayouts/slideLayout76.xml" 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eKD5gxPPeY0&amp;list=PLBv09BD7ez_4temBw7vLA19p3tdQH6FYO&amp;index=1" TargetMode="External" /><Relationship Id="rId7" Type="http://schemas.openxmlformats.org/officeDocument/2006/relationships/hyperlink" Target="https://www.khanacademy.org/math/multivariable-calculus/applications-of-multivariable-derivatives/lagrange-multipliers-and-constrained-optimization/v/constrained-optimization-introduction" TargetMode="External" /><Relationship Id="rId2" Type="http://schemas.openxmlformats.org/officeDocument/2006/relationships/notesSlide" Target="../notesSlides/notesSlide39.xml" /><Relationship Id="rId1" Type="http://schemas.openxmlformats.org/officeDocument/2006/relationships/slideLayout" Target="../slideLayouts/slideLayout76.xml" /><Relationship Id="rId6" Type="http://schemas.openxmlformats.org/officeDocument/2006/relationships/hyperlink" Target="https://www.stat.berkeley.edu/~breiman/RandomForests/" TargetMode="External" /><Relationship Id="rId5" Type="http://schemas.openxmlformats.org/officeDocument/2006/relationships/hyperlink" Target="https://www.youtube.com/watch?v=y6SpA2Wuyt8" TargetMode="External" /><Relationship Id="rId4" Type="http://schemas.openxmlformats.org/officeDocument/2006/relationships/hyperlink" Target="https://www.youtube.com/watch?time_continue=1&amp;v=t56Nid85Thg" TargetMode="External" 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 /><Relationship Id="rId1" Type="http://schemas.openxmlformats.org/officeDocument/2006/relationships/slideLayout" Target="../slideLayouts/slideLayout29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0" name="Google Shape;2980;p36"/>
          <p:cNvSpPr txBox="1"/>
          <p:nvPr/>
        </p:nvSpPr>
        <p:spPr>
          <a:xfrm>
            <a:off x="800100" y="3456720"/>
            <a:ext cx="7875900" cy="206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1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AIML CZG565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200"/>
              <a:buFont typeface="Calibri"/>
              <a:buNone/>
            </a:pPr>
            <a:r>
              <a:rPr lang="en-US" sz="2400" b="1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M5 : Decision Tree Classifier  </a:t>
            </a:r>
            <a:endParaRPr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1" name="Google Shape;2981;p36"/>
          <p:cNvSpPr/>
          <p:nvPr/>
        </p:nvSpPr>
        <p:spPr>
          <a:xfrm>
            <a:off x="3962400" y="5257800"/>
            <a:ext cx="4572000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Course Faculty of M.Tech Cluster</a:t>
            </a:r>
            <a:endParaRPr sz="16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BITS – CSIS - WILP</a:t>
            </a:r>
            <a:endParaRPr sz="16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</a:pPr>
            <a:br>
              <a:rPr lang="en-US"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6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6" name="Google Shape;2986;p37"/>
          <p:cNvSpPr txBox="1">
            <a:spLocks noGrp="1"/>
          </p:cNvSpPr>
          <p:nvPr>
            <p:ph type="title" idx="4294967295"/>
          </p:nvPr>
        </p:nvSpPr>
        <p:spPr>
          <a:xfrm>
            <a:off x="173059" y="429320"/>
            <a:ext cx="79263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Machine Learning</a:t>
            </a:r>
            <a:endParaRPr sz="2400"/>
          </a:p>
        </p:txBody>
      </p:sp>
      <p:sp>
        <p:nvSpPr>
          <p:cNvPr id="2987" name="Google Shape;2987;p37"/>
          <p:cNvSpPr txBox="1"/>
          <p:nvPr/>
        </p:nvSpPr>
        <p:spPr>
          <a:xfrm>
            <a:off x="2438619" y="890985"/>
            <a:ext cx="5698928" cy="28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0" anchor="t" anchorCtr="0">
            <a:spAutoFit/>
          </a:bodyPr>
          <a:lstStyle/>
          <a:p>
            <a:pPr marL="840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572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1C1572"/>
                </a:solidFill>
                <a:latin typeface="Arial"/>
                <a:ea typeface="Arial"/>
                <a:cs typeface="Arial"/>
                <a:sym typeface="Arial"/>
              </a:rPr>
              <a:t>Disclaimer and Acknowledgement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8" name="Google Shape;298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83267" y="1324075"/>
            <a:ext cx="760133" cy="73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989" name="Google Shape;2989;p37"/>
          <p:cNvSpPr/>
          <p:nvPr/>
        </p:nvSpPr>
        <p:spPr>
          <a:xfrm>
            <a:off x="173059" y="2362200"/>
            <a:ext cx="8818541" cy="4316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39091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content of modules &amp; context under topics are planned by the course owner Dr. Sugata, with grateful acknowledgement to many others who made their course materials freely available online</a:t>
            </a:r>
            <a:endParaRPr/>
          </a:p>
          <a:p>
            <a:pPr marL="0" marR="0" lvl="0" indent="-101600" algn="l" rtl="0">
              <a:lnSpc>
                <a:spcPct val="100000"/>
              </a:lnSpc>
              <a:spcBef>
                <a:spcPts val="344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here by acknowledge all the contributors for their material and inputs.</a:t>
            </a:r>
            <a:endParaRPr/>
          </a:p>
          <a:p>
            <a:pPr marL="0" marR="0" lvl="0" indent="-101600" algn="l" rtl="0">
              <a:lnSpc>
                <a:spcPct val="100000"/>
              </a:lnSpc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have provided source information wherever necessary</a:t>
            </a:r>
            <a:endParaRPr/>
          </a:p>
          <a:p>
            <a:pPr marL="0" marR="0" lvl="0" indent="-101600" algn="l" rtl="0">
              <a:lnSpc>
                <a:spcPct val="100000"/>
              </a:lnSpc>
              <a:spcBef>
                <a:spcPts val="374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Students are requested to refer to the textbook w.r.t detailed content of the presentation deck shared over canvas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01600" algn="l" rtl="0">
              <a:lnSpc>
                <a:spcPct val="100000"/>
              </a:lnSpc>
              <a:spcBef>
                <a:spcPts val="374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We have reduced the slides from canvas and modified the content flow to suit the requirements of the course and for ease of class presentation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</a:pPr>
            <a:br>
              <a:rPr lang="en-US"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14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Slide Source / Preparation / Review:</a:t>
            </a:r>
            <a:endParaRPr sz="16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From BITS Pilani WILP</a:t>
            </a:r>
            <a:r>
              <a:rPr lang="en-US" sz="14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Prof.Sugata, Prof.Chetana, Prof.Rajavadhana, Prof.Monali, Prof.Anita, Prof.Sangeetha, Prof.Swarna, Prof.Srinath</a:t>
            </a:r>
            <a:endParaRPr sz="16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External: </a:t>
            </a:r>
            <a:r>
              <a:rPr lang="en-US" sz="1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CS109 and CS229 Stanford lecture notes, Dr.Andrew NG and many others who made their course materials freely available online</a:t>
            </a:r>
            <a:endParaRPr sz="16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</a:pPr>
            <a:br>
              <a:rPr lang="en-US"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6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94" name="Google Shape;2994;p38"/>
          <p:cNvGraphicFramePr/>
          <p:nvPr/>
        </p:nvGraphicFramePr>
        <p:xfrm>
          <a:off x="457200" y="1295400"/>
          <a:ext cx="6825125" cy="5168600"/>
        </p:xfrm>
        <a:graphic>
          <a:graphicData uri="http://schemas.openxmlformats.org/drawingml/2006/table">
            <a:tbl>
              <a:tblPr>
                <a:noFill/>
                <a:tableStyleId>{6C4D1537-E570-4B11-83A2-E94F37E16181}</a:tableStyleId>
              </a:tblPr>
              <a:tblGrid>
                <a:gridCol w="115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M1 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Introduction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M2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Machine learning Workflow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M3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Linear Models for Regression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M4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Linear Models for Classification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M5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Decision Tree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M6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Instance Based Learning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M7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Support Vector Machine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M8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Bayesian Learning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M9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 Ensemble Learning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M10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Unsupervised Learning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M11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Machine Learning Model Evaluation/Comparison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995" name="Google Shape;2995;p3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Course Plan</a:t>
            </a:r>
            <a:endParaRPr/>
          </a:p>
        </p:txBody>
      </p:sp>
      <p:sp>
        <p:nvSpPr>
          <p:cNvPr id="2996" name="Google Shape;2996;p38"/>
          <p:cNvSpPr/>
          <p:nvPr/>
        </p:nvSpPr>
        <p:spPr>
          <a:xfrm>
            <a:off x="304800" y="3079545"/>
            <a:ext cx="6553200" cy="5334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59B51D3-E0CA-4734-51C2-F2138024B541}"/>
                  </a:ext>
                </a:extLst>
              </p14:cNvPr>
              <p14:cNvContentPartPr/>
              <p14:nvPr/>
            </p14:nvContentPartPr>
            <p14:xfrm>
              <a:off x="3961440" y="3197520"/>
              <a:ext cx="1474560" cy="308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59B51D3-E0CA-4734-51C2-F2138024B5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52080" y="3188160"/>
                <a:ext cx="1493280" cy="327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3" name="Google Shape;3003;p39"/>
          <p:cNvSpPr txBox="1">
            <a:spLocks noGrp="1"/>
          </p:cNvSpPr>
          <p:nvPr>
            <p:ph type="body" idx="1"/>
          </p:nvPr>
        </p:nvSpPr>
        <p:spPr>
          <a:xfrm>
            <a:off x="304800" y="17526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Information Theory</a:t>
            </a:r>
            <a:endParaRPr/>
          </a:p>
          <a:p>
            <a:pPr marL="514350" lvl="0" indent="-5143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</a:rPr>
              <a:t>Entropy Based Decision Tree Construction</a:t>
            </a:r>
            <a:endParaRPr sz="1800"/>
          </a:p>
          <a:p>
            <a:pPr marL="514350" lvl="0" indent="-5143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Avoiding Overfitting</a:t>
            </a:r>
            <a:endParaRPr sz="1800">
              <a:solidFill>
                <a:srgbClr val="FF0000"/>
              </a:solidFill>
            </a:endParaRPr>
          </a:p>
          <a:p>
            <a:pPr marL="514350" lvl="0" indent="-5143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Minimum Description Length</a:t>
            </a:r>
            <a:endParaRPr sz="1800">
              <a:solidFill>
                <a:srgbClr val="FF0000"/>
              </a:solidFill>
            </a:endParaRPr>
          </a:p>
          <a:p>
            <a:pPr marL="514350" lvl="1" indent="-5143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Char char="•"/>
            </a:pPr>
            <a:r>
              <a:rPr lang="en-US" sz="1800"/>
              <a:t>Handling Continuous valued attributes</a:t>
            </a:r>
            <a:endParaRPr sz="1800"/>
          </a:p>
          <a:p>
            <a:pPr marL="514350" lvl="0" indent="-4000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/>
          </a:p>
          <a:p>
            <a:pPr marL="514350" lvl="0" indent="-4000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/>
          </a:p>
          <a:p>
            <a:pPr marL="514350" lvl="0" indent="-4000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/>
          </a:p>
          <a:p>
            <a:pPr marL="514350" lvl="0" indent="-4000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/>
          </a:p>
          <a:p>
            <a:pPr marL="514350" lvl="0" indent="-4000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/>
          </a:p>
          <a:p>
            <a:pPr marL="514350" lvl="0" indent="-4000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/>
          </a:p>
        </p:txBody>
      </p:sp>
      <p:sp>
        <p:nvSpPr>
          <p:cNvPr id="3004" name="Google Shape;3004;p39"/>
          <p:cNvSpPr txBox="1">
            <a:spLocks noGrp="1"/>
          </p:cNvSpPr>
          <p:nvPr>
            <p:ph type="body" idx="2"/>
          </p:nvPr>
        </p:nvSpPr>
        <p:spPr>
          <a:xfrm>
            <a:off x="304800" y="469599"/>
            <a:ext cx="6324600" cy="50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Agenda</a:t>
            </a:r>
            <a:endParaRPr sz="2400"/>
          </a:p>
        </p:txBody>
      </p:sp>
      <p:sp>
        <p:nvSpPr>
          <p:cNvPr id="3005" name="Google Shape;3005;p39"/>
          <p:cNvSpPr/>
          <p:nvPr/>
        </p:nvSpPr>
        <p:spPr>
          <a:xfrm>
            <a:off x="270164" y="2743200"/>
            <a:ext cx="6019800" cy="15240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1" name="Google Shape;3011;p4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Decision Trees – Dealing with Continuous Values</a:t>
            </a:r>
            <a:endParaRPr sz="2400"/>
          </a:p>
        </p:txBody>
      </p:sp>
      <p:pic>
        <p:nvPicPr>
          <p:cNvPr id="3012" name="Google Shape;301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1676400"/>
            <a:ext cx="7875412" cy="40386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599DD66-BEF9-A470-FF83-47BEA16DC97E}"/>
                  </a:ext>
                </a:extLst>
              </p14:cNvPr>
              <p14:cNvContentPartPr/>
              <p14:nvPr/>
            </p14:nvContentPartPr>
            <p14:xfrm>
              <a:off x="1256400" y="5045040"/>
              <a:ext cx="2169360" cy="55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599DD66-BEF9-A470-FF83-47BEA16DC97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47040" y="5035680"/>
                <a:ext cx="2188080" cy="74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8" name="Google Shape;3018;p4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Summary 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None/>
            </a:pPr>
            <a:r>
              <a:rPr lang="en-US" sz="2400">
                <a:solidFill>
                  <a:srgbClr val="C00000"/>
                </a:solidFill>
              </a:rPr>
              <a:t>Sample splits of Different Attribute Type </a:t>
            </a:r>
            <a:endParaRPr sz="2400">
              <a:solidFill>
                <a:srgbClr val="C00000"/>
              </a:solidFill>
            </a:endParaRPr>
          </a:p>
        </p:txBody>
      </p:sp>
      <p:graphicFrame>
        <p:nvGraphicFramePr>
          <p:cNvPr id="3019" name="Google Shape;3019;p41"/>
          <p:cNvGraphicFramePr/>
          <p:nvPr/>
        </p:nvGraphicFramePr>
        <p:xfrm>
          <a:off x="285750" y="1447801"/>
          <a:ext cx="2784179" cy="151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784179" imgH="1517325" progId="Visio.Drawing.6">
                  <p:embed/>
                </p:oleObj>
              </mc:Choice>
              <mc:Fallback>
                <p:oleObj r:id="rId3" imgW="2784179" imgH="1517325" progId="Visio.Drawing.6">
                  <p:embed/>
                  <p:pic>
                    <p:nvPicPr>
                      <p:cNvPr id="3019" name="Google Shape;3019;p41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285750" y="1447801"/>
                        <a:ext cx="2784179" cy="151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" name="Google Shape;3020;p41"/>
          <p:cNvGraphicFramePr/>
          <p:nvPr/>
        </p:nvGraphicFramePr>
        <p:xfrm>
          <a:off x="3716338" y="1371600"/>
          <a:ext cx="3075253" cy="1601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075253" imgH="1601607" progId="Visio.Drawing.6">
                  <p:embed/>
                </p:oleObj>
              </mc:Choice>
              <mc:Fallback>
                <p:oleObj r:id="rId5" imgW="3075253" imgH="1601607" progId="Visio.Drawing.6">
                  <p:embed/>
                  <p:pic>
                    <p:nvPicPr>
                      <p:cNvPr id="3020" name="Google Shape;3020;p4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3716338" y="1371600"/>
                        <a:ext cx="3075253" cy="16016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" name="Google Shape;3021;p41"/>
          <p:cNvGraphicFramePr/>
          <p:nvPr/>
        </p:nvGraphicFramePr>
        <p:xfrm>
          <a:off x="7086600" y="1371601"/>
          <a:ext cx="1791437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791437" imgH="1600200" progId="Visio.Drawing.6">
                  <p:embed/>
                </p:oleObj>
              </mc:Choice>
              <mc:Fallback>
                <p:oleObj r:id="rId7" imgW="1791437" imgH="1600200" progId="Visio.Drawing.6">
                  <p:embed/>
                  <p:pic>
                    <p:nvPicPr>
                      <p:cNvPr id="3021" name="Google Shape;3021;p41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7086600" y="1371601"/>
                        <a:ext cx="1791437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022" name="Google Shape;3022;p41"/>
          <p:cNvCxnSpPr>
            <a:stCxn id="3018" idx="2"/>
          </p:cNvCxnSpPr>
          <p:nvPr/>
        </p:nvCxnSpPr>
        <p:spPr>
          <a:xfrm>
            <a:off x="3467100" y="1295400"/>
            <a:ext cx="38100" cy="5257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3023" name="Google Shape;3023;p41"/>
          <p:cNvGraphicFramePr/>
          <p:nvPr/>
        </p:nvGraphicFramePr>
        <p:xfrm>
          <a:off x="515938" y="2971800"/>
          <a:ext cx="2676480" cy="1435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2676480" imgH="1435423" progId="Visio.Drawing.6">
                  <p:embed/>
                </p:oleObj>
              </mc:Choice>
              <mc:Fallback>
                <p:oleObj r:id="rId9" imgW="2676480" imgH="1435423" progId="Visio.Drawing.6">
                  <p:embed/>
                  <p:pic>
                    <p:nvPicPr>
                      <p:cNvPr id="3023" name="Google Shape;3023;p41"/>
                      <p:cNvPicPr preferRelativeResize="0"/>
                      <p:nvPr/>
                    </p:nvPicPr>
                    <p:blipFill rotWithShape="1">
                      <a:blip r:embed="rId10">
                        <a:alphaModFix/>
                      </a:blip>
                      <a:srcRect/>
                      <a:stretch/>
                    </p:blipFill>
                    <p:spPr>
                      <a:xfrm>
                        <a:off x="515938" y="2971800"/>
                        <a:ext cx="2676480" cy="14354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4" name="Google Shape;3024;p41"/>
          <p:cNvGraphicFramePr/>
          <p:nvPr/>
        </p:nvGraphicFramePr>
        <p:xfrm>
          <a:off x="3907133" y="3025303"/>
          <a:ext cx="2913063" cy="151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913063" imgH="1516063" progId="Visio.Drawing.6">
                  <p:embed/>
                </p:oleObj>
              </mc:Choice>
              <mc:Fallback>
                <p:oleObj r:id="rId11" imgW="2913063" imgH="1516063" progId="Visio.Drawing.6">
                  <p:embed/>
                  <p:pic>
                    <p:nvPicPr>
                      <p:cNvPr id="3024" name="Google Shape;3024;p41"/>
                      <p:cNvPicPr preferRelativeResize="0"/>
                      <p:nvPr/>
                    </p:nvPicPr>
                    <p:blipFill rotWithShape="1">
                      <a:blip r:embed="rId12">
                        <a:alphaModFix/>
                      </a:blip>
                      <a:srcRect/>
                      <a:stretch/>
                    </p:blipFill>
                    <p:spPr>
                      <a:xfrm>
                        <a:off x="3907133" y="3025303"/>
                        <a:ext cx="2913063" cy="151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5" name="Google Shape;3025;p41"/>
          <p:cNvGraphicFramePr/>
          <p:nvPr>
            <p:extLst>
              <p:ext uri="{D42A27DB-BD31-4B8C-83A1-F6EECF244321}">
                <p14:modId xmlns:p14="http://schemas.microsoft.com/office/powerpoint/2010/main" val="2098165591"/>
              </p:ext>
            </p:extLst>
          </p:nvPr>
        </p:nvGraphicFramePr>
        <p:xfrm>
          <a:off x="1046209" y="4593462"/>
          <a:ext cx="5721847" cy="2036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5721847" imgH="2036941" progId="Visio.Drawing.6">
                  <p:embed/>
                </p:oleObj>
              </mc:Choice>
              <mc:Fallback>
                <p:oleObj r:id="rId13" imgW="5721847" imgH="2036941" progId="Visio.Drawing.6">
                  <p:embed/>
                  <p:pic>
                    <p:nvPicPr>
                      <p:cNvPr id="3025" name="Google Shape;3025;p41"/>
                      <p:cNvPicPr preferRelativeResize="0"/>
                      <p:nvPr/>
                    </p:nvPicPr>
                    <p:blipFill rotWithShape="1">
                      <a:blip r:embed="rId14">
                        <a:alphaModFix/>
                      </a:blip>
                      <a:srcRect/>
                      <a:stretch/>
                    </p:blipFill>
                    <p:spPr>
                      <a:xfrm>
                        <a:off x="1046209" y="4593462"/>
                        <a:ext cx="5721847" cy="20369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1407FFD-AD88-38FF-30A8-7EF7189BE38B}"/>
                  </a:ext>
                </a:extLst>
              </p14:cNvPr>
              <p14:cNvContentPartPr/>
              <p14:nvPr/>
            </p14:nvContentPartPr>
            <p14:xfrm>
              <a:off x="338760" y="2871360"/>
              <a:ext cx="4758480" cy="150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1407FFD-AD88-38FF-30A8-7EF7189BE38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29400" y="2862000"/>
                <a:ext cx="4777200" cy="169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" name="Google Shape;3031;p4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Decision Trees – Dealing with Continuous Values – Problem Type 5</a:t>
            </a:r>
            <a:endParaRPr sz="2400"/>
          </a:p>
        </p:txBody>
      </p:sp>
      <p:sp>
        <p:nvSpPr>
          <p:cNvPr id="3032" name="Google Shape;3032;p42"/>
          <p:cNvSpPr txBox="1"/>
          <p:nvPr/>
        </p:nvSpPr>
        <p:spPr>
          <a:xfrm>
            <a:off x="338136" y="1524000"/>
            <a:ext cx="8424863" cy="437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Given a continuous-valued attribute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dynamically create a new attribute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80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A</a:t>
            </a:r>
            <a:r>
              <a:rPr lang="en-US" sz="180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A &lt;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c,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otherwise</a:t>
            </a:r>
            <a:endParaRPr/>
          </a:p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to determine threshold value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Way 1: Multi-way Split</a:t>
            </a:r>
            <a:endParaRPr sz="18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Example.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Temperature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PlayTennis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example</a:t>
            </a:r>
            <a:endParaRPr/>
          </a:p>
          <a:p>
            <a:pPr marL="457200" marR="0" lvl="1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Sort the examples according to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Temperature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800" b="0" i="1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Temperature   </a:t>
            </a:r>
            <a:r>
              <a:rPr lang="en-US" sz="18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40    48     </a:t>
            </a:r>
            <a:r>
              <a:rPr lang="en-US" sz="18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en-US" sz="18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 60    72	 80     </a:t>
            </a:r>
            <a:r>
              <a:rPr lang="en-US" sz="18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en-US" sz="18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  90</a:t>
            </a:r>
            <a:endParaRPr/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Noto Sans Symbols"/>
              <a:buNone/>
            </a:pPr>
            <a:r>
              <a:rPr lang="en-US" sz="1800" b="0" i="1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PlayTennis     </a:t>
            </a:r>
            <a:r>
              <a:rPr lang="en-US" sz="18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No   No  </a:t>
            </a:r>
            <a:r>
              <a:rPr lang="en-US" sz="1800" b="0" i="1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b="0" i="1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54</a:t>
            </a:r>
            <a:r>
              <a:rPr lang="en-US" sz="18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Yes   Yes	 Yes   </a:t>
            </a:r>
            <a:r>
              <a:rPr lang="en-US" sz="1800" b="0" i="1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85</a:t>
            </a:r>
            <a:r>
              <a:rPr lang="en-US" sz="1800" b="0" i="1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18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  <a:p>
            <a:pPr marL="457200" marR="0" lvl="1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Determine candidate thresholds by averaging consecutive values where there is a change in classification: (48+60)/2=54 and (80+90)/2=85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87A9959-0054-A924-1245-F719051EE25F}"/>
                  </a:ext>
                </a:extLst>
              </p14:cNvPr>
              <p14:cNvContentPartPr/>
              <p14:nvPr/>
            </p14:nvContentPartPr>
            <p14:xfrm>
              <a:off x="861840" y="1985040"/>
              <a:ext cx="8308440" cy="3120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87A9959-0054-A924-1245-F719051EE2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2480" y="1975680"/>
                <a:ext cx="8327160" cy="3138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8" name="Google Shape;3038;p4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Decision Trees – Dealing with Continuous Values</a:t>
            </a:r>
            <a:endParaRPr sz="2400"/>
          </a:p>
        </p:txBody>
      </p:sp>
      <p:sp>
        <p:nvSpPr>
          <p:cNvPr id="3039" name="Google Shape;3039;p43"/>
          <p:cNvSpPr txBox="1"/>
          <p:nvPr/>
        </p:nvSpPr>
        <p:spPr>
          <a:xfrm>
            <a:off x="338137" y="1524000"/>
            <a:ext cx="7966788" cy="1942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Given a continuous-valued attribute </a:t>
            </a:r>
            <a:r>
              <a:rPr lang="en-US" sz="1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dynamically create a new attribute </a:t>
            </a:r>
            <a:r>
              <a:rPr lang="en-US" sz="1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60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A</a:t>
            </a:r>
            <a:r>
              <a:rPr lang="en-US" sz="160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1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r>
              <a:rPr lang="en-US" sz="1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A &lt;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c,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lang="en-US" sz="1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otherwise</a:t>
            </a:r>
            <a:endParaRPr/>
          </a:p>
          <a:p>
            <a:pPr marL="0" marR="0" lvl="0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to determine threshold value </a:t>
            </a:r>
            <a:r>
              <a:rPr lang="en-US" sz="1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 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Way 2: Binary Splits</a:t>
            </a:r>
            <a:endParaRPr sz="16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Example. </a:t>
            </a:r>
            <a:r>
              <a:rPr lang="en-US" sz="1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Annual Income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40" name="Google Shape;3040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19226" y="3581400"/>
            <a:ext cx="6305724" cy="2855913"/>
          </a:xfrm>
          <a:prstGeom prst="rect">
            <a:avLst/>
          </a:prstGeom>
          <a:noFill/>
          <a:ln>
            <a:noFill/>
          </a:ln>
        </p:spPr>
      </p:pic>
      <p:sp>
        <p:nvSpPr>
          <p:cNvPr id="3041" name="Google Shape;3041;p43"/>
          <p:cNvSpPr/>
          <p:nvPr/>
        </p:nvSpPr>
        <p:spPr>
          <a:xfrm>
            <a:off x="338137" y="3485862"/>
            <a:ext cx="2514426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Sort the examples according to </a:t>
            </a:r>
            <a:r>
              <a:rPr lang="en-US" sz="1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Annual Income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Linearly scan all possible threshold, to determine best split point where the impurity is the least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F431BDB-F111-2ACD-E7D3-DB77B5E516AA}"/>
                  </a:ext>
                </a:extLst>
              </p14:cNvPr>
              <p14:cNvContentPartPr/>
              <p14:nvPr/>
            </p14:nvContentPartPr>
            <p14:xfrm>
              <a:off x="1740600" y="1397160"/>
              <a:ext cx="7360920" cy="4822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F431BDB-F111-2ACD-E7D3-DB77B5E516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31240" y="1387800"/>
                <a:ext cx="7379640" cy="4840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7" name="Google Shape;3047;p44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Decision Trees – Dealing with Continuous Values – Problem Type 6</a:t>
            </a:r>
            <a:endParaRPr sz="2400"/>
          </a:p>
        </p:txBody>
      </p:sp>
      <p:sp>
        <p:nvSpPr>
          <p:cNvPr id="3048" name="Google Shape;3048;p44"/>
          <p:cNvSpPr txBox="1"/>
          <p:nvPr/>
        </p:nvSpPr>
        <p:spPr>
          <a:xfrm>
            <a:off x="338136" y="1524000"/>
            <a:ext cx="8196263" cy="2225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Given a continuous-valued attribute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dynamically create a new attribute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80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A</a:t>
            </a:r>
            <a:r>
              <a:rPr lang="en-US" sz="180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A &lt;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c,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otherwise</a:t>
            </a:r>
            <a:endParaRPr/>
          </a:p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to determine threshold value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Way 2: Binary Splits</a:t>
            </a:r>
            <a:endParaRPr sz="18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Example.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Annual Income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49" name="Google Shape;3049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8135" y="3711125"/>
            <a:ext cx="8485163" cy="26896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FB39043-3798-D1FA-42E4-E76322192669}"/>
                  </a:ext>
                </a:extLst>
              </p14:cNvPr>
              <p14:cNvContentPartPr/>
              <p14:nvPr/>
            </p14:nvContentPartPr>
            <p14:xfrm>
              <a:off x="17280" y="827280"/>
              <a:ext cx="9032760" cy="5731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FB39043-3798-D1FA-42E4-E763221926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20" y="817920"/>
                <a:ext cx="9051480" cy="5749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5" name="Google Shape;3055;p45"/>
          <p:cNvSpPr txBox="1">
            <a:spLocks noGrp="1"/>
          </p:cNvSpPr>
          <p:nvPr>
            <p:ph type="title"/>
          </p:nvPr>
        </p:nvSpPr>
        <p:spPr>
          <a:xfrm>
            <a:off x="323850" y="398463"/>
            <a:ext cx="8637588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Overfitting in decision trees</a:t>
            </a:r>
            <a:endParaRPr/>
          </a:p>
        </p:txBody>
      </p:sp>
      <p:pic>
        <p:nvPicPr>
          <p:cNvPr id="3056" name="Google Shape;3056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1371600"/>
            <a:ext cx="6705600" cy="3983038"/>
          </a:xfrm>
          <a:prstGeom prst="rect">
            <a:avLst/>
          </a:prstGeom>
          <a:noFill/>
          <a:ln>
            <a:noFill/>
          </a:ln>
        </p:spPr>
      </p:pic>
      <p:sp>
        <p:nvSpPr>
          <p:cNvPr id="3057" name="Google Shape;3057;p45"/>
          <p:cNvSpPr txBox="1"/>
          <p:nvPr/>
        </p:nvSpPr>
        <p:spPr>
          <a:xfrm>
            <a:off x="381000" y="5410200"/>
            <a:ext cx="769845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〈</a:t>
            </a:r>
            <a:r>
              <a:rPr lang="en-US" sz="18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Outlook=Sunny, Temp=Hot, Humidity=Normal, Wind=Strong, PlayTennis=No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〉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noisy example causes splitting of second leaf node.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DF1B7D7-7A05-BBD4-C7BB-4DA1F2380B03}"/>
                  </a:ext>
                </a:extLst>
              </p14:cNvPr>
              <p14:cNvContentPartPr/>
              <p14:nvPr/>
            </p14:nvContentPartPr>
            <p14:xfrm>
              <a:off x="218520" y="2931840"/>
              <a:ext cx="6584760" cy="3163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DF1B7D7-7A05-BBD4-C7BB-4DA1F2380B0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9160" y="2922480"/>
                <a:ext cx="6603480" cy="3182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3" name="Google Shape;3063;p46"/>
          <p:cNvSpPr txBox="1">
            <a:spLocks noGrp="1"/>
          </p:cNvSpPr>
          <p:nvPr>
            <p:ph type="body" idx="1"/>
          </p:nvPr>
        </p:nvSpPr>
        <p:spPr>
          <a:xfrm>
            <a:off x="309411" y="1437193"/>
            <a:ext cx="5100789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50" tIns="34525" rIns="69050" bIns="34525" anchor="t" anchorCtr="0">
            <a:noAutofit/>
          </a:bodyPr>
          <a:lstStyle/>
          <a:p>
            <a:pPr marL="257175" lvl="0" indent="-2571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Overfitting:  An induced tree may overfit the training data </a:t>
            </a:r>
            <a:endParaRPr/>
          </a:p>
          <a:p>
            <a:pPr marL="557213" lvl="1" indent="-21431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Too many branches, may reflect anomalies due to noise or outliers in the training data</a:t>
            </a:r>
            <a:endParaRPr/>
          </a:p>
          <a:p>
            <a:pPr marL="557213" lvl="1" indent="-21431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Poor accuracy for unseen samples</a:t>
            </a:r>
            <a:endParaRPr/>
          </a:p>
          <a:p>
            <a:pPr marL="1143000" lvl="2" indent="-1143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1143000" lvl="2" indent="-1143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4" name="Google Shape;3064;p46"/>
          <p:cNvSpPr txBox="1">
            <a:spLocks noGrp="1"/>
          </p:cNvSpPr>
          <p:nvPr>
            <p:ph type="sldNum" idx="12"/>
          </p:nvPr>
        </p:nvSpPr>
        <p:spPr>
          <a:xfrm>
            <a:off x="7010400" y="610155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</a:pPr>
            <a:fld id="{00000000-1234-1234-1234-123412341234}" type="slidenum">
              <a:rPr lang="en-US"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 sz="16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65" name="Google Shape;3065;p46"/>
          <p:cNvSpPr txBox="1">
            <a:spLocks noGrp="1"/>
          </p:cNvSpPr>
          <p:nvPr>
            <p:ph type="title"/>
          </p:nvPr>
        </p:nvSpPr>
        <p:spPr>
          <a:xfrm>
            <a:off x="331694" y="687350"/>
            <a:ext cx="62293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50" tIns="34525" rIns="69050" bIns="34525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Overfitting and Tree Pruning</a:t>
            </a:r>
            <a:endParaRPr/>
          </a:p>
        </p:txBody>
      </p:sp>
      <p:pic>
        <p:nvPicPr>
          <p:cNvPr id="3066" name="Google Shape;3066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81800" y="944525"/>
            <a:ext cx="2219733" cy="1430179"/>
          </a:xfrm>
          <a:prstGeom prst="rect">
            <a:avLst/>
          </a:prstGeom>
          <a:noFill/>
          <a:ln>
            <a:noFill/>
          </a:ln>
        </p:spPr>
      </p:pic>
      <p:sp>
        <p:nvSpPr>
          <p:cNvPr id="3067" name="Google Shape;3067;p46"/>
          <p:cNvSpPr txBox="1"/>
          <p:nvPr/>
        </p:nvSpPr>
        <p:spPr>
          <a:xfrm>
            <a:off x="299418" y="4416166"/>
            <a:ext cx="546175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Approaches to tackle: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Pruning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Constraint on the depth of tree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Constraint on the minimum nodes allowed at leaf</a:t>
            </a:r>
            <a:endParaRPr dirty="0"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4BF2928-BA75-F4C8-2F85-A78C55413433}"/>
                  </a:ext>
                </a:extLst>
              </p14:cNvPr>
              <p14:cNvContentPartPr/>
              <p14:nvPr/>
            </p14:nvContentPartPr>
            <p14:xfrm>
              <a:off x="257040" y="3021840"/>
              <a:ext cx="8681760" cy="2520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4BF2928-BA75-F4C8-2F85-A78C554134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7680" y="3012480"/>
                <a:ext cx="8700120" cy="2539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Google Shape;3073;p47"/>
          <p:cNvSpPr txBox="1">
            <a:spLocks noGrp="1"/>
          </p:cNvSpPr>
          <p:nvPr>
            <p:ph type="body" idx="1"/>
          </p:nvPr>
        </p:nvSpPr>
        <p:spPr>
          <a:xfrm>
            <a:off x="152400" y="1493839"/>
            <a:ext cx="57912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50" tIns="34525" rIns="69050" bIns="34525" anchor="t" anchorCtr="0">
            <a:normAutofit/>
          </a:bodyPr>
          <a:lstStyle/>
          <a:p>
            <a:pPr marL="557213" lvl="1" indent="-214312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ID3 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4" name="Google Shape;3074;p47"/>
          <p:cNvSpPr txBox="1">
            <a:spLocks noGrp="1"/>
          </p:cNvSpPr>
          <p:nvPr>
            <p:ph type="title"/>
          </p:nvPr>
        </p:nvSpPr>
        <p:spPr>
          <a:xfrm>
            <a:off x="304800" y="635550"/>
            <a:ext cx="6858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50" tIns="34525" rIns="69050" bIns="34525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 fitting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75" name="Google Shape;3075;p47"/>
          <p:cNvGraphicFramePr/>
          <p:nvPr/>
        </p:nvGraphicFramePr>
        <p:xfrm>
          <a:off x="5849510" y="748285"/>
          <a:ext cx="3287525" cy="2847500"/>
        </p:xfrm>
        <a:graphic>
          <a:graphicData uri="http://schemas.openxmlformats.org/drawingml/2006/table">
            <a:tbl>
              <a:tblPr firstRow="1" firstCol="1" bandRow="1">
                <a:noFill/>
                <a:tableStyleId>{73E5E36C-A079-45CB-A06A-1199D08E874E}</a:tableStyleId>
              </a:tblPr>
              <a:tblGrid>
                <a:gridCol w="80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Shape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Colour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Size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Action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Round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Green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Black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Round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Green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Oval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Green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Oval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Oval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Green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076" name="Google Shape;3076;p47"/>
          <p:cNvSpPr/>
          <p:nvPr/>
        </p:nvSpPr>
        <p:spPr>
          <a:xfrm>
            <a:off x="2140236" y="1733085"/>
            <a:ext cx="908961" cy="340519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Shape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77" name="Google Shape;3077;p47"/>
          <p:cNvCxnSpPr/>
          <p:nvPr/>
        </p:nvCxnSpPr>
        <p:spPr>
          <a:xfrm flipH="1">
            <a:off x="1091296" y="2073604"/>
            <a:ext cx="1362071" cy="206335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8" name="Google Shape;3078;p47"/>
          <p:cNvCxnSpPr/>
          <p:nvPr/>
        </p:nvCxnSpPr>
        <p:spPr>
          <a:xfrm flipH="1">
            <a:off x="2431262" y="2073604"/>
            <a:ext cx="22109" cy="93535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79" name="Google Shape;3079;p47"/>
          <p:cNvSpPr txBox="1"/>
          <p:nvPr/>
        </p:nvSpPr>
        <p:spPr>
          <a:xfrm>
            <a:off x="1499754" y="2705859"/>
            <a:ext cx="64633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Round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0" name="Google Shape;3080;p47"/>
          <p:cNvSpPr txBox="1"/>
          <p:nvPr/>
        </p:nvSpPr>
        <p:spPr>
          <a:xfrm>
            <a:off x="4312079" y="2539237"/>
            <a:ext cx="52129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Oval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1" name="Google Shape;3081;p47"/>
          <p:cNvSpPr/>
          <p:nvPr/>
        </p:nvSpPr>
        <p:spPr>
          <a:xfrm>
            <a:off x="2053321" y="3028353"/>
            <a:ext cx="757238" cy="340519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Size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82" name="Google Shape;3082;p47"/>
          <p:cNvCxnSpPr/>
          <p:nvPr/>
        </p:nvCxnSpPr>
        <p:spPr>
          <a:xfrm flipH="1">
            <a:off x="1622316" y="3371253"/>
            <a:ext cx="831056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3" name="Google Shape;3083;p47"/>
          <p:cNvCxnSpPr/>
          <p:nvPr/>
        </p:nvCxnSpPr>
        <p:spPr>
          <a:xfrm>
            <a:off x="2453372" y="3371253"/>
            <a:ext cx="888206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84" name="Google Shape;3084;p47"/>
          <p:cNvSpPr txBox="1"/>
          <p:nvPr/>
        </p:nvSpPr>
        <p:spPr>
          <a:xfrm>
            <a:off x="1632180" y="3431994"/>
            <a:ext cx="43473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5" name="Google Shape;3085;p47"/>
          <p:cNvSpPr txBox="1"/>
          <p:nvPr/>
        </p:nvSpPr>
        <p:spPr>
          <a:xfrm>
            <a:off x="3163951" y="3445644"/>
            <a:ext cx="58862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6" name="Google Shape;3086;p47"/>
          <p:cNvSpPr/>
          <p:nvPr/>
        </p:nvSpPr>
        <p:spPr>
          <a:xfrm>
            <a:off x="1310372" y="3915368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7" name="Google Shape;3087;p47"/>
          <p:cNvSpPr/>
          <p:nvPr/>
        </p:nvSpPr>
        <p:spPr>
          <a:xfrm>
            <a:off x="2951053" y="3915368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8" name="Google Shape;3088;p47"/>
          <p:cNvSpPr/>
          <p:nvPr/>
        </p:nvSpPr>
        <p:spPr>
          <a:xfrm>
            <a:off x="4475070" y="3060400"/>
            <a:ext cx="968161" cy="340519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Colour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89" name="Google Shape;3089;p47"/>
          <p:cNvCxnSpPr/>
          <p:nvPr/>
        </p:nvCxnSpPr>
        <p:spPr>
          <a:xfrm flipH="1">
            <a:off x="4114494" y="3402629"/>
            <a:ext cx="831056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0" name="Google Shape;3090;p47"/>
          <p:cNvCxnSpPr/>
          <p:nvPr/>
        </p:nvCxnSpPr>
        <p:spPr>
          <a:xfrm>
            <a:off x="4945550" y="3402629"/>
            <a:ext cx="888206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91" name="Google Shape;3091;p47"/>
          <p:cNvSpPr txBox="1"/>
          <p:nvPr/>
        </p:nvSpPr>
        <p:spPr>
          <a:xfrm>
            <a:off x="3964867" y="3456738"/>
            <a:ext cx="60786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Green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2" name="Google Shape;3092;p47"/>
          <p:cNvSpPr txBox="1"/>
          <p:nvPr/>
        </p:nvSpPr>
        <p:spPr>
          <a:xfrm>
            <a:off x="5513660" y="3581316"/>
            <a:ext cx="65595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Brown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3" name="Google Shape;3093;p47"/>
          <p:cNvSpPr/>
          <p:nvPr/>
        </p:nvSpPr>
        <p:spPr>
          <a:xfrm>
            <a:off x="3802550" y="3946744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4" name="Google Shape;3094;p47"/>
          <p:cNvSpPr/>
          <p:nvPr/>
        </p:nvSpPr>
        <p:spPr>
          <a:xfrm>
            <a:off x="5443231" y="3946744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95" name="Google Shape;3095;p47"/>
          <p:cNvCxnSpPr/>
          <p:nvPr/>
        </p:nvCxnSpPr>
        <p:spPr>
          <a:xfrm>
            <a:off x="2453370" y="2073604"/>
            <a:ext cx="2431941" cy="98374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96" name="Google Shape;3096;p47"/>
          <p:cNvSpPr txBox="1"/>
          <p:nvPr/>
        </p:nvSpPr>
        <p:spPr>
          <a:xfrm>
            <a:off x="2383631" y="2591343"/>
            <a:ext cx="66556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Square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097" name="Google Shape;3097;p47"/>
          <p:cNvGraphicFramePr/>
          <p:nvPr/>
        </p:nvGraphicFramePr>
        <p:xfrm>
          <a:off x="5841635" y="4971588"/>
          <a:ext cx="3287525" cy="1423750"/>
        </p:xfrm>
        <a:graphic>
          <a:graphicData uri="http://schemas.openxmlformats.org/drawingml/2006/table">
            <a:tbl>
              <a:tblPr firstRow="1" firstCol="1" bandRow="1">
                <a:noFill/>
                <a:tableStyleId>{73E5E36C-A079-45CB-A06A-1199D08E874E}</a:tableStyleId>
              </a:tblPr>
              <a:tblGrid>
                <a:gridCol w="80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Shape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Colour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Size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Action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Oval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Black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Round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Green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98" name="Google Shape;3098;p47"/>
          <p:cNvSpPr/>
          <p:nvPr/>
        </p:nvSpPr>
        <p:spPr>
          <a:xfrm>
            <a:off x="699950" y="4119609"/>
            <a:ext cx="992449" cy="340519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Colour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99" name="Google Shape;3099;p47"/>
          <p:cNvCxnSpPr/>
          <p:nvPr/>
        </p:nvCxnSpPr>
        <p:spPr>
          <a:xfrm flipH="1">
            <a:off x="326916" y="4438053"/>
            <a:ext cx="831056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0" name="Google Shape;3100;p47"/>
          <p:cNvCxnSpPr/>
          <p:nvPr/>
        </p:nvCxnSpPr>
        <p:spPr>
          <a:xfrm>
            <a:off x="1157972" y="4438053"/>
            <a:ext cx="854868" cy="59094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01" name="Google Shape;3101;p47"/>
          <p:cNvSpPr txBox="1"/>
          <p:nvPr/>
        </p:nvSpPr>
        <p:spPr>
          <a:xfrm>
            <a:off x="20607" y="4512444"/>
            <a:ext cx="60786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Green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2" name="Google Shape;3102;p47"/>
          <p:cNvSpPr txBox="1"/>
          <p:nvPr/>
        </p:nvSpPr>
        <p:spPr>
          <a:xfrm>
            <a:off x="1734965" y="4565427"/>
            <a:ext cx="65595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Brown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3" name="Google Shape;3103;p47"/>
          <p:cNvSpPr/>
          <p:nvPr/>
        </p:nvSpPr>
        <p:spPr>
          <a:xfrm>
            <a:off x="0" y="5726534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4" name="Google Shape;3104;p47"/>
          <p:cNvSpPr/>
          <p:nvPr/>
        </p:nvSpPr>
        <p:spPr>
          <a:xfrm>
            <a:off x="1590060" y="5604309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5" name="Google Shape;3105;p47"/>
          <p:cNvSpPr/>
          <p:nvPr/>
        </p:nvSpPr>
        <p:spPr>
          <a:xfrm>
            <a:off x="152400" y="4933323"/>
            <a:ext cx="757238" cy="340519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Size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6" name="Google Shape;3106;p47"/>
          <p:cNvSpPr/>
          <p:nvPr/>
        </p:nvSpPr>
        <p:spPr>
          <a:xfrm>
            <a:off x="1622211" y="4998296"/>
            <a:ext cx="757238" cy="340519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Size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07" name="Google Shape;3107;p47"/>
          <p:cNvCxnSpPr/>
          <p:nvPr/>
        </p:nvCxnSpPr>
        <p:spPr>
          <a:xfrm flipH="1">
            <a:off x="326916" y="5273841"/>
            <a:ext cx="130284" cy="45269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08" name="Google Shape;3108;p47"/>
          <p:cNvSpPr txBox="1"/>
          <p:nvPr/>
        </p:nvSpPr>
        <p:spPr>
          <a:xfrm>
            <a:off x="329787" y="5326023"/>
            <a:ext cx="58862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09" name="Google Shape;3109;p47"/>
          <p:cNvCxnSpPr/>
          <p:nvPr/>
        </p:nvCxnSpPr>
        <p:spPr>
          <a:xfrm flipH="1">
            <a:off x="1989027" y="5338815"/>
            <a:ext cx="23813" cy="2350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10" name="Google Shape;3110;p47"/>
          <p:cNvSpPr txBox="1"/>
          <p:nvPr/>
        </p:nvSpPr>
        <p:spPr>
          <a:xfrm>
            <a:off x="4406376" y="1562767"/>
            <a:ext cx="154879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Training Set</a:t>
            </a:r>
            <a:endParaRPr sz="16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11" name="Google Shape;3111;p47"/>
          <p:cNvSpPr txBox="1"/>
          <p:nvPr/>
        </p:nvSpPr>
        <p:spPr>
          <a:xfrm>
            <a:off x="3748087" y="5387545"/>
            <a:ext cx="232974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Validation/Test Set</a:t>
            </a:r>
            <a:endParaRPr sz="16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12" name="Google Shape;3112;p47"/>
          <p:cNvSpPr txBox="1"/>
          <p:nvPr/>
        </p:nvSpPr>
        <p:spPr>
          <a:xfrm>
            <a:off x="75057" y="1919562"/>
            <a:ext cx="238315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Assumed over fit model </a:t>
            </a:r>
            <a:endParaRPr sz="1600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4BF5F08-C40B-A588-D70D-7CEDFA8C01D0}"/>
                  </a:ext>
                </a:extLst>
              </p14:cNvPr>
              <p14:cNvContentPartPr/>
              <p14:nvPr/>
            </p14:nvContentPartPr>
            <p14:xfrm>
              <a:off x="3948480" y="1911240"/>
              <a:ext cx="4446000" cy="4475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4BF5F08-C40B-A588-D70D-7CEDFA8C01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39120" y="1901880"/>
                <a:ext cx="4464720" cy="4494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8" name="Google Shape;3118;p48"/>
          <p:cNvSpPr txBox="1">
            <a:spLocks noGrp="1"/>
          </p:cNvSpPr>
          <p:nvPr>
            <p:ph type="body" idx="1"/>
          </p:nvPr>
        </p:nvSpPr>
        <p:spPr>
          <a:xfrm>
            <a:off x="153598" y="1411704"/>
            <a:ext cx="5791200" cy="5446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50" tIns="34525" rIns="69050" bIns="34525" anchor="t" anchorCtr="0">
            <a:normAutofit/>
          </a:bodyPr>
          <a:lstStyle/>
          <a:p>
            <a:pPr marL="557213" lvl="1" indent="-214312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i="1" dirty="0">
                <a:latin typeface="Times New Roman"/>
                <a:ea typeface="Times New Roman"/>
                <a:cs typeface="Times New Roman"/>
                <a:sym typeface="Times New Roman"/>
              </a:rPr>
              <a:t>Threshold: Gain &lt;=0.85</a:t>
            </a:r>
            <a:endParaRPr dirty="0"/>
          </a:p>
          <a:p>
            <a:pPr marL="557213" lvl="1" indent="-100012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57213" lvl="1" indent="-100012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57213" lvl="1" indent="-100012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57213" lvl="1" indent="-100012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57213" lvl="1" indent="-100012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57213" lvl="1" indent="-100012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1" indent="0" algn="l" rtl="0">
              <a:lnSpc>
                <a:spcPct val="11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lang="en-US" sz="1800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1" indent="0" algn="l" rtl="0">
              <a:lnSpc>
                <a:spcPct val="11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lang="en-US" sz="1800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1" indent="0" algn="l" rtl="0">
              <a:lnSpc>
                <a:spcPct val="11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Gain =0.8113                                    Gain =0.9182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1" indent="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1" indent="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1" indent="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lang="en-US" sz="180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 : While construction Prune the nodes whose gain is greater than the predefined threshold</a:t>
            </a:r>
            <a:endParaRPr sz="1800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9" name="Google Shape;3119;p48"/>
          <p:cNvSpPr txBox="1">
            <a:spLocks noGrp="1"/>
          </p:cNvSpPr>
          <p:nvPr>
            <p:ph type="title"/>
          </p:nvPr>
        </p:nvSpPr>
        <p:spPr>
          <a:xfrm>
            <a:off x="304800" y="635550"/>
            <a:ext cx="6858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50" tIns="34525" rIns="69050" bIns="34525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Pre-Pruning – Problem Type 7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20" name="Google Shape;3120;p48"/>
          <p:cNvGraphicFramePr/>
          <p:nvPr/>
        </p:nvGraphicFramePr>
        <p:xfrm>
          <a:off x="5849510" y="748285"/>
          <a:ext cx="3287525" cy="2847500"/>
        </p:xfrm>
        <a:graphic>
          <a:graphicData uri="http://schemas.openxmlformats.org/drawingml/2006/table">
            <a:tbl>
              <a:tblPr firstRow="1" firstCol="1" bandRow="1">
                <a:noFill/>
                <a:tableStyleId>{73E5E36C-A079-45CB-A06A-1199D08E874E}</a:tableStyleId>
              </a:tblPr>
              <a:tblGrid>
                <a:gridCol w="80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Shape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Colour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Size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Action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Round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Green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Black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Round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Green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Oval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Green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Oval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Oval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Green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121" name="Google Shape;3121;p48"/>
          <p:cNvSpPr/>
          <p:nvPr/>
        </p:nvSpPr>
        <p:spPr>
          <a:xfrm>
            <a:off x="1998888" y="1733085"/>
            <a:ext cx="908961" cy="340519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Shape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22" name="Google Shape;3122;p48"/>
          <p:cNvCxnSpPr/>
          <p:nvPr/>
        </p:nvCxnSpPr>
        <p:spPr>
          <a:xfrm flipH="1">
            <a:off x="712001" y="2092996"/>
            <a:ext cx="1741371" cy="91596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23" name="Google Shape;3123;p48"/>
          <p:cNvCxnSpPr/>
          <p:nvPr/>
        </p:nvCxnSpPr>
        <p:spPr>
          <a:xfrm flipH="1">
            <a:off x="2431262" y="2073604"/>
            <a:ext cx="22109" cy="93535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24" name="Google Shape;3124;p48"/>
          <p:cNvSpPr txBox="1"/>
          <p:nvPr/>
        </p:nvSpPr>
        <p:spPr>
          <a:xfrm>
            <a:off x="386455" y="2539237"/>
            <a:ext cx="64633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Round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5" name="Google Shape;3125;p48"/>
          <p:cNvSpPr txBox="1"/>
          <p:nvPr/>
        </p:nvSpPr>
        <p:spPr>
          <a:xfrm>
            <a:off x="4312079" y="2539237"/>
            <a:ext cx="52129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Oval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6" name="Google Shape;3126;p48"/>
          <p:cNvSpPr/>
          <p:nvPr/>
        </p:nvSpPr>
        <p:spPr>
          <a:xfrm>
            <a:off x="400057" y="3008961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27" name="Google Shape;3127;p48"/>
          <p:cNvCxnSpPr/>
          <p:nvPr/>
        </p:nvCxnSpPr>
        <p:spPr>
          <a:xfrm>
            <a:off x="2453370" y="2073604"/>
            <a:ext cx="2431941" cy="98374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28" name="Google Shape;3128;p48"/>
          <p:cNvSpPr txBox="1"/>
          <p:nvPr/>
        </p:nvSpPr>
        <p:spPr>
          <a:xfrm>
            <a:off x="2383631" y="2591343"/>
            <a:ext cx="66556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Square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129" name="Google Shape;3129;p48"/>
          <p:cNvGraphicFramePr/>
          <p:nvPr/>
        </p:nvGraphicFramePr>
        <p:xfrm>
          <a:off x="5841635" y="4971588"/>
          <a:ext cx="3287525" cy="1423750"/>
        </p:xfrm>
        <a:graphic>
          <a:graphicData uri="http://schemas.openxmlformats.org/drawingml/2006/table">
            <a:tbl>
              <a:tblPr firstRow="1" firstCol="1" bandRow="1">
                <a:noFill/>
                <a:tableStyleId>{73E5E36C-A079-45CB-A06A-1199D08E874E}</a:tableStyleId>
              </a:tblPr>
              <a:tblGrid>
                <a:gridCol w="80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Shape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Colour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Size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Action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Oval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Black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Round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Green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130" name="Google Shape;3130;p48"/>
          <p:cNvGraphicFramePr/>
          <p:nvPr>
            <p:extLst>
              <p:ext uri="{D42A27DB-BD31-4B8C-83A1-F6EECF244321}">
                <p14:modId xmlns:p14="http://schemas.microsoft.com/office/powerpoint/2010/main" val="1414926411"/>
              </p:ext>
            </p:extLst>
          </p:nvPr>
        </p:nvGraphicFramePr>
        <p:xfrm>
          <a:off x="1344822" y="3003829"/>
          <a:ext cx="2481150" cy="1413350"/>
        </p:xfrm>
        <a:graphic>
          <a:graphicData uri="http://schemas.openxmlformats.org/drawingml/2006/table">
            <a:tbl>
              <a:tblPr firstRow="1" firstCol="1" bandRow="1">
                <a:noFill/>
                <a:tableStyleId>{73E5E36C-A079-45CB-A06A-1199D08E874E}</a:tableStyleId>
              </a:tblPr>
              <a:tblGrid>
                <a:gridCol w="99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C</a:t>
                      </a:r>
                      <a:r>
                        <a:rPr lang="en-US" sz="1100" b="1">
                          <a:solidFill>
                            <a:srgbClr val="FF0000"/>
                          </a:solidFill>
                        </a:rPr>
                        <a:t>olour</a:t>
                      </a:r>
                      <a:endParaRPr sz="1100" b="1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Size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Action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Black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Big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Green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Brown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Small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Reject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131" name="Google Shape;3131;p48"/>
          <p:cNvGraphicFramePr/>
          <p:nvPr>
            <p:extLst>
              <p:ext uri="{D42A27DB-BD31-4B8C-83A1-F6EECF244321}">
                <p14:modId xmlns:p14="http://schemas.microsoft.com/office/powerpoint/2010/main" val="2677976158"/>
              </p:ext>
            </p:extLst>
          </p:nvPr>
        </p:nvGraphicFramePr>
        <p:xfrm>
          <a:off x="4096897" y="3075387"/>
          <a:ext cx="1752600" cy="985520"/>
        </p:xfrm>
        <a:graphic>
          <a:graphicData uri="http://schemas.openxmlformats.org/drawingml/2006/table">
            <a:tbl>
              <a:tblPr firstRow="1" firstCol="1" bandRow="1">
                <a:noFill/>
                <a:tableStyleId>{73E5E36C-A079-45CB-A06A-1199D08E874E}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375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Colour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Size</a:t>
                      </a:r>
                      <a:endParaRPr sz="11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Action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375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Green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375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Allow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375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Green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Reject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587A6F8-0864-63CE-DB5A-815E0A5E216C}"/>
                  </a:ext>
                </a:extLst>
              </p14:cNvPr>
              <p14:cNvContentPartPr/>
              <p14:nvPr/>
            </p14:nvContentPartPr>
            <p14:xfrm>
              <a:off x="321480" y="1097280"/>
              <a:ext cx="5487840" cy="4539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587A6F8-0864-63CE-DB5A-815E0A5E216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2120" y="1087920"/>
                <a:ext cx="5506560" cy="4558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7" name="Google Shape;3137;p49"/>
          <p:cNvSpPr txBox="1">
            <a:spLocks noGrp="1"/>
          </p:cNvSpPr>
          <p:nvPr>
            <p:ph type="body" idx="1"/>
          </p:nvPr>
        </p:nvSpPr>
        <p:spPr>
          <a:xfrm>
            <a:off x="153598" y="1411704"/>
            <a:ext cx="57912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50" tIns="34525" rIns="69050" bIns="34525" anchor="t" anchorCtr="0">
            <a:normAutofit/>
          </a:bodyPr>
          <a:lstStyle/>
          <a:p>
            <a:pPr marL="557213" lvl="1" indent="-214312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Threshold: Gain &lt;=0.85</a:t>
            </a:r>
            <a:endParaRPr sz="1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8" name="Google Shape;3138;p49"/>
          <p:cNvSpPr txBox="1">
            <a:spLocks noGrp="1"/>
          </p:cNvSpPr>
          <p:nvPr>
            <p:ph type="title"/>
          </p:nvPr>
        </p:nvSpPr>
        <p:spPr>
          <a:xfrm>
            <a:off x="304800" y="635550"/>
            <a:ext cx="6858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50" tIns="34525" rIns="69050" bIns="34525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Pre-Pruning – Problem Type 7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39" name="Google Shape;3139;p49"/>
          <p:cNvGraphicFramePr/>
          <p:nvPr/>
        </p:nvGraphicFramePr>
        <p:xfrm>
          <a:off x="5849510" y="748285"/>
          <a:ext cx="3287525" cy="2847500"/>
        </p:xfrm>
        <a:graphic>
          <a:graphicData uri="http://schemas.openxmlformats.org/drawingml/2006/table">
            <a:tbl>
              <a:tblPr firstRow="1" firstCol="1" bandRow="1">
                <a:noFill/>
                <a:tableStyleId>{73E5E36C-A079-45CB-A06A-1199D08E874E}</a:tableStyleId>
              </a:tblPr>
              <a:tblGrid>
                <a:gridCol w="80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Shape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Colour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Size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Action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Round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Green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Black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Round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Green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Oval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Green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Oval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Oval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Green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140" name="Google Shape;3140;p49"/>
          <p:cNvSpPr/>
          <p:nvPr/>
        </p:nvSpPr>
        <p:spPr>
          <a:xfrm>
            <a:off x="2035944" y="1730670"/>
            <a:ext cx="908961" cy="340519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Shape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41" name="Google Shape;3141;p49"/>
          <p:cNvCxnSpPr/>
          <p:nvPr/>
        </p:nvCxnSpPr>
        <p:spPr>
          <a:xfrm flipH="1">
            <a:off x="712001" y="2092996"/>
            <a:ext cx="1741371" cy="91596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2" name="Google Shape;3142;p49"/>
          <p:cNvCxnSpPr/>
          <p:nvPr/>
        </p:nvCxnSpPr>
        <p:spPr>
          <a:xfrm flipH="1">
            <a:off x="2431262" y="2073604"/>
            <a:ext cx="22109" cy="93535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43" name="Google Shape;3143;p49"/>
          <p:cNvSpPr txBox="1"/>
          <p:nvPr/>
        </p:nvSpPr>
        <p:spPr>
          <a:xfrm>
            <a:off x="386455" y="2539237"/>
            <a:ext cx="64633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Round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4" name="Google Shape;3144;p49"/>
          <p:cNvSpPr txBox="1"/>
          <p:nvPr/>
        </p:nvSpPr>
        <p:spPr>
          <a:xfrm>
            <a:off x="4312079" y="2539237"/>
            <a:ext cx="52129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Oval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5" name="Google Shape;3145;p49"/>
          <p:cNvSpPr/>
          <p:nvPr/>
        </p:nvSpPr>
        <p:spPr>
          <a:xfrm>
            <a:off x="400057" y="3008961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6" name="Google Shape;3146;p49"/>
          <p:cNvSpPr/>
          <p:nvPr/>
        </p:nvSpPr>
        <p:spPr>
          <a:xfrm>
            <a:off x="4461090" y="3059729"/>
            <a:ext cx="968161" cy="340519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Colour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47" name="Google Shape;3147;p49"/>
          <p:cNvCxnSpPr/>
          <p:nvPr/>
        </p:nvCxnSpPr>
        <p:spPr>
          <a:xfrm flipH="1">
            <a:off x="4114494" y="3402629"/>
            <a:ext cx="831056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8" name="Google Shape;3148;p49"/>
          <p:cNvCxnSpPr/>
          <p:nvPr/>
        </p:nvCxnSpPr>
        <p:spPr>
          <a:xfrm>
            <a:off x="4945550" y="3402629"/>
            <a:ext cx="888206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49" name="Google Shape;3149;p49"/>
          <p:cNvSpPr txBox="1"/>
          <p:nvPr/>
        </p:nvSpPr>
        <p:spPr>
          <a:xfrm>
            <a:off x="3964867" y="3456738"/>
            <a:ext cx="60786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Green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0" name="Google Shape;3150;p49"/>
          <p:cNvSpPr txBox="1"/>
          <p:nvPr/>
        </p:nvSpPr>
        <p:spPr>
          <a:xfrm>
            <a:off x="5513660" y="3581316"/>
            <a:ext cx="65595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Brown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1" name="Google Shape;3151;p49"/>
          <p:cNvSpPr/>
          <p:nvPr/>
        </p:nvSpPr>
        <p:spPr>
          <a:xfrm>
            <a:off x="3802550" y="3946744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2" name="Google Shape;3152;p49"/>
          <p:cNvSpPr/>
          <p:nvPr/>
        </p:nvSpPr>
        <p:spPr>
          <a:xfrm>
            <a:off x="5443231" y="3946744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53" name="Google Shape;3153;p49"/>
          <p:cNvCxnSpPr/>
          <p:nvPr/>
        </p:nvCxnSpPr>
        <p:spPr>
          <a:xfrm>
            <a:off x="2453370" y="2073604"/>
            <a:ext cx="2431941" cy="98374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54" name="Google Shape;3154;p49"/>
          <p:cNvSpPr txBox="1"/>
          <p:nvPr/>
        </p:nvSpPr>
        <p:spPr>
          <a:xfrm>
            <a:off x="2383631" y="2591343"/>
            <a:ext cx="66556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Square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155" name="Google Shape;3155;p49"/>
          <p:cNvGraphicFramePr/>
          <p:nvPr/>
        </p:nvGraphicFramePr>
        <p:xfrm>
          <a:off x="5841635" y="4971588"/>
          <a:ext cx="3287525" cy="1423750"/>
        </p:xfrm>
        <a:graphic>
          <a:graphicData uri="http://schemas.openxmlformats.org/drawingml/2006/table">
            <a:tbl>
              <a:tblPr firstRow="1" firstCol="1" bandRow="1">
                <a:noFill/>
                <a:tableStyleId>{73E5E36C-A079-45CB-A06A-1199D08E874E}</a:tableStyleId>
              </a:tblPr>
              <a:tblGrid>
                <a:gridCol w="80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Shape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Colour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Size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Action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Oval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Black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Round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Green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156" name="Google Shape;3156;p49"/>
          <p:cNvGraphicFramePr/>
          <p:nvPr/>
        </p:nvGraphicFramePr>
        <p:xfrm>
          <a:off x="1227403" y="3008961"/>
          <a:ext cx="2481150" cy="1423750"/>
        </p:xfrm>
        <a:graphic>
          <a:graphicData uri="http://schemas.openxmlformats.org/drawingml/2006/table">
            <a:tbl>
              <a:tblPr firstRow="1" firstCol="1" bandRow="1">
                <a:noFill/>
                <a:tableStyleId>{73E5E36C-A079-45CB-A06A-1199D08E874E}</a:tableStyleId>
              </a:tblPr>
              <a:tblGrid>
                <a:gridCol w="99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Colour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Size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Action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Black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Green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57" name="Google Shape;3157;p49"/>
          <p:cNvSpPr txBox="1"/>
          <p:nvPr/>
        </p:nvSpPr>
        <p:spPr>
          <a:xfrm>
            <a:off x="304800" y="5638800"/>
            <a:ext cx="454714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Note: 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DT can estimate the probability of instance’s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membership to a class</a:t>
            </a:r>
            <a:endParaRPr sz="16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C0CDAF8-84B4-BA90-1364-3641DA7AB003}"/>
                  </a:ext>
                </a:extLst>
              </p14:cNvPr>
              <p14:cNvContentPartPr/>
              <p14:nvPr/>
            </p14:nvContentPartPr>
            <p14:xfrm>
              <a:off x="591840" y="1350360"/>
              <a:ext cx="6717960" cy="3107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C0CDAF8-84B4-BA90-1364-3641DA7AB0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2480" y="1341000"/>
                <a:ext cx="6736680" cy="3126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3" name="Google Shape;3163;p50"/>
          <p:cNvSpPr txBox="1">
            <a:spLocks noGrp="1"/>
          </p:cNvSpPr>
          <p:nvPr>
            <p:ph type="body" idx="1"/>
          </p:nvPr>
        </p:nvSpPr>
        <p:spPr>
          <a:xfrm>
            <a:off x="153598" y="1411704"/>
            <a:ext cx="5360062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50" tIns="34525" rIns="69050" bIns="34525" anchor="t" anchorCtr="0">
            <a:normAutofit lnSpcReduction="10000"/>
          </a:bodyPr>
          <a:lstStyle/>
          <a:p>
            <a:pPr marL="557213" lvl="1" indent="-214312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Threshold: Gain &lt;=0.85</a:t>
            </a:r>
            <a:endParaRPr/>
          </a:p>
          <a:p>
            <a:pPr marL="557213" lvl="1" indent="-100012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57213" lvl="1" indent="-100012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57213" lvl="1" indent="-100012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57213" lvl="1" indent="-100012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57213" lvl="1" indent="-100012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57213" lvl="1" indent="-100012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57213" lvl="1" indent="-100012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57213" lvl="1" indent="-100012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57213" lvl="1" indent="-100012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1" indent="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1" indent="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Apply majority voting for converting the pruned subset of data into a class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4" name="Google Shape;3164;p50"/>
          <p:cNvSpPr txBox="1">
            <a:spLocks noGrp="1"/>
          </p:cNvSpPr>
          <p:nvPr>
            <p:ph type="title"/>
          </p:nvPr>
        </p:nvSpPr>
        <p:spPr>
          <a:xfrm>
            <a:off x="304800" y="635550"/>
            <a:ext cx="6858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50" tIns="34525" rIns="69050" bIns="34525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Pre-Pruning – Problem Type 7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65" name="Google Shape;3165;p50"/>
          <p:cNvGraphicFramePr/>
          <p:nvPr/>
        </p:nvGraphicFramePr>
        <p:xfrm>
          <a:off x="5849510" y="748285"/>
          <a:ext cx="3287525" cy="2847500"/>
        </p:xfrm>
        <a:graphic>
          <a:graphicData uri="http://schemas.openxmlformats.org/drawingml/2006/table">
            <a:tbl>
              <a:tblPr firstRow="1" firstCol="1" bandRow="1">
                <a:noFill/>
                <a:tableStyleId>{73E5E36C-A079-45CB-A06A-1199D08E874E}</a:tableStyleId>
              </a:tblPr>
              <a:tblGrid>
                <a:gridCol w="80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Shape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Colour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Size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Action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Round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Green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Black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Round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Green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Oval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Green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Oval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Oval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Green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166" name="Google Shape;3166;p50"/>
          <p:cNvSpPr/>
          <p:nvPr/>
        </p:nvSpPr>
        <p:spPr>
          <a:xfrm>
            <a:off x="2027692" y="1733085"/>
            <a:ext cx="908961" cy="340519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Shape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67" name="Google Shape;3167;p50"/>
          <p:cNvCxnSpPr/>
          <p:nvPr/>
        </p:nvCxnSpPr>
        <p:spPr>
          <a:xfrm flipH="1">
            <a:off x="712001" y="2092996"/>
            <a:ext cx="1741371" cy="91596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68" name="Google Shape;3168;p50"/>
          <p:cNvCxnSpPr/>
          <p:nvPr/>
        </p:nvCxnSpPr>
        <p:spPr>
          <a:xfrm flipH="1">
            <a:off x="2431262" y="2073604"/>
            <a:ext cx="22109" cy="93535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69" name="Google Shape;3169;p50"/>
          <p:cNvSpPr txBox="1"/>
          <p:nvPr/>
        </p:nvSpPr>
        <p:spPr>
          <a:xfrm>
            <a:off x="386455" y="2539237"/>
            <a:ext cx="64633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Round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0" name="Google Shape;3170;p50"/>
          <p:cNvSpPr txBox="1"/>
          <p:nvPr/>
        </p:nvSpPr>
        <p:spPr>
          <a:xfrm>
            <a:off x="4312079" y="2539237"/>
            <a:ext cx="52129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Oval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1" name="Google Shape;3171;p50"/>
          <p:cNvSpPr/>
          <p:nvPr/>
        </p:nvSpPr>
        <p:spPr>
          <a:xfrm>
            <a:off x="400057" y="3008961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2" name="Google Shape;3172;p50"/>
          <p:cNvSpPr/>
          <p:nvPr/>
        </p:nvSpPr>
        <p:spPr>
          <a:xfrm>
            <a:off x="4461090" y="3059729"/>
            <a:ext cx="968161" cy="340519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Colour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73" name="Google Shape;3173;p50"/>
          <p:cNvCxnSpPr/>
          <p:nvPr/>
        </p:nvCxnSpPr>
        <p:spPr>
          <a:xfrm flipH="1">
            <a:off x="4114494" y="3402629"/>
            <a:ext cx="831056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4" name="Google Shape;3174;p50"/>
          <p:cNvCxnSpPr/>
          <p:nvPr/>
        </p:nvCxnSpPr>
        <p:spPr>
          <a:xfrm>
            <a:off x="4945550" y="3402629"/>
            <a:ext cx="888206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75" name="Google Shape;3175;p50"/>
          <p:cNvSpPr txBox="1"/>
          <p:nvPr/>
        </p:nvSpPr>
        <p:spPr>
          <a:xfrm>
            <a:off x="3964867" y="3456738"/>
            <a:ext cx="60786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Green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6" name="Google Shape;3176;p50"/>
          <p:cNvSpPr txBox="1"/>
          <p:nvPr/>
        </p:nvSpPr>
        <p:spPr>
          <a:xfrm>
            <a:off x="5513660" y="3581316"/>
            <a:ext cx="65595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Brown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7" name="Google Shape;3177;p50"/>
          <p:cNvSpPr/>
          <p:nvPr/>
        </p:nvSpPr>
        <p:spPr>
          <a:xfrm>
            <a:off x="3802550" y="3946744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8" name="Google Shape;3178;p50"/>
          <p:cNvSpPr/>
          <p:nvPr/>
        </p:nvSpPr>
        <p:spPr>
          <a:xfrm>
            <a:off x="5443231" y="3946744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79" name="Google Shape;3179;p50"/>
          <p:cNvCxnSpPr/>
          <p:nvPr/>
        </p:nvCxnSpPr>
        <p:spPr>
          <a:xfrm>
            <a:off x="2453370" y="2073604"/>
            <a:ext cx="2431941" cy="98374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80" name="Google Shape;3180;p50"/>
          <p:cNvSpPr txBox="1"/>
          <p:nvPr/>
        </p:nvSpPr>
        <p:spPr>
          <a:xfrm>
            <a:off x="2383631" y="2591343"/>
            <a:ext cx="66556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Square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181" name="Google Shape;3181;p50"/>
          <p:cNvGraphicFramePr/>
          <p:nvPr/>
        </p:nvGraphicFramePr>
        <p:xfrm>
          <a:off x="5841635" y="4971588"/>
          <a:ext cx="3287525" cy="1423750"/>
        </p:xfrm>
        <a:graphic>
          <a:graphicData uri="http://schemas.openxmlformats.org/drawingml/2006/table">
            <a:tbl>
              <a:tblPr firstRow="1" firstCol="1" bandRow="1">
                <a:noFill/>
                <a:tableStyleId>{73E5E36C-A079-45CB-A06A-1199D08E874E}</a:tableStyleId>
              </a:tblPr>
              <a:tblGrid>
                <a:gridCol w="80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Shape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Colour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Size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Action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Oval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Black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Round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Green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82" name="Google Shape;3182;p50"/>
          <p:cNvSpPr/>
          <p:nvPr/>
        </p:nvSpPr>
        <p:spPr>
          <a:xfrm>
            <a:off x="2050945" y="2981786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8" name="Google Shape;3188;p51"/>
          <p:cNvSpPr txBox="1">
            <a:spLocks noGrp="1"/>
          </p:cNvSpPr>
          <p:nvPr>
            <p:ph type="title"/>
          </p:nvPr>
        </p:nvSpPr>
        <p:spPr>
          <a:xfrm>
            <a:off x="304800" y="635550"/>
            <a:ext cx="6858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50" tIns="34525" rIns="69050" bIns="34525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</a:rPr>
              <a:t>Post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-Pruning – Problem Type 8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89" name="Google Shape;3189;p51"/>
          <p:cNvGraphicFramePr/>
          <p:nvPr/>
        </p:nvGraphicFramePr>
        <p:xfrm>
          <a:off x="5849510" y="748285"/>
          <a:ext cx="3287525" cy="2847500"/>
        </p:xfrm>
        <a:graphic>
          <a:graphicData uri="http://schemas.openxmlformats.org/drawingml/2006/table">
            <a:tbl>
              <a:tblPr firstRow="1" firstCol="1" bandRow="1">
                <a:noFill/>
                <a:tableStyleId>{73E5E36C-A079-45CB-A06A-1199D08E874E}</a:tableStyleId>
              </a:tblPr>
              <a:tblGrid>
                <a:gridCol w="80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Shape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Colour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Size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Action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Round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Green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Black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Round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Green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Oval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Green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Oval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Oval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Green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190" name="Google Shape;3190;p51"/>
          <p:cNvSpPr/>
          <p:nvPr/>
        </p:nvSpPr>
        <p:spPr>
          <a:xfrm>
            <a:off x="2027692" y="1733085"/>
            <a:ext cx="908961" cy="340519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Shape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91" name="Google Shape;3191;p51"/>
          <p:cNvCxnSpPr/>
          <p:nvPr/>
        </p:nvCxnSpPr>
        <p:spPr>
          <a:xfrm flipH="1">
            <a:off x="712001" y="2092996"/>
            <a:ext cx="1741371" cy="91596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2" name="Google Shape;3192;p51"/>
          <p:cNvCxnSpPr/>
          <p:nvPr/>
        </p:nvCxnSpPr>
        <p:spPr>
          <a:xfrm flipH="1">
            <a:off x="2431262" y="2073604"/>
            <a:ext cx="22109" cy="93535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93" name="Google Shape;3193;p51"/>
          <p:cNvSpPr txBox="1"/>
          <p:nvPr/>
        </p:nvSpPr>
        <p:spPr>
          <a:xfrm>
            <a:off x="386455" y="2539237"/>
            <a:ext cx="64633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Round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4" name="Google Shape;3194;p51"/>
          <p:cNvSpPr txBox="1"/>
          <p:nvPr/>
        </p:nvSpPr>
        <p:spPr>
          <a:xfrm>
            <a:off x="4312079" y="2539237"/>
            <a:ext cx="52129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Oval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5" name="Google Shape;3195;p51"/>
          <p:cNvSpPr/>
          <p:nvPr/>
        </p:nvSpPr>
        <p:spPr>
          <a:xfrm>
            <a:off x="400057" y="3008961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6" name="Google Shape;3196;p51"/>
          <p:cNvSpPr/>
          <p:nvPr/>
        </p:nvSpPr>
        <p:spPr>
          <a:xfrm>
            <a:off x="2053321" y="3028353"/>
            <a:ext cx="757238" cy="340519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Size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97" name="Google Shape;3197;p51"/>
          <p:cNvCxnSpPr/>
          <p:nvPr/>
        </p:nvCxnSpPr>
        <p:spPr>
          <a:xfrm flipH="1">
            <a:off x="1622316" y="3371253"/>
            <a:ext cx="831056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8" name="Google Shape;3198;p51"/>
          <p:cNvCxnSpPr/>
          <p:nvPr/>
        </p:nvCxnSpPr>
        <p:spPr>
          <a:xfrm>
            <a:off x="2453372" y="3371253"/>
            <a:ext cx="888206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99" name="Google Shape;3199;p51"/>
          <p:cNvSpPr txBox="1"/>
          <p:nvPr/>
        </p:nvSpPr>
        <p:spPr>
          <a:xfrm>
            <a:off x="1402569" y="3445644"/>
            <a:ext cx="43473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0" name="Google Shape;3200;p51"/>
          <p:cNvSpPr txBox="1"/>
          <p:nvPr/>
        </p:nvSpPr>
        <p:spPr>
          <a:xfrm>
            <a:off x="3163951" y="3445644"/>
            <a:ext cx="58862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1" name="Google Shape;3201;p51"/>
          <p:cNvSpPr/>
          <p:nvPr/>
        </p:nvSpPr>
        <p:spPr>
          <a:xfrm>
            <a:off x="1310372" y="3915368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2" name="Google Shape;3202;p51"/>
          <p:cNvSpPr/>
          <p:nvPr/>
        </p:nvSpPr>
        <p:spPr>
          <a:xfrm>
            <a:off x="2951053" y="3915368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3" name="Google Shape;3203;p51"/>
          <p:cNvSpPr/>
          <p:nvPr/>
        </p:nvSpPr>
        <p:spPr>
          <a:xfrm>
            <a:off x="4475158" y="3059729"/>
            <a:ext cx="968161" cy="340519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Colour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04" name="Google Shape;3204;p51"/>
          <p:cNvCxnSpPr/>
          <p:nvPr/>
        </p:nvCxnSpPr>
        <p:spPr>
          <a:xfrm flipH="1">
            <a:off x="4114494" y="3402629"/>
            <a:ext cx="831056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5" name="Google Shape;3205;p51"/>
          <p:cNvCxnSpPr/>
          <p:nvPr/>
        </p:nvCxnSpPr>
        <p:spPr>
          <a:xfrm>
            <a:off x="4945550" y="3402629"/>
            <a:ext cx="888206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06" name="Google Shape;3206;p51"/>
          <p:cNvSpPr txBox="1"/>
          <p:nvPr/>
        </p:nvSpPr>
        <p:spPr>
          <a:xfrm>
            <a:off x="3964867" y="3456738"/>
            <a:ext cx="60786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Green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7" name="Google Shape;3207;p51"/>
          <p:cNvSpPr txBox="1"/>
          <p:nvPr/>
        </p:nvSpPr>
        <p:spPr>
          <a:xfrm>
            <a:off x="5513660" y="3581316"/>
            <a:ext cx="65595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Brown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8" name="Google Shape;3208;p51"/>
          <p:cNvSpPr/>
          <p:nvPr/>
        </p:nvSpPr>
        <p:spPr>
          <a:xfrm>
            <a:off x="3802550" y="3946744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9" name="Google Shape;3209;p51"/>
          <p:cNvSpPr/>
          <p:nvPr/>
        </p:nvSpPr>
        <p:spPr>
          <a:xfrm>
            <a:off x="5443231" y="3946744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10" name="Google Shape;3210;p51"/>
          <p:cNvCxnSpPr/>
          <p:nvPr/>
        </p:nvCxnSpPr>
        <p:spPr>
          <a:xfrm>
            <a:off x="2453370" y="2073604"/>
            <a:ext cx="2431941" cy="98374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11" name="Google Shape;3211;p51"/>
          <p:cNvSpPr txBox="1"/>
          <p:nvPr/>
        </p:nvSpPr>
        <p:spPr>
          <a:xfrm>
            <a:off x="2383631" y="2591343"/>
            <a:ext cx="66556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Square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212" name="Google Shape;3212;p51"/>
          <p:cNvGraphicFramePr/>
          <p:nvPr/>
        </p:nvGraphicFramePr>
        <p:xfrm>
          <a:off x="5841635" y="4971588"/>
          <a:ext cx="3287525" cy="1423750"/>
        </p:xfrm>
        <a:graphic>
          <a:graphicData uri="http://schemas.openxmlformats.org/drawingml/2006/table">
            <a:tbl>
              <a:tblPr firstRow="1" firstCol="1" bandRow="1">
                <a:noFill/>
                <a:tableStyleId>{73E5E36C-A079-45CB-A06A-1199D08E874E}</a:tableStyleId>
              </a:tblPr>
              <a:tblGrid>
                <a:gridCol w="80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Shape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Colour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Size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Action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Oval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Black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Round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Green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13" name="Google Shape;3213;p51"/>
          <p:cNvSpPr txBox="1"/>
          <p:nvPr/>
        </p:nvSpPr>
        <p:spPr>
          <a:xfrm>
            <a:off x="7222819" y="4601371"/>
            <a:ext cx="232974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Prune Set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14" name="Google Shape;3214;p51"/>
          <p:cNvSpPr txBox="1"/>
          <p:nvPr/>
        </p:nvSpPr>
        <p:spPr>
          <a:xfrm>
            <a:off x="205377" y="1039489"/>
            <a:ext cx="544323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Assumed model from the output of one intermediate iteration of the decision tree building</a:t>
            </a:r>
            <a:endParaRPr sz="1600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15" name="Google Shape;3215;p51"/>
          <p:cNvSpPr/>
          <p:nvPr/>
        </p:nvSpPr>
        <p:spPr>
          <a:xfrm>
            <a:off x="-134934" y="4171353"/>
            <a:ext cx="6064818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1" indent="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Times New Roman"/>
              <a:buNone/>
            </a:pPr>
            <a:r>
              <a:rPr lang="en-US" sz="1600" b="0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 : </a:t>
            </a:r>
            <a:endParaRPr sz="1600" b="0" i="0" u="none" strike="noStrike" cap="none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Times New Roman"/>
              <a:buNone/>
            </a:pPr>
            <a:r>
              <a:rPr lang="en-US" sz="1600" b="0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 construction, scan the tree bottom-up</a:t>
            </a:r>
            <a:endParaRPr dirty="0"/>
          </a:p>
          <a:p>
            <a:pPr marL="3429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At every decision node </a:t>
            </a:r>
            <a:endParaRPr dirty="0"/>
          </a:p>
          <a:p>
            <a:pPr marL="3429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Retain the attribute node &amp; evaluate it against the prune set (validation set)</a:t>
            </a:r>
            <a:endParaRPr dirty="0"/>
          </a:p>
          <a:p>
            <a:pPr marL="3429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Remove the attribute node &amp; reevaluate it with the same prune set</a:t>
            </a:r>
            <a:endParaRPr dirty="0"/>
          </a:p>
          <a:p>
            <a:pPr marL="3429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If there is a reduction in error, prune the node else retain the node</a:t>
            </a:r>
            <a:endParaRPr dirty="0"/>
          </a:p>
          <a:p>
            <a:pPr marL="3429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Repeat this in other branches of the tree</a:t>
            </a:r>
            <a:endParaRPr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2EAE19F-AB31-AEE3-C619-4D442CC60EFC}"/>
                  </a:ext>
                </a:extLst>
              </p14:cNvPr>
              <p14:cNvContentPartPr/>
              <p14:nvPr/>
            </p14:nvContentPartPr>
            <p14:xfrm>
              <a:off x="484200" y="446040"/>
              <a:ext cx="8664480" cy="6052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2EAE19F-AB31-AEE3-C619-4D442CC60E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4840" y="436680"/>
                <a:ext cx="8683200" cy="6071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1" name="Google Shape;3221;p52"/>
          <p:cNvSpPr txBox="1">
            <a:spLocks noGrp="1"/>
          </p:cNvSpPr>
          <p:nvPr>
            <p:ph type="body" idx="1"/>
          </p:nvPr>
        </p:nvSpPr>
        <p:spPr>
          <a:xfrm>
            <a:off x="153598" y="1411704"/>
            <a:ext cx="5791200" cy="4983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50" tIns="34525" rIns="69050" bIns="34525" anchor="t" anchorCtr="0">
            <a:normAutofit/>
          </a:bodyPr>
          <a:lstStyle/>
          <a:p>
            <a:pPr marL="557213" lvl="1" indent="-100012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/>
          </a:p>
          <a:p>
            <a:pPr marL="557213" lvl="1" indent="-100012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/>
          </a:p>
          <a:p>
            <a:pPr marL="557213" lvl="1" indent="-100012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/>
          </a:p>
          <a:p>
            <a:pPr marL="557213" lvl="1" indent="-100012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/>
          </a:p>
          <a:p>
            <a:pPr marL="557213" lvl="1" indent="-100012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/>
          </a:p>
          <a:p>
            <a:pPr marL="557213" lvl="1" indent="-100012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/>
          </a:p>
          <a:p>
            <a:pPr marL="557213" lvl="1" indent="-100012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/>
          </a:p>
          <a:p>
            <a:pPr marL="557213" lvl="1" indent="-100012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/>
          </a:p>
          <a:p>
            <a:pPr marL="557213" lvl="1" indent="-100012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/>
          </a:p>
          <a:p>
            <a:pPr marL="557213" lvl="1" indent="-100012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/>
          </a:p>
          <a:p>
            <a:pPr marL="557213" lvl="1" indent="-214312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Error rate is the percentage of tuples misclassified</a:t>
            </a:r>
            <a:r>
              <a:rPr lang="en-US" sz="1800" b="1"/>
              <a:t> </a:t>
            </a:r>
            <a:endParaRPr/>
          </a:p>
          <a:p>
            <a:pPr marL="557213" lvl="1" indent="-214312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Prune set is used to estimate the cost</a:t>
            </a:r>
            <a:endParaRPr sz="1800"/>
          </a:p>
        </p:txBody>
      </p:sp>
      <p:sp>
        <p:nvSpPr>
          <p:cNvPr id="3222" name="Google Shape;3222;p52"/>
          <p:cNvSpPr txBox="1">
            <a:spLocks noGrp="1"/>
          </p:cNvSpPr>
          <p:nvPr>
            <p:ph type="title"/>
          </p:nvPr>
        </p:nvSpPr>
        <p:spPr>
          <a:xfrm>
            <a:off x="304800" y="635550"/>
            <a:ext cx="6858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50" tIns="34525" rIns="69050" bIns="34525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</a:rPr>
              <a:t>Post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-Pruning – Problem Type 8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23" name="Google Shape;3223;p52"/>
          <p:cNvGraphicFramePr/>
          <p:nvPr/>
        </p:nvGraphicFramePr>
        <p:xfrm>
          <a:off x="5849510" y="748285"/>
          <a:ext cx="3287525" cy="2847500"/>
        </p:xfrm>
        <a:graphic>
          <a:graphicData uri="http://schemas.openxmlformats.org/drawingml/2006/table">
            <a:tbl>
              <a:tblPr firstRow="1" firstCol="1" bandRow="1">
                <a:noFill/>
                <a:tableStyleId>{73E5E36C-A079-45CB-A06A-1199D08E874E}</a:tableStyleId>
              </a:tblPr>
              <a:tblGrid>
                <a:gridCol w="80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Shape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Colour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Size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Action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Round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Green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Black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Round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Green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Oval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Green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Oval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Oval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Green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224" name="Google Shape;3224;p52"/>
          <p:cNvSpPr/>
          <p:nvPr/>
        </p:nvSpPr>
        <p:spPr>
          <a:xfrm>
            <a:off x="2027692" y="1733085"/>
            <a:ext cx="908961" cy="340519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Shape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25" name="Google Shape;3225;p52"/>
          <p:cNvCxnSpPr/>
          <p:nvPr/>
        </p:nvCxnSpPr>
        <p:spPr>
          <a:xfrm flipH="1">
            <a:off x="712001" y="2092996"/>
            <a:ext cx="1741371" cy="91596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26" name="Google Shape;3226;p52"/>
          <p:cNvCxnSpPr/>
          <p:nvPr/>
        </p:nvCxnSpPr>
        <p:spPr>
          <a:xfrm flipH="1">
            <a:off x="2431262" y="2073604"/>
            <a:ext cx="22109" cy="93535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27" name="Google Shape;3227;p52"/>
          <p:cNvSpPr txBox="1"/>
          <p:nvPr/>
        </p:nvSpPr>
        <p:spPr>
          <a:xfrm>
            <a:off x="386455" y="2539237"/>
            <a:ext cx="64633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Round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8" name="Google Shape;3228;p52"/>
          <p:cNvSpPr txBox="1"/>
          <p:nvPr/>
        </p:nvSpPr>
        <p:spPr>
          <a:xfrm>
            <a:off x="4312079" y="2539237"/>
            <a:ext cx="52129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Oval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9" name="Google Shape;3229;p52"/>
          <p:cNvSpPr/>
          <p:nvPr/>
        </p:nvSpPr>
        <p:spPr>
          <a:xfrm>
            <a:off x="400057" y="3008961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0" name="Google Shape;3230;p52"/>
          <p:cNvSpPr/>
          <p:nvPr/>
        </p:nvSpPr>
        <p:spPr>
          <a:xfrm>
            <a:off x="2053321" y="3028353"/>
            <a:ext cx="757238" cy="340519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Size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31" name="Google Shape;3231;p52"/>
          <p:cNvCxnSpPr/>
          <p:nvPr/>
        </p:nvCxnSpPr>
        <p:spPr>
          <a:xfrm flipH="1">
            <a:off x="1622316" y="3371253"/>
            <a:ext cx="831056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2" name="Google Shape;3232;p52"/>
          <p:cNvCxnSpPr/>
          <p:nvPr/>
        </p:nvCxnSpPr>
        <p:spPr>
          <a:xfrm>
            <a:off x="2453372" y="3371253"/>
            <a:ext cx="888206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33" name="Google Shape;3233;p52"/>
          <p:cNvSpPr txBox="1"/>
          <p:nvPr/>
        </p:nvSpPr>
        <p:spPr>
          <a:xfrm>
            <a:off x="1402569" y="3445644"/>
            <a:ext cx="43473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4" name="Google Shape;3234;p52"/>
          <p:cNvSpPr txBox="1"/>
          <p:nvPr/>
        </p:nvSpPr>
        <p:spPr>
          <a:xfrm>
            <a:off x="3163951" y="3445644"/>
            <a:ext cx="58862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5" name="Google Shape;3235;p52"/>
          <p:cNvSpPr/>
          <p:nvPr/>
        </p:nvSpPr>
        <p:spPr>
          <a:xfrm>
            <a:off x="1310372" y="3915368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6" name="Google Shape;3236;p52"/>
          <p:cNvSpPr/>
          <p:nvPr/>
        </p:nvSpPr>
        <p:spPr>
          <a:xfrm>
            <a:off x="2951053" y="3915368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7" name="Google Shape;3237;p52"/>
          <p:cNvSpPr/>
          <p:nvPr/>
        </p:nvSpPr>
        <p:spPr>
          <a:xfrm>
            <a:off x="4461090" y="3059729"/>
            <a:ext cx="968161" cy="340519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Colour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38" name="Google Shape;3238;p52"/>
          <p:cNvCxnSpPr/>
          <p:nvPr/>
        </p:nvCxnSpPr>
        <p:spPr>
          <a:xfrm flipH="1">
            <a:off x="4114494" y="3402629"/>
            <a:ext cx="831056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9" name="Google Shape;3239;p52"/>
          <p:cNvCxnSpPr/>
          <p:nvPr/>
        </p:nvCxnSpPr>
        <p:spPr>
          <a:xfrm>
            <a:off x="4945550" y="3402629"/>
            <a:ext cx="888206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0" name="Google Shape;3240;p52"/>
          <p:cNvSpPr txBox="1"/>
          <p:nvPr/>
        </p:nvSpPr>
        <p:spPr>
          <a:xfrm>
            <a:off x="3964867" y="3456738"/>
            <a:ext cx="60786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Green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1" name="Google Shape;3241;p52"/>
          <p:cNvSpPr txBox="1"/>
          <p:nvPr/>
        </p:nvSpPr>
        <p:spPr>
          <a:xfrm>
            <a:off x="5513660" y="3581316"/>
            <a:ext cx="65595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Brown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2" name="Google Shape;3242;p52"/>
          <p:cNvSpPr/>
          <p:nvPr/>
        </p:nvSpPr>
        <p:spPr>
          <a:xfrm>
            <a:off x="3802550" y="3946744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3" name="Google Shape;3243;p52"/>
          <p:cNvSpPr/>
          <p:nvPr/>
        </p:nvSpPr>
        <p:spPr>
          <a:xfrm>
            <a:off x="5443231" y="3946744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44" name="Google Shape;3244;p52"/>
          <p:cNvCxnSpPr/>
          <p:nvPr/>
        </p:nvCxnSpPr>
        <p:spPr>
          <a:xfrm>
            <a:off x="2453370" y="2073604"/>
            <a:ext cx="2431941" cy="98374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5" name="Google Shape;3245;p52"/>
          <p:cNvSpPr txBox="1"/>
          <p:nvPr/>
        </p:nvSpPr>
        <p:spPr>
          <a:xfrm>
            <a:off x="2383631" y="2591343"/>
            <a:ext cx="66556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Square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246" name="Google Shape;3246;p52"/>
          <p:cNvGraphicFramePr/>
          <p:nvPr/>
        </p:nvGraphicFramePr>
        <p:xfrm>
          <a:off x="5849510" y="4877938"/>
          <a:ext cx="3287525" cy="1423750"/>
        </p:xfrm>
        <a:graphic>
          <a:graphicData uri="http://schemas.openxmlformats.org/drawingml/2006/table">
            <a:tbl>
              <a:tblPr firstRow="1" firstCol="1" bandRow="1">
                <a:noFill/>
                <a:tableStyleId>{73E5E36C-A079-45CB-A06A-1199D08E874E}</a:tableStyleId>
              </a:tblPr>
              <a:tblGrid>
                <a:gridCol w="80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Shape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Colour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Size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Action</a:t>
                      </a:r>
                      <a:endParaRPr sz="11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Oval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Black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Reject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Round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Square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Brown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7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Green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47" name="Google Shape;3247;p52"/>
          <p:cNvSpPr txBox="1"/>
          <p:nvPr/>
        </p:nvSpPr>
        <p:spPr>
          <a:xfrm>
            <a:off x="3615057" y="5831664"/>
            <a:ext cx="232974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Prune Set🡪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48" name="Google Shape;3248;p52"/>
          <p:cNvSpPr txBox="1"/>
          <p:nvPr/>
        </p:nvSpPr>
        <p:spPr>
          <a:xfrm>
            <a:off x="205377" y="1039489"/>
            <a:ext cx="544323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Assumed model from the output of one intermediate iteration of the decision tree building</a:t>
            </a:r>
            <a:endParaRPr sz="1600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D8BB319-AE46-6C9D-5C0C-CFA7A775279A}"/>
                  </a:ext>
                </a:extLst>
              </p14:cNvPr>
              <p14:cNvContentPartPr/>
              <p14:nvPr/>
            </p14:nvContentPartPr>
            <p14:xfrm>
              <a:off x="360000" y="5529240"/>
              <a:ext cx="403560" cy="249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D8BB319-AE46-6C9D-5C0C-CFA7A775279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0640" y="5519880"/>
                <a:ext cx="422280" cy="267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4" name="Google Shape;3254;p53"/>
          <p:cNvSpPr txBox="1">
            <a:spLocks noGrp="1"/>
          </p:cNvSpPr>
          <p:nvPr>
            <p:ph type="body" idx="1"/>
          </p:nvPr>
        </p:nvSpPr>
        <p:spPr>
          <a:xfrm>
            <a:off x="8046943" y="2663325"/>
            <a:ext cx="4757537" cy="407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775" tIns="25875" rIns="51775" bIns="25875" anchor="t" anchorCtr="0">
            <a:normAutofit/>
          </a:bodyPr>
          <a:lstStyle/>
          <a:p>
            <a:pPr marL="417910" lvl="1" indent="-7501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endParaRPr sz="13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17910" lvl="1" indent="-75010" algn="l" rtl="0">
              <a:lnSpc>
                <a:spcPct val="11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endParaRPr sz="13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17910" lvl="1" indent="-75010" algn="l" rtl="0">
              <a:lnSpc>
                <a:spcPct val="11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endParaRPr sz="13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17910" lvl="1" indent="-75010" algn="l" rtl="0">
              <a:lnSpc>
                <a:spcPct val="11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endParaRPr sz="13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17910" lvl="1" indent="-75010" algn="l" rtl="0">
              <a:lnSpc>
                <a:spcPct val="11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endParaRPr sz="13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17910" lvl="1" indent="-75010" algn="l" rtl="0">
              <a:lnSpc>
                <a:spcPct val="11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endParaRPr sz="13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17910" lvl="1" indent="-75010" algn="l" rtl="0">
              <a:lnSpc>
                <a:spcPct val="11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endParaRPr sz="13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17910" lvl="1" indent="-75010" algn="l" rtl="0">
              <a:lnSpc>
                <a:spcPct val="11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endParaRPr sz="13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17910" lvl="1" indent="-75010" algn="l" rtl="0">
              <a:lnSpc>
                <a:spcPct val="11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endParaRPr sz="13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17910" lvl="1" indent="-75010" algn="l" rtl="0">
              <a:lnSpc>
                <a:spcPct val="11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endParaRPr sz="135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5" name="Google Shape;3255;p53"/>
          <p:cNvSpPr txBox="1">
            <a:spLocks noGrp="1"/>
          </p:cNvSpPr>
          <p:nvPr>
            <p:ph type="title"/>
          </p:nvPr>
        </p:nvSpPr>
        <p:spPr>
          <a:xfrm>
            <a:off x="-182544" y="759048"/>
            <a:ext cx="514350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775" tIns="25875" rIns="51775" bIns="25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</a:rPr>
              <a:t>Post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-Pruning – Problem Type 8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56" name="Google Shape;3256;p53"/>
          <p:cNvGraphicFramePr/>
          <p:nvPr/>
        </p:nvGraphicFramePr>
        <p:xfrm>
          <a:off x="5530134" y="1418464"/>
          <a:ext cx="2465625" cy="2135500"/>
        </p:xfrm>
        <a:graphic>
          <a:graphicData uri="http://schemas.openxmlformats.org/drawingml/2006/table">
            <a:tbl>
              <a:tblPr firstRow="1" firstCol="1" bandRow="1">
                <a:noFill/>
                <a:tableStyleId>{73E5E36C-A079-45CB-A06A-1199D08E874E}</a:tableStyleId>
              </a:tblPr>
              <a:tblGrid>
                <a:gridCol w="60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35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Shape</a:t>
                      </a:r>
                      <a:endParaRPr sz="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Colour</a:t>
                      </a:r>
                      <a:endParaRPr sz="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Size</a:t>
                      </a:r>
                      <a:endParaRPr sz="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Action</a:t>
                      </a:r>
                      <a:endParaRPr sz="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5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Round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Green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Small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Reject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5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Square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Black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Big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Allow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5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Square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Brown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Big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Allow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5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Round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Brown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Small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Reject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5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Square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Green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Big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Allow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5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Square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Brown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Small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Reject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5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Oval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Green 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Big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Reject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5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Oval 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Brown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Small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Allow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35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Oval 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Green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Small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Reject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257" name="Google Shape;3257;p53"/>
          <p:cNvSpPr/>
          <p:nvPr/>
        </p:nvSpPr>
        <p:spPr>
          <a:xfrm>
            <a:off x="2635634" y="2185201"/>
            <a:ext cx="743901" cy="214669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Times New Roman"/>
              <a:buNone/>
            </a:pPr>
            <a:r>
              <a:rPr lang="en-US" sz="105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Shape</a:t>
            </a:r>
            <a:endParaRPr dirty="0"/>
          </a:p>
        </p:txBody>
      </p:sp>
      <p:cxnSp>
        <p:nvCxnSpPr>
          <p:cNvPr id="3258" name="Google Shape;3258;p53"/>
          <p:cNvCxnSpPr/>
          <p:nvPr/>
        </p:nvCxnSpPr>
        <p:spPr>
          <a:xfrm flipH="1">
            <a:off x="1677002" y="2426998"/>
            <a:ext cx="1306028" cy="68697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9" name="Google Shape;3259;p53"/>
          <p:cNvCxnSpPr/>
          <p:nvPr/>
        </p:nvCxnSpPr>
        <p:spPr>
          <a:xfrm flipH="1">
            <a:off x="2966448" y="2412454"/>
            <a:ext cx="16582" cy="70151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60" name="Google Shape;3260;p53"/>
          <p:cNvSpPr txBox="1"/>
          <p:nvPr/>
        </p:nvSpPr>
        <p:spPr>
          <a:xfrm>
            <a:off x="1408155" y="2750104"/>
            <a:ext cx="534121" cy="248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Times New Roman"/>
              <a:buNone/>
            </a:pPr>
            <a:r>
              <a:rPr lang="en-US" sz="1013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Round</a:t>
            </a:r>
            <a:endParaRPr/>
          </a:p>
        </p:txBody>
      </p:sp>
      <p:sp>
        <p:nvSpPr>
          <p:cNvPr id="3261" name="Google Shape;3261;p53"/>
          <p:cNvSpPr txBox="1"/>
          <p:nvPr/>
        </p:nvSpPr>
        <p:spPr>
          <a:xfrm>
            <a:off x="4352775" y="2750104"/>
            <a:ext cx="439544" cy="248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Times New Roman"/>
              <a:buNone/>
            </a:pPr>
            <a:r>
              <a:rPr lang="en-US" sz="1013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Oval</a:t>
            </a:r>
            <a:endParaRPr/>
          </a:p>
        </p:txBody>
      </p:sp>
      <p:sp>
        <p:nvSpPr>
          <p:cNvPr id="3262" name="Google Shape;3262;p53"/>
          <p:cNvSpPr/>
          <p:nvPr/>
        </p:nvSpPr>
        <p:spPr>
          <a:xfrm>
            <a:off x="1443044" y="3113972"/>
            <a:ext cx="526852" cy="19198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Times New Roman"/>
              <a:buNone/>
            </a:pPr>
            <a:r>
              <a:rPr lang="en-US" sz="1013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</a:t>
            </a:r>
            <a:endParaRPr/>
          </a:p>
        </p:txBody>
      </p:sp>
      <p:sp>
        <p:nvSpPr>
          <p:cNvPr id="3263" name="Google Shape;3263;p53"/>
          <p:cNvSpPr/>
          <p:nvPr/>
        </p:nvSpPr>
        <p:spPr>
          <a:xfrm>
            <a:off x="2682991" y="3128517"/>
            <a:ext cx="673300" cy="220886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Times New Roman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Size</a:t>
            </a:r>
            <a:endParaRPr/>
          </a:p>
        </p:txBody>
      </p:sp>
      <p:cxnSp>
        <p:nvCxnSpPr>
          <p:cNvPr id="3264" name="Google Shape;3264;p53"/>
          <p:cNvCxnSpPr/>
          <p:nvPr/>
        </p:nvCxnSpPr>
        <p:spPr>
          <a:xfrm flipH="1">
            <a:off x="2359737" y="3385691"/>
            <a:ext cx="623292" cy="40808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5" name="Google Shape;3265;p53"/>
          <p:cNvCxnSpPr/>
          <p:nvPr/>
        </p:nvCxnSpPr>
        <p:spPr>
          <a:xfrm>
            <a:off x="2983029" y="3385691"/>
            <a:ext cx="666155" cy="40808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66" name="Google Shape;3266;p53"/>
          <p:cNvSpPr txBox="1"/>
          <p:nvPr/>
        </p:nvSpPr>
        <p:spPr>
          <a:xfrm>
            <a:off x="2171043" y="3429909"/>
            <a:ext cx="373820" cy="248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Times New Roman"/>
              <a:buNone/>
            </a:pPr>
            <a:r>
              <a:rPr lang="en-US" sz="1013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</a:t>
            </a:r>
            <a:endParaRPr/>
          </a:p>
        </p:txBody>
      </p:sp>
      <p:sp>
        <p:nvSpPr>
          <p:cNvPr id="3267" name="Google Shape;3267;p53"/>
          <p:cNvSpPr txBox="1"/>
          <p:nvPr/>
        </p:nvSpPr>
        <p:spPr>
          <a:xfrm>
            <a:off x="3492079" y="3429909"/>
            <a:ext cx="489238" cy="248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Times New Roman"/>
              <a:buNone/>
            </a:pPr>
            <a:r>
              <a:rPr lang="en-US" sz="1013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</a:t>
            </a:r>
            <a:endParaRPr/>
          </a:p>
        </p:txBody>
      </p:sp>
      <p:sp>
        <p:nvSpPr>
          <p:cNvPr id="3268" name="Google Shape;3268;p53"/>
          <p:cNvSpPr/>
          <p:nvPr/>
        </p:nvSpPr>
        <p:spPr>
          <a:xfrm>
            <a:off x="2125780" y="3793777"/>
            <a:ext cx="526852" cy="19198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Times New Roman"/>
              <a:buNone/>
            </a:pPr>
            <a:r>
              <a:rPr lang="en-US" sz="1013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</a:t>
            </a:r>
            <a:endParaRPr/>
          </a:p>
        </p:txBody>
      </p:sp>
      <p:sp>
        <p:nvSpPr>
          <p:cNvPr id="3269" name="Google Shape;3269;p53"/>
          <p:cNvSpPr/>
          <p:nvPr/>
        </p:nvSpPr>
        <p:spPr>
          <a:xfrm>
            <a:off x="3356291" y="3793777"/>
            <a:ext cx="526852" cy="19198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Times New Roman"/>
              <a:buNone/>
            </a:pPr>
            <a:r>
              <a:rPr lang="en-US" sz="1013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</a:t>
            </a:r>
            <a:endParaRPr/>
          </a:p>
        </p:txBody>
      </p:sp>
      <p:sp>
        <p:nvSpPr>
          <p:cNvPr id="3270" name="Google Shape;3270;p53"/>
          <p:cNvSpPr/>
          <p:nvPr/>
        </p:nvSpPr>
        <p:spPr>
          <a:xfrm>
            <a:off x="4453648" y="3166117"/>
            <a:ext cx="842222" cy="219738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Times New Roman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Colour</a:t>
            </a:r>
            <a:endParaRPr sz="10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71" name="Google Shape;3271;p53"/>
          <p:cNvCxnSpPr/>
          <p:nvPr/>
        </p:nvCxnSpPr>
        <p:spPr>
          <a:xfrm flipH="1">
            <a:off x="4228871" y="3409223"/>
            <a:ext cx="623292" cy="40808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2" name="Google Shape;3272;p53"/>
          <p:cNvCxnSpPr/>
          <p:nvPr/>
        </p:nvCxnSpPr>
        <p:spPr>
          <a:xfrm>
            <a:off x="4852162" y="3409223"/>
            <a:ext cx="666155" cy="40808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73" name="Google Shape;3273;p53"/>
          <p:cNvSpPr txBox="1"/>
          <p:nvPr/>
        </p:nvSpPr>
        <p:spPr>
          <a:xfrm>
            <a:off x="4092766" y="3438230"/>
            <a:ext cx="503664" cy="248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Times New Roman"/>
              <a:buNone/>
            </a:pPr>
            <a:r>
              <a:rPr lang="en-US" sz="1013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Green</a:t>
            </a:r>
            <a:endParaRPr/>
          </a:p>
        </p:txBody>
      </p:sp>
      <p:sp>
        <p:nvSpPr>
          <p:cNvPr id="3274" name="Google Shape;3274;p53"/>
          <p:cNvSpPr txBox="1"/>
          <p:nvPr/>
        </p:nvSpPr>
        <p:spPr>
          <a:xfrm>
            <a:off x="5060799" y="3531663"/>
            <a:ext cx="926857" cy="248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Times New Roman"/>
              <a:buNone/>
            </a:pPr>
            <a:r>
              <a:rPr lang="en-US" sz="1013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Brown/Others</a:t>
            </a:r>
            <a:endParaRPr/>
          </a:p>
        </p:txBody>
      </p:sp>
      <p:sp>
        <p:nvSpPr>
          <p:cNvPr id="3275" name="Google Shape;3275;p53"/>
          <p:cNvSpPr/>
          <p:nvPr/>
        </p:nvSpPr>
        <p:spPr>
          <a:xfrm>
            <a:off x="3994914" y="3817309"/>
            <a:ext cx="526852" cy="19198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Times New Roman"/>
              <a:buNone/>
            </a:pPr>
            <a:r>
              <a:rPr lang="en-US" sz="1013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</a:t>
            </a:r>
            <a:endParaRPr/>
          </a:p>
        </p:txBody>
      </p:sp>
      <p:sp>
        <p:nvSpPr>
          <p:cNvPr id="3276" name="Google Shape;3276;p53"/>
          <p:cNvSpPr/>
          <p:nvPr/>
        </p:nvSpPr>
        <p:spPr>
          <a:xfrm>
            <a:off x="5225424" y="3817309"/>
            <a:ext cx="526852" cy="19198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Times New Roman"/>
              <a:buNone/>
            </a:pPr>
            <a:r>
              <a:rPr lang="en-US" sz="1013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</a:t>
            </a:r>
            <a:endParaRPr/>
          </a:p>
        </p:txBody>
      </p:sp>
      <p:cxnSp>
        <p:nvCxnSpPr>
          <p:cNvPr id="3277" name="Google Shape;3277;p53"/>
          <p:cNvCxnSpPr/>
          <p:nvPr/>
        </p:nvCxnSpPr>
        <p:spPr>
          <a:xfrm>
            <a:off x="2983029" y="2412453"/>
            <a:ext cx="1823956" cy="73780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78" name="Google Shape;3278;p53"/>
          <p:cNvSpPr txBox="1"/>
          <p:nvPr/>
        </p:nvSpPr>
        <p:spPr>
          <a:xfrm>
            <a:off x="2906840" y="2789184"/>
            <a:ext cx="546946" cy="248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Times New Roman"/>
              <a:buNone/>
            </a:pPr>
            <a:r>
              <a:rPr lang="en-US" sz="1013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Square</a:t>
            </a:r>
            <a:endParaRPr/>
          </a:p>
        </p:txBody>
      </p:sp>
      <p:graphicFrame>
        <p:nvGraphicFramePr>
          <p:cNvPr id="3279" name="Google Shape;3279;p53"/>
          <p:cNvGraphicFramePr/>
          <p:nvPr/>
        </p:nvGraphicFramePr>
        <p:xfrm>
          <a:off x="3649184" y="4403216"/>
          <a:ext cx="4389175" cy="1177850"/>
        </p:xfrm>
        <a:graphic>
          <a:graphicData uri="http://schemas.openxmlformats.org/drawingml/2006/table">
            <a:tbl>
              <a:tblPr firstRow="1" firstCol="1" bandRow="1">
                <a:noFill/>
                <a:tableStyleId>{73E5E36C-A079-45CB-A06A-1199D08E874E}</a:tableStyleId>
              </a:tblPr>
              <a:tblGrid>
                <a:gridCol w="55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9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1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5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36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Prune Size </a:t>
                      </a:r>
                      <a:endParaRPr/>
                    </a:p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&amp;Predict</a:t>
                      </a:r>
                      <a:endParaRPr sz="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Prune Colour </a:t>
                      </a:r>
                      <a:endParaRPr/>
                    </a:p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&amp; Predict</a:t>
                      </a:r>
                      <a:endParaRPr sz="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Above Tree’s </a:t>
                      </a:r>
                      <a:endParaRPr/>
                    </a:p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Prediction</a:t>
                      </a:r>
                      <a:endParaRPr sz="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Shape</a:t>
                      </a:r>
                      <a:endParaRPr sz="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Colour</a:t>
                      </a:r>
                      <a:endParaRPr sz="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Size</a:t>
                      </a:r>
                      <a:endParaRPr sz="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Action</a:t>
                      </a:r>
                      <a:endParaRPr sz="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5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Allow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Reject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Allow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Oval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Black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Small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Reject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5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Reject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Reject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Reject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Round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Brown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Big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Allow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5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Allow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Allow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Allow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Square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Brown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Big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Allow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550"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Reject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Reject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Reject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Oval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Green 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Small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457200" marR="0" lvl="0" indent="-457200" algn="just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Allow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4" name="Google Shape;3284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14400" lvl="0" indent="-914400"/>
            <a:r>
              <a:rPr lang="en-US" sz="2400" dirty="0"/>
              <a:t>Example Data Set</a:t>
            </a:r>
            <a:br>
              <a:rPr lang="en-US" sz="2400" dirty="0"/>
            </a:br>
            <a:r>
              <a:rPr lang="en-US" sz="2000" dirty="0">
                <a:solidFill>
                  <a:srgbClr val="C00000"/>
                </a:solidFill>
              </a:rPr>
              <a:t>Studying Overfitting &amp; Bias–Variance Tradeoff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3285" name="Google Shape;3285;p54"/>
          <p:cNvSpPr txBox="1"/>
          <p:nvPr/>
        </p:nvSpPr>
        <p:spPr>
          <a:xfrm>
            <a:off x="5867400" y="1522413"/>
            <a:ext cx="2971800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class problem: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+ : 5200 instances</a:t>
            </a:r>
            <a:endParaRPr/>
          </a:p>
          <a:p>
            <a:pPr marL="285750" marR="0" lvl="0" indent="-101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5000 instances generated from a Gaussian centered at (10,10)</a:t>
            </a:r>
            <a:endParaRPr/>
          </a:p>
          <a:p>
            <a:pPr marL="285750" marR="0" lvl="0" indent="-101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200 noisy instances added</a:t>
            </a: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 : 5200 instances </a:t>
            </a:r>
            <a:endParaRPr/>
          </a:p>
          <a:p>
            <a:pPr marL="285750" marR="0" lvl="0" indent="-101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Generated from a uniform distribution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10 % of the data used for training and 90% of the data used for testing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6" name="Google Shape;3286;p5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612900"/>
            <a:ext cx="5715000" cy="41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7" name="Google Shape;3287;p54"/>
          <p:cNvSpPr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pic>
        <p:nvPicPr>
          <p:cNvPr id="3288" name="Google Shape;3288;p54" descr="Picture 7.png"/>
          <p:cNvPicPr preferRelativeResize="0"/>
          <p:nvPr/>
        </p:nvPicPr>
        <p:blipFill rotWithShape="1">
          <a:blip r:embed="rId4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9" name="Google Shape;3289;p54"/>
          <p:cNvGrpSpPr/>
          <p:nvPr/>
        </p:nvGrpSpPr>
        <p:grpSpPr>
          <a:xfrm>
            <a:off x="2133600" y="6553200"/>
            <a:ext cx="7010400" cy="46038"/>
            <a:chOff x="0" y="0"/>
            <a:chExt cx="7010400" cy="45719"/>
          </a:xfrm>
        </p:grpSpPr>
        <p:sp>
          <p:nvSpPr>
            <p:cNvPr id="3290" name="Google Shape;3290;p54"/>
            <p:cNvSpPr/>
            <p:nvPr/>
          </p:nvSpPr>
          <p:spPr>
            <a:xfrm>
              <a:off x="2362200" y="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1" name="Google Shape;3291;p54"/>
            <p:cNvSpPr/>
            <p:nvPr/>
          </p:nvSpPr>
          <p:spPr>
            <a:xfrm>
              <a:off x="0" y="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2" name="Google Shape;3292;p54"/>
            <p:cNvSpPr/>
            <p:nvPr/>
          </p:nvSpPr>
          <p:spPr>
            <a:xfrm>
              <a:off x="4681809" y="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93" name="Google Shape;3293;p54"/>
          <p:cNvGrpSpPr/>
          <p:nvPr/>
        </p:nvGrpSpPr>
        <p:grpSpPr>
          <a:xfrm>
            <a:off x="0" y="1295400"/>
            <a:ext cx="7010400" cy="46038"/>
            <a:chOff x="0" y="0"/>
            <a:chExt cx="7010400" cy="45719"/>
          </a:xfrm>
        </p:grpSpPr>
        <p:sp>
          <p:nvSpPr>
            <p:cNvPr id="3294" name="Google Shape;3294;p54"/>
            <p:cNvSpPr/>
            <p:nvPr/>
          </p:nvSpPr>
          <p:spPr>
            <a:xfrm>
              <a:off x="2362200" y="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5" name="Google Shape;3295;p54"/>
            <p:cNvSpPr/>
            <p:nvPr/>
          </p:nvSpPr>
          <p:spPr>
            <a:xfrm>
              <a:off x="0" y="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6" name="Google Shape;3296;p54"/>
            <p:cNvSpPr/>
            <p:nvPr/>
          </p:nvSpPr>
          <p:spPr>
            <a:xfrm>
              <a:off x="4681809" y="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C1B5F97-6EF4-A735-DC48-0E8B6E923F1A}"/>
                  </a:ext>
                </a:extLst>
              </p14:cNvPr>
              <p14:cNvContentPartPr/>
              <p14:nvPr/>
            </p14:nvContentPartPr>
            <p14:xfrm>
              <a:off x="2670840" y="2207520"/>
              <a:ext cx="5860800" cy="4153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C1B5F97-6EF4-A735-DC48-0E8B6E923F1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61480" y="2198160"/>
                <a:ext cx="5879520" cy="4172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1" name="Google Shape;3301;p55"/>
          <p:cNvSpPr txBox="1">
            <a:spLocks noGrp="1"/>
          </p:cNvSpPr>
          <p:nvPr>
            <p:ph type="title"/>
          </p:nvPr>
        </p:nvSpPr>
        <p:spPr>
          <a:xfrm>
            <a:off x="54938" y="184150"/>
            <a:ext cx="7391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14400" lvl="0" indent="-9144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Increasing number of nodes in Decision  Trees</a:t>
            </a:r>
            <a:endParaRPr/>
          </a:p>
        </p:txBody>
      </p:sp>
      <p:pic>
        <p:nvPicPr>
          <p:cNvPr id="3302" name="Google Shape;3302;p5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5989" t="6245" r="7352" b="3252"/>
          <a:stretch/>
        </p:blipFill>
        <p:spPr>
          <a:xfrm>
            <a:off x="17463" y="1384300"/>
            <a:ext cx="8686800" cy="510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3" name="Google Shape;3303;p55"/>
          <p:cNvSpPr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pic>
        <p:nvPicPr>
          <p:cNvPr id="3304" name="Google Shape;3304;p55" descr="Picture 7.png"/>
          <p:cNvPicPr preferRelativeResize="0"/>
          <p:nvPr/>
        </p:nvPicPr>
        <p:blipFill rotWithShape="1">
          <a:blip r:embed="rId4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05" name="Google Shape;3305;p55"/>
          <p:cNvGrpSpPr/>
          <p:nvPr/>
        </p:nvGrpSpPr>
        <p:grpSpPr>
          <a:xfrm>
            <a:off x="2133600" y="6553200"/>
            <a:ext cx="7010400" cy="46038"/>
            <a:chOff x="0" y="0"/>
            <a:chExt cx="7010400" cy="45719"/>
          </a:xfrm>
        </p:grpSpPr>
        <p:sp>
          <p:nvSpPr>
            <p:cNvPr id="3306" name="Google Shape;3306;p55"/>
            <p:cNvSpPr/>
            <p:nvPr/>
          </p:nvSpPr>
          <p:spPr>
            <a:xfrm>
              <a:off x="2362200" y="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7" name="Google Shape;3307;p55"/>
            <p:cNvSpPr/>
            <p:nvPr/>
          </p:nvSpPr>
          <p:spPr>
            <a:xfrm>
              <a:off x="0" y="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8" name="Google Shape;3308;p55"/>
            <p:cNvSpPr/>
            <p:nvPr/>
          </p:nvSpPr>
          <p:spPr>
            <a:xfrm>
              <a:off x="4681809" y="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9" name="Google Shape;3309;p55"/>
          <p:cNvGrpSpPr/>
          <p:nvPr/>
        </p:nvGrpSpPr>
        <p:grpSpPr>
          <a:xfrm>
            <a:off x="0" y="1295400"/>
            <a:ext cx="7010400" cy="46038"/>
            <a:chOff x="0" y="0"/>
            <a:chExt cx="7010400" cy="45719"/>
          </a:xfrm>
        </p:grpSpPr>
        <p:sp>
          <p:nvSpPr>
            <p:cNvPr id="3310" name="Google Shape;3310;p55"/>
            <p:cNvSpPr/>
            <p:nvPr/>
          </p:nvSpPr>
          <p:spPr>
            <a:xfrm>
              <a:off x="2362200" y="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1" name="Google Shape;3311;p55"/>
            <p:cNvSpPr/>
            <p:nvPr/>
          </p:nvSpPr>
          <p:spPr>
            <a:xfrm>
              <a:off x="0" y="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2" name="Google Shape;3312;p55"/>
            <p:cNvSpPr/>
            <p:nvPr/>
          </p:nvSpPr>
          <p:spPr>
            <a:xfrm>
              <a:off x="4681809" y="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9504EED-91D6-35E3-D991-D3D7216ACA30}"/>
                  </a:ext>
                </a:extLst>
              </p14:cNvPr>
              <p14:cNvContentPartPr/>
              <p14:nvPr/>
            </p14:nvContentPartPr>
            <p14:xfrm>
              <a:off x="98640" y="4217400"/>
              <a:ext cx="8094240" cy="2379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9504EED-91D6-35E3-D991-D3D7216ACA3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9280" y="4208040"/>
                <a:ext cx="8112960" cy="2398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" name="Google Shape;3317;p5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14400" lvl="0" indent="-9144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Decision Tree with 4 nodes</a:t>
            </a:r>
            <a:endParaRPr/>
          </a:p>
        </p:txBody>
      </p:sp>
      <p:pic>
        <p:nvPicPr>
          <p:cNvPr id="3318" name="Google Shape;3318;p5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5989" t="6245" r="7352" b="3252"/>
          <a:stretch/>
        </p:blipFill>
        <p:spPr>
          <a:xfrm>
            <a:off x="0" y="1371600"/>
            <a:ext cx="8686800" cy="510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19" name="Google Shape;3319;p56"/>
          <p:cNvCxnSpPr/>
          <p:nvPr/>
        </p:nvCxnSpPr>
        <p:spPr>
          <a:xfrm rot="10800000">
            <a:off x="990600" y="5099050"/>
            <a:ext cx="0" cy="3810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320" name="Google Shape;3320;p56"/>
          <p:cNvSpPr txBox="1"/>
          <p:nvPr/>
        </p:nvSpPr>
        <p:spPr>
          <a:xfrm>
            <a:off x="1981200" y="3944938"/>
            <a:ext cx="1676400" cy="27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</a:t>
            </a:r>
            <a:endParaRPr/>
          </a:p>
        </p:txBody>
      </p:sp>
      <p:sp>
        <p:nvSpPr>
          <p:cNvPr id="3321" name="Google Shape;3321;p56"/>
          <p:cNvSpPr txBox="1"/>
          <p:nvPr/>
        </p:nvSpPr>
        <p:spPr>
          <a:xfrm>
            <a:off x="5181600" y="5105400"/>
            <a:ext cx="27844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boundaries on Training data</a:t>
            </a:r>
            <a:endParaRPr/>
          </a:p>
        </p:txBody>
      </p:sp>
      <p:pic>
        <p:nvPicPr>
          <p:cNvPr id="3322" name="Google Shape;3322;p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52975" y="2095500"/>
            <a:ext cx="3641725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3" name="Google Shape;3323;p5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54138" y="1524000"/>
            <a:ext cx="2346325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4" name="Google Shape;3324;p56"/>
          <p:cNvSpPr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pic>
        <p:nvPicPr>
          <p:cNvPr id="3325" name="Google Shape;3325;p56" descr="Picture 7.png"/>
          <p:cNvPicPr preferRelativeResize="0"/>
          <p:nvPr/>
        </p:nvPicPr>
        <p:blipFill rotWithShape="1">
          <a:blip r:embed="rId6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6" name="Google Shape;3326;p56"/>
          <p:cNvGrpSpPr/>
          <p:nvPr/>
        </p:nvGrpSpPr>
        <p:grpSpPr>
          <a:xfrm>
            <a:off x="2133600" y="6553200"/>
            <a:ext cx="7010400" cy="46038"/>
            <a:chOff x="0" y="0"/>
            <a:chExt cx="7010400" cy="45719"/>
          </a:xfrm>
        </p:grpSpPr>
        <p:sp>
          <p:nvSpPr>
            <p:cNvPr id="3327" name="Google Shape;3327;p56"/>
            <p:cNvSpPr/>
            <p:nvPr/>
          </p:nvSpPr>
          <p:spPr>
            <a:xfrm>
              <a:off x="2362200" y="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8" name="Google Shape;3328;p56"/>
            <p:cNvSpPr/>
            <p:nvPr/>
          </p:nvSpPr>
          <p:spPr>
            <a:xfrm>
              <a:off x="0" y="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9" name="Google Shape;3329;p56"/>
            <p:cNvSpPr/>
            <p:nvPr/>
          </p:nvSpPr>
          <p:spPr>
            <a:xfrm>
              <a:off x="4681809" y="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0" name="Google Shape;3330;p56"/>
          <p:cNvGrpSpPr/>
          <p:nvPr/>
        </p:nvGrpSpPr>
        <p:grpSpPr>
          <a:xfrm>
            <a:off x="0" y="1295400"/>
            <a:ext cx="7010400" cy="46038"/>
            <a:chOff x="0" y="0"/>
            <a:chExt cx="7010400" cy="45719"/>
          </a:xfrm>
        </p:grpSpPr>
        <p:sp>
          <p:nvSpPr>
            <p:cNvPr id="3331" name="Google Shape;3331;p56"/>
            <p:cNvSpPr/>
            <p:nvPr/>
          </p:nvSpPr>
          <p:spPr>
            <a:xfrm>
              <a:off x="2362200" y="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2" name="Google Shape;3332;p56"/>
            <p:cNvSpPr/>
            <p:nvPr/>
          </p:nvSpPr>
          <p:spPr>
            <a:xfrm>
              <a:off x="0" y="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3" name="Google Shape;3333;p56"/>
            <p:cNvSpPr/>
            <p:nvPr/>
          </p:nvSpPr>
          <p:spPr>
            <a:xfrm>
              <a:off x="4681809" y="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" name="Google Shape;3338;p5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14400" lvl="0" indent="-9144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Decision Tree with 50 nodes</a:t>
            </a:r>
            <a:endParaRPr/>
          </a:p>
        </p:txBody>
      </p:sp>
      <p:pic>
        <p:nvPicPr>
          <p:cNvPr id="3339" name="Google Shape;3339;p5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5989" t="6245" r="7352" b="3252"/>
          <a:stretch/>
        </p:blipFill>
        <p:spPr>
          <a:xfrm>
            <a:off x="-23813" y="1417638"/>
            <a:ext cx="8686801" cy="510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40" name="Google Shape;3340;p57"/>
          <p:cNvCxnSpPr/>
          <p:nvPr/>
        </p:nvCxnSpPr>
        <p:spPr>
          <a:xfrm rot="10800000">
            <a:off x="3106738" y="5410200"/>
            <a:ext cx="0" cy="3810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341" name="Google Shape;3341;p57"/>
          <p:cNvSpPr txBox="1"/>
          <p:nvPr/>
        </p:nvSpPr>
        <p:spPr>
          <a:xfrm>
            <a:off x="1981200" y="3944938"/>
            <a:ext cx="1676400" cy="27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</a:t>
            </a:r>
            <a:endParaRPr/>
          </a:p>
        </p:txBody>
      </p:sp>
      <p:sp>
        <p:nvSpPr>
          <p:cNvPr id="3342" name="Google Shape;3342;p57"/>
          <p:cNvSpPr txBox="1"/>
          <p:nvPr/>
        </p:nvSpPr>
        <p:spPr>
          <a:xfrm>
            <a:off x="1981200" y="3944938"/>
            <a:ext cx="1676400" cy="27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</a:t>
            </a:r>
            <a:endParaRPr/>
          </a:p>
        </p:txBody>
      </p:sp>
      <p:sp>
        <p:nvSpPr>
          <p:cNvPr id="3343" name="Google Shape;3343;p57"/>
          <p:cNvSpPr txBox="1"/>
          <p:nvPr/>
        </p:nvSpPr>
        <p:spPr>
          <a:xfrm>
            <a:off x="5181600" y="5108575"/>
            <a:ext cx="2784475" cy="27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boundaries on Training data</a:t>
            </a:r>
            <a:endParaRPr/>
          </a:p>
        </p:txBody>
      </p:sp>
      <p:pic>
        <p:nvPicPr>
          <p:cNvPr id="3344" name="Google Shape;3344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51375" y="2057400"/>
            <a:ext cx="372745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5" name="Google Shape;3345;p5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8075" y="1614488"/>
            <a:ext cx="3046413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6" name="Google Shape;3346;p57"/>
          <p:cNvSpPr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pic>
        <p:nvPicPr>
          <p:cNvPr id="3347" name="Google Shape;3347;p57" descr="Picture 7.png"/>
          <p:cNvPicPr preferRelativeResize="0"/>
          <p:nvPr/>
        </p:nvPicPr>
        <p:blipFill rotWithShape="1">
          <a:blip r:embed="rId6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8" name="Google Shape;3348;p57"/>
          <p:cNvGrpSpPr/>
          <p:nvPr/>
        </p:nvGrpSpPr>
        <p:grpSpPr>
          <a:xfrm>
            <a:off x="2133600" y="6553200"/>
            <a:ext cx="7010400" cy="46038"/>
            <a:chOff x="0" y="0"/>
            <a:chExt cx="7010400" cy="45719"/>
          </a:xfrm>
        </p:grpSpPr>
        <p:sp>
          <p:nvSpPr>
            <p:cNvPr id="3349" name="Google Shape;3349;p57"/>
            <p:cNvSpPr/>
            <p:nvPr/>
          </p:nvSpPr>
          <p:spPr>
            <a:xfrm>
              <a:off x="2362200" y="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0" name="Google Shape;3350;p57"/>
            <p:cNvSpPr/>
            <p:nvPr/>
          </p:nvSpPr>
          <p:spPr>
            <a:xfrm>
              <a:off x="0" y="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1" name="Google Shape;3351;p57"/>
            <p:cNvSpPr/>
            <p:nvPr/>
          </p:nvSpPr>
          <p:spPr>
            <a:xfrm>
              <a:off x="4681809" y="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52" name="Google Shape;3352;p57"/>
          <p:cNvGrpSpPr/>
          <p:nvPr/>
        </p:nvGrpSpPr>
        <p:grpSpPr>
          <a:xfrm>
            <a:off x="0" y="1295400"/>
            <a:ext cx="7010400" cy="46038"/>
            <a:chOff x="0" y="0"/>
            <a:chExt cx="7010400" cy="45719"/>
          </a:xfrm>
        </p:grpSpPr>
        <p:sp>
          <p:nvSpPr>
            <p:cNvPr id="3353" name="Google Shape;3353;p57"/>
            <p:cNvSpPr/>
            <p:nvPr/>
          </p:nvSpPr>
          <p:spPr>
            <a:xfrm>
              <a:off x="2362200" y="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4" name="Google Shape;3354;p57"/>
            <p:cNvSpPr/>
            <p:nvPr/>
          </p:nvSpPr>
          <p:spPr>
            <a:xfrm>
              <a:off x="0" y="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5" name="Google Shape;3355;p57"/>
            <p:cNvSpPr/>
            <p:nvPr/>
          </p:nvSpPr>
          <p:spPr>
            <a:xfrm>
              <a:off x="4681809" y="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EFE80B9-B5FE-C583-E567-DDAD9FA1267B}"/>
                  </a:ext>
                </a:extLst>
              </p14:cNvPr>
              <p14:cNvContentPartPr/>
              <p14:nvPr/>
            </p14:nvContentPartPr>
            <p14:xfrm>
              <a:off x="6083280" y="3905280"/>
              <a:ext cx="1046160" cy="788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EFE80B9-B5FE-C583-E567-DDAD9FA1267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73920" y="3895920"/>
                <a:ext cx="1064880" cy="807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0" name="Google Shape;3360;p5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14400" lvl="0" indent="-9144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Which tree is better?</a:t>
            </a:r>
            <a:endParaRPr/>
          </a:p>
        </p:txBody>
      </p:sp>
      <p:pic>
        <p:nvPicPr>
          <p:cNvPr id="3361" name="Google Shape;3361;p5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5989" t="6245" r="7352" b="3252"/>
          <a:stretch/>
        </p:blipFill>
        <p:spPr>
          <a:xfrm>
            <a:off x="61913" y="1412875"/>
            <a:ext cx="8686800" cy="510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2" name="Google Shape;3362;p58"/>
          <p:cNvSpPr txBox="1"/>
          <p:nvPr/>
        </p:nvSpPr>
        <p:spPr>
          <a:xfrm>
            <a:off x="1828800" y="4097338"/>
            <a:ext cx="274320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 with 4 nodes</a:t>
            </a:r>
            <a:endParaRPr/>
          </a:p>
        </p:txBody>
      </p:sp>
      <p:sp>
        <p:nvSpPr>
          <p:cNvPr id="3363" name="Google Shape;3363;p58"/>
          <p:cNvSpPr txBox="1"/>
          <p:nvPr/>
        </p:nvSpPr>
        <p:spPr>
          <a:xfrm>
            <a:off x="5486400" y="4799013"/>
            <a:ext cx="274320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 with 50 nodes</a:t>
            </a:r>
            <a:endParaRPr/>
          </a:p>
        </p:txBody>
      </p:sp>
      <p:sp>
        <p:nvSpPr>
          <p:cNvPr id="3364" name="Google Shape;3364;p58"/>
          <p:cNvSpPr txBox="1"/>
          <p:nvPr/>
        </p:nvSpPr>
        <p:spPr>
          <a:xfrm>
            <a:off x="2286000" y="4462463"/>
            <a:ext cx="2743200" cy="338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Which tree is better ?</a:t>
            </a:r>
            <a:endParaRPr/>
          </a:p>
        </p:txBody>
      </p:sp>
      <p:cxnSp>
        <p:nvCxnSpPr>
          <p:cNvPr id="3365" name="Google Shape;3365;p58"/>
          <p:cNvCxnSpPr/>
          <p:nvPr/>
        </p:nvCxnSpPr>
        <p:spPr>
          <a:xfrm rot="10800000" flipH="1">
            <a:off x="1066800" y="4097338"/>
            <a:ext cx="762000" cy="8128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pic>
        <p:nvPicPr>
          <p:cNvPr id="3366" name="Google Shape;3366;p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29225" y="2513013"/>
            <a:ext cx="3105150" cy="228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67" name="Google Shape;3367;p58"/>
          <p:cNvCxnSpPr/>
          <p:nvPr/>
        </p:nvCxnSpPr>
        <p:spPr>
          <a:xfrm rot="10800000" flipH="1">
            <a:off x="3276600" y="4527550"/>
            <a:ext cx="1981200" cy="6096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pic>
        <p:nvPicPr>
          <p:cNvPr id="3368" name="Google Shape;3368;p5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01750" y="1839913"/>
            <a:ext cx="30353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9" name="Google Shape;3369;p58"/>
          <p:cNvSpPr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pic>
        <p:nvPicPr>
          <p:cNvPr id="3370" name="Google Shape;3370;p58" descr="Picture 7.png"/>
          <p:cNvPicPr preferRelativeResize="0"/>
          <p:nvPr/>
        </p:nvPicPr>
        <p:blipFill rotWithShape="1">
          <a:blip r:embed="rId6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71" name="Google Shape;3371;p58"/>
          <p:cNvGrpSpPr/>
          <p:nvPr/>
        </p:nvGrpSpPr>
        <p:grpSpPr>
          <a:xfrm>
            <a:off x="2133600" y="6553200"/>
            <a:ext cx="7010400" cy="46038"/>
            <a:chOff x="0" y="0"/>
            <a:chExt cx="7010400" cy="45719"/>
          </a:xfrm>
        </p:grpSpPr>
        <p:sp>
          <p:nvSpPr>
            <p:cNvPr id="3372" name="Google Shape;3372;p58"/>
            <p:cNvSpPr/>
            <p:nvPr/>
          </p:nvSpPr>
          <p:spPr>
            <a:xfrm>
              <a:off x="2362200" y="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3" name="Google Shape;3373;p58"/>
            <p:cNvSpPr/>
            <p:nvPr/>
          </p:nvSpPr>
          <p:spPr>
            <a:xfrm>
              <a:off x="0" y="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4" name="Google Shape;3374;p58"/>
            <p:cNvSpPr/>
            <p:nvPr/>
          </p:nvSpPr>
          <p:spPr>
            <a:xfrm>
              <a:off x="4681809" y="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75" name="Google Shape;3375;p58"/>
          <p:cNvGrpSpPr/>
          <p:nvPr/>
        </p:nvGrpSpPr>
        <p:grpSpPr>
          <a:xfrm>
            <a:off x="0" y="1295400"/>
            <a:ext cx="7010400" cy="46038"/>
            <a:chOff x="0" y="0"/>
            <a:chExt cx="7010400" cy="45719"/>
          </a:xfrm>
        </p:grpSpPr>
        <p:sp>
          <p:nvSpPr>
            <p:cNvPr id="3376" name="Google Shape;3376;p58"/>
            <p:cNvSpPr/>
            <p:nvPr/>
          </p:nvSpPr>
          <p:spPr>
            <a:xfrm>
              <a:off x="2362200" y="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7" name="Google Shape;3377;p58"/>
            <p:cNvSpPr/>
            <p:nvPr/>
          </p:nvSpPr>
          <p:spPr>
            <a:xfrm>
              <a:off x="0" y="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8" name="Google Shape;3378;p58"/>
            <p:cNvSpPr/>
            <p:nvPr/>
          </p:nvSpPr>
          <p:spPr>
            <a:xfrm>
              <a:off x="4681809" y="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79" name="Google Shape;3379;p58"/>
          <p:cNvSpPr/>
          <p:nvPr/>
        </p:nvSpPr>
        <p:spPr>
          <a:xfrm>
            <a:off x="3657600" y="880526"/>
            <a:ext cx="42199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Type 9 – Model Comparison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4" name="Google Shape;3384;p5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14400" lvl="0" indent="-9144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Model Overfitting</a:t>
            </a:r>
            <a:endParaRPr/>
          </a:p>
        </p:txBody>
      </p:sp>
      <p:sp>
        <p:nvSpPr>
          <p:cNvPr id="3385" name="Google Shape;3385;p59"/>
          <p:cNvSpPr txBox="1"/>
          <p:nvPr/>
        </p:nvSpPr>
        <p:spPr>
          <a:xfrm>
            <a:off x="304800" y="5029200"/>
            <a:ext cx="8686800" cy="77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Underfitting: when model is too simple, both training and test errors are large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Overfitting: when model is too complex, training error is small but test error is large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6" name="Google Shape;3386;p5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354513" y="1243013"/>
            <a:ext cx="504825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7" name="Google Shape;3387;p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33350" y="1166813"/>
            <a:ext cx="504825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8" name="Google Shape;3388;p59"/>
          <p:cNvSpPr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pic>
        <p:nvPicPr>
          <p:cNvPr id="3389" name="Google Shape;3389;p59" descr="Picture 7.png"/>
          <p:cNvPicPr preferRelativeResize="0"/>
          <p:nvPr/>
        </p:nvPicPr>
        <p:blipFill rotWithShape="1">
          <a:blip r:embed="rId5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90" name="Google Shape;3390;p59"/>
          <p:cNvGrpSpPr/>
          <p:nvPr/>
        </p:nvGrpSpPr>
        <p:grpSpPr>
          <a:xfrm>
            <a:off x="2133600" y="6553200"/>
            <a:ext cx="7010400" cy="46038"/>
            <a:chOff x="0" y="0"/>
            <a:chExt cx="7010400" cy="45719"/>
          </a:xfrm>
        </p:grpSpPr>
        <p:sp>
          <p:nvSpPr>
            <p:cNvPr id="3391" name="Google Shape;3391;p59"/>
            <p:cNvSpPr/>
            <p:nvPr/>
          </p:nvSpPr>
          <p:spPr>
            <a:xfrm>
              <a:off x="2362200" y="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2" name="Google Shape;3392;p59"/>
            <p:cNvSpPr/>
            <p:nvPr/>
          </p:nvSpPr>
          <p:spPr>
            <a:xfrm>
              <a:off x="0" y="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3" name="Google Shape;3393;p59"/>
            <p:cNvSpPr/>
            <p:nvPr/>
          </p:nvSpPr>
          <p:spPr>
            <a:xfrm>
              <a:off x="4681809" y="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94" name="Google Shape;3394;p59"/>
          <p:cNvGrpSpPr/>
          <p:nvPr/>
        </p:nvGrpSpPr>
        <p:grpSpPr>
          <a:xfrm>
            <a:off x="0" y="1295400"/>
            <a:ext cx="7010400" cy="46038"/>
            <a:chOff x="0" y="0"/>
            <a:chExt cx="7010400" cy="45719"/>
          </a:xfrm>
        </p:grpSpPr>
        <p:sp>
          <p:nvSpPr>
            <p:cNvPr id="3395" name="Google Shape;3395;p59"/>
            <p:cNvSpPr/>
            <p:nvPr/>
          </p:nvSpPr>
          <p:spPr>
            <a:xfrm>
              <a:off x="2362200" y="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6" name="Google Shape;3396;p59"/>
            <p:cNvSpPr/>
            <p:nvPr/>
          </p:nvSpPr>
          <p:spPr>
            <a:xfrm>
              <a:off x="0" y="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7" name="Google Shape;3397;p59"/>
            <p:cNvSpPr/>
            <p:nvPr/>
          </p:nvSpPr>
          <p:spPr>
            <a:xfrm>
              <a:off x="4681809" y="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449E3A1-02E6-20D6-563B-B96323275007}"/>
                  </a:ext>
                </a:extLst>
              </p14:cNvPr>
              <p14:cNvContentPartPr/>
              <p14:nvPr/>
            </p14:nvContentPartPr>
            <p14:xfrm>
              <a:off x="227520" y="1924560"/>
              <a:ext cx="7536600" cy="3964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449E3A1-02E6-20D6-563B-B9632327500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8160" y="1915200"/>
                <a:ext cx="7555320" cy="3983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2" name="Google Shape;3402;p62"/>
          <p:cNvSpPr txBox="1">
            <a:spLocks noGrp="1"/>
          </p:cNvSpPr>
          <p:nvPr>
            <p:ph type="body" idx="2"/>
          </p:nvPr>
        </p:nvSpPr>
        <p:spPr>
          <a:xfrm>
            <a:off x="381000" y="290012"/>
            <a:ext cx="58293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7500" lnSpcReduction="10000"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Alternative to Entropy: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Gini Index : Binary Splits</a:t>
            </a:r>
            <a:endParaRPr/>
          </a:p>
        </p:txBody>
      </p:sp>
      <p:pic>
        <p:nvPicPr>
          <p:cNvPr id="3403" name="Google Shape;3403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600" y="4296967"/>
            <a:ext cx="6254354" cy="1121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4" name="Google Shape;3404;p6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85901" y="1849041"/>
            <a:ext cx="5426869" cy="245745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B5A5D4A-4E76-4B92-93C1-645349DEE4CD}"/>
                  </a:ext>
                </a:extLst>
              </p14:cNvPr>
              <p14:cNvContentPartPr/>
              <p14:nvPr/>
            </p14:nvContentPartPr>
            <p14:xfrm>
              <a:off x="376920" y="1131840"/>
              <a:ext cx="8543880" cy="5190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B5A5D4A-4E76-4B92-93C1-645349DEE4C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7560" y="1122480"/>
                <a:ext cx="8562600" cy="5209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" name="Google Shape;3409;p63"/>
          <p:cNvSpPr txBox="1">
            <a:spLocks noGrp="1"/>
          </p:cNvSpPr>
          <p:nvPr>
            <p:ph type="body" idx="1"/>
          </p:nvPr>
        </p:nvSpPr>
        <p:spPr>
          <a:xfrm>
            <a:off x="1371600" y="1977628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57175" lvl="0" indent="-2571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 u="sng"/>
              <a:t>Gini Index:Parent</a:t>
            </a:r>
            <a:endParaRPr b="1" u="sng"/>
          </a:p>
        </p:txBody>
      </p:sp>
      <p:pic>
        <p:nvPicPr>
          <p:cNvPr id="3410" name="Google Shape;3410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00350" y="4192191"/>
            <a:ext cx="2057400" cy="1376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1" name="Google Shape;3411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20617" y="3344466"/>
            <a:ext cx="2050256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3412" name="Google Shape;3412;p63"/>
          <p:cNvSpPr txBox="1"/>
          <p:nvPr/>
        </p:nvSpPr>
        <p:spPr>
          <a:xfrm>
            <a:off x="1602005" y="2393156"/>
            <a:ext cx="2836113" cy="77838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None/>
            </a:pPr>
            <a:r>
              <a:rPr lang="en-US" sz="1200" b="0" i="0" u="none" strike="noStrike" cap="none"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</p:txBody>
      </p:sp>
      <p:pic>
        <p:nvPicPr>
          <p:cNvPr id="3413" name="Google Shape;3413;p6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38650" y="1828800"/>
            <a:ext cx="3533775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4" name="Google Shape;3414;p63"/>
          <p:cNvSpPr txBox="1">
            <a:spLocks noGrp="1"/>
          </p:cNvSpPr>
          <p:nvPr>
            <p:ph type="body" idx="2"/>
          </p:nvPr>
        </p:nvSpPr>
        <p:spPr>
          <a:xfrm>
            <a:off x="381000" y="290012"/>
            <a:ext cx="58293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7500" lnSpcReduction="10000"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Alternative to Entropy: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Gini Index : Binary Splits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05FAF98-AB3E-A72E-41A5-2E09266845F7}"/>
                  </a:ext>
                </a:extLst>
              </p14:cNvPr>
              <p14:cNvContentPartPr/>
              <p14:nvPr/>
            </p14:nvContentPartPr>
            <p14:xfrm>
              <a:off x="2746800" y="2259000"/>
              <a:ext cx="6303240" cy="3480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05FAF98-AB3E-A72E-41A5-2E09266845F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37440" y="2249640"/>
                <a:ext cx="6321960" cy="3499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9" name="Google Shape;3419;p64"/>
          <p:cNvSpPr txBox="1">
            <a:spLocks noGrp="1"/>
          </p:cNvSpPr>
          <p:nvPr>
            <p:ph type="body" idx="1"/>
          </p:nvPr>
        </p:nvSpPr>
        <p:spPr>
          <a:xfrm>
            <a:off x="158352" y="1496306"/>
            <a:ext cx="7825979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57175" lvl="0" indent="-2571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 u="sng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Splitting Attribute: HomeOwner</a:t>
            </a:r>
            <a:endParaRPr b="1" u="sng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0" name="Google Shape;3420;p64"/>
          <p:cNvSpPr txBox="1"/>
          <p:nvPr/>
        </p:nvSpPr>
        <p:spPr>
          <a:xfrm>
            <a:off x="1602006" y="2393155"/>
            <a:ext cx="2148713" cy="58381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 sz="1800" b="0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3421" name="Google Shape;3421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9603" y="3520679"/>
            <a:ext cx="1414463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2" name="Google Shape;3422;p64"/>
          <p:cNvSpPr/>
          <p:nvPr/>
        </p:nvSpPr>
        <p:spPr>
          <a:xfrm>
            <a:off x="379809" y="2882547"/>
            <a:ext cx="3911481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1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Gini index for the child nodes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N1 =  1- (0/3)</a:t>
            </a:r>
            <a:r>
              <a:rPr lang="en-US" sz="1600" b="0" i="1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(3/3)</a:t>
            </a:r>
            <a:r>
              <a:rPr lang="en-US" sz="1600" b="0" i="1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lang="en-US" sz="1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0 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N2  =1- (3/7)</a:t>
            </a:r>
            <a:r>
              <a:rPr lang="en-US" sz="1600" b="0" i="1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(4/7)</a:t>
            </a:r>
            <a:r>
              <a:rPr lang="en-US" sz="1600" b="0" i="1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0.490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1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Weighted Gini Index for children </a:t>
            </a:r>
            <a:endParaRPr sz="1600" b="1" i="1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23" name="Google Shape;3423;p6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1456" y="4971278"/>
            <a:ext cx="4039834" cy="438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4" name="Google Shape;3424;p6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6337" y="4269037"/>
            <a:ext cx="3038863" cy="836363"/>
          </a:xfrm>
          <a:prstGeom prst="rect">
            <a:avLst/>
          </a:prstGeom>
          <a:noFill/>
          <a:ln>
            <a:noFill/>
          </a:ln>
        </p:spPr>
      </p:pic>
      <p:sp>
        <p:nvSpPr>
          <p:cNvPr id="3425" name="Google Shape;3425;p64"/>
          <p:cNvSpPr/>
          <p:nvPr/>
        </p:nvSpPr>
        <p:spPr>
          <a:xfrm>
            <a:off x="357888" y="5718738"/>
            <a:ext cx="587552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The gain using Home Owner as splitting attribute is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0.420 - 0.343 =0.077</a:t>
            </a:r>
            <a:endParaRPr/>
          </a:p>
        </p:txBody>
      </p:sp>
      <p:pic>
        <p:nvPicPr>
          <p:cNvPr id="3426" name="Google Shape;3426;p6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05376" y="1907383"/>
            <a:ext cx="3078956" cy="1394222"/>
          </a:xfrm>
          <a:prstGeom prst="rect">
            <a:avLst/>
          </a:prstGeom>
          <a:noFill/>
          <a:ln>
            <a:noFill/>
          </a:ln>
        </p:spPr>
      </p:pic>
      <p:sp>
        <p:nvSpPr>
          <p:cNvPr id="3427" name="Google Shape;3427;p64"/>
          <p:cNvSpPr txBox="1">
            <a:spLocks noGrp="1"/>
          </p:cNvSpPr>
          <p:nvPr>
            <p:ph type="body" idx="2"/>
          </p:nvPr>
        </p:nvSpPr>
        <p:spPr>
          <a:xfrm>
            <a:off x="381000" y="290012"/>
            <a:ext cx="58293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7500" lnSpcReduction="10000"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Alternative to Entropy: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Gini Index : Binary Splits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16B0C3C-3784-5AC7-04F2-6A16F1B7A6F8}"/>
                  </a:ext>
                </a:extLst>
              </p14:cNvPr>
              <p14:cNvContentPartPr/>
              <p14:nvPr/>
            </p14:nvContentPartPr>
            <p14:xfrm>
              <a:off x="201600" y="852840"/>
              <a:ext cx="8711280" cy="5268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16B0C3C-3784-5AC7-04F2-6A16F1B7A6F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2240" y="843480"/>
                <a:ext cx="8730000" cy="5286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2" name="Google Shape;3432;p65"/>
          <p:cNvSpPr txBox="1">
            <a:spLocks noGrp="1"/>
          </p:cNvSpPr>
          <p:nvPr>
            <p:ph type="body" idx="1"/>
          </p:nvPr>
        </p:nvSpPr>
        <p:spPr>
          <a:xfrm>
            <a:off x="1371600" y="1925241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57175" lvl="0" indent="-2571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 u="sng">
                <a:solidFill>
                  <a:srgbClr val="0000CC"/>
                </a:solidFill>
              </a:rPr>
              <a:t>Splitting Attribute: MaritalStatus</a:t>
            </a:r>
            <a:endParaRPr b="1" u="sng">
              <a:solidFill>
                <a:srgbClr val="0000CC"/>
              </a:solidFill>
            </a:endParaRPr>
          </a:p>
        </p:txBody>
      </p:sp>
      <p:pic>
        <p:nvPicPr>
          <p:cNvPr id="3433" name="Google Shape;3433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5901" y="2574131"/>
            <a:ext cx="4594622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4" name="Google Shape;3434;p6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82329" y="3898106"/>
            <a:ext cx="4847034" cy="1071563"/>
          </a:xfrm>
          <a:prstGeom prst="rect">
            <a:avLst/>
          </a:prstGeom>
          <a:noFill/>
          <a:ln>
            <a:noFill/>
          </a:ln>
        </p:spPr>
      </p:pic>
      <p:sp>
        <p:nvSpPr>
          <p:cNvPr id="3435" name="Google Shape;3435;p65"/>
          <p:cNvSpPr/>
          <p:nvPr/>
        </p:nvSpPr>
        <p:spPr>
          <a:xfrm>
            <a:off x="1457325" y="4969670"/>
            <a:ext cx="6000750" cy="715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350"/>
              <a:buFont typeface="Arial"/>
              <a:buNone/>
            </a:pPr>
            <a:r>
              <a:rPr lang="en-US" sz="1350" b="1" i="0" u="none" strike="noStrike" cap="none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these results, Home Owner and the last binary split using Marital Status are clearly the best candidates, since they both produce the lowest weighted average Gini index</a:t>
            </a:r>
            <a:endParaRPr sz="1350" b="1" i="0" u="none" strike="noStrike" cap="none" dirty="0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36" name="Google Shape;3436;p6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72855" y="1390055"/>
            <a:ext cx="302895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7" name="Google Shape;3437;p65"/>
          <p:cNvSpPr txBox="1">
            <a:spLocks noGrp="1"/>
          </p:cNvSpPr>
          <p:nvPr>
            <p:ph type="body" idx="2"/>
          </p:nvPr>
        </p:nvSpPr>
        <p:spPr>
          <a:xfrm>
            <a:off x="381000" y="290012"/>
            <a:ext cx="58293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7500" lnSpcReduction="10000"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Alternative to Entropy: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Gini Index : Binary Splits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6544039-9D1B-5D33-BFCC-48E7085EAE88}"/>
                  </a:ext>
                </a:extLst>
              </p14:cNvPr>
              <p14:cNvContentPartPr/>
              <p14:nvPr/>
            </p14:nvContentPartPr>
            <p14:xfrm>
              <a:off x="741960" y="2927160"/>
              <a:ext cx="8243640" cy="2135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6544039-9D1B-5D33-BFCC-48E7085EAE8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2600" y="2917800"/>
                <a:ext cx="8262360" cy="2153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3" name="Google Shape;3443;p66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An alternative measure: gain ratio</a:t>
            </a:r>
            <a:endParaRPr/>
          </a:p>
        </p:txBody>
      </p:sp>
      <p:sp>
        <p:nvSpPr>
          <p:cNvPr id="3444" name="Google Shape;3444;p66"/>
          <p:cNvSpPr txBox="1">
            <a:spLocks noGrp="1"/>
          </p:cNvSpPr>
          <p:nvPr>
            <p:ph type="body" idx="1"/>
          </p:nvPr>
        </p:nvSpPr>
        <p:spPr>
          <a:xfrm>
            <a:off x="304800" y="1752600"/>
            <a:ext cx="86106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0" lvl="2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i="1">
                <a:latin typeface="Arial"/>
                <a:ea typeface="Arial"/>
                <a:cs typeface="Arial"/>
                <a:sym typeface="Arial"/>
              </a:rPr>
              <a:t>			         c      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|S</a:t>
            </a:r>
            <a:r>
              <a:rPr lang="en-US" sz="2000" i="1" baseline="-25000"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|	  |S</a:t>
            </a:r>
            <a:r>
              <a:rPr lang="en-US" sz="2000" i="1" baseline="-25000"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|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	SplitInformation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) ≡ − </a:t>
            </a:r>
            <a:r>
              <a:rPr lang="en-US" sz="2800">
                <a:latin typeface="Arial"/>
                <a:ea typeface="Arial"/>
                <a:cs typeface="Arial"/>
                <a:sym typeface="Arial"/>
              </a:rPr>
              <a:t>Σ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	        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log</a:t>
            </a:r>
            <a:r>
              <a:rPr lang="en-US" sz="200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					        	                   </a:t>
            </a:r>
            <a:r>
              <a:rPr lang="en-US" sz="1600" i="1">
                <a:latin typeface="Arial"/>
                <a:ea typeface="Arial"/>
                <a:cs typeface="Arial"/>
                <a:sym typeface="Arial"/>
              </a:rPr>
              <a:t>i=1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  	|S |            |S |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800" i="1" baseline="-250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are the sets obtained by partitioning on value 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SplitInformation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measures the entropy of 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with respect to the values of 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. The more uniformly dispersed the data the higher it is.</a:t>
            </a:r>
            <a:endParaRPr sz="2000" i="1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				             Gain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) </a:t>
            </a:r>
            <a:endParaRPr sz="2000" i="1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    		GainRatio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) ≡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				     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SplitInformation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) 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GainRatio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penalizes attributes that split examples in many small classes such as 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Date.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Let 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|S |=n, Date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splits examples in 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classes</a:t>
            </a:r>
            <a:endParaRPr sz="2000" i="1"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SplitInformation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Date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)= −[(1/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log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1/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)+…+ (1/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log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1/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)]= −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log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1/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log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Compare with 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which splits data in two even classes: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SplitInformation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)= − [(1/2 log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1/2)+ (1/2 log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1/2) ]= − [− 1/2 −1/2]=1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i="1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5" name="Google Shape;3445;p66"/>
          <p:cNvCxnSpPr/>
          <p:nvPr/>
        </p:nvCxnSpPr>
        <p:spPr>
          <a:xfrm>
            <a:off x="3886200" y="2276475"/>
            <a:ext cx="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46" name="Google Shape;3446;p66"/>
          <p:cNvCxnSpPr/>
          <p:nvPr/>
        </p:nvCxnSpPr>
        <p:spPr>
          <a:xfrm>
            <a:off x="5076825" y="2276475"/>
            <a:ext cx="45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47" name="Google Shape;3447;p66"/>
          <p:cNvCxnSpPr/>
          <p:nvPr/>
        </p:nvCxnSpPr>
        <p:spPr>
          <a:xfrm>
            <a:off x="3433763" y="4076700"/>
            <a:ext cx="236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0FD421A-47B3-734F-A154-194B5AF38F07}"/>
                  </a:ext>
                </a:extLst>
              </p14:cNvPr>
              <p14:cNvContentPartPr/>
              <p14:nvPr/>
            </p14:nvContentPartPr>
            <p14:xfrm>
              <a:off x="4205520" y="917280"/>
              <a:ext cx="1144800" cy="34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0FD421A-47B3-734F-A154-194B5AF38F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96160" y="907920"/>
                <a:ext cx="1163520" cy="52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2" name="Google Shape;3452;p6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7500"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Limitation of Information Gain:</a:t>
            </a:r>
            <a:endParaRPr/>
          </a:p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Ways to tackle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53" name="Google Shape;3453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57837" y="1447800"/>
            <a:ext cx="3586163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4" name="Google Shape;3454;p67"/>
          <p:cNvSpPr/>
          <p:nvPr/>
        </p:nvSpPr>
        <p:spPr>
          <a:xfrm>
            <a:off x="6248400" y="5181600"/>
            <a:ext cx="2641997" cy="1131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Select the best attribute test condition among the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following three attributes: </a:t>
            </a:r>
            <a:r>
              <a:rPr lang="en-US" sz="1350" b="1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Gender, Car Type, and Customer ID</a:t>
            </a:r>
            <a:endParaRPr sz="1350" b="1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55" name="Google Shape;3455;p67"/>
          <p:cNvSpPr/>
          <p:nvPr/>
        </p:nvSpPr>
        <p:spPr>
          <a:xfrm>
            <a:off x="304800" y="1752600"/>
            <a:ext cx="4572000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SplitInformation measures the entropy of S with respect to the values of A. The more uniformly dispersed the data the higher it is.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GainRatio penalizes attributes that split examples in many small classes such as ID by incorporating split information. 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56" name="Google Shape;3456;p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5283220"/>
            <a:ext cx="4548293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7" name="Google Shape;3457;p6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517" y="2644985"/>
            <a:ext cx="4749657" cy="920329"/>
          </a:xfrm>
          <a:prstGeom prst="rect">
            <a:avLst/>
          </a:prstGeom>
          <a:noFill/>
          <a:ln>
            <a:noFill/>
          </a:ln>
        </p:spPr>
      </p:pic>
      <p:sp>
        <p:nvSpPr>
          <p:cNvPr id="3458" name="Google Shape;3458;p67"/>
          <p:cNvSpPr/>
          <p:nvPr/>
        </p:nvSpPr>
        <p:spPr>
          <a:xfrm>
            <a:off x="304800" y="3514534"/>
            <a:ext cx="5253037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SplitInformation</a:t>
            </a: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0" i="1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800" b="0" i="1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customerID</a:t>
            </a: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)= −[(1/</a:t>
            </a:r>
            <a:r>
              <a:rPr lang="en-US" sz="1800" b="0" i="1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1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</a:t>
            </a:r>
            <a:r>
              <a:rPr lang="en-US" sz="1800" b="0" i="0" u="none" strike="noStrike" cap="none" baseline="-250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</a:t>
            </a:r>
            <a:r>
              <a:rPr lang="en-US" sz="1800" b="0" i="1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)+…+ (1/</a:t>
            </a:r>
            <a:r>
              <a:rPr lang="en-US" sz="1800" b="0" i="1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1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</a:t>
            </a:r>
            <a:r>
              <a:rPr lang="en-US" sz="1800" b="0" i="0" u="none" strike="noStrike" cap="none" baseline="-250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</a:t>
            </a:r>
            <a:r>
              <a:rPr lang="en-US" sz="1800" b="0" i="1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)]= −</a:t>
            </a:r>
            <a:r>
              <a:rPr lang="en-US" sz="1800" b="0" i="1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</a:t>
            </a:r>
            <a:r>
              <a:rPr lang="en-US" sz="1800" b="0" i="0" u="none" strike="noStrike" cap="none" baseline="-250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</a:t>
            </a:r>
            <a:r>
              <a:rPr lang="en-US" sz="1800" b="0" i="1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1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US" sz="1800" b="0" i="1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</a:t>
            </a:r>
            <a:r>
              <a:rPr lang="en-US" sz="1800" b="0" i="0" u="none" strike="noStrike" cap="none" baseline="-250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800" b="0" i="1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0C88B25-3A7F-8410-8217-96AF6BD19067}"/>
                  </a:ext>
                </a:extLst>
              </p14:cNvPr>
              <p14:cNvContentPartPr/>
              <p14:nvPr/>
            </p14:nvContentPartPr>
            <p14:xfrm>
              <a:off x="248760" y="291600"/>
              <a:ext cx="6242040" cy="6339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0C88B25-3A7F-8410-8217-96AF6BD1906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9400" y="282240"/>
                <a:ext cx="6260760" cy="6357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3" name="Google Shape;3463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1" y="1447800"/>
            <a:ext cx="5205114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4" name="Google Shape;3464;p6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1" y="3657600"/>
            <a:ext cx="5672602" cy="2016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5" name="Google Shape;3465;p6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78677" y="1828800"/>
            <a:ext cx="3484826" cy="3221186"/>
          </a:xfrm>
          <a:prstGeom prst="rect">
            <a:avLst/>
          </a:prstGeom>
          <a:noFill/>
          <a:ln>
            <a:noFill/>
          </a:ln>
        </p:spPr>
      </p:pic>
      <p:sp>
        <p:nvSpPr>
          <p:cNvPr id="3466" name="Google Shape;3466;p68"/>
          <p:cNvSpPr txBox="1">
            <a:spLocks noGrp="1"/>
          </p:cNvSpPr>
          <p:nvPr>
            <p:ph type="body" idx="2"/>
          </p:nvPr>
        </p:nvSpPr>
        <p:spPr>
          <a:xfrm>
            <a:off x="457200" y="3048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7500"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Limitation of Information Gain:</a:t>
            </a:r>
            <a:endParaRPr/>
          </a:p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Ways to tackle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7" name="Google Shape;3467;p68"/>
          <p:cNvSpPr/>
          <p:nvPr/>
        </p:nvSpPr>
        <p:spPr>
          <a:xfrm>
            <a:off x="4419600" y="823452"/>
            <a:ext cx="181088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Type 10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D94172D-0CCB-9487-D8ED-A4127074CA9A}"/>
                  </a:ext>
                </a:extLst>
              </p14:cNvPr>
              <p14:cNvContentPartPr/>
              <p14:nvPr/>
            </p14:nvContentPartPr>
            <p14:xfrm>
              <a:off x="938880" y="1722960"/>
              <a:ext cx="7836840" cy="4393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D94172D-0CCB-9487-D8ED-A4127074CA9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9520" y="1713600"/>
                <a:ext cx="7855560" cy="4412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2" name="Google Shape;3472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44886" y="1704975"/>
            <a:ext cx="3484826" cy="3221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3" name="Google Shape;3473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1676400"/>
            <a:ext cx="5026223" cy="1560939"/>
          </a:xfrm>
          <a:prstGeom prst="rect">
            <a:avLst/>
          </a:prstGeom>
          <a:noFill/>
          <a:ln>
            <a:noFill/>
          </a:ln>
        </p:spPr>
      </p:pic>
      <p:sp>
        <p:nvSpPr>
          <p:cNvPr id="3474" name="Google Shape;3474;p69"/>
          <p:cNvSpPr/>
          <p:nvPr/>
        </p:nvSpPr>
        <p:spPr>
          <a:xfrm>
            <a:off x="304800" y="5195473"/>
            <a:ext cx="80010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Inference</a:t>
            </a:r>
            <a:r>
              <a:rPr lang="en-US" sz="1350" b="0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: Thus, even though Customer ID has the highest information gain, its gain ratio is lower than Car Type since it produces a larger number of splits</a:t>
            </a:r>
            <a:endParaRPr sz="1350" b="0" i="0" u="none" strike="noStrike" cap="non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5" name="Google Shape;3475;p6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7500"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Limitation of Information Gain:</a:t>
            </a:r>
            <a:endParaRPr/>
          </a:p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Ways to tackle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6" name="Google Shape;3476;p69"/>
          <p:cNvSpPr/>
          <p:nvPr/>
        </p:nvSpPr>
        <p:spPr>
          <a:xfrm>
            <a:off x="4419600" y="823452"/>
            <a:ext cx="181088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Type 10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" name="Google Shape;3502;p73"/>
          <p:cNvSpPr txBox="1"/>
          <p:nvPr/>
        </p:nvSpPr>
        <p:spPr>
          <a:xfrm>
            <a:off x="457200" y="609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Minimum Description Length Principle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03" name="Google Shape;3503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7675" y="1490662"/>
            <a:ext cx="7391400" cy="4728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4" name="Google Shape;3504;p7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8662" y="2519362"/>
            <a:ext cx="575071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5" name="Google Shape;3505;p73"/>
          <p:cNvSpPr/>
          <p:nvPr/>
        </p:nvSpPr>
        <p:spPr>
          <a:xfrm>
            <a:off x="4691062" y="1524000"/>
            <a:ext cx="304800" cy="30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6" name="Google Shape;3506;p73"/>
          <p:cNvSpPr/>
          <p:nvPr/>
        </p:nvSpPr>
        <p:spPr>
          <a:xfrm>
            <a:off x="423862" y="1524000"/>
            <a:ext cx="304800" cy="30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7" name="Google Shape;3507;p73"/>
          <p:cNvSpPr/>
          <p:nvPr/>
        </p:nvSpPr>
        <p:spPr>
          <a:xfrm>
            <a:off x="4995862" y="1011823"/>
            <a:ext cx="213767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Type 11</a:t>
            </a:r>
            <a:endParaRPr sz="16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05F571A-2042-3A65-5DC0-DEA0411A5253}"/>
                  </a:ext>
                </a:extLst>
              </p14:cNvPr>
              <p14:cNvContentPartPr/>
              <p14:nvPr/>
            </p14:nvContentPartPr>
            <p14:xfrm>
              <a:off x="2409480" y="1992600"/>
              <a:ext cx="6019200" cy="4389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05F571A-2042-3A65-5DC0-DEA0411A525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00120" y="1983240"/>
                <a:ext cx="6037920" cy="4408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" name="Google Shape;3512;p74"/>
          <p:cNvSpPr txBox="1"/>
          <p:nvPr/>
        </p:nvSpPr>
        <p:spPr>
          <a:xfrm>
            <a:off x="457200" y="609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Minimum Description Length Principle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13" name="Google Shape;3513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524000"/>
            <a:ext cx="7924800" cy="4549818"/>
          </a:xfrm>
          <a:prstGeom prst="rect">
            <a:avLst/>
          </a:prstGeom>
          <a:noFill/>
          <a:ln>
            <a:noFill/>
          </a:ln>
        </p:spPr>
      </p:pic>
      <p:sp>
        <p:nvSpPr>
          <p:cNvPr id="3514" name="Google Shape;3514;p74"/>
          <p:cNvSpPr/>
          <p:nvPr/>
        </p:nvSpPr>
        <p:spPr>
          <a:xfrm>
            <a:off x="5334000" y="1011823"/>
            <a:ext cx="179953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Type 11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0699C82-1873-A05B-2624-1A43C6F97FF2}"/>
                  </a:ext>
                </a:extLst>
              </p14:cNvPr>
              <p14:cNvContentPartPr/>
              <p14:nvPr/>
            </p14:nvContentPartPr>
            <p14:xfrm>
              <a:off x="137160" y="1753200"/>
              <a:ext cx="8951760" cy="4483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0699C82-1873-A05B-2624-1A43C6F97F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800" y="1743840"/>
                <a:ext cx="8970480" cy="4502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" name="Google Shape;3481;p70"/>
          <p:cNvSpPr txBox="1">
            <a:spLocks noGrp="1"/>
          </p:cNvSpPr>
          <p:nvPr>
            <p:ph type="title"/>
          </p:nvPr>
        </p:nvSpPr>
        <p:spPr>
          <a:xfrm>
            <a:off x="491099" y="254854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Minimum Description Length Principle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2" name="Google Shape;3482;p70"/>
          <p:cNvSpPr txBox="1">
            <a:spLocks noGrp="1"/>
          </p:cNvSpPr>
          <p:nvPr>
            <p:ph type="body" idx="1"/>
          </p:nvPr>
        </p:nvSpPr>
        <p:spPr>
          <a:xfrm>
            <a:off x="757799" y="2808311"/>
            <a:ext cx="7772400" cy="3634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Interesting fact from information theory:</a:t>
            </a:r>
            <a:endParaRPr dirty="0"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The optimal (shortest expected coding length) code for an event with </a:t>
            </a:r>
            <a:endParaRPr dirty="0"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probability 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is –log</a:t>
            </a:r>
            <a:r>
              <a:rPr lang="en-US" sz="1800" baseline="-25000" dirty="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bits.</a:t>
            </a:r>
            <a:endParaRPr dirty="0"/>
          </a:p>
          <a:p>
            <a:pPr marL="3429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So interpret (1):</a:t>
            </a:r>
            <a:endParaRPr dirty="0"/>
          </a:p>
          <a:p>
            <a:pPr marL="342900" lvl="0"/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1800" i="1" baseline="-25000" dirty="0">
                <a:latin typeface="Arial"/>
                <a:ea typeface="Arial"/>
                <a:cs typeface="Arial"/>
                <a:sym typeface="Arial"/>
              </a:rPr>
              <a:t>C1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) = 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length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) = –log</a:t>
            </a:r>
            <a:r>
              <a:rPr lang="en-US" sz="1800" baseline="-25000" dirty="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)  [cost to encode the model]</a:t>
            </a:r>
            <a:endParaRPr dirty="0"/>
          </a:p>
          <a:p>
            <a:pPr marL="342900" lvl="0"/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1800" i="1" baseline="-25000" dirty="0">
                <a:latin typeface="Arial"/>
                <a:ea typeface="Arial"/>
                <a:cs typeface="Arial"/>
                <a:sym typeface="Arial"/>
              </a:rPr>
              <a:t>C2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 dirty="0" err="1"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en-US" sz="1800" i="1" dirty="0" err="1"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)= 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length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misclassifications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) = –log</a:t>
            </a:r>
            <a:r>
              <a:rPr lang="en-US" sz="1800" baseline="-25000" dirty="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 dirty="0" err="1"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en-US" sz="1800" i="1" dirty="0" err="1"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) [cost to encode the data errors given the model]</a:t>
            </a:r>
          </a:p>
          <a:p>
            <a:pPr marL="342900" lvl="0"/>
            <a:endParaRPr dirty="0"/>
          </a:p>
          <a:p>
            <a:pPr marL="3429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→ prefer the hypothesis that minimizes</a:t>
            </a:r>
            <a:endParaRPr dirty="0"/>
          </a:p>
          <a:p>
            <a:pPr marL="342900" lvl="0" indent="-342900" algn="ctr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length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) + 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length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misclassifications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  <a:p>
            <a:pPr marL="34290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228600" algn="ctr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i="1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3" name="Google Shape;3483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7387" y="1456177"/>
            <a:ext cx="5381625" cy="129381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78EDF6C-B7D6-7668-D13A-305966994320}"/>
                  </a:ext>
                </a:extLst>
              </p14:cNvPr>
              <p14:cNvContentPartPr/>
              <p14:nvPr/>
            </p14:nvContentPartPr>
            <p14:xfrm>
              <a:off x="2323800" y="1024560"/>
              <a:ext cx="6623280" cy="5357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78EDF6C-B7D6-7668-D13A-30596699432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14440" y="1015200"/>
                <a:ext cx="6642000" cy="537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38843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8" name="Google Shape;3488;p71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 MDL principle provides a way of trading off hypothesis complexity for the number of errors committed by the hypothesis. </a:t>
            </a:r>
            <a:endParaRPr sz="1800"/>
          </a:p>
          <a:p>
            <a:pPr marL="342900" lvl="0" indent="-3429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May select a shorter hypothesis that makes a few errors over a longer hypothesis that perfectly classifies the training data. </a:t>
            </a:r>
            <a:endParaRPr sz="1800"/>
          </a:p>
          <a:p>
            <a:pPr marL="342900" lvl="0" indent="-3429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Provides one method for dealing with the issue of overfitting the data.</a:t>
            </a:r>
            <a:endParaRPr/>
          </a:p>
        </p:txBody>
      </p:sp>
      <p:sp>
        <p:nvSpPr>
          <p:cNvPr id="3489" name="Google Shape;3489;p71"/>
          <p:cNvSpPr txBox="1"/>
          <p:nvPr/>
        </p:nvSpPr>
        <p:spPr>
          <a:xfrm>
            <a:off x="457200" y="609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Minimum Description Length Principle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15762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4" name="Google Shape;3494;p72"/>
          <p:cNvSpPr txBox="1">
            <a:spLocks noGrp="1"/>
          </p:cNvSpPr>
          <p:nvPr>
            <p:ph type="title"/>
          </p:nvPr>
        </p:nvSpPr>
        <p:spPr>
          <a:xfrm>
            <a:off x="354804" y="251619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Minimum Description Length Principle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5" name="Google Shape;3495;p72"/>
          <p:cNvSpPr txBox="1">
            <a:spLocks noGrp="1"/>
          </p:cNvSpPr>
          <p:nvPr>
            <p:ph type="body" idx="1"/>
          </p:nvPr>
        </p:nvSpPr>
        <p:spPr>
          <a:xfrm>
            <a:off x="347662" y="1595437"/>
            <a:ext cx="81534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1">
                <a:latin typeface="Arial"/>
                <a:ea typeface="Arial"/>
                <a:cs typeface="Arial"/>
                <a:sym typeface="Arial"/>
              </a:rPr>
              <a:t>Occam’s razor: prefer the shortest hypothesis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MDL: prefer the hypothesis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that minimizes</a:t>
            </a:r>
            <a:endParaRPr/>
          </a:p>
          <a:p>
            <a:pPr marL="342900" lvl="0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1800" i="1" baseline="-25000"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 is the description length of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under encoding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  <a:p>
            <a:pPr marL="342900" lvl="0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Example: H = decision trees hypothesis, D = training data labels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1800" i="1" baseline="-25000">
                <a:latin typeface="Arial"/>
                <a:ea typeface="Arial"/>
                <a:cs typeface="Arial"/>
                <a:sym typeface="Arial"/>
              </a:rPr>
              <a:t>C1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 is # bits to describe tree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1800" i="1" baseline="-25000">
                <a:latin typeface="Arial"/>
                <a:ea typeface="Arial"/>
                <a:cs typeface="Arial"/>
                <a:sym typeface="Arial"/>
              </a:rPr>
              <a:t>C2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 is # bits to describe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given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Note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1800" i="1" baseline="-25000">
                <a:latin typeface="Arial"/>
                <a:ea typeface="Arial"/>
                <a:cs typeface="Arial"/>
                <a:sym typeface="Arial"/>
              </a:rPr>
              <a:t>C2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 = 0 if examples classified perfectly by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. Need only describe exceptions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Hence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 h</a:t>
            </a:r>
            <a:r>
              <a:rPr lang="en-US" sz="1800" i="1" baseline="-25000">
                <a:latin typeface="Arial"/>
                <a:ea typeface="Arial"/>
                <a:cs typeface="Arial"/>
                <a:sym typeface="Arial"/>
              </a:rPr>
              <a:t>MDL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trades off tree size for training errors</a:t>
            </a:r>
            <a:endParaRPr/>
          </a:p>
        </p:txBody>
      </p:sp>
      <p:pic>
        <p:nvPicPr>
          <p:cNvPr id="3496" name="Google Shape;3496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5980" y="2336800"/>
            <a:ext cx="3738563" cy="45561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cxnSp>
        <p:nvCxnSpPr>
          <p:cNvPr id="3497" name="Google Shape;3497;p72"/>
          <p:cNvCxnSpPr/>
          <p:nvPr/>
        </p:nvCxnSpPr>
        <p:spPr>
          <a:xfrm>
            <a:off x="347662" y="3276600"/>
            <a:ext cx="7315200" cy="0"/>
          </a:xfrm>
          <a:prstGeom prst="straightConnector1">
            <a:avLst/>
          </a:prstGeom>
          <a:noFill/>
          <a:ln w="12700" cap="flat" cmpd="sng">
            <a:solidFill>
              <a:srgbClr val="0066CC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900945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9" name="Google Shape;3519;p78"/>
          <p:cNvSpPr txBox="1">
            <a:spLocks noGrp="1"/>
          </p:cNvSpPr>
          <p:nvPr>
            <p:ph type="title"/>
          </p:nvPr>
        </p:nvSpPr>
        <p:spPr>
          <a:xfrm>
            <a:off x="152400" y="381000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Practice Exercises (for Students)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0" name="Google Shape;3520;p7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914400"/>
            <a:ext cx="8839888" cy="556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5" name="Google Shape;3525;p79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Additional References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6" name="Google Shape;3526;p79"/>
          <p:cNvSpPr txBox="1">
            <a:spLocks noGrp="1"/>
          </p:cNvSpPr>
          <p:nvPr>
            <p:ph type="body" idx="1"/>
          </p:nvPr>
        </p:nvSpPr>
        <p:spPr>
          <a:xfrm>
            <a:off x="152400" y="1371600"/>
            <a:ext cx="8534400" cy="4754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Decision Tree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https</a:t>
            </a:r>
            <a:r>
              <a:rPr lang="en-US" sz="18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://www.youtube.com/watch?v=eKD5gxPPeY0&amp;list=PLBv09BD7ez_4temBw7vLA19p3tdQH6FYO&amp;index=1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Overfitting</a:t>
            </a:r>
            <a:endParaRPr dirty="0"/>
          </a:p>
          <a:p>
            <a:pPr marL="3429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https://www.youtube.com/watch?time_continue=1&amp;v=t56Nid85Thg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https://www.youtube.com/watch?v=y6SpA2Wuyt8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Random Forest</a:t>
            </a:r>
            <a:endParaRPr dirty="0"/>
          </a:p>
          <a:p>
            <a:pPr marL="3429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https://www.stat.berkeley.edu/~breiman/RandomForests/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u="sng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7"/>
            </a:endParaRPr>
          </a:p>
          <a:p>
            <a:pPr marL="34290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1" name="Google Shape;3531;p80"/>
          <p:cNvSpPr txBox="1">
            <a:spLocks noGrp="1"/>
          </p:cNvSpPr>
          <p:nvPr>
            <p:ph type="title"/>
          </p:nvPr>
        </p:nvSpPr>
        <p:spPr>
          <a:xfrm>
            <a:off x="1539240" y="2740855"/>
            <a:ext cx="6096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Thank you 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0_Office Theme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6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5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28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9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2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8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27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75E3588147654284604D4E812B6D70" ma:contentTypeVersion="28" ma:contentTypeDescription="Create a new document." ma:contentTypeScope="" ma:versionID="58543d8bc0cfcdfd6dc214ca45683f74">
  <xsd:schema xmlns:xsd="http://www.w3.org/2001/XMLSchema" xmlns:xs="http://www.w3.org/2001/XMLSchema" xmlns:p="http://schemas.microsoft.com/office/2006/metadata/properties" xmlns:ns2="0a2451e9-b2b7-43a3-aada-52e3e0c35c47" targetNamespace="http://schemas.microsoft.com/office/2006/metadata/properties" ma:root="true" ma:fieldsID="39c990f4c0bc340faab59afd8c44214d" ns2:_="">
    <xsd:import namespace="0a2451e9-b2b7-43a3-aada-52e3e0c35c47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451e9-b2b7-43a3-aada-52e3e0c35c47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0a2451e9-b2b7-43a3-aada-52e3e0c35c47" xsi:nil="true"/>
    <CultureName xmlns="0a2451e9-b2b7-43a3-aada-52e3e0c35c47" xsi:nil="true"/>
    <LMS_Mappings xmlns="0a2451e9-b2b7-43a3-aada-52e3e0c35c47" xsi:nil="true"/>
    <Invited_Students xmlns="0a2451e9-b2b7-43a3-aada-52e3e0c35c47" xsi:nil="true"/>
    <IsNotebookLocked xmlns="0a2451e9-b2b7-43a3-aada-52e3e0c35c47" xsi:nil="true"/>
    <Math_Settings xmlns="0a2451e9-b2b7-43a3-aada-52e3e0c35c47" xsi:nil="true"/>
    <Self_Registration_Enabled xmlns="0a2451e9-b2b7-43a3-aada-52e3e0c35c47" xsi:nil="true"/>
    <Teachers xmlns="0a2451e9-b2b7-43a3-aada-52e3e0c35c47">
      <UserInfo>
        <DisplayName/>
        <AccountId xsi:nil="true"/>
        <AccountType/>
      </UserInfo>
    </Teachers>
    <Students xmlns="0a2451e9-b2b7-43a3-aada-52e3e0c35c47">
      <UserInfo>
        <DisplayName/>
        <AccountId xsi:nil="true"/>
        <AccountType/>
      </UserInfo>
    </Students>
    <Student_Groups xmlns="0a2451e9-b2b7-43a3-aada-52e3e0c35c47">
      <UserInfo>
        <DisplayName/>
        <AccountId xsi:nil="true"/>
        <AccountType/>
      </UserInfo>
    </Student_Groups>
    <Templates xmlns="0a2451e9-b2b7-43a3-aada-52e3e0c35c47" xsi:nil="true"/>
    <Has_Teacher_Only_SectionGroup xmlns="0a2451e9-b2b7-43a3-aada-52e3e0c35c47" xsi:nil="true"/>
    <NotebookType xmlns="0a2451e9-b2b7-43a3-aada-52e3e0c35c47" xsi:nil="true"/>
    <Distribution_Groups xmlns="0a2451e9-b2b7-43a3-aada-52e3e0c35c47" xsi:nil="true"/>
    <AppVersion xmlns="0a2451e9-b2b7-43a3-aada-52e3e0c35c47" xsi:nil="true"/>
    <Invited_Teachers xmlns="0a2451e9-b2b7-43a3-aada-52e3e0c35c47" xsi:nil="true"/>
    <Teams_Channel_Section_Location xmlns="0a2451e9-b2b7-43a3-aada-52e3e0c35c47" xsi:nil="true"/>
    <Owner xmlns="0a2451e9-b2b7-43a3-aada-52e3e0c35c47">
      <UserInfo>
        <DisplayName/>
        <AccountId xsi:nil="true"/>
        <AccountType/>
      </UserInfo>
    </Owner>
    <DefaultSectionNames xmlns="0a2451e9-b2b7-43a3-aada-52e3e0c35c47" xsi:nil="true"/>
    <TeamsChannelId xmlns="0a2451e9-b2b7-43a3-aada-52e3e0c35c47" xsi:nil="true"/>
    <Is_Collaboration_Space_Locked xmlns="0a2451e9-b2b7-43a3-aada-52e3e0c35c47" xsi:nil="true"/>
  </documentManagement>
</p:properties>
</file>

<file path=customXml/itemProps1.xml><?xml version="1.0" encoding="utf-8"?>
<ds:datastoreItem xmlns:ds="http://schemas.openxmlformats.org/officeDocument/2006/customXml" ds:itemID="{F2717F0D-32AF-43BA-B723-E8CA585414FD}"/>
</file>

<file path=customXml/itemProps2.xml><?xml version="1.0" encoding="utf-8"?>
<ds:datastoreItem xmlns:ds="http://schemas.openxmlformats.org/officeDocument/2006/customXml" ds:itemID="{6DD6F99A-6065-4278-9DCF-88F1BC36C334}"/>
</file>

<file path=customXml/itemProps3.xml><?xml version="1.0" encoding="utf-8"?>
<ds:datastoreItem xmlns:ds="http://schemas.openxmlformats.org/officeDocument/2006/customXml" ds:itemID="{C8CB295F-FE75-4180-8C04-B166CC47E6ED}"/>
</file>

<file path=docProps/app.xml><?xml version="1.0" encoding="utf-8"?>
<Properties xmlns="http://schemas.openxmlformats.org/officeDocument/2006/extended-properties" xmlns:vt="http://schemas.openxmlformats.org/officeDocument/2006/docPropsVTypes">
  <TotalTime>10043</TotalTime>
  <Words>1997</Words>
  <Application>Microsoft Office PowerPoint</Application>
  <PresentationFormat>On-screen Show (4:3)</PresentationFormat>
  <Paragraphs>885</Paragraphs>
  <Slides>40</Slides>
  <Notes>40</Notes>
  <HiddenSlides>0</HiddenSlides>
  <MMClips>0</MMClips>
  <ScaleCrop>false</ScaleCrop>
  <HeadingPairs>
    <vt:vector size="4" baseType="variant">
      <vt:variant>
        <vt:lpstr>Theme</vt:lpstr>
      </vt:variant>
      <vt:variant>
        <vt:i4>12</vt:i4>
      </vt:variant>
      <vt:variant>
        <vt:lpstr>Slide Titles</vt:lpstr>
      </vt:variant>
      <vt:variant>
        <vt:i4>40</vt:i4>
      </vt:variant>
    </vt:vector>
  </HeadingPairs>
  <TitlesOfParts>
    <vt:vector size="52" baseType="lpstr">
      <vt:lpstr>1_Office Theme</vt:lpstr>
      <vt:lpstr>4_Office Theme</vt:lpstr>
      <vt:lpstr>3_Office Theme</vt:lpstr>
      <vt:lpstr>20_Office Theme</vt:lpstr>
      <vt:lpstr>16_Office Theme</vt:lpstr>
      <vt:lpstr>15_Office Theme</vt:lpstr>
      <vt:lpstr>28_Office Theme</vt:lpstr>
      <vt:lpstr>9_Office Theme</vt:lpstr>
      <vt:lpstr>14_Office Theme</vt:lpstr>
      <vt:lpstr>24_Office Theme</vt:lpstr>
      <vt:lpstr>8_Office Theme</vt:lpstr>
      <vt:lpstr>27_Office Theme</vt:lpstr>
      <vt:lpstr>PowerPoint Presentation</vt:lpstr>
      <vt:lpstr>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Overfitting in decision trees</vt:lpstr>
      <vt:lpstr>Overfitting and Tree Pruning</vt:lpstr>
      <vt:lpstr>Over fitting</vt:lpstr>
      <vt:lpstr>Pre-Pruning – Problem Type 7</vt:lpstr>
      <vt:lpstr>Pre-Pruning – Problem Type 7</vt:lpstr>
      <vt:lpstr>Pre-Pruning – Problem Type 7</vt:lpstr>
      <vt:lpstr>Post-Pruning – Problem Type 8</vt:lpstr>
      <vt:lpstr>Post-Pruning – Problem Type 8</vt:lpstr>
      <vt:lpstr>Post-Pruning – Problem Type 8</vt:lpstr>
      <vt:lpstr>Example Data Set Studying Overfitting &amp; Bias–Variance Tradeoff</vt:lpstr>
      <vt:lpstr>Increasing number of nodes in Decision  Trees</vt:lpstr>
      <vt:lpstr>Decision Tree with 4 nodes</vt:lpstr>
      <vt:lpstr>Decision Tree with 50 nodes</vt:lpstr>
      <vt:lpstr>Which tree is better?</vt:lpstr>
      <vt:lpstr>Model Overfitting</vt:lpstr>
      <vt:lpstr>PowerPoint Presentation</vt:lpstr>
      <vt:lpstr>PowerPoint Presentation</vt:lpstr>
      <vt:lpstr>PowerPoint Presentation</vt:lpstr>
      <vt:lpstr>PowerPoint Presentation</vt:lpstr>
      <vt:lpstr>An alternative measure: gain ratio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Minimum Description Length Principle</vt:lpstr>
      <vt:lpstr>PowerPoint Presentation</vt:lpstr>
      <vt:lpstr>Minimum Description Length Principle</vt:lpstr>
      <vt:lpstr>Practice Exercises (for Students)</vt:lpstr>
      <vt:lpstr>Additional References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Neha Vinayak .</cp:lastModifiedBy>
  <cp:revision>22</cp:revision>
  <dcterms:created xsi:type="dcterms:W3CDTF">2021-11-12T07:04:08Z</dcterms:created>
  <dcterms:modified xsi:type="dcterms:W3CDTF">2025-12-13T07:34:53Z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0x0101000A75E3588147654284604D4E812B6D70</vt:lpwstr>
  </property>
</Properties>
</file>