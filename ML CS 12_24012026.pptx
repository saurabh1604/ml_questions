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39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80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87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9.xml" ContentType="application/vnd.openxmlformats-officedocument.theme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9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7.xml" ContentType="application/inkml+xml"/>
  <Override PartName="/ppt/ink/ink11.xml" ContentType="application/inkml+xml"/>
  <Override PartName="/ppt/ink/ink10.xml" ContentType="application/inkml+xml"/>
  <Override PartName="/ppt/ink/ink8.xml" ContentType="application/inkml+xml"/>
  <Override PartName="/ppt/ink/ink9.xml" ContentType="application/inkml+xml"/>
  <Override PartName="/ppt/ink/ink15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ink/ink4.xml" ContentType="application/inkml+xml"/>
  <Override PartName="/ppt/ink/ink6.xml" ContentType="application/inkml+xml"/>
  <Override PartName="/ppt/ink/ink5.xml" ContentType="application/inkml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ink/ink21.xml" ContentType="application/inkml+xml"/>
  <Override PartName="/ppt/ink/ink20.xml" ContentType="application/inkml+xml"/>
  <Override PartName="/ppt/ink/ink23.xml" ContentType="application/inkml+xml"/>
  <Override PartName="/ppt/ink/ink22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6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92" r:id="rId1"/>
    <p:sldMasterId id="2147483808" r:id="rId2"/>
    <p:sldMasterId id="2147483820" r:id="rId3"/>
    <p:sldMasterId id="2147483999" r:id="rId4"/>
    <p:sldMasterId id="2147484175" r:id="rId5"/>
    <p:sldMasterId id="2147484382" r:id="rId6"/>
    <p:sldMasterId id="2147484433" r:id="rId7"/>
    <p:sldMasterId id="2147484521" r:id="rId8"/>
    <p:sldMasterId id="2147485010" r:id="rId9"/>
    <p:sldMasterId id="2147485061" r:id="rId10"/>
    <p:sldMasterId id="2147485367" r:id="rId11"/>
    <p:sldMasterId id="2147485389" r:id="rId12"/>
    <p:sldMasterId id="2147485487" r:id="rId13"/>
    <p:sldMasterId id="2147485598" r:id="rId14"/>
    <p:sldMasterId id="2147485610" r:id="rId15"/>
    <p:sldMasterId id="2147485634" r:id="rId16"/>
    <p:sldMasterId id="2147485658" r:id="rId17"/>
    <p:sldMasterId id="2147485686" r:id="rId18"/>
  </p:sldMasterIdLst>
  <p:notesMasterIdLst>
    <p:notesMasterId r:id="rId49"/>
  </p:notesMasterIdLst>
  <p:handoutMasterIdLst>
    <p:handoutMasterId r:id="rId50"/>
  </p:handoutMasterIdLst>
  <p:sldIdLst>
    <p:sldId id="680" r:id="rId19"/>
    <p:sldId id="1363" r:id="rId20"/>
    <p:sldId id="1514" r:id="rId21"/>
    <p:sldId id="1413" r:id="rId22"/>
    <p:sldId id="1415" r:id="rId23"/>
    <p:sldId id="1416" r:id="rId24"/>
    <p:sldId id="1417" r:id="rId25"/>
    <p:sldId id="1418" r:id="rId26"/>
    <p:sldId id="1419" r:id="rId27"/>
    <p:sldId id="1420" r:id="rId28"/>
    <p:sldId id="1421" r:id="rId29"/>
    <p:sldId id="1505" r:id="rId30"/>
    <p:sldId id="1424" r:id="rId31"/>
    <p:sldId id="1425" r:id="rId32"/>
    <p:sldId id="1426" r:id="rId33"/>
    <p:sldId id="1428" r:id="rId34"/>
    <p:sldId id="1430" r:id="rId35"/>
    <p:sldId id="1414" r:id="rId36"/>
    <p:sldId id="1432" r:id="rId37"/>
    <p:sldId id="1433" r:id="rId38"/>
    <p:sldId id="1436" r:id="rId39"/>
    <p:sldId id="1437" r:id="rId40"/>
    <p:sldId id="1452" r:id="rId41"/>
    <p:sldId id="1508" r:id="rId42"/>
    <p:sldId id="1454" r:id="rId43"/>
    <p:sldId id="1509" r:id="rId44"/>
    <p:sldId id="1456" r:id="rId45"/>
    <p:sldId id="1550" r:id="rId46"/>
    <p:sldId id="1457" r:id="rId47"/>
    <p:sldId id="1494" r:id="rId48"/>
  </p:sldIdLst>
  <p:sldSz cx="9144000" cy="6858000" type="screen4x3"/>
  <p:notesSz cx="6858000" cy="9144000"/>
  <p:custDataLst>
    <p:tags r:id="rId5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CCCC00"/>
    <a:srgbClr val="996633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09" autoAdjust="0"/>
    <p:restoredTop sz="94280" autoAdjust="0"/>
  </p:normalViewPr>
  <p:slideViewPr>
    <p:cSldViewPr>
      <p:cViewPr varScale="1">
        <p:scale>
          <a:sx n="72" d="100"/>
          <a:sy n="72" d="100"/>
        </p:scale>
        <p:origin x="121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slide" Target="slides/slide21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slide" Target="slides/slide24.xml"/><Relationship Id="rId47" Type="http://schemas.openxmlformats.org/officeDocument/2006/relationships/slide" Target="slides/slide29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1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45" Type="http://schemas.openxmlformats.org/officeDocument/2006/relationships/slide" Target="slides/slide27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slide" Target="slides/slide25.xml"/><Relationship Id="rId48" Type="http://schemas.openxmlformats.org/officeDocument/2006/relationships/slide" Target="slides/slide30.xml"/><Relationship Id="rId56" Type="http://schemas.openxmlformats.org/officeDocument/2006/relationships/customXml" Target="../customXml/item1.xml"/><Relationship Id="rId8" Type="http://schemas.openxmlformats.org/officeDocument/2006/relationships/slideMaster" Target="slideMasters/slideMaster8.xml"/><Relationship Id="rId51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46" Type="http://schemas.openxmlformats.org/officeDocument/2006/relationships/slide" Target="slides/slide28.xml"/><Relationship Id="rId20" Type="http://schemas.openxmlformats.org/officeDocument/2006/relationships/slide" Target="slides/slide2.xml"/><Relationship Id="rId41" Type="http://schemas.openxmlformats.org/officeDocument/2006/relationships/slide" Target="slides/slide23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2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3.xml"/><Relationship Id="rId44" Type="http://schemas.openxmlformats.org/officeDocument/2006/relationships/slide" Target="slides/slide26.xml"/><Relationship Id="rId5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4" Type="http://schemas.openxmlformats.org/officeDocument/2006/relationships/image" Target="../media/image6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1/24/2026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7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19685 5322 14 0,'0'0'10'0,"-12"-36"11"0,12 1-13 0,12 11 2 0,23 1 5 0,-11 34 0 0,-1 72-3 0,-10 60-7 0,-1 1-2 0,-1-39-2 0,2-9 3 0,-13-24-3 0,-24-35-2 0,12-16-17 0,-1-42-28 0,13-4 2 0</inkml:trace>
  <inkml:trace contextRef="#ctx0" brushRef="#br0" timeOffset="1">19792 5263 17 0,'-25'-25'12'0,"14"2"4"0,-1-13-6 0,24-10 1 0,-12-27 0 0,24-9-1 0,-1-2-4 0,25 24-4 0,36 12 0 0,23 25 1 0,-12 46-1 0,-35 48 0 0,-49 37 1 0,-58-24-1 0,-48 0 0 0,-13-13-1 0,1-12-4 0,23 24-21 0,48-12-14 0,36-35-7 0</inkml:trace>
  <inkml:trace contextRef="#ctx0" brushRef="#br0" timeOffset="2">19994 5870 34 0,'0'-12'20'0,"0"12"-11"0,36-36-2 0,23-12 3 0,13-11-1 0,-14-12-4 0,-22 12-1 0,-23-1 3 0,-13-1-2 0,-13 14-1 0,2 23 0 0,-1 24-1 0,-12 12 0 0,13 24-2 0,22-13-1 0,36-10 0 0,25-13 0 0,-12 0 0 0,-24 0 1 0,-25 24-2 0,-22 23 2 0,-12 13-1 0,10-12 1 0,13-14-1 0,36-9 0 0,23 0-1 0,13-14 1 0,10-22-1 0,3-26 2 0,-14-10-2 0,-12-1 2 0,-23 0 0 0,-24-11-1 0,-24 11 0 0,-24 25 0 0,0 34 0 0,0 37 0 0,13 23 1 0,23 13-2 0,48-25 1 0,23-22-2 0,14-26-18 0,21-11-25 0,-48 0 1 0</inkml:trace>
  <inkml:trace contextRef="#ctx0" brushRef="#br0" timeOffset="3">21590 5489 22 0,'0'0'5'0,"-13"-25"15"0,-23 2-11 0,-10 12 0 0,-26 22 5 0,-12 37-4 0,13 23-4 0,47-12-6 0,24-11 1 0,36-25-1 0,23 2 0 0,13-37-1 0,0-35 0 0,-25-24 1 0,-11-61 1 0,-12-23-1 0,-1 24 0 0,-23 47 0 0,13 37 1 0,-13 23-2 0,0 61 3 0,-13 58 0 0,2 24-1 0,11 0-1 0,24-24 0 0,11-37 0 0,13-33 1 0,11 0-1 0,1-25 1 0,0-50-1 0,-1-8 0 0,-11-2 1 0,-1 13-1 0,-35 11 0 0,-1 24 3 0,-11 24 4 0,-11 36-2 0,11 23-3 0,0-23-1 0,24-1-1 0,12-23 0 0,11-11 0 0,2-26-15 0,10-34-26 0,-12-25-22 0</inkml:trace>
  <inkml:trace contextRef="#ctx0" brushRef="#br0" timeOffset="4">22376 4894 58 0,'-24'0'7'0,"12"0"2"0,24 0-42 0,0 0 1 0</inkml:trace>
  <inkml:trace contextRef="#ctx0" brushRef="#br0" timeOffset="5">22673 5346 36 0,'0'-12'4'0,"-12"-13"2"0,12-21-4 0,12 21 3 0,-35 14 11 0,-13 35-8 0,-12 47-5 0,13 0-1 0,11-11 0 0,24-12-2 0,35-14 1 0,25-9 0 0,23-13 0 0,0-49-1 0,1-9 0 0,11-26-2 0,0-47 2 0,-24-12-2 0,-35 0 1 0,-23 23-1 0,-13 14 0 0,0 23 0 0,-13 47 2 0,-10 24-2 0,-1 34 2 0,1 50 1 0,-1 37 0 0,11 9-1 0,13-11 1 0,0-12-1 0,24-48 0 0,23-22 0 0,14-26 1 0,-2-35 0 0,13-23-1 0,-13-14 0 0,-11 15 0 0,-13 46 0 0,-24 12 1 0,2 35 1 0,-1 1-1 0,12-1-1 0,12-11 0 0,11-25 0 0,2 2-1 0,-15-37 0 0,-21-24 0 0,-37-35 1 0,-24-12 0 0,0 35 0 0,1 37-1 0,-1 23 1 0,13 47 0 0,23 25 0 0,35-1 1 0,24-23-1 0,25-25 0 0,1-11 0 0,20-36-1 0,-20-10 1 0,-3-39 1 0,-21 14 1 0,-26-1-2 0,1-11 0 0,-11 35 1 0,-13 0-1 0,0 24 0 0,-24 24 1 0,-25 13 0 0,49 9 0 0,13-9-1 0,58 0-1 0,1-4 1 0,-37 29-1 0,-11 9 1 0,-24-13 0 0,-12-9 0 0,12-13 0 0,24-24 0 0,24 0 0 0,22-24 0 0,15-36 0 0,-2-22-3 0,0-2 3 0,-23 24 0 0,-60 12 0 0,-60 48 8 0,24 71-6 0,60 25-2 0,25 0 0 0,-15-25 1 0,-34-12 4 0,-59-23-1 0,-25-24-6 0,-34-12-34 0,0-23-25 0</inkml:trace>
  <inkml:trace contextRef="#ctx0" brushRef="#br0" timeOffset="6">22970 4989 62 0,'0'0'0'0,"49"-48"25"0,106 24-25 0,47 1-1 0,-71-1 1 0,-108 11 1 0,-70 2-23 0,11 22-36 0</inkml:trace>
  <inkml:trace contextRef="#ctx0" brushRef="#br0" timeOffset="7">20042 6883 16 0,'0'-37'14'0,"0"1"-3"0,13-12 3 0,-2 25 4 0,1-1-4 0,-1 24-5 0,-11-12-4 0,12 12 0 0,-12 36 1 0,11 47-2 0,-11 12-1 0,-11 26 0 0,11-16-2 0,0-9 0 0,0-13 0 0,0-36 1 0,11-22-2 0,14 0 1 0,23-14 0 0,22-11 0 0,14 0-1 0,11 0-1 0,-23 0 1 0,-24 0-2 0,-24-11-15 0,-24-14-30 0,-12-11-11 0</inkml:trace>
  <inkml:trace contextRef="#ctx0" brushRef="#br0" timeOffset="8">20208 7168 66 0,'0'0'0'0,"-23"-25"19"0,23 25-15 0,12-11-3 0,35-12 2 0,25 10-1 0,12-24-2 0,-2 16-22 0,-34-16-34 0</inkml:trace>
  <inkml:trace contextRef="#ctx0" brushRef="#br0" timeOffset="9">20161 6833 34 0,'0'0'0'0,"0"-34"19"0,58-3-4 0,39-10-1 0,-2 0-1 0,-36 36-10 0,-23 11-7 0,-12 0-49 0,-24 0 21 0</inkml:trace>
  <inkml:trace contextRef="#ctx0" brushRef="#br0" timeOffset="10">20935 7059 38 0,'25'-34'7'0,"9"-3"5"0,-11 14 2 0,-10 12 4 0,-13-2-6 0,-24 13-5 0,-35 24-3 0,-13 24 1 0,12-2-5 0,37-9 2 0,23-1-3 0,36-12 2 0,35 0-3 0,24 10 2 0,-36 27-1 0,-34-14 2 0,-50-11 1 0,-34-12 4 0,-36-12 0 0,11 0-1 0,48-12-6 0,36 0-10 0,49-24-31 0,22-12-34 0</inkml:trace>
  <inkml:trace contextRef="#ctx0" brushRef="#br0" timeOffset="11">21339 6703 45 0,'0'0'0'0,"0"-119"10"0,25 48 0 0,-14 47 5 0,1 24 1 0,-12 59-7 0,0 84-3 0,0-1-5 0,0 13 1 0,0-34 1 0,12-27-5 0,24-33 2 0,12-38 2 0,10-23-2 0,14-36 1 0,-1-24-1 0,-22 1 1 0,-2-1-1 0,-35 13 2 0,0 10-2 0,-12 26 0 0,0 35 1 0,-12 59 1 0,0 1 0 0,36-25-2 0,12-22 0 0,0-26 0 0,10-35-13 0,27-47-19 0,-3-50-37 0</inkml:trace>
  <inkml:trace contextRef="#ctx0" brushRef="#br0" timeOffset="12">22019 6536 32 0,'-12'-23'19'0,"-12"23"-6"0,36 12-15 0,12-1-58 0</inkml:trace>
  <inkml:trace contextRef="#ctx0" brushRef="#br0" timeOffset="13">21196 6751 69 0,'-59'-12'17'0,"59"-12"-15"0,107-13-4 0,60-21-27 0,-37 45-27 0</inkml:trace>
  <inkml:trace contextRef="#ctx0" brushRef="#br0" timeOffset="14">22101 7049 30 0,'0'-36'6'0,"13"0"5"0,10 24 6 0,-10 12 2 0,-2 60-9 0,-11-1-6 0,12 0-1 0,-12-22 0 0,0-3-1 0,0-21 1 0,-12-13-2 0,12 0 1 0,0-47-1 0,12-13 0 0,0-1 1 0,36 15-2 0,-1-2 0 0,-11 24-1 0,0 24 1 0,12 36 0 0,-25 25 1 0,0-15 0 0,-10-10-2 0,-13-24 3 0,0-1-1 0,0-22 1 0,23-37-1 0,14-11-1 0,22-12 0 0,-12 46 0 0,-11 13 0 0,0 24-1 0,-24 36 1 0,13 0 0 0,-25-1 0 0,11-23-1 0,12 12-13 0,13-25-16 0,0-11-15 0,-12-11 16 0</inkml:trace>
  <inkml:trace contextRef="#ctx0" brushRef="#br0" timeOffset="15">23221 6941 26 0,'0'0'0'0,"0"-24"8"0,12 1-6 0,-12-1 2 0,0 0 10 0,0 0-4 0,-12 1-4 0,-12-1-2 0,1 11 1 0,-2 13 0 0,-22 25 1 0,0 21 0 0,-2 27-3 0,13 9-2 0,13-11-1 0,10-21 0 0,26-39 0 0,23-22 2 0,12-39-2 0,11-8 1 0,-11 22-1 0,-24 25 0 0,-1 22 1 0,-11 25 0 0,0-12-1 0,0 0 0 0,12 11-1 0,0-23 2 0,12-12-2 0,10-24 1 0,15-23-1 0,10-49 2 0,-24-34-2 0,-11-25 0 0,-24 24 1 0,0 12 1 0,-12 35-1 0,0 37 1 0,-12 35-2 0,0 24 0 0,-24 72 0 0,13 58 1 0,-13 26-1 0,12-15 1 0,24-34 0 0,36-47 0 0,11-35-2 0,13-50 1 0,12-47 1 0,-2-11 0 0,-9-1 2 0,-15 37-2 0,-21 35-1 0,-14 35 4 0,-11 49 0 0,13-2-4 0,10-21 2 0,26-38-2 0,-25-23 1 0,10-13 1 0,-21-45 2 0,-26-14-2 0,-21-35 1 0,-14 13-2 0,12 44 1 0,11 50-5 0,-11 50 3 0,36 21-1 0,13 0 2 0,35-24 1 0,12-23-1 0,11-24-1 0,12-24 2 0,2-35-1 0,-3 11 2 0,-22-23-2 0,-38 23 1 0,3 1 0 0,-14-1-1 0,-11 36 1 0,-36 24-1 0,2 36 1 0,10-14 0 0,24-21-1 0,48-1 0 0,23 0 0 0,-11 12-1 0,-37 24 1 0,-23 11 0 0,-12-11-1 0,12-13 1 0,12-10 0 0,12-14 1 0,23-22-1 0,25-37 1 0,0-12 4 0,-1-11-3 0,-12-13 0 0,-11 37-1 0,-36 10 2 0,-24 37-2 0,-23 13-1 0,-1 45-1 0,48 3 0 0,23 22 2 0,25 1 0 0,-48-13 0 0,-24-35 4 0,-59-24-3 0,-25 1-8 0,-47-50-38 0,24-23-34 0</inkml:trace>
  <inkml:trace contextRef="#ctx0" brushRef="#br0" timeOffset="16">23245 6489 109 0,'0'-12'2'0,"83"-47"-3"0,132 11-1 0,11 12 2 0,-59 36 6 0,-108 0-2 0,-59 0-5 0,-35-12-62 0,35 12 22 0</inkml:trace>
  <inkml:trace contextRef="#ctx0" brushRef="#br0" timeOffset="17">19125 5619 62 0,'-48'13'11'0,"1"45"-8"0,-1 50-2 0,-23 23-1 0,-37 11 2 0,-35 2 1 0,0-12 3 0,0 10-4 0,35-24-1 0,14-10 0 0,11-24-1 0,47-25 2 0,24-11-3 0,71 0-1 0,49 23 1 0,35 24 1 0,23-1 0 0,13 2 0 0,-24 0 4 0,-37-12 3 0,-57-25 0 0,-38-24-3 0,-11-11-5 0,-36-48-52 0,-12 12-1 0</inkml:trace>
  <inkml:trace contextRef="#ctx0" brushRef="#br0" timeOffset="18">12384 7025 22 0,'-23'-24'18'0,"-1"0"-5"0,12-12 1 0,-1 36 1 0,13 13-2 0,13 82-2 0,23 36-3 0,12 24-8 0,0-13 1 0,-25-47 0 0,-23-47 2 0,0-23 1 0,0-38 2 0,-36-58-5 0,12-25 2 0,1-23-2 0,10-13 1 0,2 2-2 0,11 11 2 0,0 24-3 0,11 58 3 0,2 26-4 0,-1 11 3 0,11 36-1 0,25 47 0 0,-1 14 0 0,13-15 0 0,-24-22-1 0,12-37 1 0,-13-23 1 0,1-23 0 0,12-25 0 0,-13-35 0 0,-11-12-1 0,24 35 1 0,-12 12-2 0,-1 35 3 0,14 50-4 0,-2 70 2 0,-24 25 1 0,0-14-2 0,2-23-1 0,-13-35 2 0,0-23-16 0,-12-37-23 0,0-61-42 0</inkml:trace>
  <inkml:trace contextRef="#ctx0" brushRef="#br0" timeOffset="19">13552 6751 36 0,'0'-12'15'0,"-12"12"4"0,12 83-8 0,0 12-5 0,0 26 0 0,12-16 1 0,-12 3-3 0,0-1-3 0,0-35 0 0,25-37-1 0,21-23 1 0,14-49 2 0,47 16-3 0,0-16 1 0,-12 13 1 0,-35 1 0 0,-12 10-1 0,-26 1-23 0,-9 12-28 0,-1 12 7 0</inkml:trace>
  <inkml:trace contextRef="#ctx0" brushRef="#br0" timeOffset="20">15112 7322 51 0,'0'0'0'0,"-13"-24"8"0,26-10-6 0,10-16-1 0,-34-8 7 0,-25 11 5 0,-12-3-8 0,13 16-3 0,-1 10 1 0,0 11 1 0,-11 26-1 0,22 24 0 0,2 34-3 0,-1 0 1 0,0-12-2 0,24-11 2 0,12-25-2 0,0-23 4 0,24-23-2 0,0-37 0 0,11 13-2 0,-11 10 1 0,-12 26 0 0,0 22 1 0,-1 14-1 0,0 10 1 0,2-11-2 0,11 13 1 0,12-26 0 0,-14-11 0 0,15-24 0 0,-2-36 1 0,13-35-1 0,-12-47 0 0,-25-13-1 0,-12 13 2 0,-11 45 1 0,13 39-3 0,-13 58 0 0,-13 34-1 0,2 62 3 0,11 47-1 0,-12 11-1 0,35-34 1 0,14-26 0 0,11-46-1 0,10-25 2 0,27-10 0 0,-2-49-1 0,12-35 0 0,0 0 1 0,1-1-1 0,-49 1 1 0,-35 23 0 0,-12 0-1 0,-12 25 1 0,-23 23-2 0,-37 35 1 0,-11 49 0 0,23 11 1 0,24-37-1 0,36-21-1 0,12-24 2 0,24-26-1 0,12-24 0 0,-1-9 1 0,1-2-1 0,-12 24 0 0,-24 12 0 0,0 48 0 0,-1 48-1 0,0 23 1 0,14 47-1 0,-14 1 0 0,-11-25 0 0,0-22 1 0,-36-48 2 0,2-36 0 0,-39-36 2 0,27-72-3 0,22-35 0 0,12-23 1 0,58-1-2 0,39 12 0 0,9 13-1 0,-10-3 1 0,-12 50 1 0,-24 58-2 0,-25 13 1 0,-23 73-1 0,0 22 1 0,0-12-1 0,0-35 2 0,11-37-1 0,26-11 1 0,-1-47-2 0,-12-11 1 0,-14-26 1 0,-20 0 0 0,-26 24 1 0,0 25-1 0,11 35-4 0,-9 47 2 0,9 14 1 0,14 10 0 0,35-24-1 0,-1-10 2 0,25-37-2 0,0-25 0 0,11-23 2 0,1-23 0 0,0 10-1 0,-13 27 0 0,1-3 0 0,-48 26 0 0,0 11 0 0,11 48 0 0,13 11-2 0,0 0 3 0,-12-11 0 0,-12 0 2 0,-36-23 4 0,-35-25-2 0,-12 0-5 0,34-13-4 0,38-11-47 0,71-12-26 0</inkml:trace>
  <inkml:trace contextRef="#ctx0" brushRef="#br0" timeOffset="21">17088 6833 98 0,'-11'-11'37'0,"11"-1"-27"0,11 24-51 0,1-1-40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7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5335 5514 28 0,'-12'0'7'0,"-1"11"3"0,13-11 4 0,0 10 6 0,13-10-6 0,10 0-3 0,26 0-4 0,-2-10-1 0,25-1-3 0,11-2 1 0,24 13-2 0,23 13 1 0,15-13-2 0,45 0 1 0,12 0-2 0,13-13 3 0,10 13-3 0,2 0 0 0,-13 13 0 0,1-13 1 0,-13 0 0 0,13 0-1 0,-25 0 1 0,1 0 0 0,-37 0-1 0,-11 0 1 0,0 0 0 0,-12 0 0 0,-1-13-1 0,-10 13 0 0,12 0 2 0,-37 0 0 0,0 0 1 0,-13 0-1 0,-21 13 0 0,-26-13-1 0,-24 0 2 0,-11 0 3 0,-11 0-5 0,11-13-10 0,24 1-128 0</inkml:trace>
  <inkml:trace contextRef="#ctx0" brushRef="#br0" timeOffset="1">17934 8918 56 0,'12'-25'24'0,"35"2"-6"0,1-1-6 0,-23 12 4 0,-25 0-6 0,0 1-5 0,0-1 0 0,-13-12 0 0,-11 24-5 0,-12 13 2 0,-23-2 0 0,0 12-1 0,-13 14 0 0,1 10-1 0,11 1 0 0,12-1-1 0,36-11 2 0,12 0-2 0,72 10 0 0,11-9 1 0,1 22 0 0,-14 25 0 0,-45-13 0 0,-25 1 0 0,-61-14 1 0,-33-33 2 0,11-25 1 0,11-25 2 0,37 14-3 0,23-1-3 0,12 12-4 0,35 12-43 0,1-12-59 0</inkml:trace>
  <inkml:trace contextRef="#ctx0" brushRef="#br0" timeOffset="2">18327 8846 99 0,'0'-35'4'0,"11"12"2"0,14 69 7 0,-14 84 4 0,-22 50-1 0,11-50-8 0,0-34-5 0,11-24-2 0,2-37-35 0,-2-23-67 0</inkml:trace>
  <inkml:trace contextRef="#ctx0" brushRef="#br0" timeOffset="3">18720 8834 48 0,'0'-23'47'0,"0"23"-29"0,24 48-5 0,0 36-4 0,-2-2-3 0,-9 12 0 0,-1-33-3 0,-12-1-1 0,0-37-1 0,0-12 2 0,0-34 0 0,0-48-2 0,0-1 0 0,0-35 1 0,11 12-1 0,14 0 0 0,11 22-1 0,-25 39 1 0,2 22-6 0,-2 47 4 0,2 37 1 0,21 11-1 0,-9-22 1 0,58 10 0 0,-47-71 1 0,0-37 1 0,11-34-2 0,0 11 1 0,2-11-1 0,-2 0 1 0,0 23-1 0,1 36-1 0,-12 48 1 0,-24 59 1 0,1 0 0 0,-13 12-1 0,11-23 1 0,1-1-5 0,12-35-30 0,11-37-64 0</inkml:trace>
  <inkml:trace contextRef="#ctx0" brushRef="#br0" timeOffset="4">19970 8751 79 0,'0'-13'21'0,"0"74"-2"0,12 33-7 0,-12-10 1 0,12-13-7 0,0-23-3 0,12-12-2 0,-24-36 2 0,0-47 0 0,-12-49-1 0,0-23-1 0,12 0 0 0,0 12 0 0,36-25-1 0,23 61 0 0,1 60-2 0,-2 70 1 0,-33 25 0 0,-61-1 3 0,-60-24-2 0,2-11 1 0,70-12-44 0,36-24-37 0</inkml:trace>
  <inkml:trace contextRef="#ctx0" brushRef="#br0" timeOffset="5">20566 8430 97 0,'0'-23'1'0,"47"-2"4"0,-11 50 2 0,-24 57 14 0,-24 12-8 0,-1-10-5 0,13 0-4 0,-11-1 0 0,-14 1-2 0,15-38 0 0,10-9 2 0,0-13-3 0,35-12 3 0,1-24-2 0,35-12 0 0,25-13-2 0,-13 16-11 0,-11-4-70 0,-61 13 26 0</inkml:trace>
  <inkml:trace contextRef="#ctx0" brushRef="#br0" timeOffset="6">21364 8346 69 0,'-12'-12'16'0,"-12"1"19"0,35-1-29 0,-11 71 2 0,13 36 4 0,10 13-5 0,1 11 0 0,24-36 0 0,0-24-2 0,-2-34 0 0,15-25-2 0,-2-13-3 0,-11-22-2 0,-1-13-34 0,-47 12-72 0</inkml:trace>
  <inkml:trace contextRef="#ctx0" brushRef="#br0" timeOffset="7">21328 8596 84 0,'0'0'2'0,"11"-47"8"0,121 10-9 0,-13 3 0 0,-36-3 0 0,-47 37-70 0</inkml:trace>
  <inkml:trace contextRef="#ctx0" brushRef="#br0" timeOffset="8">21328 8323 114 0,'0'-37'7'0,"47"-47"4"0,83 26-10 0,-22 11 0 0,107 10-41 0,-191 37-11 0</inkml:trace>
  <inkml:trace contextRef="#ctx0" brushRef="#br0" timeOffset="9">22589 8108 14 0,'0'-24'36'0,"-36"-11"-3"0,-22-13-2 0,-2 36-16 0,13 12-12 0,-1 12-2 0,0 36 0 0,-11 23 0 0,47 1-2 0,35-12 1 0,49-1 2 0,12 12-3 0,-38-12 1 0,-21 1 1 0,-37-24 4 0,-59-11 6 0,-13-4-9 0,13-8-1 0,48-1-12 0,23 0-103 0</inkml:trace>
  <inkml:trace contextRef="#ctx0" brushRef="#br0" timeOffset="10">22827 8037 93 0,'13'-95'20'0,"47"83"-17"0,-36 71 2 0,-48 83 15 0,12 26-9 0,24-37-7 0,0-24-5 0,-12-24-20 0,-12-47-81 0</inkml:trace>
  <inkml:trace contextRef="#ctx0" brushRef="#br0" timeOffset="11">22757 8026 121 0,'0'-25'3'0,"95"-46"-1"0,84 35-5 0,-72 13 2 0,-71 23-6 0,-36 47-86 0</inkml:trace>
  <inkml:trace contextRef="#ctx0" brushRef="#br0" timeOffset="12">14076 11371 74 0,'-48'-84'65'0,"108"37"-68"0,119-25 3 0,59-11 0 0,59-36 6 0,107-12 0 0,133 0-5 0,94-12-1 0,83-24 3 0,73-11-1 0,82 11-2 0,179-35-3 0,-119 47 1 0,-24 24 0 0,-85-1-1 0,-140 38-3 0,-144 33 3 0,-155 14 3 0,-155 12 19 0,-119-13 2 0,-95 36-10 0,-12-24-8 0,-25 25-33 0,3 11-91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79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6739 5430 0 0,'0'0'0'0,"-10"0"27"0,10-13 8 0,0 1-12 0,0 0-15 0,23 12-3 0,13-23 2 0,23 12-1 0,37-14-2 0,-1 13-1 0,36-1 1 0,24 13-3 0,12-11 1 0,22-1 0 0,26 12-1 0,24 0 0 0,-1 12-1 0,0-24 1 0,0 1-1 0,23-1-1 0,-10 0 1 0,-14 12 1 0,-9 12 0 0,-26-12-1 0,-11 12 1 0,-1-1-1 0,12 1 0 0,1-1-1 0,-25 14 2 0,13 0-1 0,0-14-1 0,-1-11 0 0,-11 23 1 0,10-11 0 0,3 0 1 0,-13-12-4 0,-1 0 5 0,-23 13-2 0,0-13 1 0,-37 11-2 0,2-11 1 0,-25 0-2 0,-23 0 4 0,-37 0 1 0,-35 0 8 0,0 0 2 0,0 0-22 0,0-11-94 0</inkml:trace>
  <inkml:trace contextRef="#ctx0" brushRef="#br0" timeOffset="1">17315 7419 22 0,'0'-25'19'0,"0"0"-12"0,24-22 16 0,-24 12-2 0,-12 23-3 0,-12-12-8 0,0 12-3 0,-1 12-3 0,2 0-1 0,-13 25-1 0,-11 46 1 0,-24 0 1 0,10 36-4 0,38 12 1 0,10-1-1 0,38-10 2 0,22-36-1 0,25-26 0 0,12-33 1 0,-1-26-1 0,12-33 0 0,1-38 1 0,-2-12-2 0,-10 14 2 0,-36 22-2 0,-24 36 2 0,-24 60-3 0,0 47 2 0,0 1-1 0,23-13-1 0,25-11 2 0,12-36-1 0,-2-13 1 0,3-34 0 0,-2-49 1 0,-23-11-1 0,-24-36 1 0,-35 12 0 0,-26 35-1 0,-34 35 2 0,0 37-3 0,-1 25-2 0,25 34-1 0,47 25-30 0,48-13-62 0</inkml:trace>
  <inkml:trace contextRef="#ctx0" brushRef="#br0" timeOffset="2">18327 7490 78 0,'0'0'4'0,"11"-13"12"0,25 49 4 0,-12 23-6 0,-24 25-7 0,0-24-1 0,0-13-1 0,-11-23-2 0,11-24 7 0,0-60-5 0,0-11-4 0,24-24 1 0,10 47-2 0,2 12 0 0,12 49 0 0,-12 46 0 0,-12 24-1 0,-12-24 2 0,0-23 0 0,-12-24 2 0,13-35 5 0,-2-48-5 0,35-13-3 0,15 36 0 0,-2 36 0 0,-11 35-1 0,-12 25 0 0,-25 12 0 0,-11 24 0 0,-11 0-22 0,-1-2-41 0,12-70 0 0</inkml:trace>
  <inkml:trace contextRef="#ctx0" brushRef="#br0" timeOffset="3">19041 7561 47 0,'0'-37'12'0,"24"14"7"0,24 23-9 0,-24 48 0 0,-24 11-1 0,12 12-4 0,-12-11-2 0,0-24-1 0,0-24 0 0,0-24 3 0,12-36-2 0,-2-11-3 0,3-1 2 0,-1-11-2 0,24 24 1 0,0 22-1 0,-1 13 1 0,1 36-2 0,0 12 3 0,-12 12-1 0,-12 11-1 0,-12-23-1 0,0-13 3 0,11-23 0 0,-11 0 1 0,36-47-1 0,1-1-1 0,10 1-1 0,-1 0 0 0,3 22 2 0,-1 13-4 0,-25 24 3 0,0 24-3 0,-10 24 0 0,-1-1 1 0,24-23 2 0,12-24-1 0,-1-12 1 0,12-23 1 0,1-50-1 0,-11-9 0 0,-3 32 0 0,-22 40-2 0,-12 20 1 0,12 51-1 0,-12 10 1 0,23-23 0 0,1 0-2 0,0-13-20 0,-25-11-75 0</inkml:trace>
  <inkml:trace contextRef="#ctx0" brushRef="#br0" timeOffset="4">20244 7132 83 0,'-12'-12'1'0,"-12"-12"-1"0,84 37-62 0</inkml:trace>
  <inkml:trace contextRef="#ctx0" brushRef="#br0" timeOffset="5">20828 6929 58 0,'0'-23'8'0,"0"-37"13"0,0 47-16 0,-13 97 3 0,-34 95 2 0,0 12-4 0,47-13-3 0,24-35-1 0,23-60-3 0,1-71 0 0,35-83 0 0,11-96-1 0,-21-84 0 0,-14 25 5 0,1 60-2 0,-37 83 0 0,-23 59 1 0,-36 96-1 0,-23 129 0 0,46 2 2 0,49-36-2 0,0-35 1 0,-11-61-2 0,-2-24-6 0,-11-71-82 0</inkml:trace>
  <inkml:trace contextRef="#ctx0" brushRef="#br0" timeOffset="6">20685 7168 90 0,'-13'-12'2'0,"2"-48"19"0,154 13-19 0,36 23 0 0,-2 12-3 0,-45 37-6 0,-25 21-83 0</inkml:trace>
  <inkml:trace contextRef="#ctx0" brushRef="#br0" timeOffset="7">21459 7453 53 0,'-12'0'14'0,"24"12"4"0,83-24-14 0,12-35-2 0,-35-13 0 0,-25 1 2 0,-23-25-1 0,-48 13 5 0,0 35-3 0,-23 60-4 0,-25 70-1 0,12 14 1 0,24 0 0 0,72-37 2 0,37-23-1 0,45-36 0 0,25-24-1 0,0-60 1 0,0-11-3 0,-36-36 3 0,-71 24 0 0,-36 58 0 0,-48 26-2 0,-34 93-1 0,45 26 1 0,49-11 2 0,72-15-1 0,23-46-1 0,12-12-1 0,-12-24-13 0,-36 11-43 0,-71-11 8 0</inkml:trace>
  <inkml:trace contextRef="#ctx0" brushRef="#br0" timeOffset="8">14993 9025 114 0,'0'0'0'0,"-36"-36"10"0,155 11-12 0,131-33 2 0,72-14 1 0,94 1 1 0,121-12 0 0,129-24 3 0,84-13-3 0,48 13-1 0,0 0-1 0,-24 24 1 0,-37 24-2 0,-57 11-2 0,-74 0 1 0,-140 23 2 0,-145 2 3 0,-154 12 9 0,-107-13 0 0,-60 11-5 0,-12-10-7 0,-36 12-136 0</inkml:trace>
  <inkml:trace contextRef="#ctx0" brushRef="#br0" timeOffset="9">739 3036 36 0,'-12'0'5'0,"-60"0"8"0,49 12-7 0,12-12 0 0,11-12 9 0,11 12-5 0,12-13-3 0,25 2-1 0,23-1-2 0,1-11 1 0,23-2 0 0,12 2-2 0,24 12-1 0,1-2-1 0,-2 1 1 0,25 12 0 0,0 0 1 0,12 0-1 0,22 0 0 0,15 0-2 0,-2 0 4 0,0 25-3 0,1-14-1 0,11 1 0 0,-12-12 2 0,-23 11-2 0,-13-11 0 0,-46 0 1 0,-38 0 0 0,-46 13 5 0,-11-13 0 0,-14 0-4 0,-22 12-15 0,-1 0-118 0</inkml:trace>
  <inkml:trace contextRef="#ctx0" brushRef="#br0" timeOffset="10">4847 2965 30 0,'-25'0'5'0,"-21"-13"3"0,46 2-6 0,46-1 3 0,3 1 3 0,34 11-1 0,24 0-4 0,36 0-1 0,24 0 1 0,12 11 1 0,11 1 1 0,1-1 0 0,35 2-2 0,-12-13 2 0,1-13-1 0,23 2-1 0,12-1-1 0,11 1-1 0,-10-2 0 0,-14 1 1 0,-10 0-2 0,-24 12 1 0,-25 0 1 0,-11 0-1 0,-48-13 0 0,-36 3 4 0,-23-1 3 0,-24-2-1 0,-36 13 6 0,0-24-4 0,-12 11-6 0,0 13-3 0,12 0-14 0,12 0-89 0</inkml:trace>
  <inkml:trace contextRef="#ctx0" brushRef="#br0" timeOffset="11">18565 9335 56 0,'0'0'0'0,"-36"-24"8"0,36 12-4 0,-12 0 9 0,-47 36 6 0,23 35-9 0,12 25-7 0,24-13-1 0,36-23 0 0,24 0 1 0,35-37-1 0,-1-11-1 0,3-11 1 0,-15-26-1 0,-22-10-1 0,-24-1 2 0,-25-23 0 0,-22 11 0 0,-25-11 0 0,-24 24 0 0,1-1-1 0,-12 36 1 0,-12 12-2 0,11 23 1 0,12 25 0 0,24 12-1 0,13 11-3 0,35 24-46 0,-1-59-17 0</inkml:trace>
  <inkml:trace contextRef="#ctx0" brushRef="#br0" timeOffset="12">21017 9776 58 0,'0'0'0'0,"-34"-50"16"0,22 40-12 0,1 45-2 0,-14 61 7 0,1 22-1 0,24-34-7 0,36-1 1 0,23-47 0 0,25-24 0 0,11-35-1 0,0-27 0 0,-36-21 0 0,-34 24 1 0,-37-36-1 0,-24 35 3 0,-12 0 0 0,-11 14-4 0,-13 21 1 0,-12 26-1 0,2 34-8 0,-2 36-33 0,48-24-24 0</inkml:trace>
  <inkml:trace contextRef="#ctx0" brushRef="#br0" timeOffset="13">21554 11229 77 0,'-24'-13'5'0,"-1"13"-1"0,15 34-1 0,-2 27 8 0,0 10 3 0,12 2-11 0,34-2-1 0,38-37 0 0,1-9-1 0,-3-25 0 0,2-25 2 0,-24-22 0 0,-36-11 2 0,-12-26 2 0,-48-12-1 0,-23 13-1 0,-1 47-2 0,-35 25-2 0,-12 22-22 0,-11 49-98 0</inkml:trace>
  <inkml:trace contextRef="#ctx0" brushRef="#br0" timeOffset="14">19411 11991 56 0,'-12'-13'19'0,"-24"13"-17"0,36 24 2 0,0 11 11 0,23 1-5 0,25 0-6 0,13-1-3 0,9-23 1 0,-10-35 1 0,-12-14 0 0,-13-34 2 0,-35 0 2 0,-35-1 4 0,-37 26-4 0,0 21-4 0,-11 37-3 0,0 35-16 0,-12 24-49 0,70-34 7 0</inkml:trace>
  <inkml:trace contextRef="#ctx0" brushRef="#br0" timeOffset="15">17875 11085 77 0,'-12'0'2'0,"-37"-11"1"0,26 45-3 0,-1 37 9 0,24 0 6 0,24 2-8 0,60-25-4 0,11-14-2 0,12-21-2 0,-24-49 4 0,-23-23-1 0,-24-24 3 0,-36-25 5 0,-24 0 4 0,-48 62-10 0,1 21-1 0,-13 38-3 0,-11 45-13 0,48 15-101 0</inkml:trace>
  <inkml:trace contextRef="#ctx0" brushRef="#br0" timeOffset="16">18815 9382 5 0,'0'-47'18'0,"11"-14"-2"0,-11 2-5 0,-23 24 0 0,-24 24-3 0,-26-2-4 0,3 37-1 0,-2 11-1 0,-11 13-1 0,12 24 1 0,22 11 1 0,38 12-1 0,35-24 1 0,36-11-1 0,35-24 0 0,12-11 0 0,-24-38 0 0,-11-35 0 0,-37-12 1 0,-23-11 0 0,-12-36-1 0,-12 25 0 0,-35 21-1 0,-1 13 0 0,-23 36 0 0,-1 1 1 0,24 34-3 0,-24 36 2 0,38 25-2 0,10 0 1 0,24 24 0 0,47-26 0 0,36-22-1 0,26-26 1 0,-15-34 1 0,-11-58 0 0,-11-14 1 0,-25-24-2 0,-34-9 1 0,-50 34 2 0,-46 10-2 0,-12 38-1 0,12 10 1 0,-13 60-2 0,13 24 1 0,12 13 0 0,47 0-1 0,24-1 1 0,71-11 0 0,24-24-1 0,13-38 1 0,11-31 0 0,-24-52 1 0,-48-9-1 0,-34-39 1 0,-37 16 0 0,-48 44 0 0,-23 49-1 0,24 48 0 0,35 12-1 0,24 12-19 0,37-13-65 0</inkml:trace>
  <inkml:trace contextRef="#ctx0" brushRef="#br0" timeOffset="17">16873 13586 12 0,'0'0'30'0,"-11"-13"3"0,-1 13-16 0,-11 0-8 0,23 13 3 0,-11-13-1 0,22 0-1 0,-1 0 0 0,15 0-3 0,22-13-3 0,2 1-1 0,-2 12-2 0,13 0 1 0,-1-12 0 0,-11 12-1 0,23 0 1 0,1 12 1 0,10-12-2 0,3 0 0 0,-14 12 1 0,36-12 1 0,0 0-2 0,1 13 1 0,-1-2-1 0,11 1 0 0,2-1 1 0,-2 2 0 0,14-13-1 0,-1 12 0 0,-12 0 1 0,0-1-1 0,0-11 0 0,-12 12 1 0,-11-12 0 0,-1 0-1 0,-1-12 1 0,2 12-1 0,0 0 1 0,-1 0-1 0,-1-11 1 0,-9 11-2 0,-14 0 1 0,0-12 2 0,1 0-2 0,-1 12 0 0,13-13-1 0,-25 13 1 0,-12-11 0 0,13 11 1 0,-11 0-1 0,-15 0 1 0,2 0-1 0,-13-12 1 0,-10 1 1 0,-13 11 0 0,0-13-2 0,0 1 1 0,0 12-4 0,0 12-62 0,0 1-57 0</inkml:trace>
  <inkml:trace contextRef="#ctx0" brushRef="#br0" timeOffset="18">16946 13657 11 0,'-24'-12'35'0,"24"0"-2"0,0 12-23 0,0 0-6 0,24 0-1 0,10 0 2 0,38 0-1 0,24 0-1 0,10-13 0 0,26 13 0 0,22 0 0 0,14 0-2 0,-13 0 1 0,-1 13 0 0,1-1-2 0,0 0 2 0,12-12-1 0,-1 11 1 0,-11-11-1 0,-1 0 0 0,2 0 0 0,-13 0 1 0,0-11 0 0,-25-1-1 0,-10 12 0 0,11 0-2 0,-12 0 2 0,-12 0 1 0,-11-12-1 0,11 12 0 0,0 0-1 0,-11 12 1 0,0-12-1 0,-37 12 1 0,-12-12 0 0,-24 0 4 0,2 0-1 0,-26 0 2 0,-10-12-5 0,-47 12 0 0,-39 0 0 0,-57-12-1 0,-24-1-2 0,-14 2 2 0,-69 11-4 0,-48 11-7 0,-13 2-11 0,132-13-54 0</inkml:trace>
  <inkml:trace contextRef="#ctx0" brushRef="#br0" timeOffset="19">16767 13347 4 0,'0'0'38'0,"0"-12"11"0,-12 12-34 0,-12-12-6 0,-23 12-3 0,-13 12-2 0,0-12-2 0,1 25 1 0,-12-2-2 0,-14 0 2 0,15 13-2 0,10 0 0 0,24 1 1 0,0 9-1 0,13 13 0 0,-1 1 1 0,12-12 0 0,-1 11 1 0,13 25-2 0,-11-1 1 0,11 24 0 0,-11 0 1 0,-1 13-1 0,0 22-1 0,-13 13 3 0,25-11-1 0,0-14-1 0,0-11 2 0,-11-12 1 0,-1-35 0 0,12-14-2 0,0-45-1 0,0-1-1 0,0-12 0 0,0 0-38 0,-13-12-77 0</inkml:trace>
  <inkml:trace contextRef="#ctx0" brushRef="#br0" timeOffset="20">15683 15073 41 0,'0'0'0'0,"0"-13"27"0,12 13 4 0,12 0-16 0,23 37-1 0,1-1-3 0,-12 0-4 0,12-13 0 0,-14 13-2 0,2-12-1 0,-23-24 0 0,-1 0-2 0,-1 0 0 0,2 0-2 0,11-12 0 0,-12 0-12 0,-1-1-111 0</inkml:trace>
  <inkml:trace contextRef="#ctx0" brushRef="#br0" timeOffset="21">16660 14834 4 0,'0'-23'16'0,"11"12"9"0,-11-1-13 0,-11 24-5 0,-37 22 0 0,-11 39 1 0,-2 9-1 0,3-11-1 0,10-10 0 0,0-1 0 0,25-49-1 0,11 12-2 0,-1-23 0 0,13 0-1 0,0-11-96 0</inkml:trace>
  <inkml:trace contextRef="#ctx0" brushRef="#br0" timeOffset="22">15707 15097 5 0,'0'0'0'0,"0"-37"26"0,12 15-2 0,-1 10-15 0,14 24-1 0,11 23 1 0,-13 25-2 0,1-12-1 0,12 11-2 0,0-11 0 0,-1-13-1 0,-12-22 0 0,2-13 0 0,-14 0 0 0,2 0 0 0,23-37-1 0,-14 3 0 0,14-16 0 0,13-8-1 0,-14 11 0 0,-11 10 0 0,13-10-1 0,-14 35 1 0,-12 0 0 0,-11-1 1 0,0 13-1 0,0 0 0 0,-11 13-19 0,-1 11-79 0</inkml:trace>
  <inkml:trace contextRef="#ctx0" brushRef="#br0" timeOffset="23">16172 15562 2 0,'11'0'16'0,"1"-24"6"0,0 11-10 0,-12 13-1 0,0 0 3 0,-12 25-4 0,0-2-2 0,-11 0-2 0,-13 14-2 0,0-1-1 0,-11-13-1 0,-1 25-2 0,12-12 1 0,11-12-1 0,-9-2 1 0,22-9-1 0,-12 11 0 0,12-11 0 0,12-2 0 0,-12-11 2 0,12 0-2 0,-12 0 2 0,12 0-3 0,-12 0 2 0,12 0-1 0,0-11 3 0,0 11-3 0,12 0-1 0,12 47 1 0,36-12 2 0,23 13-2 0,-1 23 1 0,-33-23-1 0,-37-37 2 0,-1 2-2 0,-11-13 4 0,13-24-5 0,-1-12-34 0,11 12-41 0</inkml:trace>
  <inkml:trace contextRef="#ctx0" brushRef="#br0" timeOffset="24">16671 15822 23 0,'0'0'0'0,"0"-46"29"0,13 10-5 0,-26 36-8 0,2 24-10 0,-25 47-1 0,24 13-2 0,24-13-3 0,24-23 0 0,0-13 1 0,23-23 1 0,-23-36 1 0,10-35 1 0,-33-12 0 0,-13-13 1 0,-23 25-2 0,-25 35-2 0,0 11-2 0,1 26-14 0,34 23-83 0</inkml:trace>
  <inkml:trace contextRef="#ctx0" brushRef="#br0" timeOffset="25">17065 15906 74 0,'-13'-34'12'0,"13"9"12"0,0 0-1 0,0 15-19 0,0 10-6 0,0 10-24 0,0 15-57 0</inkml:trace>
  <inkml:trace contextRef="#ctx0" brushRef="#br0" timeOffset="26">17279 15776 38 0,'0'-25'9'0,"0"-9"13"0,0 34 3 0,-12 0-21 0,-1 11 0 0,13 25-2 0,0-12-2 0,0 0 0 0,13-1 0 0,-1 1 1 0,24 0-1 0,0 12 0 0,-1-1 0 0,-11-12 0 0,-12 14 5 0,-24-1 7 0,-24-25-2 0,1 1-3 0,11-12-6 0,0 0 0 0,12-23-14 0,0 11-34 0,12-12-24 0</inkml:trace>
  <inkml:trace contextRef="#ctx0" brushRef="#br0" timeOffset="27">17291 15764 39 0,'0'0'4'0,"24"-47"23"0,35-1 2 0,36 0-13 0,1 36-6 0,-72 12-4 0,-24 0-20 0,-24 12-80 0</inkml:trace>
  <inkml:trace contextRef="#ctx0" brushRef="#br0" timeOffset="28">16779 13609 5 0,'0'0'10'0,"-12"-23"13"0,12-2-5 0,0 13-11 0,12-22 0 0,-12-16-2 0,0-9 2 0,0 0-1 0,0 22-1 0,0-21-2 0,-12-14 1 0,0 26-2 0,12 33-1 0,-12-47 1 0,0 12 1 0,12-11-2 0,-12 11 1 0,12 13-1 0,0-12 2 0,0 10-1 0,0 14 0 0,0-13 0 0,0 24-2 0,12-1 1 0,12 2-1 0,37-1 0 0,9 1 1 0,24-2-1 0,3 13 0 0,21-12 0 0,26 0 0 0,10 12 1 0,25-11-1 0,12 11 0 0,-1-12 0 0,1 12 0 0,-1-11 1 0,-11 11-1 0,-12 0 0 0,-1-13-2 0,-35 1 2 0,-12 0 0 0,-23-1 1 0,-74 13-1 0,110-11 0 0,-1 11 0 0,-13-12-1 0,-10 1 1 0,-24-1 1 0,-1 12-1 0,13 0-1 0,-1 0 2 0,-12 0-2 0,-36 0 2 0,1 0-1 0,0 0 0 0,-1 0-1 0,1 0 2 0,12 0-2 0,-12 12 0 0,-13-12 1 0,-11 11 0 0,-12 1 0 0,-1-1 0 0,2 14 0 0,10 11-1 0,-10-1 2 0,-2 13-1 0,2-12-1 0,10 10 1 0,-23 4 0 0,11-16 0 0,-11 3 0 0,0 10 0 0,-11-10 0 0,-1 9-1 0,12 2 1 0,0 0 0 0,0-1 0 0,0 1 0 0,0 0-1 0,0-2 1 0,-11 4 0 0,-2-16 0 0,26 3 0 0,-13 10-1 0,0-10 1 0,-13-3 1 0,2-10-1 0,-2 0 0 0,13-1 0 0,0 2 0 0,13-13 0 0,-13 11 0 0,0 1 0 0,-13 0 0 0,-10-24 1 0,-26 13 0 0,-9-13-1 0,-2 0 2 0,1 11-2 0,23-11 0 0,13 0 1 0,-2 0-1 0,1 0-16 0,-23 23-77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8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8728 5382 16 0,'-11'0'8'0,"-1"0"-1"0,12 0 11 0,-13-12 3 0,13 1-3 0,-11 11-9 0,22-13 0 0,-11 13-3 0,0 0-1 0,13-12 0 0,23 0-1 0,47-1-1 0,13-10-1 0,23 23-3 0,12-11 3 0,0 11-1 0,22 11 0 0,-21 1 0 0,-13 12 1 0,-46 0 1 0,-14-11 0 0,-12-13 1 0,-11 0-1 0,-12 0-2 0,0 11-3 0,-14 12-50 0,-32 1-31 0</inkml:trace>
  <inkml:trace contextRef="#ctx0" brushRef="#br0" timeOffset="1">1453 6536 41 0,'0'0'0'0,"-36"0"9"0,48 12-6 0,48-24 9 0,-12-11 1 0,47 12-1 0,12-14-7 0,36 13-1 0,12-12-3 0,11 12 0 0,-11 12 0 0,-12 0 2 0,-24 12-2 0,35-1 1 0,2-11-3 0,11 0 1 0,11-11 0 0,-23-1 1 0,0 1 0 0,-25-13 1 0,-22 11 0 0,-25-10 2 0,-36 12 0 0,-22 11-2 0,-13-13-7 0,0 13-87 0</inkml:trace>
  <inkml:trace contextRef="#ctx0" brushRef="#br0" timeOffset="2">13432 11097 5 0,'0'0'0'0,"0"-23"19"0,0 10-1 0,0 13 0 0,-11 36-2 0,11 23-3 0,0-11-5 0,0-12-2 0,11-1-3 0,-11-23-1 0,0 24-1 0,0-25 0 0,-11-11 1 0,11 0 1 0,0-34-1 0,0-3-1 0,0 3 0 0,0-27-1 0,0 1 0 0,11 1 1 0,25 23 0 0,0 24-2 0,-24 24 2 0,0 12 2 0,0 47-3 0,12-34 2 0,-24-14 0 0,0 1-1 0,0-12 0 0,0-12 0 0,13 0 1 0,-13 0-1 0,0 0-2 0,0 0 2 0,11 12 0 0,-11-12-1 0,0 0-1 0,10 0 1 0,-10 0 0 0,0 0 1 0,0 0-1 0,0 0 0 0,13 0 0 0,-13 0-1 0,0 0 2 0,0-12 0 0,12 12-2 0,-1-25 1 0,2 14 0 0,10-25 0 0,-10 1 1 0,-1 12-1 0,12-14 0 0,-13 1 1 0,0 13-1 0,14 11-1 0,-14-1 2 0,2 2-1 0,10 11-1 0,-10 0 2 0,-13 11-1 0,12 14 0 0,-12 21-1 0,0 15 0 0,0-1 1 0,0-13 1 0,-12-23-1 0,12-11-1 0,0-13 2 0,-13 0-1 0,13-25-7 0,0 25-34 0,13-12-26 0</inkml:trace>
  <inkml:trace contextRef="#ctx0" brushRef="#br0" timeOffset="3">14064 11108 10 0,'0'0'7'0,"0"-11"3"0,0 11 10 0,0-12-4 0,0 1-2 0,0 11-5 0,12 0-4 0,-12 0 16 0,-12 23-17 0,12 25-3 0,0-14 2 0,0 16 0 0,0-4 1 0,0 2-2 0,0-24 0 0,0 0-1 0,0-24 0 0,0 11 1 0,0-22 0 0,0-26-2 0,0 14 1 0,0-13-2 0,12 1 3 0,-12-13-2 0,0 24 1 0,0 12-1 0,0 12-1 0,0 12-3 0,12-12-111 0</inkml:trace>
  <inkml:trace contextRef="#ctx0" brushRef="#br0" timeOffset="4">14539 10716 19 0,'0'-12'15'0,"13"-12"3"0,-1 12-3 0,-24 12-6 0,-24 59 1 0,-23 62 3 0,-25 55-6 0,25-8-3 0,59-60-1 0,36-26-3 0,23-46 2 0,1-24 1 0,-13-24-8 0,-24-12-29 0,-10-11-43 0</inkml:trace>
  <inkml:trace contextRef="#ctx0" brushRef="#br0" timeOffset="5">14778 10848 33 0,'0'-37'16'0,"0"24"-2"0,0 2 6 0,0 22-6 0,0 50-4 0,-24 22-4 0,1-1-1 0,-1-21 0 0,-1-14-3 0,14 0 0 0,-1-22-1 0,-1 0 2 0,2-14-3 0,11-11 1 0,36 0 1 0,11 0-2 0,25-11-1 0,-1 11 3 0,-35-13-2 0,-24 13 2 0,0 0-16 0,-12 0-30 0,0 0-4 0</inkml:trace>
  <inkml:trace contextRef="#ctx0" brushRef="#br0" timeOffset="6">15088 11037 37 0,'0'0'0'0,"0"-24"23"0,-12 35-1 0,-1 50 0 0,-10-1-10 0,23-26-7 0,0-9-2 0,0-13-1 0,0-24 3 0,0-24-5 0,0-12 0 0,0-11 1 0,-13 11 0 0,13 1-1 0,13-13 0 0,-1 2 1 0,-1 21-1 0,14 13 0 0,11 1 1 0,12 23-2 0,-14 34-1 0,-9 16 2 0,-50-16 2 0,-22-10-1 0,-13 0-1 0,24-24 1 0,25 0-2 0,22 23 1 0,25 37 0 0,13 12 0 0,-2-12 0 0,-23-37 1 0,-12 1-1 0,-1-12-21 0,14 0-36 0,-14-12 5 0</inkml:trace>
  <inkml:trace contextRef="#ctx0" brushRef="#br0" timeOffset="7">15398 10680 58 0,'0'-12'5'0,"23"83"7"0,-11 84 11 0,-12 12-13 0,-23-36-3 0,-13-60-1 0,-12-34-2 0,24-37-1 0,0-13-26 0,24 1-65 0</inkml:trace>
  <inkml:trace contextRef="#ctx0" brushRef="#br0" timeOffset="8">17065 11037 23 0,'0'0'7'0,"23"-47"1"0,-11 47-6 0,24-24 21 0,-36 0-4 0,0 24-4 0,-24 24-4 0,-36 34-4 0,13 26-3 0,22 0-2 0,25-26 0 0,36 3-2 0,-11-25 1 0,22-24 0 0,-23 0 2 0,-12-12-5 0,0-24-32 0,0 24-36 0</inkml:trace>
  <inkml:trace contextRef="#ctx0" brushRef="#br0" timeOffset="9">17386 11001 3 0,'11'-11'11'0,"-11"-1"10"0,13-13 0 0,-1 25-1 0,-12 37-4 0,-25 47-8 0,14-2-2 0,-1-34-2 0,12-36-1 0,0 1-2 0,0-13-18 0,12-13-30 0,-12 1 6 0</inkml:trace>
  <inkml:trace contextRef="#ctx0" brushRef="#br0" timeOffset="10">17386 10942 19 0,'0'-12'12'0,"0"1"-5"0,24-2 11 0,24 26-2 0,0 46-3 0,-1 24-3 0,-24 1 1 0,-10-50-5 0,-26-9-2 0,-34 0-1 0,-36-14-2 0,23-1-12 0,48 3-50 0,12-13 15 0</inkml:trace>
  <inkml:trace contextRef="#ctx0" brushRef="#br0" timeOffset="11">17885 10894 54 0,'0'0'2'0,"0"0"3"0,0 36 28 0,-22 58-16 0,-2 14-10 0,12-48-4 0,-1-23-5 0,13-16-49 0,0-8-9 0</inkml:trace>
  <inkml:trace contextRef="#ctx0" brushRef="#br0" timeOffset="12">17708 10966 63 0,'-24'-24'17'0,"48"1"-10"0,35-2 4 0,25 13-10 0,-1-1-44 0,-35 26-9 0</inkml:trace>
  <inkml:trace contextRef="#ctx0" brushRef="#br0" timeOffset="13">18184 10716 73 0,'24'11'10'0,"24"85"5"0,-38 34 0 0,-32-9-9 0,-50-39-5 0,-34-22-24 0,10-26-62 0</inkml:trace>
  <inkml:trace contextRef="#ctx0" brushRef="#br0" timeOffset="14">21720 10716 18 0,'0'-12'13'0,"25"-12"9"0,-2 0-5 0,-11 0-8 0,0 24 2 0,-36 0 1 0,-11 36-3 0,-25 23-4 0,24 62-2 0,12-16-1 0,37 3 0 0,45-24-4 0,26-25 4 0,-12-23-2 0,-24-26 2 0,-37-10-11 0,-11-10-101 0</inkml:trace>
  <inkml:trace contextRef="#ctx0" brushRef="#br0" timeOffset="15">22101 10787 43 0,'0'-12'6'0,"25"-12"19"0,-14 0-1 0,-11 36-14 0,0 36-3 0,-11 24-1 0,-14-1 0 0,14-11-6 0,11-13 3 0,-12-10-3 0,-1-14 2 0,13-12-1 0,13-11 1 0,23-11-1 0,35-1-1 0,-12 1 1 0,-34 11-1 0,-14 0-17 0,1 11-42 0,-12-11 4 0</inkml:trace>
  <inkml:trace contextRef="#ctx0" brushRef="#br0" timeOffset="16">22519 10906 59 0,'0'0'7'0,"-24"47"15"0,24-10 4 0,0-3-14 0,12-21-8 0,12-13-1 0,-2 0-3 0,-22-13 2 0,0-10-1 0,0-25 0 0,0-11-1 0,-11-12 2 0,11 12-4 0,0-12 1 0,11 21 2 0,14 27-2 0,11 12 1 0,0 45-1 0,-13 3 1 0,-23-1 1 0,-12-1 1 0,-24-22 0 0,-11-13 0 0,11 0-3 0,13 0 2 0,23 11-1 0,34 25 1 0,27 22-2 0,-2 3 2 0,-11-38 3 0,-24-10 0 0,-12-1-2 0,-12-24-8 0,0 12-73 0,0 12 16 0</inkml:trace>
  <inkml:trace contextRef="#ctx0" brushRef="#br0" timeOffset="17">23031 11013 61 0,'0'-12'24'0,"11"-23"8"0,13 22-5 0,-11 2-5 0,-13-1-7 0,-13 12-13 0,13 0-2 0,0 0 1 0,-11 0-1 0,11 12 2 0,0-12-2 0,0 0 0 0,0 0-1 0,0 0 13 0,0 11-9 0,0 49 0 0,-13 35-3 0,2-11 2 0,11-36 0 0,-12-13 2 0,12-35 0 0,0-25-2 0,0-33 0 0,12-14 0 0,-1 26-3 0,2 33 1 0,-13 13-5 0,11 0-59 0,-11 0-65 0</inkml:trace>
  <inkml:trace contextRef="#ctx0" brushRef="#br0" timeOffset="18">23351 10525 95 0,'-11'-37'26'0,"-1"16"-8"0,35 21-5 0,2 71-5 0,35 84-5 0,-2 21 8 0,-58-44-1 0,-70-25 4 0,-3-47-6 0,27-49-6 0,22 2-11 0,24-26-105 0,0 2 56 0</inkml:trace>
  <inkml:trace contextRef="#ctx0" brushRef="#br0" timeOffset="19">18232 8323 51 0,'0'0'27'0,"-12"-24"-7"0,24 11-9 0,12-10 2 0,-14 12 0 0,-10-2-2 0,-22 1-1 0,-2-23-2 0,0 11-4 0,0 0-1 0,0 11-1 0,-24-21 4 0,1 9-2 0,-1 2 0 0,13-13-2 0,-14 24-2 0,3 0 1 0,-2 12 0 0,-12 0 0 0,14-13 1 0,9 13-1 0,-23 13-2 0,12-1 1 0,-22 13 1 0,-3-2-2 0,14 0 2 0,0 2-1 0,23-2 0 0,0 1 2 0,1 13-2 0,11-3-1 0,12 3 0 0,1-3 0 0,11 14 0 0,11 0 1 0,1 11 1 0,12-11 0 0,-1 12-2 0,13-1 3 0,0-11-1 0,12-12 0 0,-2-1 1 0,15 13-2 0,-2-24 0 0,13-1 2 0,-13 1-1 0,25-24 0 0,-13 0 0 0,1-12 0 0,-1 0 0 0,0-11-1 0,1-1 2 0,-13-13-2 0,-11 14 1 0,0-12-1 0,-1-25 2 0,-11 13-2 0,-12-1 2 0,-12-12-1 0,-1 2-1 0,-11 8 1 0,0 4 0 0,-23-2 2 0,10 0-2 0,-23 1-1 0,0 10 0 0,-10 14-1 0,-14-13 2 0,0 13-1 0,1 0 2 0,-12 10-2 0,-1 1-1 0,1 0 2 0,-1 12-1 0,1 0 0 0,-1 12 0 0,13 0 0 0,-1 1 1 0,0-2-2 0,13 1 1 0,12-1 0 0,11 13 0 0,0-11 0 0,12-2-20 0,24 1-79 0,0-12 39 0</inkml:trace>
  <inkml:trace contextRef="#ctx0" brushRef="#br0" timeOffset="20">17755 8060 106 0,'-23'0'8'0,"12"0"3"0,11 0 6 0,0 0 4 0,11-34-6 0,-11-3-6 0,12-10-5 0,-1-13 0 0,1-11-3 0,-1-24 2 0,-11-1-3 0,0-34 4 0,13-14 1 0,-1 25-4 0,-1 24 1 0,2 12-2 0,-13-1 2 0,-13 2-1 0,13 21-1 0,0 26 2 0,0-1-1 0,-11 0 0 0,-1 12-1 0,-1 11 0 0,2 13 0 0,-1 0 0 0,-11 37-1 0,-13 35 0 0,-24 24 1 0,13-14 1 0,-13 12-1 0,13-21 0 0,23-2 0 0,-1-35 1 0,14-11 1 0,11-25 1 0,0 0 1 0,11-37-2 0,14-10 0 0,10-13-4 0,1-1 4 0,-12-10 0 0,-1 0 0 0,-10 0-3 0,10 24 2 0,1-1-2 0,-12 12 1 0,12 24 2 0,-12-13-1 0,12 25-4 0,12-10 5 0,-2 33-5 0,15 14 4 0,9 34-2 0,14 0 1 0,-12 13-2 0,0-13 1 0,-1-24-1 0,-11-23 4 0,-24-11-1 0,-12-13 3 0,0-13-3 0,-12 1 2 0,0-13-7 0,12 38-172 0</inkml:trace>
  <inkml:trace contextRef="#ctx0" brushRef="#br0" timeOffset="21">16612 8859 10 0,'0'0'11'0,"0"-13"24"0,0 13-9 0,0-12-11 0,0 12-1 0,12 12-1 0,-1-12-2 0,14 13-3 0,11-13-1 0,-1 23-2 0,-11 1 1 0,12 13-4 0,0-16 2 0,-1 4-1 0,1 11-1 0,0 0-1 0,-1-1 2 0,1 1-2 0,11 1 0 0,1-14 0 0,0 12 1 0,-1-11-1 0,1 12-1 0,24-12 0 0,-1 0 1 0,1-14-1 0,-13 3 1 0,13-13 0 0,-13 0 0 0,14 0-1 0,-3-13 1 0,2 3-1 0,-1-1 0 0,12-2 0 0,-11-11 1 0,-1 0-1 0,-23 1 0 0,10-2 1 0,-9 2-1 0,10 0 0 0,12-14 1 0,-22 13-1 0,10 1-1 0,-23-1 2 0,-12-12-1 0,0 0 1 0,11 1 1 0,1-1-2 0,0 11 0 0,-12 2 0 0,-12-13 1 0,11 24-2 0,0 1 1 0,-10-1 1 0,10 1-2 0,-23-2 2 0,-11 13-1 0,-1 0 0 0,-1 0 1 0,-10 0 0 0,-12 0-2 0,-1 13 3 0,0-2-4 0,12-11 3 0,12 0 0 0,35-11-1 0,26-2-1 0,9 13 1 0,-22 0 0 0,-23 24 0 0,-26-1 0 0,13 1 2 0,-11 0-44 0,-14-12-66 0</inkml:trace>
  <inkml:trace contextRef="#ctx0" brushRef="#br0" timeOffset="22">16791 8667 73 0,'0'0'0'0,"0"0"24"0,12 0-6 0,-36 25 3 0,-24-2-7 0,-12-11-3 0,1 12-5 0,35-12-3 0,0 13-2 0,13-2-1 0,22 12 4 0,13 25-1 0,12-12 0 0,-12-25 0 0,-1 1-6 0,-23 12-77 0,0-25 20 0</inkml:trace>
  <inkml:trace contextRef="#ctx0" brushRef="#br0" timeOffset="23">20304 8346 5 0,'0'-23'27'0,"0"-14"-9"0,12 14-2 0,-12 12-2 0,11 11-8 0,-11 59 0 0,0 24 0 0,0-12-1 0,0 1-2 0,0-36-1 0,12-1 0 0,-12-10-1 0,0-14 0 0,0-11 1 0,0 0 1 0,0-24-2 0,0-13 0 0,12-9-1 0,-12-2 1 0,0-23-1 0,0-13 1 0,0 2 1 0,0 22-2 0,0 24 0 0,0 11 0 0,0 2 1 0,12 23-2 0,0 0 1 0,0 23 0 0,1 38 0 0,10-14 0 0,1 25-1 0,11-26 1 0,-11-9 1 0,-12-13 0 0,0-24 1 0,12-11 0 0,-12-39-1 0,0 4 0 0,23-2 0 0,1-13-1 0,-13 3-1 0,13 22 2 0,-23 25-2 0,22 70-1 0,-12 60 1 0,-10 13 1 0,-13-38 0 0,12-58 0 0,-1-11-2 0,25-25-56 0,-24 0 1 0</inkml:trace>
  <inkml:trace contextRef="#ctx0" brushRef="#br0" timeOffset="24">21196 8382 28 0,'0'0'10'0,"13"-25"-4"0,-1-9 0 0,-24-14 3 0,-1 12-2 0,-23 12-2 0,13 11-1 0,-12 3-2 0,11 20 1 0,-12 27 6 0,11 10-4 0,2 13-4 0,12 1 1 0,11-3-2 0,0-22 1 0,11-12 0 0,1-12 1 0,12-37-1 0,12-9 0 0,0-26 0 0,-14 24-2 0,3 11 2 0,-14 25-1 0,2 0-1 0,-1 25 0 0,-1 0 1 0,2-2 1 0,22-12-1 0,13-11-1 0,12-23 1 0,-13-13 1 0,1-12-1 0,-24 0 0 0,0 1 0 0,-1 10-1 0,-23 37 1 0,0 37-1 0,0 47 4 0,12 23-2 0,12 46-1 0,-12-9 2 0,-1-25-2 0,-22-22 2 0,-14-26-1 0,-11-60 2 0,-10-35 0 0,-26-84 0 0,60 26-3 0,12-37-2 0,36-24-2 0,36 35 0 0,-1 37 3 0,1 12 1 0,-14 11-1 0,-22 24 1 0,-23 24-1 0,-13 36 0 0,0 23 3 0,12 1-3 0,11-13 2 0,-11-23 0 0,24-36 1 0,-24-23-2 0,0-37 1 0,-12 1-1 0,-12-2 0 0,-12 39 0 0,0 10 1 0,12 24-2 0,-11 24 0 0,-2 23 0 0,25 13 2 0,13-1-2 0,34-36 1 0,13-23 0 0,-1-11 1 0,1-36-1 0,0-13-1 0,-14 13 0 0,-21-14 2 0,-1 27-1 0,-24-3 0 0,0 26 0 0,0 11 1 0,-13 0-2 0,2 11 1 0,-1 1-1 0,12 24 1 0,12-24 0 0,24 12 0 0,11-12-1 0,-10 13 2 0,-26 9-3 0,12 3 2 0,-23-14 2 0,0 13 0 0,0-24-3 0,25-1 1 0,-2-11 0 0,13-11 0 0,12-13 1 0,-14-12-4 0,15-25 3 0,-26 15 0 0,2 21 0 0,-25 25 0 0,0 0 0 0,-12 50 0 0,-1-4 0 0,2-10 0 0,35 0 3 0,0-12-4 0,10-24-1 0,2-12-22 0,-23-24-15 0,-1 0-5 0</inkml:trace>
  <inkml:trace contextRef="#ctx0" brushRef="#br0" timeOffset="25">22553 7871 19 0,'0'-25'22'0,"0"25"-56"0</inkml:trace>
  <inkml:trace contextRef="#ctx0" brushRef="#br0" timeOffset="26">21566 7965 84 0,'-36'-23'1'0,"72"23"-70"0</inkml:trace>
  <inkml:trace contextRef="#ctx0" brushRef="#br0" timeOffset="27">22768 8334 40 0,'-23'-11'17'0,"23"-13"-4"0,23-23-10 0,25-37-1 0,12 0-1 0,-24-35-2 0,-14-35 3 0,-22 11-1 0,0 70-2 0,0 27 1 0,0 34 0 0,-10 36-1 0,-14 35 4 0,0 48-4 0,0 24 1 0,12 0 0 0,24-23-1 0,12-24 1 0,0-50 1 0,23-22 0 0,12-37 0 0,-10-33-1 0,-2-14 0 0,-11 26 0 0,-12 21 0 0,-24 13 1 0,0 12 1 0,-13 37 0 0,13 9-2 0,13-10 1 0,10-36 2 0,13-36 0 0,0 1-2 0,-12 11-1 0,-11 48 2 0,-13 70 6 0,0 50-1 0,0-12-3 0,0-50-2 0,-13-34 0 0,-11-36-8 0,-36-12-52 0,25-12 11 0</inkml:trace>
  <inkml:trace contextRef="#ctx0" brushRef="#br0" timeOffset="28">23042 7821 80 0,'37'-71'26'0,"81"0"-13"0,2 24-11 0,-50 10-4 0,-45 37 3 0,-13 13-2 0,-49 47-32 0,-10-12-38 0</inkml:trace>
  <inkml:trace contextRef="#ctx0" brushRef="#br0" timeOffset="29">21816 9132 30 0,'0'-59'18'0,"12"23"-9"0,12 36-2 0,0 82 4 0,11 26-4 0,1-11 0 0,0-51-1 0,-12-34 4 0,-12-70-2 0,-2-26 1 0,15-12-6 0,11 13-5 0,11 23-28 0,-11 36-60 0</inkml:trace>
  <inkml:trace contextRef="#ctx0" brushRef="#br0" timeOffset="30">22304 9001 37 0,'-12'13'6'0,"12"58"3"0,12 13-6 0,-12-38 9 0,12-21-2 0,24-14-4 0,0-35-4 0,-1-23 0 0,-23-14-1 0,-12-10 1 0,-35 24-1 0,-1 35-1 0,0 24 0 0,12 24 0 0,0 23 0 0,48 1-1 0,24-24 1 0,0-13 1 0,23-35-1 0,0-35 0 0,12-36 0 0,-23-13 1 0,-11-35 0 0,-26 23 0 0,-23 26-1 0,11 34 0 0,-11 36-1 0,0 36-1 0,0 60 3 0,-11 11-1 0,11-1 1 0,24-10-1 0,-1-24 0 0,25-24 1 0,0-24 1 0,-1-36-1 0,25-36-3 0,-36-11 1 0,-1 11 3 0,-12 12-2 0,-23 25 0 0,0 12-1 0,0 22 1 0,0 12 0 0,0 14 1 0,0-3-2 0,25 16 1 0,11-29 0 0,11 16 0 0,13-37 0 0,-13-12 1 0,12-34 0 0,1-4-1 0,0 3-1 0,-24 35 0 0,-13 12 2 0,-23 36-1 0,0 0 2 0,-11 1 0 0,-1-26 0 0,-12-1 0 0,12-10 0 0,12-46-1 0,23-2 0 0,13-11-2 0,12 36 0 0,0 10 0 0,-1 26 1 0,-11 21 0 0,0 3-1 0,0-3 1 0,-1-9 1 0,24-13 0 0,1-12-1 0,12-37 1 0,-13 3-1 0,-11-14 0 0,1 12 0 0,-38-12 0 0,-11 1 1 0,-24 0-1 0,12 22 0 0,-24 13-2 0,12 24 3 0,-11 13-2 0,10 9 1 0,2 3 0 0,10-14 0 0,13-12 0 0,13 2 1 0,23-26-1 0,11 38-1 0,-11 82 0 0,0 48 1 0,-36 12 3 0,-24-72-1 0,-12-47-2 0,-23-38-30 0,-37-44-47 0</inkml:trace>
  <inkml:trace contextRef="#ctx0" brushRef="#br0" timeOffset="31">23757 8382 54 0,'-12'0'1'0,"-1"12"-10"0,13 1-31 0</inkml:trace>
  <inkml:trace contextRef="#ctx0" brushRef="#br0" timeOffset="32">22459 8738 122 0,'-49'-11'5'0,"121"11"-13"0,143-35-34 0,-85-1-18 0</inkml:trace>
  <inkml:trace contextRef="#ctx0" brushRef="#br0" timeOffset="33">24269 8430 110 0,'0'-60'39'0,"0"47"-41"0,23 26-110 0</inkml:trace>
  <inkml:trace contextRef="#ctx0" brushRef="#br1" timeOffset="34">16767 10275 48 0,'0'0'0'0,"-36"0"24"0,24-13-13 0,0 2 17 0,1-1-11 0,11 12-11 0,47-11 3 0,60 11 0 0,12-12-3 0,0 12-2 0,-35 0-1 0,-36 0-2 0,-25-12 2 0,-35-1 1 0,-58 13-2 0,-14 0 2 0,-24 0-1 0,12 13-3 0,2-13 0 0,34 24 1 0,37-13 0 0,23 1-1 0,47-12 2 0,47-12-2 0,15 12 1 0,-26-11-1 0,-35 11 1 0,-25 0 0 0,-35 0 2 0,-47 11-1 0,-36-11-1 0,-12 0 0 0,11 12-1 0,25-1 1 0,82-11 0 0,49-11-1 0,46 11 0 0,3 0 0 0,-26 0 1 0,-24 0-1 0,-23 0 2 0,-36 0 0 0,-59 0-1 0,-37 11-1 0,-36 14 1 0,14 0-1 0,70-25 0 0,37 0 0 0,70-13 0 0,49 1 1 0,-1 0-1 0,-36-1 0 0,-35 2 1 0,-25 11-31 0,-22 11-106 0</inkml:trace>
  <inkml:trace contextRef="#ctx0" brushRef="#br1" timeOffset="35">16862 10262 7 0,'0'0'27'0,"0"-11"4"0,0 11-12 0,0-12-11 0,0 24-3 0,0-12 0 0,0 0-2 0,-12 11 1 0,12-11 0 0,-13 13 4 0,-8-13-4 0,8 0 1 0,-11 0 0 0,12-13-2 0,0 2-1 0,0 11-1 0,-12 0-1 0,1-12 1 0,-2 1 1 0,2-1 0 0,-1-13 0 0,1 14-1 0,-1-1 0 0,0-12 0 0,-1 12-1 0,2-13 2 0,-1 4-1 0,12-16 1 0,-1 13-1 0,3 1-1 0,-2-14 1 0,0 3 1 0,0 9-2 0,12-11 1 0,0 1 0 0,0-1-1 0,12-12 0 0,0 13 1 0,-12-1 1 0,12 0-1 0,11 13 0 0,-11-2-1 0,12-10 1 0,-1 11 0 0,-10 0-1 0,23 0 2 0,-12-11-2 0,10 10 2 0,-9 14-1 0,11-1 0 0,-13 1 0 0,25-2-1 0,1 1 0 0,-3 12 0 0,1 0 1 0,2 0-1 0,-14 0 0 0,1 0 1 0,12 12-1 0,-13 1 0 0,1 10 0 0,-12 1 1 0,-1-12-1 0,2 11 0 0,-14 0 0 0,1 2-1 0,12 0 0 0,0 9 1 0,-12 3 0 0,12-3 0 0,-12-9 0 0,0 11 1 0,-12 11-1 0,10-11 1 0,-10 0-1 0,0 10 2 0,0-21 0 0,-10 11 0 0,-2 11-1 0,0-23 1 0,-12-1-1 0,12 2-1 0,-12 0 2 0,0-4 0 0,1 4-2 0,11 0 1 0,-1-14 0 0,-10 12-1 0,12-10 2 0,-14-1-2 0,13-12-1 0,-12 12-34 0,1 11-90 0</inkml:trace>
  <inkml:trace contextRef="#ctx0" brushRef="#br1" timeOffset="36">15743 9621 65 0,'-24'0'21'0,"0"0"-1"0,12 0 10 0,1 0-17 0,-2 0-10 0,37 0 5 0,36-13 2 0,35 1-7 0,-1 0 1 0,-9 1-2 0,-38-1 1 0,-23 12 1 0,-24 0 1 0,-47 0-4 0,-49 12-1 0,1 11 1 0,11-11 0 0,48 1 0 0,36-13-1 0,49-13 1 0,58-11 1 0,24-10-1 0,-37 21 0 0,-45 1 1 0,-26 0 1 0,-59 12-1 0,-47 24-1 0,-24-11-1 0,24 10 0 0,47-12-15 0,60 13-142 0</inkml:trace>
  <inkml:trace contextRef="#ctx0" brushRef="#br1" timeOffset="37">19292 10383 75 0,'0'0'0'0,"-36"-25"25"0,36 13-23 0,12 1 15 0,0-12 3 0,35 10-10 0,25-11-4 0,11 0-4 0,-47 24-1 0,-25 0 0 0,-45 11 1 0,-50 14-1 0,-35-13 3 0,23 1 0 0,25-2-2 0,35-11-1 0,36 0 2 0,72 0 0 0,10-11-2 0,14-14-1 0,-36 13 1 0,-37 12 0 0,-59 0 1 0,-47 12 0 0,-24 0 2 0,36-12 0 0,47 0-3 0,60-24-35 0,11 11-77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863"/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8872 8192 27 0,'-24'0'36'0,"12"35"-31"0,12 1 2 0,24 0 6 0,0-12 5 0,12-24 2 0,10-24-3 0,51-36-12 0,45-48-24 0,1 26-79 0</inkml:trace>
  <inkml:trace contextRef="#ctx0" brushRef="#br0" timeOffset="1">12039 8275 43 0,'0'0'10'0,"-36"-12"4"0,61 83-7 0,34-23-4 0,36-48 5 0,35-71-3 0,85-48-22 0,-36 24-46 0</inkml:trace>
  <inkml:trace contextRef="#ctx0" brushRef="#br0" timeOffset="2">15826 8239 71 0,'-12'13'11'0,"24"46"-4"0,94-47-3 0,98-96-1 0,82-83-34 0,-120 84-15 0</inkml:trace>
  <inkml:trace contextRef="#ctx0" brushRef="#br0" timeOffset="3">19280 8370 91 0,'-12'0'28'0,"-49"-13"-26"0,86 38-2 0,82-84 1 0,83-62-2 0,108-55-101 0</inkml:trace>
  <inkml:trace contextRef="#ctx0" brushRef="#br0" timeOffset="4">15433 6251 34 0,'-46'-36'21'0,"33"24"-19"0,13 1-1 0,13-2 8 0,10 1 9 0,24 0-2 0,25-11-7 0,35 12 0 0,23-2-3 0,26 1-1 0,33 12 0 0,15 0-1 0,34 12-5 0,0-12 1 0,0-12 0 0,12 12-1 0,-12 0 2 0,-11 0 1 0,-25 0-3 0,-48 0 0 0,-46 0 3 0,-37 0 6 0,-48 0-4 0,-23 0 3 0,-11 0-5 0,-14-12 1 0,3 12-4 0,-2 0-31 0,-24 37-87 0</inkml:trace>
  <inkml:trace contextRef="#ctx0" brushRef="#br0" timeOffset="5">8193 12632 13 0,'0'0'41'0,"-12"0"-23"0,12 0-6 0,0 0 29 0,12-11-33 0,12-12-3 0,-12 10 0 0,-1 13-4 0,25 0 3 0,0 0-1 0,24-12 0 0,11 0 1 0,13-1 1 0,23 13-1 0,12 0-1 0,-12 0-3 0,-1-11 1 0,14-1 1 0,-1 1 0 0,0-1 0 0,1 12 0 0,-38-12 0 0,-22 12-2 0,-36 0 4 0,-12 0-1 0,-12 0-1 0,0 0 2 0,11 0-7 0,38 12-134 0</inkml:trace>
  <inkml:trace contextRef="#ctx0" brushRef="#br0" timeOffset="6">11062 12644 55 0,'-11'-12'13'0,"-25"1"-8"0,12-1-5 0,13-12 17 0,-1 24-7 0,12 0 1 0,0-12 3 0,0 12-5 0,0 0 15 0,36 0-16 0,35-12-2 0,12 12-2 0,13-13-1 0,11 2-1 0,11 11 0 0,14-12 0 0,-1 12 1 0,0 0-2 0,-12 12 1 0,0-12-1 0,12 0 1 0,-12 0-2 0,-23 11 1 0,-37-11 2 0,-12-11 1 0,-23 11 1 0,-12-12-1 0,0 12-2 0,-12 0 0 0,12 0-1 0,0-11 0 0,12 11 0 0,10 11-42 0,-21 12-74 0</inkml:trace>
  <inkml:trace contextRef="#ctx0" brushRef="#br0" timeOffset="7">15326 12598 37 0,'-36'-13'45'0,"1"13"-41"0,11 0 9 0,24 0 7 0,-12 0-12 0,12 0 1 0,12 0 5 0,47 0-5 0,38-12-2 0,33 0 0 0,25-1-2 0,11 13-1 0,0 0-3 0,-10 13 0 0,-37-1 0 0,-12-12 0 0,-24-12 1 0,1-1 2 0,-2 13-1 0,-21-11-1 0,-26 11 0 0,-11 0-1 0,12 0-8 0,59 0-48 0,12 11-59 0</inkml:trace>
  <inkml:trace contextRef="#ctx0" brushRef="#br0" timeOffset="8">18422 12537 87 0,'0'0'0'0,"-59"-12"20"0,23 24-18 0,36-12 12 0,0 0-5 0,47 0-2 0,37-12-1 0,47 12-2 0,24-11 1 0,12-1 1 0,11 12-3 0,-24 0 1 0,-11 0 0 0,-23-12 0 0,-25 12 1 0,-11 0-2 0,-25 0-1 0,0 0 1 0,1 0 0 0,-13 0-1 0,-22 0 1 0,-2-13-1 0,-11 2-1 0,12-1-1 0,0 1 1 0,13-14 0 0,-3 13-1 0,2-1 0 0,24 3 0 0,-26 10 0 0,2-11-18 0,-23 32-105 0</inkml:trace>
  <inkml:trace contextRef="#ctx0" brushRef="#br0" timeOffset="9">14659 15419 79 0,'-13'0'7'0,"-58"12"9"0,35-12 18 0,36-12-10 0,0 0-17 0,49-25-1 0,70-34 1 0,48-13-1 0,11 26-1 0,25-2-4 0,-25-11 1 0,-11 23-3 0,-48 0 5 0,-36 13-3 0,-35-1 3 0,-12 11 0 0,-24 2 0 0,-12 12-1 0,-24-1-1 0,-24 0-2 0,1 12 0 0,-13-13 0 0,-23 2 1 0,70 11-1 0,13 0 0 0,72-12 0 0,-1 24-1 0,-23 36 0 0,-36 11 1 0,-12-23 0 0,-35-1 1 0,-13 1-6 0,12 12-43 0,36-12-75 0</inkml:trace>
  <inkml:trace contextRef="#ctx0" brushRef="#br0" timeOffset="10">16456 14574 122 0,'0'0'0'0,"-22"-25"25"0,10 61 2 0,-24 48-12 0,12-1-10 0,11-35 0 0,2-14 0 0,11-34 3 0,-23-23-3 0,23-36-3 0,0-24 0 0,34-12-1 0,3-1 0 0,-13 25-1 0,12 23 0 0,-13 24 0 0,0 37-1 0,-10 58 1 0,10 24 1 0,2-12-1 0,-25-22 2 0,11-40 0 0,-11-21 2 0,13-21 1 0,-2-40-3 0,2 13-1 0,10 13-1 0,-12-1 1 0,25-23-1 0,0 11 0 0,0 25 1 0,0 23-2 0,-12 71-1 0,-24 36 1 0,13 0 1 0,-13-24 0 0,0-36 2 0,0-22-1 0,0-25 1 0,21-12-15 0,15-12-76 0,-23 12-4 0</inkml:trace>
  <inkml:trace contextRef="#ctx0" brushRef="#br0" timeOffset="11">17148 14359 77 0,'0'0'0'0,"13"-36"32"0,-2 1 9 0,12 11-17 0,-23 37-14 0,13 33 1 0,10 38-2 0,-11 12-2 0,24-25-1 0,0 0-2 0,-24-12 0 0,12-23 0 0,-14-24-1 0,3-12 2 0,10-36-1 0,26-35-1 0,11-37-1 0,-13-10-1 0,-11 58 0 0,-24 12 0 0,11 14-1 0,-23 9 0 0,12 13 0 0,0 24-22 0,-12 59-143 0</inkml:trace>
  <inkml:trace contextRef="#ctx0" brushRef="#br0" timeOffset="12">14838 15740 110 0,'-36'-36'11'0,"24"24"3"0,36 12 9 0,59 0-12 0,47 48-5 0,38 0 0 0,-1 11-2 0,-12 0-2 0,-49-22-2 0,-22-26 3 0,-36-22 2 0,-24-1-1 0,-12-36-1 0,-24 0 0 0,-24 1-1 0,0-13 0 0,12 12 1 0,24 37-2 0,24 11-2 0,24 48 0 0,-1 47-1 0,-35-12 3 0,-60-24 2 0,-35 14-5 0,23-39-52 0,60-10-58 0</inkml:trace>
  <inkml:trace contextRef="#ctx0" brushRef="#br0" timeOffset="13">16505 15657 58 0,'0'-24'18'0,"12"-13"19"0,-1 14 2 0,-11 0-19 0,13 23-11 0,-1 35 0 0,-1 49-2 0,2 11 1 0,-2 0-3 0,13-11-2 0,-12 0 0 0,-12-26 0 0,0-34-1 0,11-12 1 0,2-35 2 0,10-48-3 0,13-2-1 0,0 14 1 0,24-48-1 0,-13 95-2 0,-11 24 0 0,12 59 0 0,-13 13 0 0,12-13 1 0,-22-35 0 0,22-13 0 0,-23-11 1 0,12-47 1 0,0-49 0 0,-12-23 1 0,-12 12-2 0,-1 11-1 0,1 37 1 0,-12 23-1 0,0 61-50 0,24 9-113 0</inkml:trace>
  <inkml:trace contextRef="#ctx0" brushRef="#br0" timeOffset="14">17791 15657 69 0,'0'0'18'0,"12"0"18"0,-12 12-10 0,11-1-9 0,-11-11 0 0,13 0-7 0,-1-23-3 0,0-13-2 0,-12 11-2 0,0-9 0 0,-12-3 0 0,0 14 0 0,-12 23 0 0,-12 12-3 0,-23 47 1 0,-13 60-2 0,12 11 3 0,49-21-3 0,47-38 1 0,59-23 1 0,12-37 0 0,-12-34 1 0,-36-13 0 0,-11 0 0 0,-36 13-1 0,0-1 0 0,-12 24-23 0,24 12-139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878"/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10944 3131 40 0,'-25'-12'34'0,"14"12"-25"0,22-12-4 0,14 1 10 0,-1-1-5 0,36 12-4 0,10 0-1 0,14-11-1 0,23 11 1 0,0-13 0 0,12 13-1 0,13 0-1 0,-13 0-1 0,11 0 0 0,-10 0 1 0,23 0-2 0,10 0-1 0,15 0 2 0,-1 0-1 0,22-12-1 0,-8 12 0 0,-3-12 2 0,36 12-2 0,-25-13 0 0,-10 2 0 0,0 11 2 0,0 0 1 0,-24 0-3 0,-12 0 1 0,-37 0-1 0,-21 0 1 0,-38 0 1 0,-23 0 3 0,-24 0 1 0,0-12-3 0,0 12-3 0,-24 0 1 0,-12-11-1 0,36 11-133 0</inkml:trace>
  <inkml:trace contextRef="#ctx0" brushRef="#br0" timeOffset="1">4799 11621 93 0,'-23'-11'10'0,"12"11"-4"0,-2 0 18 0,13 0-5 0,24 0-5 0,35 0-5 0,48-13-2 0,36 1 3 0,36 0-3 0,23 12 0 0,2 0-4 0,-27 0 0 0,-34-13-4 0,-12 13 4 0,-71-11-2 0,-26-1 1 0,-9 12-3 0,-25 0-11 0,-12 0-42 0,-11 0-44 0</inkml:trace>
  <inkml:trace contextRef="#ctx0" brushRef="#br0" timeOffset="2">4620 11715 93 0,'-36'0'22'0,"13"13"-17"0,23-13 18 0,36 0-5 0,23 12-7 0,37-12 1 0,47-12 2 0,47-12-5 0,35 12-6 0,3-12 0 0,-26 12-3 0,96-13 3 0,-203 15-3 0,-23 10 1 0,-49 0-1 0,-23 0 1 0,-13 0-44 0,-21 10-75 0</inkml:trace>
  <inkml:trace contextRef="#ctx0" brushRef="#br0" timeOffset="3">4502 11728 56 0,'-12'12'29'0,"12"-12"-12"0,12-12 12 0,23 12-8 0,37-24-6 0,47 1-5 0,24-2 0 0,35 13-4 0,37-11-2 0,-1 12-3 0,1-2 0 0,-38 13 1 0,-34 0-2 0,-35 0 2 0,-24-12-2 0,-25 12 2 0,-11-12-2 0,-13 12 2 0,-24 0-5 0,-11 0-49 0,-11 0-37 0</inkml:trace>
  <inkml:trace contextRef="#ctx0" brushRef="#br0" timeOffset="4">4502 11704 113 0,'0'0'0'0,"-36"0"6"0,36 0 3 0,24 0 17 0,36 0-11 0,23-23-8 0,83-2 1 0,13 0 2 0,35 15-5 0,13-14-4 0,-37 12 1 0,1 12-2 0,-12-12 2 0,-49 12-2 0,-34-13 1 0,-50 13-1 0,-21-11 1 0,-14 11-1 0,-11 0 1 0,13 0-2 0,-1 0 1 0,12 0-5 0,-13 0-13 0,-34 0-40 0,11 0-4 0</inkml:trace>
  <inkml:trace contextRef="#ctx0" brushRef="#br0" timeOffset="5">4668 11715 64 0,'-23'0'52'0,"34"0"-49"0,61-11 11 0,47-12 1 0,60-2-1 0,35 13-5 0,24-11-4 0,11 12-3 0,-22 11-1 0,-36 0 2 0,-60-13 4 0,-24 1 1 0,-60 0 1 0,-22-1-1 0,-14 2-3 0,-22-1-3 0,11 1-4 0,-12 22-62 0,12-11-47 0</inkml:trace>
  <inkml:trace contextRef="#ctx0" brushRef="#br0" timeOffset="6">13004 10693 12 0,'0'-13'17'0,"13"1"11"0,-13 0-7 0,0-1-5 0,11 13 4 0,-11 0-2 0,0-11-3 0,0 11-4 0,0-12-2 0,-11 12-3 0,11 0-1 0,0 0-3 0,0 12 0 0,0 24 2 0,0 0-2 0,0-1 0 0,0 1-1 0,0 12 4 0,0-2-4 0,0 4-1 0,0-16 2 0,-13 3 0 0,1-3-2 0,12-9 1 0,-12 0 1 0,12-14-1 0,0-11 1 0,0 12-3 0,24-12 1 0,12 0 2 0,0 0-2 0,11 0 0 0,-11 0 2 0,0-12 0 0,-14 12-2 0,3-11 0 0,-25 11 1 0,11 0-4 0,-11 0-120 0,0 0 52 0</inkml:trace>
  <inkml:trace contextRef="#ctx0" brushRef="#br0" timeOffset="7">13504 10775 50 0,'0'0'0'0,"0"-24"55"0,12 24-34 0,0 47 0 0,-24 14-8 0,0-1-1 0,0-37-5 0,0-12-4 0,12 2-2 0,0-1-1 0,0 0 2 0,0-12-1 0,0 11 0 0,0-11 0 0,0 0 5 0,0-11-7 0,-12-13 2 0,1 11 0 0,-1-10-2 0,-1-13 4 0,13 1-3 0,0-1 1 0,-11-12-2 0,-1-11 4 0,12 11-2 0,0 12-1 0,0-24 1 0,23 26-1 0,-10-3 0 0,22 14 0 0,1 23-1 0,-12 0 0 0,0 35 1 0,-11-10 0 0,-13-2 1 0,0 1 0 0,-37 11-1 0,1-12 1 0,0 2-1 0,13-13 1 0,10 1-1 0,2-2 0 0,11 1 0 0,11 23-1 0,49 12-2 0,0 14 3 0,11-1 0 0,-24-13 1 0,2-23 2 0,-2-13 1 0,-23-11-2 0,-24 0-4 0,-13 12-43 0,13 12-76 0</inkml:trace>
  <inkml:trace contextRef="#ctx0" brushRef="#br0" timeOffset="8">16434 10894 11 0,'0'-12'11'0,"0"-1"7"0,0 3-4 0,0-1-7 0,12-2 1 0,-12 1 5 0,0 0-1 0,10-1-3 0,-10 13-7 0,0 37 1 0,0 47 2 0,0 10 1 0,0-10 0 0,0-25-3 0,-10-23 1 0,10-24-1 0,0-12-2 0,0 0 2 0,0-12-11 0,-12-1-18 0,0 2-28 0,12-1 12 0</inkml:trace>
  <inkml:trace contextRef="#ctx0" brushRef="#br0" timeOffset="9">16434 10823 31 0,'0'-25'16'0,"0"14"-4"0,12-1 4 0,-2 1-4 0,39-2-2 0,10 26-2 0,1-2-3 0,0 37-2 0,11 23-1 0,-23-12 0 0,-24 12 0 0,-24-21 3 0,-36 8 2 0,-24-22-2 0,0-25-1 0,13 2-1 0,11-1-5 0,25-12 3 0,-2-12-16 0,13 12-27 0</inkml:trace>
  <inkml:trace contextRef="#ctx0" brushRef="#br0" timeOffset="10">17052 10787 22 0,'-23'0'4'0,"23"-12"6"0,-13 1 14 0,26-14-9 0,23 25-5 0,11-12-3 0,25 1-2 0,-2 11-1 0,3 0-2 0,-39-12 1 0,2 12 0 0,-36 0-1 0,0 0 1 0,-23 0-2 0,-12 0-1 0,-1 0 1 0,12 0-1 0,-1-11 3 0,25 11-2 0,-11 11 0 0,-1 49 1 0,12 24 0 0,0-2 3 0,12-11-1 0,-12-23 1 0,0-23-2 0,0-14 1 0,0-11-1 0,0-11 0 0,0-2-3 0,0 13 1 0,-12-12-4 0,1 12-20 0,-1 12-38 0,12-12 12 0</inkml:trace>
  <inkml:trace contextRef="#ctx0" brushRef="#br0" timeOffset="11">21733 10632 18 0,'0'-12'12'0,"0"-36"10"0,12 25-1 0,-12-1-5 0,0 12-3 0,0 37-2 0,-12-2-7 0,12 36-1 0,0 25-1 0,0-13 0 0,0-11 1 0,0-36 0 0,0-1 1 0,0-23-4 0,0 0 0 0,0 0 2 0,12 0-2 0,-12-13-5 0,0 13 0 0,0 0-9 0,0 0-20 0,11 0-20 0,-11 0 33 0</inkml:trace>
  <inkml:trace contextRef="#ctx0" brushRef="#br0" timeOffset="12">21626 10525 60 0,'0'0'6'0,"0"0"5"0,35 24 4 0,13 24 2 0,23 23-9 0,14-46-4 0,-15 9-3 0,-10-10 0 0,-13 0-7 0,-11-12-28 0,-13-12-14 0,-23 0 14 0</inkml:trace>
  <inkml:trace contextRef="#ctx0" brushRef="#br0" timeOffset="13">22090 10513 24 0,'0'0'0'0,"-12"-46"36"0,12 33-12 0,-13 60-8 0,13 49-6 0,0-13-5 0,13-24-4 0,10-23-30 0,-10-13-51 0</inkml:trace>
  <inkml:trace contextRef="#ctx0" brushRef="#br0" timeOffset="14">22304 10572 49 0,'0'0'1'0,"12"-11"4"0,12 47 19 0,-24 10-3 0,-12 4-11 0,0-16-7 0,12 3-2 0,0-26 1 0,0 1-4 0,0-12-1 0,0-23 0 0,0-14 3 0,-12 3 0 0,12-3-1 0,0-10 1 0,0 10 0 0,0 3 1 0,12 9 0 0,0-21 2 0,0 21-2 0,0 0-1 0,12 14 0 0,-24-1 2 0,24-12 0 0,-14 12-1 0,26 0 0 0,-11 12-1 0,-1 12 0 0,0 13 2 0,-12-2 0 0,-12 13 1 0,-24-11 0 0,-1 9-2 0,-11-22 2 0,36-12-2 0,0 0-2 0,25 25 1 0,23 34-1 0,-14 0 0 0,-34-11 1 0,-22-25 2 0,-27-11-1 0,-33 0 2 0,-2-24-24 0,12 0-88 0</inkml:trace>
  <inkml:trace contextRef="#ctx0" brushRef="#br0" timeOffset="15">22840 10680 118 0,'-13'-12'11'0,"13"0"-44"0,-11 12-52 0</inkml:trace>
  <inkml:trace contextRef="#ctx0" brushRef="#br0" timeOffset="16">12611 13465 61 0,'-12'-23'10'0,"0"-1"17"0,12 0 0 0,0 24-9 0,0 12-5 0,-12 36-2 0,0 24-5 0,1 11 1 0,11 12 1 0,-25-12-1 0,25-24-3 0,-11-22 0 0,22-13-2 0,25-14 1 0,24-10-1 0,10 0-1 0,2-10 1 0,-47 10-1 0,-13 0 0 0,0 0-60 0,23 10-61 0</inkml:trace>
  <inkml:trace contextRef="#ctx0" brushRef="#br0" timeOffset="17">13028 13680 102 0,'0'0'19'0,"-11"24"12"0,-2 24-13 0,1-1-11 0,12 0-3 0,12-22-1 0,-12 0 0 0,13-25 1 0,-13-13-1 0,0-11-2 0,-13-12 1 0,13-12-2 0,0 1 2 0,13-24-2 0,-2 0 1 0,1 0 0 0,12 10-1 0,-12 38 1 0,22 10-2 0,3 37-1 0,-1 24 2 0,-36 11 0 0,-36-11 2 0,-35-25 0 0,23-10 0 0,24-13-1 0,24 0-1 0,13 24 0 0,34 23-1 0,12-10 0 0,1 9 1 0,-13 2 0 0,-35-24 0 0,-1-12 2 0,-11-12-2 0,0 12-15 0,25-12-77 0,-14 0 35 0</inkml:trace>
  <inkml:trace contextRef="#ctx0" brushRef="#br0" timeOffset="18">13492 13871 113 0,'-12'0'13'0,"0"46"17"0,-11 15-11 0,35-13-16 0,-1-25-1 0,1-11-1 0,-24-1-67 0,12-11 1 0</inkml:trace>
  <inkml:trace contextRef="#ctx0" brushRef="#br0" timeOffset="19">16541 13287 65 0,'0'0'0'0,"0"-35"44"0,0 35-12 0,0 58-6 0,0 38-16 0,-13-24-5 0,13-1 0 0,0-23-1 0,0-12 1 0,13-12-1 0,10-13-1 0,25-11-1 0,24-23 0 0,-1-2-1 0,-23-9-1 0,-24 21-36 0,-1-11-102 0</inkml:trace>
  <inkml:trace contextRef="#ctx0" brushRef="#br0" timeOffset="20">16946 13465 84 0,'-12'0'16'0,"12"50"16"0,-12-16-3 0,12-10-18 0,0-24-3 0,0-24-3 0,-13-23-2 0,-10-24-1 0,-1-25-1 0,24-11 0 0,36 24 0 0,35 35-2 0,-11 48 0 0,-1 37 1 0,-59-3 0 0,-59-10 1 0,10-24 1 0,49 0-3 0,13 47 1 0,23 24-1 0,0 13 1 0,-1-24-1 0,1-24-7 0,12-11-63 0,-12-25-26 0</inkml:trace>
  <inkml:trace contextRef="#ctx0" brushRef="#br0" timeOffset="21">17351 13454 61 0,'0'0'9'0,"35"0"27"0,25 24 4 0,-37 24-18 0,-23 12-7 0,-23-26-3 0,10 14-6 0,13-25-1 0,49 2-2 0,22-25 0 0,0-12-2 0,-59 12-30 0,0 0-96 0</inkml:trace>
  <inkml:trace contextRef="#ctx0" brushRef="#br0" timeOffset="22">21697 13205 93 0,'0'-25'2'0,"12"25"25"0,-24 72 4 0,-48 36-19 0,13-3-6 0,47-44-3 0,47-38 1 0,36-11-2 0,13-24 0 0,-47-11 0 0,-26 12-18 0,36 11-116 0</inkml:trace>
  <inkml:trace contextRef="#ctx0" brushRef="#br0" timeOffset="23">22173 13360 91 0,'0'0'0'0,"-12"46"19"0,12 2 12 0,-11-12-17 0,11-11-7 0,0-25 0 0,0-25-1 0,0-23-4 0,0-11-1 0,0-37 0 0,23 1 0 0,48 37-1 0,-11 21 0 0,-12 61-1 0,-36 35 1 0,-48-11 2 0,-48-24-2 0,50-12 2 0,21-12-1 0,26 12-2 0,46 47 0 0,0 0 1 0,-11-11 0 0,-1-25-10 0,1-10-69 0,-37-13 27 0</inkml:trace>
  <inkml:trace contextRef="#ctx0" brushRef="#br0" timeOffset="24">22589 13394 57 0,'0'0'5'0,"13"-23"33"0,-1-13-5 0,12 24-16 0,11 12-8 0,1-13-2 0,-11 13-3 0,-14 13-1 0,-11 35 1 0,-11-1 0 0,-14-11-2 0,25 0-1 0,59-11-1 0,13 21 0 0,-48 13 0 0,-48-34 2 0,-71-2 2 0,0-11-1 0,59-12-9 0,119 11-166 0</inkml:trace>
  <inkml:trace contextRef="#ctx0" brushRef="#br0" timeOffset="25">11766 10538 104 0,'-12'-25'4'0,"0"25"-2"0,36 59 9 0,-12 25 12 0,11-13-6 0,-11-11-11 0,-1-24-5 0,-11-11 0 0,0-25-28 0,0-13-83 0</inkml:trace>
  <inkml:trace contextRef="#ctx0" brushRef="#br0" timeOffset="26">11813 10144 59 0,'-35'-12'3'0,"-49"0"3"0,12 24 13 0,-11 60-1 0,12 59-5 0,35 22-7 0,24 39-4 0,35-24-3 0,49-38 3 0,35-34 3 0,13-62-2 0,23-34-1 0,-12-71 1 0,-24-36 0 0,-48-59 0 0,-47-49 1 0,-47 24-1 0,-61 61 8 0,-47 70-5 0,-47 60-6 0,-13 48-10 0,83 11-104 0</inkml:trace>
  <inkml:trace contextRef="#ctx0" brushRef="#br0" timeOffset="27">11551 13515 63 0,'-12'0'1'0,"-23"-13"17"0,35 1 6 0,-12-13-9 0,24 2-3 0,-1 12-2 0,13-14-4 0,0 13-3 0,12 12 0 0,-13 0-2 0,2 12 1 0,-2 36 1 0,-11 0 1 0,0-14-1 0,-24 3 0 0,-12 10 1 0,-23-10 0 0,24-3-1 0,-2 3-1 0,1-24-1 0,12-2 0 0,0 1 0 0,12-12 2 0,12 0 0 0,24-12-2 0,0 12-1 0,12 0 1 0,-25 0-1 0,1 0 0 0,0 0 1 0,0 0-4 0,0 0-39 0,-12 0-88 0</inkml:trace>
  <inkml:trace contextRef="#ctx0" brushRef="#br0" timeOffset="28">11479 13276 68 0,'-47'-12'13'0,"-119"12"13"0,58 46-9 0,25 27-4 0,36 46-6 0,47 24-1 0,47-1-4 0,36-22 0 0,25-37 0 0,22-35 0 0,13-37-1 0,-12-46 2 0,-13-25-2 0,-21-23 1 0,-26-13 0 0,-24-11 1 0,-34-35 1 0,-49 10 1 0,-59 14 2 0,-36 47-3 0,-12 21-2 0,-12 29 0 0,12 42 1 0,12 52-12 0,0 70-72 0,108-120 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09.907"/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2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3906 5941 75 0,'-25'-35'13'0,"25"24"-2"0,0 11 4 0,36-25 1 0,25 13-6 0,46-1-2 0,60 13-2 0,-1 0-2 0,-118 0-3 0,214 0 3 0,24 25 1 0,-24-13-2 0,-13-12 1 0,-70-12 5 0,-36 12-1 0,-71-12-4 0,-49 12-3 0,-23 12-15 0,48 24-51 0,-12-26-8 0</inkml:trace>
  <inkml:trace contextRef="#ctx0" brushRef="#br0" timeOffset="1">7622 5845 102 0,'-36'-23'8'0,"24"23"0"0,107 23-5 0,95-10-2 0,12-1 5 0,-23-12 4 0,-70 0-1 0,-50 0-5 0,-48 12-4 0,-47 12-42 0,13-14-26 0</inkml:trace>
  <inkml:trace contextRef="#ctx0" brushRef="#br0" timeOffset="2">3048 8512 35 0,'-23'-23'57'0,"-1"23"-41"0,24 0-8 0,36 0 5 0,59-11-2 0,73-2-6 0,45-11 3 0,14-10-2 0,-61 21-2 0,-59 13 1 0,-83 0-2 0,-12 0-2 0,-37 24-23 0,14 23-92 0</inkml:trace>
  <inkml:trace contextRef="#ctx0" brushRef="#br0" timeOffset="3">6895 11037 60 0,'-24'-13'27'0,"13"13"-24"0,22 0 5 0,13 13 10 0,24-13-3 0,23 12-7 0,35-12-1 0,50-12-1 0,23-1-2 0,35 2 0 0,12 11-2 0,47-12-4 0,14 1 3 0,22-1 0 0,-10 12-1 0,-2 0 3 0,1 0-1 0,-12 23-2 0,-12-11 4 0,-36-1-3 0,-48 14 0 0,-35 0 0 0,-60-2 0 0,-23-12 1 0,-36 1-6 0,-60 36-52 0,-24-37-19 0</inkml:trace>
  <inkml:trace contextRef="#ctx0" brushRef="#br0" timeOffset="4">2595 12217 62 0,'-22'0'13'0,"-2"0"-2"0,12 0 10 0,24 0-4 0,0 23-5 0,11-12-5 0,37 1-2 0,47-24-2 0,48-11-1 0,36-1 0 0,23 0-2 0,24 11 1 0,-12-10 1 0,-23 12 0 0,-37-1 4 0,-46 12-2 0,-109 0-4 0,73-12 5 0,-25-1 2 0,-47 2-2 0,-12-1-2 0,0 12-2 0,0-11-1 0,-12-2 0 0,12 13 0 0,12 0-2 0,-1-12 1 0,2 12 0 0,-1 0 1 0,-1 0 0 0,-11 0-1 0,0-12 1 0,0 12-2 0,-11-13 1 0,11 13 0 0,0 0-1 0,-12 0 1 0,12 0-5 0,-13 0 0 0,26 0-5 0,-13 0 8 0,0 0-5 0,12 0-11 0,-1 0-74 0</inkml:trace>
  <inkml:trace contextRef="#ctx0" brushRef="#br0" timeOffset="5">12099 13823 14 0,'0'0'9'0,"0"-24"14"0,0 12 1 0,0 0-9 0,-12 12-3 0,12-11-3 0,0 11-2 0,12 11 3 0,-12 13-3 0,0 12-2 0,0 12-2 0,0 11 0 0,12 13 0 0,0-14-1 0,0 26 1 0,1 12-1 0,-13 23-1 0,11 0-1 0,1-12 1 0,-1 0 1 0,12 0 1 0,-10 12-3 0,-1-11 1 0,0-2 0 0,0 26 0 0,0-25 0 0,0 12 1 0,0-12-1 0,0 12-1 0,-2 0 0 0,3 11 0 0,-13-9 2 0,12-16 1 0,-12-21 0 0,0 0-1 0,0-24-2 0,11-25 0 0,-11-11 1 0,0-12-15 0,-11-48-74 0,11 24 38 0</inkml:trace>
  <inkml:trace contextRef="#ctx0" brushRef="#br0" timeOffset="6">12063 13799 25 0,'0'-12'32'0,"-24"-11"-10"0,13 0-4 0,-1 10-6 0,-1-11-2 0,13 0 1 0,0 12-2 0,13 12-2 0,-13-11-4 0,35-1-1 0,25 0 1 0,11-1 0 0,25 2-1 0,-1-12 0 0,0 23-1 0,0-13 1 0,13 1 0 0,-1 12 0 0,0 0-2 0,0 0 0 0,11-12 0 0,-11 12-1 0,1 0 2 0,-1 0-1 0,1 0 1 0,-1 0-1 0,0 0 1 0,12 0-1 0,-11 0 1 0,-1 0 0 0,-24 0 0 0,0 0-1 0,-23 0 1 0,-1-13 0 0,13 13 0 0,-12 0-1 0,-1-10 1 0,12 10-1 0,-11 0 1 0,-12 0-1 0,-13 0 0 0,25 0 1 0,-12 0 0 0,-1 0-1 0,1 0 0 0,-2 0 0 0,-10 0 1 0,13 0-1 0,-13 0 0 0,-12 10 0 0,-1 3 0 0,-12-1 0 0,14 0 0 0,-1 1 0 0,-1 10 0 0,1-12 0 0,0 2 1 0,0-1-1 0,0 0 0 0,-11-12 0 0,10 0 0 0,-12 0 1 0,12 11-2 0,-23-11-11 0,-23 36-116 0</inkml:trace>
  <inkml:trace contextRef="#ctx0" brushRef="#br0" timeOffset="7">14969 13515 63 0,'12'0'3'0,"24"-13"4"0,46-11 22 0,50 24-17 0,-1-13-4 0,-12 2-1 0,-24 11-3 0,-12 0 0 0,-35 0 0 0,-12 0 0 0,0 11 0 0,-13 14 1 0,-11 0-1 0,12-4-2 0,-12 29 0 0,12-3 1 0,-12 11 0 0,0 15-1 0,0 22 0 0,10 13-2 0,3 10 3 0,-1 37-2 0,12 0 1 0,-24 24 0 0,12-13-1 0,-13 1 2 0,13-1-1 0,-12 1 0 0,-1-12 0 0,-11 0 0 0,0-25 0 0,0 12-1 0,0-10 1 0,13-13 1 0,-13-11-1 0,12-13 0 0,-12-24-1 0,0 1 1 0,-12-12-1 0,12-26 0 0,0 3-1 0,0-13-32 0,-36-1-111 0</inkml:trace>
  <inkml:trace contextRef="#ctx0" brushRef="#br0" timeOffset="8">12397 16609 39 0,'-24'0'5'0,"-24"0"3"0,25 12 17 0,11-12-9 0,12 24 0 0,12-1-7 0,23 14 1 0,12-14 3 0,60-12-2 0,25-11-5 0,59 13-1 0,-13-1-3 0,13-12 0 0,22-12 0 0,38-1 0 0,-60 13 0 0,59 13 0 0,-60-1-2 0,1-12 1 0,11 0 0 0,13 0 1 0,-2 0-1 0,-22 0-1 0,-24-12-1 0,-1-1 3 0,-10 2-2 0,-25-1 0 0,-12 1-1 0,-37-1 2 0,-33 12 5 0,-37-12 6 0,-12 12-5 0,0 0-8 0</inkml:trace>
  <inkml:trace contextRef="#ctx0" brushRef="#br0" timeOffset="9">15600 19038 255 0,'0'0'0'0,"23"-440"0"0,2-155 0 0,-1 214 0 0</inkml:trace>
  <inkml:trace contextRef="#ctx0" brushRef="#br1" timeOffset="10">13230 15977 14 0,'0'0'0'0,"0"0"25"0,0 0-19 0,0-23 28 0,0 12-7 0,0 11-8 0,12 23-4 0,-1 1-9 0,25 13-4 0,-11 9-2 0,-14-10 2 0,-11-13-5 0,0-23-30 0,0 0-35 0</inkml:trace>
  <inkml:trace contextRef="#ctx0" brushRef="#br1" timeOffset="11">13349 15919 60 0,'0'0'0'0,"-24"12"42"0,-12 59-8 0,13 0-21 0,-1-12-9 0,24-22-3 0,-12-25-32 0,24-12-64 0</inkml:trace>
  <inkml:trace contextRef="#ctx0" brushRef="#br1" timeOffset="12">13552 15954 49 0,'0'0'8'0,"0"-23"28"0,12 23-4 0,-12 23-16 0,24 0-9 0,11 14-5 0,-11-1-1 0,-1-13-25 0,-10-11-52 0,-1-12 41 0</inkml:trace>
  <inkml:trace contextRef="#ctx0" brushRef="#br1" timeOffset="13">13695 15966 44 0,'0'0'19'0,"-25"11"23"0,2 26-13 0,-1 10-18 0,-1-10-8 0,15-3-9 0,-1-21-35 0,11-1-38 0</inkml:trace>
  <inkml:trace contextRef="#ctx0" brushRef="#br1" timeOffset="14">13873 15954 66 0,'-12'0'22'0,"48"23"16"0,-11 27-32 0,-2-4-4 0,1 2 0 0,-1-24-10 0,-11-12-41 0,-12 0-23 0</inkml:trace>
  <inkml:trace contextRef="#ctx0" brushRef="#br1" timeOffset="15">14064 15990 29 0,'0'0'27'0,"-12"0"17"0,-25 12-8 0,-22 47-23 0,25-11-10 0,9-12-16 0,13-12-94 0</inkml:trace>
  <inkml:trace contextRef="#ctx0" brushRef="#br1" timeOffset="16">13409 15550 78 0,'0'-12'8'0,"12"-1"19"0,-1 26-6 0,37 34-13 0,12 1-5 0,-23-1-2 0,-16-23-8 0,4 0-33 0,-14-24-51 0</inkml:trace>
  <inkml:trace contextRef="#ctx0" brushRef="#br1" timeOffset="17">13670 15562 54 0,'-11'0'35'0,"-25"0"-1"0,-10 34-18 0,9 3-10 0,13 10-6 0,0-10-13 0,24-3-49 0,0-21 2 0</inkml:trace>
  <inkml:trace contextRef="#ctx0" brushRef="#br1" timeOffset="18">13802 15621 69 0,'0'-12'7'0,"11"24"20"0,14 24-11 0,10-1-13 0,1 13-2 0,11-12-76 0,-47-36 42 0</inkml:trace>
  <inkml:trace contextRef="#ctx0" brushRef="#br1" timeOffset="19">14015 15657 58 0,'0'0'0'0,"-46"12"43"0,22 11-15 0,1 25-22 0,-2-24-12 0,13 12-60 0,12-36 25 0</inkml:trace>
  <inkml:trace contextRef="#ctx0" brushRef="#br1" timeOffset="20">14183 16145 62 0,'0'0'0'0,"-12"12"37"0,24 12-11 0,35 11-18 0,1 2-7 0,11-3 1 0,-34-9-15 0,-2-13-84 0</inkml:trace>
  <inkml:trace contextRef="#ctx0" brushRef="#br1" timeOffset="21">14482 16193 72 0,'-13'0'26'0,"-23"10"13"0,-12 40-21 0,13-16-7 0,-14 14-8 0,26-12-4 0,-12 1-33 0,11-14-79 0</inkml:trace>
  <inkml:trace contextRef="#ctx0" brushRef="#br1" timeOffset="22">14646 16193 69 0,'0'0'12'0,"25"10"2"0,11 15 10 0,23 11-20 0,-11 12-2 0,-12-25-8 0,-25-11-58 0,-11-1 26 0</inkml:trace>
  <inkml:trace contextRef="#ctx0" brushRef="#br1" timeOffset="23">14886 16240 74 0,'0'0'0'0,"-36"0"40"0,-12 36-8 0,12 0-24 0,13-1-3 0,-13-11-25 0,11 0-97 0</inkml:trace>
  <inkml:trace contextRef="#ctx0" brushRef="#br1" timeOffset="24">14433 15895 63 0,'0'0'22'0,"12"11"8"0,25 26-17 0,-3 22-11 0,2-23-8 0,-24-24-52 0,-1-1 7 0</inkml:trace>
  <inkml:trace contextRef="#ctx0" brushRef="#br1" timeOffset="25">14552 15931 63 0,'0'0'0'0,"-36"0"37"0,2 12-11 0,-3 22-19 0,13-9-6 0,12 11-16 0,0-13-46 0,12-11 22 0</inkml:trace>
  <inkml:trace contextRef="#ctx0" brushRef="#br1" timeOffset="26">14874 15895 79 0,'0'-12'6'0,"0"1"25"0,35 34-11 0,13 25-14 0,0 11-4 0,-1-23-7 0,-23-13-60 0,-24-23 7 0</inkml:trace>
  <inkml:trace contextRef="#ctx0" brushRef="#br1" timeOffset="27">15088 15919 75 0,'0'0'0'0,"-48"12"37"0,1 23-9 0,23 13-21 0,-12-1-8 0,24 1-47 0,12-25-28 0</inkml:trace>
  <inkml:trace contextRef="#ctx0" brushRef="#br1" timeOffset="28">15242 16038 72 0,'13'-24'28'0,"22"24"5"0,1 24-22 0,12 23-10 0,-1 0-4 0,-24-22-48 0,-10-25-14 0</inkml:trace>
  <inkml:trace contextRef="#ctx0" brushRef="#br1" timeOffset="29">15481 16038 82 0,'-12'0'17'0,"-36"35"17"0,1 24-16 0,11-10-15 0,-12-14-25 0,36-23-78 0</inkml:trace>
  <inkml:trace contextRef="#ctx0" brushRef="#br1" timeOffset="30">15242 15562 78 0,'0'0'11'0,"0"-24"13"0,13 36 1 0,22 34-20 0,1 15-4 0,12-26-7 0,-24-10-53 0,-24-25 1 0</inkml:trace>
  <inkml:trace contextRef="#ctx0" brushRef="#br1" timeOffset="31">15410 15538 91 0,'-23'12'17'0,"-26"34"22"0,13 4-26 0,12-16-9 0,1-10-21 0,10 0-110 0</inkml:trace>
  <inkml:trace contextRef="#ctx0" brushRef="#br1" timeOffset="32">15278 15133 67 0,'0'0'0'0,"0"-12"22"0,24 12 10 0,12 60-22 0,13-1-8 0,-3-11-2 0,-22-25-21 0,-12-23-71 0</inkml:trace>
  <inkml:trace contextRef="#ctx0" brushRef="#br1" timeOffset="33">15469 15157 80 0,'-25'12'27'0,"-21"34"4"0,-2 4-17 0,36-16-11 0,-12-10-23 0,12-24-89 0</inkml:trace>
  <inkml:trace contextRef="#ctx0" brushRef="#br1" timeOffset="34">15481 14811 51 0,'0'0'0'0,"24"-11"11"0,0 22 13 0,11 49-16 0,13-1-8 0,-1-23 1 0,-11-24-24 0,-24-1-41 0</inkml:trace>
  <inkml:trace contextRef="#ctx0" brushRef="#br1" timeOffset="35">15696 14847 40 0,'-37'24'22'0,"1"12"-3"0,13-1-15 0,23 1-12 0,-13 0-64 0</inkml:trace>
  <inkml:trace contextRef="#ctx0" brushRef="#br1" timeOffset="36">15623 15441 52 0,'0'-10'8'0,"13"10"11"0,23 23-9 0,22 25-8 0,-9-12-1 0,-26-1-37 0,-11-35-17 0</inkml:trace>
  <inkml:trace contextRef="#ctx0" brushRef="#br1" timeOffset="37">15850 15466 47 0,'0'0'0'0,"-48"0"26"0,1 36-2 0,22 12-21 0,-10-2-4 0,-12 15-48 0,22-38 5 0</inkml:trace>
  <inkml:trace contextRef="#ctx0" brushRef="#br1" timeOffset="38">14897 15633 40 0,'0'0'3'0,"0"0"12"0,24 24 2 0,0 36-15 0,0-26-8 0,-12 3-61 0</inkml:trace>
  <inkml:trace contextRef="#ctx0" brushRef="#br1" timeOffset="39">15017 15704 47 0,'-24'13'10'0,"0"34"9"0,0-11-20 0,12-14-70 0</inkml:trace>
  <inkml:trace contextRef="#ctx0" brushRef="#br2" timeOffset="40">12540 15466 18 0,'0'-12'8'0,"0"-11"23"0,12 23-8 0,23 35-10 0,-11 37-6 0,24-14-6 0,-14-21-4 0,2-24-36 0,-23-26-17 0</inkml:trace>
  <inkml:trace contextRef="#ctx0" brushRef="#br2" timeOffset="41">12718 15419 33 0,'-12'0'10'0,"-35"22"18"0,-1 39-7 0,24-1-15 0,12-13-7 0,12-23-33 0,12-11-18 0</inkml:trace>
  <inkml:trace contextRef="#ctx0" brushRef="#br2" timeOffset="42">12575 15026 2 0,'12'0'8'0,"-12"-12"6"0,0 0-11 0,0 24-29 0</inkml:trace>
  <inkml:trace contextRef="#ctx0" brushRef="#br2" timeOffset="43">12611 15383 45 0,'-12'0'18'0,"-12"24"8"0,1 10-18 0,34-9-5 0,13 0 0 0,12-25 0 0,12-13-1 0,-36 1 1 0,-12 12 5 0,-36 0-2 0,12 25-2 0,12-2-1 0,0-12-2 0,36 2-1 0,-12-26 2 0,-12 13-3 0,-12-11-20 0,12-12-83 0</inkml:trace>
  <inkml:trace contextRef="#ctx0" brushRef="#br2" timeOffset="44">12742 15002 55 0,'-24'-24'21'0,"-1"12"6"0,-9 48-17 0,22 12-8 0,36-13 1 0,11-35 0 0,1-35 0 0,-24-13 1 0,-12 24 4 0,-25 24-4 0,-11 24-4 0,36-12-6 0,36 12-33 0,13-12-18 0,-37-12 21 0</inkml:trace>
  <inkml:trace contextRef="#ctx0" brushRef="#br2" timeOffset="45">12885 14692 25 0,'0'-23'19'0,"0"-13"14"0,0 11-4 0,-13 25-16 0,-10 37-5 0,10-3-4 0,13-9-2 0,25-13 0 0,22-36 0 0,-22-23 1 0,-14-1-1 0,-22 36 1 0,-14 12-4 0,25 23-33 0,36 2-65 0</inkml:trace>
  <inkml:trace contextRef="#ctx0" brushRef="#br2" timeOffset="46">13349 14264 53 0,'-11'-24'22'0,"-25"24"5"0,12 24-17 0,-1 23-6 0,38-23-2 0,23 0 1 0,11-48 0 0,-23-23 0 0,-12-1 2 0,-35 24-2 0,-1 24-3 0,24 36-27 0,24 0-77 0</inkml:trace>
  <inkml:trace contextRef="#ctx0" brushRef="#br2" timeOffset="47">13849 14168 95 0,'0'-12'20'0,"-11"-11"20"0,-37 35-23 0,24 47-12 0,24-23-3 0,47-12 0 0,1-36 0 0,13-13 1 0,-50-22-2 0,-11 23 4 0,-36 1-3 0,0 35-4 0,36 11-56 0,24-11-38 0</inkml:trace>
  <inkml:trace contextRef="#ctx0" brushRef="#br2" timeOffset="48">14469 14180 84 0,'0'-24'34'0,"-12"1"5"0,-24 35-24 0,0 23-7 0,36 12-6 0,24-22 0 0,12-13 1 0,1-49 1 0,-26 3 2 0,-22 9-2 0,-14 13-3 0,-11 24-20 0,48 47-122 0</inkml:trace>
  <inkml:trace contextRef="#ctx0" brushRef="#br2" timeOffset="49">14778 14561 97 0,'0'-24'5'0,"-24"13"31"0,-12 11-16 0,25 35-16 0,22-11-1 0,25-12 0 0,12-35 3 0,-12-14 1 0,-47 14-3 0,-14 23-4 0,-11 35-43 0,24 13-69 0</inkml:trace>
  <inkml:trace contextRef="#ctx0" brushRef="#br2" timeOffset="50">14397 15060 93 0,'-12'0'20'0,"0"13"0"0,48-13-12 0,24 0-5 0,-24-13 0 0,-13-33 10 0,-23 21 1 0,-23 2-7 0,-25 23-6 0,24 12-22 0,12 24-129 0</inkml:trace>
  <inkml:trace contextRef="#ctx0" brushRef="#br2" timeOffset="51">14052 14679 62 0,'-12'-10'3'0,"-72"-1"20"0,25 22-4 0,35 24-16 0,48-10-2 0,24-14 1 0,-1-35 0 0,-24-23 4 0,-10-1 4 0,-37 12-6 0,-24 36-4 0,37 23-29 0,-1 27-74 0</inkml:trace>
  <inkml:trace contextRef="#ctx0" brushRef="#br2" timeOffset="52">13278 14800 53 0,'0'0'0'0,"-36"0"14"0,24 34 0 0,48-9-7 0,12-25-2 0,-13-25 0 0,-11-21 5 0,-35-2-1 0,-13 37-6 0,-12 22-3 0,12 25-30 0,12 11-50 0</inkml:trace>
  <inkml:trace contextRef="#ctx0" brushRef="#br2" timeOffset="53">13017 15181 75 0,'-13'-12'10'0,"-11"12"13"0,12 23-3 0,24-11-16 0,25-24 2 0,-3-11 0 0,-21-13 4 0,-13 0 0 0,-36 36-7 0,25 24-4 0,-14 47-71 0,25-48 6 0</inkml:trace>
  <inkml:trace contextRef="#ctx0" brushRef="#br2" timeOffset="54">12836 15562 91 0,'-22'11'11'0,"-27"25"13"0,38-12-11 0,47-11-9 0,10-26 0 0,15-35 3 0,-37 25 8 0,-73 23-11 0,26 34-10 0,46-9-81 0,2-25 35 0</inkml:trace>
  <inkml:trace contextRef="#ctx0" brushRef="#br2" timeOffset="55">14802 14989 76 0,'-24'-11'25'0,"12"22"-2"0,12 14-17 0,36-25 3 0,12 0 1 0,-24-36 3 0,-24 24 0 0,-36 1-10 0,0 22-8 0,36 12-84 0,0-23 35 0</inkml:trace>
  <inkml:trace contextRef="#ctx0" brushRef="#br2" timeOffset="56">14290 14621 58 0,'-23'-13'21'0,"10"2"2"0,13 35-14 0,13 0-4 0,21-24 2 0,-9-12-1 0,-25-13 1 0,-12 14-3 0,-12 22-3 0,24 2-9 0,47-1-65 0,-34-12 30 0</inkml:trace>
  <inkml:trace contextRef="#ctx0" brushRef="#br2" timeOffset="57">14838 14204 25 0,'-11'-11'19'0,"-14"11"16"0,-11 0-17 0,24 11-9 0,24-11-1 0,12-36 0 0,-12 24 2 0,-36 12-7 0,0 24-10 0,36 48-110 0</inkml:trace>
  <inkml:trace contextRef="#ctx0" brushRef="#br2" timeOffset="58">15088 14729 69 0,'0'0'0'0,"-25"-13"31"0,2 26-5 0,0-13-14 0,23 0-5 0,10-25-5 0,3 25 2 0,-13 12-2 0,-13 12-5 0,85-12-122 0</inkml:trace>
  <inkml:trace contextRef="#ctx0" brushRef="#br2" timeOffset="59">13623 13431 25 0,'0'0'0'0,"0"-25"33"0,0 13 1 0,-12 12-15 0,-1 84-6 0,3 58-4 0,-1-21-3 0,11-63-1 0,0-22-1 0,0-36 4 0,0-60-4 0,11-24-2 0,-1-21-1 0,3 34 0 0,-13 71-1 0,0 58 0 0,0 37 0 0,-13-22 0 0,26-50 0 0,-13-23 5 0,0-48-1 0,0-23-2 0,0-25-1 0,-13 49-1 0,13 35 0 0,0 48-35 0,13 11-90 0</inkml:trace>
  <inkml:trace contextRef="#ctx0" brushRef="#br2" timeOffset="60">15779 16408 39 0,'0'-25'15'0,"-24"-11"16"0,12 1 3 0,12 10-18 0,23 14-8 0,13-1-3 0,12 12-2 0,0 23 1 0,-24 25-2 0,-14 12 1 0,-32-13-1 0,-38 24 2 0,1-10-5 0,11-14 6 0,24-23-4 0,24-24 2 0,83-11-1 0,60-14-4 0,23 0-1 0,-46 25 6 0,-61-10-1 0,-46 10-2 0,-13 0-73 0,12 0-16 0</inkml:trace>
  <inkml:trace contextRef="#ctx0" brushRef="#br2" timeOffset="61">17136 13335 5 0,'0'0'0'0,"0"-25"39"0,0 14-13 0,0-12-5 0,0 11 0 0,0 12-7 0,0 23-4 0,-12 84 1 0,0 14-6 0,12-16-1 0,0-34-2 0,0-10 1 0,0-26-2 0,0-23 1 0,0-12-5 0,0-12-30 0,24-34-30 0,-24 46 21 0</inkml:trace>
  <inkml:trace contextRef="#ctx0" brushRef="#br2" timeOffset="62">17184 13216 27 0,'-23'-11'24'0,"10"-2"-4"0,13 13-5 0,0 0 2 0,-12 0-2 0,12-12-6 0,0 0-3 0,0 12-4 0,25-13 1 0,-2 3 0 0,24-1-1 0,37 11-1 0,34-13 0 0,14 1 1 0,24 0-1 0,-14-1 1 0,12 2-1 0,1 11 0 0,0-12 0 0,-1 12-1 0,-9-11 1 0,-3-2-1 0,-12 13 0 0,-34 0-1 0,-13-12 1 0,1 12 0 0,-13 0 0 0,-23 0 1 0,-14 0-1 0,-9 0 1 0,11 0 0 0,-25 0-1 0,25 0 1 0,-24 0 0 0,0 0 1 0,0-12-1 0,0 12 0 0,13 0 0 0,-25 0 0 0,0 0 0 0,0 12 0 0,0 0-2 0,11 12 2 0,-11 36 0 0,-11 24 2 0,-2 10 0 0,1-10 0 0,24-13-3 0,1-10 0 0,-13-15 1 0,11 2 0 0,1-37 0 0,-1 2-19 0,2-1-36 0,-13 0-29 0</inkml:trace>
  <inkml:trace contextRef="#ctx0" brushRef="#br2" timeOffset="63">17052 13859 26 0,'0'0'10'0,"-11"-13"18"0,11 2-6 0,0 11-7 0,11 0 0 0,14 11-5 0,10 2-4 0,37-1 0 0,11 0-1 0,36 1-1 0,24-13-1 0,24 0-2 0,-12 0 0 0,-1 0 0 0,13 0 2 0,-1-13-1 0,2 26 0 0,-25-13-1 0,-2 11 0 0,-9-11-1 0,-24 0 1 0,-1 0 0 0,-12 0 0 0,12 0-1 0,-35-11 1 0,-25 11 0 0,-23-13 1 0,0-11 1 0,12-12 0 0,-13 0 0 0,-23-10 0 0,0-15 0 0,-11 14-1 0,11 34-2 0,0 2-9 0,0 35-75 0,0-24 26 0</inkml:trace>
  <inkml:trace contextRef="#ctx0" brushRef="#br2" timeOffset="64">18089 13394 32 0,'0'-11'33'0,"11"-1"-18"0,-11-12 15 0,0 0-6 0,-11 0-12 0,-25 24-3 0,-12 0-2 0,-11 24-3 0,-24 47-2 0,11 25-1 0,25-13 0 0,47-11-1 0,47-37 1 0,47-11 1 0,-9-24-1 0,-26-13 0 0,-22 2 0 0,-3-1-3 0,2 12-35 0,12 0-74 0</inkml:trace>
  <inkml:trace contextRef="#ctx0" brushRef="#br2" timeOffset="65">18565 13478 72 0,'0'-24'30'0,"0"1"-2"0,-12 23-3 0,0 59-18 0,0 37-1 0,12-14-2 0,0-22 1 0,0-36 0 0,0-24-2 0,0-11-43 0</inkml:trace>
  <inkml:trace contextRef="#ctx0" brushRef="#br2" timeOffset="66">17291 14585 5 0,'0'-11'24'0,"-12"-26"1"0,0 14-5 0,12-1-1 0,0 0-2 0,12 24-6 0,-24 71-2 0,-12 61-3 0,12 33-2 0,12-33-1 0,12-38-1 0,-12-33-1 0,0-13 1 0,0-36 0 0,-12-1-11 0,12-34-27 0,12-13-44 0</inkml:trace>
  <inkml:trace contextRef="#ctx0" brushRef="#br2" timeOffset="67">17279 14442 40 0,'-12'-35'9'0,"12"10"7"0,0 14-4 0,12 11-6 0,36 0 1 0,47 0 0 0,36 0-1 0,60-12-3 0,11 1-1 0,12-2-1 0,0 1 0 0,13 12 1 0,-48 0 0 0,-24-12-1 0,-13-1 1 0,-12 13 0 0,-45 0 1 0,-27 0 1 0,3-10 0 0,-14 10-2 0,-23-11 1 0,-11 11 1 0,-2 0-2 0,-11 0-2 0,0 11 0 0,0 72 0 0,0 49 0 0,0-2 2 0,-11 0-1 0,11-9 0 0,23-39 2 0,1-22-2 0,-1-26 0 0,-23-21-9 0,0-13-40 0,-23 12-31 0</inkml:trace>
  <inkml:trace contextRef="#ctx0" brushRef="#br2" timeOffset="68">17291 15204 43 0,'0'0'5'0,"-12"0"9"0,12 11 4 0,0 2-8 0,0 11-2 0,12 0 0 0,24-12-4 0,34-12 1 0,73-12-2 0,49-12-1 0,22 12-1 0,0-13 1 0,-11 14-1 0,11-1 2 0,-11 1-3 0,-14-1 1 0,-45 0 1 0,-25 12 0 0,-24 0-1 0,-59-13 1 0,-13 13 0 0,-10-11 0 0,-1 11-2 0,-12-23-12 0,-48 10-59 0,35 13 30 0</inkml:trace>
  <inkml:trace contextRef="#ctx0" brushRef="#br2" timeOffset="69">18327 14658 55 0,'11'-37'8'0,"2"-10"5"0,-13 22 11 0,-36 13-13 0,-35 36 2 0,-25 36-6 0,1 23-2 0,59-11-4 0,60-25 0 0,60-11 0 0,47-24-2 0,-13-12-45 0,-58 0-28 0</inkml:trace>
  <inkml:trace contextRef="#ctx0" brushRef="#br2" timeOffset="70">18577 14645 73 0,'0'-24'8'0,"60"-12"13"0,-1 12 0 0,-23 48-15 0,-24 12-1 0,-12 35 0 0,-24 0-1 0,-13-11 1 0,3-24-2 0,22-11-2 0,58-14 1 0,51-22 0 0,-2-2-2 0,-48 13-3 0,-34 13-39 0,-26-2-39 0</inkml:trace>
  <inkml:trace contextRef="#ctx0" brushRef="#br2" timeOffset="71">17397 15906 32 0,'0'-34'21'0,"0"9"12"0,0 37-11 0,-11 95-7 0,-1 48-8 0,12-48-1 0,0-23-4 0,12-49 0 0,-12-24-12 0,11-22-37 0,2-36-31 0</inkml:trace>
  <inkml:trace contextRef="#ctx0" brushRef="#br2" timeOffset="72">17374 15657 30 0,'0'0'0'0,"-13"-24"20"0,13 0-1 0,13 11-7 0,35 2-2 0,12 11 0 0,70 0-2 0,49-12-3 0,47 12-4 0,48 0 0 0,0 0 0 0,-36 0 0 0,-47-11 1 0,-36-1 2 0,-61 0 0 0,-57 12 1 0,-3-13-1 0,-21 2-1 0,10 11-2 0,2 0 0 0,-14 11-1 0,14 26 0 0,-25 47 2 0,-12 176 7 0,-1-105-8 0,13-35 0 0,0-14 1 0,-11-46 0 0,11-24 0 0,0-24-1 0,11-12-15 0,2-24-57 0,-13 11 18 0</inkml:trace>
  <inkml:trace contextRef="#ctx0" brushRef="#br2" timeOffset="73">17303 16383 44 0,'0'0'2'0,"0"0"4"0,12 12 20 0,12 12-14 0,-12 23-3 0,23-11-2 0,37-12-2 0,46-24 0 0,97-36-1 0,60 25-3 0,10 11 0 0,13 0 7 0,-12 0 0 0,-37 0 0 0,-58-13-3 0,-120 13 0 0,-47-12-4 0,-24 0-1 0,-24 1-36 0,-23 11-72 0</inkml:trace>
  <inkml:trace contextRef="#ctx0" brushRef="#br2" timeOffset="74">18125 15906 77 0,'-12'0'5'0,"12"0"0"0,12-11 17 0,11-12-17 0,-23-14 3 0,-12 24-1 0,-47 26 0 0,-36 47-2 0,11 35-1 0,37 13-3 0,59-37-1 0,46-12 0 0,26-34-4 0,24-14-46 0,-49-11-34 0</inkml:trace>
  <inkml:trace contextRef="#ctx0" brushRef="#br2" timeOffset="75">18506 15847 37 0,'0'0'0'0,"-12"-12"19"0,12 12 4 0,0-13-10 0,0 3-2 0,0 10-2 0,0-12-1 0,0 0-1 0,0 0-3 0,0 12-2 0,0-12-1 0,0-1 1 0,0 13 0 0,0 0 0 0,12-11-1 0,-1-1 0 0,1 12 0 0,0-11-1 0,-12 11 1 0,12 0-1 0,-12 0 0 0,12 0 1 0,0 0-1 0,12 0 0 0,-12 11 0 0,12 1 0 0,-12 12 0 0,-12 12 1 0,0 11-2 0,11-11 2 0,-22 12-2 0,-1-13 2 0,-12 1 0 0,12-24 0 0,0 12-1 0,12-12 0 0,37 11 1 0,-3 2-2 0,2 9 1 0,-12 15 0 0,-48-14 0 0,-23-11 4 0,-13 0 0 0,0-12 0 0,12-12-1 0,25-23-3 0,10 23-30 0,26 0-90 0</inkml:trace>
  <inkml:trace contextRef="#ctx0" brushRef="#br2" timeOffset="76">17386 15704 41 0,'0'0'12'0,"-12"36"6"0,-11 83-3 0,-1 49-14 0,24 8-53 0,0-139 23 0</inkml:trace>
  <inkml:trace contextRef="#ctx0" brushRef="#br2" timeOffset="77">17458 16776 37 0,'-12'-12'8'0,"-1"-13"10"0,2 38 4 0,11 118-3 0,-12 48-11 0,12-13-4 0,0-70-4 0,0-37-1 0,0-35-14 0,0-24-39 0,0-24 11 0</inkml:trace>
  <inkml:trace contextRef="#ctx0" brushRef="#br2" timeOffset="78">17386 16728 34 0,'0'0'0'0,"-25"-12"17"0,25 1-7 0,61 11 1 0,70 0-2 0,83-24 0 0,36 11-5 0,35 13 0 0,14 13 2 0,-25-1-1 0,0-12 0 0,-131 0 1 0,-60 0 2 0,-83-12 2 0,-12-1-6 0,-1 2-2 0,13 11-2 0,0 48-1 0,0 82-1 0,-47 37 1 0,-13 83-5 0,24-95 0 0,25-48-1 0,11-59 16 0,-12-13-47 0,-23-23-51 0</inkml:trace>
  <inkml:trace contextRef="#ctx0" brushRef="#br2" timeOffset="79">17303 17443 24 0,'0'0'0'0,"-24"-24"18"0,36 24-3 0,0 11-1 0,36 14-6 0,34-2-1 0,61-11-1 0,84-24-1 0,83 12-2 0,58 0-1 0,-10 0-2 0,-48 36 0 0,-96-24 3 0,-131 0 2 0,-71-24-1 0,-59-13-26 0,-84-9-49 0,94 34 51 0</inkml:trace>
  <inkml:trace contextRef="#ctx0" brushRef="#br2" timeOffset="80">18256 16943 53 0,'0'-24'5'0,"-12"12"12"0,-24-1 6 0,-36 50-14 0,-11 34 0 0,0 13-5 0,34 0-3 0,49-26-1 0,61-34 0 0,46-12 1 0,12-35-34 0,0-14-53 0</inkml:trace>
  <inkml:trace contextRef="#ctx0" brushRef="#br2" timeOffset="81">18470 16907 21 0,'0'0'0'0,"0"-24"30"0,-12 12-6 0,12 1-8 0,0 11-1 0,0 0-9 0,0 11-1 0,0 12-1 0,0 14-2 0,-13 10 0 0,2-10-1 0,11-3 0 0,11-21 0 0,38-13 2 0,10-24 0 0,-11 12-2 0,-23 35 3 0,-25 48 1 0,-25 2-2 0,13-14-4 0,-12-11-18 0,0 11-71 0,24-47 59 0</inkml:trace>
  <inkml:trace contextRef="#ctx0" brushRef="#br2" timeOffset="82">17482 17740 27 0,'0'-35'19'0,"24"-14"15"0,-24 62-18 0,11 106-10 0,-11 36-10 0,-11-24 6 0,-2-36-8 0,2 24 3 0,-13-23-2 0,-1-49-30 0,25-35-14 0,0-12 47 0</inkml:trace>
  <inkml:trace contextRef="#ctx0" brushRef="#br2" timeOffset="83">17482 17717 11 0,'0'-12'11'0,"0"-12"11"0,11-12-5 0,36 24-10 0,14 1 4 0,59 11-3 0,34 11-3 0,60 1-2 0,48-12-1 0,24 11-1 0,-12 2-1 0,-84-1 1 0,-84-12 4 0,-93 0 10 0,-1 0-7 0,-12-12-6 0,0 12-2 0,0 24-3 0,-12 71-5 0,-12 36-4 0,-11 0 7 0,11-48-1 0,-12 13 1 0,12-25-6 0,12-35-54 0,0-36 51 0</inkml:trace>
  <inkml:trace contextRef="#ctx0" brushRef="#br2" timeOffset="84">17339 18324 13 0,'0'0'0'0,"0"0"6"0,12-11 7 0,34-2 2 0,63 1-5 0,57-24 0 0,72 24-7 0,48 1-5 0,24 22-2 0,-26 1 3 0,-44 12 7 0,-86-12 4 0,-58-12-3 0,-49 0-5 0,-24 0-12 0,-23-12-52 0,0 12 46 0</inkml:trace>
  <inkml:trace contextRef="#ctx0" brushRef="#br2" timeOffset="85">18113 17859 1 0,'0'0'11'0,"23"-23"13"0,-11-2 2 0,-12 2-3 0,0-1-11 0,-23 37-8 0,-49 46-4 0,-11 12-3 0,34 0 0 0,49-12 0 0,25-34 0 0,22-13 3 0,26-12-4 0,9-12-36 0,-22 0-5 0</inkml:trace>
  <inkml:trace contextRef="#ctx0" brushRef="#br2" timeOffset="86">18470 17824 16 0,'0'0'16'0,"-12"0"3"0,-12 0 1 0,1 24-12 0,10-1-7 0,13 1-1 0,24 0 0 0,12-11-3 0,-13 10 3 0,2 0 2 0,10 13-1 0,-23 0 1 0,0-12 1 0,-36 0 5 0,0-14-2 0,-12 3-25 0,-34-13-35 0,22-13 28 0</inkml:trace>
  <inkml:trace contextRef="#ctx0" brushRef="#br2" timeOffset="87">18398 17907 15 0,'0'0'19'0,"36"-36"6"0,36 13-15 0,48-1-44 0,-86 11 6 0</inkml:trace>
  <inkml:trace contextRef="#ctx0" brushRef="#br2" timeOffset="88">16064 14669 16 0,'-47'10'14'0,"-2"15"4"0,13-25-1 0,26 12-7 0,-2-24-3 0,47-34-4 0,61-63-1 0,70-58-1 0,73-35 0 0,-1-36 2 0,-49 37 4 0,-57 80-1 0,-60 50-2 0,-37 48-3 0,-23 23-2 0,-12 23-25 0,12 14-45 0</inkml:trace>
  <inkml:trace contextRef="#ctx0" brushRef="#br2" timeOffset="89">16315 15323 68 0,'0'0'2'0,"0"-24"0"0,83 1 1 0,72-25 2 0,59 12 0 0,12 13 2 0,-35 23-6 0,-72 0 0 0,-95 12-9 0,-24 11-31 0,0 1 1 0</inkml:trace>
  <inkml:trace contextRef="#ctx0" brushRef="#br2" timeOffset="90">16195 15812 61 0,'0'0'6'0,"-12"-12"-5"0,36 12 8 0,48 35 2 0,105 13-6 0,74-12-1 0,11 22-3 0,-36 15-1 0,-82-25 1 0,-97-25-2 0,-47-12-39 0,-12-11-17 0</inkml:trace>
  <inkml:trace contextRef="#ctx0" brushRef="#br2" timeOffset="91">16410 16335 56 0,'-12'-11'2'0,"12"22"-2"0,58 49 14 0,87 35-5 0,70 12-1 0,-2 1-3 0,-58-24-2 0,-36-26 2 0,-71-34-4 0,-25-24-11 0,-23 12-33 0,-13-12-4 0</inkml:trace>
  <inkml:trace contextRef="#ctx0" brushRef="#br2" timeOffset="92">16290 16634 56 0,'13'0'0'0,"70"82"2"0,95 109 10 0,61 72-13 0,-13 10-5 0,-71-119 11 0,22 37-9 0,-80-47 0 0,-86-98-1 0,-22-34-50 0</inkml:trace>
  <inkml:trace contextRef="#ctx0" brushRef="#br2" timeOffset="93">19506 13383 33 0,'-11'-12'9'0,"-14"1"11"0,1-2-1 0,0 13-9 0,1-12-2 0,23 12-2 0,0 0-3 0,23 0 0 0,61-12 1 0,59-1-2 0,59-10 1 0,25 12 0 0,22 11-2 0,-10 0 0 0,-37 0 0 0,-107 0 1 0,-59 11-1 0,-36-11 0 0,-12 0-1 0,-12 12-21 0,1-12-40 0,11 0 18 0</inkml:trace>
  <inkml:trace contextRef="#ctx0" brushRef="#br2" timeOffset="94">20600 13097 32 0,'0'0'4'0,"-22"0"6"0,22 0 16 0,12 0 11 0,11 0-28 0,13 12-5 0,36 13 2 0,-37-4-3 0,-12-21 1 0,13 13-2 0,12-1 0 0,24 24-3 0,-13-13 2 0,-36 2 0 0,-10-25 1 0,-13 0 0 0,0 12 5 0,-13-1-6 0,-33 37 1 0,-26-12 1 0,13-1-1 0,-13 13-1 0,25-37 0 0,23 14-1 0,-1-13 0 0,14-12-1 0,11 13-43 0,11-13-57 0</inkml:trace>
  <inkml:trace contextRef="#ctx0" brushRef="#br2" timeOffset="95">21030 12561 17 0,'-13'0'28'0,"2"0"2"0,-1 12-5 0,12 0-11 0,0 1-5 0,-23 10-2 0,12-12-2 0,-2-11-2 0,37-11 1 0,35-85-2 0,-47 73-1 0,-1-13-1 0,-11 13 1 0,13 10 1 0,-1-11 1 0,-24 61-4 0,-1 22 3 0,2 12-1 0,11 0 0 0,0 1-1 0,-12-14 1 0,12-8 0 0,0-27 0 0,0 1-1 0,0-24 1 0,0 0 0 0,-13 12 0 0,-10-12-1 0,-11 12 0 0,-3-12 0 0,13 0 0 0,-12 0 1 0,24 0-1 0,12 0 0 0,0 0 0 0,36 0 0 0,0 0 0 0,24 0 0 0,-13 0 0 0,-11 0 0 0,0 0 0 0,-24 0 2 0,-12 0 0 0,0 0-2 0,0 0-12 0,-12 0-132 0</inkml:trace>
  <inkml:trace contextRef="#ctx0" brushRef="#br2" timeOffset="96">19495 14716 1 0,'0'-12'8'0,"0"12"1"0,0 0 1 0,-13 0-1 0,13 0 2 0,0-12 0 0,0 12-3 0,0 0-5 0,0 0 1 0,0 0 1 0,-12-13 3 0,12 13-3 0,-12 0-2 0,12 0-2 0,0 13-1 0,0-13 2 0,0 12 0 0,0-12 2 0,0 0-2 0,0 12 0 0,0-12-1 0,0 0-1 0,0 0 1 0,0 0 2 0,12 0 6 0,-12 0-5 0,0 0-3 0,0 0 0 0,0 0-1 0,0 0 1 0,0 0 0 0,12 0-1 0,1 0 1 0,-13 0 0 0,11 0 0 0,1 0-1 0,-1 0 0 0,14 0 1 0,-2 0-1 0,13 0 0 0,12-12 0 0,-1 12 1 0,12-12 1 0,14 12-1 0,10-13 0 0,-12 13 1 0,13-10-1 0,11-1-1 0,-13 11 1 0,2-13 0 0,0 13 0 0,-1-12-1 0,-11 12 0 0,-14 0 0 0,3 0 1 0,-26 0-1 0,1 0 1 0,-12 0-1 0,-12 0 0 0,-12 0 0 0,0-12 1 0,-12-1 0 0,-12 2 0 0,-12-1-1 0,12 1 0 0,-23-2 0 0,11 1 0 0,1 0 1 0,11 1 0 0,-12 11-1 0,12-12 0 0,0 1 1 0,12 11-2 0,1-13 2 0,11 13 0 0,0 0 1 0,0 0-1 0,34 13-1 0,3-2 0 0,11 1 0 0,23-1 0 0,-12 1 0 0,-11 0 0 0,-25 1 0 0,2-2 0 0,-1 1 1 0,-12-12-1 0,-12 11 0 0,0 2 1 0,0-1-1 0,-25 0 0 0,-11 12 1 0,-11-1 0 0,0 1 0 0,-2-11 0 0,26-2 0 0,0 1 0 0,-1-12 0 0,24 0 0 0,12 11-144 0</inkml:trace>
  <inkml:trace contextRef="#ctx0" brushRef="#br2" timeOffset="97">21017 14288 15 0,'0'0'12'0,"0"0"7"0,0-11 1 0,0-14-3 0,0 13-5 0,0-12 0 0,0 12-2 0,0-24-1 0,0 24-6 0,13-11-1 0,-1 12-2 0,-1-2 3 0,14 1-2 0,11 12 0 0,-1 12 0 0,-11 12 2 0,-1 11-1 0,2 13 2 0,-25-12-1 0,0-11-1 0,0 21-1 0,-12-10 0 0,-12 12 0 0,-1-13-1 0,-11-11 1 0,2 13-1 0,10-26 0 0,11 1 1 0,2-12 0 0,11-23-1 0,11 10 0 0,2-24 0 0,11 14 0 0,0 0 0 0,-1 11 0 0,0 47-1 0,2 1 1 0,22 12 0 0,1-25 0 0,0 1 1 0,-1-24 0 0,-11-24 0 0,-12 1-13 0,-12-1-104 0</inkml:trace>
  <inkml:trace contextRef="#ctx0" brushRef="#br2" timeOffset="98">19375 16098 40 0,'-12'0'46'0,"-24"0"-22"0,1-13 8 0,11 13-11 0,12-12-4 0,12 12-6 0,0 0-3 0,47-12-7 0,36 12 0 0,26 0 0 0,33 24-2 0,13-24 0 0,-1 13 2 0,-22-2 1 0,-25-11-3 0,-48 0 2 0,-12 0-1 0,-34 0 1 0,-13-11 2 0,0 11-1 0,-24-25-2 0,-12-10 0 0,11 24 2 0,14-2-3 0,22 1 3 0,14 24-2 0,22 35 0 0,-34-10-3 0,-13-14 5 0,-36-12-2 0,-24 2-3 0,25 11-61 0,23-12-47 0</inkml:trace>
  <inkml:trace contextRef="#ctx0" brushRef="#br2" timeOffset="99">21030 15764 96 0,'0'0'8'0,"-13"12"11"0,13 0 20 0,-11-12-18 0,-1 0-11 0,1-12-6 0,-12 0-3 0,-2-12 0 0,13-12 0 0,12 12 0 0,12 1 0 0,24-1 0 0,-1 12 0 0,1 24 2 0,-12 12-1 0,12 23 1 0,-1 0 2 0,-23-10-1 0,-12 22-1 0,-35-11-1 0,-13 0-1 0,-1-25 0 0,26-12 0 0,12-11 1 0,11-11-2 0,11 11 0 0,37 24 0 0,24 13-1 0,-26 9 1 0,15-34 0 0,-14-12 0 0,-10-12 1 0,-14 0-1 0,1 1-10 0,-12 11-88 0</inkml:trace>
  <inkml:trace contextRef="#ctx0" brushRef="#br2" timeOffset="100">19422 17120 73 0,'-47'-11'18'0,"-1"-1"19"0,1 1-12 0,23 11-7 0,11 0-11 0,38 11 1 0,70 1-5 0,48-24 2 0,12 12-2 0,11 0 2 0,-35 12-3 0,-11-12 2 0,-61-12-2 0,-23 12 2 0,-36-23-2 0,-25-2 0 0,-11-9 0 0,2-3-1 0,11 2 0 0,10 23-1 0,26 0 0 0,10 36-1 0,11 11 0 0,-9-11 0 0,-25 0 2 0,-36-1-3 0,-59 25-183 0</inkml:trace>
  <inkml:trace contextRef="#ctx0" brushRef="#br2" timeOffset="101">20851 16835 74 0,'0'0'54'0,"-36"-12"-43"0,25 24 28 0,11-12-28 0,11-12 5 0,2-11-11 0,22-13-2 0,13-12 0 0,1 0 0 0,-26 14 0 0,0 9 2 0,-23 25-3 0,11 25 0 0,-11 57 0 0,0 25-2 0,0-11 1 0,0-37 0 0,0-22 0 0,-34-37 0 0,-14 11 0 0,24-22 0 0,12 11-1 0,36-13 1 0,70 1-2 0,13-13 1 0,-10 15 0 0,-50 10-12 0,-47 0-65 0,-24 23-53 0</inkml:trace>
  <inkml:trace contextRef="#ctx0" brushRef="#br2" timeOffset="102">19268 18037 28 0,'0'0'5'0,"-25"-11"18"0,2-1 13 0,10 12-22 0,13 0-5 0,25 0-3 0,57 12-2 0,62-24 1 0,47 1-1 0,23 11 0 0,-11-13 2 0,-61-11 2 0,-95 24 0 0,-47-23 1 0,-58-1-4 0,-14-13 1 0,25 26-4 0,35 11-1 0,24 24-5 0,22 0 3 0,-9 0 0 0,-37-1-7 0,-12 14-58 0,12-3-28 0</inkml:trace>
  <inkml:trace contextRef="#ctx0" brushRef="#br2" timeOffset="103">20840 17811 91 0,'-25'-11'23'0,"-11"-1"19"0,13 12-30 0,12 12-7 0,11-12 2 0,11-12 3 0,1-24-1 0,35-35 0 0,1 23 0 0,-24 0 0 0,-12 48-4 0,-12 24-5 0,-12 48-3 0,-12 47-3 0,1-37-1 0,11 14 0 0,-12-48 2 0,-12 0 11 0,-11-36-8 0,-2-12-2 0,13-12 6 0,25 12-1 0,58-12 1 0,49-13-5 0,11 14 2 0,-47-1-10 0,-48 12-16 0,1-11-126 0</inkml:trace>
  <inkml:trace contextRef="#ctx0" brushRef="#br2" timeOffset="104">14718 15144 42 0,'0'-11'12'0,"0"-12"18"0,13 10-5 0,-13 13-14 0,12 24-1 0,-1-1 0 0,13 25-1 0,0 0-6 0,-12-12-1 0,1-36 2 0,-13-11-1 0,0-14-2 0,-13 0 0 0,1 2-1 0,12 0 1 0,0 11-1 0,0-1 0 0,0 13 0 0,0 0-4 0,0 13-14 0,0-13-19 0,-12 12-36 0</inkml:trace>
  <inkml:trace contextRef="#ctx0" brushRef="#br2" timeOffset="105">14766 15181 55 0,'0'11'14'0,"-12"-11"13"0,12 0-16 0,0 0 1 0,0 0 0 0,0 12-4 0,12-12-5 0,-12 0-38 0</inkml:trace>
  <inkml:trace contextRef="#ctx0" brushRef="#br2" timeOffset="106">12647 15990 48 0,'0'0'23'0,"-24"-24"11"0,12 12 2 0,0 12-20 0,0 12-6 0,12-1-6 0,0-11 1 0,12 0 0 0,12-23 4 0,-24 12-1 0,0 11 1 0,0 0-8 0,-12 0 2 0,12-12 0 0,12 0-1 0,-12 12-2 0,-12 0-2 0,12 35-66 0,24-12-55 0</inkml:trace>
  <inkml:trace contextRef="#ctx0" brushRef="#br2" timeOffset="107">12814 15883 86 0,'-12'0'19'0,"0"0"19"0,-13 23-17 0,14-10-12 0,11-1-3 0,11-24 0 0,2-1 0 0,-13 2 2 0,0 22-7 0,-13 14-22 0,38 10-77 0,-13-35 47 0</inkml:trace>
  <inkml:trace contextRef="#ctx0" brushRef="#br2" timeOffset="108">12659 16324 93 0,'-12'0'9'0,"0"0"24"0,0 11-11 0,12-11-15 0,12 0 0 0,0 0 0 0,-12 23 0 0,0 14-5 0,59-49-46 0,0-13-62 0</inkml:trace>
  <inkml:trace contextRef="#ctx0" brushRef="#br2" timeOffset="109">15076 15097 59 0,'0'0'0'0,"-13"-12"39"0,2 12-1 0,-14 48-15 0,15-12-10 0,10-24-6 0,0-1-1 0,10-22-2 0,-10 11-1 0,0 11-13 0,25 1-153 0</inkml:trace>
  <inkml:trace contextRef="#ctx0" brushRef="#br2" timeOffset="110">14433 14704 73 0,'0'0'15'0,"0"-12"21"0,0 12-4 0,0-13-17 0,0 3-11 0,24 10-3 0,-24 23-20 0,25 25-124 0</inkml:trace>
  <inkml:trace contextRef="#ctx0" brushRef="#br2" timeOffset="111">15148 14407 48 0,'0'-12'46'0,"-13"-1"-4"0,-10 13-13 0,-1 13-16 0,24-13-9 0,24-13-3 0,-24 13-1 0,0 48-54 0,0-25-30 0</inkml:trace>
  <inkml:trace contextRef="#ctx0" brushRef="#br2" timeOffset="112">15206 19038 255 0,'25'-36'0'0,"46"-345"0"0,-35-71 0 0,13 0 0 0,-26 249 0 0</inkml:trace>
  <inkml:trace contextRef="#ctx0" brushRef="#br1" timeOffset="113">13504 15215 68 0,'0'0'15'0,"0"25"13"0,12 23-9 0,12 11-15 0,0-23-6 0,-24-24-55 0,0-24 3 0</inkml:trace>
  <inkml:trace contextRef="#ctx0" brushRef="#br1" timeOffset="114">13564 15240 63 0,'-12'-12'28'0,"-12"12"6"0,-12 37-13 0,12-3-15 0,13 3-8 0,-1-3-106 0</inkml:trace>
  <inkml:trace contextRef="#ctx0" brushRef="#br1" timeOffset="115">13683 15157 63 0,'0'-13'22'0,"0"13"12"0,24 37-9 0,10-3-20 0,2 16-4 0,0-27-22 0,-23-23-79 0</inkml:trace>
  <inkml:trace contextRef="#ctx0" brushRef="#br1" timeOffset="116">13826 15181 69 0,'-13'0'36'0,"-10"11"-2"0,10 37-23 0,2-12-9 0,-1-1-14 0,-12 13-100 0</inkml:trace>
  <inkml:trace contextRef="#ctx0" brushRef="#br1" timeOffset="117">13969 15097 48 0,'0'0'33'0,"0"-12"-5"0,12 37-5 0,11 9-19 0,13 14-4 0,0-25-38 0,-24-23-42 0</inkml:trace>
  <inkml:trace contextRef="#ctx0" brushRef="#br1" timeOffset="118">14100 15121 69 0,'0'0'19'0,"-36"12"20"0,12 24-19 0,12-1-17 0,12 26-25 0,-13-27-64 0</inkml:trace>
  <inkml:trace contextRef="#ctx0" brushRef="#br1" timeOffset="119">13969 15454 82 0,'0'0'9'0,"12"24"14"0,11 23-18 0,25-10-18 0,-24-26-81 0</inkml:trace>
  <inkml:trace contextRef="#ctx0" brushRef="#br1" timeOffset="120">14135 15466 78 0,'-13'0'17'0,"-21"25"20"0,-14 22-26 0,36 0-15 0,12-11-122 0</inkml:trace>
  <inkml:trace contextRef="#ctx0" brushRef="#br1" timeOffset="121">14158 15812 61 0,'0'0'13'0,"0"0"21"0,13 10-11 0,-1 40-17 0,12-16-7 0,-1-21-31 0,-10-13-62 0</inkml:trace>
  <inkml:trace contextRef="#ctx0" brushRef="#br1" timeOffset="122">14278 15822 54 0,'-11'0'43'0,"-13"25"-6"0,-12 23-28 0,23-12-28 0,13-13-77 0</inkml:trace>
  <inkml:trace contextRef="#ctx0" brushRef="#br1" timeOffset="123">15529 15847 86 0,'0'-12'15'0,"0"12"21"0,22 24-23 0,14 23-13 0,13-10-4 0,-26-26-37 0,1-11-41 0</inkml:trace>
  <inkml:trace contextRef="#ctx0" brushRef="#br1" timeOffset="124">15730 15883 32 0,'0'-11'37'0,"-23"-2"15"0,-25 37-25 0,1 24-25 0,35-13-22 0,-1 1-89 0</inkml:trace>
  <inkml:trace contextRef="#ctx0" brushRef="#br1" timeOffset="125">15231 16431 93 0,'0'0'0'0,"-12"-12"26"0,35 35-9 0,2 1-15 0,-2 12-31 0,-11-25-59 0</inkml:trace>
  <inkml:trace contextRef="#ctx0" brushRef="#br1" timeOffset="126">15326 16466 83 0,'-12'0'27'0,"-12"24"-7"0,1-1-34 0,11-10-74 0</inkml:trace>
  <inkml:trace contextRef="#ctx0" brushRef="#br1" timeOffset="127">14635 16479 73 0,'0'0'15'0,"11"-13"23"0,2 13-26 0,23 36-12 0,-24-12-39 0,12-24-55 0</inkml:trace>
  <inkml:trace contextRef="#ctx0" brushRef="#br1" timeOffset="128">14743 16490 32 0,'0'0'23'0,"-25"12"26"0,-11 36-33 0,0-24-50 0,36-1-35 0</inkml:trace>
  <inkml:trace contextRef="#ctx0" brushRef="#br1" timeOffset="129">13790 16347 101 0,'0'0'6'0,"12"11"-1"0,-1 2-13 0,25-1-45 0,-36-24 15 0</inkml:trace>
  <inkml:trace contextRef="#ctx0" brushRef="#br1" timeOffset="130">13873 16347 37 0,'0'0'46'0,"0"24"-9"0,-35 24-31 0,35-1-107 0</inkml:trace>
  <inkml:trace contextRef="#ctx0" brushRef="#br1" timeOffset="131">15587 14466 55 0,'0'-13'6'0,"0"-10"21"0,0 23-4 0,25 48-15 0,22 0-6 0,-11 0-11 0,-24-37-48 0,0-11 11 0</inkml:trace>
  <inkml:trace contextRef="#ctx0" brushRef="#br1" timeOffset="132">15743 14478 47 0,'-13'0'24'0,"-22"12"6"0,12 35-18 0,10 1-12 0,26 0-43 0,-13-23-15 0</inkml:trace>
  <inkml:trace contextRef="#ctx0" brushRef="#br1" timeOffset="133">15755 14989 79 0,'0'0'10'0,"0"13"18"0,47 11-14 0,-11 23-12 0,0-23-32 0,-12-24-62 0</inkml:trace>
  <inkml:trace contextRef="#ctx0" brushRef="#br1" timeOffset="134">15886 15038 70 0,'-24'0'37'0,"0"22"-12"0,0 15-22 0,12-13-39 0,12-12-46 0</inkml:trace>
  <inkml:trace contextRef="#ctx0" brushRef="#br1" timeOffset="135">22114 12847 48 0,'-24'-48'18'0,"24"13"-6"0,36-1 14 0,11 11-10 0,1 38-8 0,35 11-2 0,23 23-1 0,3 13-2 0,-14 11 0 0,-24 13 0 0,-35 11 0 0,-23 36-2 0,-13-12 0 0,-13 12-1 0,-11 11 2 0,-23-21-1 0,-1-3 0 0,24 13-1 0,24-12 0 0,-12-1 0 0,12 14 0 0,12-25 0 0,12-24 0 0,-12-24 0 0,35 12 1 0,1-10-1 0,11-13 0 0,-11-2 0 0,-24-9 2 0,-12-13 1 0,0-1 0 0,-12 1-1 0,-24 0 0 0,0-1 0 0,-11 2 1 0,-1-1-2 0,-12 23-1 0,1 1 2 0,-1 23-3 0,12 13 2 0,1-2-2 0,11 2 1 0,-1 24-1 0,2-1 1 0,10 0 0 0,13 23 0 0,0-9-3 0,25 9 3 0,-1 0-1 0,12 14 0 0,-1-1 0 0,1-1 3 0,-13-35-4 0,-10-83 1 0,-1 107-2 0,-12 0 0 0,-12 12 1 0,-37-24-1 0,-9-35 2 0,-38-38 0 0,25-33 17 0,-72 11-2 0,0-11-3 0,0-26-3 0,48-11-15 0,107-60-42 0,58 0-73 0</inkml:trace>
  <inkml:trace contextRef="#ctx0" brushRef="#br1" timeOffset="136">23602 14597 34 0,'-12'-12'12'0,"0"24"6"0,0 12 2 0,1-12-10 0,11-12-1 0,0-12-2 0,0-24-4 0,11-12-1 0,25 1 0 0,12-24-2 0,0 23 1 0,-14 12 0 0,-21 24 1 0,-13 0-1 0,0 49 0 0,-13 45-2 0,-10 2 1 0,-13 23 1 0,2 1 1 0,21-3-1 0,1-21-2 0,24-13 2 0,1-22 0 0,-2-14 1 0,-11-35 0 0,-11 0-1 0,-2 0 0 0,-47 0-1 0,13 0 1 0,-14 12 0 0,27 0-1 0,10-12 1 0,24 13-1 0,47-13-1 0,36-13 1 0,-11 1-1 0,-12 12 0 0,-13 0 1 0,1-12-1 0,-36 12 1 0,0 0 0 0,-12-13-18 0,0 26-70 0</inkml:trace>
  <inkml:trace contextRef="#ctx0" brushRef="#br1" timeOffset="137">21352 3299 4 0,'-13'-37'14'0,"2"3"6"0,11 34-1 0,24 94 2 0,-12 49-8 0,-1 1-6 0,-11-14-4 0,0-47-2 0,0-47-1 0,0-25-22 0,0-22-19 0,0-12 7 0</inkml:trace>
  <inkml:trace contextRef="#ctx0" brushRef="#br1" timeOffset="138">21256 3310 14 0,'-12'-24'12'0,"0"-13"5"0,1 16-6 0,22-4-4 0,25 25 1 0,24 36 0 0,47 24-2 0,24 22-3 0,-13 25-2 0,-69 1 5 0,-62 10 2 0,-81-22-2 0,9-25-2 0,27-23-2 0,22-37-1 0,36-22-12 0,36-12-45 0,-24 10 21 0</inkml:trace>
  <inkml:trace contextRef="#ctx0" brushRef="#br1" timeOffset="139">21922 3262 28 0,'0'-23'0'0,"13"-49"19"0,-13 60 10 0,0 131-12 0,0 61-7 0,12-25-4 0,24-37-5 0,-12-35 1 0,-2-47-8 0,-9-24-22 0,-1-96-33 0,-12 72 45 0</inkml:trace>
  <inkml:trace contextRef="#ctx0" brushRef="#br1" timeOffset="140">22185 3299 5 0,'12'-37'12'0,"24"-22"11"0,-25 11 2 0,-11 48-8 0,0 84-6 0,13 47-2 0,10 35-6 0,37-47-1 0,10-35 0 0,-21-61 1 0,-13-58 4 0,11-96-2 0,-11-36-3 0,0 24-4 0,-25 72 2 0,2 59-2 0,10 12-29 0,25 25-37 0,-48-25 47 0</inkml:trace>
  <inkml:trace contextRef="#ctx0" brushRef="#br1" timeOffset="141">22995 3023 24 0,'0'0'13'0,"-12"0"16"0,-12 73-8 0,-11 70-10 0,11-1-3 0,24-46-4 0,24-25-2 0,11-23-1 0,1-24 0 0,11-14 2 0,24-56-2 0,13-2-1 0,-24-23-3 0,-23 35-21 0,-37 11-11 0,-25 14 2 0,-47-1 21 0,-23 12 17 0,12 0 5 0,47 12 6 0,23-12-12 0,74-35-4 0,57-24 1 0,-34 22-24 0,-72 14 0 0</inkml:trace>
  <inkml:trace contextRef="#ctx0" brushRef="#br1" timeOffset="142">22983 3155 13 0,'0'0'5'0,"-13"-48"5"0,85-11-9 0,60 0-1 0,-25 22-25 0</inkml:trace>
  <inkml:trace contextRef="#ctx0" brushRef="#br1" timeOffset="143">23458 2893 5 0,'0'0'16'0,"0"72"13"0,-11 59-7 0,11 12-12 0,11-36-5 0,2-24-2 0,-1-47 0 0,-12-36 3 0,-36-61-4 0,-11-57-1 0,23-37 0 0,60 24-2 0,23 60 0 0,0 60-1 0,-23 45 1 0,-24 3 1 0,-71 10 2 0,-24-35 0 0,59 0-2 0,36 35-1 0,58 37-1 0,26-13 0 0,12-23 1 0,-1 0-24 0,-48-48-44 0</inkml:trace>
  <inkml:trace contextRef="#ctx0" brushRef="#br1" timeOffset="144">24138 2797 20 0,'0'0'0'0,"-24"-23"30"0,-36 59-1 0,-34 59-14 0,70-23-13 0,95 11-2 0,12 1-1 0,-35-13 1 0,-72-24 4 0,-47-23 2 0,35-24-8 0,24-47-49 0,24 23 9 0</inkml:trace>
  <inkml:trace contextRef="#ctx0" brushRef="#br1" timeOffset="145">24412 2655 21 0,'0'-24'21'0,"-13"35"8"0,-10 85-10 0,0 34-10 0,11-33-4 0,24-14-3 0,11-24 0 0,13-11-1 0,12-36 0 0,-1-12 0 0,24-36 0 0,-11 1-13 0,-12-25-39 0,-48 24 6 0</inkml:trace>
  <inkml:trace contextRef="#ctx0" brushRef="#br1" timeOffset="146">24424 2822 16 0,'0'0'0'0,"-48"-12"20"0,84-24-18 0,59-12-2 0,12 1-38 0</inkml:trace>
  <inkml:trace contextRef="#ctx0" brushRef="#br1" timeOffset="147">24567 2584 7 0,'-48'0'15'0,"-11"-24"7"0,59-12-18 0,95-1-10 0,0 16-35 0</inkml:trace>
  <inkml:trace contextRef="#ctx0" brushRef="#br1" timeOffset="148">21160 4476 79 0,'-70'13'4'0,"-121"45"8"0,96-21 8 0,70-13-13 0,97-12-5 0,130-48 0 0,132-95-1 0,167-24-1 0,93-11-2 0,26 11-3 0,10 0-1 0,-70 13 5 0,-154 21 1 0,-156 50 3 0,-143 24 1 0,-83 10 7 0,-24 3-5 0,0-3-5 0,0-57-2 0,-12-97 3 0,0-142-2 0,-12 71-1 0,12 59 1 0,-12 49 0 0,24 34 0 0,0 74-1 0,0 9 0 0,0 24 2 0,0 2-2 0,-23-1 0 0,-73 60 2 0,-106 11-1 0,-96 25-1 0,-107-1 3 0,-47-24 1 0,-1 1 1 0,108 1 0 0,-119 10 0 0,190-24-1 0,226-35-4 0,-203 34 3 0,38 4-1 0,-2 9-5 0,37-13 6 0,35-21 0 0,36 0-2 0,24-2 0 0,35 12 0 0,23 12-1 0,14 61-1 0,22 83 2 0,25 83-1 0,12 23 1 0,0-11-2 0,-12-48 5 0,-25-58-3 0,-22-62 2 0,11-47-1 0,0-47 0 0,0-36-3 0,71-47-127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05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19434 12228 12 0,'-48'-11'33'0,"-11"-14"-14"0,24 25 0 0,11-12-5 0,-1-1-5 0,14 13 1 0,-1-11-1 0,-1 11-2 0,13 0 0 0,0 0-2 0,0-12-2 0,0 12 0 0,0 0 0 0,-23 0-2 0,10 0 0 0,3 0-1 0,10 0 0 0,-12 12 1 0,0-12-1 0,0 11 0 0,12-11 0 0,0 0 0 0,0-11 12 0,0 11-9 0,0 0-1 0,0-12 1 0,-12 1 1 0,12-1 0 0,0 12-1 0,-12 0 0 0,12-12 0 0,0 12 2 0,-12 0-2 0,12-13 0 0,12 13 0 0,48 0-3 0,106-11 1 0,84-12 1 0,60 10 0 0,-36 1-1 0,-24 12 1 0,-61-12 0 0,51-11 0 0,-86 12 0 0,-34-2 0 0,-61 1 0 0,-11-13 1 0,-37 25-2 0,13-11-1 0,-24 11-9 0,-24 24-27 0,-84 13-103 0</inkml:trace>
  <inkml:trace contextRef="#ctx0" brushRef="#br0" timeOffset="1">19171 12217 82 0,'-22'0'5'0,"-50"0"3"0,36-13 13 0,36 13 1 0,0-12-11 0,24 12-2 0,60-25 2 0,130 2-2 0,108-12-2 0,48-1-2 0,-14 25-2 0,-82 11-1 0,-108 0 1 0,-70-13 2 0,-37 1 2 0,-35 0-3 0,24-11-3 0,11 23-31 0,-36 0-81 0</inkml:trace>
  <inkml:trace contextRef="#ctx0" brushRef="#br0" timeOffset="2">4466 12418 46 0,'0'-12'41'0,"-25"12"-27"0,14-13 15 0,-14 13-15 0,15 0 10 0,45 0-12 0,37-21 1 0,59 8-3 0,22-11-2 0,15-12 1 0,-12 25-3 0,-26-2-4 0,-35 13 0 0,-71 0 0 0,-12-12-1 0,-1 12-9 0,-34 12-32 0,-36 1-29 0,35-2-15 0</inkml:trace>
  <inkml:trace contextRef="#ctx0" brushRef="#br0" timeOffset="3">4228 12561 103 0,'-23'0'8'0,"10"0"9"0,37 0 15 0,83 0-17 0,83-36-1 0,13 1-3 0,-24 11-2 0,-37 12-3 0,-58 12-1 0,-48 0 1 0,-13-11 0 0,1-2-1 0,0 13-1 0,-12 0-2 0,0-12 0 0,0 12-1 0,-24 25-129 0,12-25 60 0</inkml:trace>
  <inkml:trace contextRef="#ctx0" brushRef="#br0" timeOffset="4">4275 12454 26 0,'0'0'0'0,"-11"-11"46"0,11-2-22 0,-12 1-1 0,12 12-7 0,0 0-10 0,35 0 2 0,37-12-4 0,-13-1-2 0,-11 26-1 0,-24-1 0 0,12-12 2 0,-12-12-1 0,10-1-3 0,-21 3-27 0,-13 10-68 0</inkml:trace>
  <inkml:trace contextRef="#ctx0" brushRef="#br0" timeOffset="5">4192 12548 65 0,'0'0'16'0,"-12"0"5"0,37-11 0 0,22-12-10 0,36 11-3 0,0 0-2 0,-35-1-1 0,-1 2 1 0,-23-1-1 0,0 12-1 0,-12-11-2 0,-12 11-1 0,0 0 0 0,11 0 0 0,-11 0 1 0,13 0 0 0,-1-13-2 0,-12 13 1 0,11 0-1 0,-11 0 1 0,13 0 0 0,-1-12 1 0,-12 12-1 0,0 12-16 0,0 12-104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06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739 9906 46 0,'0'0'19'0,"0"-12"-21"0,0-1 2 0,0 13 1 0,12 0-2 0,0 25-3 0,10 11 3 0,-9-1-3 0,10-10 5 0,2-14 4 0,46-35-2 0,37-34-2 0,33-15 0 0,-20 14-1 0,-27 11 2 0,-22 13-4 0,-24 24 1 0,-36 11 0 0,-12 34-62 0</inkml:trace>
  <inkml:trace contextRef="#ctx0" brushRef="#br0" timeOffset="1">727 10798 56 0,'0'-11'8'0,"0"-1"10"0,0 24 5 0,0 36 0 0,12-1-13 0,0-10-4 0,22-14-3 0,2-12 0 0,13-11 6 0,34-59-4 0,48-24-4 0,0-1 1 0,-24 13-1 0,-12 47-10 0,-35 1-42 0,-48 34-57 0</inkml:trace>
  <inkml:trace contextRef="#ctx0" brushRef="#br0" timeOffset="2">621 11597 76 0,'0'0'0'0,"-13"-24"11"0,26 36-9 0,-13 13 16 0,11 9 0 0,-1 3-10 0,26-3-6 0,13-21 0 0,22-37 2 0,24-36-4 0,25-24 1 0,-13 37 0 0,-12 12-26 0,-47 35-91 0</inkml:trace>
  <inkml:trace contextRef="#ctx0" brushRef="#br0" timeOffset="3">417 12454 80 0,'0'-11'5'0,"-24"-14"3"0,37 37-5 0,-2 12 19 0,1 24-9 0,-1-2-8 0,14-21-4 0,22-13 3 0,1-36-1 0,47-35 0 0,35-25-2 0,-10 13 1 0,-12 23-2 0,-25 12-4 0,-13 24-40 0,-57 36-57 0</inkml:trace>
  <inkml:trace contextRef="#ctx0" brushRef="#br0" timeOffset="4">584 13155 48 0,'-12'0'38'0,"-12"13"-32"0,24 35-3 0,24-12 7 0,-12-12-1 0,12-1-3 0,23-23 0 0,37-23-5 0,47-61 4 0,47-11-3 0,12 0-1 0,-22 22 1 0,-48 15-1 0,-50 11 0 0,-47 34-4 0,-10 13-58 0,-13 0 18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06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6824 8382 17 0,'-13'-12'36'0,"2"-1"-12"0,-1-10-13 0,-1-12 1 0,-10-1-6 0,-12 0-2 0,-1 1-1 0,0-13 2 0,0 24-4 0,-23 1 0 0,11 10 0 0,1 1 1 0,-1 0-1 0,-12 12 0 0,0 12-1 0,1 13-1 0,-12-2 1 0,23 1 1 0,1 0-1 0,-2 10 1 0,15 3-2 0,-3-1 1 0,14 12 1 0,10 11-2 0,-10 12 1 0,10-12 0 0,13 12 0 0,-11 2 0 0,11-2 0 0,-12 13-1 0,-1-2 1 0,2-11 1 0,0 13-2 0,-1 12 0 0,12 0 1 0,12 9 0 0,-12 16 0 0,0-14-1 0,0 0 0 0,22-11 1 0,-9 9 0 0,10-9 0 0,2 13-1 0,-1-15 1 0,-12 25 0 0,11-35 0 0,13-13 0 0,12-24 0 0,-12-10 0 0,23-14 1 0,-11-12 0 0,11-11 0 0,13-11 0 0,10-25-1 0,2-1 0 0,0 3 0 0,-25-3 0 0,1-22 1 0,-12-12 0 0,11-25-1 0,48-93 2 0,-71 93-2 0,-13-23 1 0,-10-36 0 0,-13-11 0 0,0-13 0 0,-24 24-1 0,-12-23 2 0,-11-1 0 0,-13 12 1 0,12 12 5 0,1 59 3 0,11 38-2 0,12 11-6 0,11 22-2 0,13 25-9 0,-23 48-49 0,12-37 2 0</inkml:trace>
  <inkml:trace contextRef="#ctx0" brushRef="#br0" timeOffset="1">5169 8239 68 0,'-48'-47'9'0,"12"-1"-11"0,-12 1 7 0,-11 10 9 0,-1 14-6 0,0 12-5 0,1 11-1 0,0 11-1 0,-13 24-1 0,-12 24 0 0,26 12 0 0,-14 26 1 0,-11-2-3 0,10 12 2 0,14 25-1 0,12-2 0 0,11 25-1 0,12-12 2 0,13-1-1 0,11 0 1 0,0 26-1 0,11-37 0 0,13 12 0 0,0 1 0 0,24-14 1 0,-1 0 0 0,1-9-1 0,24-27 0 0,-1-12 0 0,-11-21 2 0,23-13 0 0,0-36-1 0,24-24 1 0,-11-36 0 0,-1-13 0 0,0-21 1 0,-11-1-1 0,-13-1 0 0,-11-11 0 0,-14-13 0 0,-21-10-1 0,11-1 0 0,-12 0 1 0,-24-11-1 0,-12-38 1 0,-12-34-3 0,-12-14-2 0,-13 40 5 0,-9 32 5 0,-14-11 3 0,25 48 6 0,-1 24-6 0,24 47-7 0,12 36-4 0,0 48-33 0,1-36-19 0</inkml:trace>
  <inkml:trace contextRef="#ctx0" brushRef="#br0" timeOffset="2">4418 11168 66 0,'-23'0'7'0,"-13"-12"0"0,24 12 9 0,24 0 4 0,0-11-12 0,58 22-1 0,39 1-1 0,33-12 0 0,13-12-1 0,-24 1 1 0,-60 11-3 0,-47 0 0 0,-24 0 0 0,-95 0-3 0,-25 0 0 0,2-25 2 0,11 25-3 0,35 12 2 0,37 1-2 0,46-13 1 0,49-13 1 0,47-11 0 0,11 13-17 0,-33 11-77 0</inkml:trace>
  <inkml:trace contextRef="#ctx0" brushRef="#br0" timeOffset="3">6324 11156 120 0,'-73'-24'7'0,"-9"37"-7"0,34-26 2 0,12-11 10 0,36 24-6 0,24-11-5 0,48-1 1 0,34 12 0 0,26 0-2 0,-25 0 2 0,-24 0 2 0,-71 0-2 0,-24 12 3 0,-83-12-5 0,-36 23 1 0,-12-11-1 0,0 1 2 0,36-2-1 0,71-11-1 0,48 0 1 0,71-24-1 0,37 12 1 0,-2 0-2 0,-34 12 0 0,-36 12-28 0,-37 13-58 0</inkml:trace>
  <inkml:trace contextRef="#ctx0" brushRef="#br0" timeOffset="4">8050 11097 96 0,'-59'-23'21'0,"-13"23"-18"0,48 0 15 0,1 0-7 0,23 11-6 0,47-11-1 0,59 0-3 0,26 0-1 0,-24 0 0 0,-61 0 1 0,-35 0 3 0,-48 0-1 0,-59 0-1 0,-48 12 0 0,0 11 2 0,25-23 0 0,45 0 0 0,62 0-1 0,71 0-2 0,59-12-1 0,35 12-1 0,1-11-1 0,-48 11 3 0,-58 0 0 0,-49 11-9 0,-49 1-107 0</inkml:trace>
  <inkml:trace contextRef="#ctx0" brushRef="#br0" timeOffset="5">4526 11907 14 0,'-13'-25'78'0,"13"13"-68"0,0-22-8 0,24 21-4 0,12 13 0 0,36 0 2 0,23 0 0 0,-36-12 0 0,-23 12-1 0,-36-12 2 0,0-1-1 0,0 2-2 0,12 22 3 0,12 2-88 0</inkml:trace>
  <inkml:trace contextRef="#ctx0" brushRef="#br0" timeOffset="6">5919 11786 0 0,'0'0'0'0,"-13"-11"9"0,2-1 38 0,-1 1-1 0,12 11-41 0,59 0-4 0,12 0-1 0,13 0 1 0,-48 0 0 0,-24 0 0 0,-12-12-1 0,0 12 0 0,-24 23-62 0,12-11 16 0</inkml:trace>
  <inkml:trace contextRef="#ctx0" brushRef="#br0" timeOffset="7">4668 12656 68 0,'-12'-24'32'0,"36"13"-27"0,36 11-3 0,35-12-2 0,35 24-47 0,-105-12 13 0</inkml:trace>
  <inkml:trace contextRef="#ctx0" brushRef="#br0" timeOffset="8">3740 13287 53 0,'0'0'0'0,"0"0"6"0,-25 23 3 0,73-34 8 0,60-49-6 0,34-11-5 0,-23 12-2 0,-35 23 0 0,-25 13-3 0,-36 10-8 0,-10 26-60 0</inkml:trace>
  <inkml:trace contextRef="#ctx0" brushRef="#br0" timeOffset="9">3751 13942 62 0,'0'0'14'0,"24"-12"-8"0,61-35 4 0,21-1-3 0,-12 25 0 0,-33-2 0 0,-14 2-3 0,-23 11-2 0,-11 1-14 0,-13 11-57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07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3942 6775 58 0,'0'-36'24'0,"0"25"-13"0,0-2 12 0,11-24 1 0,14 3-10 0,10 34-12 0,73 0 3 0,69 0-1 0,62 0 2 0,71-12-2 0,59-13 2 0,24 2-4 0,0 12 0 0,-37 11 1 0,-82 0-3 0,-118 0 2 0,-84 0 1 0,-61 0 1 0,-22-13-7 0,-38-11-37 0,-33 24-63 0</inkml:trace>
  <inkml:trace contextRef="#ctx0" brushRef="#br0" timeOffset="1">4073 6751 131 0,'0'0'0'0,"-49"-23"5"0,98 34-3 0,70-11 4 0,94-11 16 0,98-14-12 0,70 25-5 0,11-25-2 0,-11 4 4 0,-58 8-4 0,-61-11-1 0,-108 11 0 0,-94 13 2 0,-60-11 4 0,-12-1-6 0,-24 12-58 0,36 0-24 0</inkml:trace>
  <inkml:trace contextRef="#ctx0" brushRef="#br0" timeOffset="2">2835 7821 0 0,'-48'0'23'0,"1"-10"8"0,10-1 15 0,14-2-13 0,10 1-13 0,13 12-9 0,0-12-5 0,73-12 3 0,57 12-2 0,37 12-4 0,35 0-5 0,13 0 3 0,23 0 2 0,-13 23-2 0,38-23 3 0,47 0-4 0,35-11 0 0,-11-1 3 0,22 1-2 0,-11-2 0 0,-22 13-1 0,-2 0-2 0,-60 13 2 0,-10-2-1 0,-25 1 2 0,-34-12-1 0,-38-12 3 0,-47-12-2 0,-47 12 1 0,-49 12-8 0,-94-12-38 0,-24 24-61 0</inkml:trace>
  <inkml:trace contextRef="#ctx0" brushRef="#br0" timeOffset="3">2894 7739 94 0,'-59'-23'27'0,"23"23"-22"0,36 0 0 0,11 11 13 0,49-11-6 0,46 0-5 0,73 0-4 0,48-11-1 0,59-2 1 0,36 1-1 0,11 0 0 0,0 12-2 0,37-23 2 0,-1 12 0 0,0-2-1 0,-12 13 0 0,-12 0-1 0,-23 0-1 0,-36 0 1 0,-36 13-1 0,-37-13 0 0,-45 11 5 0,-14 1 1 0,-58-1-2 0,-36 1-1 0,-37-12 1 0,-46 36-127 0</inkml:trace>
  <inkml:trace contextRef="#ctx0" brushRef="#br0" timeOffset="4">18577 11549 26 0,'0'0'22'0,"-12"0"13"0,0 0 0 0,0 0-10 0,12-12-9 0,0 12-6 0,12 0 7 0,0 12-13 0,36-12 2 0,-12 0-3 0,23 0 0 0,13 0-2 0,10 0 0 0,14-12 0 0,11 12 3 0,-1 0-3 0,3-11-1 0,22 11 0 0,-13 0 3 0,2 0-3 0,-2-13 4 0,-11 13-3 0,13-12-2 0,-2 12 1 0,14 12 2 0,-37-12-4 0,13 13 3 0,-37-13-1 0,-11 11-1 0,-25-11 3 0,-23 0 0 0,-1-11 1 0,2 11-3 0,-13 11-39 0,0 12-78 0</inkml:trace>
  <inkml:trace contextRef="#ctx0" brushRef="#br0" timeOffset="5">3393 12883 21 0,'0'0'38'0,"0"-12"-5"0,13 12 2 0,-1 0-18 0,36 0-5 0,11 0-4 0,24 0-1 0,13 0 0 0,35-13-1 0,24 13-1 0,23-11 0 0,13-1 0 0,23 1-3 0,24 11 0 0,0-13 4 0,1 1-3 0,-2 0-3 0,2 12 1 0,-24-13 2 0,-13 3-3 0,-12-1-1 0,1 11 2 0,-14 0-1 0,-21-13 1 0,-25 13-1 0,-12-12 0 0,-1 12 2 0,-46 0 0 0,-12 0 0 0,-36 0 2 0,-24 0 1 0,12 0-3 0,-12-12-2 0,0 24-83 0,0 0 4 0</inkml:trace>
  <inkml:trace contextRef="#ctx0" brushRef="#br0" timeOffset="6">9526 13371 20 0,'0'-11'29'0,"0"-2"3"0,13 1-4 0,-13 12-6 0,-13-12-6 0,2 12-4 0,-1 0-5 0,-24 12-1 0,1 13-2 0,11 9-1 0,-12 14-1 0,24 12 0 0,0 11 1 0,12-11 0 0,0 11 1 0,12-23-1 0,12-1 0 0,0-11-1 0,22 0 0 0,-10-11-1 0,13-14 1 0,-13-11-1 0,11-11 1 0,-11-2-1 0,23-11-2 0,-23 0 2 0,0 1 0 0,0-14-2 0,-13 14 2 0,0-1-1 0,2-13 0 0,-13 3 2 0,-12-3-1 0,0-10 0 0,0 10 0 0,-12 16-1 0,12-4 0 0,0-11 1 0,-12 13-2 0,-1-2 2 0,2 13-1 0,-12-22 1 0,-2 9 0 0,2 13 0 0,-13-12 0 0,0 12 2 0,13 1-3 0,-13-1 1 0,0 12-2 0,11 12 2 0,-9-1-1 0,22 1 0 0,-13 12 0 0,-11 24-12 0,-10 23-130 0</inkml:trace>
  <inkml:trace contextRef="#ctx0" brushRef="#br0" timeOffset="7">16541 13490 41 0,'12'-25'31'0,"-12"14"10"0,0-12-9 0,0-2-13 0,0 25-8 0,-25 25-7 0,-11 59 2 0,0 10-1 0,14-12-2 0,22 2-1 0,35 0 0 0,1-26-1 0,23-21 1 0,-11-37 1 0,0-12 0 0,-12-13-1 0,-1-21 0 0,-11-26 0 0,0 14 0 0,-12-15-2 0,-24 2 2 0,-12 10-1 0,-12 15-1 0,1 10 1 0,-1 24-1 0,0 1 0 0,1 11 1 0,-14 11-8 0,13 25-29 0,36 12-121 0</inkml:trace>
  <inkml:trace contextRef="#ctx0" brushRef="#br0" timeOffset="8">16969 13645 126 0,'0'0'3'0,"11"-25"29"0,2-9-5 0,-1 21-18 0,-12 1-8 0,11 24-26 0,14 24-97 0</inkml:trace>
  <inkml:trace contextRef="#ctx0" brushRef="#br0" timeOffset="9">17315 13418 77 0,'0'-12'15'0,"12"-11"29"0,-12 0-10 0,0 23-25 0,-12 11-7 0,0 24 1 0,0 13-2 0,0 0 0 0,12-24-1 0,12-1 1 0,12-11 0 0,12 13-1 0,-1-2 1 0,12 13-2 0,2 10 1 0,-25 15 0 0,-13-14 0 0,-22 0 3 0,-37-10 6 0,0-24-2 0,-1-13 0 0,15 0-1 0,10-13-1 0,12 1-3 0,12 12-2 0,0-12 1 0,24 12-9 0,-12-13-30 0,22 13-101 0</inkml:trace>
  <inkml:trace contextRef="#ctx0" brushRef="#br0" timeOffset="10">17315 13383 99 0,'0'-23'29'0,"36"-2"2"0,35 0-10 0,36 25-9 0,-35 0-1 0,-25-11-3 0,-35-1 0 0,0 1-3 0,0-1-4 0,-12 0-7 0,-12 47-164 0</inkml:trace>
  <inkml:trace contextRef="#ctx0" brushRef="#br0" timeOffset="11">15838 13502 46 0,'-12'-37'37'0,"12"3"1"0,-24 9-11 0,24 13-13 0,-11 12-6 0,11 0-7 0,11 24 1 0,25 36-1 0,0-2 0 0,0 3-1 0,22-13 1 0,-9-13 0 0,-2-11 0 0,-23-12-1 0,-12 13 2 0,-12 21 5 0,-47 26 0 0,-38 23-1 0,3-23-1 0,34-13-2 0,1-22 2 0,22-14-4 0,14-12 1 0,11-11 1 0,0 0-4 0,24-11-40 0,23 11-90 0</inkml:trace>
  <inkml:trace contextRef="#ctx0" brushRef="#br0" timeOffset="12">16195 14014 41 0,'0'0'0'0,"0"-36"52"0,12 25 1 0,-24-2-32 0,-47 73-4 0,-24 11-5 0,23-11-4 0,12-12-3 0,25-25-2 0,11-12 0 0,0-11 0 0,12 0-17 0,24 0-122 0</inkml:trace>
  <inkml:trace contextRef="#ctx0" brushRef="#br0" timeOffset="13">8549 14156 60 0,'0'0'0'0,"-10"-34"24"0,10 34-1 0,-12 0-8 0,12 0-4 0,0 34 0 0,0 37-4 0,0-21-3 0,0-4 0 0,0-10 0 0,0-24-2 0,0-1 0 0,0-11 0 0,0 0 0 0,12 0-2 0,-12 13 0 0,0-13 0 0,10 0 1 0,-10 0 0 0,13 0-1 0,-13 12 0 0,12-12 0 0,-1-12-1 0,2 12-7 0,-13 0-16 0,12-13-28 0,-12 13-2 0</inkml:trace>
  <inkml:trace contextRef="#ctx0" brushRef="#br0" timeOffset="14">4858 15466 18 0,'13'-35'37'0,"-1"-26"5"0,-12 38-8 0,0 23-17 0,-12 60 7 0,-12 71-10 0,12 11-6 0,12-10-4 0,0-38-1 0,0-34 3 0,-13-12-4 0,13-35 2 0,0-2-3 0,36 1 1 0,24-1-3 0,36-11 2 0,-25 0 0 0,1 0 0 0,-13 0-8 0,-35 12-28 0,-24-12-79 0,-12 0 73 0</inkml:trace>
  <inkml:trace contextRef="#ctx0" brushRef="#br0" timeOffset="15">4811 15788 90 0,'-12'0'24'0,"12"-48"-1"0,59 0-3 0,61 2-15 0,-13 21-6 0,-23 13-115 0</inkml:trace>
  <inkml:trace contextRef="#ctx0" brushRef="#br0" timeOffset="16">4871 15491 68 0,'-24'-37'23'0,"24"-34"12"0,71 24-19 0,12-1-13 0,13 25-5 0,-24 23-94 0</inkml:trace>
  <inkml:trace contextRef="#ctx0" brushRef="#br0" timeOffset="17">5633 15669 103 0,'0'0'11'0,"12"0"10"0,0 82 12 0,-12 26-19 0,13-13-4 0,-13-59-2 0,0-24 1 0,-13-48-3 0,13-47-4 0,47-24-1 0,37 35 1 0,-2 48-2 0,-21 61-2 0,-38 46 0 0,2-11 2 0,-14-1 0 0,-11 0-3 0,12-12-43 0,-1-11-78 0</inkml:trace>
  <inkml:trace contextRef="#ctx0" brushRef="#br0" timeOffset="18">6312 15704 103 0,'0'-12'26'0,"-25"12"10"0,-22 48-16 0,35 12-16 0,71-1-3 0,12 13-2 0,-22-26 1 0,-49 4 1 0,-49-16 2 0,15-34-37 0,34-11-106 0</inkml:trace>
  <inkml:trace contextRef="#ctx0" brushRef="#br0" timeOffset="19">6478 15954 46 0,'0'0'0'0,"48"-23"50"0,24-13-16 0,-25-12-24 0,1 1 4 0,-36 11-1 0,-24 23 1 0,-12 13-11 0,-13 37-1 0,14 10-2 0,23 1 0 0,12 0 0 0,24-25 0 0,0 0 1 0,35-23-3 0,-11-34 1 0,11-14 2 0,-12 12-2 0,-23 24 2 0,-12 12 1 0,-12 12 0 0,0 24 0 0,-12 0-1 0,0-13 1 0,12-11-1 0,-12-1 3 0,12-34-2 0,0-25-1 0,13 14 0 0,9 9-1 0,2 13-1 0,-13 12 1 0,2 12 0 0,-13 13 0 0,-12 9-1 0,0-21 2 0,12-13 0 0,23-36-1 0,13 12 0 0,-37 24-1 0,25 24 0 0,12-1-5 0,0-10-31 0,11-37-32 0,-48 1 11 0</inkml:trace>
  <inkml:trace contextRef="#ctx0" brushRef="#br0" timeOffset="20">7705 15585 70 0,'0'-12'45'0,"0"24"-25"0,0 49-3 0,0-15-8 0,11-10-6 0,2-24 1 0,23-12-2 0,-12 36-3 0,-37 23 1 0,2-11 3 0,-25-36 10 0,23-35-8 0,2-14-3 0,11 14-3 0,11 33 0 0,25 15 1 0,24-13-3 0,12-24-4 0,-1-35 2 0,-11-13 1 0,-37-23-4 0,13-36-4 0,-24-24 2 0,-1-12 17 0,2 96 22 0,-37 82-17 0,-24 84-4 0,25 48-4 0,12-12-3 0,32-24-1 0,28-47 0 0,45-37 0 0,14-23 2 0,-1-47 1 0,13-26-1 0,-38 14 4 0,-69 0-6 0,-37 36 1 0,-35 69-2 0,23 14 2 0,48-26-1 0,59 4 3 0,1-27-2 0,-25-12-11 0,-23-11-84 0,-24 13 28 0</inkml:trace>
  <inkml:trace contextRef="#ctx0" brushRef="#br0" timeOffset="21">10134 15906 61 0,'0'0'0'0,"-24"-34"66"0,24 34-39 0,13 0-18 0,93 11-1 0,96 12-4 0,25-10-5 0,-48-13 2 0,-84 0 1 0,-72-36 5 0,-23-12 1 0,-47 25-1 0,35 11-2 0,12 24-5 0,23 48-1 0,-10-1 1 0,-49-13-5 0,13 27-125 0,11-62 83 0</inkml:trace>
  <inkml:trace contextRef="#ctx0" brushRef="#br0" timeOffset="22">11778 16132 128 0,'-60'13'3'0,"48"-1"13"0,36-48-3 0,34-58-6 0,39-14-3 0,-38-35 0 0,-11-37 1 0,-24 15-2 0,-12 45-1 0,-12 49-1 0,-12 59 0 0,-1 36 0 0,2 60-1 0,-14 34 1 0,25 24 1 0,-11-10-1 0,35-38-1 0,-1-21 1 0,25-37 0 0,0-24 2 0,12-24-2 0,11-36 0 0,-23 0 2 0,-1 13-4 0,-24 23 1 0,-10 46-1 0,-1 27 0 0,12-1 0 0,11-37 1 0,37-12 1 0,-24-34 1 0,-25-12-1 0,-23-49-1 0,-23 13 0 0,-13 24 2 0,-12 34-4 0,0 13 2 0,1 47-4 0,22 24 4 0,25 2-2 0,49-25 2 0,11-14 0 0,23-34-1 0,-12-34 2 0,11-14 0 0,-10-35 1 0,-12 22-3 0,-24 14 3 0,-12 35-1 0,-12 12 1 0,-12 25-2 0,0 22-1 0,-12 11 0 0,24-8 2 0,12-3-2 0,11-35 3 0,13-12-1 0,-1-36 0 0,1 0-2 0,-24 12 3 0,-12 24-4 0,12 24 4 0,12 0-3 0,11-12 2 0,0-24-2 0,2-36 3 0,-25 1-1 0,-13-1-1 0,-11 25 1 0,0 23-3 0,0 47 2 0,48-11 0 0,35-1-1 0,1-11 1 0,-13-11-1 0,-11-13 0 0,-25-25 2 0,13-34-1 0,-24-12 0 0,-12 34 0 0,-24 26 1 0,-24 22-1 0,23 37 0 0,26-25 0 0,46-23 0 0,25 0 0 0,-25 25-1 0,-23 58 0 0,-36-11 0 0,12-60 2 0,12-36 0 0,47-48-8 0,13 13-139 0</inkml:trace>
  <inkml:trace contextRef="#ctx0" brushRef="#br0" timeOffset="23">15730 16085 137 0,'-35'0'19'0,"-48"24"-12"0,71-60 13 0,35-60-15 0,73-59 0 0,11-34 0 0,-71 10-2 0,-24 95-2 0,-36 84-2 0,-24 96-1 0,25 71 1 0,46-24-2 0,49-60 3 0,22-59 1 0,26-72 1 0,-13-47-6 0,-46-49-5 0,-27 2 2 0,-34 83 8 0,-11 59 2 0,-12 59 0 0,-2 60 0 0,13 12 0 0,12-35 0 0,-12-49 0 0,12-47 4 0,49-83-3 0,10-1 0 0,0 61-5 0,-23 70-2 0,10 37 3 0,39-25 0 0,22-34 0 0,12-25 1 0,0-37-4 0,-47-10 3 0,-25-1-3 0,-36 0 3 0,-11 2 1 0,-11 9 1 0,-25 24-1 0,-11 26 1 0,-2 35-3 0,3-1 1 0,35 0 3 0,32-22-2 0,15-13-1 0,-11-12 2 0,-1 0-4 0,-12 12 2 0,12 0 1 0,11-12 0 0,13-24-2 0,-1 12 2 0,-23 0-1 0,0-1-1 0,1-10 1 0,9-13-1 0,2 13 2 0,-24 11-1 0,-12 12-1 0,-12 47 1 0,12-11 1 0,12 0 0 0,12-12-1 0,24-24 1 0,-12 0-1 0,10 0 0 0,-10-36 1 0,13 12-3 0,-14-24 2 0,-12 36 0 0,-23 12-1 0,0 48 1 0,0 12 2 0,0-13-1 0,0-10 1 0,0-37 3 0,25-37-1 0,11-22-2 0,35 0-3 0,-35 34 1 0,0 37-2 0,-25 60 3 0,25-26-1 0,0-21 0 0,0-25 1 0,11-25 0 0,-23-9-10 0,-37-14-68 0,2 25-23 0</inkml:trace>
  <inkml:trace contextRef="#ctx0" brushRef="#br0" timeOffset="24">15219 15538 178 0,'-24'-13'1'0,"12"2"0"0,155-25 3 0,95-1-2 0,-11 15-1 0,-73 22-41 0,-154 0-50 0</inkml:trace>
  <inkml:trace contextRef="#ctx0" brushRef="#br0" timeOffset="25">19411 15633 82 0,'0'-24'19'0,"-12"11"13"0,12 26-10 0,-13 47-11 0,13-25-5 0,25 1 1 0,-2-36-1 0,13-23-4 0,-24-25 2 0,-12 0-1 0,-12 0-1 0,-36 25 0 0,1-2-1 0,11 14-1 0,11 11 1 0,50 0-2 0,35-12 1 0,-1-12 0 0,25-23 1 0,11-25 0 0,-37 24-1 0,-22 25 0 0,-23 46 0 0,-13 73-1 0,0 93 0 0,12 87 0 0,-1-3-1 0,2-118 2 0,-37-60 1 0,-24-71 6 0,1-60-1 0,11-47-2 0,48-24-3 0,46-13 0 0,63-22-12 0,69 11-98 0,-141 107 50 0</inkml:trace>
  <inkml:trace contextRef="#ctx0" brushRef="#br0" timeOffset="26">20792 15228 95 0,'-13'-71'67'0,"13"58"-61"0,-23 97 14 0,-25 119-8 0,25 12-7 0,-1-49 4 0,-1-59-8 0,25-60-5 0,13-36-31 0,10-69-46 0,-10 34 16 0</inkml:trace>
  <inkml:trace contextRef="#ctx0" brushRef="#br0" timeOffset="27">20661 15717 36 0,'-12'-25'36'0,"-1"-21"17"0,26 9-18 0,23 1-15 0,11 25-14 0,25 58-6 0,11 36 0 0,-23 1 2 0,-24-13 2 0,-84-23 5 0,-59-37-3 0,0-11-4 0,47 0-2 0,60-11-38 0,60-1-95 0</inkml:trace>
  <inkml:trace contextRef="#ctx0" brushRef="#br0" timeOffset="28">21423 15704 46 0,'0'-12'4'0,"12"0"32"0,0-11-6 0,24 12-13 0,-14-26 1 0,-9 13-7 0,-1-11-4 0,-12 10-2 0,-12 2 1 0,-1-1-2 0,-9 24-2 0,-2 0-1 0,-36 36 0 0,0 46 1 0,1 2-2 0,35-24 3 0,24-36-2 0,12-24 2 0,25-36-1 0,10-12-2 0,-24 25 0 0,1 23 0 0,-12 23-1 0,12 25 2 0,-12-12-1 0,12-12 0 0,0 0 0 0,-24-14 1 0,0 3-2 0,0-1-16 0,10-12-41 0,-10 0-24 0</inkml:trace>
  <inkml:trace contextRef="#ctx0" brushRef="#br0" timeOffset="29">21947 15502 26 0,'12'0'29'0,"0"-24"17"0,0 12-19 0,12-13-10 0,-12 15-6 0,-2-2 0 0,-10 12-1 0,-10 0-7 0,-38 12 0 0,-12 35 0 0,14 0-1 0,21 1-2 0,37 12 0 0,24 11 0 0,-25-11-1 0,-11-12 2 0,-34-38 2 0,-27-10 0 0,13-10 0 0,37-14-7 0,70-13-31 0,48 14-24 0,-23 12 31 0,-25 11 39 0,-12 11 27 0,2-11-13 0,22-24-12 0,0-11-5 0,1-13-1 0,-60 0 4 0,-36 37-3 0,-59 22-4 0,-1 73-3 0,60-13 1 0,48-11-2 0,60-26 5 0,23-21-4 0,-24-48-14 0,-35 23-85 0,-48 0 42 0</inkml:trace>
  <inkml:trace contextRef="#ctx0" brushRef="#br0" timeOffset="30">20875 16764 109 0,'0'0'0'0,"36"-59"27"0,-36 22 4 0,-24 37-15 0,-48 13-11 0,2 70 1 0,-3 13-5 0,37 9 1 0,49-32-4 0,46-37 3 0,37-13-1 0,11-46 1 0,35-25-1 0,-10-59 3 0,-37-36-2 0,-36-12-1 0,-59 72-4 0,-23 58 5 0,-25 62-1 0,-11 81 5 0,35 14-6 0,48-13 0 0,35-48 0 0,25-35-3 0,-13-36-39 0,-11 0-73 0</inkml:trace>
  <inkml:trace contextRef="#ctx0" brushRef="#br0" timeOffset="31">21876 16883 58 0,'0'-36'29'0,"0"-11"1"0,-11 11-7 0,11 11-8 0,-13 14-4 0,1-1-5 0,-12 1-3 0,-12 34 1 0,-24 49-1 0,1 11-2 0,11 12 0 0,25-47-1 0,46-36 2 0,1-24 0 0,36-36 1 0,-1-11-2 0,-23 23 0 0,-24 36-1 0,0 0 0 0,0 24-1 0,12 0 0 0,-11 0 1 0,10-14 0 0,0-10 0 0,1 0 0 0,12-34 0 0,0-3 0 0,11-10 1 0,0-11-2 0,-11-3 2 0,-12 14-1 0,-12 23 1 0,-12 12-1 0,12 12 0 0,-24 23-1 0,12 48 0 0,12 2 0 0,24-14-1 0,0-23 2 0,-36-24-1 0,-36 0 3 0,0-12-2 0,12 0 0 0,36 12-1 0,36-12-1 0,11-36-1 0,13 0 1 0,11-23 2 0,-23-1 2 0,-24 24-1 0,-25 25 1 0,-11 11 1 0,-11 23-3 0,-1-23 3 0,0 0-3 0,0 0 1 0,12 0-1 0,-13 0 1 0,13 11-3 0,0 2 3 0,25 35-3 0,-1 12 1 0,-13-1-1 0,-34-23 2 0,-14-26 0 0,26-10 3 0,11-22-3 0,48-27-6 0,35 15 1 0,24-14 3 0,-35 36 0 0,-49 24 6 0,-23 23-2 0,0 1-2 0,0-12-6 0,0 0-36 0,-11-48-40 0,11 24 48 0</inkml:trace>
  <inkml:trace contextRef="#ctx0" brushRef="#br0" timeOffset="32">23294 16466 39 0,'0'0'0'0,"0"-71"52"0,-13 59-14 0,-23 71-30 0,-12 96 4 0,36 37-4 0,-11-3-8 0,10-47-9 0,2-46-45 0,-1-71-21 0</inkml:trace>
  <inkml:trace contextRef="#ctx0" brushRef="#br0" timeOffset="33">23042 16860 83 0,'0'-13'2'0,"37"1"-3"0,46-11 11 0,36 0-5 0,-36-2 15 0,-47 37-3 0,-36 47-2 0,0 0-12 0,0 2-5 0,0-26-35 0,-13-23-60 0</inkml:trace>
  <inkml:trace contextRef="#ctx0" brushRef="#br0" timeOffset="34">23566 16800 29 0,'12'0'12'0,"24"-11"11"0,12-2 9 0,-12-11-18 0,-25-12-1 0,-11 1-1 0,-11 22-5 0,-14 13-2 0,2 37 0 0,-13 10-2 0,24 1-2 0,12-13 1 0,24-23 0 0,48-12 0 0,-1-24-4 0,-11 24 2 0,-25 24-1 0,-24-11 2 0,2-2 1 0,35-35 2 0,34-23-3 0,-10 23-1 0,-60 37-1 0,0 10 1 0,12 0-1 0,48-35 2 0,-1-47-4 0,-47 23-32 0,-24 36-52 0</inkml:trace>
  <inkml:trace contextRef="#ctx0" brushRef="#br0" timeOffset="35">18720 15525 131 0,'-12'0'6'0,"-59"96"6"0,11 83 10 0,0-13-11 0,13-34-2 0,22-98-2 0,25-45 3 0,36-96-8 0,36 36 1 0,1 59-4 0,-27 83 1 0,2 12-3 0,12-36 4 0,-14-34-21 0,-21-37-94 0,-25 12 64 0</inkml:trace>
  <inkml:trace contextRef="#ctx0" brushRef="#br0" timeOffset="36">18398 14597 138 0,'-35'11'7'0,"23"14"10"0,24-25 4 0,47 0-7 0,25-36-7 0,-13-12-2 0,-22-11 1 0,-38-12-2 0,-11 23-2 0,-36 12-1 0,-24 36 0 0,-36 60-1 0,2 59 0 0,58 0-1 0,72-12 1 0,94-36 1 0,15-48 1 0,-51-34 0 0,-11-24 0 0,-35-1-1 0,-24 13-7 0,36 23-168 0</inkml:trace>
  <inkml:trace contextRef="#ctx0" brushRef="#br0" timeOffset="37">19434 14252 124 0,'0'0'0'0,"-23"-36"18"0,46 0-9 0,38 24-6 0,32-11-4 0,-20 23-71 0,-61 0 25 0</inkml:trace>
  <inkml:trace contextRef="#ctx0" brushRef="#br0" timeOffset="38">19495 14298 52 0,'-25'0'18'0,"-82"61"37"0,83-38-36 0,35-23-12 0,109-34-4 0,47 9-106 0</inkml:trace>
  <inkml:trace contextRef="#ctx0" brushRef="#br0" timeOffset="39">20101 14227 141 0,'-46'0'2'0,"69"0"1"0,36-23 4 0,36-48-4 0,-47 10-2 0,-37 3 2 0,-47 34-1 0,-22 35 8 0,-14 73-3 0,36 11-3 0,48-11-2 0,72-50 0 0,22-34 0 0,3-46-11 0,-16 10-39 0,-56 0-62 0</inkml:trace>
  <inkml:trace contextRef="#ctx0" brushRef="#br0" timeOffset="40">20613 13978 56 0,'0'-24'31'0,"-13"24"8"0,49 0-21 0,0 60-8 0,13 11-2 0,-14-11-3 0,-23-25 0 0,-24-22 3 0,-12-50 1 0,37-47-6 0,57-21-2 0,2 55-1 0,12 16-15 0,-13 34-43 0,-47 0-27 0</inkml:trace>
  <inkml:trace contextRef="#ctx0" brushRef="#br0" timeOffset="41">21149 13907 23 0,'11'-11'21'0,"2"11"28"0,23 21-18 0,-1 29-15 0,-11-3-5 0,0-12-2 0,-24-23 0 0,-24-24-4 0,0-23-2 0,48-12-2 0,36-24-1 0,47 34-1 0,-1 13-9 0,-34 12 4 0,-35 1 5 0,-26 11 1 0,-22 47 6 0,-2 11-2 0,13-8-1 0,47-16-1 0,2-21 0 0,-2-37 1 0,-47-24-1 0,-35-11-1 0,-13 35 0 0,12 24-1 0,36 0 0 0,48-13 1 0,35-21-1 0,1 9 0 0,-38 50-1 0,3 59-1 0,-1-2 1 0,-2-46 1 0,-21-49 2 0,-1-71 1 0,-24-10 2 0,12 12-3 0,35 57-38 0,-10 25-70 0</inkml:trace>
  <inkml:trace contextRef="#ctx0" brushRef="#br0" timeOffset="42">22781 13609 68 0,'0'-12'41'0,"0"12"-38"0,12 0 11 0,22 83 5 0,3 1-6 0,-25-13-2 0,-24-47 2 0,12-48 2 0,0-47-9 0,36-25-5 0,34-11 0 0,26 61-12 0,0 57-26 0,-37 24 0 0,14 1 26 0,-39-36 10 0,-11 0 6 0,2-24 8 0,-14 0-2 0,-11-10 1 0,-23-16 1 0,-13 27-4 0,-11 35-5 0,-1 49-1 0,0 10-2 0,37 0-1 0,11-37 1 0,23-9 1 0,13-37 1 0,12-35-1 0,-24 35-1 0,-12 12-2 0,-1 35 0 0,48-11 1 0,25-37 0 0,11-33 1 0,-22-26 0 0,-26-36-1 0,-1-47-2 0,3-10-3 0,-25 57 4 0,-12 84 0 0,-60 72 0 0,-23 59 3 0,35 24-1 0,60 1 1 0,47-48-1 0,36-50 2 0,13-34 1 0,-25-59-2 0,-24-25-1 0,-47 38 0 0,-60 46-1 0,-12 71 1 0,60 0-1 0,60-12 1 0,35-23 0 0,-12-36-22 0,-72-36-117 0</inkml:trace>
  <inkml:trace contextRef="#ctx0" brushRef="#br0" timeOffset="43">23852 13228 120 0,'0'-23'6'0,"84"-2"3"0,82-21 6 0,-12-4-6 0,-69 27-6 0,-73 12-23 0,-24 11-72 0</inkml:trace>
  <inkml:trace contextRef="#ctx0" brushRef="#br0" timeOffset="44">2180 9668 49 0,'0'0'0'0,"-12"-13"25"0,12-10 7 0,0-13 2 0,12 13-8 0,-12 23-12 0,12 11-6 0,35 49 1 0,0 22-3 0,-11 2-1 0,0-13 2 0,0-21-3 0,-24-27 2 0,-12 0-2 0,12-23-1 0,-12 12 1 0,0-24-1 0,13 0-3 0,-2-22 2 0,24-3-1 0,61-58 3 0,46-24-1 0,1 0-1 0,-47 47-1 0,-61 12 0 0,-23 37 1 0,-1-1-2 0,-11 12 0 0,0 0 0 0,0 12 0 0,13 37-146 0,-13-26 76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1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19816 13216 3 0,'0'0'22'0,"0"-11"7"0,0-2 13 0,-13 1-16 0,2 12-4 0,-1 0-5 0,-1 0-6 0,13-12-3 0,13 12-6 0,34-13 3 0,25 13-1 0,35-10 0 0,48-1-1 0,35 11-1 0,37 0 1 0,10 0-1 0,26 0 3 0,-25 11 0 0,-13-1 0 0,-69-10-1 0,-49 0 0 0,-71-10-1 0,-11-1-1 0,-14 22-7 0,1 49-98 0,-24-49 32 0</inkml:trace>
  <inkml:trace contextRef="#ctx0" brushRef="#br0" timeOffset="1">16195 14348 7 0,'-48'0'16'0,"-24"11"3"0,38-11 12 0,22 0-5 0,0-11-8 0,-1 11-3 0,26 0-3 0,34 0-7 0,36 0 0 0,60 0 0 0,59 0-3 0,49 0 1 0,35 0 0 0,24-13 0 0,-13 13 1 0,-23 13 0 0,-48-13-1 0,-47 11 1 0,-60-11 1 0,-47 0 4 0,-61 0 3 0,-11-11-3 0,0-2-6 0,0 13-2 0,0-12 0 0,-11 48-71 0,11-24-32 0</inkml:trace>
  <inkml:trace contextRef="#ctx0" brushRef="#br0" timeOffset="2">10253 16657 10 0,'0'0'21'0,"0"0"38"0,0 0-26 0,0-12-21 0,-12 1-6 0,-11 11-1 0,11 0-1 0,-12-13-1 0,-1-11-2 0,2 11 4 0,-1 3 3 0,-11-14-2 0,10 12 0 0,-11 0-1 0,13-1-2 0,-12 2 0 0,-1 11 0 0,0 11-1 0,-11-11 1 0,22 0 0 0,-9 13 0 0,-3-1-2 0,1 0 1 0,13 0-1 0,-1 0 1 0,-1-2-2 0,2 15 1 0,-1-13 3 0,-11 24-4 0,10-12 0 0,14 11 1 0,-1-12-1 0,-1 14 0 0,2-13-1 0,11 11 2 0,0-10-2 0,0-2 2 0,0 1-2 0,0 12 2 0,0-1-1 0,11-11 1 0,2 0 0 0,10-1 0 0,-10-10-1 0,23 11 2 0,-1-13-2 0,1 1 2 0,12-1-2 0,-13 2 0 0,14-1 0 0,-2 13-2 0,-1-14 2 0,-9-11 0 0,11 0 1 0,-13 0-1 0,13-36 0 0,-12 36 0 0,-1 0 1 0,12-12-1 0,-22-1 1 0,11 2-1 0,-1-1 0 0,-11-11 1 0,12 11-1 0,-24-1 1 0,12 2 0 0,-14-1-1 0,3-12 1 0,-13 12 1 0,0-35 6 0,0 23-5 0,0-12-1 0,-13-12 1 0,3 13-1 0,-1 11 0 0,-14-24 2 0,13 25-3 0,-12-14-1 0,12-10 0 0,0 23 0 0,0 11 0 0,0-9 0 0,1 10 0 0,-14-25 0 0,2 14-15 0,23-1-160 0</inkml:trace>
  <inkml:trace contextRef="#ctx0" brushRef="#br0" timeOffset="3">9968 10157 2 0,'0'-13'4'0,"0"1"2"0,10 0-3 0,-10-1 0 0,0 13 3 0,-10-10 3 0,10 10-3 0,-24-11-1 0,12 11-2 0,-12 0 3 0,0 0-2 0,11 0-1 0,-10 11-1 0,0-1 0 0,-1 3-2 0,1-1 2 0,-2 13-1 0,1-2-1 0,0 1 1 0,13 11-1 0,-1 1 1 0,-12-12-1 0,12 23 1 0,-1-10 0 0,13 10-1 0,0-10 1 0,0 9 2 0,0 2-2 0,25-12 0 0,-14-1 1 0,14-11-1 0,-2 0 1 0,1 12 1 0,13-25-2 0,10 13 0 0,-1-24 1 0,3 13 0 0,-1-26 1 0,-2 13-1 0,-10-12-1 0,24-11 0 0,-13 0 0 0,-11-2 0 0,-11 13 0 0,10-12 0 0,-11-11-1 0,0-1 0 0,-12 0 1 0,-12 12 0 0,0-10-1 0,12-16 0 0,-12 16 1 0,0-3-1 0,-12-10 0 0,12-1 1 0,-12 13-1 0,0-1 0 0,12 0 0 0,-24-1 1 0,0 3 0 0,1 10-1 0,-2 0 1 0,-11 1-1 0,-11-2 0 0,12 2 1 0,-13 11-1 0,12 12 0 0,1 0 0 0,-13 12 0 0,11-1 1 0,-9 1-1 0,10 13 1 0,0-2-1 0,0 1 0 0,1-12 1 0,-1 13-1 0,0-14-1 0,1 24 1 0,-1 13-8 0,0 23-89 0</inkml:trace>
  <inkml:trace contextRef="#ctx0" brushRef="#br0" timeOffset="4">7335 17859 9 0,'0'0'2'0,"-23"0"13"0,10 0-1 0,13 0-3 0,0 0 6 0,13 0-15 0,-1 0-1 0,12 12 0 0,11-12 2 0,1 0-2 0,12 0 0 0,11 0 0 0,1 11-1 0,23-11 2 0,0 0-1 0,1-11 0 0,11 11 1 0,-1 0-1 0,15 0 1 0,-3 0 2 0,14 0-1 0,-13 0 1 0,24 0-1 0,-12-12 0 0,0 12-1 0,0-11 2 0,24-1 0 0,0 0-1 0,0 12 0 0,-1-13-1 0,1 2-1 0,-11-1 1 0,-1 12-1 0,0-11-1 0,-1-2 0 0,2 13 0 0,-1 0-1 0,-24 0 0 0,-12 13-2 0,84-2 1 0,-97 1 2 0,14-12 1 0,-24 11 0 0,23-11 2 0,-34 13-1 0,-15-13 0 0,-35 0-18 0,-22 0-47 0,11-13 21 0</inkml:trace>
  <inkml:trace contextRef="#ctx0" brushRef="#br0" timeOffset="5">10919 17597 6 0,'0'0'19'0,"0"-12"19"0,0 1-12 0,-11-1-6 0,11 12-9 0,0 0-9 0,11 12 0 0,2-1-2 0,10 13 2 0,2 0-1 0,23-1-1 0,-14-10 0 0,2 11-2 0,0 0 1 0,0-1 2 0,0-11-2 0,1 0 1 0,-14 1 0 0,0-13 1 0,-12 11-1 0,2 1 0 0,-13-12-1 0,12 11 1 0,-1 2-1 0,-11-13 1 0,13 0 1 0,-13 0 0 0,0 12-2 0,0-12 1 0,0 0 1 0,0 0 7 0,-24 0-7 0,-1 12-1 0,-9 11-2 0,-14 25 1 0,0-12 1 0,12 12 1 0,-11-14-2 0,22-9 4 0,14-25 2 0,-1 12 0 0,1-12-1 0,11 0-4 0,0-12-122 0</inkml:trace>
  <inkml:trace contextRef="#ctx0" brushRef="#br0" timeOffset="6">10325 16705 11 0,'0'0'6'0,"0"-12"20"0,0-13-10 0,13 25 0 0,-13-23-3 0,0 23-1 0,0-11-3 0,0-2-3 0,0 1-2 0,-13 0 1 0,13-11 1 0,-12 11-1 0,0 0-1 0,-12-12 1 0,12 11-2 0,-12 2 2 0,1-12-3 0,-13-2 1 0,0 13-2 0,0 1 0 0,12 11-1 0,-12-12 2 0,0 12 0 0,-10 0-1 0,-2 0-1 0,12 0 1 0,0 0-2 0,0 0 4 0,2 23-2 0,-3 1 0 0,-10 0-4 0,11-1 3 0,0 2 0 0,0-1 0 0,1 11 1 0,-1 2 1 0,0-3-3 0,11 3 1 0,15-3 0 0,-2 16 0 0,12-4 0 0,12 2 0 0,-2 0-1 0,26 11-1 0,13-11 3 0,-2 0-1 0,0-14 0 0,14 16 0 0,-2-27 0 0,13 0-1 0,-13-11 1 0,13 1 2 0,-1-13-1 0,1-25 2 0,-25 2-1 0,13 0-1 0,-13-14 1 0,-23 1 0 0,0 1 0 0,0-12 0 0,-11 10 0 0,8-10 0 0,-21-1 0 0,0 0-1 0,0 2 0 0,-10 9 0 0,10-10 0 0,-11 10 0 0,-2 3 0 0,-11-3-3 0,0 14 2 0,0-13 1 0,0 24-1 0,-23-12 0 0,11 1 1 0,-11 10-1 0,11 1 0 0,0-11 1 0,-23 11-1 0,11 12 2 0,12 0-2 0,0 0-1 0,0 0 1 0,13 12 3 0,-1-1-3 0,-12 1 0 0,12-12-2 0,1 25 2 0,10-25-1 0,2 11 1 0,-1 1 0 0,12 24-132 0</inkml:trace>
  <inkml:trace contextRef="#ctx0" brushRef="#br0" timeOffset="7">10134 10180 7 0,'0'0'8'0,"0"-12"11"0,0 1-1 0,0-2-2 0,0-11-4 0,-11 1-5 0,-2-1 0 0,2 0-1 0,-13 0 0 0,-1 12-2 0,-11-12 0 0,0 12-2 0,-10-11 0 0,-2 11-1 0,12 12 1 0,-11 23 0 0,-1-11-1 0,12 24-1 0,-12 0 1 0,25 12-1 0,-1-1 1 0,12 13-1 0,12 11-1 0,0 24 1 0,0-11 0 0,12 0 0 0,12-13 0 0,-1 0 0 0,25-24 0 0,0-10 1 0,-1-14-2 0,25 1 2 0,-12-24-1 0,-1-24 2 0,1-24 0 0,11-23-1 0,1 12 0 0,-25 11 0 0,-23-12 0 0,0 1 0 0,-24 0 1 0,-12-12-1 0,-24 10 1 0,-11-10-1 0,-13 11 0 0,0 13 0 0,13-1 0 0,-14 25-1 0,3 10 0 0,-2 26 0 0,-11 34 2 0,-1 11-2 0,13 15-1 0,11-2 1 0,13 1 0 0,11 11-1 0,24 12 0 0,12-11 1 0,22-13-1 0,15 0 0 0,22-11 1 0,1-24-1 0,10-11 0 0,3-50 2 0,9-23-1 0,-21-23 1 0,10-1-1 0,-36-11 1 0,-11 12 0 0,-12-24-1 0,-12-1 1 0,-36 13 1 0,-24 23-1 0,1 2 0 0,-25 21 0 0,1 1-1 0,-1 12 1 0,1 12-1 0,-12 37 1 0,11 9 0 0,-35 50-1 0,24-24-1 0,23 11 1 0,12 1 0 0,13-1 0 0,11 13-1 0,0-1 1 0,36-12-1 0,12 13 0 0,10-25 1 0,27 1-1 0,10-13 0 0,1-10 3 0,23-37-4 0,-11 0 2 0,11-37-1 0,0 14 2 0,-12-13-2 0,0 0 1 0,-35-12 1 0,0 2 0 0,-12-4-1 0,-12 4 0 0,-1-13 0 0,-23-1 1 0,-13-12 0 0,3 1 0 0,-14-2 0 0,-12 15-1 0,0 11 0 0,1-3 1 0,-26 4-1 0,14 10 0 0,-13 0 0 0,13 24 0 0,-12 0 0 0,-1 24 1 0,1 0-1 0,-1 12 1 0,12-1-1 0,-11 14 0 0,11-13 0 0,13-1 0 0,-1 25 0 0,12-25 0 0,-1 14 0 0,14 10-1 0,-1 1 1 0,-1-1 0 0,13 13-1 0,13-12 1 0,-1 23-1 0,-1 0 1 0,25-11-1 0,-11-13 1 0,21 1 0 0,3 0-1 0,10-23 1 0,1-4 0 0,12-8-2 0,-13-1 2 0,-11-37 1 0,22 4-1 0,-21-16 0 0,-2-10 0 0,13-1 0 0,-24-12 0 0,-24 13 1 0,11-1-1 0,-11-12 1 0,-12 1-1 0,12 0 0 0,-12-12 0 0,0 21 1 0,-36 4 0 0,0-2-1 0,-23-13 1 0,24 15-1 0,-14 21 1 0,13 2-1 0,-10 12 1 0,-14 11-1 0,-11 23 0 0,-1 59-30 0,24-9-72 0</inkml:trace>
  <inkml:trace contextRef="#ctx0" brushRef="#br0" timeOffset="8">10170 10168 9 0,'0'-11'7'0,"23"-14"-2"0,-10 0 11 0,-13 15 5 0,0-14-6 0,-13 12-7 0,-10-13-3 0,10 14-1 0,-10-1-1 0,-1 1 1 0,-11 11 0 0,-1-25-2 0,-12 13 1 0,1 12-2 0,-13 0 0 0,13 0 0 0,11 12 1 0,0 0-1 0,-12 12 0 0,0 24-1 0,1-2 0 0,35-9 1 0,-12 10-1 0,1 13 0 0,11 1 1 0,0-3-2 0,12-11 1 0,0-10 0 0,12 10 0 0,0 1 0 0,0-12 0 0,-1 11 0 0,13-23 1 0,-1 13-1 0,13-14 1 0,0 12-2 0,0-11 2 0,12-1-1 0,11-23-1 0,-11 13 2 0,0-13 0 0,-14 12 0 0,15-24 1 0,-1-1-2 0,0 2 0 0,-14-1 1 0,2-12 1 0,12 0-1 0,-12 1 1 0,-24-13-2 0,12 11 1 0,-12-21 1 0,1 10 1 0,-13-12-3 0,0 2 2 0,0-4-1 0,0 16 0 0,0-14-1 0,0 12 1 0,-13-1-1 0,1-9 0 0,0 21 1 0,-12-9-1 0,12 9 0 0,0 0 1 0,-12 4-1 0,1-4 0 0,-13 13 0 0,12-1 1 0,1 2-1 0,-14-1 0 0,14 1 0 0,10 11 0 0,-10 0 0 0,10 0 0 0,2 0 0 0,-1 0 0 0,-1 0 0 0,13 0 0 0,0-13 0 0,-10 13 0 0,10 0 0 0,-12 0 0 0,12 0 0 0,0 13-1 0,-12-13-1 0,12 0-1 0,-12 0 2 0,0 11 0 0,12-11 1 0,-12 12 0 0,0-12-1 0,12 0 1 0,-12 0 0 0,12 0 0 0,0 0 0 0,0 11 0 0,0-22 0 0,0 22 0 0,0-22-22 0,12 11 9 0,-12 0-8 0,0 0-50 0</inkml:trace>
  <inkml:trace contextRef="#ctx0" brushRef="#br0" timeOffset="9">4180 10488 7 0,'0'0'7'0,"0"0"20"0,0 0-5 0,12-10-8 0,12 10-8 0,12-11-4 0,10-2-3 0,15 13-21 0,10-12-29 0</inkml:trace>
  <inkml:trace contextRef="#ctx0" brushRef="#br0" timeOffset="10">4704 10430 23 0,'0'0'15'0,"0"0"10"0,24 0-8 0,24-13-12 0,-2 13-5 0,15 0-10 0,10 13-23 0,-60-13 5 0</inkml:trace>
  <inkml:trace contextRef="#ctx0" brushRef="#br0" timeOffset="11">5371 10442 35 0,'0'0'8'0,"48"0"0"0,-1 0-5 0,25 0-4 0,11 0-48 0</inkml:trace>
  <inkml:trace contextRef="#ctx0" brushRef="#br0" timeOffset="12">6145 10478 26 0,'0'0'14'0,"24"0"-13"0,22-11-1 0,15 11-13 0,-25 0-12 0</inkml:trace>
  <inkml:trace contextRef="#ctx0" brushRef="#br0" timeOffset="13">6657 10488 38 0,'0'0'12'0,"72"-10"-9"0,-26-1-1 0,15 11-5 0,-37-13-37 0</inkml:trace>
  <inkml:trace contextRef="#ctx0" brushRef="#br0" timeOffset="14">7120 10454 42 0,'13'0'15'0,"35"0"-5"0,12-12-7 0,-2 12-3 0,26 0-17 0,-36-12-33 0</inkml:trace>
  <inkml:trace contextRef="#ctx0" brushRef="#br0" timeOffset="15">7895 10454 76 0,'-23'0'15'0,"35"-12"-11"0,35 12-4 0,47 0-12 0,27 0-32 0,-110 0 16 0</inkml:trace>
  <inkml:trace contextRef="#ctx0" brushRef="#br0" timeOffset="16">8539 10430 40 0,'0'0'0'0,"10"0"6"0,75 0-4 0,-2 0-10 0,-47 0-22 0</inkml:trace>
  <inkml:trace contextRef="#ctx0" brushRef="#br0" timeOffset="17">9170 10430 52 0,'0'0'6'0,"35"0"2"0,48-13-6 0,-11 13-10 0,22-11-12 0,-45 11-14 0</inkml:trace>
  <inkml:trace contextRef="#ctx0" brushRef="#br0" timeOffset="18">9825 10406 35 0,'0'0'25'0,"0"-12"2"0,46 1-25 0,39 11-37 0,-63 0-15 0</inkml:trace>
  <inkml:trace contextRef="#ctx0" brushRef="#br0" timeOffset="19">8253 16621 2 0,'12'0'6'0,"-12"0"14"0,0-12-2 0,0 12-7 0,-12 0-4 0,12-12-1 0,-13-11 1 0,13-1 1 0,-23 12-1 0,-13 0-3 0,12-1 1 0,-23 2-2 0,11 11-3 0,-13-12 3 0,15 12-2 0,-14 12 0 0,-11-1 0 0,11 2-1 0,12 11 0 0,1 0 0 0,-1 23 3 0,0 0-3 0,12 1-1 0,12 12 0 0,-1-13 1 0,13 13 0 0,13-12 1 0,10-1 1 0,13-10-3 0,24-3 2 0,-13 3 1 0,14-14 0 0,22-12 0 0,-12-11-1 0,1 0 0 0,-14 0 0 0,3-23 1 0,10 0-1 0,-11-2 2 0,-12-9-4 0,-13 9 4 0,-11-10-3 0,-12-1 2 0,0 0-1 0,-12 0 1 0,-36-59-1 0,12 48-1 0,-11 10 1 0,-12 3-2 0,-14 9 1 0,-10-10-1 0,0 23 1 0,-14 12-1 0,3 0 2 0,-2 12-1 0,37 11-1 0,-12-11 3 0,-1 24-2 0,0 12-1 0,13 11 1 0,23 1-1 0,12 11 0 0,24-11 0 0,34-1 0 0,26 1 0 0,12-25 1 0,0 1 0 0,11-24 0 0,-13 24 1 0,3-72 0 0,-14 24 1 0,-12-12 0 0,1-11 0 0,-13 10-1 0,-11-22 0 0,-12 10 1 0,0-21-1 0,-12 11 1 0,-24-24-1 0,-12 21 0 0,-23-8-1 0,-13 22 1 0,-11 0-4 0,-13 1 4 0,13 11 1 0,-14 24-3 0,3 0 1 0,11 12-2 0,-1 23 2 0,1 2 2 0,22-3-3 0,26 26 1 0,0-12-1 0,11 11 1 0,12 0-1 0,12 12 0 0,34-10 0 0,26-1 0 0,-1-13 0 0,25 1 1 0,0-48 0 0,11-48-1 0,-12 1-23 0,-24-13-74 0</inkml:trace>
  <inkml:trace contextRef="#ctx0" brushRef="#br0" timeOffset="20">8157 15336 3 0,'0'0'3'0,"0"0"3"0,0-13 4 0,0 1 5 0,0 12-2 0,0 0-4 0,0-12-1 0,-11 12-3 0,11-11-1 0,-12 11 1 0,0-12-2 0,-13 12 0 0,14 0-1 0,-14-11 0 0,2-2 1 0,0 13 0 0,-1 0 0 0,0 0-1 0,0 13-1 0,-24-2 2 0,25 1-1 0,10-1-1 0,-10 1 1 0,-1 0-1 0,12 12-1 0,1-1 2 0,-2 2-2 0,2-1 0 0,-2 11 0 0,13 13 0 0,0-12 0 0,13-12 1 0,-2 10 0 0,2 16-1 0,10-27 1 0,-12 0-1 0,14 13 1 0,-1-24-1 0,-1 12 1 0,1-12-2 0,0 0 2 0,0 0-1 0,0-12 2 0,0 12-1 0,-1-12 0 0,13-12-2 0,-13 0 3 0,2 12-3 0,-1-12 1 0,-13 0 0 0,25-1 0 0,-25 2 0 0,14-12 4 0,-14 10-4 0,2-11 1 0,-13 1 0 0,12-13-1 0,-12 11 1 0,0-9-1 0,0-3 1 0,0 3-1 0,-12-3 1 0,12 2-1 0,-24 11 1 0,12-1-1 0,-12 2 0 0,-1-1 0 0,14 12 0 0,-12-11 2 0,-14 23-2 0,1-12 0 0,0 12 0 0,2-11 0 0,10-2 1 0,-12 13-1 0,0 0 0 0,13 13 0 0,-1-2-1 0,-1 12 2 0,2 14-2 0,-1-3 1 0,13 15 0 0,11 10-1 0,0 48 0 0,11-59 1 0,2-1 0 0,10-10-1 0,13-3 0 0,-12-9 1 0,11-1 0 0,13-12 0 0,-12-2 1 0,11-20 0 0,12-2-1 0,-10 0 0 0,-14-12-1 0,13 0 2 0,-24-12 2 0,-1 12-2 0,1-10 0 0,-12-3-1 0,12 1 1 0,-24 1 0 0,0-1 0 0,-12-12-1 0,0 25 1 0,0-13-1 0,-12 0 1 0,1 0-1 0,-26 12 1 0,13 13-1 0,2-12 1 0,-26 10 0 0,1 13 0 0,-1 0-2 0,0 0 1 0,37 13-48 0,-1 10-31 0</inkml:trace>
  <inkml:trace contextRef="#ctx0" brushRef="#br0" timeOffset="21">4287 15502 27 0,'0'-11'23'0,"11"-2"-2"0,14 13-17 0,23 0-4 0,11 0-5 0,-12 0-30 0,-34 0 5 0</inkml:trace>
  <inkml:trace contextRef="#ctx0" brushRef="#br0" timeOffset="22">4799 15466 15 0,'0'0'30'0,"23"-12"-4"0,13 12-21 0,35-13-4 0,1 13-19 0,-36 0-27 0</inkml:trace>
  <inkml:trace contextRef="#ctx0" brushRef="#br0" timeOffset="23">5453 15502 44 0,'13'0'14'0,"35"0"8"0,11 0-17 0,25-11-10 0,-1-2-64 0</inkml:trace>
  <inkml:trace contextRef="#ctx0" brushRef="#br0" timeOffset="24">6169 15525 30 0,'0'0'0'0,"12"-11"27"0,22-1-10 0,27 12-14 0,-1 0-10 0,11 0-58 0</inkml:trace>
  <inkml:trace contextRef="#ctx0" brushRef="#br0" timeOffset="25">6800 15478 35 0,'0'0'0'0,"11"0"26"0,25 0-16 0,24-12-8 0,12 12-23 0,-25 0-26 0</inkml:trace>
  <inkml:trace contextRef="#ctx0" brushRef="#br0" timeOffset="26">7288 15514 2 0,'36'0'0'0,"-25"0"-2"0</inkml:trace>
  <inkml:trace contextRef="#ctx0" brushRef="#br0" timeOffset="27">7634 15502 5 0,'10'0'7'0,"39"-11"7"0,10-2 0 0,12 13-12 0,-22 0-39 0</inkml:trace>
  <inkml:trace contextRef="#ctx0" brushRef="#br0" timeOffset="28">8074 17049 5 0,'0'-23'18'0,"0"-1"2"0,0 12-6 0,-13 12-3 0,13 0-4 0,-36 25 0 0,2 34-3 0,-14 0 0 0,-11 24-2 0,-13 1 0 0,-11-13-2 0,-12 1-1 0,-2-1 1 0,27-47 13 0,-62 35-11 0,-34 13-2 0,-49-1-1 0,-22 0 1 0,-2-23 0 0,1 12 0 0,0-13 0 0,-12-23 1 0,23-11-1 0,25-2 2 0,0-11 0 0,46 0 1 0,13-11-1 0,25 11 0 0,59 0 0 0,34 0-1 0,25 0-1 0,0 0-1 0,13 0 2 0,-1 0-1 0,-1 0-1 0,13 0 2 0,12-13 0 0,13-11-2 0,8-35-2 0,28 0-3 0,-2-1 3 0,-12-11 5 0,-11 23 0 0,-37 12 0 0,2 12-1 0,-14-11 0 0,1 35 2 0,-12 0-3 0,-35 23 1 0,-37 36-1 0,1 12-1 0,-25 2 1 0,25-25-1 0,10-14 0 0,15 16 1 0,22-27 0 0,36-12 0 0,46 13-1 0,27 0 0 0,-2 12-1 0,-23-12 2 0,-37-12 8 0,13 0-9 0,1-12-114 0</inkml:trace>
  <inkml:trace contextRef="#ctx0" brushRef="#br0" timeOffset="29">4835 18014 4 0,'0'0'9'0,"12"0"11"0,36 12-5 0,11 24-5 0,-23 0 4 0,0-13-8 0,11 14 0 0,-10-26-4 0,-14 1-5 0,-12-12-80 0</inkml:trace>
  <inkml:trace contextRef="#ctx0" brushRef="#br0" timeOffset="30">1930 17824 1 0,'0'0'1'0,"0"-36"12"0,0 0 0 0,0 1 0 0,0-1 2 0,0 0 1 0,0 13-2 0,11 10-3 0,-11 26-4 0,12 70-5 0,0 23-3 0,12-10-2 0,-12-13 0 0,0-59 5 0,0-1 3 0,0-34-3 0,0-49 5 0,10-24 0 0,3 26-4 0,-14 34-2 0,2 24-1 0,10 48-2 0,14-1-2 0,10 1 3 0,1-25 0 0,-24-23 3 0,-12-34 5 0,-1-27-1 0,-11-58 1 0,-11 12-3 0,-1 47 1 0,-1 26-5 0,13 34-1 0,0 71-4 0,13 24-1 0,34-12 2 0,1-35 2 0,23-14 1 0,1-21 2 0,-1-13 0 0,1-47 3 0,-25-1-2 0,-23-12 2 0,-24-11-1 0,-11 24-2 0,-14 34-1 0,-10 37-4 0,-1 48-1 0,23 11 3 0,49-23 0 0,24-26-1 0,0-21 5 0,23-37-15 0,-11-23-52 0,-48 23 26 0</inkml:trace>
  <inkml:trace contextRef="#ctx0" brushRef="#br0" timeOffset="31">3251 17656 12 0,'0'-23'18'0,"0"-13"4"0,-12 1-12 0,-23 11-4 0,22 0 4 0,-23 24 0 0,13 0-3 0,-1 37-2 0,1-14 6 0,-1 36-11 0,11 13-3 0,13-13 2 0,25-35 3 0,-1-35 0 0,11-39 2 0,-12 4-1 0,2 21-1 0,-14 14-2 0,2 22 1 0,10 14-1 0,1-1-2 0,0-12 2 0,1-2 1 0,-2-20 1 0,13-26 0 0,-2-23-4 0,3-62-9 0,-25 27 13 0,0-1 0 0,-12 24-1 0,0 23 0 0,-24 25-1 0,12 23 0 0,12 58 1 0,-12 38 1 0,12 10-2 0,12 2-1 0,-12-61 12 0,12-23-10 0,0-11 3 0,46-73-6 0,-9-24 0 0,-26 36 4 0,-10 48-2 0,-26 37-1 0,-10 10 1 0,35-10 9 0,35-14-10 0,13-12 1 0,0-22-1 0,-13-25-30 0,-23 12-69 0</inkml:trace>
  <inkml:trace contextRef="#ctx0" brushRef="#br0" timeOffset="32">2882 18395 13 0,'0'0'2'0,"-12"0"14"0,0 0-9 0,24-24-2 0,12-23 2 0,12-25 1 0,0-35-3 0,-26-35-3 0,-10 58 3 0,-10 13-1 0,-2 59 0 0,0 24 1 0,12 35-4 0,-12 36-2 0,12-35 6 0,0 24-8 0,24 11 1 0,11-24 2 0,1-36 0 0,0 2 1 0,22-25 3 0,-9-36-1 0,10 1 2 0,-11-13-1 0,11-35-3 0,-34 0-1 0,-37 46 3 0,-1 37-4 0,-21 37-3 0,21 10 10 0,1 11-10 0,24 15 1 0,71-25 4 0,-23-60-32 0,-12-24-35 0</inkml:trace>
  <inkml:trace contextRef="#ctx0" brushRef="#br0" timeOffset="33">3715 17966 2 0,'0'0'11'0,"0"-23"3"0,13 12-7 0,-26-26-1 0,2 24 1 0,-1 2 3 0,-12 11-1 0,1 11-1 0,-14 39-5 0,14 21-4 0,10-37 6 0,2 15-8 0,11-2 3 0,24-22 5 0,11-50-1 0,13-58-5 0,-24 36 6 0,-12 10-3 0,-1 14 4 0,-11 35-5 0,13 23-4 0,-1 1 2 0,-1-12 0 0,25-12 3 0,-12 0-1 0,25-12-2 0,-3-37 4 0,1-10 1 0,-22-24 2 0,-1-12-1 0,-13 24-2 0,-11 22-1 0,-23 24-2 0,-1 26-3 0,0 11 2 0,48 0 0 0,23-12 0 0,-11 24-2 0,-12 10-2 0,-24-9 2 0,12-13 3 0,24-24 1 0,11-48 3 0,13-11 1 0,-24-13-1 0,-25 25-1 0,1 35-2 0,-12 47-1 0,0 25-1 0,0-24 1 0,0-13 1 0,0-23 3 0,11-35 0 0,2-37 1 0,23 25-3 0,-12 35-3 0,0 36-2 0,-14 11 2 0,15-23-1 0,11-12-15 0,11-12-65 0,-47 12 56 0</inkml:trace>
  <inkml:trace contextRef="#ctx0" brushRef="#br0" timeOffset="34">4668 17681 20 0,'0'0'14'0,"24"-12"15"0,24-12-21 0,-12-12-4 0,-26-11 1 0,-20-14-9 0,-14 27 6 0,-24 34 5 0,12 34-1 0,13 16 4 0,-2 21-11 0,38-12 0 0,22-23 1 0,13-36 3 0,12-36-1 0,-1-23 3 0,-11-1 0 0,-13-24-12 0,1 25 9 0,-25 36 0 0,2 10 0 0,10 37-3 0,2 24-1 0,-14-2 0 0,-11-21 11 0,0 0-7 0,0-25 1 0,0-25-5 0,12-34 0 0,24-12 5 0,12 21-7 0,-12 40-28 0,11-14-7 0,-11 12 24 0,-24-13 18 0,0 14 14 0,0-1 5 0,-12 12-2 0,-24 12-8 0,0 36-7 0,36-14-5 0,12 27-3 0,-24-13 2 0,-12-13 6 0,-24-35-1 0,12 0-37 0,12-12-36 0</inkml:trace>
  <inkml:trace contextRef="#ctx0" brushRef="#br0" timeOffset="35">6657 16728 1 0,'0'0'13'0,"0"0"9"0,0-12 7 0,0 1-25 0,0-1 0 0,-12 12 0 0,-1-12-1 0,2 12-1 0,-12-13 1 0,11 2 0 0,-12-12 0 0,1 23-1 0,-2-13 0 0,1 1 1 0,0 12-2 0,1-12 0 0,-1 12 0 0,-12 0 0 0,-11 0 0 0,-2 0 1 0,13 0-1 0,0-13 0 0,2 13 0 0,10 0 0 0,-24 0 1 0,13 13-1 0,-13-13 0 0,1 12 1 0,10 13 0 0,14-14-1 0,-1 12-1 0,-1 2 1 0,2-2-1 0,-1 37 1 0,13-13-1 0,11 1 2 0,11 0-2 0,13-12 1 0,24-1 0 0,-12 1 0 0,23 0-1 0,13-12 0 0,-13-1 0 0,13-12-1 0,-1-11 2 0,1-11-1 0,-1-1 1 0,0-11-3 0,-10 23 1 0,-14-12 2 0,-12-1 0 0,13-10-2 0,0-1 2 0,-26 0-1 0,-9 1 2 0,-13-13-1 0,0 0 1 0,-13 13-2 0,3-25 1 0,-2 25-1 0,-24-2 1 0,0-11 0 0,-11 13 1 0,11-1-2 0,0 0 1 0,-24 1 0 0,1 10 0 0,-1 1-3 0,-11 0 4 0,10 12-2 0,15 0 1 0,-2 12-3 0,1 0 6 0,-1 12-5 0,12-12 2 0,0 24-2 0,13 10 1 0,23 4 0 0,0-16-1 0,11 14 0 0,13 0 1 0,23-2-1 0,14-9 0 0,-2-1 1 0,13-12-1 0,-13 0 1 0,13-24 0 0,-1 0 0 0,0 0 0 0,-23-12-2 0,-1 0 2 0,1-1 0 0,0-21 1 0,0 9-1 0,-26 0 1 0,3-9 0 0,-25-3-1 0,11 3 1 0,-11-14 0 0,-11 25-1 0,-14-14 1 0,-9-10 0 0,-14-1 0 0,12 25 0 0,-12-2-3 0,1 13 3 0,-24-1 2 0,-13 13-3 0,13 0 0 0,11 25 0 0,13-13 3 0,-25 12-3 0,13-12 0 0,-1 12 0 0,0 0 1 0,24 10-2 0,0 16 1 0,25-4 0 0,-1 13-1 0,48 2 0 0,0-14 0 0,24 0 0 0,10 1 0 0,2-12-1 0,12 1 1 0,-13-14 1 0,11-23-1 0,3-12 1 0,-26-36-2 0,12 24 2 0,-23-11 1 0,-12-1 0 0,0 0-1 0,-12-1 1 0,-2-21 0 0,-22-2-1 0,-10 13 2 0,-2-25 1 0,-24 25-3 0,-13 0 0 0,-10 34-1 0,12-24 0 0,-1 27-106 0</inkml:trace>
  <inkml:trace contextRef="#ctx0" brushRef="#br0" timeOffset="36">6336 16347 0 0,'0'0'1'0,"0"0"1"0,0-12 1 0,0 12 0 0,0 0 1 0,0 0 4 0,0-11 0 0,0 11-4 0,-12-12 0 0,0 12 4 0,0-12-1 0,-12 12-3 0,12-13 1 0,-1 13-3 0,2 0 0 0,-14 0 1 0,15 0-1 0,-14 0 1 0,12 0-1 0,-12 25 0 0,0-13-1 0,12 11-1 0,0 13 1 0,0-11-1 0,-11 9 1 0,10 3 1 0,13-3-1 0,-11 3 0 0,11-3 0 0,11 3 0 0,2-1 1 0,10 0-1 0,1-13 0 0,12 13-1 0,24-12 1 0,-25-11 1 0,-11-26-1 0,12 13-1 0,-12-12 0 0,-1 0 1 0,1-12-1 0,12 12 1 0,-24-11 0 0,-1-2-1 0,2-22 0 0,-13 10 0 0,0-9 3 0,-13-2-3 0,2 0 0 0,-14 14 1 0,2-3-1 0,10 13 3 0,-21 1-2 0,-3 11-2 0,1 0 2 0,0 12-2 0,2 12 1 0,-2 11 0 0,12 0-1 0,-12 27 1 0,13-4-1 0,-1 2 1 0,-1 12-1 0,25-13 1 0,13 1 1 0,10 0-1 0,13-1 0 0,0-10 0 0,12-14 0 0,-12-12 1 0,10-11 0 0,-10-11 0 0,1-12 0 0,-3-14 0 0,-9-10 0 0,-14-1 1 0,-11 0-2 0,0 1 1 0,-11-13 0 0,-1 0 1 0,-12 13 0 0,1 10-2 0,11 14 1 0,-24 12-1 0,0 11 0 0,1 0-2 0,11 23-64 0,24-23 27 0</inkml:trace>
  <inkml:trace contextRef="#ctx0" brushRef="#br0" timeOffset="37">4609 16990 18 0,'0'-12'8'0,"-12"-11"25"0,12 11-10 0,0 12-12 0,23 0-4 0,37 22-3 0,25-9 1 0,68-13-2 0,26 0-2 0,24 0 0 0,-37 0-2 0,-47 0 2 0,-23 0-2 0,-25-13 1 0,-23-9 1 0,-1 10 0 0,-11 12-2 0,-13 0-5 0,2 0-30 0,-14 12-31 0</inkml:trace>
  <inkml:trace contextRef="#ctx0" brushRef="#br0" timeOffset="38">5847 16823 13 0,'0'0'0'0,"-13"-23"34"0,2 23-5 0,0 12-20 0,22 23-4 0,49 12-4 0,-24-10 2 0,-24-13-1 0,-37-1 4 0,-81 1-26 0,-1 12-53 0</inkml:trace>
  <inkml:trace contextRef="#ctx0" brushRef="#br0" timeOffset="39">4765 16883 54 0,'0'0'0'0,"-73"48"21"0,26 11-3 0,58-23-16 0,85-13-11 0,23-10-67 0</inkml:trace>
  <inkml:trace contextRef="#ctx0" brushRef="#br0" timeOffset="40">5228 16609 21 0,'0'0'9'0,"24"12"21"0,0-12-10 0,-12-12-7 0,10-23-3 0,-9-1 0 0,-13-23-3 0,-13-12-1 0,3-2-1 0,-26-9-2 0,-36 10 1 0,13 0-1 0,-1-10-1 0,13 9-1 0,-37 2 1 0,0 0-1 0,-9-1 1 0,-16 12 0 0,3 13-2 0,-14 10 0 0,-35 3 1 0,-35 22-4 0,47 0 1 0,-48-1 2 0,85 2 0 0,-26 11 0 0,-22-12-1 0,22 24 1 0,-22-1 2 0,23 14-2 0,35-13 1 0,-10-1-1 0,93-11 0 0,1-11 0 0,12-26 0 0,0 14-1 0,36-38 1 0,23 3-1 0,-11-2 0 0,-36 36 1 0,-12 13 0 0,-24 34 1 0,-12 36-2 0,-23 37 3 0,23-12-2 0,24-13 1 0,36-35-1 0,23-24 1 0,2-12-7 0,-2-12-50 0,-35 1-27 0</inkml:trace>
  <inkml:trace contextRef="#ctx0" brushRef="#br0" timeOffset="41">1096 15288 3 0,'0'-23'21'0,"12"-2"7"0,-12 0-10 0,12 2-4 0,-12 12-1 0,-12 11-7 0,0 0-2 0,-36 11 0 0,13 37 0 0,-25 0 0 0,24 11-3 0,24-11-1 0,12-12 1 0,48 11-2 0,35 13 1 0,-23-13 1 0,-48 1-1 0,-24-24 6 0,-48-12 0 0,13-12-4 0,24-12-1 0,23 1-27 0,70-14-73 0</inkml:trace>
  <inkml:trace contextRef="#ctx0" brushRef="#br0" timeOffset="42">1381 15060 14 0,'0'0'0'0,"-11"-46"40"0,-1 46-13 0,-1 71-11 0,2 36-6 0,11 24-3 0,24-47-3 0,12-25-1 0,-1-23-1 0,13-24-1 0,1-48-16 0,-15-23-43 0,-22 47 11 0</inkml:trace>
  <inkml:trace contextRef="#ctx0" brushRef="#br0" timeOffset="43">1215 15370 38 0,'0'0'2'0,"0"-11"14"0,48-25-7 0,34 1-11 0,26-1-54 0</inkml:trace>
  <inkml:trace contextRef="#ctx0" brushRef="#br0" timeOffset="44">1775 15157 36 0,'0'-13'17'0,"-24"13"16"0,-12 71-19 0,24 13-9 0,35-24-1 0,13-36-3 0,12-12 3 0,-12-37-3 0,-24-9 2 0,-36-14-2 0,-12 12 1 0,0-1-2 0,13 26 2 0,10-1-2 0,13 12-1 0,13-11 1 0,-1-1 0 0,12-13 0 0,23 2-1 0,36 12 1 0,-11-26-1 0,-36 37 0 0,-24 0 0 0,-24 12-16 0,12 0-37 0,-12 1 12 0</inkml:trace>
  <inkml:trace contextRef="#ctx0" brushRef="#br0" timeOffset="45">1477 15240 2 0,'0'-12'11'0,"12"-12"16"0,12 24-9 0,10 36-2 0,2 47-4 0,-11 1-7 0,-1-37-1 0,-24-23 2 0,0-24 2 0,-36-37-5 0,12-9 0 0,24-13-2 0,36-1-4 0,35 12-36 0,-47 35-26 0</inkml:trace>
  <inkml:trace contextRef="#ctx0" brushRef="#br0" timeOffset="46">2001 15121 6 0,'0'0'0'0,"0"-11"24"0,0-2-6 0,0 26 7 0,0 21-12 0,0 26-2 0,12 1-5 0,0-15-2 0,-12-34 0 0,0 1 2 0,0-50-4 0,0-22-1 0,0 0 0 0,24-1 0 0,-2 36-2 0,3 24 1 0,-1 13-2 0,-1 34 2 0,2-12 0 0,21-12 1 0,15-10-2 0,-2-26 1 0,1-21 0 0,-12-14-2 0,-25 0 2 0,0 1 1 0,-23 11-1 0,-11 0 0 0,-14 12 0 0,-9 24-1 0,-2 47 2 0,24 37-1 0,60 24-1 0,11 22 0 0,-11-34 1 0,-60-37 1 0,-24-23-2 0,-10-13-39 0,33-23-25 0</inkml:trace>
  <inkml:trace contextRef="#ctx0" brushRef="#br0" timeOffset="47">1417 16371 32 0,'-23'0'8'0,"10"-13"11"0,26-45-7 0,-13-39-2 0,-13-8-3 0,-10-27-5 0,-1-12-1 0,24 62-1 0,0 59 3 0,0 23 0 0,0 83 4 0,0 36-2 0,11 23-3 0,38-22 0 0,22-48-2 0,1-49 2 0,-1-35 1 0,0-49-3 0,-24-33-4 0,-22-13 3 0,-25 11 1 0,-25 49 0 0,2 60 2 0,-1 46 0 0,13 37-1 0,46-25-1 0,24-48 1 0,13-23-9 0,-12-36-26 0,-13 1-34 0</inkml:trace>
  <inkml:trace contextRef="#ctx0" brushRef="#br0" timeOffset="48">2120 15872 14 0,'0'0'0'0,"-24"-37"22"0,-1 24-7 0,25-9-9 0,-10-2 5 0,-2 12 4 0,-12 24-4 0,12 24-5 0,-12 24-3 0,12-13 0 0,12 0-3 0,0-23 1 0,12-12-1 0,12-37 3 0,-12-21-3 0,0 21 1 0,0 25-1 0,0 0 0 0,11 25-1 0,0-13 2 0,2-12-2 0,-14 11 2 0,14-22 1 0,-13-13-1 0,0-23-2 0,-12-13 2 0,0 24-1 0,-12 0 1 0,0 24-1 0,12 12 0 0,12 12-2 0,22-1 2 0,-9 26 1 0,-14 10-1 0,2-10 1 0,23-14-1 0,-1-35 1 0,1-24-1 0,-12-23 1 0,-12 22-2 0,-12 26 4 0,12 22-2 0,1 26 0 0,-2-3 1 0,-1-21 0 0,-10-13 3 0,0-35-4 0,0-14 0 0,0 26 1 0,13 12-3 0,10 34-1 0,38-23 2 0,-15 0 0 0,3-48 0 0,-26 13 0 0,-23 35-1 0,13 0 0 0,47 12 0 0,23-48-8 0,-36-1 3 0,-35 14 7 0,-12 35 3 0,0-1-3 0,72-11-3 0,11-34-12 0,-59-3 5 0,-37 37-14 0,2 0-37 0</inkml:trace>
  <inkml:trace contextRef="#ctx0" brushRef="#br0" timeOffset="49">7622 15097 2 0,'-24'0'16'0,"0"0"4"0,0 0-2 0,11 0-13 0,26 0 0 0,47 13 1 0,46-13-2 0,37-13-3 0,-11 1 1 0,-13 12-1 0,0 0-2 0,-24 0 2 0,-11 0-1 0,-25-12 1 0,-23 12 0 0,-24 12-1 0,0-12 1 0,10 0 0 0,-9 0 0 0,-13 0 0 0,0 12 1 0,0-12-2 0,12 13 1 0,-12 10-1 0,11 25 1 0,-11 36 0 0,13 21 1 0,-1 27 1 0,-1 23-1 0,25 10-3 0,-12-10 2 0,0 25 1 0,-24-50 2 0,12-22-1 0,-12-13 0 0,11-47-2 0,-11 11-1 0,-11-35 3 0,11-11-3 0,-36-26-38 0,1-46-32 0</inkml:trace>
  <inkml:trace contextRef="#ctx0" brushRef="#br0" timeOffset="50">7752 15121 2 0,'13'0'16'0,"-13"0"7"0,-49 12-10 0,-23-1 0 0,-35 26-3 0,1-14-4 0,-1 1-2 0,24-12-1 0,23 13-2 0,-1-14-1 0,3 1 1 0,-2 11-1 0,12-11 1 0,37 1 0 0,-1-13 0 0,12 11 0 0,0 1 0 0,-13 12 1 0,13 12-1 0,0 23 2 0,0 1-1 0,25-2-1 0,-14 26 2 0,-11 0-2 0,13-1 2 0,-13 1-2 0,12-1 0 0,-1 1 1 0,-11-1 0 0,0-11-1 0,0-1 0 0,0-24-2 0,0 1 0 0,12-1 1 0,-12-11 1 0,12-12 1 0,0 0-3 0,-12-12 0 0,12 10 0 0,-12-22 2 0,12 25-1 0,12-25 2 0,1 12-1 0,9-12-1 0,38 0 0 0,11 0-1 0,12-12 0 0,0 12 2 0,13 0-2 0,-1 0 2 0,0 12 1 0,12 1-1 0,0-2-1 0,0-11 0 0,-23 0 0 0,11 0 1 0,-24 0-1 0,-23 0 0 0,-1 12 0 0,-23-12 0 0,12 0 1 0,-24 0-1 0,-13 0 1 0,0 0-1 0,2-12 1 0,-13-12 0 0,12-23-2 0,-12-14 4 0,0-33-2 0,11-25 0 0,2-36 0 0,-1-13 0 0,-1 38-1 0,2 23 2 0,-13 13 0 0,12-27-1 0,-12 27-1 0,11 10 0 0,-11 13 0 0,-23-1 1 0,-1 1-1 0,-1 23 0 0,25 1 0 0,-11 23 0 0,-1-1 0 0,-23 25 0 0,-14-11-1 0,-10 11 2 0,-12 0-1 0,-12 0-1 0,-37 11 2 0,-22 2-1 0,-13-1 1 0,-13 0-1 0,-21 12 0 0,22 11 0 0,35-10 1 0,26-14 0 0,22-11-1 0,1 12 0 0,0 12 0 0,11 0 0 0,25-13 0 0,34 1 0 0,2-12-1 0,11 11 2 0,0 14-2 0,11 23 1 0,2 0 1 0,22 94-1 0,-23-35 1 0,-1 25-3 0,-11 10 1 0,0 1 4 0,0-13-3 0,13-22 2 0,-1-13-2 0,-1-11 0 0,2-37-1 0,-13 0 3 0,0-10-3 0,0-13 1 0,0-1-1 0,0 1 3 0,12-24-1 0,-1 13 0 0,13-13-1 0,24-13 1 0,46 1-6 0,26-13 6 0,23 3-3 0,12 10 5 0,0-12-3 0,11 24 0 0,-23 0-1 0,-13 0 1 0,-10 12 0 0,-12 12 0 0,-37-12 0 0,-23-2 0 0,11-10-1 0,-35 13 1 0,-1-13 1 0,2-13-1 0,-25-21 2 0,11-3-1 0,-11-22 0 0,24-24 0 0,-24-24-1 0,11-12 1 0,-11-49 0 0,13 26-1 0,-1-13 4 0,-1 13-4 0,2 11 0 0,-13 12 1 0,-13 12-1 0,2 36 0 0,11 21 0 0,0 4 0 0,0 10 0 0,-12 13 0 0,12 10 0 0,-35 13-1 0,-14 0 1 0,-23 0 0 0,-10 13 0 0,-25-2-1 0,-24-11 1 0,-12 12 1 0,-24-1-1 0,13 2 0 0,-13-1 0 0,36 12 0 0,-12-12 0 0,24 11 1 0,13 1-1 0,9-11 0 0,26-13 0 0,11 11 0 0,13 1-1 0,23 12 1 0,-1-24 1 0,2 12-1 0,10 0-1 0,3-1 1 0,10 1 0 0,-12 12 0 0,12-12-3 0,12 13-97 0,-12-14 56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17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6836 5417 8 0,'-36'0'22'0,"0"-12"5"0,36 0-2 0,0 12-14 0,11-11 1 0,25 11-6 0,-11 0 1 0,34 0-4 0,13 0 1 0,11 0-3 0,12 0 2 0,12-12-2 0,1 12 0 0,10 0-1 0,14 0 2 0,23 0-2 0,-13 0 1 0,1 0-2 0,11 0 3 0,14 0-1 0,-1 0-1 0,-14 0 0 0,-21 0 0 0,47 0-2 0,-24 0 2 0,-12 12 1 0,0-12-1 0,-36 11 0 0,-12-11-1 0,-12 0 2 0,-23 0 2 0,-12 0-1 0,-25 0 1 0,-12 0 2 0,-11 0-3 0,0-11-1 0,0 22-30 0,0 13-73 0</inkml:trace>
  <inkml:trace contextRef="#ctx0" brushRef="#br0" timeOffset="1">4811 4905 15 0,'0'0'5'0,"-35"23"21"0,24-10-11 0,-2-13-3 0,13 0-2 0,-12 0-2 0,24-13-3 0,1-45 0 0,21-14-2 0,25 1 0 0,25-13-1 0,11 1-1 0,12-1 0 0,13 13-1 0,-13 37 1 0,-12-3-1 0,-11 13 0 0,-37 1 1 0,-23 23 0 0,-24-13 2 0,-36 1-2 0,-24 12 0 0,13 0 0 0,-12 0 0 0,11 12-1 0,23-12 0 0,14 0 0 0,35 0 0 0,36-12 0 0,23 12 0 0,-24 36-1 0,-23 0 2 0,-36-12 2 0,-24 10-2 0,-11-9-5 0,11 11-32 0,24-24-37 0</inkml:trace>
  <inkml:trace contextRef="#ctx0" brushRef="#br0" timeOffset="2">6109 4334 30 0,'0'0'8'0,"-12"-36"-5"0,48 0 1 0,-24-23 10 0,-12 35 2 0,-36 11-4 0,-24 26-8 0,-10 11-2 0,-3 35 2 0,37 13 0 0,13-1-3 0,35-11-1 0,12-24 0 0,12-13 1 0,-1-34-1 0,13-49 0 0,-1-22 1 0,1-2-2 0,0-12 1 0,-12 13 0 0,-12 11 0 0,-14 1-2 0,-10 46 1 0,0 14 1 0,0 22-1 0,-10 39 2 0,-14 21 1 0,24 11 0 0,-12 2-1 0,24-1 3 0,12-35-3 0,-1-14 0 0,13-9 0 0,12-25 0 0,-2-12 0 0,-10-22 0 0,13-27 0 0,-26 1 0 0,1 26-1 0,-12 21 1 0,-12 26 5 0,0 33-4 0,0 13-1 0,0-22 0 0,12-13 0 0,24-14-2 0,0 3-17 0,-13-13-28 0,-11-13-11 0</inkml:trace>
  <inkml:trace contextRef="#ctx0" brushRef="#br0" timeOffset="3">6562 3893 124 0,'-60'-24'3'0,"48"36"-30"0,61-12-53 0</inkml:trace>
  <inkml:trace contextRef="#ctx0" brushRef="#br0" timeOffset="4">6824 4155 5 0,'0'0'3'0,"-13"-12"10"0,13-11 3 0,13 11 0 0,10 12-4 0,-10 58-4 0,11 15-5 0,10-2 2 0,-21-60 2 0,-1 2 3 0,12-49-5 0,-1-35-2 0,1 10 1 0,12 3-7 0,13 22-36 0,-28 36-24 0</inkml:trace>
  <inkml:trace contextRef="#ctx0" brushRef="#br0" timeOffset="5">7217 4191 43 0,'0'0'0'0,"0"0"8"0,46 0-8 0,15-36 3 0,-37-11 7 0,-1 11-4 0,-23 0-4 0,0 1 0 0,-23 11 4 0,10 24 0 0,2 13-5 0,11 33 1 0,-12 26 2 0,12-14 0 0,12-8-4 0,35-27 2 0,1-12-2 0,11-11 2 0,-11-11-1 0,12-25-1 0,-12-12 1 0,-25 1-4 0,13-13 3 0,-24 23 0 0,-12 3 1 0,0 10-2 0,0 0 0 0,0 24 1 0,0 0-2 0,-12 11 4 0,-1 14-1 0,-10 0-1 0,10-14 1 0,13 12-1 0,25-11 0 0,11 0 0 0,11 1-1 0,-23 10 1 0,0 1 0 0,-12 11 1 0,-12 1-1 0,-12 1 0 0,1-14 1 0,11-12-1 0,23-11 0 0,24-11-11 0,13-37-46 0,-48 36 30 0</inkml:trace>
  <inkml:trace contextRef="#ctx0" brushRef="#br0" timeOffset="6">8097 3917 1 0,'0'0'0'0,"0"-11"8"0,0 11 13 0,-11 23 3 0,-14 13-14 0,14-11-8 0,11-4-2 0,24-8 1 0,12 11-1 0,0 12-1 0,-1 0 1 0,-23-13 2 0,-1-11 2 0,-34-1 0 0,-12 2-1 0,-25-13 0 0,35-13-11 0,25 2-31 0,13-1 4 0</inkml:trace>
  <inkml:trace contextRef="#ctx0" brushRef="#br0" timeOffset="7">8324 3965 18 0,'0'0'16'0,"0"-12"-2"0,25 24-7 0,-14 34 3 0,1 4-5 0,-1-16-8 0,-11-9-59 0</inkml:trace>
  <inkml:trace contextRef="#ctx0" brushRef="#br0" timeOffset="8">8312 3785 35 0,'-36'-11'7'0,"25"11"-45"0</inkml:trace>
  <inkml:trace contextRef="#ctx0" brushRef="#br0" timeOffset="9">8491 3417 30 0,'0'0'0'0,"-24"-36"31"0,24 36-25 0,24 23 5 0,-12 61 3 0,12 37-7 0,-2-3-4 0,14-10-3 0,-23-14-10 0,-13 1-20 0,-13-24-32 0</inkml:trace>
  <inkml:trace contextRef="#ctx0" brushRef="#br0" timeOffset="10">8705 3810 60 0,'0'-12'9'0,"-13"-1"5"0,38 13-11 0,-1 0 7 0,-12 37 5 0,-1 22-7 0,14-11-4 0,10-24-1 0,-11-12-1 0,24-24 0 0,-12-24-1 0,-13 0 0 0,-12 13 2 0,-11 0 4 0,-11 69 2 0,-1 63-4 0,1 9-2 0,11-35-1 0,-12-35 0 0,1-13-23 0,-38-22-49 0,13-26 14 0</inkml:trace>
  <inkml:trace contextRef="#ctx0" brushRef="#br0" timeOffset="11">8681 3630 81 0,'0'-10'16'0,"-11"-38"6"0,58 12-21 0,36 12-1 0,1 12-10 0,-36 12-18 0,-14 0-41 0</inkml:trace>
  <inkml:trace contextRef="#ctx0" brushRef="#br0" timeOffset="12">7467 4752 35 0,'-23'0'24'0,"-2"-13"-12"0,84-24-7 0,85-10 4 0,57 0 0 0,62-14-3 0,0-10-4 0,-2 0 0 0,-59 24-1 0,-71 10 4 0,-59 26-6 0,-36-12-19 0,-36 10-57 0</inkml:trace>
  <inkml:trace contextRef="#ctx0" brushRef="#br0" timeOffset="13">6347 6762 35 0,'-71'-11'37'0,"10"22"-29"0,15 2 16 0,-14-1-4 0,25-12-11 0,46 12-7 0,61-1 0 0,71-22 2 0,83-1 0 0,59-13 2 0,-10 14-5 0,-62-1 1 0,-81 12 2 0,-108 0 0 0,-35 12-3 0,-50 24-3 0,2-1-60 0,59-24-10 0</inkml:trace>
  <inkml:trace contextRef="#ctx0" brushRef="#br0" timeOffset="14">8896 6728 4 0,'0'0'0'0,"-36"-13"32"0,24 13-28 0,12 0 16 0,-12 0-4 0,0 13-3 0,0-13-4 0,0 0-2 0,12 11-3 0,0-11 2 0,0 12 0 0,0-12 0 0,84-12-1 0,105 1-4 0,86-14 1 0,23 0 1 0,-12 25-3 0,-95 0 2 0,-132 0 0 0,-71 0 0 0,-35 13-4 0,-13 24-46 0,47-26-13 0</inkml:trace>
  <inkml:trace contextRef="#ctx0" brushRef="#br0" timeOffset="15">11920 6691 19 0,'-24'0'8'0,"-35"12"1"0,10 0 3 0,27-12 8 0,10 0-10 0,12 13-9 0,12-13 1 0,10 11 3 0,63-22 1 0,45-14-3 0,97 0 0 0,47-9-1 0,36 22-2 0,23 0 0 0,-12 24 1 0,1 0 6 0,10-12 1 0,-21 13-3 0,-37-13 0 0,-84 0 1 0,-60 0 0 0,-45-13-1 0,-38 1 0 0,-23-13-3 0,-12 2 0 0,-12 23-17 0,0 12-82 0</inkml:trace>
  <inkml:trace contextRef="#ctx0" brushRef="#br0" timeOffset="16">7086 9287 10 0,'0'0'15'0,"-12"-13"-4"0,0 13 6 0,12-11 6 0,0 11-14 0,24-12-1 0,46 12-1 0,15 0-3 0,-2 0 0 0,37 0 1 0,34 0 0 0,37 0-2 0,-1 0-1 0,-1 12-4 0,3-12 4 0,-3 0 0 0,15 0 1 0,9 11-2 0,-34-11 1 0,0 13-1 0,0-13 1 0,-24 0-1 0,-24-13-1 0,-36 13-1 0,-23-11 2 0,-50-1 0 0,-22 12 0 0,-46 12-70 0,34-12 27 0</inkml:trace>
  <inkml:trace contextRef="#ctx0" brushRef="#br0" timeOffset="17">7299 9287 7 0,'-47'0'17'0,"12"-13"-8"0,23 13-1 0,-1-11 1 0,26 11-2 0,34-23 0 0,25 23-2 0,71-25 1 0,34 13 0 0,51 1-4 0,10-1-1 0,12 12 0 0,11 0 3 0,-10 12-2 0,-14-1-3 0,-22-11 2 0,-13 0-1 0,-11 0 1 0,-37 0-2 0,-22 0 3 0,-36 0 0 0,-38 0 5 0,-22 0 6 0,-36 0-2 0,0-11-5 0,-59 11-5 0,0 11-57 0,47 1 5 0</inkml:trace>
  <inkml:trace contextRef="#ctx0" brushRef="#br0" timeOffset="18">6609 10739 10 0,'-59'0'36'0,"23"0"-20"0,12 12-8 0,12-12 16 0,60 0-9 0,35 0-6 0,72 0-1 0,60-24-1 0,35 1-3 0,24 12-2 0,-1 11-2 0,-11 0-1 0,-24-13-1 0,13 13 3 0,-25-12 3 0,-13 12-1 0,-9 0 0 0,-50-12 0 0,-34 12 0 0,-61 0 0 0,-36-24 2 0,-10 12-1 0,-1 1-5 0,-12 11-111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1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8336 10906 3 0,'-24'0'9'0,"0"0"28"0,12 0-3 0,12 0-21 0,0 0-5 0,12 0 3 0,83 13 5 0,-11-26-9 0,34 13-1 0,25-12-2 0,25 0 0 0,22-11-4 0,-24 12 0 0,-10 11 1 0,-25 0 0 0,-1 0-1 0,2-13 1 0,23 13-1 0,-12-12 2 0,11 12 0 0,-12-12 0 0,26-1-1 0,22 2-3 0,1 11 3 0,-24 0 0 0,-48 0 3 0,-13 0-1 0,-22 11-1 0,11-11-2 0,-22 0 2 0,-14 0 1 0,0 13 0 0,-11-13 0 0,11-13-1 0,-12 2 0 0,-11 11-1 0,-36-12 0 0,13 12 0 0,-37 23-150 0</inkml:trace>
  <inkml:trace contextRef="#ctx0" brushRef="#br0" timeOffset="1">12778 10894 44 0,'0'0'0'0,"-36"0"20"0,12 0-8 0,12 0 9 0,-1 0-9 0,3 12-2 0,10-12-2 0,23 0 8 0,49 0-11 0,47-12-2 0,24 12-2 0,0-12-2 0,23 12 2 0,13 0-1 0,23-13 1 0,24-8 2 0,12-4 2 0,1 13-3 0,-1-1-1 0,12 2-1 0,1-1 1 0,10 1 2 0,1 11-2 0,-12 0 2 0,-12 0-2 0,-23 0 0 0,-36 0 1 0,-13-13 1 0,13 13-1 0,-24 0-1 0,-37-12-1 0,-22 12 2 0,-26-12 1 0,-21 12 0 0,-1-11-1 0,-24-1 0 0,0 12 1 0,-13 0-1 0,12-11-1 0,13 11 0 0,-11-13 0 0,-14 13-13 0,1 24-140 0</inkml:trace>
  <inkml:trace contextRef="#ctx0" brushRef="#br0" timeOffset="2">3359 12858 26 0,'0'-23'21'0,"0"-25"11"0,-12 14-9 0,12 9-7 0,0 13-7 0,12 70 1 0,-12 86-1 0,0 72-4 0,11 44-1 0,1 26-1 0,24 12 1 0,0 1-2 0,23 235 0 0,-36-319 1 0,-10-1 1 0,-1-59 0 0,-12-25-3 0,0-70 2 0,0-49 2 0,0-69-14 0,36-110-51 0,-25 38-32 0</inkml:trace>
  <inkml:trace contextRef="#ctx0" brushRef="#br0" timeOffset="3">3347 12692 11 0,'0'0'0'0,"-13"-23"33"0,2-14 1 0,-12 26-9 0,-2-12-6 0,1 10-7 0,24-35-3 0,0 1-2 0,12 11-1 0,0 0 1 0,-12 11-2 0,0-9-2 0,0 10 0 0,12 11-1 0,1-10 0 0,-2 12-1 0,25 11 0 0,23-13-1 0,13 1 1 0,22 12-1 0,26-12 0 0,48 1 2 0,32-1 2 0,15 1-3 0,36-2 0 0,-1 1-1 0,0 0 4 0,0 12-2 0,-24 0-3 0,-1 0 2 0,-46 0 1 0,-36 0-2 0,-47 0 0 0,-26 0 0 0,-21 0 0 0,-26 0 1 0,2 12-1 0,-13 0-1 0,0 12 1 0,10 23 1 0,-9 13-1 0,-1 23-1 0,-1 47-3 0,-11 50 4 0,0 21-2 0,-11 15 2 0,22 10-5 0,2 36 5 0,-1 1 0 0,-12-14-1 0,0 1 0 0,0-12 3 0,-12 0-2 0,-1-12 1 0,13 0-1 0,0-58 4 0,0-26-1 0,0-11-2 0,0-23-1 0,0-49-3 0,-11-36-29 0,-25-58-105 0</inkml:trace>
  <inkml:trace contextRef="#ctx0" brushRef="#br0" timeOffset="4">3645 15538 66 0,'0'0'2'0,"-25"0"8"0,13 24 16 0,1 10-11 0,11 16-5 0,48-4-3 0,11-10-1 0,48-13 0 0,35 2 0 0,37-13-1 0,12 0-3 0,23 10-1 0,-11 3-1 0,-14-13-1 0,3 1 3 0,-3-2-2 0,-21 1 1 0,-13-1-1 0,-24-11-2 0,-12 13 3 0,-12-13 0 0,0 0-1 0,-23 0 0 0,-25 0 1 0,-48 0 4 0,2 0 3 0,-13-13-4 0,0 2-5 0,12-25-135 0</inkml:trace>
  <inkml:trace contextRef="#ctx0" brushRef="#br0" timeOffset="5">5834 13978 7 0,'0'12'17'0,"0"-1"15"0,0-11-12 0,36-34 13 0,13-16-22 0,34-21-3 0,12 0-1 0,13 0-3 0,23-24-1 0,11-12-2 0,-11 11 2 0,-11 25-1 0,-2 0 2 0,2-1 0 0,-13 1-4 0,0 0 3 0,-47 11-3 0,-25 24 1 0,-23 11 0 0,-12 14 1 0,0-1-3 0,11 35-1 0,-11 14 2 0,0 10 0 0,0-23-37 0,25-24-58 0</inkml:trace>
  <inkml:trace contextRef="#ctx0" brushRef="#br0" timeOffset="6">7478 12192 34 0,'0'0'8'0,"-11"-48"32"0,-1 25-13 0,12 23-11 0,0 71 0 0,-11 72-4 0,-2 24-10 0,-11-13 1 0,12-46-1 0,0-37-1 0,0-23-4 0,12-25-36 0,0-23-57 0</inkml:trace>
  <inkml:trace contextRef="#ctx0" brushRef="#br0" timeOffset="7">7444 12085 81 0,'-13'-12'12'0,"-11"1"6"0,12-2-1 0,24 13-9 0,84 0-2 0,106 0-2 0,97-12-2 0,21 0 0 0,2-1-1 0,-59 3 0 0,-50-1-1 0,-34-2 0 0,-36 1 2 0,-61-13-1 0,-22 25 4 0,-24 0-2 0,-12 0-1 0,-12 50-1 0,-1 32-2 0,-11 73 4 0,-11 35-2 0,-1 1 1 0,48-26 0 0,23-44-1 0,-11-26 0 0,-12-35-4 0,-36-37-30 0,0-12-60 0</inkml:trace>
  <inkml:trace contextRef="#ctx0" brushRef="#br0" timeOffset="8">7276 12942 64 0,'0'0'3'0,"-13"0"13"0,38 0 10 0,58-13-13 0,132 2 0 0,83-12-3 0,464 11-3 0,-405 12-7 0,-59 12 0 0,-60-1 3 0,-95 1-2 0,-72-1 1 0,-46-11-3 0,-38 25-30 0,-23 11-52 0</inkml:trace>
  <inkml:trace contextRef="#ctx0" brushRef="#br0" timeOffset="9">5561 14800 40 0,'0'0'7'0,"0"0"6"0,36-24 15 0,60-23-12 0,58-24-1 0,37-2-7 0,35 2-3 0,-12-1-3 0,-35 12-1 0,-36 1 4 0,-25 13-2 0,-46-4 0 0,-36 16 1 0,-36 9-1 0,-24 25-2 0,1 0-1 0,23 12 0 0,23 1 0 0,13 10-2 0,-48 13 2 0,-12-11-16 0,36-14-86 0</inkml:trace>
  <inkml:trace contextRef="#ctx0" brushRef="#br0" timeOffset="10">7324 13597 36 0,'0'-61'31'0,"0"3"16"0,0 34-23 0,0 72-15 0,-12 107 0 0,-1 34-5 0,13-9-3 0,-11-38-1 0,11-46-2 0,0-37 4 0,24-47-18 0,-12-49-46 0,-1 27 12 0</inkml:trace>
  <inkml:trace contextRef="#ctx0" brushRef="#br0" timeOffset="11">7241 13490 60 0,'-12'-25'21'0,"24"14"-13"0,59-1 9 0,120 12-9 0,82-24-4 0,48 12-1 0,-22 12-3 0,-25-12 4 0,-48 1-1 0,-24-1 1 0,-48 1 1 0,-46-2 4 0,-36 1-3 0,-37 24-2 0,13 24-2 0,0 46-1 0,-14 50 2 0,-9 35 2 0,11-14-1 0,-12-9-2 0,-1-37-2 0,-23-11 2 0,0-49-17 0,-36-10-126 0</inkml:trace>
  <inkml:trace contextRef="#ctx0" brushRef="#br0" timeOffset="12">7371 14298 52 0,'0'0'31'0,"0"0"-19"0,84 13 11 0,95-13-12 0,130-23-1 0,72-1-5 0,23 24-2 0,-59 0-5 0,-117 13 5 0,-75-13 0 0,-81 0-1 0,-47 11-9 0,-25 24-99 0</inkml:trace>
  <inkml:trace contextRef="#ctx0" brushRef="#br0" timeOffset="13">7503 14918 91 0,'-36'-59'14'0,"36"59"-5"0,-12 107 12 0,1 96-12 0,11 35-5 0,0-107-1 0,0-36-1 0,11-48-5 0,1-23-44 0,-1-24-26 0</inkml:trace>
  <inkml:trace contextRef="#ctx0" brushRef="#br0" timeOffset="14">7371 14918 69 0,'0'0'1'0,"12"-23"9"0,72-13 15 0,106 11-15 0,108-21-3 0,47 34-5 0,-24-12 1 0,-58 12 1 0,-61 1-1 0,-70-2 5 0,-26-24-1 0,2 27-3 0,-14 10-3 0,-45 0 0 0,-27 47 0 0,-9 37 1 0,-1 46 0 0,-12 50 2 0,0-2 0 0,11-59-1 0,14-24-1 0,-14-47 2 0,-11-36-3 0,-11-1-16 0,-50-22-82 0,39 11 54 0</inkml:trace>
  <inkml:trace contextRef="#ctx0" brushRef="#br0" timeOffset="15">7478 15776 44 0,'-34'0'13'0,"81"0"20"0,106-36-15 0,146-12 1 0,34 2-5 0,12 21-5 0,-70 13-3 0,-73-12-3 0,-107 12 0 0,-59 1-5 0,-24 22-56 0,-24 1-14 0</inkml:trace>
  <inkml:trace contextRef="#ctx0" brushRef="#br0" timeOffset="16">8491 15966 136 0,'-12'-12'2'0,"-12"12"-3"0,48 12-29 0,-12 24-51 0</inkml:trace>
  <inkml:trace contextRef="#ctx0" brushRef="#br0" timeOffset="17">8515 16419 73 0,'-24'60'2'0,"36"35"-62"0</inkml:trace>
  <inkml:trace contextRef="#ctx0" brushRef="#br0" timeOffset="18">8515 16800 47 0,'0'0'11'0,"-12"-11"7"0,24 11-83 0</inkml:trace>
  <inkml:trace contextRef="#ctx0" brushRef="#br0" timeOffset="19">7371 17097 72 0,'0'-35'7'0,"-11"-12"16"0,22 81-11 0,-11 98-3 0,12 46-10 0,0-36 2 0,-12-46 0 0,24 12-13 0,1-36-73 0,-25-72 61 0</inkml:trace>
  <inkml:trace contextRef="#ctx0" brushRef="#br0" timeOffset="20">7395 17026 71 0,'-12'-36'5'0,"48"11"13"0,71 3-7 0,96 10-2 0,106-25-4 0,49 26 0 0,-26 11-3 0,-45 0 2 0,-97-12 4 0,-94-12 2 0,-61 0-4 0,13 1-3 0,0 23-2 0,-13 60-2 0,-12 58 1 0,-10 61 0 0,-13 23-3 0,-13-47 6 0,2 0-9 0,-14-13-2 0,25-82 1 0,-10-12-28 0,10-35-60 0</inkml:trace>
  <inkml:trace contextRef="#ctx0" brushRef="#br0" timeOffset="21">7335 17955 14 0,'0'0'0'0,"0"-12"5"0,25 1-3 0,70-14 1 0,60 13-1 0,58-12 0 0,86 12 0 0,46 1 7 0,12 11 5 0,-59 0 0 0,-60-24-5 0,-83 11-16 0,-95-10-56 0</inkml:trace>
  <inkml:trace contextRef="#ctx0" brushRef="#br0" timeOffset="22">9170 15562 81 0,'-36'-37'6'0,"24"26"14"0,24-1-8 0,72 1-7 0,34 11-2 0,61 0-9 0,-84 0-79 0</inkml:trace>
  <inkml:trace contextRef="#ctx0" brushRef="#br0" timeOffset="23">12290 12942 52 0,'0'-36'26'0,"22"1"3"0,14-1-5 0,0 12-11 0,0-13-4 0,-12 3-2 0,-11 10 1 0,-13 0-3 0,-25 12-2 0,-34 24-1 0,-36 24 0 0,11 10-1 0,13 15 0 0,47-1-1 0,36 24-1 0,59 21 0 0,1 27 0 0,-36-25 0 0,-24-47 0 0,-36-25 4 0,-49-22 1 0,16-50 2 0,20-10-6 0,37 23-16 0,60 24-48 0,-13 0-24 0</inkml:trace>
  <inkml:trace contextRef="#ctx0" brushRef="#br0" timeOffset="24">12814 13323 21 0,'0'-13'13'0,"35"-33"4"0,-12-13 6 0,-23 9-13 0,0 4-2 0,-11-2-1 0,-14 24-1 0,-9 0-1 0,10 24-2 0,-25 48-1 0,-21 12-2 0,22 24 1 0,12-2-1 0,24-22 0 0,24-24 0 0,12-25 1 0,12-34 0 0,12-25 0 0,-2-11-1 0,-10 11 0 0,-23 24 1 0,-1 24-1 0,-12 0 0 0,0 36 1 0,-12 0-1 0,24 10 0 0,23-21 1 0,12 0-2 0,25-14 1 0,-24-35-2 0,0-13 3 0,-1-9-2 0,-24-13 1 0,2 22 0 0,-1 14 0 0,-12 23 1 0,0 10-1 0,-12 40 1 0,0-3-1 0,12 0 1 0,0-11-1 0,-2 0 0 0,3-13 0 0,10-23 1 0,-10-34-1 0,-1-3 0 0,12-10 0 0,-1-1 0 0,1 12 0 0,12 12 0 0,-25 11 1 0,14 13-1 0,-14 13-1 0,14 11 1 0,-2 12 0 0,13-12 1 0,0 0-1 0,0-13 0 0,-13-11 0 0,0-11-1 0,13-26 1 0,-11 14 1 0,-1-13-1 0,-13 11 0 0,0 25-1 0,-11 13 2 0,-11 11-1 0,71 48-1 0,-12-49 2 0,23-23-1 0,-24-11 0 0,-11-37 1 0,0 0 0 0,-12 13-1 0,-24 11 0 0,12 24 0 0,-24 71 1 0,12 60 2 0,-12 24-1 0,0 0-1 0,12-47 0 0,0-26 0 0,-13-46 0 0,13-36 3 0,0-72-2 0,0-47-2 0,13-95-4 0,35 24-1 0,-12 71 4 0,-1 95-2 0,-11 48 1 0,-12 36 1 0,-48-13 1 0,-35-23 0 0,10-13 0 0,38-11 1 0,12 0-2 0,34 36 1 0,49-12 0 0,46-36-1 0,-11-36-9 0,-11-34 5 0,-24-39-2 0,-2-57-6 0,-21 12 10 0,-37 82 7 0,-37 60 2 0,-22 48-1 0,1 48-2 0,-3 47-1 0,13 24 1 0,36-12-2 0,24-36 0 0,37-24 0 0,9-48 0 0,13-23 0 0,-11-46 0 0,-13-26 0 0,-11 1 0 0,-24 0-1 0,-24 23 0 0,0 36 0 0,-24 24 1 0,0 11 0 0,0 25-2 0,12 13 1 0,12-3 0 0,12-11 0 0,0-22-1 0,24-13 3 0,24-36-1 0,11-23 1 0,11 22-2 0,3 37-1 0,-62 35-1 0,-23 1 2 0,-36-12 2 0,0-24-1 0,13-12-3 0,10 0-34 0,13-12-41 0</inkml:trace>
  <inkml:trace contextRef="#ctx0" brushRef="#br0" timeOffset="25">16136 13454 50 0,'-61'0'9'0,"27"-12"8"0,22-47-1 0,24-14-8 0,47-45-2 0,1 10-4 0,-13 37 2 0,-11 12 0 0,-23 47-1 0,-13 24-2 0,0 59 0 0,-13 13-1 0,13-1 1 0,13-23-3 0,-2-25 3 0,25-23-1 0,10-12 2 0,15-47-1 0,-25 0 0 0,-13-3-1 0,0 40 1 0,-23-1-2 0,13 22 2 0,-13 12-2 0,23 14 1 0,2-14-1 0,23 13 2 0,-1-36 0 0,-11 0-1 0,11-48 0 0,-23 0 0 0,-12-11 1 0,-24 11-1 0,0 24 0 0,-24 37-1 0,13 21 1 0,23 3 0 0,35-3 0 0,37-21 0 0,23-26-1 0,-12-21 1 0,-11-3 1 0,-13 3-1 0,-35 21 0 0,-24 13 0 0,0 36 0 0,0 12 0 0,24-14 0 0,23-9-1 0,25-25 2 0,12 0-1 0,-13-59 0 0,-11-49 1 0,11-47-3 0,0-34 2 0,-35 57 0 0,-48 85 0 0,-35 34-1 0,-25 97 1 0,36 35 0 0,25 25-1 0,22-26 1 0,25-35 0 0,24-58 0 0,11-25 0 0,1-48 1 0,-26-36-1 0,-21-35-1 0,-1 0 1 0,-12 48 0 0,0 47 0 0,-12 24 0 0,0 36 0 0,-12 59 0 0,-13 24 1 0,25-36 0 0,-11-47-1 0,35-24 1 0,34-36 0 0,3 0 0 0,-14 48-2 0,-23 47 1 0,25-11-2 0,-26-49-6 0,-23-11-27 0,-36-34-40 0</inkml:trace>
  <inkml:trace contextRef="#ctx0" brushRef="#br0" timeOffset="26">17517 12680 51 0,'0'0'3'0,"36"-11"-2"0,71-2-7 0,-35 1-36 0</inkml:trace>
  <inkml:trace contextRef="#ctx0" brushRef="#br0" timeOffset="27">17016 12454 81 0,'-94'-11'7'0,"70"11"-9"0,84 0-69 0</inkml:trace>
  <inkml:trace contextRef="#ctx0" brushRef="#br0" timeOffset="28">18862 12811 45 0,'0'0'0'0,"25"-37"17"0,34 27 3 0,25 70-8 0,11 34-7 0,-59 13-3 0,-36-23 1 0,-72-38 0 0,1-33-1 0,35-60 0 0,36-37-2 0,83 1-1 0,36 35 0 0,24 13 1 0,0-1 0 0,-25-12 1 0,-81 25-1 0,-61 12 0 0,-35 22 2 0,-13 24-1 0,36 24-2 0,36 1 1 0,72-12 0 0,35-24 0 0,24-24 0 0,-12-36 0 0,-36-23 1 0,-35 11-1 0,-36 36 4 0,-12 35-2 0,0 61 0 0,-36 190 3 0,12-143-4 0,24-24 0 0,0-46-1 0,0-50 4 0,12-95-1 0,0-59-2 0,24-72-3 0,36 37-1 0,-2 130 1 0,-21 61 0 0,-27 34 0 0,-56 1 1 0,-62-12 0 0,37-36 0 0,47 11-1 0,49-11 2 0,56 0-1 0,39-47-5 0,-12-13 1 0,-27-47 2 0,-20-60-7 0,-39-11 8 0,-21 71 5 0,-36 71 5 0,-13 60-6 0,-12 84 0 0,12 47 1 0,25-13 0 0,45-24-1 0,27-47-1 0,21-34-1 0,86-37-2 0,-97-24 1 0,1-12 1 0,-25-12 0 0,-24 14 0 0,-23-3 0 0,0-10 1 0,-11 35 0 0,-24 0 0 0,-25 36 0 0,12 23-1 0,13 13 1 0,-1-12-1 0,36-37 1 0,48-11 1 0,-1-11-2 0,-11 11-1 0,-12 23-2 0,35 1-25 0,-12-12-20 0,-10-12 8 0</inkml:trace>
  <inkml:trace contextRef="#ctx0" brushRef="#br0" timeOffset="29">21328 12703 9 0,'24'-34'47'0,"-24"9"-14"0,-47 61-22 0,10 37-7 0,13 9-2 0,60-22-1 0,23-26 0 0,120-34 3 0,-95-34-3 0,-2-37 0 0,-21 11 0 0,-50 24 0 0,-22 24-1 0,-50 60 0 0,27 12 0 0,21-13 0 0,49-12 0 0,36-23 1 0,11-24-1 0,-12-23 0 0,1-1 0 0,-14 12 0 0,-33 24 0 0,-1 24 3 0,-24 12 1 0,0-1 1 0,-13-23-3 0,2-1-1 0,11-11 2 0,11-34-2 0,14-14-2 0,11 0 1 0,23 13 0 0,-11 11 0 0,-1 24 0 0,-35 47 0 0,0 1 0 0,-12-25 0 0,0 2 0 0,0-25 0 0,36-36 1 0,0-12-1 0,-2 2 0 0,2 9 0 0,-11 37-1 0,-1 12 1 0,0 34 0 0,23-21 1 0,1 0-2 0,11-14 1 0,2-22-1 0,-14-14 2 0,-1-21-1 0,3-15 0 0,-37 25 0 0,-12 12-1 0,-24 13 1 0,-24 46 0 0,13 25 1 0,35-23-2 0,12-16 0 0,35-8 1 0,13-13 0 0,-1-13-1 0,-12 3 1 0,-11 20 0 0,-12 3-2 0,-11-1 2 0,-13 0 0 0,0-12 2 0,0-12-2 0,0-13 0 0,23-21 0 0,13 10 0 0,23-12 0 0,-11 25 1 0,-12 11-2 0,-23 24 1 0,-13 47-1 0,0 1 2 0,11-13-2 0,1-23 2 0,11-24-2 0,1 0 2 0,24-12-19 0,-2 0-34 0,-21-11-6 0</inkml:trace>
  <inkml:trace contextRef="#ctx0" brushRef="#br0" timeOffset="30">23709 12228 29 0,'12'-24'28'0,"-1"12"-2"0,-70 83-9 0,0 49-5 0,23 22-5 0,24-23-4 0,24-23-1 0,24-37-2 0,-11-34-12 0,-2-38-29 0,-23-34-23 0</inkml:trace>
  <inkml:trace contextRef="#ctx0" brushRef="#br0" timeOffset="31">23578 12466 43 0,'24'-23'12'0,"72"-2"5"0,-1 0 2 0,-36 15-8 0,-36 10-6 0,-10-11-2 0,-1-2-5 0,-12 13-28 0,0 0-37 0</inkml:trace>
  <inkml:trace contextRef="#ctx0" brushRef="#br0" timeOffset="32">5300 13597 8 0,'0'-11'13'0,"0"-14"22"0,0 13-15 0,0-1-6 0,-12 13-9 0,-12 37-1 0,0 10 1 0,0-10-2 0,24-3-1 0,24-21 0 0,12-13 0 0,-2 0-1 0,-9-24 1 0,-1-11 0 0,-12-13-1 0,-12 0-1 0,0 25 2 0,-12-1-2 0,-12 24 2 0,-1 0-2 0,-9 13 1 0,-2 33-1 0,12 2 0 0,12 0 1 0,12-14-1 0,24 3 0 0,12-24 1 0,-12-13 0 0,11-13 0 0,-12-11 1 0,-10 0-1 0,-1 1 0 0,-24-14 0 0,-1 3-1 0,2 9 1 0,-14 25-1 0,-9 12-1 0,-2 24 1 0,0 0 0 0,24-13 0 0,12 13 0 0,0-12 0 0,12-11 0 0,24-13 1 0,-24-25-1 0,0 0 1 0,-12 14-1 0,0-12 1 0,-12 23-1 0,0 0 0 0,0 11 0 0,0 1 0 0,12-1 0 0,0-11 0 0,0 0 0 0,0 0 0 0,0-11 0 0,0 11 1 0,-12 0-2 0,12 0 1 0,0 0 0 0,0 0 1 0,0 11-2 0,0-11 1 0,0 13-24 0,36-1-60 0</inkml:trace>
  <inkml:trace contextRef="#ctx0" brushRef="#br0" timeOffset="33">26889 12073 255 0,'0'0'0'0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22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10980 4857 6 0,'0'0'5'0,"0"-11"10"0,24 11-8 0,-24 11-2 0,0 14 3 0,11 21-2 0,25 4-2 0,-12-27-1 0,12-12 2 0,-1-22 1 0,13-37 0 0,24 0-1 0,-13 13 0 0,1 11-3 0,-38 1-1 0,3 23 0 0,-25 11-15 0,0 12-44 0</inkml:trace>
  <inkml:trace contextRef="#ctx0" brushRef="#br0" timeOffset="1">11158 8562 16 0,'0'0'2'0,"0"-13"5"0,12 47 2 0,12-21 5 0,-12-1-3 0,25 0-4 0,9-24-1 0,14-13-2 0,23-33 1 0,-36 11-5 0,1 34 1 0,-24 13-8 0,0 24-61 0</inkml:trace>
  <inkml:trace contextRef="#ctx0" brushRef="#br0" timeOffset="2">11396 11811 5 0,'0'0'8'0,"0"0"2"0,11 36 7 0,14 35-6 0,-1-23-3 0,24-12 1 0,11-47 1 0,13-26-3 0,-13-10-5 0,1 34-5 0,-1 13-46 0,-48 0 20 0</inkml:trace>
  <inkml:trace contextRef="#ctx0" brushRef="#br0" timeOffset="3">11456 15157 26 0,'0'0'10'0,"0"12"-3"0,36 0 10 0,-1-24-5 0,26-36-7 0,21 12-66 0</inkml:trace>
  <inkml:trace contextRef="#ctx0" brushRef="#br0" timeOffset="4">8134 5133 15 0,'-24'0'37'0,"0"11"-7"0,12-11-12 0,12 0-2 0,0 0-6 0,83-11-5 0,48-2 0 0,36 13-3 0,-24 0 2 0,-49 13-1 0,-58-13 3 0,-36-13 0 0,0 26-8 0,-47 8-51 0,23-8-22 0</inkml:trace>
  <inkml:trace contextRef="#ctx0" brushRef="#br0" timeOffset="5">5609 5895 29 0,'0'0'0'0,"-36"0"4"0,13 11 23 0,11-11-6 0,-1 10-3 0,13-10-11 0,0 13 1 0,60-13 3 0,71-23-5 0,72-1 0 0,59 24-4 0,35 0 0 0,13 0-1 0,22 0-1 0,15-12 1 0,-25 12 1 0,-37 0 0 0,-71 0-1 0,-71 0 1 0,-71 0 1 0,-60 0 7 0,-12-25-2 0,-36 14-8 0,-60-1-148 0</inkml:trace>
  <inkml:trace contextRef="#ctx0" brushRef="#br0" timeOffset="6">10182 4001 0 0,'11'0'2'0,"2"-11"8"0,-1-2 3 0,-1 1-2 0,-11 0-4 0,0 12 2 0,0 58 6 0,0 51-6 0,-23 21-6 0,10-22 0 0,2-13-2 0,11-35-2 0,0-26-22 0,0-21-25 0</inkml:trace>
  <inkml:trace contextRef="#ctx0" brushRef="#br0" timeOffset="7">10146 4011 9 0,'11'-21'18'0,"-11"-4"-3"0,25 0-11 0,-14-9 6 0,2 9 6 0,10 2 1 0,-11 0-7 0,12-2-3 0,12 13-2 0,12-1 0 0,11 26 0 0,-11 24 1 0,-13 21-3 0,-11 14 0 0,-37-1-3 0,-21 1 3 0,-39-14-1 0,16-8 0 0,-4-27-1 0,37-12 1 0,12 1-3 0,60 24 1 0,12 24-1 0,-1-13 0 0,-11 13 1 0,-48-12 2 0,-61-1 4 0,15-23 2 0,-14-24-5 0,36-12-2 0,12-13-14 0,24-9-14 0,24 10-22 0,1 0-18 0</inkml:trace>
  <inkml:trace contextRef="#ctx0" brushRef="#br0" timeOffset="8">10670 4321 13 0,'13'-11'13'0,"10"-12"6"0,1 10-3 0,-12 13-4 0,-12 24-4 0,0 24-4 0,-12-2-3 0,24 4 1 0,11-27-1 0,13-12 0 0,12-11 0 0,-24-23 0 0,-14-13 0 0,3-23 1 0,-26-12-2 0,-9 11 1 0,-14 24-1 0,0 36-1 0,0 25 1 0,25 33 0 0,-1-11 0 0,35-10 0 0,37-13 0 0,23-24-1 0,-11-24 1 0,11 0-1 0,-23 11 1 0,-25 13 0 0,-23 13 0 0,-12 11 1 0,0 0-1 0,12-1 0 0,0-23 1 0,24 0-1 0,-11-13 0 0,-2-8 0 0,-12-29 0 0,-11 16-1 0,-23-3 0 0,-25 37 1 0,12 12 0 0,-11 24 0 0,35 0 0 0,35 1 0 0,25-3 0 0,24-34-1 0,10 0 0 0,-11-34 0 0,1-27 0 0,0-46 1 0,-24-48-3 0,-12 47 3 0,-24 74 4 0,-24 21-2 0,-24 26 1 0,-12 92 1 0,24 27-2 0,12-25-1 0,48-23 0 0,1-36-1 0,10-13-6 0,-12-35-18 0,-23-25-41 0</inkml:trace>
  <inkml:trace contextRef="#ctx0" brushRef="#br0" timeOffset="9">11396 4120 68 0,'-11'-12'10'0,"11"-1"5"0,94-21-12 0,26 9-4 0,-1 13-14 0,-24 12-57 0</inkml:trace>
  <inkml:trace contextRef="#ctx0" brushRef="#br0" timeOffset="10">11980 4166 29 0,'0'0'11'0,"0"-11"1"0,23-12-6 0,-10-1 2 0,-13 24-2 0,0 0-4 0,-36 0-1 0,-13 12 4 0,3 0 0 0,10-1-2 0,24 1-2 0,-12 12-1 0,35 13 0 0,38-3 0 0,22 14 0 0,-23 0 0 0,-24-23 1 0,-37 9 0 0,-34-22 0 0,0-12 2 0,-2 0-1 0,26 0-2 0,59 0-4 0,35 12-6 0,13-12-3 0,11-12 1 0,-13-13 2 0,-9-21 8 0,-39-2 4 0,-21 0 11 0,-13 14 1 0,-13 21-3 0,3 26-6 0,-14 45 0 0,-12 39-1 0,24 8-2 0,12 3-2 0,0-24 1 0,0-25-1 0,0-34 2 0,0-14 0 0,-12-47 1 0,-1-48-2 0,2-35-2 0,11-13 0 0,36 38 0 0,0 35 0 0,10 36-1 0,-10 23 3 0,-11 34-1 0,-25 3 1 0,-25-3-1 0,-11 3-21 0,26-24-57 0</inkml:trace>
  <inkml:trace contextRef="#ctx0" brushRef="#br0" timeOffset="11">12527 4227 17 0,'0'-11'32'0,"13"11"-20"0,34 58-2 0,-23 2-4 0,-12-12-2 0,-12-1-1 0,-24-23-1 0,0-24 3 0,1-48-1 0,34 1-2 0,37-1-2 0,24 25-8 0,10 10-8 0,14 13-2 0,-24 0 6 0,-1 0 10 0,-24 0 2 0,-22 0 9 0,-25-24 2 0,0 1-4 0,-12-13-4 0,-1 11-3 0,-21 14 1 0,-15 11 1 0,2 0 6 0,23 24-5 0,-12 13-2 0,24 9 0 0,-1-10-1 0,13-13 1 0,13 2-1 0,-1-25 2 0,24-12-1 0,0-12-2 0,-13 12 1 0,1 12-1 0,-24 36 1 0,24 12 0 0,23-38 1 0,12-10-1 0,2-34 1 0,-15-26-2 0,-10 12 1 0,-23 14-1 0,-1 21 1 0,-24 13 1 0,-1 24 0 0,2 23 0 0,-14 25 1 0,15 11-2 0,-2 1 1 0,12 0-1 0,-12-13 0 0,0-12 1 0,-12-47 0 0,0-12 2 0,24-37-2 0,-13-45-1 0,13-37-4 0,37-36-1 0,-1 48 2 0,-2 84 1 0,15 34 0 0,-26 24 2 0,-10-10 2 0,-37-2 0 0,-1-12-2 0,14 2 0 0,11-1 0 0,36 13-2 0,11-25-2 0,1-13 2 0,0-24 2 0,-12-22 1 0,-13 13 5 0,-11 46-1 0,0 23-3 0,-12 48 1 0,0 11-1 0,-24 2 2 0,12 0-3 0,-11-1 0 0,10-24-1 0,-10-22 1 0,10-37 0 0,2-37 0 0,-1-34-1 0,24-59-7 0,24-50-6 0,0 98 12 0,-1 70-2 0,1 47 1 0,-24 1 3 0,-12 0-1 0,-36-12 2 0,12-24-1 0,12 0-1 0,1 0 0 0,22 24 0 0,49-14 0 0,0-20 0 0,11-14 1 0,0-13 0 0,-35 3-1 0,0 9 3 0,-12 25 1 0,-24 0-2 0,0 12-2 0,0 12 1 0,0 12-1 0,0-12 0 0,12 10 0 0,11-21 0 0,25-13 0 0,-1-13-1 0,12-21 0 0,-22-14 1 0,-13 12 1 0,0 24 0 0,-24 12 0 0,0 25 1 0,12-2-1 0,-12 13-1 0,0-11 1 0,0-14-1 0,0-11 1 0,0-24 0 0,0-13-2 0,10 14 1 0,15-1 0 0,-1 24-1 0,12 0 1 0,0 13-1 0,11-2 2 0,13 1-1 0,23-1 0 0,-11-22 0 0,-2-37 0 0,-33-11-1 0,-49 22 0 0,-24 26 1 0,-23 35 1 0,11 59-1 0,12 13 1 0,36 22-1 0,24-22 0 0,-24-13-2 0,0-11-38 0,-12-36-13 0</inkml:trace>
  <inkml:trace contextRef="#ctx0" brushRef="#br0" timeOffset="12">13766 3893 152 0,'-25'-24'5'0,"-33"24"-12"0,82 37-105 0</inkml:trace>
  <inkml:trace contextRef="#ctx0" brushRef="#br0" timeOffset="13">24662 5405 10 0,'0'0'9'0,"12"-12"10"0,-12 12-5 0,-12 0 26 0,0 37-31 0,-24-3-2 0,0 3-1 0,2-3 1 0,-3 27 0 0,-10-13-2 0,-1-2-1 0,-1 15-1 0,3-1-2 0,-15-13 2 0,15 1-2 0,22-13 1 0,0 1-3 0,12-24 3 0,-12 12-1 0,12-24 2 0,0 12-4 0,12-12 5 0,0-12-5 0,12-24 4 0,0-12-2 0,24-23-3 0,-12 24 2 0,0-1 0 0,-1 25 2 0,-11-2-3 0,-1 0 1 0,2 14 0 0,-1-1 0 0,-12 1-1 0,0 11 3 0,0 23-3 0,-12 13 2 0,-12-11 0 0,12 9-2 0,1 14 0 0,-1-12 4 0,1 1-3 0,-14-3-1 0,13 3 3 0,12-14-2 0,-12-12 0 0,12 2 1 0,0-13-1 0,0 0 2 0,24 0-2 0,1-13 0 0,21 2 0 0,14-1 0 0,-12-12 0 0,-13 12 0 0,-11 12 0 0,-12 0 0 0,-12 0 0 0,11 0 0 0,-11 0-33 0,13 12-71 0</inkml:trace>
  <inkml:trace contextRef="#ctx0" brushRef="#br0" timeOffset="14">20923 6703 1 0,'-12'0'26'0,"12"12"-2"0,0-12-14 0,0 0 3 0,0 0 1 0,12 0-7 0,12 0 0 0,0 0-2 0,-1 0 0 0,13 0-1 0,0 0-1 0,0 0-1 0,-1 0 2 0,1 0-1 0,12 0-2 0,-1 0 1 0,1 0-3 0,11 0 1 0,1-12 0 0,-12 12 0 0,-26 0 1 0,14 0 1 0,-11 0 1 0,11 0-2 0,-1 0 0 0,1 0-1 0,11 0 4 0,1-12-3 0,24 12 0 0,-13 0-1 0,-11 0 0 0,0 0 1 0,-1 0 1 0,1-13-2 0,12 13 0 0,0 0 1 0,-1 0-1 0,-12 0 1 0,-11 0-1 0,12 0-2 0,-13 0 1 0,12 0 2 0,2 0-2 0,9 0 2 0,3 0-1 0,-26 13-1 0,14-13 1 0,-2 0 0 0,-1-13-1 0,-9 13 1 0,-1 0-1 0,-12-10 1 0,-14 10-2 0,3 0 3 0,-13 0-1 0,0 0 1 0,0 0 0 0,0 10-2 0,12 3 1 0,-12-1 1 0,0 0-1 0,0 24 0 0,0 0 0 0,0-1 0 0,-12 13-1 0,12-1 1 0,0-10 0 0,0 10 0 0,0-10 0 0,0 9-1 0,12 2 1 0,-1 0 0 0,2-14-1 0,-1 3 1 0,-12-1 1 0,0-1-1 0,0 12 0 0,0 3 0 0,11-4 2 0,-11-21-3 0,0 9 2 0,0 3 0 0,13-3 1 0,-13-9-1 0,12 0 1 0,-12-14 0 0,0 1-1 0,-12-12 0 0,12 23 0 0,0 2-1 0,0-14 0 0,0-11 1 0,0 12-1 0,0-12 0 0,-13 11-2 0,2-11-9 0,-1-11-16 0,-1-12-70 0</inkml:trace>
  <inkml:trace contextRef="#ctx0" brushRef="#br0" timeOffset="15">20947 9061 13 0,'-12'0'22'0,"12"0"-13"0,0 12 12 0,12-12-15 0,12 0-1 0,11-25-2 0,1 25 1 0,-12 0 0 0,0 0-2 0,0 0 1 0,-1 13-2 0,13-13 0 0,0 12-1 0,-1-12 1 0,13 0-1 0,-1 0 0 0,1 0-1 0,-12 0 1 0,0 0 0 0,0 12 0 0,-26-12 1 0,-10 0 0 0,13 11 1 0,-1-11 2 0,-12 0-2 0,0 12 0 0,11-12 0 0,2 24-1 0,-1 0 0 0,-1 0-1 0,2 11 1 0,-13 13 1 0,0-12 0 0,0 0 2 0,12 11-3 0,-12-11 0 0,0 0 0 0,11-1 0 0,-11-11 1 0,0-12-1 0,0 0 0 0,0 1-1 0,0-2 0 0,0 1 1 0,0-12-1 0,13 0 1 0,11 0-1 0,10 0 0 0,-9 0 0 0,11 0 0 0,11-12 0 0,13 1 0 0,-13 11 0 0,1 0 0 0,0-13-1 0,-1 13 0 0,-11 0 0 0,0 0 1 0,0 0 0 0,-13 0 0 0,14 13 2 0,-3-13-4 0,2 11 2 0,24-11 0 0,-36 0-1 0,12 0 2 0,-1 0-2 0,-24 0 1 0,14 0 0 0,-1-11 0 0,0 11 0 0,-1-13 0 0,1 13 0 0,-1 0 0 0,-23 13 0 0,13-13 0 0,-1 0 0 0,-12 11-1 0,0-11 1 0,0 12 0 0,11-1 0 0,-11 1 0 0,0 0 0 0,13 12-1 0,-1-12 2 0,-12-1-1 0,0 26 0 0,11-3 0 0,-11 3-1 0,12 10 0 0,-12-10 2 0,0 22-1 0,-12 0 1 0,12 1-1 0,-11-12 1 0,11 23-1 0,0-24-1 0,0 24 1 0,11 2 0 0,-11-2 0 0,0 1 0 0,0-12 0 0,0-1 0 0,0 12-1 0,0-12 1 0,0 1 1 0,0 12 0 0,0-25-1 0,0 13 1 0,0-13 0 0,0 1 0 0,-11-1 0 0,-1-10 1 0,12-14-1 0,0-23 0 0,0 0-35 0,12 0-40 0</inkml:trace>
  <inkml:trace contextRef="#ctx0" brushRef="#br0" timeOffset="16">22065 11715 1 0,'0'0'0'0,"-11"-11"10"0,11-1-1 0,0 12 4 0,0 12-1 0,-12 24-4 0,12 23-2 0,0 49-1 0,12 22-3 0,12-11-2 0,-12 13 2 0,-12-2 0 0,0 0 1 0,0 2-2 0,-12 12 0 0,12-39-1 0,0 16 1 0,0 9 2 0,0-11-2 0,0 0-1 0,12-1 0 0,12 3 0 0,-24-14 0 0,0 0 1 0,0 0-1 0,0-13 0 0,0 2 0 0,12-12 0 0,-12-1 1 0,-12 1-1 0,12-13 0 0,0-24 1 0,0-10-1 0,0-3 1 0,0-9-1 0,12-37-15 0,12-35-44 0</inkml:trace>
  <inkml:trace contextRef="#ctx0" brushRef="#br0" timeOffset="17">23174 11715 1 0,'0'0'5'0,"0"13"6"0,0-1-1 0,0 34-4 0,0 15 0 0,0 22-2 0,11 12-1 0,-11 13-2 0,12-13 1 0,-12 24 1 0,0 0 0 0,0-12 0 0,0 0-2 0,0 12-1 0,0 0 2 0,0-12 0 0,-12 13 0 0,12-13-1 0,0 1-1 0,0-3 0 0,0-9 1 0,0 0-1 0,0-1 0 0,0-1 2 0,0 2-2 0,0 0 1 0,-11-1 1 0,-1-24 0 0,-1 2 0 0,13-39-1 0,0-22 0 0,0-24 1 0,0-11-37 0,0 12 4 0</inkml:trace>
  <inkml:trace contextRef="#ctx0" brushRef="#br0" timeOffset="18">20840 16157 7 0,'0'0'24'0,"-12"0"-5"0,12-12 0 0,0 12-3 0,0 0-4 0,0 0 3 0,0-13-9 0,12 13-3 0,-1 0-1 0,1 0 0 0,36 0 0 0,1 0-2 0,-3 0 2 0,1 0 1 0,2 0 0 0,-2 0-2 0,13 13 1 0,11-13-3 0,24 12 1 0,1-12 0 0,10-12 4 0,14 12-3 0,-13 0 1 0,11 12-3 0,2-12 3 0,11 0-3 0,-12 0 5 0,-11 12-4 0,-13-12 3 0,-12 12-4 0,0-12 3 0,1 0-2 0,-13 0 0 0,25 0 0 0,-25 0-3 0,1 0 2 0,-1 0 2 0,0 0 0 0,1 0-2 0,-1 0 1 0,13 0-1 0,-1 0 1 0,12 0-1 0,-24 0 2 0,13 0-1 0,-12 0-1 0,-1 0 1 0,-11 0 1 0,-2 0 0 0,-9 0 0 0,-2 0 0 0,-23 0 1 0,-12-12-1 0,0 12 2 0,-12 0 1 0,0 0-3 0,0 0 0 0,-12 0-6 0,12 24-117 0</inkml:trace>
  <inkml:trace contextRef="#ctx0" brushRef="#br0" timeOffset="19">24341 6883 2 0,'-12'0'9'0,"12"0"-2"0,-12 0 3 0,0 0 1 0,-1 0-8 0,13 0-1 0,-11 0-4 0,11 11-39 0</inkml:trace>
  <inkml:trace contextRef="#ctx0" brushRef="#br0" timeOffset="20">24555 10025 13 0,'0'0'9'0,"-11"0"5"0,-14 11 26 0,25 2-36 0,0-13-4 0,12 0-6 0,1 12-63 0</inkml:trace>
  <inkml:trace contextRef="#ctx0" brushRef="#br0" timeOffset="21">24317 13586 30 0,'-25'0'14'0,"2"11"-3"0,10-11-6 0,13 0-5 0,0 0-30 0,13 0 7 0</inkml:trace>
  <inkml:trace contextRef="#ctx0" brushRef="#br0" timeOffset="22">24626 16216 3 0,'0'0'10'0,"-12"12"-4"0,12-12 2 0,-11 0-4 0,-1 12-5 0,12-24-3 0,0 12-21 0</inkml:trace>
  <inkml:trace contextRef="#ctx0" brushRef="#br0" timeOffset="23">20779 3822 13 0,'0'0'15'0,"0"-12"-7"0,0 12 8 0,13 0 2 0,-13 0-2 0,0-12-8 0,12 12-2 0,-1-13-2 0,37 2 1 0,0-1-1 0,35 12-2 0,-11 0-2 0,22-11 1 0,2-1-1 0,12 12 0 0,-25-12 1 0,0 24-1 0,-23 0 1 0,11-12-2 0,1 0 3 0,-1-12-3 0,1 0 2 0,-13 12-1 0,-23 0-1 0,-24 0 1 0,0 0 2 0,-12 0-2 0,-36 0 2 0,-24 0-2 0,-35 0 1 0,-25 12-1 0,2 0 1 0,-13-12-1 0,1 0 1 0,10-12 0 0,1 12-1 0,13 0 0 0,-3 0 2 0,50 0-1 0,23-12 1 0,25 12 0 0,22 0 0 0,48 0-1 0,37 0 1 0,23-13-2 0,0 13 0 0,12 0 0 0,12 0 0 0,-12 0 1 0,-24 0-1 0,-12 0 0 0,1 0 1 0,-49 0-1 0,-24 0 1 0,-23-11 2 0,0 11-7 0,13 24-108 0</inkml:trace>
  <inkml:trace contextRef="#ctx0" brushRef="#br0" timeOffset="24">24317 6381 8 0,'0'-23'13'0,"12"-25"29"0,-12 35-17 0,-12 3-8 0,-13 20-6 0,-11 27-1 0,-21 47-6 0,8 11 2 0,25-1-7 0,0-23 3 0,24 2-1 0,0-14 1 0,24-23-4 0,12-12 3 0,12-36 0 0,11-24-1 0,-11-11 3 0,-12 0-2 0,-26 22-1 0,-10 25 0 0,-10 12 4 0,-2 48-2 0,0-2 1 0,24-8-3 0,0-16-6 0,-2-22-46 0,15 0-27 0</inkml:trace>
  <inkml:trace contextRef="#ctx0" brushRef="#br0" timeOffset="25">24150 6775 44 0,'-24'-13'29'0,"12"2"-6"0,48-1-9 0,24 1-7 0,11-2-4 0,-23 1-6 0,-1 12-66 0,-35 0 33 0</inkml:trace>
  <inkml:trace contextRef="#ctx0" brushRef="#br0" timeOffset="26">24603 6858 65 0,'-12'0'17'0,"12"36"9"0,-13 47-11 0,2 24-5 0,11-23-6 0,-12-38-2 0,12-9-19 0,12-24-93 0</inkml:trace>
  <inkml:trace contextRef="#ctx0" brushRef="#br0" timeOffset="27">24852 6394 76 0,'-23'-24'11'0,"-13"24"22"0,-35 82-15 0,23 62-13 0,60-25-3 0,59-24 1 0,13-35-23 0,-25-24-92 0</inkml:trace>
  <inkml:trace contextRef="#ctx0" brushRef="#br0" timeOffset="28">24900 6560 42 0,'0'-35'27'0,"12"23"11"0,24 24-18 0,0 59-10 0,11 11-7 0,1-32-2 0,-23-27-27 0,-2-12-42 0,-23-22 29 0</inkml:trace>
  <inkml:trace contextRef="#ctx0" brushRef="#br0" timeOffset="29">25150 6607 22 0,'0'0'24'0,"-35"13"37"0,-13 45-37 0,0 3-20 0,36-13-7 0,12-13-66 0,0-35 24 0</inkml:trace>
  <inkml:trace contextRef="#ctx0" brushRef="#br0" timeOffset="30">25234 6452 83 0,'0'0'0'0,"24"50"31"0,-1 92-1 0,-82 60-21 0,-36-23-13 0,11-61-108 0</inkml:trace>
  <inkml:trace contextRef="#ctx0" brushRef="#br0" timeOffset="31">24317 9537 50 0,'0'0'0'0,"0"-60"26"0,12 25-2 0,0 22-5 0,-24 38-14 0,-25 58 1 0,-10 24 0 0,24-25-3 0,23-9-3 0,11-25 1 0,37-14 0 0,-24-21 0 0,24-37 0 0,-2-23 0 0,-21-13 0 0,-14 36 0 0,-11 24 1 0,-11 60 1 0,-1 22-3 0,12-32 1 0,12-16-34 0,-1-10-64 0</inkml:trace>
  <inkml:trace contextRef="#ctx0" brushRef="#br0" timeOffset="32">24305 9776 64 0,'-24'-25'29'0,"35"0"-15"0,60 4-14 0,37 21-88 0</inkml:trace>
  <inkml:trace contextRef="#ctx0" brushRef="#br0" timeOffset="33">24603 9847 61 0,'0'-24'20'0,"11"0"11"0,25 12-15 0,0 24-5 0,-12 24-6 0,-12-1-2 0,-24 26 0 0,-12-15 1 0,-24-10-1 0,24 0 1 0,1-24 0 0,10 0 2 0,2 1-2 0,11-13-1 0,24 0-1 0,11-13-1 0,37 1 0 0,-1 0-24 0,-11-1-46 0,-37 2-6 0</inkml:trace>
  <inkml:trace contextRef="#ctx0" brushRef="#br0" timeOffset="34">24995 9525 68 0,'-59'0'38'0,"-12"71"-10"0,11 49-14 0,48-1-10 0,71-23-1 0,25-25-29 0,-1-37-84 0</inkml:trace>
  <inkml:trace contextRef="#ctx0" brushRef="#br0" timeOffset="35">25043 9680 63 0,'-12'-25'22'0,"24"14"3"0,24 22-13 0,23 50-9 0,-11 10-4 0,-24-11-37 0,-12-37-32 0</inkml:trace>
  <inkml:trace contextRef="#ctx0" brushRef="#br0" timeOffset="36">25258 9726 74 0,'-12'0'7'0,"-48"37"30"0,12 10-27 0,14-10-12 0,21-3-68 0,13-21 30 0</inkml:trace>
  <inkml:trace contextRef="#ctx0" brushRef="#br0" timeOffset="37">25353 9573 75 0,'23'23'23'0,"13"86"15"0,-83 44-25 0,-50 2-16 0,-10 0-117 0</inkml:trace>
  <inkml:trace contextRef="#ctx0" brushRef="#br0" timeOffset="38">24363 12430 33 0,'13'-37'13'0,"-1"16"27"0,-12-4-12 0,-35 13-10 0,-13 60-8 0,-24 46-4 0,25 27-3 0,11-3-3 0,36 1 0 0,49-83-1 0,8-24 1 0,4-60 1 0,-15-13-1 0,-33 51 2 0,-13 33-1 0,-13 37 0 0,3-12-4 0,10-14-42 0,0-9-46 0</inkml:trace>
  <inkml:trace contextRef="#ctx0" brushRef="#br0" timeOffset="39">24269 12753 54 0,'0'0'0'0,"-24"-37"57"0,35 24-46 0,74-10-13 0,22 23-100 0</inkml:trace>
  <inkml:trace contextRef="#ctx0" brushRef="#br0" timeOffset="40">24603 12847 39 0,'-12'-12'40'0,"-1"1"-9"0,13-2-13 0,13 1-9 0,10 12-2 0,1 0-2 0,12 12-3 0,-24 24 0 0,-12 12-1 0,-36-14-1 0,12-9 1 0,12-13 0 0,48 12-2 0,12 23 2 0,-24 0-2 0,-48-22 2 0,-48 0 0 0,1-14-1 0,35-11-33 0,48-36-83 0</inkml:trace>
  <inkml:trace contextRef="#ctx0" brushRef="#br0" timeOffset="41">24959 12418 87 0,'0'0'0'0,"0"-46"37"0,-23 80-13 0,-48 74-7 0,11 47-15 0,60-37-1 0,60-10-17 0,11-61-68 0,-71-47 36 0</inkml:trace>
  <inkml:trace contextRef="#ctx0" brushRef="#br0" timeOffset="42">25091 12514 87 0,'-12'-24'24'0,"12"36"-9"0,59 59-11 0,-11 12-11 0,0-11-102 0</inkml:trace>
  <inkml:trace contextRef="#ctx0" brushRef="#br0" timeOffset="43">25268 12609 82 0,'-22'12'29'0,"-63"47"-7"0,39 25-17 0,10-24-26 0,24-26-81 0</inkml:trace>
  <inkml:trace contextRef="#ctx0" brushRef="#br0" timeOffset="44">25329 12514 93 0,'24'23'10'0,"12"109"15"0,-72 34-16 0,-49 1-36 0,27-60-74 0</inkml:trace>
  <inkml:trace contextRef="#ctx0" brushRef="#br0" timeOffset="45">24412 15466 54 0,'0'0'0'0,"-13"-59"26"0,26 22-5 0,-1 26-11 0,-24 11-2 0,-37 48 1 0,-22 59-4 0,1 12-3 0,58-1-2 0,12-47-1 0,46-10 1 0,3-49 0 0,-1-35 2 0,-13-37-1 0,-24 48 0 0,-11 24 2 0,13 48-2 0,-13-1-1 0,12-13-33 0,-24-21-65 0</inkml:trace>
  <inkml:trace contextRef="#ctx0" brushRef="#br0" timeOffset="46">24245 15812 68 0,'0'-12'9'0,"60"-24"8"0,47 12-11 0,-12 24-35 0,-71 0-34 0</inkml:trace>
  <inkml:trace contextRef="#ctx0" brushRef="#br0" timeOffset="47">24614 15835 29 0,'0'0'19'0,"12"-35"24"0,0 11-11 0,0 24-17 0,-12 12-7 0,12 12 0 0,-24 23-2 0,-12 0-2 0,24-10-4 0,24-26 0 0,12-11 2 0,-12 12 2 0,-12 49-4 0,-24-15 0 0,12 2-21 0,-12-48-32 0,12-12-31 0</inkml:trace>
  <inkml:trace contextRef="#ctx0" brushRef="#br0" timeOffset="48">24841 15538 49 0,'0'0'26'0,"11"-13"10"0,2 109-13 0,-37 34-16 0,24-22-12 0,24-48-40 0,-13-48-37 0</inkml:trace>
  <inkml:trace contextRef="#ctx0" brushRef="#br0" timeOffset="49">24984 15633 18 0,'0'-12'7'0,"11"0"7"0,-11 12-5 0,0 12 6 0,0-12 11 0,0 0-1 0,0-12-6 0,-11 24-10 0,11 13-3 0,0-2-2 0,0-12 0 0,11 26-1 0,-11-14-2 0,12 1 0 0,0-12 0 0,12-12-1 0,12-12 1 0,-36-1 0 0,12 2-1 0,1-1 1 0,10 1 1 0,-12-2-2 0,1 1-1 0,-12 0 2 0,0 1 0 0,0-1-1 0,0 1 0 0,0 22 0 0,0 1 0 0,0-1 0 0,0-11-2 0,0 0-40 0,0 12-70 0</inkml:trace>
  <inkml:trace contextRef="#ctx0" brushRef="#br0" timeOffset="50">24923 15609 81 0,'-11'-13'16'0,"35"13"6"0,35 50-12 0,13 32-7 0,-24-10-3 0,-25-13 1 0,-23-23-12 0,0-25-59 0,0 2 24 0</inkml:trace>
  <inkml:trace contextRef="#ctx0" brushRef="#br0" timeOffset="51">25210 15669 44 0,'0'0'36'0,"-24"11"4"0,-35 37-19 0,23 12-21 0,0-1-46 0,36-34-39 0</inkml:trace>
  <inkml:trace contextRef="#ctx0" brushRef="#br0" timeOffset="52">25329 15383 81 0,'36'12'11'0,"59"107"3"0,-47 59 5 0,-96 2-12 0,-108 9-13 0,-44-34-103 0</inkml:trace>
  <inkml:trace contextRef="#ctx0" brushRef="#br0" timeOffset="53">11754 6548 47 0,'-12'0'24'0,"0"25"0"0,12 9-3 0,-24 16-5 0,12 21-5 0,0 11-4 0,0-9-4 0,12-2 0 0,0-24-2 0,0-23 0 0,-12 0-7 0,12-14-31 0,0-31-52 0</inkml:trace>
  <inkml:trace contextRef="#ctx0" brushRef="#br0" timeOffset="54">11718 6596 54 0,'-36'-23'35'0,"24"10"-19"0,12 13-13 0,36 13 9 0,24 34 1 0,11 24-7 0,1 13-1 0,-37-26 0 0,-59 15 2 0,-47-2-1 0,-36-10-2 0,47-27-3 0,25-10-40 0,46-24-61 0</inkml:trace>
  <inkml:trace contextRef="#ctx0" brushRef="#br0" timeOffset="55">12087 6954 125 0,'-12'0'2'0,"-12"71"6"0,36 0 6 0,12-24 4 0,-36 1-10 0,12-25-5 0,0 2-17 0,0-13-119 0</inkml:trace>
  <inkml:trace contextRef="#ctx0" brushRef="#br0" timeOffset="56">11635 10312 92 0,'0'0'0'0,"-13"0"36"0,13 82-17 0,13 12-5 0,-13-10-5 0,0-36-7 0,0-12-2 0,0-24-34 0,0-24-81 0</inkml:trace>
  <inkml:trace contextRef="#ctx0" brushRef="#br0" timeOffset="57">11551 10312 49 0,'-24'-50'42'0,"12"39"-23"0,60-1-14 0,47 72 7 0,1 11-1 0,-13 13-4 0,-60 0 2 0,-34-25-2 0,-60-13-4 0,11-9-21 0,24-13-112 0</inkml:trace>
  <inkml:trace contextRef="#ctx0" brushRef="#br0" timeOffset="58">11944 10538 64 0,'0'0'0'0,"36"0"12"0,35 23 2 0,-11 13 5 0,-36 10-8 0,-11 27-3 0,-38-14 0 0,-11-11 1 0,12-12-2 0,12-13-5 0,60-11 0 0,35-12-3 0,47-25-27 0,-33 15-79 0</inkml:trace>
  <inkml:trace contextRef="#ctx0" brushRef="#br0" timeOffset="59">11931 12311 100 0,'-11'-36'32'0,"0"1"-12"0,33 83-4 0,-9 82-3 0,-1 13-9 0,-1-48-2 0,-11-35-9 0,-11-36-37 0,-1-48-65 0</inkml:trace>
  <inkml:trace contextRef="#ctx0" brushRef="#br0" timeOffset="60">11860 12299 86 0,'0'-11'9'0,"0"-49"23"0,71 60-19 0,37 60-7 0,12 70 0 0,-74 0-2 0,-57-22 5 0,-84-24-3 0,-1-37-3 0,24-23-17 0,37-24-118 0</inkml:trace>
  <inkml:trace contextRef="#ctx0" brushRef="#br0" timeOffset="61">12266 12656 84 0,'-24'0'3'0,"24"-12"6"0,12-23 30 0,0 11-14 0,24 0-15 0,-1 11-5 0,12 13-2 0,1 25 0 0,-23 11 1 0,-25 24 1 0,-37 11-2 0,14-24 0 0,23-10-3 0,35 10 1 0,37 11-1 0,-36-8 0 0,-60-16 1 0,-60 3 1 0,-23-14-9 0,60 38-140 0</inkml:trace>
  <inkml:trace contextRef="#ctx0" brushRef="#br0" timeOffset="62">11980 16121 134 0,'-13'0'7'0,"13"119"9"0,0 12-6 0,36 0-10 0,-23-36-2 0,-1-35-29 0,-1-36-32 0,1-48 3 0</inkml:trace>
  <inkml:trace contextRef="#ctx0" brushRef="#br0" timeOffset="63">11992 16324 48 0,'0'-12'24'0,"-12"-36"19"0,24 48-26 0,47 36-5 0,25 47-5 0,-48-12-4 0,-59 13 8 0,-38-38-8 0,25-21-5 0,13 0-102 0,23-25 60 0</inkml:trace>
  <inkml:trace contextRef="#ctx0" brushRef="#br0" timeOffset="64">12516 16287 43 0,'0'0'4'0,"0"-34"12"0,11-3 22 0,2 14-13 0,-1 11-6 0,-1 0-6 0,-11 12-9 0,0 24 1 0,0 23-3 0,-11 25 0 0,-14-1 1 0,25-23 0 0,13-13-4 0,10 1 3 0,13-25-3 0,12-22 4 0,-12-37-2 0,-1 2 2 0,-24 21-3 0,2 13 1 0,-13 72 2 0,0 47 5 0,-24 12 0 0,-1-24 0 0,3-35-5 0,10-25 0 0,12-35-3 0,0 0-12 0,-12 0-126 0,12-12 86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29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5453 2977 25 0,'-34'-25'26'0,"10"14"-5"0,24-1-4 0,24 1-3 0,23 11 3 0,12-25-7 0,25 13-4 0,47-1 2 0,24 13-4 0,24 0-1 0,11 13-1 0,12-13 0 0,13 0 1 0,22 12-2 0,1-12 0 0,13 12 1 0,-36 12-1 0,-14 12 2 0,-20-12 1 0,-4-13-2 0,-34-11 2 0,-24 0 0 0,-13 0 1 0,-45-11-2 0,-25-1 1 0,-25 0-1 0,-11-1-2 0,0 13-9 0,13 0-135 0</inkml:trace>
  <inkml:trace contextRef="#ctx0" brushRef="#br0" timeOffset="1">3227 10561 1 0,'0'-12'3'0,"0"1"20"0,-23-14-6 0,10-10 0 0,2 11-12 0,-14 0-2 0,2 0 1 0,-12 1 2 0,-37-2 2 0,13 13-1 0,-1 1-4 0,0 22-3 0,1 26 1 0,-25 10-1 0,12 11 0 0,14 15 0 0,22-2-1 0,-13 13 0 0,26 11 1 0,10 0 0 0,3 0 1 0,33 1-1 0,25-1 2 0,0-12-1 0,22-11 1 0,2-25-2 0,24 1 2 0,-1-24-1 0,12-12-1 0,-11-1-1 0,-2-22 0 0,2-25 2 0,-13-24 1 0,-23-11-1 0,0-11 0 0,-14-27 0 0,-21 2 0 0,-14 13 0 0,-11 10-1 0,-36-12 1 0,-22-11 0 0,-14 13 2 0,-11-2 0 0,-13 0 1 0,-12 37 4 0,1 34-5 0,13 14-1 0,11 47-4 0,11 71-55 0,60-95 6 0</inkml:trace>
  <inkml:trace contextRef="#ctx0" brushRef="#br0" timeOffset="2">15886 6132 8 0,'0'0'10'0,"12"-24"15"0,-12 0 0 0,0 0-9 0,12 1-7 0,-12 11-1 0,0 0 2 0,0-1-3 0,-24 13-2 0,0 0-1 0,-12 13-2 0,-11 11 0 0,-13 23-2 0,13 1 2 0,-13 23-1 0,24-11-1 0,1-1 0 0,11 0 0 0,12-11 1 0,12-25 0 0,24 2 1 0,11-13-1 0,1-12 0 0,0 0 1 0,0-12-1 0,11 12-4 0,0 0-22 0,13 0-73 0</inkml:trace>
  <inkml:trace contextRef="#ctx0" brushRef="#br0" timeOffset="3">16004 6452 35 0,'0'0'0'0,"0"-11"39"0,0 11-13 0,0 48-7 0,-11 23-7 0,-1-11-7 0,12-12-1 0,0-1-3 0,23 13-30 0,-10-13-67 0</inkml:trace>
  <inkml:trace contextRef="#ctx0" brushRef="#br0" timeOffset="4">16422 6071 34 0,'0'0'0'0,"0"-46"25"0,-12 34 0 0,-24 47-6 0,-71 84-4 0,47-23-10 0,36-12-2 0,24 10-3 0,60-46-1 0,12-12 1 0,11-25-16 0,11-11-44 0,-81-11 22 0</inkml:trace>
  <inkml:trace contextRef="#ctx0" brushRef="#br0" timeOffset="5">16528 6132 35 0,'0'-24'11'0,"36"0"15"0,1 24-10 0,-3 71-4 0,15 13-8 0,-14-13-3 0,-11-11-10 0,-12-12-28 0,-12-25-19 0</inkml:trace>
  <inkml:trace contextRef="#ctx0" brushRef="#br0" timeOffset="6">16755 6144 36 0,'0'0'8'0,"-48"0"30"0,1 71-19 0,-12 1-10 0,22-1-8 0,26 0-13 0,-1 2-79 0</inkml:trace>
  <inkml:trace contextRef="#ctx0" brushRef="#br0" timeOffset="7">17005 6108 95 0,'-12'0'12'0,"12"131"-7"0,48 11-1 0,-60 13-2 0,-95 12-16 0,-12-12-82 0</inkml:trace>
  <inkml:trace contextRef="#ctx0" brushRef="#br0" timeOffset="8">15659 9048 47 0,'-11'-11'10'0,"-1"-12"6"0,12-2 3 0,-24 25-4 0,-24 48-5 0,-23 23-3 0,11 13-2 0,25-2-4 0,58-32-1 0,13-29 1 0,36-8-9 0,-1-13-26 0,-23-13-43 0</inkml:trace>
  <inkml:trace contextRef="#ctx0" brushRef="#br0" timeOffset="9">15683 9274 62 0,'-11'0'1'0,"22"-23"-2"0,49-1 10 0,-24 24 8 0,-1 0-6 0,-11 24-5 0,0 12-2 0,-24 12 1 0,-36-1-1 0,1 0 0 0,10-10-1 0,2-14-2 0,10 1 0 0,13-12-1 0,0-12 0 0,13 0 1 0,-1 0 0 0,12 0-1 0,23-12 0 0,1-1 0 0,0 13-14 0,11-11-35 0,-36 11-11 0</inkml:trace>
  <inkml:trace contextRef="#ctx0" brushRef="#br0" timeOffset="10">16207 9014 104 0,'0'0'0'0,"-71"-25"11"0,46 61-10 0,-22 47 7 0,0 24 4 0,11 2-9 0,72-27-2 0,47-11-9 0,0-35-31 0,-23-24-41 0</inkml:trace>
  <inkml:trace contextRef="#ctx0" brushRef="#br0" timeOffset="11">16303 9169 51 0,'-13'0'3'0,"-10"-50"-2"0,71 50 0 0,-25 50 20 0,13 32-8 0,12 2-12 0,11-24-14 0,-12-26-59 0</inkml:trace>
  <inkml:trace contextRef="#ctx0" brushRef="#br0" timeOffset="12">16481 9215 74 0,'-12'0'6'0,"-59"59"9"0,35 12-13 0,12 2-11 0,12-14-40 0,12-47 24 0</inkml:trace>
  <inkml:trace contextRef="#ctx0" brushRef="#br0" timeOffset="13">16564 9144 54 0,'0'0'0'0,"0"71"43"0,13 72-37 0,-13 12-3 0,-85 24-43 0,74-132-9 0</inkml:trace>
  <inkml:trace contextRef="#ctx0" brushRef="#br0" timeOffset="14">15350 12477 52 0,'24'-59'22'0,"0"0"27"0,-48 22-15 0,-60 62-16 0,-34 94-6 0,45 13-9 0,50-14 0 0,82-35-1 0,48-24-18 0,38-34-73 0,-122-25 34 0</inkml:trace>
  <inkml:trace contextRef="#ctx0" brushRef="#br0" timeOffset="15">15529 12656 74 0,'-12'-24'26'0,"12"13"3"0,12-1-11 0,23 1-10 0,-23 11 0 0,12 23-3 0,-24 0-1 0,0 13 0 0,0 0 0 0,0 1-4 0,36-3 1 0,11 3-1 0,-35-3 0 0,-24 3 5 0,-48-3 2 0,13-21-4 0,22-1-13 0,15 0-68 0</inkml:trace>
  <inkml:trace contextRef="#ctx0" brushRef="#br0" timeOffset="16">15957 12443 92 0,'0'0'0'0,"-35"-13"66"0,-37 97-45 0,-12 23-12 0,61 0-8 0,59-11-3 0,23-37-40 0,-23-36-67 0</inkml:trace>
  <inkml:trace contextRef="#ctx0" brushRef="#br0" timeOffset="17">16136 12490 60 0,'0'0'0'0,"-12"-24"45"0,12 12-19 0,-13 12-17 0,13 0 1 0,0 0 25 0,-11-11-29 0,11 11-3 0,-12-13-1 0,12 13-1 0,0 13 0 0,0-2-1 0,0-11 0 0,0 12 1 0,0-12 1 0,0 0 0 0,0 11-1 0,12 2 1 0,-1 11-1 0,25 35 1 0,12 0-2 0,13-11 0 0,-27-12-6 0,-9-12-22 0,-14-11-9 0,-11-50-23 0,0-35 25 0,0-11 44 0,-11 47 62 0,-25 36-30 0,-36 60-23 0,12 11-14 0,24 1-3 0,13-13-38 0,23-35-79 0</inkml:trace>
  <inkml:trace contextRef="#ctx0" brushRef="#br0" timeOffset="18">16517 12406 120 0,'0'0'24'0,"36"96"-12"0,-48 94 5 0,-83 24-13 0,-84 85-137 0</inkml:trace>
  <inkml:trace contextRef="#ctx0" brushRef="#br0" timeOffset="19">15410 15110 119 0,'0'-13'5'0,"0"-11"26"0,-48 61-10 0,-47 81-8 0,0 37-7 0,71-47-3 0,59-26-1 0,49-46-1 0,23-36-35 0,-60 0-85 0</inkml:trace>
  <inkml:trace contextRef="#ctx0" brushRef="#br0" timeOffset="20">15587 15431 69 0,'0'0'10'0,"-23"-24"28"0,10-13-1 0,26 14-18 0,-1 12-8 0,12 11-4 0,-24 0-2 0,0 34 0 0,0 3 0 0,-13 10 0 0,2-10-2 0,11-3-2 0,11-9 1 0,25-13-2 0,24-24 2 0,-13 12 0 0,-11 23-1 0,-23 50 2 0,-13-15-1 0,0-22-4 0,0-12-20 0,12-12-33 0,-1-24-59 0</inkml:trace>
  <inkml:trace contextRef="#ctx0" brushRef="#br0" timeOffset="21">16195 14918 146 0,'0'0'0'0,"-12"-23"20"0,-130 225 16 0,105-47-32 0,74-37-3 0,58-34-3 0,-12-36-30 0,-12-36-104 0</inkml:trace>
  <inkml:trace contextRef="#ctx0" brushRef="#br0" timeOffset="22">16349 15204 111 0,'0'-35'10'0,"37"-13"25"0,-13 48-15 0,12 71-14 0,10 25-5 0,3-14-13 0,-26-33-73 0,-23-49 31 0</inkml:trace>
  <inkml:trace contextRef="#ctx0" brushRef="#br0" timeOffset="23">16635 15228 82 0,'0'0'51'0,"-58"24"-19"0,-27 35-9 0,27-11-19 0,10-12-23 0,24-12-118 0</inkml:trace>
  <inkml:trace contextRef="#ctx0" brushRef="#br0" timeOffset="24">16827 14895 102 0,'35'47'5'0,"25"334"19"0,-179-179-21 0,-83 24-48 0,70-118-41 0</inkml:trace>
  <inkml:trace contextRef="#ctx0" brushRef="#br0" timeOffset="25">18411 11085 2 0,'0'0'0'0,"-37"-11"27"0,14-2-4 0,-1 13-7 0,12 0-6 0,-12 0-2 0,12 0 0 0,12 0-2 0,23 0-4 0,38-12 0 0,46 12-1 0,12 0 1 0,0 12 0 0,-1-12 0 0,2 0-1 0,-25 0 0 0,-23 0 0 0,-36 0 2 0,-24-12-2 0,-12 0-1 0,10 12-8 0,-20-13-17 0,-26 13-15 0,0 0 3 0</inkml:trace>
  <inkml:trace contextRef="#ctx0" brushRef="#br0" timeOffset="26">18220 11024 17 0,'-12'0'27'0,"12"0"-1"0,0 0-4 0,0-11-7 0,0 11-7 0,0 0-3 0,24-12-2 0,0 12 1 0,35 0-2 0,0-11 0 0,37 11 0 0,23 0-1 0,-12 0 0 0,12 11-1 0,-12-11 1 0,-24 0-1 0,-11 0 3 0,-24 0 2 0,-12 0-3 0,-13 0 1 0,-11 0 0 0,-1-11-1 0,-11 11-3 0,-11 23-139 0</inkml:trace>
  <inkml:trace contextRef="#ctx0" brushRef="#br0" timeOffset="27">23138 8977 31 0,'0'-13'10'0,"11"26"8"0,-11-1-3 0,13 13-5 0,-1-2-1 0,-12-23 2 0,0 0 0 0,0-12-6 0,-12-12-1 0,-1 0 0 0,2 1 0 0,-1 12-1 0,12 11 0 0,0 0-2 0,0 21-1 0,12 16 0 0,12-13 0 0,-12-12 0 0,-1-1 0 0,-11 2 1 0,-11-13 1 0,11-13-1 0,-12-10 0 0,-1-13 0 0,2 11-1 0,-14 4 1 0,14-4 0 0,11 13-1 0,0-1 1 0,0 13 0 0,0 0-1 0,0 0 0 0,11 13 1 0,2 24-1 0,-13-3 0 0,23 14 2 0,-10-12-2 0,-1-1 1 0,-1 1 1 0,1 1-1 0,0-14-1 0,12 0 2 0,-12-11-2 0,12-12 1 0,12-12 0 0,10-11-2 0,27-25 1 0,33 0-2 0,37-11 1 0,1-1 0 0,-14 13 3 0,-46 10-3 0,-25 14 1 0,-11-1 1 0,-12 12-2 0,-24 0 2 0,1 12 0 0,-13 0-1 0,0-11 1 0,0 11-9 0,0 0-128 0</inkml:trace>
  <inkml:trace contextRef="#ctx0" brushRef="#br0" timeOffset="28">21637 13431 21 0,'-11'-13'13'0,"-2"1"11"0,2 12-1 0,-1 0-11 0,-12 12-3 0,24-12-1 0,0 0-4 0,11 13 1 0,25-2-1 0,35 1-1 0,13-1 0 0,24 2-1 0,-1-1 0 0,24-12 0 0,-1 0 0 0,14 0-2 0,-13 12 1 0,0 1 0 0,-13-13 0 0,2 0-1 0,11 0 0 0,-24-13-1 0,0-11 3 0,-35 0 0 0,-13-12 0 0,1 1 0 0,-13-13-1 0,-24-11 0 0,-10-12 1 0,-13 0-1 0,-24-2 0 0,-1 2 0 0,-9-1 0 0,-14-11 0 0,-11-12 0 0,-1 11 1 0,-35 13-2 0,-1 0 2 0,-36 23 0 0,2 12 0 0,-1 24-1 0,0 0 2 0,24-1-3 0,-12 38 1 0,0 11-5 0,-36 24 7 0,35-1-3 0,2-11 1 0,11 11-1 0,36-11 0 0,11 11 0 0,-11 25 0 0,11-13-1 0,24 12 0 0,24 1-1 0,36-1 3 0,36 1-4 0,46-25 4 0,14-11-3 0,11-25 1 0,0-11 1 0,24-24-40 0,-59 12-53 0</inkml:trace>
  <inkml:trace contextRef="#ctx0" brushRef="#br0" timeOffset="29">22578 4894 21 0,'-36'0'11'0,"13"-12"14"0,11 12-9 0,12-12-7 0,0-1-3 0,12 2-2 0,22-12-1 0,27 10-1 0,-2 13-2 0,13 13 0 0,-24 10 1 0,-1 13-1 0,-23-1 2 0,-12 26-1 0,-48 10 1 0,0-24 0 0,0-10 0 0,13-16-1 0,12-21 2 0,11 0-2 0,0 13-1 0,47-1-1 0,24 0 1 0,1 35-2 0,-26 1 3 0,-46 12-1 0,-36-24 5 0,-22-13 1 0,9-11-1 0,3 1-3 0,-1-26 0 0,34 13-2 0,1 0-21 0,48 0-19 0,0 0-24 0</inkml:trace>
  <inkml:trace contextRef="#ctx0" brushRef="#br0" timeOffset="30">23376 4668 37 0,'0'-37'7'0,"11"61"20"0,-22 94-8 0,-25 110-7 0,-10-2-3 0,21-36-2 0,1-59-2 0,0-23-2 0,-12-37-3 0,25-47-1 0,11-24-28 0,35-61-44 0,-35 50 52 0</inkml:trace>
  <inkml:trace contextRef="#ctx0" brushRef="#br0" timeOffset="31">23626 5133 27 0,'0'-37'12'0,"13"1"12"0,-13 12-5 0,0 24-9 0,0 0-4 0,0 24 0 0,0 49-1 0,0 9-2 0,-13 12 2 0,1-21 0 0,0-25-2 0,0 11 0 0,0-23-1 0,12-13-1 0,-12-11 1 0,1 0-1 0,11-12 0 0,0 13-1 0,11-26 1 0,25 1-1 0,24 0-1 0,10-1 1 0,-9 3-1 0,-15-1 1 0,-21-2 3 0,-1 13-3 0,-12 0 0 0,-12-12 1 0,0 0 0 0,0-12-1 0,0 1 1 0,0-2-3 0,0-21 4 0,-12 9-2 0,-1 13 1 0,13 1-3 0,-11-1 3 0,11 24-2 0,0-13 3 0,0 13-2 0,0 48 0 0,0 36 0 0,11 35 2 0,-11-12 0 0,13 0 0 0,-13 1-3 0,12-13 3 0,-12-12 1 0,0-24-4 0,0-36 2 0,0-23 2 0,0 0 0 0,-12-23-2 0,12 12-2 0,-13-13-25 0,2 0-90 0</inkml:trace>
  <inkml:trace contextRef="#ctx0" brushRef="#br0" timeOffset="32">18053 15717 4 0,'0'-25'21'0,"0"13"2"0,13 1-7 0,-2-1-2 0,1 1-2 0,12-14-3 0,-1 0-2 0,1 14-1 0,12-1-2 0,0 12-2 0,-12 0 1 0,-1 12 0 0,-11 24-1 0,-12 12 1 0,0 0-3 0,-12-1 3 0,-23 1-1 0,-13-1-2 0,12 0 1 0,-35 24 1 0,48-46 4 0,10-13-3 0,13-12 0 0,13 0 1 0,10-12 0 0,24 0-2 0,1-1 1 0,12 2-1 0,-38-1-1 0,27 1 0 0,-26 11-18 0,2 0-28 0,-1 0-35 0</inkml:trace>
  <inkml:trace contextRef="#ctx0" brushRef="#br0" timeOffset="33">18708 15812 56 0,'0'0'13'0,"-25"119"31"0,-21 23-15 0,-14-22-13 0,12-37-11 0,25-35-4 0,-2-25-10 0,2-12-75 0,23-22 36 0</inkml:trace>
  <inkml:trace contextRef="#ctx0" brushRef="#br0" timeOffset="34">19125 15585 23 0,'0'0'19'0,"0"-47"11"0,12 23-3 0,12 1-13 0,22-2-5 0,-10 25-3 0,-11 0-2 0,-13 36 0 0,-12 0 1 0,-12 22-2 0,-13 15-1 0,-11-2 1 0,0-23 0 0,2-1-2 0,-2-10 2 0,12-3-2 0,12-9 2 0,12-13-1 0,0-1-2 0,48-11 2 0,10-11 0 0,14-1-1 0,-23 0 2 0,-2-1-2 0,-23 2-1 0,-12 11-11 0,-1 0-108 0</inkml:trace>
  <inkml:trace contextRef="#ctx0" brushRef="#br0" timeOffset="35">18613 15609 85 0,'0'0'0'0,"-36"83"14"0,-24 25 9 0,13-49-8 0,22-35-7 0,14-35-1 0,22-73-5 0,25-24 0 0,0 1 0 0,-12 59 2 0,-12 48-1 0,-12 60-1 0,24 12-2 0,0-1-3 0,-12 13-45 0,-12-49-38 0</inkml:trace>
  <inkml:trace contextRef="#ctx0" brushRef="#br0" timeOffset="36">18458 15883 75 0,'-13'-11'21'0,"13"-26"-2"0,72 14-9 0,37-1-21 0,-27 12-72 0</inkml:trace>
  <inkml:trace contextRef="#ctx0" brushRef="#br0" timeOffset="37">19731 15646 102 0,'0'0'3'0,"-46"0"15"0,10 58-4 0,36 2-7 0,59-24-4 0,25-60-1 0,-25-48 5 0,-23 1 2 0,-72 0-6 0,-59 34-58 0,70 37-32 0</inkml:trace>
  <inkml:trace contextRef="#ctx0" brushRef="#br0" timeOffset="38">20232 15609 71 0,'-47'-13'66'0,"10"13"-86"0,14 13-75 0</inkml:trace>
  <inkml:trace contextRef="#ctx0" brushRef="#br0" timeOffset="39">17636 16466 75 0,'-12'-12'8'0,"-23"-11"9"0,70 0 0 0,108-2-10 0,156-23-1 0,105 13-3 0,37-1 2 0,-38 12-2 0,-68 12 1 0,-110-13-3 0,-117 25 2 0,-84 0 0 0,-36-10-1 0,-47-2-31 0,-60 24-75 0</inkml:trace>
  <inkml:trace contextRef="#ctx0" brushRef="#br0" timeOffset="40">17493 16513 102 0,'-71'-11'7'0,"59"22"-20"0,95-22 20 0,179-25-2 0,155-11-1 0,48-1 1 0,-49 12 1 0,-94 13 1 0,-120-2 2 0,-118 14-2 0,-84-1-20 0,0 12-87 0</inkml:trace>
  <inkml:trace contextRef="#ctx0" brushRef="#br0" timeOffset="41">9265 16776 6 0,'0'-24'23'0,"-24"-35"13"0,12-13-11 0,1 25 0 0,-2 35-11 0,1 95 0 0,0 132-4 0,-11 82-9 0,23-11-9 0,-13-132 11 0,13 26-12 0,-11-98 3 0,11-34 3 0,0-73-41 0,0-21-28 0</inkml:trace>
  <inkml:trace contextRef="#ctx0" brushRef="#br0" timeOffset="42">9086 16584 44 0,'0'0'0'0,"-13"-10"17"0,13-2 6 0,13 12-13 0,46-12-3 0,14 0-1 0,57 0 1 0,12-1-1 0,50-10 0 0,58-1-4 0,47 0 2 0,1 13-1 0,-36-1 0 0,-36 12-2 0,-23-11 3 0,-14 11-3 0,-33-13-2 0,-25 1 2 0,-37 12 2 0,-45 0-1 0,-13 0 2 0,-13 12-2 0,-10 1-2 0,-2 33-1 0,0 50 3 0,-22 59 1 0,-13 71-5 0,-12 24-2 0,-11-35-1 0,22-85 7 0,15-11-5 0,-2-24-2 0,12-35-26 0,0-36-63 0</inkml:trace>
  <inkml:trace contextRef="#ctx0" brushRef="#br0" timeOffset="43">9158 17882 21 0,'-13'0'6'0,"-23"0"12"0,25 0-5 0,11 0-7 0,0 0 4 0,36 0-2 0,0 0-1 0,46 0-1 0,62 0-1 0,70 0-1 0,36 0-2 0,13 0-4 0,-2 13 1 0,-11-1-2 0,-1 0 4 0,-9-12-2 0,-27 0 2 0,-45 13-2 0,-50-26 3 0,-46 1 2 0,-12 0 3 0,-13-1 0 0,1 2 2 0,-24-1 0 0,-12-11-1 0,-1-13-2 0,-11 0 0 0,13-23-2 0,9-1 1 0,-22-47-47 0,13 70-40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33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2810 8097 52 0,'-47'-13'6'0,"11"13"1"0,49 0 9 0,46-35 11 0,24 23-11 0,24 1-8 0,23-2-3 0,-10-24-4 0,-36 14 1 0,-1 0-1 0,-47 11-3 0,-36 24-35 0,-36 0-43 0</inkml:trace>
  <inkml:trace contextRef="#ctx0" brushRef="#br0" timeOffset="1">2799 8202 58 0,'-36'0'6'0,"0"13"-3"0,72-13 5 0,59 0 16 0,23-13-2 0,14 13-11 0,-24 0-7 0,-37-10 4 0,-35-14 2 0,-25 0 0 0,-22 11-5 0,-25 2-3 0,12 11-4 0,12 36-124 0</inkml:trace>
  <inkml:trace contextRef="#ctx0" brushRef="#br0" timeOffset="2">2667 11954 29 0,'-36'-24'27'0,"13"1"-12"0,-1 10 9 0,1 13-5 0,23-12-7 0,34 0-4 0,51 1-1 0,34-12 0 0,36-2 2 0,35 0-7 0,25 14-1 0,-2-1 1 0,26-11-1 0,-1 23 2 0,-35 0-1 0,-37-12-1 0,-47 24 0 0,-36-12 0 0,-35 0-1 0,-24 0 0 0,-60 12-23 0,-36-12-95 0</inkml:trace>
  <inkml:trace contextRef="#ctx0" brushRef="#br0" timeOffset="3">2631 11859 52 0,'-36'0'12'0,"2"0"-10"0,46 0 8 0,46 0 7 0,62-12-6 0,83-24 0 0,59-12-2 0,35 0-2 0,1 1-2 0,-24 10 1 0,-84 16 0 0,-60 21-3 0,-58-13-1 0,-47 13 0 0,-37 0-52 0,12 0-11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3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1370 6822 2 0,'0'0'0'0,"0"0"2"0,-12 0 10 0,-1 0 7 0,2-12 2 0,11 1-5 0,11 11-5 0,25 0-1 0,12 0-1 0,12 11-2 0,11 12-1 0,-12 2-3 0,25-25-1 0,-12 0 0 0,-1 0 0 0,1 0 0 0,-13 0 0 0,-23-25 0 0,-24 14 0 0,12-24 1 0,-48-1-2 0,-24 13 0 0,12-2 0 0,-11 0 1 0,-1 4 0 0,24 21 0 0,12 0 0 0,12 0-2 0,12 11 1 0,37 36-1 0,-2 0 3 0,-24 13 2 0,-11-24 0 0,-24 12-3 0,-24 23-7 0,-59 36-126 0</inkml:trace>
  <inkml:trace contextRef="#ctx0" brushRef="#br0" timeOffset="1">1287 7608 3 0,'0'0'0'0,"-24"-13"5"0,-1 2 17 0,2-1 4 0,10 12-3 0,2-11-8 0,11 11-5 0,24-12-4 0,24 0 0 0,11 24-4 0,25-12 0 0,-1-12 0 0,84-12 0 0,-84 24-2 0,-12 0 1 0,-35-12 1 0,0 1 0 0,-24-2-1 0,-12 1 1 0,-23-13-2 0,-26 4 2 0,14-4-1 0,-1 13 1 0,11 12 4 0,25 12-4 0,25 13-1 0,22-4 0 0,-23 4 2 0,-12 11-1 0,-24 35-8 0,-59 60-94 0,46-107 63 0</inkml:trace>
  <inkml:trace contextRef="#ctx0" brushRef="#br0" timeOffset="2">17016 15038 3 0,'-36'-12'17'0,"2"12"4"0,34 12-5 0,-12-12-2 0,-13 12 5 0,-11-2-2 0,-10 3-6 0,22-13-3 0,24 0 0 0,0 0 8 0,24 0-10 0,22 0-1 0,27-13-2 0,-3 3 0 0,26 10 0 0,0 10-1 0,11-10 0 0,-12 13 1 0,1-13-1 0,10 12 1 0,26-12-2 0,-1 0 1 0,-1 0-1 0,13 12 0 0,-12-12 0 0,12 0 0 0,0 0 0 0,0 0 0 0,0 0-1 0,-12-12 0 0,12 12 1 0,0 0 0 0,11-12-1 0,-11-1 1 0,-13 13-1 0,2 0 1 0,-13 0 0 0,13 0-1 0,-13-10 0 0,-12 10 1 0,0-12-3 0,-12 0 3 0,-1 0-2 0,-9 12 1 0,-14 0 1 0,-12 0-1 0,13-12 1 0,-24 12-1 0,0 0 1 0,-1 0 1 0,-11 0-1 0,-12 0 1 0,-12 0-1 0,-12 0 3 0,-12 12-15 0,-61 24-158 0</inkml:trace>
  <inkml:trace contextRef="#ctx0" brushRef="#br0" timeOffset="3">6157 14382 14 0,'-24'-11'66'0,"12"-1"-41"0,12 12-9 0,36 0-4 0,58 0 1 0,62-11-4 0,23-14-5 0,-26 0 0 0,-21 25-1 0,-24-10-1 0,-49 10-1 0,-35 0 1 0,-24 10 2 0,-12-10 2 0,-71 0-3 0,-73 0-2 0,-34-10 0 0,-1 10 2 0,37 0-2 0,59 0 0 0,71 0-1 0,48 0 1 0,71 23 0 0,95-11-1 0,1 0-1 0,-24-12 2 0,-60 0-1 0,-59 0 0 0,-37 0 1 0,-22 0 1 0,-97 0-1 0,-82 13 0 0,-13-13 1 0,72 11-2 0,84 1 0 0,59-12-1 0,83 11 1 0,60-11-2 0,-12 0 2 0,-73 0 0 0,-34 0 1 0,-36 0-2 0,0-11-32 0,0 22-101 0</inkml:trace>
  <inkml:trace contextRef="#ctx0" brushRef="#br0" timeOffset="4">20935 5941 4 0,'0'-25'12'0,"12"4"-3"0,1 21-5 0,10-13 3 0,0 13 4 0,13 0-6 0,0 0-1 0,10 13-1 0,-21 8 1 0,11 4-1 0,11 11-1 0,1 12-1 0,-12-13-1 0,-24 26 2 0,-12-3 1 0,0 14 2 0,-23-1-4 0,23 13 1 0,0-13-3 0,0 0 1 0,0 1 0 0,0-1 2 0,11-11-4 0,12-12 3 0,13-25-1 0,-12 1 0 0,12 0 0 0,-12-11 1 0,0-13-1 0,-12 0 2 0,11-13-2 0,-11 1 0 0,-1 12 0 0,-11 0 2 0,-11 12-3 0,-14 1 2 0,15-2-1 0,-2 1 0 0,-12 11 1 0,-12 2 0 0,12-2-1 0,0 13 2 0,1 0-2 0,-1-1 0 0,12 1 1 0,1 12-1 0,11 11 0 0,0-11 0 0,-13 12 0 0,1-1 0 0,0 12 2 0,12 1-1 0,0-14-1 0,0 15 1 0,0-14 1 0,-24 25-1 0,12-13 0 0,1 0-1 0,-1-11 0 0,-12-13 2 0,-1 13 0 0,2-24 1 0,-24-11 0 0,10-4 1 0,-10-21 3 0,-12 0 0 0,11 13-1 0,-11-13-2 0,23 12-2 0,0-12-2 0,24-25-37 0,35 4-31 0</inkml:trace>
  <inkml:trace contextRef="#ctx0" brushRef="#br0" timeOffset="5">9694 9989 66 0,'-25'-12'21'0,"-11"0"-13"0,13 12 2 0,35-11 6 0,60 11-5 0,82-23-6 0,25 23-3 0,-36 0 0 0,-24 11 2 0,-49 1 0 0,-45 23-2 0,-60-22 2 0,-61 10-2 0,-47-23 0 0,-11-12 0 0,10 12 0 0,61 0 0 0,59-11 1 0,48-2-1 0,48 1-2 0,47 12 0 0,-12 0 2 0,-48 12-4 0,-35 1-117 0</inkml:trace>
  <inkml:trace contextRef="#ctx0" brushRef="#br0" timeOffset="6">13338 9989 75 0,'-72'-12'9'0,"-11"12"-7"0,35 12 1 0,23 1 8 0,14-2-1 0,59-11 2 0,83 0-4 0,36 0-5 0,11 12-1 0,-35-12 3 0,-71 0 3 0,-61-12-2 0,-83 1-4 0,-71 11-1 0,-59-13 0 0,23 1-1 0,49 0 1 0,58-11 2 0,72 12 0 0,96-14-4 0,46 25 1 0,14 0 0 0,-37 0 1 0,-72 0-1 0,-60 12 0 0,-57-12 0 0,-49 24-61 0,106-24 0 0</inkml:trace>
  <inkml:trace contextRef="#ctx0" brushRef="#br0" timeOffset="7">21518 4870 2 0,'0'0'2'0,"-13"0"11"0,13-13-4 0,0 13 3 0,25-11-1 0,11-1-6 0,11 12-1 0,13-24-1 0,0 12 1 0,-13 0-1 0,-11 12-2 0,-12-13 0 0,-12 13-7 0,-12 0-12 0,-12 0-27 0</inkml:trace>
  <inkml:trace contextRef="#ctx0" brushRef="#br0" timeOffset="8">21720 4620 0 0,'13'0'16'0,"-13"-12"2"0,-13 47-5 0,-10 49-3 0,10 12-5 0,2-25-2 0,11-12-1 0,0-23 0 0,0-13-1 0,11-23-12 0,-11 0-26 0,0-11 21 0</inkml:trace>
  <inkml:trace contextRef="#ctx0" brushRef="#br0" timeOffset="9">22090 4560 13 0,'-12'-24'15'0,"12"12"3"0,0 48-8 0,-13 47 1 0,2 1 1 0,11-13-5 0,0-23-3 0,0-12-2 0,-12-13-1 0,12-11-13 0,0-1-38 0,0 2 24 0</inkml:trace>
  <inkml:trace contextRef="#ctx0" brushRef="#br0" timeOffset="10">22589 4834 22 0,'0'23'13'0,"0"37"1"0,0 12-6 0,-23-12 6 0,-1 11-2 0,-23-12-5 0,-13-11-4 0,13-12-2 0,11-24-4 0,24-24-34 0,24-13-14 0</inkml:trace>
  <inkml:trace contextRef="#ctx0" brushRef="#br0" timeOffset="11">23079 4655 32 0,'-13'-24'23'0,"2"13"-8"0,11 11-6 0,0 0-1 0,24 11 0 0,35-11-4 0,12-11 2 0,-23-12 0 0,-36 10 0 0,0 13-3 0,-12-12-3 0,0 24-21 0,24 1-32 0,-12-13 15 0</inkml:trace>
  <inkml:trace contextRef="#ctx0" brushRef="#br0" timeOffset="12">23673 4298 27 0,'0'-36'19'0,"0"24"-1"0,0 36-1 0,-23 73-3 0,12 33-6 0,11-23-4 0,11-24 1 0,-11-11 3 0,-11-37-1 0,-2 1 0 0,-11-13-2 0,12-10-2 0,0-13-1 0,0 0-10 0,36-13-113 0</inkml:trace>
  <inkml:trace contextRef="#ctx0" brushRef="#br0" timeOffset="13">1013 7668 7 0,'-24'-12'18'0,"24"1"-14"0,0-2 2 0,11 13 6 0,2 0-5 0,-1 0 1 0,-1 0 0 0,37 0-4 0,0 0 2 0,11-24-1 0,1 24-2 0,11 0-1 0,1-13 1 0,11 2 0 0,-34-1 1 0,-3 12-3 0,1 12 1 0,-22-1-2 0,-1 2 1 0,11-1 0 0,1-12 2 0,0-25-4 0,-13 14 2 0,-11-1 0 0,-12 12 0 0,0 0 0 0,-12-11 2 0,-11-1-5 0,-13-13 2 0,12 2 0 0,-12-1 1 0,13 0-1 0,-1 11 1 0,11-8-3 0,2 8 2 0,-1 1 2 0,12 12-2 0,0 0 0 0,12 12-1 0,12-12 2 0,0 13-1 0,-1-2 1 0,13 12 1 0,-12 1 0 0,12 0-2 0,-1-1 1 0,-11 2-1 0,0-13 3 0,-11 11-2 0,-13-12 1 0,0 2 0 0,-25-1-1 0,13 0 1 0,-24 12-1 0,13-1 0 0,-13 14-1 0,12-14 1 0,-12 13-1 0,13-11 0 0,-1-4 1 0,24 4-1 0,0-25 1 0,12 0 0 0,-12 0 0 0,24 0-6 0,-13 12-103 0</inkml:trace>
  <inkml:trace contextRef="#ctx0" brushRef="#br0" timeOffset="14">1132 7608 11 0,'-12'0'22'0,"0"0"-14"0,24-13-3 0,0 2 10 0,12-1-1 0,11 12-8 0,12 12-2 0,2-12-2 0,9-12 4 0,3 12 0 0,10 12-4 0,-22-12 0 0,8 11 0 0,-8 2 1 0,-2-13 1 0,0 0 0 0,-11 0-2 0,-11-13-1 0,-2 13-1 0,-23 0 2 0,0 0 1 0,0-23-1 0,-12 12-1 0,1-13 0 0,-14 11-1 0,2 2 2 0,-1-12-1 0,-1-2-1 0,3 0-2 0,10 25 2 0,-12-10 0 0,11-1 2 0,2-2-2 0,11 1-1 0,11 12 1 0,14 12 1 0,-13-12-1 0,22 13 1 0,-9 8-2 0,-1-8 2 0,-1 11 0 0,2 0 1 0,-25-12-2 0,0-1 2 0,0 2-3 0,-12-1 2 0,-12 23 1 0,-24 13 0 0,13-12-2 0,11-1 0 0,-1 12 0 0,25-22 1 0,0-13-1 0,0-12 1 0,0 0 1 0,13 0-4 0,-1 0-103 0</inkml:trace>
  <inkml:trace contextRef="#ctx0" brushRef="#br0" timeOffset="15">6181 14371 1 0,'-24'-23'30'0,"60"10"-10"0,47 1-4 0,60-13-8 0,24 15-5 0,-14-1 0 0,-32 11-2 0,-50 0 1 0,-48 11 1 0,-23-1 4 0,-70-10-2 0,-50 13-3 0,-46-1 0 0,-13 0 2 0,60-12-3 0,70 0 0 0,38-12 1 0,83 0 0 0,82 12-1 0,25 0-1 0,-13 0 1 0,-46 0-1 0,-49 0 2 0,-47 0 0 0,-48-13 1 0,-71 13-1 0,-73 13-1 0,-21-1 0 0,10 0 1 0,59 1-2 0,109-2 0 0,107-11 0 0,94 0-1 0,13 0 1 0,-61 12 0 0,-59-12 0 0,-58 11 1 0,-25-22 1 0,0 11-1 0,-12-12 0 0,12 12-1 0,0 0 1 0,0 0 0 0,0-11 0 0,12 11-1 0,-12 0 0 0,11-13 0 0,-11 13 0 0,12-12 0 0,0 0 1 0,12 12-2 0,0 0-98 0</inkml:trace>
  <inkml:trace contextRef="#ctx0" brushRef="#br0" timeOffset="16">17397 9632 14 0,'0'0'0'0,"0"-36"21"0,13 1 1 0,-1 11 1 0,24 0-9 0,-1 36-5 0,1 47-1 0,0 1-4 0,-12 1 0 0,-24-15-1 0,0 2 0 0,-13-12 1 0,2-13-2 0,11 0-1 0,0-23 2 0,-12-23-1 0,12-12-1 0,12-25 0 0,12 13 0 0,-1-25-1 0,1 24 0 0,24-11 0 0,0 22 1 0,-2 37-1 0,-10 37-2 0,1 47 2 0,-25 11 0 0,-12-35 1 0,12-1 0 0,-2-13-10 0,3 15-42 0,-13-38-21 0</inkml:trace>
  <inkml:trace contextRef="#ctx0" brushRef="#br0" timeOffset="17">18113 9989 67 0,'-24'-12'14'0,"24"12"0"0,11-12 4 0,25 1-8 0,12-1-9 0,24 12-41 0,-26 0-30 0</inkml:trace>
  <inkml:trace contextRef="#ctx0" brushRef="#br0" timeOffset="18">18672 9751 113 0,'-12'0'16'0,"24"0"-12"0,24 0 4 0,0-12 0 0,23-11-4 0,-11-1-2 0,-1-13-1 0,-34-10-1 0,-2 12 3 0,-22 12 0 0,-13 10 4 0,-12 13-1 0,-25 47-1 0,27 13-3 0,-2 12-1 0,36-25 0 0,24-11 1 0,22 0-1 0,26-13 0 0,1-11-2 0,-3-12-15 0,2-23-26 0,-12-1-67 0</inkml:trace>
  <inkml:trace contextRef="#ctx0" brushRef="#br0" timeOffset="19">19386 9500 63 0,'0'-11'5'0,"25"-12"9"0,-37-1 23 0,-12 11-14 0,-24 26-10 0,-11 22-9 0,23 13-2 0,36 0-2 0,24 0 0 0,34-1 1 0,-9-10-2 0,-13-3 1 0,-36-10 8 0,-24 0-1 0,-24-1-6 0,-11-23-8 0,23 0-47 0,24 0-41 0</inkml:trace>
  <inkml:trace contextRef="#ctx0" brushRef="#br0" timeOffset="20">19685 9274 69 0,'0'-23'11'0,"35"-36"-4"0,1 23 11 0,-36 36 12 0,-12 13-14 0,-24 58-7 0,1 24-3 0,23 24-3 0,12-23 0 0,12-25-3 0,23 0 2 0,1-37-1 0,12-21 0 0,11-13 1 0,0-47 0 0,1-13-2 0,-12 1 1 0,-24 11 0 0,0 23 0 0,-24 25-1 0,-11 61 2 0,-14-1 0 0,13-1 0 0,36-13-2 0,35 4-1 0,-12-27-21 0,2-23-21 0,-2-36-38 0,-47 12 51 0</inkml:trace>
  <inkml:trace contextRef="#ctx0" brushRef="#br0" timeOffset="21">20291 9251 44 0,'0'-11'4'0,"25"-49"-11"0,-14 60-20 0</inkml:trace>
  <inkml:trace contextRef="#ctx0" brushRef="#br0" timeOffset="22">19506 9345 121 0,'-24'-10'6'0,"0"-14"9"0,72-13-12 0,47 3-3 0,84 21-51 0,-143 1-6 0</inkml:trace>
  <inkml:trace contextRef="#ctx0" brushRef="#br0" timeOffset="23">20387 9537 83 0,'-12'-12'22'0,"12"0"-12"0,25 24 3 0,-14 36 6 0,12 11-7 0,2 1-6 0,-14-13-2 0,1-23-1 0,-1-24 0 0,-11-12 2 0,13-34-3 0,23-15-1 0,0 1-2 0,11 26 2 0,-11-3-1 0,-12 37-1 0,-1 24 0 0,1 23 0 0,-24 1 1 0,0-12 1 0,0-12-1 0,0-11 2 0,13-38 0 0,34-23-1 0,1-23 0 0,-1 47-1 0,-11 12 0 0,-12 37-1 0,-11 9 2 0,-2 3-2 0,12-3 0 0,-11 3-13 0,-1 10-32 0,2-23-63 0</inkml:trace>
  <inkml:trace contextRef="#ctx0" brushRef="#br0" timeOffset="24">21483 9513 19 0,'0'-24'20'0,"12"1"7"0,-2-1-4 0,-20 0-5 0,-2 1-8 0,-12 23-4 0,0-13 2 0,0 13-3 0,-12 24 0 0,0-1-3 0,2 25 1 0,9-12-1 0,-11 12 1 0,24-25-1 0,1 1-1 0,22-11 2 0,13-13-1 0,36-25-1 0,-1-10 0 0,-35 11-1 0,12 12-1 0,-24 37 1 0,-12 9 0 0,36 3 0 0,11-26 0 0,25 1 1 0,-1-24 0 0,-11-24 0 0,-13-35 0 0,1-48-2 0,-11-36-4 0,9 12 1 0,2 36 0 0,-36 24 4 0,-12 35-1 0,-12 37 0 0,-12 34 1 0,0 49 1 0,12 22-2 0,1 50 4 0,-1-12-1 0,24-2-1 0,11-59-1 0,13-23 1 0,0-25 1 0,0-35-3 0,10-22 3 0,15-39-1 0,-2 14 0 0,-23 36-2 0,-24 23 2 0,-12 23-1 0,-12 36-2 0,12 1 3 0,12-13 0 0,35-10-1 0,-11-26 1 0,-12-11 0 0,0-36 2 0,-12-23-3 0,-24-24-1 0,0-1 2 0,-24 38-1 0,0 21-2 0,0 25 1 0,13 36-1 0,12 35 2 0,11-23 0 0,23-2 1 0,24-9-2 0,13-24 2 0,0-13-1 0,-1-37 2 0,-11-22-2 0,-13-13 2 0,-11 25-2 0,-24 23 0 0,0 24 0 0,0 0-1 0,36 34 0 0,0 16-1 0,-1 32 1 0,-35-34 4 0,12 0-1 0,37-37 0 0,21-11-3 0,-22-23-6 0,-36-1-16 0,-49-13-49 0,14 26 16 0</inkml:trace>
  <inkml:trace contextRef="#ctx0" brushRef="#br0" timeOffset="25">21541 9192 143 0,'-11'-23'14'0,"83"10"-17"0,154-11-8 0,-35 24 9 0,-73 12 2 0,-82 0-47 0,-36-12-18 0</inkml:trace>
  <inkml:trace contextRef="#ctx0" brushRef="#br0" timeOffset="26">23351 9324 92 0,'-34'-13'20'0,"34"1"-10"0,34 0 1 0,39-1 0 0,33 13-9 0,3 0-3 0,-62 0-23 0,-12 0-44 0,-35 13 31 0</inkml:trace>
  <inkml:trace contextRef="#ctx0" brushRef="#br0" timeOffset="27">23376 9525 59 0,'-25'0'20'0,"14"-12"-7"0,35-1 7 0,119-10-9 0,-11 23-105 0</inkml:trace>
  <inkml:trace contextRef="#ctx0" brushRef="#br0" timeOffset="28">24269 8964 81 0,'0'-10'14'0,"0"-1"13"0,0 69-7 0,-13 49-3 0,-21 12-9 0,22-22-4 0,1-15-3 0,-14-22-13 0,1-1-47 0,12-47-25 0</inkml:trace>
  <inkml:trace contextRef="#ctx0" brushRef="#br0" timeOffset="29">24507 9203 69 0,'12'-34'19'0,"24"9"3"0,-36 37 21 0,-36 35-36 0,12 13-2 0,13 12-2 0,11-1-1 0,23-23-1 0,14-2 0 0,10-21 1 0,0-25 0 0,-11-12 0 0,12-24 1 0,-1 1 0 0,-11-12-2 0,-12-3 0 0,-12 16 0 0,-12-14-1 0,0 25 1 0,0-25-1 0,0 25 1 0,0-14-1 0,-12 24 0 0,-1-10-1 0,-10 12 2 0,10-1-2 0,-10 0 0 0,0-1 1 0,11 13 0 0,-12 0-4 0,-12 25 4 0,12-13 0 0,0-1 0 0,1 1 0 0,-1 24-22 0,-24 23-120 0</inkml:trace>
  <inkml:trace contextRef="#ctx0" brushRef="#br0" timeOffset="30">12266 1620 23 0,'0'-25'19'0,"0"50"3"0,-12 189-3 0,-37 71-2 0,26-11-11 0,23-59 0 0,23-73-4 0,-10-11 2 0,-13-71-7 0,-24-24-28 0,1-72-46 0</inkml:trace>
  <inkml:trace contextRef="#ctx0" brushRef="#br0" timeOffset="31">12159 1679 12 0,'0'0'0'0,"-36"-25"29"0,36 14-24 0,25-12-4 0,57 10-2 0,25-11 2 0,13 24 2 0,-2-11 0 0,25-1 0 0,0-12 3 0,-12 0-2 0,-24 0 0 0,-35 1 2 0,-26 11 0 0,-10 0-1 0,-23 12-1 0,-1 0-3 0,-12 12 0 0,0 11 1 0,0 37 1 0,-12 58 1 0,12 74 1 0,-13 47-2 0,2-26-1 0,11-34 1 0,11-37 2 0,-11-23 0 0,13-10-3 0,-13-51-1 0,-13-22-22 0,2-36-31 0,-1-12 1 0</inkml:trace>
  <inkml:trace contextRef="#ctx0" brushRef="#br0" timeOffset="32">11992 3107 19 0,'-25'0'17'0,"-22"0"1"0,36 0-16 0,46 0 0 0,13 0 2 0,11-11 9 0,25 11-4 0,23 0-6 0,12 0 0 0,11-12-1 0,26 1 0 0,-38 11 0 0,-22 0-1 0,-1-13 0 0,-11 13 2 0,-14-12 1 0,3 0 0 0,-14 12-3 0,-12-13 2 0,-47 2 3 0,0-1 4 0,-23 1-5 0,-1-1-4 0,-1 12-10 0,15-12-63 0,10 12 33 0</inkml:trace>
  <inkml:trace contextRef="#ctx0" brushRef="#br0" timeOffset="33">24007 9954 30 0,'0'0'0'0,"-36"-23"20"0,1 10 1 0,35 13-7 0,35-37-4 0,61 26 4 0,59-1-5 0,11 1-2 0,-35-13-1 0,-24 0-1 0,-47 12-2 0,-36 1 0 0,-12 11-13 0,-24 0-25 0,-12 0-40 0</inkml:trace>
  <inkml:trace contextRef="#ctx0" brushRef="#br0" timeOffset="34">23817 10013 75 0,'0'0'2'0,"-24"-11"7"0,119 11-10 0,60-25 18 0,35 2 3 0,-11 11-9 0,-13 12-8 0,-46 0 0 0,-49 0 4 0,-47 0-3 0,-24 0 1 0,-36 12-3 0,-11-12-19 0,11 0-91 0</inkml:trace>
  <inkml:trace contextRef="#ctx0" brushRef="#br0" timeOffset="35">4477 6502 0 0,'13'-13'3'0,"-1"1"2"0,-1 0 4 0,-11 12 7 0,13 24-8 0,-2 23-3 0,2 1-3 0,10 0 0 0,-12-12 6 0,2-36-3 0,23-36-3 0,-1-23 0 0,37-25-1 0,-1-11 0 0,13-2 1 0,-1 26 0 0,-35 0 1 0,-1 24 0 0,-23 23-2 0,0 11-1 0,-12 13-10 0,-1 0-54 0</inkml:trace>
  <inkml:trace contextRef="#ctx0" brushRef="#br0" timeOffset="36">19292 6502 0 0,'-12'0'0'0,"12"0"1"0,-12 0 1 0,12 11-1 0,0-11 2 0,0 12 1 0,0-12-1 0,0 11-2 0,12 1 0 0,-12-12 1 0,12 12 0 0,-12 12-1 0,11-1 0 0,0 14 0 0,2-13 0 0,-1 11-1 0,-1-10 1 0,-11-2 0 0,13 1 0 0,10-24 2 0,2-13-1 0,10 2 0 0,14-25 0 0,-2-11 0 0,12-14-1 0,25 2 1 0,-2-12-2 0,-9 0 0 0,10 12 2 0,-12 9 0 0,-23 4-1 0,11 10 1 0,-12 13 0 0,-10-2 1 0,-25 13 0 0,-12 1 0 0,0 11-2 0,-12 0-2 0,0-12-23 0,12 12-10 0</inkml:trace>
  <inkml:trace contextRef="#ctx0" brushRef="#br0" timeOffset="37">4584 6452 4 0,'-11'-23'6'0,"-1"12"0"0,12-1-5 0,12 0 3 0,-1 12 7 0,14 35 3 0,-1 25-8 0,-12-13-3 0,-1-23 3 0,1-24 1 0,12-12-1 0,12-34-3 0,35-15 1 0,1-22 0 0,47-49-3 0,-12-10 3 0,0 35-4 0,-59 71-1 0,0 24-76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37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1429 4597 41 0,'-35'-25'16'0,"22"25"-5"0,-10 12-11 0,-1 1 4 0,-23-2 11 0,-2 1-2 0,2 23-9 0,0 1-2 0,11 0-1 0,0-11 0 0,0 9 1 0,25-10-1 0,22 0-1 0,12-12 1 0,2-1 0 0,-1 2-1 0,0 11 1 0,-12-1 0 0,0 13-1 0,-2 0 3 0,-20 11-2 0,-2-23 2 0,-24 12-1 0,-13 1 0 0,15-16-2 0,-14 16 1 0,12-24 1 0,12-2-1 0,24 1-1 0,0-12 0 0,24 0 1 0,1 0-1 0,-2 0 0 0,13 24 0 0,-2-12 0 0,-9 11 0 0,-1 13 0 0,-12 1 1 0,-24 9 1 0,0 13 0 0,-12 2 0 0,0 10 0 0,12 0-1 0,1 13 1 0,-14-1 0 0,14-11-1 0,-1-1-1 0,24-48 2 0,24 2-2 0,11-25 2 0,1-25-2 0,-2 14 1 0,-21-12-2 0,-14-2-36 0,2 25-39 0</inkml:trace>
  <inkml:trace contextRef="#ctx0" brushRef="#br0" timeOffset="1">5621 4476 1 0,'-12'0'5'0,"-24"13"-1"0,13-13 6 0,11 0 6 0,-1 0-3 0,13 24-7 0,0-1-2 0,25 13 2 0,-14 12-2 0,25-25-1 0,0-11-1 0,-12-24 1 0,46-47 1 0,15-49-3 0,-2 14 1 0,12 10 1 0,-23 36-2 0,-25 14 1 0,13 9-17 0,-36 37-49 0</inkml:trace>
  <inkml:trace contextRef="#ctx0" brushRef="#br0" timeOffset="2">6954 4489 7 0,'-36'-13'7'0,"25"2"3"0,11 22-5 0,36 37 2 0,11 12 1 0,-11-24-3 0,12-13 2 0,-12-11 2 0,-1-12-5 0,25 0-1 0,11-58-1 0,13-15-3 0,-13 2 2 0,1 23 0 0,-25 25 0 0,-23-1-7 0,-12 24-53 0</inkml:trace>
  <inkml:trace contextRef="#ctx0" brushRef="#br0" timeOffset="3">8670 4382 3 0,'0'0'1'0,"-13"0"5"0,13 0-4 0,0 10-1 0,0 3 1 0,13 24 10 0,-2 34-2 0,13 0-6 0,12-12-2 0,0-47 2 0,11-24 1 0,13-59-1 0,-1-25 0 0,13 12 2 0,-14 26-1 0,-22 34-4 0,13 1-2 0,-2-2-64 0</inkml:trace>
  <inkml:trace contextRef="#ctx0" brushRef="#br0" timeOffset="4">10075 4631 0 0,'-12'-34'11'0,"-1"9"8"0,13 25-9 0,13 71-3 0,23 1-5 0,11-14 0 0,13-68 1 0,-1-38-1 0,1-36 1 0,46-46 7 0,-35 94-9 0,-22 24 0 0,-26 12-4 0,2 12-10 0,-2 12-16 0,1-12 5 0</inkml:trace>
  <inkml:trace contextRef="#ctx0" brushRef="#br0" timeOffset="5">12242 4371 16 0,'-12'-13'4'0,"-24"13"1"0,13 13-2 0,23 21 0 0,0 62 15 0,11-73-11 0,12-46 0 0,26-49-2 0,9 1-3 0,3 23-1 0,-14 25-2 0,1 10-26 0,-25 13-10 0</inkml:trace>
  <inkml:trace contextRef="#ctx0" brushRef="#br0" timeOffset="6">13528 4371 8 0,'-12'-37'4'0,"12"37"-2"0,36 37-1 0,10 34 1 0,15-24 0 0,21-47 4 0,3-72-1 0,22-11-4 0,-25 11 0 0,3 13-2 0,-14 35-23 0</inkml:trace>
  <inkml:trace contextRef="#ctx0" brushRef="#br0" timeOffset="7">15529 4524 25 0,'-12'0'1'0,"0"12"0"0,36-12 1 0,70-94-12 0,-69 81-7 0</inkml:trace>
  <inkml:trace contextRef="#ctx0" brushRef="#br0" timeOffset="8">17172 4442 2 0,'-11'0'7'0,"11"23"-5"0,11 25-1 0,25-1-1 0,10-35 0 0,51-60 2 0,21-34-1 0,-11-2 1 0,-23 36-1 0,-48 36 0 0,-36 12-5 0,0 12-11 0</inkml:trace>
  <inkml:trace contextRef="#ctx0" brushRef="#br0" timeOffset="9">18589 4417 6 0,'0'0'0'0,"0"0"8"0,12 59-6 0,13-22-1 0,9-14 0 0,26-46 1 0,10-37-1 0,15-11-1 0,-25 23 1 0,-13 12 2 0,-24 25 0 0,2-2-2 0,-25 13 0 0,0 0-2 0,-12 13-1 0,-1-2-9 0,13-11-5 0</inkml:trace>
  <inkml:trace contextRef="#ctx0" brushRef="#br0" timeOffset="10">22042 4346 2 0,'0'-36'12'0,"0"0"6"0,0 36 1 0,0 84-3 0,0 47-7 0,0-12-6 0,12-25-1 0,-12-10-2 0,0-24-10 0,-12-24-19 0,-1-24-4 0</inkml:trace>
  <inkml:trace contextRef="#ctx0" brushRef="#br0" timeOffset="11">21971 4382 2 0,'0'0'3'0,"0"-24"8"0,12 0 0 0,12 0 0 0,-12-12 1 0,11 1-2 0,0 12-2 0,2-2-3 0,11 0 1 0,11 14-4 0,1-1 1 0,0 12-2 0,-13 36 2 0,-11 24-1 0,-24 11 1 0,-12 1-1 0,0-12 0 0,-23-13-1 0,10 0-1 0,14-23 1 0,11 0-1 0,36-11 0 0,47 21-1 0,0 14 0 0,-23 12 1 0,-48-1 0 0,-60 0 1 0,-35-22 3 0,11-14 2 0,12-23-4 0,26-12 2 0,-3-11-6 0,25 11-5 0,24-1-21 0,48 13-46 0</inkml:trace>
  <inkml:trace contextRef="#ctx0" brushRef="#br0" timeOffset="12">22781 4513 42 0,'-13'0'10'0,"-10"0"27"0,23 0-14 0,0-12-12 0,0 12-3 0,0-12-6 0,12 12-2 0,-1 0-29 0,14 0-52 0</inkml:trace>
  <inkml:trace contextRef="#ctx0" brushRef="#br0" timeOffset="13">23317 4155 81 0,'0'0'2'0,"-12"-23"27"0,24 11-8 0,-12 12-11 0,11 0-7 0,1 0 1 0,-12-25-1 0,0 2-1 0,0-1 0 0,-12 0 1 0,1 11 2 0,-25 3-1 0,-12 33-2 0,0 48 0 0,-11 25 0 0,23 11-3 0,25-13 1 0,11 3-1 0,11-26 2 0,37-34-1 0,11-14 1 0,13-23 0 0,-1-36 0 0,1-1-9 0,-13-21-46 0,-23 34-39 0</inkml:trace>
  <inkml:trace contextRef="#ctx0" brushRef="#br0" timeOffset="14">23709 4250 24 0,'-11'-11'14'0,"11"-12"1"0,0 23-15 0,0 23-42 0,0-12 31 0</inkml:trace>
  <inkml:trace contextRef="#ctx0" brushRef="#br0" timeOffset="15">22400 5215 33 0,'-60'-11'15'0,"24"-2"9"0,48-11-13 0,24 11-3 0,22 3-1 0,39-1-2 0,69-39-2 0,49-21-2 0,23 24 1 0,-13-13-2 0,-10 12 0 0,-49 1 2 0,-59 23 4 0,-46 11 4 0,-50 3-4 0,-22 33-101 0,11-23 62 0</inkml:trace>
  <inkml:trace contextRef="#ctx0" brushRef="#br0" timeOffset="16">9479 1750 0 0,'0'0'0'0,"0"-12"18"0,0-1 4 0,0 3-10 0,0 10 3 0,0 0-7 0,0 0 3 0,-12 0-3 0,-11 23-1 0,-1 1 0 0,0 23-4 0,0 1 3 0,0 0-4 0,24 0 0 0,12-13-2 0,12 12 2 0,12-22-3 0,-2-13 3 0,15-24-2 0,-13 0 1 0,11-12 0 0,-11-12-1 0,-12-11 0 0,-1 11 0 0,-23 0 1 0,0-11-1 0,0 11 1 0,-47-25-1 0,11 27 1 0,1 22-1 0,-1 37 1 0,0-14-1 0,11-1 1 0,15 3-1 0,-2-1-18 0,12 13-25 0,22-14-20 0</inkml:trace>
  <inkml:trace contextRef="#ctx0" brushRef="#br0" timeOffset="17">9908 1857 70 0,'-24'-35'23'0,"24"35"-22"0,12 0-1 0,0 0-1 0,0 24-20 0,-12-13-39 0</inkml:trace>
  <inkml:trace contextRef="#ctx0" brushRef="#br0" timeOffset="18">10193 1620 14 0,'0'0'4'0,"0"-13"16"0,13-11-8 0,10 13 1 0,-11-1-4 0,-12 35 7 0,0 37-10 0,-12 35-4 0,12-24 2 0,12-11-2 0,0-24 1 0,0-11-1 0,-12-25 1 0,0 0-2 0,0 0-23 0,0 0-50 0</inkml:trace>
  <inkml:trace contextRef="#ctx0" brushRef="#br0" timeOffset="19">11730 1762 3 0,'0'-12'6'0,"12"0"6"0,-12-1-1 0,-12 13 0 0,0 0-1 0,0 13-3 0,-12 11-2 0,0 12-1 0,1 0 1 0,10 10-1 0,13 4-2 0,25-16 0 0,22-22-1 0,-23 0 0 0,24-24-1 0,-13-11 1 0,1-13-1 0,-13-1-1 0,-10-9 1 0,-13 10 0 0,-36-12 2 0,-13 23 1 0,15-9-2 0,-2 34-1 0,0 24-17 0,24-1-49 0</inkml:trace>
  <inkml:trace contextRef="#ctx0" brushRef="#br0" timeOffset="20">12194 1762 57 0,'0'-12'20'0,"-46"0"-16"0,33 12-5 0,37 12-27 0,-24-12-18 0</inkml:trace>
  <inkml:trace contextRef="#ctx0" brushRef="#br0" timeOffset="21">12361 1654 20 0,'0'0'2'0,"-13"-23"8"0,2-1-3 0,22 0 3 0,2 13 0 0,10 11-5 0,13 0-2 0,1 0-2 0,-14 23 2 0,1 2 1 0,-24 46-5 0,-13-12 5 0,-10 0 0 0,-13-22-1 0,-12-3 1 0,25-9-2 0,10-13-1 0,49-24 1 0,24 0-1 0,-13-1-1 0,2 2 0 0,-14-1 0 0,-23 12-16 0,-12 12-32 0,12-12 24 0</inkml:trace>
  <inkml:trace contextRef="#ctx0" brushRef="#br0" timeOffset="22">14100 1654 2 0,'0'0'3'0,"-12"0"15"0,0-11-7 0,12 11 0 0,-12 0 1 0,-24 24-4 0,12 24-5 0,1-13 1 0,23 13 1 0,0-12-2 0,11-13-2 0,25 0 1 0,0-23-1 0,0 0 0 0,-1-23 0 0,-12-12 0 0,-10-12 0 0,-13-24 1 0,0 34 6 0,-24 1-5 0,-1 25-3 0,-9-2-13 0,22 26-38 0,12-13 24 0</inkml:trace>
  <inkml:trace contextRef="#ctx0" brushRef="#br0" timeOffset="23">14397 1667 48 0,'0'0'15'0,"-24"-24"8"0,1 12-19 0,23 12-5 0,12 0-36 0,-12 12-2 0</inkml:trace>
  <inkml:trace contextRef="#ctx0" brushRef="#br0" timeOffset="24">14552 1595 1 0,'0'0'12'0,"-13"-12"-9"0,38 12 9 0,-14-11 5 0,2 11-7 0,11-12-4 0,-12 1-2 0,-1 11 1 0,0 0-1 0,2 0-2 0,-1 0 0 0,-1 0-1 0,-11 11 0 0,0 12 2 0,-11-11 0 0,-1 13 0 0,-12-2-1 0,13 1 0 0,11 0-4 0,22 0 3 0,14-1-1 0,0-11 0 0,-11 24 0 0,-25-13 2 0,0 2-2 0,-48-2 2 0,-1-11 2 0,-9-1 2 0,22-11-4 0,23 13 0 0,13-13-8 0,13 12-21 0,23-12-41 0</inkml:trace>
  <inkml:trace contextRef="#ctx0" brushRef="#br0" timeOffset="25">16434 1704 11 0,'0'0'0'0,"-12"-13"13"0,12 13-7 0,-12 0 4 0,-12 13 4 0,-13 21-1 0,3 14-6 0,9 0-4 0,14-13-1 0,11 1-1 0,24-11 0 0,11-25 1 0,13 11-2 0,0-22 2 0,-13-14-1 0,-12-11-1 0,-10 1 0 0,-1 10 4 0,-24-22 3 0,-24 10-2 0,13 16-3 0,-25 8-4 0,12 13 2 0,0 13-13 0,0-2-17 0,25-1-20 0</inkml:trace>
  <inkml:trace contextRef="#ctx0" brushRef="#br0" timeOffset="26">16696 1869 64 0,'0'0'0'0,"-12"-35"12"0,35 35-18 0,-23 23-36 0,-11-23 20 0</inkml:trace>
  <inkml:trace contextRef="#ctx0" brushRef="#br0" timeOffset="27">16909 1620 5 0,'0'0'0'0,"13"0"14"0,-13-13-2 0,12 13 4 0,-12-12 1 0,12 12-10 0,-12 12-1 0,0-12-1 0,0 13 0 0,0-2-1 0,0 25-2 0,-12-12 2 0,12 0-2 0,0 11 1 0,0-10-2 0,12-2 1 0,0-12-1 0,-1 2 0 0,13-13 0 0,-1 0 0 0,13-13-1 0,-11 2 0 0,-14 11 0 0,1-23 0 0,0 10-1 0,12-11 1 0,-24 24 0 0,0-13 0 0,12 3 0 0,-12 10 0 0,0-11 0 0,13 11-1 0,-13 0 1 0,0 11 1 0,0 36 0 0,-13 13 0 0,13-13 1 0,13 1-1 0,-13-12 0 0,0-25 0 0,0 1 1 0,0-12 0 0,0 0-2 0,-13-12-15 0,13 12-25 0</inkml:trace>
  <inkml:trace contextRef="#ctx0" brushRef="#br0" timeOffset="28">18541 1880 3 0,'0'0'0'0,"-12"-11"19"0,12 11-2 0,-12 0-7 0,-11 36 0 0,10 35-5 0,13-23-1 0,13 0-2 0,22-24 1 0,1-14 0 0,12-20-1 0,-12-14 0 0,-2-13 2 0,-9-10 0 0,-25-11 0 0,0 8 0 0,-36-8-1 0,1 34 0 0,-25 24-2 0,-11 11-2 0,23 26-15 0,1 22-34 0,47-47 23 0</inkml:trace>
  <inkml:trace contextRef="#ctx0" brushRef="#br0" timeOffset="29">18862 1953 76 0,'0'0'0'0,"-47"-48"18"0,35 48-13 0,48 0-10 0,-24 25-35 0,-12-14-1 0</inkml:trace>
  <inkml:trace contextRef="#ctx0" brushRef="#br0" timeOffset="30">19065 1869 23 0,'0'0'4'0,"0"-35"22"0,24 35-8 0,-12 0-6 0,-12 12 2 0,-12 22-7 0,0-9-3 0,24 0-2 0,12-2 1 0,12-12-1 0,35 1 0 0,-11 13 0 0,-13-2 2 0,-35 1 4 0,-24 0 1 0,-23 0-4 0,-14-14-3 0,2 15-1 0,0-13-13 0,-13 24-38 0,12-25-21 0</inkml:trace>
  <inkml:trace contextRef="#ctx0" brushRef="#br0" timeOffset="31">19171 1893 71 0,'36'-36'22'0,"25"13"-3"0,21-2-11 0,-21 14-6 0,-38 11-10 0,-11 24-59 0,-12-24 33 0</inkml:trace>
  <inkml:trace contextRef="#ctx0" brushRef="#br0" timeOffset="32">20339 2106 14 0,'0'0'31'0,"0"-10"-11"0,0-1-4 0,-12 22 6 0,-11 24-16 0,-1 1-3 0,24 12 0 0,11-13-2 0,25 1 1 0,37-36-1 0,-14 0 1 0,-25-12 0 0,3-24 3 0,-25-12-2 0,-12 1 1 0,-24 0 1 0,-12 11-2 0,-12 24-2 0,-11 12 0 0,11 0-3 0,-11 12-9 0,23 13-24 0,23-14-38 0</inkml:trace>
  <inkml:trace contextRef="#ctx0" brushRef="#br0" timeOffset="33">20828 2096 99 0,'-13'-36'23'0,"2"11"-9"0,35 25-13 0,-12 0-1 0,-12 13-1 0,-48 11-32 0,24 0-55 0</inkml:trace>
  <inkml:trace contextRef="#ctx0" brushRef="#br0" timeOffset="34">21541 2012 8 0,'0'-11'29'0,"13"-2"-7"0,-13 13-1 0,-13 0-3 0,-10 0-10 0,-12 13-2 0,-1 10-2 0,-12 13-1 0,13 23-3 0,-1 1 3 0,24 11-2 0,12-10 0 0,36-15 1 0,11-21 1 0,59-38 1 0,-81-22-3 0,-14-1 1 0,-22 24 2 0,-48 12-1 0,-13 25-3 0,25 9-2 0,23 3-18 0,48-3-78 0</inkml:trace>
  <inkml:trace contextRef="#ctx0" brushRef="#br0" timeOffset="35">23066 2190 35 0,'-11'-34'21'0,"-2"34"-6"0,13 0-7 0,-23 34 4 0,-1 26-3 0,24 1-5 0,11-15-2 0,25-21 2 0,12-14-1 0,24-47 2 0,-49 1-2 0,1-13 3 0,-24 1-1 0,-24 10-3 0,-12 26-2 0,-23 11-9 0,24 24-27 0,11-12-43 0</inkml:trace>
  <inkml:trace contextRef="#ctx0" brushRef="#br0" timeOffset="36">23507 2261 65 0,'-13'-23'16'0,"2"0"0"0,58 23-15 0,-22 0-5 0,-25 23-73 0</inkml:trace>
  <inkml:trace contextRef="#ctx0" brushRef="#br0" timeOffset="37">23924 2238 17 0,'12'-11'17'0,"23"-1"-10"0,12 0 5 0,-34-12 4 0,-13 12 0 0,0 1-10 0,-13-2-4 0,2 1 1 0,-12-13 0 0,-1 25-1 0,0-10 0 0,-12 10 1 0,11 0-1 0,-11 23 1 0,14 1 0 0,-14 0-2 0,24-1 1 0,0 2-2 0,24-13 2 0,24-1-1 0,11-22 0 0,12-1 0 0,1-13 0 0,-24 14 2 0,-25 11 2 0,-11 0-1 0,-23 59 1 0,-1 1-1 0,0 11 0 0,1-24-1 0,10-10-1 0,2-24-1 0,11-2-1 0,-12-1-44 0,12-10-37 0</inkml:trace>
  <inkml:trace contextRef="#ctx0" brushRef="#br0" timeOffset="38">10075 2298 6 0,'0'-12'20'0,"11"0"-10"0,2-1 3 0,-2 13-2 0,-11 13 0 0,0 24-3 0,0 21-2 0,13 2-1 0,-13-12-1 0,0-1-1 0,0-11 0 0,0 0-1 0,0-13-1 0,0-11 0 0,0-1 0 0,11-11-1 0,12 0 1 0,26 0-1 0,10-11 0 0,25 11 0 0,11-12-1 0,24 12-1 0,1-11 2 0,22 11-1 0,-12 0 1 0,2 0 0 0,-25 0-1 0,-1 0 1 0,1 0-1 0,1 0 1 0,-24 0 0 0,-13-12 0 0,-35 12 0 0,-12 0 1 0,0-12-1 0,0-1 1 0,-14 2-1 0,-10-12 0 0,0 10 1 0,0-24-1 0,0 16 0 0,-10-4 0 0,10 0 0 0,-12-9 0 0,12 9 1 0,12 25-2 0,-12-12 0 0,10 49 1 0,-10 34 2 0,0-12-1 0,13-23-17 0,10-24-54 0</inkml:trace>
  <inkml:trace contextRef="#ctx0" brushRef="#br0" timeOffset="39">10837 2143 0 0,'0'0'0'0,"12"-24"2"0,-12 11 12 0,0-8-1 0,0 8-3 0,0 1-3 0,0 0-1 0,0-1 1 0,0 2-1 0,-12 11-3 0,12 0-1 0,-12 11-2 0,12 14 1 0,-12 34 2 0,12 25-1 0,0 11 1 0,0 36 0 0,0-23-1 0,0-26 2 0,-12 2 1 0,0-1-1 0,12-11-2 0,-13-37-1 0,13-10 1 0,0-25-1 0,0-13-2 0,13 1-32 0,-1 0-26 0</inkml:trace>
  <inkml:trace contextRef="#ctx0" brushRef="#br0" timeOffset="40">10289 3441 5 0,'-12'-37'21'0,"0"14"1"0,12 12-2 0,0 11-10 0,0 23-3 0,0 25 0 0,0 11-3 0,0-11-1 0,36-12 0 0,1-24-1 0,9-12 0 0,1-24-2 0,-22-12 1 0,-1 0 0 0,-13-10 2 0,-11-15 1 0,-11 14 3 0,-38 0-3 0,13 22-3 0,0 25-1 0,15 12-22 0,-4 12-18 0,25-12-19 0</inkml:trace>
  <inkml:trace contextRef="#ctx0" brushRef="#br0" timeOffset="41">10765 3333 101 0,'-12'-11'1'0,"-35"-1"0"0,58 12-5 0,25 12-37 0,-36-12-3 0</inkml:trace>
  <inkml:trace contextRef="#ctx0" brushRef="#br0" timeOffset="42">11146 3262 40 0,'0'0'15'0,"-35"-13"15"0,22 63-17 0,2 21-3 0,11 0-7 0,0-24-1 0,0-10-19 0,11-26-60 0</inkml:trace>
  <inkml:trace contextRef="#ctx0" brushRef="#br0" timeOffset="43">11266 3286 49 0,'-12'0'12'0,"-12"24"3"0,37-1-7 0,44 2-3 0,16-13 3 0,-14 22 0 0,-23 3-5 0,-36-1 1 0,-25-1-6 0,-33-11-55 0,46-24 20 0</inkml:trace>
  <inkml:trace contextRef="#ctx0" brushRef="#br0" timeOffset="44">11361 3249 58 0,'0'-21'22'0,"35"-16"-13"0,73 1-19 0,-1 0-58 0</inkml:trace>
  <inkml:trace contextRef="#ctx0" brushRef="#br0" timeOffset="45">12278 2156 17 0,'0'0'0'0,"-12"-13"26"0,12 13-18 0,0 24 2 0,0 36 0 0,-12 11-4 0,12 13-3 0,0-37-1 0,12 11-2 0,0-8 2 0,0-16-2 0,23-9 0 0,1-2 1 0,23 0-1 0,12-10 1 0,109-13-1 0,-73 0 1 0,12 0-1 0,12 0 0 0,0 0 0 0,-12-13 1 0,12 13-1 0,12-11 2 0,-25 11-3 0,-22 0 2 0,-1 0 2 0,-23 0 1 0,-1 0-3 0,-11 0 1 0,-36-12-2 0,-12 12 2 0,-12-11-2 0,-12-13 1 0,12 0-2 0,12-12 1 0,-12-1 0 0,0-9-1 0,12 10 0 0,-12 13 1 0,0 23-1 0,0 34 2 0,10 37 0 0,-10-21-30 0,0-27-24 0</inkml:trace>
  <inkml:trace contextRef="#ctx0" brushRef="#br0" timeOffset="46">13123 2156 11 0,'0'0'5'0,"-13"-13"21"0,2 73-4 0,-12 94-5 0,-2 13-7 0,14-36-2 0,-1-36-2 0,1-35-2 0,11-2-2 0,0-33-1 0,0-13-8 0,-13-12-30 0,13 0-18 0</inkml:trace>
  <inkml:trace contextRef="#ctx0" brushRef="#br0" timeOffset="47">12587 3346 42 0,'-12'0'8'0,"-11"12"10"0,11 34-4 0,12 15-6 0,-13-14 1 0,26-11-3 0,22-12-2 0,37-37-1 0,-13-34 0 0,-23-24-3 0,-36 11 6 0,-13 12 0 0,-23 1-5 0,-10 35-1 0,-14 12-16 0,0 36-75 0</inkml:trace>
  <inkml:trace contextRef="#ctx0" brushRef="#br0" timeOffset="48">12872 3333 95 0,'-11'-23'19'0,"22"23"-19"0,38 0-41 0,-49 0-15 0</inkml:trace>
  <inkml:trace contextRef="#ctx0" brushRef="#br0" timeOffset="49">13110 3262 66 0,'-23'-23'11'0,"46"-1"-4"0,38 0 0 0,-2 11 8 0,-47 26-9 0,-1 24-3 0,2-3-3 0,-37 14 3 0,-11 0 3 0,-1-2-1 0,0-21-2 0,24 0 0 0,12-14 0 0,24-11 0 0,24 0-3 0,10-11 1 0,-9-2-1 0,-13 1-5 0,-25 12-32 0,2 0-45 0</inkml:trace>
  <inkml:trace contextRef="#ctx0" brushRef="#br0" timeOffset="50">13552 3274 54 0,'0'0'15'0,"-48"0"9"0,48 36-11 0,48 0-2 0,-2-12-2 0,-21 10-5 0,-25-9-5 0,-46 0-32 0,-51-14-58 0</inkml:trace>
  <inkml:trace contextRef="#ctx0" brushRef="#br0" timeOffset="51">13396 3299 7 0,'0'0'0'0,"61"-50"42"0,34 16-17 0,36-3-21 0,-48 14-53 0</inkml:trace>
  <inkml:trace contextRef="#ctx0" brushRef="#br0" timeOffset="52">14707 2345 42 0,'0'0'2'0,"-48"48"5"0,24 36-1 0,24-1 2 0,-11-24-1 0,11-23 0 0,11 1-5 0,13-14 0 0,12-12-1 0,47-11 1 0,13 0-2 0,47 0 0 0,12 0 0 0,23 0 0 0,13-11-1 0,-13 11 3 0,-11-12-1 0,0 1-2 0,-48-2 1 0,-24 1 1 0,-24 0-1 0,-23-1 0 0,-12-10 1 0,-12 0 1 0,-14-13-1 0,-10 13 0 0,-10-14-3 0,10 24 2 0,10-21 1 0,3 10-1 0,-13 11 6 0,0 13-2 0,0 61-4 0,12-1-18 0,-12-37-47 0</inkml:trace>
  <inkml:trace contextRef="#ctx0" brushRef="#br0" timeOffset="53">15433 2500 12 0,'-12'-23'16'0,"1"-13"8"0,22 36-18 0,-11 46 10 0,-23 86 1 0,-1 35-5 0,24-35-4 0,13-73-4 0,-13-36-2 0,11-23-18 0,-22 0-70 0</inkml:trace>
  <inkml:trace contextRef="#ctx0" brushRef="#br0" timeOffset="54">14933 3429 27 0,'-24'-25'41'0,"12"25"-29"0,12 50-4 0,-23 21 0 0,23-24 1 0,23-10-5 0,25-26 0 0,-12-35-1 0,-12-36 1 0,-2 1 1 0,-22-1 1 0,-22 13-3 0,-14 23-6 0,-24 36-52 0,48 0-3 0</inkml:trace>
  <inkml:trace contextRef="#ctx0" brushRef="#br0" timeOffset="55">15255 3393 113 0,'-24'-12'6'0,"12"12"-3"0,35 12-18 0,-10-1-73 0</inkml:trace>
  <inkml:trace contextRef="#ctx0" brushRef="#br0" timeOffset="56">15398 3310 33 0,'-11'-11'19'0,"22"-2"-5"0,35-11-5 0,3 11 8 0,-13 3-5 0,-14 10-5 0,-9 35-3 0,-13 13-2 0,-13 0-2 0,-9-14 2 0,10-21-2 0,24-13 1 0,23 12 0 0,13 0 0 0,-12 12-2 0,-12 11 1 0,-13-10 2 0,-35-2 0 0,-12 1 0 0,-23-12-2 0,12-12-12 0,-1 0-44 0,48 0 16 0</inkml:trace>
  <inkml:trace contextRef="#ctx0" brushRef="#br0" timeOffset="57">15850 3393 84 0,'0'0'0'0,"0"24"8"0,36 24-2 0,0-13-4 0,-36-10 1 0,-36 9-6 0,-12-21-44 0,36-13 11 0</inkml:trace>
  <inkml:trace contextRef="#ctx0" brushRef="#br0" timeOffset="58">15802 3322 79 0,'0'-48'20'0,"60"13"-4"0,46 11-15 0,-10 24-25 0,-60 0-51 0</inkml:trace>
  <inkml:trace contextRef="#ctx0" brushRef="#br0" timeOffset="59">17327 2179 3 0,'0'0'7'0,"0"0"-3"0,0 11 9 0,0 14 11 0,-12 46-3 0,-12 12-9 0,24 35-6 0,0-9-2 0,-12-2-1 0,12-36 0 0,0-11 0 0,24-36 0 0,34-14-1 0,27-10-1 0,34-10-1 0,37-1 0 0,-2 11 0 0,24-25-1 0,-11 13 1 0,-24-1 1 0,-25 13-1 0,-22 0 1 0,-60-11-1 0,-12-1 1 0,-24 1-1 0,-11 11-3 0,-26-13-9 0,-11 13-12 0,24 0-34 0</inkml:trace>
  <inkml:trace contextRef="#ctx0" brushRef="#br0" timeOffset="60">18553 2571 13 0,'0'-23'21'0,"12"-1"4"0,0 0-11 0,0 24-1 0,-12 37 1 0,-24 68-9 0,24-9-3 0,12-24-6 0,-12-24-27 0,-24-38-23 0</inkml:trace>
  <inkml:trace contextRef="#ctx0" brushRef="#br0" timeOffset="61">17885 2405 1 0,'0'0'8'0,"13"-12"-4"0,-13 24 8 0,-13 70 12 0,-9 86-11 0,10 24-3 0,12-62-4 0,0-59 4 0,0-35-5 0,0-24-1 0,0-24-2 0,12 1-11 0,-12 11-27 0,-12 0 3 0</inkml:trace>
  <inkml:trace contextRef="#ctx0" brushRef="#br0" timeOffset="62">17506 3525 22 0,'0'-37'23'0,"0"-10"-5"0,11 10-3 0,-22 26 4 0,-2 11-7 0,2 36-7 0,-2 12-3 0,13-25-1 0,24-11 2 0,12-12 1 0,0-24 0 0,-12-10 2 0,-12-3 1 0,-12-10-1 0,-36 23-3 0,0 24-3 0,0 12-24 0,25 23-47 0,11-24 32 0</inkml:trace>
  <inkml:trace contextRef="#ctx0" brushRef="#br0" timeOffset="63">17791 3393 90 0,'0'-12'8'0,"-24"1"2"0,35 11-14 0,2 0-45 0,-13 11-1 0</inkml:trace>
  <inkml:trace contextRef="#ctx0" brushRef="#br0" timeOffset="64">17957 3299 42 0,'0'0'7'0,"0"-25"8"0,13 13-4 0,-13 12 8 0,0 12-6 0,-13 0-6 0,13 35-2 0,0-10-4 0,0 10 2 0,0-23-1 0,25-11 2 0,22-13-2 0,13-25-1 0,-24 25 0 0,-13 12 3 0,-11 24 0 0,-24-1 0 0,12-11-8 0,-12-1-35 0,12-10-53 0</inkml:trace>
  <inkml:trace contextRef="#ctx0" brushRef="#br0" timeOffset="65">18363 3454 47 0,'11'0'8'0,"13"46"15"0,0-10-17 0,-12 0-18 0,-24-24-48 0</inkml:trace>
  <inkml:trace contextRef="#ctx0" brushRef="#br0" timeOffset="66">18363 3393 47 0,'59'-47'9'0,"84"23"-45"0</inkml:trace>
  <inkml:trace contextRef="#ctx0" brushRef="#br0" timeOffset="67">19422 2655 56 0,'-36'0'7'0,"13"37"5"0,23 45-5 0,23 96-2 0,2-118 0 0,10-24-1 0,25-24-2 0,22-12-2 0,25 0 1 0,49-24-2 0,11 11 1 0,-24 13 1 0,-36-11-1 0,-59-12 0 0,-37-1-3 0,-11 0 1 0,-23-24 2 0,-1 2 0 0,12-15 0 0,35 38 1 0,-10 107 2 0,10-2-3 0,-23-11-2 0,0-48-26 0,-23-10-28 0</inkml:trace>
  <inkml:trace contextRef="#ctx0" brushRef="#br0" timeOffset="68">19767 2847 35 0,'-11'-13'20'0,"-1"60"-1"0,-1 72-2 0,13 0-11 0,0-23-3 0,13-49-1 0,-13-35-1 0,12 0-32 0,-12-12-20 0</inkml:trace>
  <inkml:trace contextRef="#ctx0" brushRef="#br0" timeOffset="69">19375 3655 48 0,'0'0'0'0,"-25"-12"14"0,25 49-2 0,25-3-7 0,-1 3 3 0,23-14 1 0,2-35-1 0,10-11-1 0,-48-25 3 0,-11-13-3 0,-23 40-4 0,-24 8-6 0,-2 13-43 0,37 13-16 0</inkml:trace>
  <inkml:trace contextRef="#ctx0" brushRef="#br0" timeOffset="70">19756 3609 86 0,'-25'-13'2'0,"14"26"-74"0</inkml:trace>
  <inkml:trace contextRef="#ctx0" brushRef="#br0" timeOffset="71">19958 3630 34 0,'0'13'7'0,"-12"47"3"0,12-12-9 0,-23-25-45 0</inkml:trace>
  <inkml:trace contextRef="#ctx0" brushRef="#br0" timeOffset="72">19970 3596 10 0,'24'-12'10'0,"24"24"-2"0,-12 22-4 0,-25 16-28 0</inkml:trace>
  <inkml:trace contextRef="#ctx0" brushRef="#br0" timeOffset="73">20244 3714 67 0,'-12'13'15'0,"12"22"-9"0,0 1-7 0,-35-24-9 0,-14 0-47 0</inkml:trace>
  <inkml:trace contextRef="#ctx0" brushRef="#br0" timeOffset="74">20304 3691 60 0,'-24'-36'26'0,"83"1"-91"0</inkml:trace>
  <inkml:trace contextRef="#ctx0" brushRef="#br0" timeOffset="75">21364 2797 30 0,'-12'13'16'0,"-1"35"-3"0,13-1 0 0,0 0-1 0,-11 13-4 0,-1-24-5 0,1 0-1 0,11-24-1 0,11 11-1 0,25-11 1 0,23 1 0 0,25-13-1 0,34-25 1 0,14 13-2 0,45 1 0 0,27-1 0 0,22 1 1 0,-25-2-1 0,-9-11 0 0,-13-35 0 0,-144 23 1 0,-24 0 0 0,2-1 1 0,-13-9-1 0,-24 34 1 0,-1 24 0 0,25 34 0 0,0-9-2 0,0-1-17 0,-22 12-53 0</inkml:trace>
  <inkml:trace contextRef="#ctx0" brushRef="#br0" timeOffset="76">22019 2929 7 0,'0'-24'14'0,"10"12"-2"0,3 0 3 0,-13 72 6 0,-23 47-12 0,23 0-5 0,0-47 2 0,0-36 0 0,0-24-2 0,0 0-11 0,0-11-30 0</inkml:trace>
  <inkml:trace contextRef="#ctx0" brushRef="#br0" timeOffset="77">21733 3548 26 0,'0'-12'19'0,"-36"1"6"0,23 34-10 0,-21 49-5 0,21-12-2 0,26-13-2 0,82-60 3 0,-60-34-1 0,-23-11 0 0,-12 8-5 0,-47 16-3 0,11 34-15 0,0 11-40 0,36 1-8 0</inkml:trace>
  <inkml:trace contextRef="#ctx0" brushRef="#br0" timeOffset="78">21935 3559 53 0,'0'-11'13'0,"0"11"-6"0,12 11-67 0</inkml:trace>
  <inkml:trace contextRef="#ctx0" brushRef="#br0" timeOffset="79">22054 3500 55 0,'0'-23'14'0,"47"23"4"0,13 35-2 0,-36 37-3 0,-24 11-8 0,0-23-3 0,0-25-20 0,-24-12-35 0,13-10 9 0</inkml:trace>
  <inkml:trace contextRef="#ctx0" brushRef="#br0" timeOffset="80">22065 3739 33 0,'0'0'8'0,"13"-36"19"0,46 0-15 0,25-11 3 0,-1 11-1 0,-11-12-2 0,-48 37-1 0,-14-2 0 0,3 49-7 0,10 46-2 0,2 2-1 0,-25-24-1 0,-12-36-39 0,-24-12-58 0</inkml:trace>
  <inkml:trace contextRef="#ctx0" brushRef="#br0" timeOffset="81">22410 3512 92 0,'0'0'0'0,"49"-71"22"0,117 0-26 0,-34 34-82 0</inkml:trace>
  <inkml:trace contextRef="#ctx0" brushRef="#br0" timeOffset="82">9288 3881 2 0,'0'0'0'0,"-11"0"10"0,-1 0-3 0,12 0-1 0,0 0-3 0,23 0 0 0,13 0-1 0,12 0 2 0,12-12 1 0,-2 12-2 0,15 0 0 0,-3 0-2 0,2 0 1 0,1 0-2 0,-3 0 0 0,2 0 0 0,-1 12 1 0,1 0-1 0,-1-12 1 0,13 0-1 0,-13 0 0 0,-11 13 0 0,11-13 1 0,11 0-3 0,-10-13 2 0,0 13-2 0,-1 0 2 0,-23 0 1 0,-24 0-1 0,48-12 0 0,-1 12 0 0,1-12 0 0,11 1 0 0,-24 11 0 0,13 0 0 0,-1-12-1 0,1 12 1 0,10 0 0 0,-10 0-1 0,12 0 1 0,-13 0 0 0,1 12 0 0,10-12 0 0,3 11 0 0,-14-11 0 0,0 0 0 0,13 0-1 0,-1 12 0 0,11-12-1 0,14 0 0 0,-12 0-4 0,11 12 5 0,-1-12 1 0,1 0 0 0,-10 0 0 0,-2 0-1 0,0 0 0 0,12 0 2 0,1 13-1 0,-14-13 1 0,26 0-1 0,-13 0 0 0,-12 0 0 0,12 0-1 0,-12 0 2 0,13 0 0 0,-1 0-1 0,0 0 0 0,24 0 0 0,-24 0 0 0,23 0-1 0,-10-13 1 0,11 13 0 0,-11-12 0 0,11 12 1 0,11 0-2 0,-11 0 1 0,-1 0 0 0,14 0 0 0,-13 0 0 0,11 0 0 0,-10 0 0 0,-1-12 0 0,12 12 0 0,0-11 0 0,0 11 1 0,0 0-1 0,0-12 0 0,11 12 0 0,13 0-1 0,-12-11 1 0,-1 11-1 0,14-13 1 0,-2 13-1 0,13-12 0 0,-2 12 1 0,15 0 0 0,10-12-1 0,0-1 1 0,1 2-1 0,-12-12 2 0,11 11 0 0,1 12-1 0,-1-12-1 0,-10 12 3 0,33-13-2 0,13 2 1 0,0-1-1 0,0 12 0 0,-11 0-1 0,23 0 1 0,-24 0 1 0,24 0-2 0,0 0 0 0,-1-11 1 0,-10-2 0 0,0 13-1 0,-1 0-1 0,-13 0 1 0,2 0-1 0,-12 0 1 0,-13 0 2 0,-34 0-1 0,-38-12 0 0,-24 12-1 0,-81-12-15 0</inkml:trace>
  <inkml:trace contextRef="#ctx0" brushRef="#br0" timeOffset="83">21173 5096 3 0,'12'-13'21'0,"-1"-10"-9"0,14-1-4 0,-25 12 1 0,11 12-5 0,-11 25 2 0,12-2-2 0,24-12 2 0,0-22 1 0,12-25-2 0,-13 12-2 0,13-10-1 0,0-3 0 0,11-10-1 0,0 10 0 0,-22 26-1 0,-14-1 2 0,-12 24-6 0,2-1-40 0,-13-11 7 0</inkml:trace>
  <inkml:trace contextRef="#ctx0" brushRef="#br0" timeOffset="84">21114 5072 8 0,'0'-12'5'0,"0"-12"10"0,10 12-4 0,-10 37 1 0,0 46-7 0,13-24-1 0,-1-23 0 0,12-11 1 0,12-13 0 0,11-37-2 0,13-22 0 0,11 0 1 0,13-1-1 0,-25 12-1 0,1 24-1 0,-48 24 0 0,-12 0 0 0,11 0-76 0</inkml:trace>
  <inkml:trace contextRef="#ctx0" brushRef="#br0" timeOffset="85">9515 4429 2 0,'0'-12'4'0,"0"-23"2"0,24 11 0 0,-12 0 3 0,-12 11 0 0,0 2-1 0,-12 22-5 0,-1 2 0 0,-10 118 4 0,10 12-4 0,2 35-1 0,-1 25 1 0,12 12 0 0,12-2 1 0,-12-11 0 0,11-10-1 0,14-37-1 0,-25-37 2 0,0-10 0 0,0-49-1 0,0-23-1 0,-12-26 0 0,12-20 1 0,-13-51-1 0,-10-33 0 0,23-72-1 0,-13-49-1 0,13-22 0 0,25 21 1 0,-1 72-1 0,-1 14 0 0,-10 0-2 0,-13-12 2 0,0 21 1 0,-13 37-1 0,2 26 0 0,11 11 0 0,0 10 0 0,0 14 0 0,11 23-1 0,-11 0 0 0,0 47 0 0,0 60 1 0,0 59-1 0,-11 73 1 0,-1 47 0 0,12 12 0 0,0-25 0 0,12-23 2 0,-1-35 0 0,-11-72 1 0,0-47 2 0,0-50-1 0,0-21-1 0,0-25 0 0,-11-48-23 0,11-12-73 0</inkml:trace>
  <inkml:trace contextRef="#ctx0" brushRef="#br0" timeOffset="86">9432 6071 0 0,'0'0'6'0,"12"0"-5"0,-12 13 0 0,0-13 0 0,-24 0 2 0,-12 0 4 0,-12 12-1 0,-11 0 2 0,-13 24-1 0,-24-13-4 0,2 13-1 0,-12 0 2 0,-3-12-2 0,14 10 0 0,-12 3 0 0,0-13-1 0,12-1 0 0,-1 2 1 0,25-13 2 0,10 11-3 0,15-23 1 0,21 11-1 0,14-11 0 0,22 0 0 0,14-11 0 0,10-1-3 0,25-11 2 0,-12-2 0 0,11-9 1 0,-11 9-1 0,-1 0 1 0,1 4-1 0,-24 8-2 0,-12 13 3 0,-12-12-1 0,0 12 1 0,0 0-1 0,-12 0 0 0,0 0-1 0,0 0 2 0,0-12-1 0,12 12 2 0,-12 0-2 0,12 0 0 0,-12 0 0 0,12 0 2 0,-12 12 0 0,1-12 1 0,-1 25-3 0,-12-14 1 0,-12 12 0 0,-12-11 1 0,13 13-1 0,-1-2 1 0,0 1-2 0,1-12 2 0,11 0-2 0,-1-1 2 0,14 1-2 0,11-12 2 0,0 11-2 0,0-11 0 0,0 13 0 0,11-13 1 0,-11 0 1 0,13 0-1 0,-1 0 0 0,-12 0 0 0,24 0 0 0,-13 0-1 0,13 12 1 0,12-12 0 0,0 12-1 0,-13-12 1 0,1 0 0 0,0 0 0 0,1 13 0 0,-2-2-1 0,-12 1 1 0,2-12 0 0,-1 23-1 0,-1-23 1 0,1 12 1 0,-12-12-1 0,12 0 2 0,-12 0-13 0,-12 0-57 0</inkml:trace>
  <inkml:trace contextRef="#ctx0" brushRef="#br0" timeOffset="87">6443 6715 22 0,'-13'0'5'0,"-10"0"5"0,23-12-8 0,23 12 0 0,2-12 9 0,10-1-2 0,25 3-6 0,-1-1 0 0,13-14 0 0,-14-11 1 0,3 24 0 0,-1-12 0 0,-13 24-1 0,-23 0-3 0,-1 0 0 0,-23 13-9 0,-11-2-61 0</inkml:trace>
  <inkml:trace contextRef="#ctx0" brushRef="#br0" timeOffset="88">6550 6370 6 0,'-11'-12'21'0,"11"12"-12"0,23 48 1 0,-12 48 4 0,2 34-6 0,10-23 0 0,-11-24-5 0,-1-22-2 0,2-38 0 0,-13-12-9 0,0-11-58 0</inkml:trace>
  <inkml:trace contextRef="#ctx0" brushRef="#br0" timeOffset="89">7169 6276 22 0,'0'-13'8'0,"0"-24"12"0,12 26-17 0,-1 11 4 0,-11 36 5 0,0 35-2 0,13 36-5 0,11-23-2 0,-1-13-1 0,-23-11 1 0,11-26 0 0,2-9-1 0,-13-13 0 0,0-24 0 0,12-23-89 0</inkml:trace>
  <inkml:trace contextRef="#ctx0" brushRef="#br0" timeOffset="90">10431 6287 12 0,'-47'-11'25'0,"12"11"-20"0,24 0 2 0,-2-13 9 0,26 13 6 0,33 0-17 0,14 13-1 0,11-13-1 0,24 11 1 0,1-1-2 0,-1-10-1 0,12 13 0 0,-11-1-1 0,-2-12 1 0,-34 0 0 0,-12-12 0 0,-11 12-1 0,-26 0 2 0,-22-13 1 0,-2 3-2 0,-11-1 1 0,0-2 1 0,24 1-2 0,-12 12 0 0,0-12 2 0,12 12 0 0,0 0-2 0,36 12-1 0,13 13 0 0,8-4 0 0,-44 4 0 0,-13 0 1 0,-13-2 1 0,-10-12-1 0,0 2-5 0,12 11-32 0,-2 10-43 0</inkml:trace>
  <inkml:trace contextRef="#ctx0" brushRef="#br0" timeOffset="91">11980 6525 32 0,'-24'0'10'0,"-12"0"9"0,36 0-14 0,0-12 5 0,36 12-3 0,11-11-3 0,1-2-3 0,12 13 2 0,0-12-2 0,-26 12 4 0,3 0-2 0,-13 0-1 0,-12 0-4 0,0 0 4 0,-12 0-16 0,12 12-29 0,-12-12 2 0</inkml:trace>
  <inkml:trace contextRef="#ctx0" brushRef="#br0" timeOffset="92">12611 6297 32 0,'-12'0'4'0,"0"-21"19"0,12 8-20 0,0 26-1 0,12 45 10 0,-24 14-1 0,12-1-4 0,0 0-4 0,0-35 1 0,0-13-1 0,0-10-1 0,0-13-2 0,12 0-24 0,0-13-44 0</inkml:trace>
  <inkml:trace contextRef="#ctx0" brushRef="#br0" timeOffset="93">12729 9132 5 0,'13'-13'6'0,"-13"13"1"0,12-11 4 0,-1 11-4 0,-11 0-4 0,13 0 2 0,-26-12 17 0,2 12-21 0,-1 0 0 0,-24 0 0 0,1 0 0 0,-25 12 0 0,-11-1-1 0,-12 14 1 0,-1-13 0 0,-11 12 1 0,11-12-2 0,1 11 1 0,0 2 0 0,-1-2-1 0,0-12 0 0,37 2 1 0,35-13-1 0,-35 12 0 0,23-12 1 0,0 12-1 0,24-12 1 0,-12-12 0 0,24 0-1 0,12-24 1 0,0 12 0 0,23-11-2 0,12-1 2 0,1-1-1 0,-13 3 1 0,2 10-1 0,-14 0 0 0,-11 12 1 0,0-12-1 0,-12 12 0 0,-12 12 2 0,12 0-1 0,-12 0-1 0,0 0 3 0,-24 0-2 0,0 12 0 0,0 12-1 0,-11-1 1 0,11 2-1 0,-12 10 0 0,-11-11 1 0,11 0-1 0,0 0 0 0,12-1 0 0,-1-11 0 0,15 13 0 0,-14-14 1 0,24-11-1 0,-12 12 0 0,12-12 1 0,12 0 1 0,0 0-2 0,10 0 0 0,14 11 0 0,13 2 0 0,-2-1 0 0,0 13 0 0,2-14 0 0,10 12 1 0,-11-11-1 0,-12 0 1 0,-24-12 2 0,11 0-2 0,-12 0 0 0,2 0 2 0,-13-12-3 0,-13 12-33 0,-10 25-38 0</inkml:trace>
  <inkml:trace contextRef="#ctx0" brushRef="#br0" timeOffset="94">10372 9500 39 0,'-34'-23'23'0,"21"23"-17"0,13 0 1 0,-12 0 7 0,12-11-5 0,0 11-6 0,25-12-3 0,9 12 1 0,14-12 0 0,-12 12-1 0,-12 0 2 0,-24-13 1 0,11 13-2 0,13 0-6 0,-12 13-27 0,-1 11-23 0</inkml:trace>
  <inkml:trace contextRef="#ctx0" brushRef="#br0" timeOffset="95">10717 9227 34 0,'-23'-24'21'0,"-1"13"-11"0,48 70-8 0,-1 35 8 0,2-21 2 0,-2-14-4 0,1-36-5 0,-12-10-3 0,12 11-85 0</inkml:trace>
  <inkml:trace contextRef="#ctx0" brushRef="#br0" timeOffset="96">13396 9215 26 0,'-34'-12'16'0,"10"1"-7"0,24 11-8 0,24-12 1 0,10 24 7 0,15-12-1 0,34 11-4 0,0-11-2 0,1 12 0 0,-2 0 0 0,-10-12 2 0,-24 0-1 0,-12-12-2 0,-13 12 0 0,-23-12 1 0,-11 12 0 0,-12-23-2 0,-2-1 1 0,-11 12 1 0,24-13-1 0,1 14 0 0,11 11 0 0,11 0-1 0,13 24 0 0,12 13 0 0,11 9 1 0,-22-21-1 0,-25-2 2 0,-25-12 0 0,-22 14-1 0,-13 11-18 0,24 11-63 0</inkml:trace>
  <inkml:trace contextRef="#ctx0" brushRef="#br0" timeOffset="97">14505 9418 18 0,'0'0'0'0,"-12"-12"28"0,1 12-22 0,11-11 7 0,0-2 7 0,11 13-4 0,12-12-11 0,25 0-3 0,23 12 0 0,-11-13 4 0,-12 13 1 0,-1-10-5 0,-10-1-1 0,-26 11-2 0,-11 0-106 0</inkml:trace>
  <inkml:trace contextRef="#ctx0" brushRef="#br0" timeOffset="98">14624 9192 4 0,'-12'0'10'0,"24"0"-3"0,10 48 15 0,-9 11-2 0,10 12-13 0,13-23-6 0,-11 0-7 0,-14-14-34 0,-11-34 18 0</inkml:trace>
  <inkml:trace contextRef="#ctx0" brushRef="#br0" timeOffset="99">15159 9048 74 0,'0'0'0'0,"-11"-11"31"0,35 82-24 0,-1 36 2 0,-12-11 1 0,-11-25-4 0,-11-24-4 0,-1-10-46 0,1-26-25 0</inkml:trace>
  <inkml:trace contextRef="#ctx0" brushRef="#br0" timeOffset="100">7467 11775 22 0,'0'-12'22'0,"0"12"-18"0,-23-11 13 0,-2 11 0 0,1 0-8 0,0 11-6 0,-23 1 1 0,-14-1 2 0,3 14 0 0,-14-13-1 0,13 12 0 0,-13-1-2 0,24-11-2 0,-11 0 0 0,11 1 1 0,12-13 0 0,25 0-1 0,-1 0-1 0,12-13 0 0,0 1 1 0,23-23-1 0,2 11 1 0,-1-13 0 0,11 14-2 0,-12 0 1 0,2-2 2 0,-1 2-2 0,-12 12 2 0,-12-2 3 0,0 1-1 0,-12 12-2 0,12 0 1 0,-13 0-2 0,2 12-1 0,-14 1 1 0,-9 10 1 0,10 13-1 0,-12-1 0 0,23-11-1 0,-10 0 0 0,10 0 0 0,2-12 1 0,11-1-2 0,0-11 3 0,11 12-3 0,25 0 1 0,24 1 0 0,-24-2 0 0,0-11 3 0,-25 0 1 0,2 0-4 0,-1 12-17 0,-12 24-89 0</inkml:trace>
  <inkml:trace contextRef="#ctx0" brushRef="#br0" timeOffset="101">5942 11894 44 0,'-11'-12'16'0,"-1"-11"1"0,24 23-16 0,-1 0 6 0,1 0 10 0,0 23-5 0,1 13-6 0,10 37-3 0,1-27-1 0,-12 2 1 0,-12-24 3 0,0-12-1 0,0-12-4 0,0 12-23 0,0-1-82 0</inkml:trace>
  <inkml:trace contextRef="#ctx0" brushRef="#br0" timeOffset="102">8276 11859 65 0,'-36'-36'22'0,"13"24"-11"0,23 0-10 0,12 12 0 0,-1 0 7 0,25 0-1 0,37 12-4 0,21 0-2 0,2-12 0 0,-25 13 0 0,-11-13-1 0,-25 0 2 0,-23 0-2 0,-12 0 3 0,-25 0-3 0,-10-25 3 0,12 0-3 0,-1 2 1 0,12 12 0 0,24 11-1 0,12 11 0 0,-1 12 0 0,-10 14-1 0,-13 22-43 0,0-34-30 0</inkml:trace>
  <inkml:trace contextRef="#ctx0" brushRef="#br0" timeOffset="103">9420 12109 77 0,'-24'-13'19'0,"-24"-10"7"0,48 23-25 0,12-11-1 0,24 11 4 0,0-13 5 0,11 13-4 0,13-12-3 0,11 12-7 0,13 0-29 0,-25-12-53 0</inkml:trace>
  <inkml:trace contextRef="#ctx0" brushRef="#br0" timeOffset="104">9871 11799 46 0,'-11'0'20'0,"-12"-13"9"0,23 86-27 0,34 34-1 0,-21-24-13 0,-1-23-65 0</inkml:trace>
  <inkml:trace contextRef="#ctx0" brushRef="#br0" timeOffset="105">8181 14679 5 0,'0'0'23'0,"-13"-10"10"0,2 10-16 0,11 0-1 0,0 0-2 0,47 0-10 0,37 0-1 0,11 0-1 0,1 10-1 0,-13-10 0 0,-24 0 0 0,1 13 0 0,-13-13 0 0,-22 0-2 0,-1 0 2 0,-24 0-3 0,0 0-34 0,-24-13 21 0,12-21 7 0,-24-3 6 0,12 26 4 0,0-12 11 0,1 10 2 0,10 1 1 0,13 12-4 0,25 12-1 0,10 1-7 0,1 21 0 0,-12-9 1 0,-12 11-1 0,-24-26-2 0,-37 27-12 0,-33 23-93 0</inkml:trace>
  <inkml:trace contextRef="#ctx0" brushRef="#br0" timeOffset="106">9454 14704 9 0,'0'0'33'0,"-10"0"4"0,-2 0-14 0,12 0-8 0,-12 0-6 0,24 0-3 0,23 0-4 0,13 0 0 0,-24 0-1 0,12 0 0 0,-25 0-25 0,0 12-75 0</inkml:trace>
  <inkml:trace contextRef="#ctx0" brushRef="#br0" timeOffset="107">9801 14561 68 0,'0'0'0'0,"-23"13"39"0,10 34-19 0,1-10-6 0,12-3-10 0,0-10-7 0,0 23-101 0</inkml:trace>
  <inkml:trace contextRef="#ctx0" brushRef="#br0" timeOffset="108">6632 14788 10 0,'0'0'32'0,"-11"-12"3"0,11-1-9 0,0 13-7 0,0 0-9 0,24-11-1 0,24 11-3 0,23-12-1 0,25-12-1 0,-13 12-2 0,-36-13 0 0,-11 15-1 0,-24 10-7 0,-12 10-23 0,0 3-25 0,0-13-2 0</inkml:trace>
  <inkml:trace contextRef="#ctx0" brushRef="#br0" timeOffset="109">6693 14608 24 0,'0'0'30'0,"0"-11"11"0,0-1-9 0,-12 35-15 0,0 48-7 0,0-10-6 0,36 33-1 0,-24-69-3 0,0 0-39 0,12-14-50 0</inkml:trace>
  <inkml:trace contextRef="#ctx0" brushRef="#br0" timeOffset="110">7133 14537 51 0,'0'0'0'0,"0"-23"47"0,0 35-11 0,-13 59-17 0,3 1-12 0,33-12-2 0,-11-1-4 0,-1-24 0 0,-11-24 2 0,0-11-1 0,0 0-15 0</inkml:trace>
  <inkml:trace contextRef="#ctx0" brushRef="#br0" timeOffset="111">6358 17467 37 0,'0'-48'27'0,"-11"84"-4"0,11 23 3 0,0 24-21 0,24 13-3 0,-24-49 3 0,12-23-1 0,-12-11-2 0,0-13 0 0,0-13-14 0,0 13-51 0,0 0 15 0</inkml:trace>
  <inkml:trace contextRef="#ctx0" brushRef="#br0" timeOffset="112">8705 17681 23 0,'0'0'0'0,"-13"-25"31"0,2 14 2 0,11-12-13 0,0 23-12 0,36 0-2 0,36-13-2 0,23 1-1 0,-13 12-21 0,-21 0-78 0</inkml:trace>
  <inkml:trace contextRef="#ctx0" brushRef="#br0" timeOffset="113">9158 17501 28 0,'0'0'19'0,"0"25"22"0,12 71-24 0,-12-1-13 0,0-35-12 0,11-37-79 0</inkml:trace>
  <inkml:trace contextRef="#ctx0" brushRef="#br0" timeOffset="114">26209 10882 255 0,'0'0'0'0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4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2595 6977 20 0,'0'-12'28'0,"0"12"-21"0,0 0-8 0,13 12 2 0,-13-1-1 0,12 14-38 0</inkml:trace>
  <inkml:trace contextRef="#ctx0" brushRef="#br0" timeOffset="1">2918 14561 31 0,'-12'-12'3'0,"0"12"6"0,12-12-3 0,12 1 2 0,-12-1-5 0,0 12-13 0,0 0-40 0</inkml:trace>
  <inkml:trace contextRef="#ctx0" brushRef="#br0" timeOffset="2">6205 7013 9 0,'10'0'34'0,"-10"46"-14"0,0 4-12 0,25-16-2 0,-1-9 2 0,24-37 4 0,-2-24-5 0,3-12-3 0,10-11-2 0,-23 23-1 0,1 36-1 0,-26 0-15 0,-11 24-48 0</inkml:trace>
  <inkml:trace contextRef="#ctx0" brushRef="#br0" timeOffset="3">6121 7871 35 0,'0'0'0'0,"-24"11"24"0,36 12-16 0,12 14-6 0,12-26 1 0,0-22 9 0,-1-13 0 0,25-12-6 0,11 0-6 0,-12 11-19 0,-23 25-47 0</inkml:trace>
  <inkml:trace contextRef="#ctx0" brushRef="#br0" timeOffset="4">6228 8906 43 0,'0'-13'16'0,"-13"-10"-7"0,74-13-9 0,-1 13-55 0</inkml:trace>
  <inkml:trace contextRef="#ctx0" brushRef="#br0" timeOffset="5">6085 9680 45 0,'-23'-12'24'0,"35"-24"-19"0,95-12-30 0,-95 48-7 0</inkml:trace>
  <inkml:trace contextRef="#ctx0" brushRef="#br0" timeOffset="6">6251 10620 11 0,'25'-35'2'0,"35"-1"-11"0</inkml:trace>
  <inkml:trace contextRef="#ctx0" brushRef="#br0" timeOffset="7">6251 11405 40 0,'-11'0'1'0,"47"-23"-4"0,0 12-30 0</inkml:trace>
  <inkml:trace contextRef="#ctx0" brushRef="#br0" timeOffset="8">6300 12228 19 0,'-13'12'-3'0,"26"-12"-12"0</inkml:trace>
  <inkml:trace contextRef="#ctx0" brushRef="#br0" timeOffset="9">6466 13180 50 0,'-11'0'0'0,"-1"12"-9"0,47-12-21 0</inkml:trace>
  <inkml:trace contextRef="#ctx0" brushRef="#br0" timeOffset="10">6430 14133 11 0,'0'-11'-10'0</inkml:trace>
  <inkml:trace contextRef="#ctx0" brushRef="#br0" timeOffset="11">6609 14811 99 0,'-36'0'38'0,"-154"12"-47"0,178 24-96 0</inkml:trace>
  <inkml:trace contextRef="#ctx0" brushRef="#br0" timeOffset="12">9181 6977 6 0,'0'0'0'0,"0"-12"30"0,12 1-19 0,0 11 0 0,1 0-3 0,-2-13-1 0,1 13-1 0,12 13 0 0,-12 34-2 0,-12-10-1 0,11-3-1 0,-11 3-1 0,0 10 2 0,0-23-1 0,0-13-1 0,13-11 2 0,-1-11 0 0,11-13-2 0,25 0 0 0,-12-12 0 0,-2-1-1 0,2 3 1 0,0-3 1 0,-11 3 4 0,-13 21-2 0,0 1-2 0,-1 12-3 0,13 25-9 0,12 9-79 0</inkml:trace>
  <inkml:trace contextRef="#ctx0" brushRef="#br0" timeOffset="13">13040 7025 6 0,'0'0'0'0,"-12"-48"40"0,12 12-26 0,0 24-8 0,0 12-4 0,12 12 4 0,-1 35 1 0,2 24-2 0,-1-10-2 0,-1-13-1 0,1-13-2 0,-1 1 1 0,14-24-2 0,11 1 2 0,10-50 1 0,26 1-1 0,12-12 0 0,0 1-1 0,-13 10 1 0,-11-9 5 0,-14 10 1 0,-21 13-6 0,11 23-39 0,-36 0-8 0</inkml:trace>
  <inkml:trace contextRef="#ctx0" brushRef="#br0" timeOffset="14">-644 15181 255 0,'1'0'0'0,"-12"59"0"0</inkml:trace>
  <inkml:trace contextRef="#ctx0" brushRef="#br0" timeOffset="15">-1524 12764 255 0,'1'0'0'0</inkml:trace>
  <inkml:trace contextRef="#ctx0" brushRef="#br0" timeOffset="16">-1667 13084 255 0,'12'-105'0'0,"13"-3"0"0,70 72 0 0,73 36 0 0</inkml:trace>
  <inkml:trace contextRef="#ctx0" brushRef="#br0" timeOffset="17">-690 12299 255 0,'1'0'0'0</inkml:trace>
  <inkml:trace contextRef="#ctx0" brushRef="#br0" timeOffset="18">-1059 13967 255 0,'1'0'0'0,"118"-71"0"0,345-228 0 0,72 25 0 0,-1 72 0 0,-238 83 0 0</inkml:trace>
  <inkml:trace contextRef="#ctx0" brushRef="#br0" timeOffset="19">8692 15050 10 0,'0'0'17'0,"-22"0"21"0,-2 0-11 0,-1 10-5 0,2 3-7 0,10-13-5 0,62-13-7 0,58 3-1 0,24-2-2 0,-12 12 1 0,-47 0-1 0,-37 0 1 0,-35 0 0 0,-35 0-1 0,-62 12 1 0,-45-2-2 0,-12 15 2 0,33-13-1 0,63-12 7 0,46 0 0 0,60-12-5 0,71 12 0 0,-1 0-2 0,2 0 1 0,-38 0 0 0,-9-12-25 0,-39 12-77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51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2501 7632 10 0,'0'0'19'0,"0"0"6"0,12 0-5 0,12 0-15 0,34-12 1 0,14 0 2 0,12 12-1 0,23 0-4 0,-23-13 0 0,-14 13 1 0,-9-11 2 0,-26-12 0 0,-11 11-2 0,-12 0-2 0,-12-1-1 0,0 13-18 0,0 0-80 0</inkml:trace>
  <inkml:trace contextRef="#ctx0" brushRef="#br0" timeOffset="1">2835 7346 21 0,'0'0'10'0,"-12"-11"12"0,12 11-4 0,0 0-7 0,0 0 3 0,23 0-9 0,25 11-2 0,0 12-1 0,-1 2-1 0,12 11 0 0,1-13 2 0,-13 1-1 0,2 0-2 0,-14-12 1 0,-23-12 1 0,-12 0 2 0,0 0 0 0,-12 0-3 0,-11 11 0 0,-13 37 2 0,-12 0-2 0,13-12 1 0,-1-13-1 0,12 1 0 0,-1 12-18 0,25-12-58 0</inkml:trace>
  <inkml:trace contextRef="#ctx0" brushRef="#br0" timeOffset="2">3763 6394 82 0,'-59'0'-55'0</inkml:trace>
  <inkml:trace contextRef="#ctx0" brushRef="#br0" timeOffset="3">3608 6025 64 0,'-23'-25'2'0,"-1"14"4"0,35-12-3 0,-11 10 17 0,-11 13-4 0,-25 13-7 0,-11 46 0 0,-1 24-3 0,11 24-2 0,37-25-1 0,0 15-1 0,25-14-1 0,142 24-130 0</inkml:trace>
  <inkml:trace contextRef="#ctx0" brushRef="#br0" timeOffset="4">6871 5966 34 0,'0'0'31'0,"-11"-25"-2"0,69 37-17 0,14 48 5 0,0 59-5 0,-24 12-9 0,-48 12-2 0,-48-60-15 0,-83 48-87 0</inkml:trace>
  <inkml:trace contextRef="#ctx0" brushRef="#br0" timeOffset="5">5788 7227 6 0,'0'0'4'0,"0"0"16"0,0 0 1 0,0-13-4 0,0 13-2 0,0 0 5 0,0-11 3 0,24 11-18 0,-2 0-3 0,39 11 0 0,-2-11 1 0,25 0 0 0,23 0-1 0,-1 0-2 0,-21 0 1 0,-14 13-2 0,-23-1 3 0,-25-12-2 0,-23 0 4 0,0 0-3 0,-23-12 2 0,-38 12-3 0,-21 0 3 0,-25 0-4 0,-24 0 3 0,-1 0-3 0,2 0 2 0,34-13-1 0,37 13 3 0,23-11-1 0,36 11 1 0,0 0-4 0,36 0 1 0,23 0 1 0,37-12 1 0,-2 12-3 0,-10 0 3 0,11 0-2 0,-23 0 0 0,-14 0 1 0,-22 0 0 0,-11 0-1 0,-25 0 1 0,-12 0 0 0,-24 12-1 0,-35-1 1 0,-1-11 0 0,-23 13-1 0,0-1 0 0,12 0 1 0,35-12-1 0,24 0 1 0,24 0-2 0,48 0 2 0,23-12-1 0,24 0 0 0,-11-1 0 0,-1 13 1 0,-11 0-1 0,-50 0 0 0,3 0 0 0,-25-11 2 0,0 22-41 0,11 14-54 0</inkml:trace>
  <inkml:trace contextRef="#ctx0" brushRef="#br0" timeOffset="6">6632 9525 2 0,'0'0'0'0,"-46"0"10"0,-1 0-8 0,10 12 3 0,1-12 11 0,25 0 11 0,-1 0-8 0,-1 0-6 0,13 0-7 0,48-12-2 0,24 0-1 0,-1 12 1 0,13-13 1 0,-37 13-2 0,-24 0-2 0,-34 0 2 0,-24 0-2 0,-37 0 1 0,1 0-1 0,-1 0 0 0,36 0 0 0,13 0 1 0,11 0-1 0,47-11-1 0,26 11 0 0,-2 0 0 0,-25 0 1 0,-21 0-2 0,-13 0-1 0,-24 11-82 0</inkml:trace>
  <inkml:trace contextRef="#ctx0" brushRef="#br0" timeOffset="7">10694 8084 11 0,'0'0'23'0,"0"-12"-2"0,0 48 13 0,-11 58-23 0,11 15-2 0,0 21-4 0,23-22 0 0,-12-13-3 0,2-24 1 0,-1-35 0 0,-1-12-2 0,-11-24 4 0,0-24-3 0,0-35 0 0,-11-37 0 0,11-47-1 0,0 13 0 0,-12 9 1 0,-1 16-2 0,13 34 1 0,-11 46 0 0,11 25-2 0,0 25 1 0,0 46 1 0,0 71 3 0,11 49-2 0,-11 12 1 0,0-37 0 0,-11-47-1 0,22-12-1 0,2-36 1 0,-1-35 0 0,-12-49 2 0,0-58-2 0,0-34-2 0,0-63-5 0,0 1 0 0,11 48 1 0,-11 12 2 0,12 24 1 0,-12 59 1 0,0 60-6 0,-12 106 9 0,-24 97 0 0,36-61-2 0,0-47 1 0,0-59 1 0,0-37 1 0,13-24-1 0,-13-45 0 0,12-14-15 0,-1 0-40 0,1 13-39 0</inkml:trace>
  <inkml:trace contextRef="#ctx0" brushRef="#br0" timeOffset="8">10730 8202 5 0,'0'0'14'0,"-13"-10"10"0,13 10-6 0,0 0-1 0,0 0-11 0,13 0-2 0,-13 0-1 0,12 10-1 0,-1-10-1 0,-11 0 3 0,12 0 2 0,-12-10 3 0,11 10-5 0,-11 0 0 0,0 0-2 0,13 0 0 0,-13-11-1 0,12 11 1 0,12-13-2 0,0 13 0 0,0 0 1 0,-14 0-1 0,15 0 1 0,-1 0-1 0,-1 0 1 0,13 0-1 0,1-12 1 0,-3 12 1 0,2 0 0 0,0 0 0 0,-12 0-1 0,0 0 0 0,0-12-1 0,0 12 1 0,0 0 0 0,-1 0 0 0,0 0 0 0,2 0-1 0,-14 0 1 0,14 0-1 0,-1-13 2 0,-2 13-2 0,3 0 1 0,-1 0-1 0,-1 0 0 0,-23 0 0 0,13 0 3 0,-13 0-2 0,12-11 0 0,-12 11-2 0,11 0 2 0,-11 0-2 0,12 11-3 0,-12-11-34 0,0 0-56 0</inkml:trace>
  <inkml:trace contextRef="#ctx0" brushRef="#br0" timeOffset="9">11206 7976 13 0,'0'-11'27'0,"0"11"2"0,0-12-7 0,0 12 6 0,12 0-22 0,0 0-1 0,12 12-3 0,-1-12-1 0,0 11 0 0,2 2 1 0,-1-1-1 0,0 13 0 0,-1-14 0 0,-12 1-1 0,14-12 1 0,-14 0 0 0,14 11-2 0,-1-11 2 0,-12 0-1 0,-1 12 0 0,1-12 1 0,12 0-1 0,-12 0 1 0,-12 0-1 0,0 0 5 0,-12 12-5 0,-12 1 2 0,1 10-1 0,-2-12 0 0,2 26 0 0,-1-3-1 0,-1-9 1 0,14 0-1 0,-12-14 2 0,11 1-1 0,0-1-3 0,-1 2 3 0,13-13 0 0,0 0 0 0,0 0 0 0,0 0 1 0,0 0-2 0,0 0-1 0,0 0-30 0,0 0-57 0</inkml:trace>
  <inkml:trace contextRef="#ctx0" brushRef="#br0" timeOffset="10">10683 8108 7 0,'0'0'0'0,"-13"0"32"0,13 0-31 0,0 0 2 0,-12 0 1 0,0 0 9 0,0-11 0 0,-12 11-6 0,-12-13-3 0,13 13-2 0,-1 0 2 0,-23-12 6 0,-2 12-4 0,2 12-3 0,-24-12-1 0,-1 0 0 0,-12 0-1 0,26 0 3 0,9 0 1 0,26 0-1 0,-1 0-2 0,12 0 0 0,12 0 0 0,0 0-1 0,12-24-1 0,-1 13 1 0,14-12 0 0,-1 10-1 0,12-11 0 0,-12 11 0 0,10 2 0 0,-21-1 1 0,-1 1-1 0,12 11-1 0,-24-12 2 0,0 24-1 0,-13-12 1 0,-10 11-1 0,-13 1 2 0,-12 12-2 0,1 0 3 0,11 0-2 0,-11-12 0 0,23-1-2 0,0 1 2 0,12 0-1 0,12 12 1 0,24-12-1 0,12 12 1 0,-1-12-2 0,-12-12 3 0,-23 0 2 0,0 0-1 0,0 0-7 0,0 0-21 0,0 25-69 0</inkml:trace>
  <inkml:trace contextRef="#ctx0" brushRef="#br0" timeOffset="11">4513 10239 65 0,'-47'-11'21'0,"35"11"-9"0,12-12 4 0,59 0-9 0,37 12-3 0,23 0-2 0,-25 0-1 0,-45 0 2 0,-37 0-1 0,-48 0 1 0,-59 0-1 0,-24 12 0 0,-12-12 0 0,12 0 0 0,71 0 0 0,24 0 0 0,60 0 0 0,47 0 1 0,48 0-1 0,-12 0-1 0,-34 0 1 0,-39 12 0 0,-46-12 0 0,-59 0 0 0,-48 11-2 0,-1-11 1 0,61-11 0 0,47-1 2 0,60 0-3 0,10 12-105 0,-57 12 59 0</inkml:trace>
  <inkml:trace contextRef="#ctx0" brushRef="#br0" timeOffset="12">4466 10869 64 0,'0'0'0'0,"-48"-21"32"0,48 21-11 0,-13-13-4 0,13 1-4 0,61 0-3 0,34-1-5 0,24 2-5 0,-34-1 1 0,-51 12 0 0,-47 12 3 0,-57 12-2 0,-49-12-1 0,24-12 2 0,47 0 0 0,48 0 1 0,36-12-3 0,35 12 0 0,-35 0-51 0,-13 12-45 0</inkml:trace>
  <inkml:trace contextRef="#ctx0" brushRef="#br0" timeOffset="13">10717 10383 48 0,'0'0'5'0,"0"-48"17"0,25 25-4 0,-2-2 6 0,-12 37-14 0,2 72 0 0,-1 46-1 0,-12 25-5 0,0-48 0 0,0-47 0 0,0-26 0 0,0-44 3 0,-12-51-4 0,-1-33-2 0,13-25 1 0,-11-12 0 0,-1 12-1 0,12 23-3 0,0 25-3 0,0 23 0 0,0 35 0 0,0 13 1 0,0 50 1 0,0 44 2 0,0 38 5 0,0-2 4 0,0-23-3 0,0-34-3 0,0-39 0 0,0-22 1 0,0-35 0 0,0-50-1 0,0-21 0 0,0-13-2 0,0 23-3 0,0 25-2 0,0 11 0 0,12 36 1 0,-12 24 0 0,0 12 2 0,0 13 1 0,24 9-49 0,-12-34-10 0</inkml:trace>
  <inkml:trace contextRef="#ctx0" brushRef="#br0" timeOffset="14">10753 10561 17 0,'0'0'28'0,"0"0"6"0,0 0-17 0,-23 0-10 0,-24 11-3 0,-14-11 3 0,-10 13-2 0,0-1-2 0,22 0-3 0,13-12 1 0,13 0 0 0,10-24 0 0,26 11 1 0,-1-10-1 0,12 12-2 0,12-14 2 0,-12 13-1 0,10-1 1 0,-21 3 1 0,-13 10 1 0,-24 0 0 0,-36 23 1 0,13 14 0 0,12-14 0 0,35 13-3 0,10-13 1 0,39 0-12 0,11 2-103 0</inkml:trace>
  <inkml:trace contextRef="#ctx0" brushRef="#br0" timeOffset="15">10801 10417 42 0,'-25'-11'28'0,"25"-1"-22"0,37 12 6 0,11 0 4 0,23 0-9 0,25-11-3 0,-13 11-1 0,-48-13 0 0,-23 1-1 0,-12-11 0 0,-47 0-1 0,11 10 0 0,23 1 2 0,13 24-2 0,25 12 2 0,-1 11-1 0,-12-10 0 0,-24-2-48 0,-1-12-5 0</inkml:trace>
  <inkml:trace contextRef="#ctx0" brushRef="#br0" timeOffset="16">4060 15835 1 0,'0'0'0'0,"13"-13"19"0,-1 3-6 0,-12 10-7 0,11 0 1 0,14 0-4 0,-2 0 0 0,25 0 1 0,-12 10 0 0,23 3 2 0,1-13-2 0,34-13-2 0,-9 13 0 0,9 0 1 0,2 0-1 0,-1-10-1 0,1 10-2 0,-13-12 2 0,24 12 0 0,-12-12 0 0,1 12 0 0,-13 0-1 0,-12 12 0 0,25-12 0 0,23 0 0 0,-12 0-2 0,-1 0 3 0,3 0-1 0,9 0 0 0,0 0 0 0,3 12 0 0,9-2-1 0,2 3 0 0,-13-13 0 0,0 0 1 0,24 12 0 0,-12-12 0 0,0 0 0 0,11 0-1 0,-22 12 1 0,11 1 0 0,-13-2 1 0,14 1-2 0,9-1 2 0,15 2-3 0,-1-13 3 0,0 12-1 0,11 0 1 0,1-1 0 0,12-11-1 0,23 0 0 0,1-11 1 0,-1 11-1 0,0 0 0 0,0 0-1 0,2 0 2 0,22 0-2 0,-12 0-1 0,-11 11 2 0,-2-11-1 0,3 12 1 0,9-12-1 0,2 11 1 0,11 2-1 0,2-13 1 0,-3 12-1 0,-11-12 1 0,13 12 0 0,-1-12-1 0,0 0 2 0,0 0 0 0,1 0-1 0,10 0 0 0,-10 13 0 0,-1-2 1 0,11 1-2 0,-9-12 1 0,10 11 1 0,0 1-1 0,-1 0-1 0,2 1 2 0,10-2-1 0,14 1 0 0,-13-1 3 0,12 2-3 0,-12-13 0 0,1 0 0 0,-13 12 1 0,12-12-1 0,0 0 0 0,-1 0 2 0,14 0 3 0,-13 0 1 0,0 0-2 0,-1 0-3 0,2 0 0 0,-1-12 0 0,0-1 0 0,0 2-1 0,12-1 0 0,-12 1-1 0,11-14 1 0,2 13 0 0,-24 1-1 0,-13 11 1 0,-24 11-1 0,-23-11 2 0,-36 0 6 0,-48 0 1 0,-35-11 0 0,-49-1-5 0,-22 12-100 0</inkml:trace>
  <inkml:trace contextRef="#ctx0" brushRef="#br0" timeOffset="17">3906 16597 46 0,'-35'-23'16'0,"-1"-1"17"0,-12 24-14 0,24 12-8 0,72 0-6 0,71-12-2 0,60 0-2 0,-24 0 0 0,-48 23 0 0,-73-23-1 0,-80 24 3 0,-85-24 2 0,-48 13-3 0,-47-2 0 0,35 1 3 0,108-1 0 0,119-11-3 0,130-11-2 0,73-1 1 0,-13 12 0 0,-71 0-1 0,-85 0 0 0,-116 12 2 0,-97-12 0 0,-49 11 2 0,62 2 0 0,117-26-1 0,98 2-3 0,57 11-54 0,-81 0-39 0</inkml:trace>
  <inkml:trace contextRef="#ctx0" brushRef="#br0" timeOffset="18">5883 8751 7 0,'-13'0'53'0,"2"0"-34"0,11 0-6 0,36 12 0 0,0-12-4 0,35 12-1 0,108 1 7 0,-84-2-10 0,23-11-2 0,2 0-2 0,-13 0 1 0,1 0 0 0,-26-11 0 0,14-14 0 0,-13 13-2 0,-11-1 1 0,-14-10 0 0,3 0 0 0,10-13-1 0,1-12 1 0,-36 13-3 0,-1-13 3 0,1 1 1 0,-23-24 0 0,10 10 0 0,-23 1 0 0,-12 1-1 0,-12 0 0 0,-36-1 1 0,1 12 0 0,-24 14-1 0,-26-16-1 0,3 27 1 0,-24 12 0 0,-2-1-2 0,1 12 1 0,0 23 2 0,12 0-2 0,-1 14 1 0,38-1-2 0,10 12 1 0,-12 11 0 0,25-13 0 0,11 4 0 0,12 9 1 0,13 12-2 0,-1 0 2 0,13-12-2 0,11-22 1 0,11-3 0 0,36 16-23 0,14-27-78 0</inkml:trace>
  <inkml:trace contextRef="#ctx0" brushRef="#br0" timeOffset="19">6979 8943 4 0,'0'0'15'0,"11"0"3"0,-11-13 10 0,0 13-10 0,0 13-11 0,0 21-4 0,0 14-3 0,0 12 3 0,12-1 3 0,0-11 1 0,12 11-4 0,-12 14-1 0,-12 9 0 0,24 12 0 0,-24-10 1 0,12 0 0 0,-12-1 0 0,13 13 0 0,-13-1-1 0,11-1-1 0,-11 2 0 0,0 0 2 0,0 11 0 0,0-25 0 0,10-11-2 0,3 13 1 0,-13 0-2 0,-13 24 0 0,13-13 0 0,-10-1 2 0,10 2-1 0,0 23 0 0,0 0-1 0,-11 12 1 0,11-12-2 0,0-12 3 0,0 1-1 0,11 10 0 0,-11 14 1 0,-11-1 1 0,11-13 0 0,0-10-1 0,11 10 0 0,-11 3 0 0,10 21 1 0,3-11-1 0,-1 0 0 0,12 1-2 0,-12-2 0 0,12 24 0 0,-12 1 1 0,0 13 0 0,0-13-1 0,-1-2-1 0,0 14 0 0,-11 12 1 0,0 23 1 0,0-11-1 0,0-1-1 0,-11-24 2 0,0 1 0 0,11-37 0 0,0-33 1 0,0-50 0 0,0-23-1 0,0-12-2 0,-12-12-44 0,12-12-60 0</inkml:trace>
  <inkml:trace contextRef="#ctx0" brushRef="#br0" timeOffset="20">6811 15336 63 0,'0'0'3'0,"-11"0"-2"0,71 11 19 0,11 12-1 0,0 14-3 0,13-13-5 0,-1-1-5 0,0 25-4 0,-11-12-4 0,-25-12 2 0,-11-1-10 0,-24-12-57 0</inkml:trace>
  <inkml:trace contextRef="#ctx0" brushRef="#br0" timeOffset="21">7574 15204 39 0,'-37'-23'22'0,"3"34"11"0,9 49-15 0,-9 24-6 0,-15 46 5 0,-11-58-7 0,13-14-3 0,11-21-5 0,13-24-5 0,35-13-37 0,-1 0-38 0</inkml:trace>
  <inkml:trace contextRef="#ctx0" brushRef="#br0" timeOffset="22">6979 16038 5 0,'0'-11'20'0,"23"-2"1"0,-23 1 2 0,0 0-3 0,-12 12-5 0,-11 0-4 0,10-13-2 0,-10 2-1 0,-13 11 1 0,1-12-1 0,-14-11-1 0,26-2-1 0,-1 14-2 0,-1 11-1 0,-21 0-1 0,-2-12 1 0,-24 1 0 0,13-2 1 0,0 13-1 0,-2 24-3 0,3 24 2 0,9-13-1 0,2 13-1 0,0 11 0 0,11-11 1 0,12 24-2 0,12-12 2 0,24 11-2 0,24 0-1 0,23-12 2 0,13-34 2 0,-1-2-4 0,24-12 2 0,-11 2-3 0,-2-1 3 0,-9-12 3 0,-14-25-3 0,1 2-1 0,0-1 2 0,-13 0 0 0,1-10 1 0,-13-3 0 0,-11 1-1 0,-12-12 0 0,0 1 1 0,-12-12 2 0,-24-13 0 0,-35 1-1 0,-36 23-2 0,-25-11 0 0,13 47-72 0,59 36-45 0</inkml:trace>
  <inkml:trace contextRef="#ctx0" brushRef="#br0" timeOffset="23">8086 16502 44 0,'-12'0'15'0,"-12"11"11"0,12 14-2 0,-1-13-11 0,38-12-2 0,71 0-3 0,34 12-5 0,-10-12 1 0,-25 0 0 0,-37-24-2 0,-33 12 0 0,-37-1-10 0,-11 13-113 0</inkml:trace>
  <inkml:trace contextRef="#ctx0" brushRef="#br0" timeOffset="24">9944 16526 64 0,'-12'-13'11'0,"-24"2"13"0,24-1-5 0,48 1-8 0,58-2-6 0,15 13 0 0,-39 0-5 0,-81 24 1 0,-1-1-29 0,48 2-74 0</inkml:trace>
  <inkml:trace contextRef="#ctx0" brushRef="#br0" timeOffset="25">11706 16454 49 0,'-36'0'14'0,"-35"0"15"0,35 0-3 0,84-23-13 0,71 23-6 0,24 0-3 0,-60 11-3 0,-59 1 1 0,-37 0-2 0,2-12-29 0,58 13-68 0</inkml:trace>
  <inkml:trace contextRef="#ctx0" brushRef="#br0" timeOffset="26">13076 16513 30 0,'0'0'0'0,"0"0"39"0,-12-23-4 0,-1 12-15 0,26 11-13 0,46 0-3 0,35-13-2 0,27 26-1 0,-50-13 2 0,-35 0 0 0,-36-13-1 0,-24 1-1 0,-1 12-16 0,25 25-88 0</inkml:trace>
  <inkml:trace contextRef="#ctx0" brushRef="#br0" timeOffset="27">14886 16513 82 0,'0'0'3'0,"0"0"10"0,-12 0 2 0,47 0-1 0,49 0-8 0,22 0-2 0,-57-11-2 0,-49 22-7 0,0-11-48 0,0 0-6 0</inkml:trace>
  <inkml:trace contextRef="#ctx0" brushRef="#br0" timeOffset="28">3728 17419 41 0,'-24'-12'21'0,"-1"1"14"0,2-26-6 0,23 24-15 0,48 13-10 0,59 0-1 0,72 0-4 0,-13 0 2 0,-24 0 0 0,-69-22 2 0,-39-14-2 0,-56 23 1 0,-63 2-2 0,-69 11 2 0,-37 11-3 0,-11 26 2 0,83-13 0 0,95-24 1 0,144 0-1 0,118-12 1 0,48 0 0 0,-48 0-2 0,-95 12 0 0,-84-12 0 0,-95 12 4 0,-94 0-2 0,-132 0 1 0,-49 36-5 0,62-24 2 0,165-12 0 0,143 0 2 0,133-24-1 0,81 0 1 0,1 11-2 0,-83 2 0 0,-132 11-1 0,-94 0 4 0,-108-12-1 0,-108 35-2 0,-22 2-1 0,118-13 1 0,143 0 1 0,155-12-1 0,83 0 1 0,11-24 0 0,-92 24-2 0,-134 0 2 0,-131 0-1 0,-69 12 0 0,10 0-9 0,108 10-122 0</inkml:trace>
  <inkml:trace contextRef="#ctx0" brushRef="#br0" timeOffset="29">6539 17467 22 0,'0'0'18'0,"-25"0"15"0,13 0-6 0,12 11-15 0,48-11-6 0,34 12-5 0,3-12-2 0,9 0 3 0,-58 0-2 0,-36 0-45 0,-11 0-16 0</inkml:trace>
  <inkml:trace contextRef="#ctx0" brushRef="#br0" timeOffset="30">8491 17430 41 0,'-12'0'13'0,"0"0"14"0,12 0-3 0,12 13-11 0,48-1-6 0,22-12-4 0,25-12-8 0,1 12-100 0</inkml:trace>
  <inkml:trace contextRef="#ctx0" brushRef="#br0" timeOffset="31">10014 17538 74 0,'-11'0'20'0,"-24"-12"0"0,23 12-10 0,95 0-9 0,60 0-69 0,-107 0 27 0</inkml:trace>
  <inkml:trace contextRef="#ctx0" brushRef="#br0" timeOffset="32">11909 17501 50 0,'0'0'1'0,"-13"0"12"0,37 0-5 0,72 13-13 0,11-13-56 0</inkml:trace>
  <inkml:trace contextRef="#ctx0" brushRef="#br0" timeOffset="33">13445 17501 47 0,'-13'0'17'0,"13"-11"-14"0,84 11-4 0,59 0-27 0,-72 0-5 0</inkml:trace>
  <inkml:trace contextRef="#ctx0" brushRef="#br0" timeOffset="34">15219 17526 79 0,'0'0'0'0,"-24"-25"15"0,12 25-9 0,107 0-12 0,108-11-9 0,59-1-61 0</inkml:trace>
  <inkml:trace contextRef="#ctx0" brushRef="#br0" timeOffset="35">16837 17383 71 0,'-10'-12'9'0,"45"12"-9"0,61 0 0 0,82-12-44 0,-130 12 16 0</inkml:trace>
  <inkml:trace contextRef="#ctx0" brushRef="#br0" timeOffset="36">18374 17359 74 0,'-11'-23'11'0,"70"23"-11"0,60 10-25 0,-34-10-28 0</inkml:trace>
  <inkml:trace contextRef="#ctx0" brushRef="#br0" timeOffset="37">19899 17346 29 0,'11'0'23'0,"73"0"-1"0,70-10-17 0,61 10-49 0,-167 0 18 0</inkml:trace>
  <inkml:trace contextRef="#ctx0" brushRef="#br0" timeOffset="38">21733 17371 141 0,'12'-25'4'0,"83"50"-11"0,119 0-85 0,-167-14 56 0</inkml:trace>
  <inkml:trace contextRef="#ctx0" brushRef="#br0" timeOffset="39">23875 7287 31 0,'-11'-36'16'0,"11"24"-11"0,0 48 2 0,0 35 7 0,-25 23-3 0,25 3-3 0,0-39-4 0,0-8-1 0,0-27 0 0,-10-12-1 0,-26 1 1 0,-48-12-1 0,-47 12 1 0,-23-12-1 0,-1 13 1 0,35-13-1 0,37 0 0 0,59 0-1 0,24-13 2 0,24-11-3 0,23-10 2 0,2-3-3 0,-2 1 0 0,13-12 0 0,-12 25 0 0,-1-1 2 0,-11 12-1 0,-36 0-1 0,12 12 1 0,-24 12 3 0,-24 13-1 0,-34 9 3 0,-3 3-1 0,1-3-1 0,25 3-1 0,11-13 0 0,25-24-1 0,11 23 0 0,11-11-1 0,13 36 0 0,35 13 1 0,-11-15-1 0,0-10 1 0,-24-13 2 0,1-23 1 0,-14 0-1 0,-11 0-2 0,0 0 0 0,0-11-17 0,0 11-113 0</inkml:trace>
  <inkml:trace contextRef="#ctx0" brushRef="#br0" timeOffset="40">3881 9954 15 0,'0'-12'17'0,"13"12"-4"0,10 12 5 0,-10 36 6 0,-1-14-12 0,-12-9-3 0,11-25 2 0,14-25-1 0,46-34-5 0,48-24-3 0,36-24-44 0,-107 71-35 0</inkml:trace>
  <inkml:trace contextRef="#ctx0" brushRef="#br0" timeOffset="41">3799 10513 22 0,'0'0'8'0,"0"36"1"0,36 12 0 0,10-36 8 0,3-24-6 0,45-60-6 0,14 14-18 0,-72 45-49 0</inkml:trace>
  <inkml:trace contextRef="#ctx0" brushRef="#br0" timeOffset="42">3799 11740 46 0,'-24'0'5'0,"60"-12"-3"0,95-72-2 0,-13 13-13 0,-82 58-22 0</inkml:trace>
  <inkml:trace contextRef="#ctx0" brushRef="#br0" timeOffset="43">3847 12835 44 0,'-12'-24'12'0,"71"-47"-11"0,71-37-23 0,-81 74-11 0</inkml:trace>
  <inkml:trace contextRef="#ctx0" brushRef="#br0" timeOffset="44">3751 13668 59 0,'-11'0'1'0,"46"-48"-1"0,84-46-19 0,24 10-5 0,-131 73 9 0</inkml:trace>
  <inkml:trace contextRef="#ctx0" brushRef="#br0" timeOffset="45">3942 14549 56 0,'0'-12'-1'0,"24"-35"-48"0</inkml:trace>
  <inkml:trace contextRef="#ctx0" brushRef="#br0" timeOffset="46">22697 17062 43 0,'0'-13'5'0,"0"-34"17"0,12 0 4 0,0 47-10 0,-12 35-7 0,13 13-4 0,-2-12 0 0,-11-24-1 0,12-1 1 0,-24-22 1 0,1-13-3 0,-14-12 0 0,25 0-2 0,-12 11 1 0,12 3 1 0,0 22-2 0,12 0 1 0,0 12 0 0,1 23 1 0,-13 13-1 0,11 0 0 0,1-1-2 0,-1 1 1 0,-11 23 0 0,0-48 0 0,25-10 2 0,34-60 2 0,72-61-4 0,24 1-1 0,-12 0 1 0,-60 35 0 0,-11 14-1 0,-37 21-2 0,1 13 2 0,-36 24-5 0,-13 36-34 0,-23 47-80 0</inkml:trace>
  <inkml:trace contextRef="#ctx0" brushRef="#br0" timeOffset="47">22673 17097 45 0,'0'0'2'0,"-23"-23"19"0,23 11 2 0,11 24-10 0,13 59-5 0,0-12-4 0,-12-11 2 0,-12-25-2 0,0-23 4 0,0-23-3 0,0-25 0 0,0 1-2 0,0 10 2 0,0 14-3 0,0 12 1 0,0 11-3 0,13 11 0 0,10 25 0 0,1 1 2 0,-1 21-1 0,-11-11 0 0,-1 2 1 0,-11-2 1 0,13-35 0 0,23-36 0 0,71-60 0 0,36-34-3 0,12 10 2 0,-60 37-3 0,-35 12 4 0,-13 23-2 0,-23 13 0 0,-12 10-3 0,-1 13 2 0,-11 13 0 0,-11-2-49 0,11 1-67 0</inkml:trace>
  <inkml:trace contextRef="#ctx0" brushRef="#br0" timeOffset="48">21876 4262 0 0,'0'0'1'0,"-24"-35"9"0,12-26 21 0,24 3-18 0,35 11-2 0,13-3-5 0,10 50 0 0,-34 84-2 0,-23 24 0 0,-13-1-3 0,-36-35 1 0,23-25 0 0,3-34-1 0,20-50 1 0,39-34-1 0,-1-36-1 0,11 23 1 0,-11 25-1 0,-37 23 0 0,-22 36 3 0,-25 60 1 0,-24 59-2 0,24 0-1 0,49-36-1 0,34-23 0 0,25-36 0 0,-1-24-20 0,1-24-60 0</inkml:trace>
  <inkml:trace contextRef="#ctx0" brushRef="#br0" timeOffset="49">22519 4155 79 0,'-37'0'11'0,"26"-12"20"0,35-11-26 0,59-2-3 0,12 2-3 0,-11 12-6 0,-48 22-32 0,-25 1-33 0</inkml:trace>
  <inkml:trace contextRef="#ctx0" brushRef="#br0" timeOffset="50">22578 4310 9 0,'-36'11'17'0,"-11"14"16"0,47-25-22 0,36 0-7 0,58-36-2 0,2 0-2 0,-49 12-15 0,-11 13-45 0</inkml:trace>
  <inkml:trace contextRef="#ctx0" brushRef="#br0" timeOffset="51">23281 3846 8 0,'0'-24'15'0,"0"0"9"0,0 0 6 0,-12 24-10 0,0 36-11 0,-24 60 0 0,0 22-5 0,36 1-2 0,24-35-2 0,36-37 2 0,11-34-1 0,1-38 0 0,-26-46 1 0,-33-25 2 0,-26-22 2 0,-45-13 1 0,-14 83-3 0,1 48-2 0,11 71-24 0,48 13-79 0</inkml:trace>
  <inkml:trace contextRef="#ctx0" brushRef="#br0" timeOffset="52">23626 4036 46 0,'0'-12'11'0,"-12"-1"21"0,12 26-12 0,-12 11-8 0,12-11-7 0,0-13 2 0,0 0-2 0,0 11 0 0,-12 12 1 0,12-10-4 0,0-13 0 0,12-24-2 0,0 24-20 0,0 0-47 0,1 11 7 0</inkml:trace>
  <inkml:trace contextRef="#ctx0" brushRef="#br0" timeOffset="53">23924 3703 6 0,'0'0'4'0,"0"0"20"0,-13-12 0 0,13 12-12 0,0 0-5 0,0 12 2 0,0-12 3 0,0-12-5 0,0-12-4 0,13 12 0 0,10-13 0 0,14 38 1 0,-14 11-1 0,1 23 3 0,-1 1-3 0,-10-12 1 0,-26-12 1 0,-23 12 0 0,2-36-1 0,34 0-1 0,34 11-4 0,38 37 1 0,-12 25 0 0,-36-15 1 0,-72 2 4 0,-35-36 7 0,11-13-3 0,12-22-4 0,37 11-2 0,35 0-22 0,24 23-110 0</inkml:trace>
  <inkml:trace contextRef="#ctx0" brushRef="#br0" timeOffset="54">22185 4894 0 0,'-12'0'2'0,"-47"11"5"0,10 1 7 0,13-1 1 0,2 2-4 0,10-13-4 0,24 12-2 0,0 0-1 0,24-12 0 0,10 0-2 0,15 0 0 0,34-12 0 0,60-36-1 0,60-11-1 0,35-1 0 0,36 1-2 0,24 0 2 0,-13-1-1 0,-12 12 1 0,-46 1 1 0,-60-1 0 0,-24 12 1 0,-48 12 0 0,1-10-1 0,-49-3 0 0,-11 1 5 0,-36-35-1 0,12-36-4 0,-12-23 0 0,0-2-4 0,-12 13 0 0,-12 10 2 0,-12 15 1 0,24 23 0 0,12-13 0 0,-11 36 0 0,11 25-1 0,-12-1 1 0,-1 12 0 0,-21-13 1 0,-3 15-1 0,-35 10 1 0,-71 0 1 0,-59 10 0 0,-49 3-2 0,-10 11 4 0,-12 12 0 0,34 0-2 0,0-1 1 0,26 1 0 0,45-11-2 0,26-2 1 0,11 12-2 0,23 1 0 0,14 12 1 0,11-14-1 0,11 3 1 0,12-1 0 0,-12-12 0 0,38 0-2 0,-3-13 1 0,26 12 0 0,-1 2 0 0,12 0 0 0,-13 9 1 0,2 14-2 0,11 25 1 0,0-27 0 0,24 26 0 0,12-14 1 0,-12 15-2 0,-1-14-1 0,1 14 2 0,-12-2 0 0,12 11 0 0,-1-9 0 0,1-2 0 0,-12-12 0 0,0 0 1 0,-12 1-2 0,12-12 2 0,-12-14-1 0,0-21 1 0,0-1 0 0,0 0-1 0,0 1 0 0,0-13 1 0,0-13 2 0,0 13-31 0,12-12-58 0</inkml:trace>
  <inkml:trace contextRef="#ctx0" brushRef="#br0" timeOffset="55">3692 9418 55 0,'0'0'5'0,"0"-12"9"0,59-24 5 0,61-23-10 0,33 22-72 0</inkml:trace>
  <inkml:trace contextRef="#ctx0" brushRef="#br0" timeOffset="56">10241 8964 8 0,'-12'-21'11'0,"-11"-16"10"0,-49 13 10 0,-12 12-13 0,-10 1-12 0,-25 45-4 0,11 27 0 0,25 22 3 0,23 24 0 0,37 12-3 0,57-24-1 0,63-24 0 0,46-46-2 0,23-25 2 0,-12-59 1 0,-34-25 0 0,-72-24 2 0,-48 1 0 0,-84 12-2 0,-11 37-2 0,-1 58-21 0,49 58-66 0</inkml:trace>
  <inkml:trace contextRef="#ctx0" brushRef="#br0" timeOffset="57">10086 9561 27 0,'-11'0'8'0,"-132"23"28"0,12 48-20 0,35 37-5 0,37 35-7 0,71-24-3 0,47 0 0 0,72-35-3 0,24-50-1 0,-1-80 3 0,-22-50 2 0,-37-35-1 0,-71-35 1 0,-60-2 0 0,-83 74 6 0,-35 70-4 0,-1 83-20 0,59 50-69 0</inkml:trace>
  <inkml:trace contextRef="#ctx0" brushRef="#br0" timeOffset="58">9932 10346 62 0,'-24'-11'12'0,"-83"-1"-11"0,23 59-1 0,-11 25 9 0,24 58 5 0,59 25-10 0,83-13-3 0,36-45-1 0,24-85 0 0,12-84 2 0,-11-59 1 0,-62-24-1 0,-129-142 3 0,-61 261-5 0,2 72-18 0,34 35-71 0</inkml:trace>
  <inkml:trace contextRef="#ctx0" brushRef="#br0" timeOffset="59">9825 10990 31 0,'-72'-24'11'0,"-12"48"-2"0,1 60 13 0,0 71-8 0,59-2-10 0,60-9-2 0,71-39 0 0,49-80-4 0,10-60-1 0,-11-73 4 0,-48-23 1 0,-72-22 0 0,-94-27 1 0,-60 37 8 0,-24 85-8 0,12 92-8 0,47 97-41 0,73-59-7 0</inkml:trace>
  <inkml:trace contextRef="#ctx0" brushRef="#br0" timeOffset="60">9920 11668 72 0,'-24'-37'3'0,"-83"27"5"0,35 57-7 0,1 37 1 0,-12 46 4 0,46 50-3 0,74-25-2 0,69-37-3 0,50-60-1 0,22-68 1 0,1-85 4 0,-36-26 0 0,-109-21 1 0,-68-60 2 0,-98 60 2 0,-11 71-7 0,13 82-27 0,81 36-40 0</inkml:trace>
  <inkml:trace contextRef="#ctx0" brushRef="#br0" timeOffset="61">9848 12443 63 0,'-36'-37'4'0,"-71"24"-1"0,48 74-4 0,-12 70 10 0,-1 58-1 0,59-21-6 0,86-26-1 0,58-58-1 0,46-72-2 0,15-71 2 0,-2-60 3 0,-105-36 2 0,-74-48 1 0,-95-11 3 0,-71 83 4 0,1 95-11 0,23 120-17 0,47 94-71 0</inkml:trace>
  <inkml:trace contextRef="#ctx0" brushRef="#br0" timeOffset="62">9586 13145 0 0,'0'10'6'0,"-11"87"8"0,-1 57-2 0,0 60-7 0,12 25 0 0,-12 35-5 0,-12 12 0 0,-24 47-1 0,-23 25-4 0,11-49-3 0,48-95 5 0,1-83 2 0,34-60 2 0,25-59 4 0,35-24-1 0,60-1 0 0,48-9 7 0,22 22-5 0,-9 0 1 0,9-12-2 0,-93 12-3 0,12-24-3 0,-98 0 4 0,-34-83 1 0,-59-60-1 0,0-118 1 0,-2-120 0 0,38-23-1 0,10 47 2 0,-9 71-4 0,-27 71 2 0,-23 108 8 0,2 72-4 0,-1 36-6 0,-13 23-4 0,13 23-91 0</inkml:trace>
  <inkml:trace contextRef="#ctx0" brushRef="#br0" timeOffset="63">9884 17419 11 0,'0'0'0'0,"-24"11"26"0,24-11 2 0,24 25-13 0,12-13-5 0,22-1-3 0,39-11-3 0,34 12-2 0,1-12 0 0,-50-12 4 0,-34-23-1 0,-25 11 0 0,-12-24 1 0,2-11-2 0,-1-37 0 0,-12-23 0 0,0 0 0 0,-12 12-2 0,-1 36 0 0,-21-1-1 0,-14 1 0 0,0 23-2 0,-11 1 1 0,-13 23 1 0,-23-1-1 0,12 14 1 0,-2 11-2 0,3 0 2 0,11 11 0 0,-13 2 0 0,12 11-1 0,13 0 0 0,12 23 1 0,10 13 0 0,1 11-2 0,25 0 0 0,11 13 0 0,24 95-2 0,-1-95 1 0,2-2 0 0,-13 2 1 0,0-13-3 0,23 0 2 0,-12-35 10 0,26 1-5 0,10-3-5 0,12 3 0 0,1-14 1 0,12 1 1 0,-13-37 2 0,-11-10 0 0,-25-1-5 0,13-11-108 0</inkml:trace>
  <inkml:trace contextRef="#ctx0" brushRef="#br0" timeOffset="64">22781 5263 0 0,'0'0'4'0,"-24"-25"6"0,24 2 2 0,-12 12 2 0,1-2-2 0,11 26-4 0,-25 46-1 0,1 48-2 0,24-13-2 0,24-33-1 0,12-14-1 0,12-11 0 0,-14-36 2 0,3-48 0 0,-37-23 2 0,0-1 2 0,-24-11-2 0,-12 24-1 0,-23 22-2 0,11 26-2 0,12 11-12 0,25 48-43 0,22-37 19 0</inkml:trace>
  <inkml:trace contextRef="#ctx0" brushRef="#br0" timeOffset="65">23233 5359 79 0,'0'0'0'0,"0"-13"20"0,0-11 6 0,0 11-14 0,0 2-5 0,-12 11-7 0,12 24-7 0,24 24-62 0,-12-36 13 0</inkml:trace>
  <inkml:trace contextRef="#ctx0" brushRef="#br0" timeOffset="66">23507 5001 1 0,'0'-12'15'0,"12"-12"2"0,-1 12-4 0,-11 0-1 0,0 24 2 0,-11 36-11 0,-1 11-1 0,12 1 0 0,0-26-2 0,23-9 0 0,13-13 1 0,12-24-2 0,0 24 1 0,11 48-1 0,-48 11 2 0,-11-11 3 0,-34-12 1 0,-2-25 0 0,-12-23 0 0,24 0-1 0,0-12-3 0,24 1-1 0,0 11-9 0,0-13-28 0,12 1-18 0</inkml:trace>
  <inkml:trace contextRef="#ctx0" brushRef="#br0" timeOffset="67">23530 5024 33 0,'-11'-23'24'0,"-1"-13"9"0,24-12-21 0,47 13-7 0,25-13 0 0,11 24 1 0,-47 0 0 0,-36 11-2 0,-12 3-1 0,0 10-2 0,0 0-1 0,-12 0-7 0,12 35-59 0,0-10 10 0</inkml:trace>
  <inkml:trace contextRef="#ctx0" brushRef="#br0" timeOffset="68">13707 16752 10 0,'0'0'0'0,"0"-59"26"0,-12 23 4 0,-24 0-5 0,-12-1-4 0,-11 3-5 0,-36 10-6 0,0 24-3 0,-1 0-2 0,13 58-3 0,-1 26-1 0,13 12-1 0,23 23-1 0,12 0 0 0,25 12-2 0,11-12 1 0,35-12 0 0,37-23-1 0,23-26 3 0,36-45 0 0,12-1 1 0,-12-24 1 0,-12-24 1 0,-24-12 1 0,-23-11 2 0,-13-24 2 0,-47 11 0 0,13-58 2 0,-25-37-5 0,-25-13-1 0,-34 25-2 0,-25 73 0 0,-47 59-3 0,12 57-47 0,95 3-88 0</inkml:trace>
  <inkml:trace contextRef="#ctx0" brushRef="#br0" timeOffset="69">23507 6048 6 0,'0'-23'13'0,"0"-25"22"0,0 0-7 0,0 14-9 0,-13 21-5 0,2 26-5 0,-14 58-4 0,14 34-3 0,22-9-4 0,50-24 1 0,10-60 1 0,12-37 2 0,-35-46 3 0,-24-36 4 0,-37 0 1 0,-46 24-5 0,-12 59-3 0,-1 24-3 0,36 48-46 0,61-24-49 0</inkml:trace>
  <inkml:trace contextRef="#ctx0" brushRef="#br0" timeOffset="70">23971 5811 66 0,'0'0'0'0,"-11"-25"35"0,-2 2-4 0,-10 11-24 0,46 24-26 0,14 23-87 0</inkml:trace>
  <inkml:trace contextRef="#ctx0" brushRef="#br0" timeOffset="71">24281 5632 22 0,'0'-13'7'0,"0"-21"34"0,-12 9-8 0,-12 25-18 0,-22 36-7 0,21 12-4 0,25-25-3 0,12 13 0 0,35-24-1 0,1 13 0 0,0-2-1 0,11 0 1 0,-12 2-2 0,25 70 5 0,-84-48 6 0,-48-11 1 0,-12-12-3 0,14-24-1 0,9-13-3 0,26 2-4 0,23-1-44 0,23 1-57 0</inkml:trace>
  <inkml:trace contextRef="#ctx0" brushRef="#br0" timeOffset="72">24281 5632 68 0,'-36'-47'17'0,"1"-3"20"0,35 4-18 0,12 21-16 0,71 14-7 0,24 11-75 0,-84 0 33 0</inkml:trace>
  <inkml:trace contextRef="#ctx0" brushRef="#br0" timeOffset="73">24614 5405 60 0,'-59'-23'21'0,"35"-25"3"0,60 0-14 0,107 71 16 0,-131 109-13 0,-24 46-7 0,24-82-3 0,46-13-16 0,-9-36-65 0,-49-34 16 0</inkml:trace>
  <inkml:trace contextRef="#ctx0" brushRef="#br0" timeOffset="74">24698 5679 86 0,'-36'-35'26'0,"60"-13"7"0,95-23-17 0,24 23-6 0,-60 12-3 0,-71 36-8 0,-24 0-22 0,0 23-109 0</inkml:trace>
  <inkml:trace contextRef="#ctx0" brushRef="#br0" timeOffset="75">14158 9215 0 0,'-11'0'2'0,"11"0"7"0,-12 0 10 0,-1 12-2 0,3-12-3 0,-2 0-7 0,12 0-3 0,47-12-2 0,0 0-1 0,-11 12 1 0,-12 0 1 0,-59 12 6 0,-1-12-8 0,-12 0 0 0,25 12-1 0,23-12 0 0,10 0 0 0,15 0 1 0,-25-12-4 0,11 24-47 0,-11-12 18 0</inkml:trace>
  <inkml:trace contextRef="#ctx0" brushRef="#br0" timeOffset="76">14122 16668 23 0,'-22'-11'31'0,"-2"-1"14"0,12 1-14 0,12 11-14 0,36-25-11 0,11 13 0 0,13-1-5 0,-24 13 0 0,-25 0-27 0,25 13-102 0</inkml:trace>
  <inkml:trace contextRef="#ctx0" brushRef="#br0" timeOffset="77">14482 16431 65 0,'0'-23'34'0,"-13"57"1"0,-11 50-20 0,12-13-10 0,12-23-1 0,12-36-7 0,-12-1-53 0,0-11-23 0</inkml:trace>
  <inkml:trace contextRef="#ctx0" brushRef="#br0" timeOffset="78">14445 16264 54 0,'-36'-24'8'0,"-59"0"22"0,-12 48-2 0,0 60-15 0,11 58-7 0,25 26-3 0,60-13-3 0,58-25-1 0,72-47 0 0,47-70-2 0,13-73 4 0,-37-48 3 0,-46-46 3 0,-36-49 3 0,-48 13 4 0,-109 93-6 0,-67 87-9 0,-40 81-58 0,156-35-28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59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11694 2429 15 0,'-47'0'16'0,"-12"0"9"0,34 0-16 0,37-13 2 0,35 13 4 0,13-11-4 0,24-1-4 0,81-12-2 0,-33 24-2 0,-1 0-1 0,-47 0 0 0,-50 13-1 0,-21-13-4 0,-13 0-21 0,12-13-61 0</inkml:trace>
  <inkml:trace contextRef="#ctx0" brushRef="#br0" timeOffset="1">12051 2215 30 0,'0'0'0'0,"-48"-12"36"0,48 12-26 0,13 12 0 0,22-12-3 0,25 12 2 0,11-12-5 0,13 11-1 0,-25-11-1 0,-23 12 2 0,-13-12 0 0,-23 24 2 0,-36 24-3 0,-22 46 2 0,-14 2-3 0,-11-24 3 0,35-25 0 0,12-23-3 0,24 0-18 0,12-11-68 0,12-13 49 0</inkml:trace>
  <inkml:trace contextRef="#ctx0" brushRef="#br0" timeOffset="2">12956 2035 66 0,'-35'-23'5'0,"-1"96"3"0,0 69 0 0,23 24-4 0,13-47 2 0,-11-35 0 0,0-38-1 0,11-21-2 0,-12-25 0 0,-12-48-3 0,11-47-1 0,-10 0 0 0,23-144 1 0,23 121-2 0,26-24-1 0,9 10 1 0,14 38 0 0,12 69 1 0,-13 50 4 0,-11 57-2 0,-36 12 2 0,-24 14-2 0,-84-24 2 0,-23-13-1 0,12-47 0 0,59-12 1 0,24-12-2 0,12 48-1 0,59 70 0 0,13 24 0 0,-1-21 1 0,-12-50 2 0,-22-24-2 0,-1-23-21 0,-12-11-69 0</inkml:trace>
  <inkml:trace contextRef="#ctx0" brushRef="#br0" timeOffset="3">13504 2548 86 0,'0'-11'5'0,"36"11"1"0,47-13-4 0,13-34-2 0,-13-25 1 0,-59 1 1 0,-24-13 1 0,-36 49 3 0,0 35-3 0,-35 35-2 0,-1 37 0 0,13 11 1 0,11-11 0 0,36-1 1 0,60-35-1 0,59-12-2 0,48-24-6 0,24-12-25 0,23-13-10 0,-84 14 5 0</inkml:trace>
  <inkml:trace contextRef="#ctx0" brushRef="#br0" timeOffset="4">14659 2405 8 0,'23'-48'23'0,"-10"2"12"0,-13-4-17 0,-49 50-8 0,-58 37-6 0,-11 22 0 0,-13 0-1 0,48-9 1 0,59-4-3 0,35 2-1 0,38-37 1 0,34-11-1 0,12-47-1 0,-11-36 1 0,-14-47-1 0,-21-38-1 0,-27 37 2 0,-22 24 0 0,0 48 1 0,0 35 1 0,0 24 0 0,-22 47 0 0,10 72 1 0,12 36 0 0,34 0 0 0,2-24-2 0,25-12-4 0,-26-36-27 0,-35-47-19 0,0-36 16 0</inkml:trace>
  <inkml:trace contextRef="#ctx0" brushRef="#br0" timeOffset="5">14969 2179 37 0,'12'-12'11'0,"0"1"23"0,-12 34-14 0,0 48-11 0,0 13-4 0,0-13-1 0,0-23-2 0,12-1 0 0,10-23-1 0,3-24 1 0,22-47 0 0,2-14-1 0,9-10 0 0,-22 0-1 0,-11 24 1 0,10 23 1 0,-11 11-1 0,-12 50 2 0,-12 47 0 0,0-2-2 0,12 2 0 0,-12-24-10 0,12-26-47 0,0-34-10 0</inkml:trace>
  <inkml:trace contextRef="#ctx0" brushRef="#br0" timeOffset="6">15922 2096 98 0,'-12'-11'3'0,"-48"-2"11"0,-11 47-12 0,-1 39-2 0,24-14 0 0,25 1 4 0,46-13 1 0,48 1-1 0,37-25-2 0,11-10-2 0,12-49 0 0,-24-23 2 0,-12-25-2 0,1 13 0 0,-48-2 1 0,-36 27-1 0,-24 34-2 0,-60 36 2 0,-11 35 2 0,47 48-1 0,36-11 0 0,72-25-2 0,35-35 3 0,24-24-1 0,12-12-1 0,-23-24 1 0,-14 0 2 0,-59 12-1 0,-23 12-4 0,-24 0-106 0</inkml:trace>
  <inkml:trace contextRef="#ctx0" brushRef="#br0" timeOffset="7">4430 11656 22 0,'0'-12'20'0,"-12"-1"0"0,-1 13-7 0,13 0-6 0,0 25 8 0,0 11-1 0,-22 35-4 0,10 13-3 0,12 10-3 0,0 2-2 0,12 0 0 0,-12-1 0 0,0 12-1 0,0 12 0 0,-12-12 0 0,0 1 1 0,12 10-1 0,0-10 0 0,0-13-1 0,0 12 1 0,12 1 1 0,-12-14-2 0,0-22 2 0,12 22-1 0,0-10 0 0,-2 0 0 0,-10-13-1 0,13-23 1 0,-1 23 0 0,-1-11-1 0,2-1 0 0,-13 0 1 0,12-11-1 0,-12-12 1 0,11 1-1 0,14-3 1 0,10 3 0 0,-11-3-1 0,12-9 0 0,12 0 1 0,11-14 0 0,13-1-1 0,10 3 0 0,25 11 2 0,-11-11-2 0,23-2 1 0,11-11-1 0,-9 12 1 0,21-1-1 0,-22-11-1 0,-1 13 2 0,-12-13 0 0,23 0-1 0,-10 0 1 0,11-13-1 0,-12 13 1 0,-36 0-3 0,1-11 1 0,-13 11 2 0,1-12-2 0,-1 12 2 0,-24-11-1 0,1-2 1 0,-12 1-1 0,-13-13 1 0,13 4-1 0,-12-16 1 0,0-10 1 0,-24-1-1 0,12-36 2 0,0 1-2 0,0 1 2 0,0-2-1 0,1-37 1 0,-2-21-1 0,-1-1 0 0,3 1 0 0,-13 12 2 0,-13-14 0 0,3-11-2 0,-14-36 0 0,12 49-1 0,-12 23 2 0,0-24-1 0,0 12-1 0,12 0-1 0,1 23 1 0,-1 37 0 0,-24 0 0 0,0 11 0 0,12 13 0 0,13 23-1 0,-2 12 2 0,13 12-3 0,-11 12-8 0,-25 47-138 0</inkml:trace>
  <inkml:trace contextRef="#ctx0" brushRef="#br0" timeOffset="8">4252 11668 57 0,'0'-12'15'0,"12"12"2"0,22 0 4 0,63 12-9 0,34-12-4 0,35 13 0 0,0-13-2 0,37-13 1 0,36 1-4 0,-1 12 1 0,0-12-3 0,-24 12 2 0,-23 0-4 0,-36 0 3 0,-13 0-3 0,-11 0 3 0,-35-13-3 0,-13-8 2 0,-11-4 0 0,-37-11 1 0,-12 13 0 0,-10-14-2 0,-13 3 2 0,-24-16-2 0,-47 16 1 0,-26-3 0 0,-33 3-2 0,-13-16 0 0,-23 29 0 0,-13 21 0 0,-47-13-1 0,-12 26 1 0,34-2 2 0,27-1-1 0,11 27-1 0,-2-1-2 0,12 12 2 0,26-14 0 0,35 16 1 0,11-4-2 0,25 13 2 0,36 2-1 0,46-1 3 0,36-13-1 0,37-23 1 0,35-1-1 0,48-23-8 0,-48 0-110 0</inkml:trace>
  <inkml:trace contextRef="#ctx0" brushRef="#br0" timeOffset="9">5431 12774 28 0,'0'0'12'0,"0"-34"28"0,0 22-11 0,-36 12-10 0,-49 36-1 0,-9 35-9 0,11 0-5 0,47-11-4 0,36-1 1 0,36-23 0 0,0-13 1 0,47-10-1 0,11-37-49 0,-58 12-27 0</inkml:trace>
  <inkml:trace contextRef="#ctx0" brushRef="#br0" timeOffset="10">5800 12954 41 0,'0'0'0'0,"-12"-36"25"0,12 13 6 0,-24-25-14 0,12 12-5 0,-13 12-7 0,-21 24-1 0,-14 12 1 0,-11 47 0 0,-26 85-1 0,97-85-3 0,25-36 1 0,11-10 0 0,0-26 0 0,11-21-1 0,1-37-1 0,-12 34 1 0,-13 1 0 0,-11 25-1 0,-1-1 0 0,-11 12 1 0,0 12-1 0,0-1 0 0,0 12 0 0,0 14 0 0,0-1 0 0,0-13 0 0,37-11 0 0,-1-12 1 0,-13-24 1 0,24-10-2 0,2 9 0 0,-14 0 1 0,1 25-1 0,-24 13 0 0,-12-1 0 0,-23 13 1 0,10-25 1 0,13-13-1 0,13-24 0 0,34 14-1 0,12 12 0 0,-11 22 0 0,-24 12 0 0,0 2-1 0,0 0-4 0,-14-2-34 0,26-23-49 0</inkml:trace>
  <inkml:trace contextRef="#ctx0" brushRef="#br0" timeOffset="11">6490 12871 39 0,'0'-13'36'0,"-47"13"9"0,-13 13-26 0,-11 34-11 0,46 1-6 0,25-12-1 0,25-25 1 0,21-11-1 0,3-23-2 0,-1-38-1 0,11-33-4 0,-11-13 2 0,-24 11 4 0,-24 25 1 0,0 35-2 0,0 25 4 0,-24 34-1 0,1 49 3 0,-2 11-3 0,25-1 0 0,12-21-2 0,24-25 2 0,11-24 0 0,-11-37 1 0,12-9-3 0,-36 21 1 0,12 26-2 0,-24 10 1 0,10 13 0 0,-10-13-25 0,-10 0-86 0</inkml:trace>
  <inkml:trace contextRef="#ctx0" brushRef="#br0" timeOffset="12">6669 12561 63 0,'-12'-13'12'0,"12"13"-19"0,12 13-35 0</inkml:trace>
  <inkml:trace contextRef="#ctx0" brushRef="#br0" timeOffset="13">6752 12847 29 0,'0'11'21'0,"12"2"12"0,24-26-10 0,11-10-11 0,1-13-4 0,-25-10-3 0,-10-15-1 0,-13 25-2 0,-13 24 3 0,-34 37 2 0,0 34-3 0,34 12-3 0,13-35 1 0,60-24 0 0,36-24-1 0,-1-12-3 0,-37 12 0 0,-45 48 1 0,-26 0 0 0,13-12-50 0,0-24-16 0</inkml:trace>
  <inkml:trace contextRef="#ctx0" brushRef="#br0" timeOffset="14">7407 12811 81 0,'24'0'23'0,"0"-12"-1"0,-48 0-116 0</inkml:trace>
  <inkml:trace contextRef="#ctx0" brushRef="#br0" timeOffset="15">9324 10930 3 0,'0'-24'7'0,"12"-23"7"0,12 11-6 0,-12-12 9 0,-12 24 5 0,0 60-12 0,-12 96 0 0,0 46-7 0,0-35 0 0,12-49 0 0,-12-46-8 0,24-25-54 0,-12-10 30 0</inkml:trace>
  <inkml:trace contextRef="#ctx0" brushRef="#br0" timeOffset="16">9741 10919 52 0,'0'-13'8'0,"-12"37"1"0,12 36-3 0,-12 47 2 0,0 0-4 0,36-36-3 0,25-23 0 0,-2-37 0 0,-12-11 1 0,1-59-1 0,-12 0 0 0,-24-25 0 0,-24 1 0 0,-12 12-1 0,-23 12 2 0,-1 34-1 0,-12 13-2 0,25 49 3 0,0 22-2 0,47 0-1 0,22 1 1 0,50-25-1 0,24-22 0 0,23-50 0 0,0-22 2 0,-12 0 0 0,-24-1 0 0,-47 49-1 0,-24 34 1 0,0 36 0 0,0 14-2 0,48-27 2 0,-1-21-1 0,13-50 2 0,-26-46 0 0,-21-25 2 0,-61 25 2 0,-47 58-1 0,0 38-6 0,11 47-27 0,72-25-51 0</inkml:trace>
  <inkml:trace contextRef="#ctx0" brushRef="#br0" timeOffset="17">11218 11037 49 0,'-24'-24'4'0,"0"-36"16"0,12 26-2 0,12 21-10 0,12 120 1 0,12 84-5 0,-12 10-1 0,-12-33 0 0,-12-49-2 0,12-59 1 0,-12-49 2 0,12-70-1 0,-24-96-2 0,0-71-3 0,1 23 2 0,46 61 0 0,49 58-2 0,-1 96-1 0,-23 60 0 0,-37 11 3 0,-93 1 1 0,-14 0 0 0,13-38-30 0,70-46-53 0</inkml:trace>
  <inkml:trace contextRef="#ctx0" brushRef="#br0" timeOffset="18">11432 11204 37 0,'0'0'0'0,"0"-12"51"0,47-35-45 0,37-37-4 0,-12-11-1 0,-37 35 1 0,-47 36 1 0,-24 24-1 0,-23 48 0 0,11 23-1 0,25 2 0 0,35-2 0 0,35-37-2 0,37-21 2 0,11-37-1 0,24-59 1 0,-37 11-1 0,-21 49 1 0,-50 23-1 0,-11 34 0 0,-11 27-1 0,11-26 2 0,47-23-1 0,13-36 2 0,0-23-3 0,-37-13 2 0,-23 1-2 0,-59 11 3 0,-13 36-3 0,1 36 1 0,22 48-1 0,49-13-1 0,49-11 0 0,46-36-2 0,24-48 2 0,-23-12 2 0,-13 1 0 0,-12 0 1 0,-24 34 1 0,-34 37 1 0,-13 36-2 0,0-49-1 0,-47 96 1 0,22 14-1 0,2-16 0 0,11-21 0 0,24-36 1 0,-12-36 0 0,-12-60 1 0,12-48-1 0,-13-82-2 0,13 12-1 0,48 58 2 0,36 95-3 0,-25 63 1 0,-35 21 1 0,-60-12 3 0,-36-23-1 0,-10-13 0 0,34-23-18 0,35 0-2 0,62 12 9 0,45 24 7 0,2-36 10 0,-12-36 11 0,-13-10-12 0,12-27-4 0,-11-9-2 0,-1-39 0 0,-22-9 1 0,-15 11-1 0,-34 37 1 0,0 21-1 0,-23 25 0 0,-13 36 2 0,-12 47 0 0,12 49-2 0,13 34 1 0,35 14-2 0,47-37 1 0,2-35-2 0,21-37 4 0,2-23-3 0,-1-24 3 0,0-59-2 0,-36-36 0 0,-22 11 3 0,-37 12-2 0,-12 61 0 0,-36 46-1 0,-12 61 0 0,49 24-2 0,46-24 2 0,62-25 2 0,34-36-2 0,1-23 3 0,-27-23-1 0,-22-25 4 0,-46 12-3 0,-25 1-1 0,-12 24-17 0,-12-2-74 0</inkml:trace>
  <inkml:trace contextRef="#ctx0" brushRef="#br0" timeOffset="19">11051 12824 48 0,'0'0'0'0,"0"-13"7"0,36-11-3 0,-12 1 8 0,-1-13-2 0,1-12-5 0,0-11-3 0,-24 23 0 0,-12-1 1 0,-12 3 2 0,-24-3 0 0,12 26-3 0,-11 22 1 0,-13 26-1 0,13 22 0 0,12 24 1 0,11-11-2 0,12 11-1 0,24-23 0 0,12-25 1 0,11-23 0 0,1-24-1 0,24-59 0 0,-2-11 0 0,-9 9 1 0,-2 14 0 0,-23 23 0 0,0 24-2 0,-24 24 3 0,0 35-2 0,0 13 0 0,12-12 1 0,13 11-1 0,9-34-2 0,2-14 1 0,36-22-2 0,-14-39 3 0,14 4-1 0,-24-26 2 0,0 14-2 0,11-3 3 0,-23 38-1 0,-12 23 0 0,-12 59 0 0,-12 12-1 0,12 13 0 0,12-38 0 0,11-21 0 0,12-25-1 0,13-46 1 0,0-27-1 0,-12 14 1 0,-25 11 0 0,13 12 1 0,-24 13-1 0,0 23 1 0,-12 11-1 0,12 37 0 0,0 0 0 0,24-13-1 0,23 1 1 0,23-36-3 0,15-12 2 0,-2-24 1 0,0-10 0 0,-1-4 0 0,-33 4 0 0,-25-2-1 0,-24 12 1 0,0 1 0 0,-12 11 0 0,-12 0 0 0,0 11 1 0,-13 2-1 0,-11 11 0 0,0 11 2 0,-10 14-1 0,-2 21 0 0,12 27-1 0,0-14 1 0,25-11-1 0,11-36 0 0,36-36 1 0,11-35 0 0,1 11 0 0,-2 12 1 0,-21 36 3 0,-14 59-1 0,2 62-1 0,-13 80-1 0,12 25-2 0,-1-35 0 0,-22-13 1 0,-14-70 1 0,-21-49 1 0,-14-59 3 0,0-35-4 0,24-13-11 0,13-24-42 0,10 26-31 0</inkml:trace>
  <inkml:trace contextRef="#ctx0" brushRef="#br0" timeOffset="20">13266 12573 62 0,'0'0'0'0,"-49"-12"21"0,39-1-12 0,20 2 1 0,-10 11-2 0,0 0-2 0,13 0-3 0,-1 11-1 0,-12 2 1 0,0-1 1 0,0 24-3 0,0 11 1 0,24 0-2 0,-1-22 0 0,26-13 0 0,-14-24 2 0,-12-24-2 0,-10-12 2 0,-13-23-1 0,-13 0 0 0,-34 23-1 0,0 48 0 0,-13 23 0 0,13 37 0 0,23-24-1 0,36 0 1 0,47-47-1 0,24-50-1 0,13-10 1 0,11-12 2 0,-24-1 0 0,-24 36 0 0,-34 48 0 0,-1 48 0 0,-24 83-2 0,0 108 0 0,11 34-1 0,49-70 0 0,-1-109 2 0,-23-57 1 0,-36-74 1 0,-59-34 0 0,-26-13 0 0,27 2-2 0,94-25-20 0,58 11-77 0</inkml:trace>
  <inkml:trace contextRef="#ctx0" brushRef="#br0" timeOffset="21">15135 12537 88 0,'-23'0'3'0,"-13"-12"1"0,72-83-3 0,35-47 0 0,-12-37 1 0,1 36-1 0,-36 84 1 0,-24 70 6 0,-48 96-1 0,12 60-5 0,25-12-1 0,35-48-1 0,47-59 2 0,13-84-4 0,-13-58-3 0,-11-61 2 0,-14-37 0 0,-33 49 2 0,-13 97 3 0,-13 69 3 0,-33 227 2 0,22-119-4 0,0-24-2 0,12-61 2 0,12-46 0 0,12-82-1 0,36-12-2 0,11 33-1 0,-11 72 1 0,-13 62-2 0,37 70 2 0,-1-120 0 0,13-11 0 0,10-47 1 0,-10-26-2 0,-36-10 2 0,-37 12-3 0,-11 0 4 0,0 47-2 0,-23 24 1 0,-13 47-1 0,12 12 0 0,24 1-1 0,11-24 1 0,38-13 0 0,10-23 1 0,14-36-1 0,-3-35 1 0,-10-13-1 0,-12 25 1 0,-1 23 0 0,-36 12 0 0,-11 24 1 0,13 47-2 0,-13 0 0 0,23-9 0 0,2-29 1 0,23-31 0 0,11-14 0 0,-12-36 0 0,13 1 0 0,10 23 0 0,-21 12 0 0,-26 36 1 0,2 24 0 0,-1-1-1 0,-24 1-1 0,11-24-1 0,-22-12-26 0,-25-36-48 0,23 1 29 0</inkml:trace>
  <inkml:trace contextRef="#ctx0" brushRef="#br0" timeOffset="22">16755 11763 50 0,'-36'-23'29'0,"13"-2"-30"0,23 25-65 0</inkml:trace>
  <inkml:trace contextRef="#ctx0" brushRef="#br0" timeOffset="23">14635 12156 116 0,'-35'-12'4'0,"59"-11"-10"0,202-36-14 0,155-25-61 0</inkml:trace>
  <inkml:trace contextRef="#ctx0" brushRef="#br0" timeOffset="24">16934 12167 53 0,'0'0'0'0,"12"13"15"0,11 95-4 0,-23 10 0 0,0-47 5 0,0-71-3 0,24-84-3 0,24-34-7 0,47-1-3 0,23 25-40 0,-33 69-37 0</inkml:trace>
  <inkml:trace contextRef="#ctx0" brushRef="#br0" timeOffset="25">18422 12192 32 0,'0'0'0'0,"0"-25"7"0,23 2-4 0,-23 0 12 0,0-2-1 0,-23 2-8 0,-1-13-3 0,-11 11-2 0,-1 4 0 0,0 8 2 0,-11 13 0 0,-1 0 1 0,0 34-2 0,-11 27 1 0,23-1-2 0,12-26 1 0,36-9-2 0,36-50 1 0,11-21 0 0,25-2-1 0,-1 12 1 0,-47 11 0 0,-13 50 2 0,1 59-2 0,-11 58 0 0,-2 49 0 0,1 24-1 0,-12-60 0 0,-36-73 2 0,-24-59 2 0,1-69 0 0,-12-73-2 0,47-24-2 0,48 12-1 0,47 24-6 0,48-13 0 0,12 24 7 0,-23 50 0 0,-25 21 2 0,-35 14 1 0,-26 47-2 0,-22 23-1 0,13 1 0 0,10-37 0 0,13-23 0 0,13-46 1 0,22-27-1 0,-12 14 1 0,-11 36-1 0,-48 34-1 0,0 37 1 0,0 11 0 0,12-22 0 0,58-26 0 0,15-11 1 0,9-24-1 0,-33-13 1 0,23-45-1 0,-50 34 1 0,-34 13 0 0,-23 11 1 0,-1 24-2 0,0 13 0 0,-12 21 0 0,25 14 0 0,-1 0 0 0,35-13 0 0,13-11-1 0,12-12 1 0,11-12 0 0,13-25 1 0,-1-33-2 0,1 11 3 0,-1 22-3 0,-23 37 1 0,-24 24-1 0,23 0 3 0,-11-24-2 0,13-24 1 0,-26 12-2 0,-23 35 1 0,-48-11 1 0,-12 0-12 0,13-11-94 0</inkml:trace>
  <inkml:trace contextRef="#ctx0" brushRef="#br0" timeOffset="26">21006 12085 103 0,'-107'-23'20'0,"23"23"-17"0,73 11-3 0,35-11 0 0,71-11 1 0,96-2 1 0,23 1-3 0,-37 12 2 0,-32-12 5 0,-62-1-3 0,-48-8-1 0,-23-29 0 0,-72-9-1 0,-10 13-1 0,-3 33 1 0,62 1-1 0,22 12 0 0,73 48-1 0,-12 34 1 0,-13-11 1 0,-59-21 5 0,-47-27 0 0,-37 1-3 0,-47 11-7 0,-12-12-125 0</inkml:trace>
  <inkml:trace contextRef="#ctx0" brushRef="#br0" timeOffset="27">22388 11954 14 0,'0'-24'7'0,"0"-24"8"0,35 13-1 0,-12 24 5 0,-10 57-5 0,-1 63-10 0,12-4-3 0,12-34 2 0,-14-46 2 0,3-50-3 0,11-33 3 0,0-39-1 0,11-33 0 0,-10 84-3 0,-14 9-14 0,1 37-43 0,-24 0 18 0</inkml:trace>
  <inkml:trace contextRef="#ctx0" brushRef="#br0" timeOffset="28">22900 11991 35 0,'0'0'6'0,"0"21"1"0,59-8-1 0,13-36 5 0,-24-1 0 0,-1-24-6 0,-24 0-3 0,-23 13 0 0,0-1 1 0,-11 36-1 0,-14 25 2 0,-22 21 3 0,-13 38-2 0,24-13-3 0,36-12-1 0,25-22 0 0,22-26 0 0,13 1-5 0,0-12-17 0,11-35-33 0,-59 35 27 0</inkml:trace>
  <inkml:trace contextRef="#ctx0" brushRef="#br0" timeOffset="29">23530 11907 5 0,'0'0'0'0,"25"-37"7"0,-14 14 10 0,1-1 9 0,-12 0-10 0,0 11-9 0,-23 13-2 0,-2 13-1 0,-11-1-1 0,25 0-1 0,11-12-1 0,11-12-1 0,-11 12 1 0,0 0-1 0,0 0 1 0,0 0 0 0,0-12 0 0,0 12 1 0,-11 12 5 0,11 13-6 0,36 9-1 0,11 37 0 0,-11 0 1 0,-24 2 4 0,-24-37 0 0,-24-24-2 0,0-36 3 0,25-36-3 0,47-23-1 0,23 11-2 0,25 25-14 0,11 36-22 0,-13-2-24 0,-57 13 38 0</inkml:trace>
  <inkml:trace contextRef="#ctx0" brushRef="#br0" timeOffset="30">23924 11811 7 0,'0'0'24'0,"12"-12"4"0,-1 12-11 0,13 0-4 0,-11 12-2 0,-13 13-4 0,-13-2-4 0,26 25-2 0,-2-14-1 0,25 3 1 0,0-13-1 0,23-14 0 0,-11-20 1 0,0-38-2 0,-1-24 3 0,-11-11-1 0,-24 36 3 0,0 35 0 0,-24 35-1 0,-24 96-3 0,-23 48 3 0,23 35-4 0,12-47 1 0,12-59 0 0,12-61-19 0,-12-47-84 0</inkml:trace>
  <inkml:trace contextRef="#ctx0" brushRef="#br0" timeOffset="31">22924 12990 43 0,'0'-36'5'0,"0"24"8"0,-48 36 7 0,-24 60-4 0,25 0-8 0,11 10-7 0,24-12-1 0,37-32 1 0,9-16-1 0,38-34 0 0,35-34 0 0,-12-39-1 0,25-22 0 0,-13 0 2 0,-59 11-1 0,-25-11 1 0,-23 12 0 0,0 22-1 0,-12 40 2 0,1 55-1 0,-25 85 2 0,0 36-1 0,36-11 0 0,36-39-1 0,0-55 0 0,23-50 1 0,1-37-1 0,11-47 0 0,-23 25-1 0,-13 34 1 0,-23 15-1 0,0 33 0 0,0 14 0 0,1-3 0 0,10-21-2 0,1-1 3 0,11-12-2 0,-11-25 2 0,0-22-2 0,-24-11 1 0,-12-3 0 0,-24 38 0 0,1 10-1 0,-12 49 0 0,10 0 2 0,25 10-2 0,24-9 1 0,25-13-1 0,10-1 1 0,12-10-3 0,13-13 4 0,11-36 0 0,12 0 0 0,-11-10-2 0,-13-4 1 0,-35 3 0 0,-12 35 2 0,-1-11-3 0,-11 23 2 0,12 23-3 0,-12 36 2 0,12 2-1 0,0-26 2 0,-36-10 0 0,-36-2 0 0,1-23-1 0,11-23 2 0,24 10-2 0,12 13 1 0,25 13-1 0,21-2-1 0,38-11 0 0,-1-24 0 0,24-13 1 0,-12-34 2 0,-47 12-1 0,-48 36 3 0,-48 34-1 0,-11 26-2 0,48 22-1 0,34-13 1 0,36-33-2 0,1-1-1 0,-12-24-9 0,-13 12-20 0,-35 12-54 0</inkml:trace>
  <inkml:trace contextRef="#ctx0" brushRef="#br0" timeOffset="32">21935 13990 98 0,'-47'0'8'0,"-73"11"-8"0,156 2-5 0,131-26 13 0,154-34 2 0,96 0-6 0,48-1-1 0,-13 1 1 0,-47 10-1 0,-95 26-4 0,-156-1 1 0,-118 1-13 0,-132 11-35 0,-94 11-18 0</inkml:trace>
  <inkml:trace contextRef="#ctx0" brushRef="#br0" timeOffset="33">22423 14001 31 0,'-35'0'13'0,"-239"60"7"0,119-12-14 0,118-35 2 0,110-13 2 0,142-25-1 0,117-23-5 0,60 0-4 0,14 1 4 0,-37 0 4 0,-60 11 3 0,-94 11-4 0,-95 2-4 0,-110 12-6 0,-81 11-114 0</inkml:trace>
  <inkml:trace contextRef="#ctx0" brushRef="#br0" timeOffset="34">9277 16371 15 0,'0'-13'7'0,"-12"-58"26"0,-1 24-3 0,13 47 4 0,-11 143-22 0,-12 58-6 0,-2-46-1 0,2-47-2 0,11-36-1 0,12-60 1 0,0-72 2 0,0-59-3 0,12-49-4 0,-1-33 2 0,13-1 1 0,12-13 1 0,36 96-2 0,11 94-2 0,-25 75 0 0,-33 80 2 0,-60-11 1 0,-73-24 0 0,1-35-1 0,59-49 1 0,48 26-2 0,37 70-1 0,33 24-1 0,38-25-25 0,-25-22-37 0,-72-60 18 0</inkml:trace>
  <inkml:trace contextRef="#ctx0" brushRef="#br0" timeOffset="35">9658 16752 60 0,'0'0'0'0,"11"0"17"0,37 0 3 0,24-36-12 0,23-35-4 0,-71-12-3 0,-48 47 7 0,-59 36 3 0,-13 48-8 0,49 12 1 0,47-13-4 0,83 0 0 0,60-11-4 0,0-24-5 0,12-12 0 0,1-24 5 0,-14-12 4 0,-59-12 2 0,-72 1-1 0,-22-12 2 0,-37 47 3 0,-36 59-2 0,2 37-2 0,22-1-2 0,60-35-1 0,49-37-1 0,33-34 0 0,0-61 2 0,-10-48-2 0,0-33 2 0,-35 58 1 0,-37 35 2 0,-25 13 0 0,13 23-1 0,0 60 0 0,-23 71 0 0,10 49-1 0,14-14-3 0,22 0 3 0,25-46-3 0,0-47 1 0,12-37 1 0,11-61 1 0,13-33 0 0,-24 44-4 0,-25 4 6 0,-11 34 1 0,-1 24-1 0,-11 47-3 0,0-11 1 0,25 0-2 0,-1-13 1 0,12-24-5 0,35-45-4 0,-12 10-11 0,-11 11-8 0,-24 13 5 0,0 13 12 0,12-13-3 0,-25 0-10 0</inkml:trace>
  <inkml:trace contextRef="#ctx0" brushRef="#br0" timeOffset="36">11325 16538 32 0,'-12'-25'15'0,"12"14"9"0,0-1 3 0,0 24-14 0,-24 48-5 0,12-25-2 0,12 2-4 0,0-3-2 0,0-21-14 0,0-1-25 0,0-12-28 0</inkml:trace>
  <inkml:trace contextRef="#ctx0" brushRef="#br0" timeOffset="37">11289 16466 38 0,'0'-12'2'0,"0"12"35"0,-12 0-9 0,12 36-14 0,-11 24-8 0,11-13-5 0,23-10 0 0,-23-26-13 0,0 12-37 0,0-23-7 0</inkml:trace>
  <inkml:trace contextRef="#ctx0" brushRef="#br0" timeOffset="38">10980 16513 59 0,'0'-11'11'0,"-25"-12"16"0,25 34-9 0,-11 61-12 0,22 0-2 0,38-13-3 0,22-24 0 0,-12-35 1 0,1-47 0 0,-11-25 1 0,-26 1-2 0,0 23 1 0,-23 24-2 0,0 71 0 0,11 24-1 0,14-10 1 0,11-13-2 0,-1-25-25 0,12-11-17 0,2-24-17 0</inkml:trace>
  <inkml:trace contextRef="#ctx0" brushRef="#br0" timeOffset="39">11742 16550 31 0,'12'-24'11'0,"0"-12"39"0,-36 25-23 0,-24 34-17 0,-24 37-5 0,38-1-1 0,34 1-4 0,59-13-2 0,36-23 3 0,0-37-2 0,35-21 1 0,2-50 1 0,-26 25-2 0,-93 23 3 0,-83 60 4 0,21 35-3 0,37-11-1 0,60 11-4 0,35-23-6 0,83-12-34 0,-10-11-44 0</inkml:trace>
  <inkml:trace contextRef="#ctx0" brushRef="#br0" timeOffset="40">13766 16408 87 0,'-12'-13'4'0,"12"1"4"0,-13 12-2 0,-21 71 4 0,-3 37-8 0,26-36 0 0,35-1-1 0,34-37 1 0,-22-21 2 0,25-60 0 0,-26-37 0 0,-11-24-3 0,-24 3 0 0,-59 9 0 0,23 84-4 0,-36 59 1 0,25 25 1 0,23-1 0 0,24-23 0 0,11-12-3 0,14-26 1 0,46-10-3 0,1-34 1 0,-1-14 6 0,12 0 0 0,-11 13 1 0,-24-1 2 0,-25 24 1 0,-11 12-4 0,-1 71-1 0,2 25 0 0,10-25 1 0,-10-12-1 0,23-34 1 0,11-25 2 0,0-48 0 0,25-35-2 0,-24-13 1 0,-12 61-1 0,-24 23-2 0,-12 24-1 0,-12 47 1 0,12 1 0 0,12-13 3 0,47 1-3 0,36-25 2 0,24-10-1 0,-11-26 0 0,-13-34-1 0,-36-12-1 0,-47-24 2 0,-12-1 1 0,-12 47-2 0,-11 37-2 0,-37 25 1 0,0 23 1 0,37 23-1 0,10 1 2 0,26-25 0 0,22 0 1 0,25-22-1 0,23-13 2 0,0-24-4 0,13-36 3 0,-13 0-1 0,-35-23 0 0,-12-1 0 0,-13 1 1 0,0 12-1 0,-10-1 0 0,-13 36 2 0,0 24-4 0,-13-12 3 0,-10 24-2 0,12-12 1 0,11 24 0 0,47 24 0 0,1 35-2 0,-24 1 1 0,-12-25-1 0,-2-35 3 0,51-12 0 0,34-2-5 0,24-20-98 0</inkml:trace>
  <inkml:trace contextRef="#ctx0" brushRef="#br0" timeOffset="41">16434 15812 89 0,'0'0'1'0,"-48"119"-1"0,-35 119 10 0,-1 35-3 0,48 1-6 0,60-83-3 0,25-96 1 0,-15-71 2 0,14-107 1 0,-37-71 1 0,-11-61 0 0,-70 83-4 0,-37 98 1 0,10 45 1 0,63 24-1 0,57-10 0 0,85-14 0 0,23-47 0 0,0-10 2 0,-24 21 0 0,-71 50 3 0,-25 46 1 0,-11 12-4 0,0-36-4 0,24-22-44 0,-24-25-25 0</inkml:trace>
  <inkml:trace contextRef="#ctx0" brushRef="#br0" timeOffset="42">16731 15954 26 0,'0'36'-20'0</inkml:trace>
  <inkml:trace contextRef="#ctx0" brushRef="#br0" timeOffset="43">16909 16550 47 0,'13'-12'27'0,"34"-60"-13"0,25-70-5 0,35-61-4 0,-12-12 2 0,-71 168 11 0,-37 71-16 0,-33 107-3 0,-1 71-1 0,58-35 0 0,25-71 2 0,23-62 1 0,25-68-1 0,-13-87 0 0,0-56-6 0,-11-38 6 0,-37 132 3 0,-23 72 2 0,-47 82-6 0,0 71 2 0,-13 13-1 0,60-37 0 0,36-34-1 0,23-47 3 0,36-50-2 0,25-45 2 0,-13-3 0 0,-25 26-1 0,-82 10 2 0,0 14 5 0,0-1-4 0,0 12-1 0,0 0-5 0,0 48 2 0,13 11-2 0,35-22 2 0,36-3-1 0,22-10 2 0,1-24 0 0,-12-24 0 0,-24 1-1 0,-58 23 1 0,-13 0-2 0,-13 23 1 0,-10 1 0 0,-1-24 2 0,24-12 1 0,24-34-2 0,12-4-1 0,12 50-1 0,-13 37-1 0,25 10-6 0,71-23-9 0,48-48 10 0,-72-60 6 0,-95-21-6 0,-84 45 15 0,-35 95-6 0,-24 132-1 0,37 72-1 0,45-26-10 0,61-129-1 0,0-84-65 0</inkml:trace>
  <inkml:trace contextRef="#ctx0" brushRef="#br0" timeOffset="44">18553 15788 99 0,'-59'-24'-9'0,"10"60"-64"0</inkml:trace>
  <inkml:trace contextRef="#ctx0" brushRef="#br0" timeOffset="45">17029 16157 120 0,'-13'-12'25'0,"38"-12"-33"0,249 12-54 0,-203 12 10 0</inkml:trace>
  <inkml:trace contextRef="#ctx0" brushRef="#br0" timeOffset="46">19577 16109 134 0,'0'-48'8'0,"0"60"-100"0</inkml:trace>
  <inkml:trace contextRef="#ctx0" brushRef="#br0" timeOffset="47">8025 1369 4 0,'0'0'5'0,"13"-35"9"0,-13-1-6 0,-13 24-1 0,3 12 3 0,10 12 1 0,-24 59-1 0,24 36-4 0,-12 96-2 0,12 11-1 0,12-1 1 0,1-33 0 0,-13 0-2 0,0-38 0 0,0-12 0 0,0 0 0 0,-13-33-2 0,1-26 3 0,0-11-2 0,0-12 0 0,0-1-1 0,12 1 2 0,24-25-3 0,-12 1 2 0,24 0 0 0,23-12-1 0,35-12 1 0,38 0-1 0,23-12-1 0,36 1 2 0,11 11-1 0,13 11 0 0,23 1-1 0,36-12 1 0,11-12-2 0,25 24 1 0,-12-1 1 0,10 2-1 0,27-13 0 0,-3 12 1 0,26 0-2 0,0-1 2 0,-26-11 0 0,-9 12 0 0,10-24 1 0,12 1-1 0,-11 11 0 0,-25-12 2 0,-11 12-2 0,12 0 0 0,-13 0 0 0,13-12 0 0,-24-1 0 0,-24 2-1 0,-13 11 0 0,14-12 1 0,-13 12 1 0,-24-11-1 0,-35 11-1 0,-37 0 1 0,-24 11 0 0,-9-11 0 0,-2 0 0 0,-12 0 0 0,-24-11 1 0,-35-14 0 0,-24-34 2 0,-12-49-2 0,23-81-1 0,-24-74-2 0,2 1 2 0,-26 36-2 0,-10 12 1 0,10 23-1 0,26 60 1 0,-1-1-3 0,-24 27 0 0,-11 21 1 0,-13 24 1 0,11 12 0 0,2 25 1 0,-13-1-2 0,-11 12 2 0,-25 0 1 0,-24-1-1 0,-58 13 1 0,-48 0-2 0,-60 13 5 0,-36-13 0 0,-59 0 1 0,-36-13 2 0,-48 2 0 0,-35 11-3 0,-36-23-3 0,-11 11-2 0,-3 0-1 0,-9-12-4 0,-1 12 4 0,12 1 5 0,12-2 1 0,24 26-3 0,36-2 2 0,-49 1 5 0,120-1 1 0,48 26-7 0,35-3 1 0,47 3-1 0,49-13 0 0,36-12 4 0,46 11-6 0,48 2 4 0,38-2-3 0,34 13-40 0,0-24-15 0</inkml:trace>
  <inkml:trace contextRef="#ctx0" brushRef="#br0" timeOffset="48">21352 15419 63 0,'0'-36'19'0,"-13"36"7"0,-21 108-5 0,-15 70-10 0,14-35-4 0,10-36-4 0,14-49-2 0,-1-21-20 0,-1-37-32 0,13-60-16 0</inkml:trace>
  <inkml:trace contextRef="#ctx0" brushRef="#br0" timeOffset="49">21209 15478 13 0,'0'-24'13'0,"-13"-11"4"0,2-14 12 0,11 15-7 0,24 9-7 0,-1 2-2 0,25 0-5 0,11 23-4 0,13 0-1 0,-24 34 1 0,-24 26-1 0,-2-12-1 0,-22 23 1 0,-22-11-1 0,-38-2 0 0,1-8 0 0,47-16-2 0,83 37-2 0,24 13 1 0,-23-13 2 0,-60-23 0 0,-84-12 0 0,-23-24 1 0,12 0-1 0,59-49-13 0,83-9-10 0,72-50 11 0,1 37 8 0,-14 34 4 0,-46 50 11 0,-60 34 5 0,-24 1-5 0,-24-1-9 0,24-23-2 0,48-24 0 0,12-24 0 0,-2-47 0 0,-21-13-2 0,-25-11 1 0,-36 35 0 0,-35 48 0 0,-13 12-1 0,48 12 1 0,36 0-2 0,84-24 1 0,23 0-1 0,11 0 1 0,14-12 0 0,-36 12 2 0,-61 24 0 0,-35 11 2 0,-12 2-2 0,1-3-1 0,22-9 0 0,13-13 0 0,12-1 0 0,0-46-1 0,-12-25 2 0,-1-23-1 0,-23 11 1 0,-13 37-1 0,-33 23-1 0,-26 24 1 0,13 23-3 0,36 1 3 0,10 0 1 0,49-12-1 0,23 11 0 0,1-23-2 0,23-12 1 0,-11-12 0 0,-1-23 3 0,1-14-3 0,-25 2 1 0,-23 23-1 0,0 13 3 0,-12 22-4 0,35 49 2 0,-24 12-1 0,-23-25 2 0,-46-11 0 0,-14-36 1 0,24-36 0 0,24 12 0 0,12 36-3 0,36 24 1 0,36 0-2 0,35-36-1 0,11-36 1 0,-11-35 1 0,-23-37-7 0,13-71 0 0,-63 49 7 0,-22 34 0 0,-24 49 3 0,-22 47 1 0,-15 59-2 0,13 37 1 0,1 35-2 0,10-12 1 0,25-25-3 0,13-10 2 0,34-24 0 0,25-49 0 0,-2-11 0 0,15-34 0 0,-14-38 0 0,-12 23 0 0,-47 15 2 0,12 9-1 0,-24 13 0 0,0 24 0 0,12 13-1 0,-12 9-2 0,0 3 2 0,0-3 0 0,0-9 1 0,0 23-1 0,0-24 0 0,-12 0 0 0,12-24 2 0,0 0 0 0,12-37-1 0,13 3-1 0,9-16 1 0,2 16-2 0,-13 22 1 0,14 0 0 0,-1-1-1 0,-12 26 1 0,-24-1-1 0,0 24 1 0,-12-1 0 0,12 1 0 0,12-24-7 0,-2-12-41 0,3 0-34 0</inkml:trace>
  <inkml:trace contextRef="#ctx0" brushRef="#br0" timeOffset="50">23769 15323 72 0,'-24'-24'4'0,"24"13"0"0,24-1-10 0,-24 24-55 0</inkml:trace>
  <inkml:trace contextRef="#ctx0" brushRef="#br0" timeOffset="51">23019 15431 81 0,'0'0'2'0,"-36"-12"0"0,108 0-2 0,118 0-23 0,-107 12-30 0</inkml:trace>
  <inkml:trace contextRef="#ctx0" brushRef="#br0" timeOffset="52">23984 15788 24 0,'0'0'0'0,"11"-24"10"0,37 0 10 0,-24 12-1 0,-1 1-8 0,-23-14 1 0,0 13-2 0,0-11-4 0,0 12-3 0,-11 11-2 0,-1 0 1 0,-1 0-1 0,-10 0 3 0,-1 11-1 0,1 1 2 0,10-1-3 0,2 1 0 0,11-12-2 0,11 12 2 0,2 1-2 0,-2 10-2 0,-11 25 2 0,0 23 2 0,-11 1 1 0,-2-1 0 0,13-12 0 0,-11-22 0 0,11-37 3 0,11-25-3 0,13-21-1 0,12 9-2 0,-13 1 1 0,2 1-1 0,-14-1 0 0,1 12 1 0,-12 12-2 0,0 37 0 0,-12 46 0 0,-11 59 0 0,-26-10 0 0,2-37 2 0,-13-35 0 0,-12-25 1 0,14-23 0 0,22-47-4 0,23-37-44 0,26-23-62 0</inkml:trace>
  <inkml:trace contextRef="#ctx0" brushRef="#br0" timeOffset="53">23317 15596 43 0,'0'0'12'0,"-12"37"20"0,-12 70-6 0,0 0-20 0,12-35-4 0,12-48-29 0,0-36-26 0,0-13 19 0</inkml:trace>
  <inkml:trace contextRef="#ctx0" brushRef="#br0" timeOffset="54">23400 15502 31 0,'0'-11'42'0,"0"34"-32"0,0 25-79 0</inkml:trace>
  <inkml:trace contextRef="#ctx0" brushRef="#br0" timeOffset="55">20244 15990 59 0,'0'-13'7'0,"-47"-10"6"0,35 23 14 0,35-11-14 0,60 11-6 0,49 0-1 0,-13 0-3 0,-25-12-1 0,-69 0 3 0,-25-12-1 0,-36 1-2 0,11 23-1 0,25 23 0 0,-10 13-1 0,-2 10 0 0,-12 4-57 0,24-39-7 0</inkml:trace>
  <inkml:trace contextRef="#ctx0" brushRef="#br0" timeOffset="56">20434 16800 49 0,'-23'0'10'0,"-1"-11"10"0,12 11 11 0,37-13-25 0,45 13-1 0,50-12-4 0,11 12 2 0,-37-12-1 0,-69 12 2 0,-37-13 1 0,-24-10-3 0,-11 0 1 0,34 23 0 0,13 12-2 0,0 22 0 0,-11 3-1 0,-25-1-42 0,0-13-43 0</inkml:trace>
  <inkml:trace contextRef="#ctx0" brushRef="#br0" timeOffset="57">21399 16645 22 0,'0'-24'19'0,"12"12"17"0,-12 48-10 0,-24 226 1 0,12-154-23 0,1-49-3 0,-25-13-9 0,13-33-33 0,10-26-8 0,13 2 14 0</inkml:trace>
  <inkml:trace contextRef="#ctx0" brushRef="#br0" timeOffset="58">21387 16681 10 0,'0'0'0'0,"0"-47"23"0,0 10 5 0,12-22-8 0,24 11 0 0,0 37-4 0,11 45-6 0,-11 50 2 0,-36 12-7 0,-24-37-1 0,-59-11 0 0,0-48 2 0,47-24-2 0,36 12-2 0,36 60-2 0,47 47-3 0,0 0 1 0,0-48-7 0,-35-22-55 0,-36-13 1 0</inkml:trace>
  <inkml:trace contextRef="#ctx0" brushRef="#br0" timeOffset="59">21935 16894 93 0,'0'0'17'0,"0"-11"13"0,-24 11-12 0,24 0-49 0,24 0-77 0</inkml:trace>
  <inkml:trace contextRef="#ctx0" brushRef="#br0" timeOffset="60">22269 16728 96 0,'-25'0'26'0,"-22"61"0"0,23 21-16 0,24 2-7 0,12-37-2 0,0-34 0 0,-12-13 4 0,-24-60-2 0,1-35-1 0,10-13 1 0,13 1-1 0,36 24-1 0,12 23-2 0,35 24 1 0,-11 36 2 0,-13 0-5 0,-23 13 4 0,0-2-30 0,-36 25-78 0,0-24 74 0</inkml:trace>
  <inkml:trace contextRef="#ctx0" brushRef="#br0" timeOffset="61">22090 16812 81 0,'-48'11'16'0,"60"1"3"0,71-12-14 0,84-12-63 0,-107 1 7 0</inkml:trace>
  <inkml:trace contextRef="#ctx0" brushRef="#br0" timeOffset="62">22745 16835 49 0,'0'0'12'0,"-11"0"29"0,-38 0-34 0,25 0-104 0</inkml:trace>
  <inkml:trace contextRef="#ctx0" brushRef="#br0" timeOffset="63">20423 15419 57 0,'0'-24'19'0,"0"24"-14"0,-60-12 14 0,-23 24-12 0,-12 0 0 0,11 12-1 0,49-14-2 0,24 3-2 0,-2 47 0 0,13 11 0 0,-12 36 1 0,-12 48 2 0,0 36 0 0,12-13-2 0,-12 287 0 0,24-263-4 0,-23 1-2 0,-1-14-1 0,24-57 0 0,0-25 1 0,24-59 13 0,35-1-8 0,48-11 0 0,23-25 0 0,-33-11 1 0,-50-11 1 0,-35-12-16 0,0-2-126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4T07:28:10.6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19399 6787 44 0,'-24'-25'25'0,"-1"2"-1"0,25 12-18 0,0 11-3 0,25-13 2 0,70 1 1 0,108-13-4 0,94 25 0 0,37 0-1 0,-2 0 0 0,-21-21 7 0,-62-4-4 0,-81 0-4 0,-109 25-6 0,-95 50-90 0</inkml:trace>
  <inkml:trace contextRef="#ctx0" brushRef="#br0" timeOffset="1">2549 8131 87 0,'35'-23'6'0,"73"-13"2"0,46-10-6 0,-11 9 3 0,36 24 0 0,35 13-6 0,49 25 1 0,58-13 1 0,36 1 0 0,48-2-3 0,24-11 5 0,35-24-2 0,12-13 0 0,-11-9-2 0,-48-13 1 0,-84 22 0 0,-108-10 4 0,-118 10 10 0,-82 14-4 0,-37-1-5 0,-35 0-34 0,23 24-52 0</inkml:trace>
  <inkml:trace contextRef="#ctx0" brushRef="#br0" timeOffset="2">3871 13835 8 0,'23'-36'72'0,"0"24"-51"0,-10 0-9 0,-1 12-5 0,-1-11-3 0,14 11 0 0,-25-12-1 0,12 12 2 0,-24 0 2 0,0 0-8 0,-24 12 1 0,-13-1 0 0,15 1 1 0,-14 13-1 0,12-2 0 0,24 1 0 0,1 0 0 0,11-11 0 0,0-2 0 0,0 12 0 0,35 1-1 0,13 12 1 0,23 12 0 0,-23 11-2 0,-12 0 4 0,-12 1-2 0,-48-24 1 0,-37-11 2 0,-9-25 4 0,10 0-1 0,36-25-2 0,12 25-3 0,12-12-5 0,0 24-31 0,24 24-64 0</inkml:trace>
  <inkml:trace contextRef="#ctx0" brushRef="#br0" timeOffset="3">4418 13691 58 0,'23'-71'19'0,"2"24"11"0,-14 35-19 0,-11 60-9 0,0 71 3 0,0 12 0 0,-11 11 2 0,11-34 0 0,11-13-3 0,2-35-1 0,34-36-2 0,25-14-2 0,-1-20-33 0,1-38-62 0</inkml:trace>
  <inkml:trace contextRef="#ctx0" brushRef="#br0" timeOffset="4">4205 14038 81 0,'-25'-24'11'0,"73"-12"3"0,47 12-9 0,95-13-43 0,-153 37-9 0</inkml:trace>
  <inkml:trace contextRef="#ctx0" brushRef="#br0" timeOffset="5">5061 14216 37 0,'0'0'5'0,"12"-48"19"0,0 2-5 0,-12-4-11 0,0-8 2 0,0 34-1 0,-12-12-3 0,-12 12-3 0,12 11-1 0,1 13-1 0,-14 0-1 0,2 13-1 0,-13 11 1 0,12 12 0 0,1 0 2 0,-1 10-3 0,0 4 1 0,12-4 2 0,-1 2-2 0,13-24 1 0,13-12 0 0,23-37 3 0,22-9-3 0,-9-3 0 0,-37 26-1 0,12 11 0 0,-12 35 0 0,11 1 0 0,13-12 1 0,12-12-1 0,-1-12 1 0,1-12-1 0,-12-24 1 0,10-46-3 0,-10-26-1 0,13-10 0 0,-25-3 2 0,-12 37 1 0,-12 2 1 0,0 46-1 0,0 24 0 0,0 12-6 0,-12 59 6 0,0 37 1 0,12-13-1 0,-12 1 0 0,12-37 0 0,24-35 2 0,35 24-2 0,-23 24-1 0,-25-1-1 0,-47-34 3 0,-34-14 1 0,10-22 2 0,24-14-1 0,36 25-4 0,36 36 0 0,58 11 1 0,3-34-2 0,-14-38 0 0,11-58 2 0,-21-35 3 0,-3-50-4 0,-21 26 1 0,-37 34 2 0,-12 61 3 0,-36 35-4 0,-25 71-1 0,3 60-1 0,34 12 0 0,36 12 1 0,58-24-1 0,15-71 1 0,-2-35 2 0,24-74 1 0,-35-10 0 0,-48 23-1 0,-24 60 2 0,-36 119 1 0,95-60-5 0,25-23 1 0,-2-48-3 0,-33-24-13 0,-49-47-64 0,0 59 37 0</inkml:trace>
  <inkml:trace contextRef="#ctx0" brushRef="#br0" timeOffset="6">7383 13442 42 0,'0'-48'14'0,"0"-23"18"0,0 24-6 0,0 23-10 0,0 36-13 0,0 95-1 0,0 58 1 0,0-10 0 0,0-59-1 0,-12-37-1 0,1-46 2 0,22-26 1 0,62-34-3 0,-3 47-2 0,-22 72 0 0,-24 11 0 0,-73-36 1 0,-21-34 1 0,-2-37 0 0,25-24 0 0,47 36-2 0,59 12 0 0,25 24-1 0,35 0-7 0,23-1-2 0,-22-23 4 0,-1-11 5 0,-36-25 0 0,-23-22 1 0,-37 8 0 0,-23-9 1 0,0 13 2 0,-11 9 1 0,-25 37 0 0,0 0 1 0,-23 24-1 0,11 23 0 0,12 13-2 0,12 1-1 0,24-27 0 0,12-22 1 0,24-12 0 0,24-46 0 0,-14 21-1 0,3 0 0 0,-25 14 0 0,-12 35 0 0,-12 13 0 0,11-3-1 0,13-10 2 0,12 12-1 0,0-25 1 0,11-11 0 0,13-34 0 0,-12 9-1 0,-1-21 1 0,1-27-1 0,-12 2 1 0,-26 35 0 0,-10 24 0 0,0-1-2 0,0 50 1 0,13 10-1 0,23 37 1 0,-24-13-1 0,-1-23 2 0,-47-25 1 0,-10-23 1 0,-2-11-3 0,24-25-21 0,36 12-78 0</inkml:trace>
  <inkml:trace contextRef="#ctx0" brushRef="#br0" timeOffset="7">8824 13907 73 0,'0'-11'12'0,"0"11"9"0,24-25-12 0,12 13-6 0,12-12 2 0,-14-12-1 0,-21 12-1 0,11-23 0 0,-24 23 0 0,-24 11 0 0,-35 38-1 0,11 23-1 0,36 23 0 0,48-10 0 0,23-27 0 0,1-22-1 0,-12-37 2 0,-13 4-1 0,-24-16-25 0,-11 24-72 0</inkml:trace>
  <inkml:trace contextRef="#ctx0" brushRef="#br0" timeOffset="8">6145 14072 41 0,'-24'-11'34'0,"24"-1"-5"0,12 12-19 0,36 0-3 0,11-11 0 0,13-26-3 0,-13 3-1 0,-23-16 1 0,-36 29-2 0,0-16 0 0,-36 13-1 0,-23 1 0 0,11 23 0 0,-11 23 0 0,11 38 0 0,24 21-2 0,24 12 2 0,48-33-1 0,47-14 2 0,23-47 0 0,2-35-1 0,-36 12 0 0,-50 10-1 0,-21 1-24 0</inkml:trace>
  <inkml:trace contextRef="#ctx0" brushRef="#br0" timeOffset="9">10349 13680 72 0,'10'-12'5'0,"3"-23"14"0,-26 22 5 0,-33 26-14 0,-38 45-5 0,1 3-2 0,47 10-1 0,36-23-2 0,60-12 1 0,35-26 0 0,-1-10 0 0,49-34-1 0,1-14 0 0,-37-12-1 0,-47-24 1 0,-24-21 0 0,-24-16-1 0,0 16-1 0,-2 44 1 0,-10 38 0 0,-10 23 1 0,-14 59-2 0,-12 71 3 0,12 25 0 0,48-23 0 0,36-61 0 0,-14-48 0 0,39-10 0 0,-14-49-17 0,-12-23-83 0</inkml:trace>
  <inkml:trace contextRef="#ctx0" brushRef="#br0" timeOffset="10">11456 13752 32 0,'0'0'5'0,"0"0"13"0,23-11 5 0,13-14-11 0,-24-11-3 0,-12 1-1 0,0 10-4 0,0-22 0 0,-23 0 0 0,-2 23 0 0,2 12-1 0,-26 24-2 0,3 22 0 0,-26 39 1 0,26-2 0 0,9-10-1 0,25-3 0 0,12-11 0 0,0-22 0 0,36-25 0 0,11-36 1 0,12-12-2 0,1 2 1 0,-13 21-1 0,-22 13 1 0,-14 36 2 0,2 23 0 0,-1-23-2 0,-12 12 1 0,11-12-2 0,-11-12-9 0,0 0-25 0,12-24-64 0</inkml:trace>
  <inkml:trace contextRef="#ctx0" brushRef="#br0" timeOffset="11">11944 13549 56 0,'0'0'0'0,"12"-34"24"0,-12 9 6 0,0 13-16 0,-36 12-5 0,-24 24-6 0,24 10-2 0,36 16-1 0,61 21 0 0,-15 0 0 0,-21-24 0 0,-25-23 0 0,-25 0 1 0,-33-12-1 0,-27-1-3 0,39-11-10 0,70-34-12 0,23-3-51 0</inkml:trace>
  <inkml:trace contextRef="#ctx0" brushRef="#br0" timeOffset="12">12230 13573 12 0,'0'0'0'0,"60"-58"56"0,-48 33-29 0,-48 0-7 0,-25 38-8 0,4 35-5 0,44 12-6 0,72-1-2 0,25 0 1 0,-25-11 0 0,-59-13 1 0,-71-10 0 0,-13-25 0 0,37 0-1 0,83-37-12 0,59-10-3 0,12-24 5 0,-12 34 10 0,-47 26 12 0,-48 59 2 0,0 11-10 0,0 0-5 0,11-35-26 0,2-24-52 0</inkml:trace>
  <inkml:trace contextRef="#ctx0" brushRef="#br0" timeOffset="13">12623 13310 88 0,'-36'-34'16'0,"-11"34"-1"0,47 0-29 0,35 0-57 0</inkml:trace>
  <inkml:trace contextRef="#ctx0" brushRef="#br0" timeOffset="14">13099 13264 55 0,'0'-48'12'0,"11"-47"2"0,2 35 10 0,-37 24-9 0,-35 36-8 0,-1 84-3 0,24 59-2 0,13 59-2 0,23 48 1 0,0-24 2 0,-13-47-2 0,2-72-1 0,-1-46-17 0,12-50-41 0,-13-11 17 0</inkml:trace>
  <inkml:trace contextRef="#ctx0" brushRef="#br0" timeOffset="15">12765 13668 53 0,'0'0'0'0,"0"0"15"0,84 0-5 0,59-11-7 0,24-13-3 0,-37-12 1 0,-70 0 6 0,-60 24 7 0,-11 36-10 0,-2 36-3 0,26-2-1 0,-13-21-14 0,0-1-34 0,0-25 24 0</inkml:trace>
  <inkml:trace contextRef="#ctx0" brushRef="#br0" timeOffset="16">13302 13347 40 0,'-13'-48'12'0,"38"36"-18"0,-14 12-31 0</inkml:trace>
  <inkml:trace contextRef="#ctx0" brushRef="#br0" timeOffset="17">13492 13680 46 0,'0'0'2'0,"24"0"16"0,37-35-4 0,-4-24-7 0,-21-12 1 0,-36 10-1 0,-23 38-3 0,-26 34-2 0,3 37-2 0,10 23-1 0,36 13 2 0,24-25-2 0,34-35 2 0,14-24-1 0,24-60 1 0,-24 12-1 0,-25 37 0 0,-10 35 0 0,-26 23 0 0,-11 1 0 0,0-48 1 0,12-12 2 0,12-36 3 0,11-23-3 0,1 10-3 0,24 40-17 0,23 21-38 0,-72 0 20 0</inkml:trace>
  <inkml:trace contextRef="#ctx0" brushRef="#br0" timeOffset="18">14373 13442 41 0,'-11'0'10'0,"-1"-24"18"0,-37 24-9 0,38 13-15 0,35 34-3 0,24 48 0 0,-37 0-2 0,-34-59 5 0,-60-24 3 0,10-12-5 0,50-12-15 0,35 12-69 0</inkml:trace>
  <inkml:trace contextRef="#ctx0" brushRef="#br0" timeOffset="19">15099 13549 64 0,'-72'-23'26'0,"38"23"-12"0,22 10-4 0,71-10-6 0,107 13-3 0,38-13-1 0,-50-13 1 0,-82-8 0 0,-72-4 4 0,0 0-7 0,-13 25-35 0,2-11-41 0</inkml:trace>
  <inkml:trace contextRef="#ctx0" brushRef="#br0" timeOffset="20">15469 13383 20 0,'-25'-23'40'0,"2"-2"-6"0,12 13-17 0,11 12-11 0,47 24-4 0,25 35-1 0,-14 0 0 0,-33-9 2 0,-37-4 7 0,-37 2 0 0,3-12-6 0,-2-13-4 0,-35 25-54 0,59-23-26 0</inkml:trace>
  <inkml:trace contextRef="#ctx0" brushRef="#br0" timeOffset="21">16446 13216 13 0,'10'-11'42'0,"3"-14"-15"0,-13-10-3 0,0 11-6 0,0 12-6 0,0 48-4 0,-23 106-1 0,23 25-3 0,0-12-1 0,-12-60 3 0,0-47-3 0,12-36 0 0,0-24-16 0,0-49-14 0,0-10-24 0,0 37-7 0</inkml:trace>
  <inkml:trace contextRef="#ctx0" brushRef="#br0" timeOffset="22">16374 13228 14 0,'0'0'8'0,"0"-36"15"0,12 24-6 0,24-13-5 0,11 25-7 0,25 13 0 0,-1 35-4 0,1 35 0 0,-1 24 0 0,-23 2 0 0,-24 9 1 0,-48-23 4 0,-48-36-1 0,-24-11-2 0,-34-24 0 0,35-12 0 0,23-12-2 0,37 0 0 0,47-12-4 0,22-12-22 0,15 12-40 0</inkml:trace>
  <inkml:trace contextRef="#ctx0" brushRef="#br0" timeOffset="23">16898 13633 85 0,'0'0'1'0,"0"0"11"0,48 12 1 0,11-24 0 0,13-1-6 0,-13-21-4 0,-23-3-1 0,-13 3 2 0,-34-3 0 0,-12 13 0 0,-2 24 2 0,-23 11-2 0,12 50-1 0,-11 22-1 0,47-35 1 0,11-1-1 0,38-23-1 0,10-24 0 0,1-12-6 0,23-24-37 0,-35 36-44 0</inkml:trace>
  <inkml:trace contextRef="#ctx0" brushRef="#br0" timeOffset="24">17601 13454 58 0,'0'0'0'0,"0"-23"41"0,-25 10-13 0,-34 26-8 0,-12 21-9 0,22 37-7 0,38-10-2 0,11-13-2 0,36-13 1 0,24-11 0 0,11-12 1 0,12-24-2 0,13-24-1 0,-37-12 2 0,-23-11 0 0,-24 34 0 0,-12 15 1 0,-12 70-1 0,12 11 0 0,0-24-1 0,0-10-8 0,12-37-35 0,0 0-56 0</inkml:trace>
  <inkml:trace contextRef="#ctx0" brushRef="#br0" timeOffset="25">17898 13335 90 0,'-23'-12'24'0,"-1"-1"-9"0,24 26-19 0,12 11-84 0</inkml:trace>
  <inkml:trace contextRef="#ctx0" brushRef="#br0" timeOffset="26">18196 13502 31 0,'24'-24'41'0,"0"11"-9"0,-12 2-7 0,-36 11-10 0,-24 24-6 0,0 13-5 0,37-16-3 0,11 29 0 0,35-3-1 0,-11 11-1 0,-36-21 2 0,-47-13 0 0,-1-24 2 0,36-11-1 0,12-14-2 0,24 25 1 0,25 25-2 0,10 9 1 0,24-22 0 0,11-24 0 0,-10-22 0 0,-12-3 1 0,-36-10 0 0,-12 23 0 0,-12 24 0 0,0 24-1 0,0 10 1 0,0 3-1 0,11-13 0 0,25-12-1 0,12-12 0 0,-12 0 1 0,12-12 0 0,-12-12 0 0,-2 12 0 0,-9 12 0 0,-25 12-1 0,24 1 2 0,-12-2-1 0,24-11-1 0,-13-11 2 0,-23-14-1 0,0-23 0 0,-13 13 0 0,-9-1 0 0,-14 12 1 0,-13 24-2 0,15 13 1 0,22 21 0 0,1-9-1 0,22-13 1 0,12-1 0 0,0 1 0 0,2-1 0 0,-1 2 0 0,12-13-1 0,-1-13 2 0,24-10 0 0,-10-12-2 0,-14 22 1 0,1-10 0 0,12 12 0 0,-13-2 1 0,-11 13-1 0,-24 13 1 0,0 10 0 0,-12 13 0 0,12-13-1 0,0 0 1 0,0-10-2 0,0-13 3 0,0-13-1 0,24-21-1 0,12-14 1 0,11 25-1 0,-24 10 0 0,2 37 1 0,-14 12-2 0,14-1 2 0,-1-23 0 0,11-12-1 0,1-23-26 0,-49-14-86 0</inkml:trace>
  <inkml:trace contextRef="#ctx0" brushRef="#br0" timeOffset="27">18862 13228 117 0,'-11'0'3'0,"-37"-23"10"0,35 23-12 0,49 11-18 0,13 1-66 0</inkml:trace>
  <inkml:trace contextRef="#ctx0" brushRef="#br0" timeOffset="28">20018 13276 49 0,'48'-24'38'0,"11"0"-22"0,-23 1 2 0,0-2-3 0,-25 0-6 0,13 4-5 0,-12 8 0 0,-12 1 0 0,-25 12-1 0,-21 25-2 0,-15 9 0 0,-9 3 0 0,10 22-1 0,13-13 0 0,22 4 0 0,61-16 0 0,36 14 0 0,11 25-1 0,-36-15 1 0,-47-22 0 0,-59-12 1 0,-24-12 2 0,23-24 2 0,13-1-1 0,22 2-3 0,25 11-1 0,25-12-9 0,34-12-31 0,-23 24-48 0</inkml:trace>
  <inkml:trace contextRef="#ctx0" brushRef="#br0" timeOffset="29">20482 13155 82 0,'0'-46'33'0,"0"21"-12"0,0 62-7 0,-12 47-5 0,1 21-5 0,22-9-3 0,12-37 0 0,-10-9 0 0,-1-16-13 0,12-34-26 0,0-23-47 0</inkml:trace>
  <inkml:trace contextRef="#ctx0" brushRef="#br0" timeOffset="30">20291 13347 61 0,'0'0'13'0,"-11"-12"16"0,47 12-11 0,23-12-8 0,13 12-6 0,11-13-6 0,-13 13-49 0,-57 0 1 0</inkml:trace>
  <inkml:trace contextRef="#ctx0" brushRef="#br0" timeOffset="31">20756 13347 24 0,'0'-12'33'0,"0"-13"2"0,0 14-12 0,0-12-9 0,0 23-3 0,0 0-6 0,-11 34-1 0,11 3-2 0,0 10 0 0,0 1-2 0,0 0 0 0,0-12 1 0,11-26 0 0,25 3-1 0,0-26 0 0,-1-8 0 0,1-4 0 0,-12-11-1 0,-12 0 2 0,0 12-1 0,1 13 0 0,-2-1 0 0,-11 24-1 0,-11 11 1 0,-14 13 0 0,25 0 0 0,12 1 0 0,24-26 0 0,-2-11-4 0,15-11 2 0,-1-26 1 0,-13 1 2 0,-11 12-1 0,-1 0 0 0,2 24 0 0,-25 12 3 0,0 24-1 0,0-13 0 0,-12 14-2 0,12-13 0 0,0-14 1 0,0-10 0 0,12-21 0 0,-1-29 0 0,1 16-1 0,12-3 0 0,0 26 0 0,0-1 1 0,12 12-2 0,-13 12 1 0,1-1-1 0,-12 13 2 0,0 0-1 0,-12-12 0 0,0-1-1 0,0 2 2 0,12-26-2 0,0-10 2 0,24-13-1 0,-14 13 1 0,14 11-1 0,-23 12 0 0,10 0-1 0,-23 23 1 0,25 1 0 0,10-11 0 0,1-13 0 0,11 0 0 0,-11-13 0 0,-12-11 1 0,0 1-1 0,-12 23 0 0,-12 23 0 0,-24 48 0 0,12 13 3 0,0 12-1 0,12-25-1 0,12-35 0 0,-12-13 0 0,0-23 2 0,0-23-1 0,0-49-1 0,0-35 1 0,24-35-2 0,24 21-3 0,-1 75 1 0,1 46 1 0,-36 71-1 0,-24-12 2 0,-36-22 3 0,1-26-2 0,-1-11-2 0,12 0-33 0,36 0-71 0</inkml:trace>
  <inkml:trace contextRef="#ctx0" brushRef="#br0" timeOffset="32">22352 13478 103 0,'-24'12'23'0,"-12"47"0"0,-12 12-12 0,25-46-7 0,-1-2-5 0,12-23-75 0,12 0 20 0</inkml:trace>
  <inkml:trace contextRef="#ctx0" brushRef="#br0" timeOffset="33">22934 12990 23 0,'0'0'0'0,"0"-36"46"0,0 0-13 0,13 13-13 0,-1 11-9 0,-12 47-3 0,-12 72-2 0,-23 23 1 0,-13-9-4 0,11-37 0 0,26-26 0 0,11-22-1 0,24-12 1 0,48-24-3 0,22-13 1 0,2 2-3 0,-36-1 3 0,-13 1-1 0,-23-14-12 0,0 2-22 0,0 0-14 0,0-2-14 0</inkml:trace>
  <inkml:trace contextRef="#ctx0" brushRef="#br0" timeOffset="34">23387 13252 20 0,'0'0'20'0,"37"-24"17"0,-14 24-7 0,-23 48-17 0,-11-1-5 0,-1 1-3 0,35-13-2 0,24-35-2 0,14-12 1 0,-26-22-1 0,-23-16 0 0,-36-8 0 0,-11 11 1 0,-14 22-2 0,13 13 0 0,2 12 0 0,22 48 0 0,12-12-2 0,46-1 3 0,26-23-2 0,12-1 1 0,11 2-1 0,1-13 0 0,-13-13 3 0,0 2-2 0,-36-12 0 0,-11 11-1 0,-11-13 1 0,-14 2-1 0,1 12 2 0,-12-2-1 0,0 1 0 0,-12-13 0 0,1 15 0 0,-1-1 0 0,-1 11 0 0,2-13 0 0,-1 13 0 0,-1 0 0 0,-10 0 0 0,-12 0 0 0,-1 24 0 0,0-1 0 0,12 1 0 0,24 0 0 0,0-1 0 0,36-23 2 0,-12-11-2 0,12-1 1 0,-25 12-1 0,13 60 1 0,-24 58 0 0,-48 108 5 0,1-178 2 0,-1-25-7 0,25-34 1 0,-1-36-29 0,48 0-80 0</inkml:trace>
  <inkml:trace contextRef="#ctx0" brushRef="#br0" timeOffset="35">24292 13168 84 0,'0'-13'21'0,"0"13"-12"0,-11 0-24 0</inkml:trace>
  <inkml:trace contextRef="#ctx0" brushRef="#br0" timeOffset="36">24555 12942 80 0,'-11'0'16'0,"-14"71"0"0,-10 25-4 0,11-13-1 0,24-36-4 0,0-22 0 0,0-13-4 0,0-36-1 0,0-23 0 0,0-24 0 0,0-13-3 0,0 13 3 0,0-13-1 0,11-12 0 0,13 25 0 0,25 12-1 0,10 46-1 0,-12 13 2 0,1 60-2 0,-48 23 3 0,-12-35-3 0,-60-12 5 0,-35-13-2 0,48-11 0 0,46-12-1 0,13 24-2 0,49 47 1 0,34 13 0 0,-12-26-1 0,-11 3 2 0,-24-38 0 0,-13-10-34 0,-11-13-74 0</inkml:trace>
  <inkml:trace contextRef="#ctx0" brushRef="#br0" timeOffset="37">24959 13109 96 0,'0'-12'20'0,"0"12"0"0,-11-13-20 0,22 26-101 0</inkml:trace>
  <inkml:trace contextRef="#ctx0" brushRef="#br0" timeOffset="38">16624 14359 17 0,'0'0'0'0,"-47"-24"8"0,-2 12-5 0,2 12 8 0,22-12 1 0,25 12-3 0,25 0-6 0,11 0-2 0,35 0 1 0,25 0 0 0,36-13-1 0,32 13 0 0,17-10 0 0,32-1-1 0,37 11 1 0,1-13 0 0,-1 1-1 0,23 12 1 0,1 0-1 0,0 0 0 0,12 0 0 0,11 0 1 0,1-12-1 0,36 12 0 0,-2-13 0 0,15 13-1 0,-14 0 1 0,-23 0-1 0,-1-11 2 0,13 11-2 0,-13 0 1 0,-23 0-1 0,-12 0-1 0,-24 0 1 0,-12 0 0 0,-11 0-1 0,-1 0 0 0,-24 0 2 0,-36 0-1 0,-34 0 1 0,-25-12 2 0,-47 12 3 0,-1-11-3 0,-23 11-1 0,-36 0-2 0,-24 0-10 0,-71-13-26 0,-1 13 13 0</inkml:trace>
  <inkml:trace contextRef="#ctx0" brushRef="#br0" timeOffset="39">16816 14288 9 0,'0'0'-9'0</inkml:trace>
  <inkml:trace contextRef="#ctx0" brushRef="#br0" timeOffset="40">16612 14288 11 0,'0'0'3'0,"-24"-11"9"0,13 11-6 0,22 0 0 0,13 0-1 0,35 0-2 0,25 0-1 0,47 0 0 0,24-13 1 0,35 13-2 0,48 0 1 0,37-12 1 0,22 12-2 0,36-12 0 0,25 12-1 0,23-13-1 0,-12 2 2 0,-11-1 0 0,10 1 1 0,2-2-1 0,23 1-1 0,-25 0-1 0,-23 1 1 0,-22 11 0 0,-26-12-2 0,-23 12 2 0,-12 0-1 0,0-11-2 0,-13-2 3 0,2 13-1 0,-1 0-1 0,-12-12 1 0,-36 0 1 0,-34 12 0 0,-37-13 9 0,-24 2 1 0,-25-1-3 0,-21 12-5 0,-13 0-7 0,-37 0-65 0</inkml:trace>
  <inkml:trace contextRef="#ctx0" brushRef="#br0" timeOffset="41">19089 14549 19 0,'0'0'4'0,"0"-23"-3"0,0 0 4 0,0 10 14 0,0-11 0 0,0 11-5 0,0-10-3 0,12 12-2 0,-12-1-3 0,0 12-2 0,12 0-2 0,-12 23 0 0,-12 0 0 0,12 38 0 0,-24 33 2 0,0 27 0 0,1-27-2 0,11-22 0 0,12-12 1 0,0-37-2 0,-13-12 1 0,13 2 0 0,0-26 0 0,0-21-1 0,25-14-2 0,10-12 1 0,1 1 1 0,12 23-1 0,-1 24 0 0,-11 12 0 0,0 36 0 0,-24 11 0 0,0 14 1 0,10-15 0 0,3-10 0 0,22-13 0 0,1-23-1 0,13-23 1 0,-14-25 0 0,-1-11-2 0,-9 11 2 0,-13 13-1 0,-12 35 0 0,0 35 0 0,-12 25 0 0,-12-13 2 0,24 13-2 0,0-24-4 0,-2-36-30 0,15-12-21 0,-25-12 8 0</inkml:trace>
  <inkml:trace contextRef="#ctx0" brushRef="#br0" timeOffset="42">19744 14585 50 0,'0'0'0'0,"-13"-71"26"0,13 60-18 0,36 11-46 0,-23 11 2 0</inkml:trace>
  <inkml:trace contextRef="#ctx0" brushRef="#br0" timeOffset="43">20089 14918 54 0,'0'0'2'0,"48"-23"11"0,-24-13 8 0,0 0-4 0,-12 13-8 0,-1-1-4 0,-11 0-1 0,0 1 0 0,-11-2-1 0,-13 13 0 0,-1-1-1 0,2 13 1 0,-13 13-1 0,13 11 0 0,-13 0 1 0,0 12-1 0,0 11 0 0,13 1-2 0,23-24 1 0,23-12-1 0,13-35 2 0,12-27-2 0,-1 16 2 0,-24 10 0 0,-23 24 2 0,0 71-3 0,0 37 1 0,-11 34 1 0,-12 1-1 0,-25-47 1 0,-12-37 4 0,13-47-2 0,11-12-2 0,23-48-5 0,13-23-37 0,49-13-43 0,-37 61 36 0</inkml:trace>
  <inkml:trace contextRef="#ctx0" brushRef="#br0" timeOffset="44">20375 14478 30 0,'0'0'0'0,"12"-83"34"0,12 36-6 0,-12 22-9 0,-12 50-7 0,-12 93-5 0,-12 49-1 0,0-12-1 0,12-48 0 0,0-60-1 0,12-34 0 0,36-61-2 0,23-12-1 0,-11 47-1 0,0 63-1 0,0 8-1 0,-26-22 3 0,27-25-2 0,-1-45-30 0,11-3-77 0</inkml:trace>
  <inkml:trace contextRef="#ctx0" brushRef="#br0" timeOffset="45">21602 14478 24 0,'0'0'0'0,"24"-83"34"0,0 36-3 0,-1 34-13 0,-23 49-9 0,0 96-1 0,-23-27-4 0,-1-9 0 0,-12-37-2 0,12-34 0 0,12-25 0 0,24-36-1 0,72 13-2 0,11 34-2 0,-36 72 0 0,-35-35 1 0,-72-12 3 0,-35-36 0 0,12-36 0 0,35-12 0 0,23 48-1 0,13 0 0 0,60-12-1 0,48 24-3 0,12-24-4 0,10-23 5 0,-24-25 2 0,-34 23 3 0,-60 27 5 0,-12 33-2 0,-12 48-3 0,0 0-1 0,12-10 0 0,0-26-26 0,0-10-72 0</inkml:trace>
  <inkml:trace contextRef="#ctx0" brushRef="#br0" timeOffset="46">22328 14442 60 0,'0'-12'3'0,"0"48"-27"0,12-24-6 0</inkml:trace>
  <inkml:trace contextRef="#ctx0" brushRef="#br0" timeOffset="47">22661 14811 36 0,'0'0'0'0,"36"0"13"0,-12-23 5 0,-24-13-1 0,-12-12-7 0,-12 13-2 0,0-1-2 0,-12 11-2 0,13 25-2 0,-26 0 1 0,3 61-1 0,-2 10-1 0,-1 0 0 0,27-23-1 0,22-23 1 0,35-25 1 0,24-37-2 0,-10 1 1 0,9 25-1 0,-33 22 1 0,-14 37 2 0,-11 0-1 0,0-25-1 0,0 2-4 0,-11-2-28 0,11-12-59 0</inkml:trace>
  <inkml:trace contextRef="#ctx0" brushRef="#br0" timeOffset="48">23006 14716 27 0,'0'0'7'0,"36"-58"16"0,-23 33-4 0,-2 13-2 0,-11-1-4 0,-11 26-4 0,-38 11 0 0,2 10-5 0,35 16-2 0,-1-16-1 0,38 3-1 0,11-3 0 0,-12 3 0 0,-24-13 2 0,-13-1 8 0,-23-23-2 0,-22 12-5 0,-2-12-7 0,1-12-60 0,47 1-12 0</inkml:trace>
  <inkml:trace contextRef="#ctx0" brushRef="#br0" timeOffset="49">23340 14800 89 0,'0'0'12'0,"11"0"11"0,-22 0-5 0,-24 0-21 0,11-12-124 0</inkml:trace>
  <inkml:trace contextRef="#ctx0" brushRef="#br0" timeOffset="50">1941 10609 82 0,'12'-48'13'0,"-12"12"-6"0,-82 12-1 0,-27 11 2 0,-9 26 1 0,34-1-2 0,50 0 0 0,-3 1 1 0,13 21-2 0,-24 3-3 0,1 22 0 0,11 0-3 0,24 1 0 0,12 22 1 0,23 27-1 0,-10 117 4 0,-1-119-3 0,-12 12-2 0,0 0 1 0,0 13-2 0,-12-14 3 0,-12 13 0 0,24-12 1 0,0-12-2 0,0 12-1 0,11-22 1 0,-11 8-2 0,0-21 2 0,0-1 1 0,0 1-1 0,13-1 0 0,10-23-1 0,2-13 2 0,34-11 1 0,23-24-1 0,27-12 0 0,-14 0 0 0,-36 0 0 0,-35-12 1 0,-12 12 1 0,24-12-60 0,-24 12-9 0</inkml:trace>
  <inkml:trace contextRef="#ctx0" brushRef="#br0" timeOffset="51">10837 12740 62 0,'-12'-12'6'0,"0"0"1"0,36-1-4 0,12 2 11 0,-1 11-2 0,25 0-6 0,166-12-2 0,-84 12-4 0,14 0 0 0,10 12 2 0,13-12-1 0,23 0 2 0,13-12-2 0,11 12 0 0,-13-11 1 0,15 11-2 0,-2 0-1 0,-11 11 2 0,0-11 0 0,-26 0 0 0,-22-11-1 0,-24 11 4 0,-25 0 4 0,-34 0 0 0,-36-13-2 0,-24 13-4 0,-12-12-8 0,-12 0-125 0</inkml:trace>
  <inkml:trace contextRef="#ctx0" brushRef="#br0" timeOffset="52">1513 15990 28 0,'0'0'10'0,"-12"-36"10"0,12 1-16 0,12-1 1 0,-12 0 7 0,0 11 3 0,13-21 3 0,-2 21-1 0,-1 14-6 0,-10 59 0 0,0 47 0 0,-10 49-3 0,-14 22 0 0,12-24-1 0,0-35-2 0,0-23-2 0,12-36-1 0,-12-38 1 0,0 3-2 0,0-48-32 0,12-37-35 0,12 48 1 0</inkml:trace>
  <inkml:trace contextRef="#ctx0" brushRef="#br0" timeOffset="53">1453 15943 69 0,'0'-48'11'0,"0"0"18"0,12 23-7 0,12 25-6 0,24 25-2 0,-2 59-1 0,39 12-5 0,-14 34-2 0,0-34-2 0,1-14-2 0,11-22 0 0,-35-24-1 0,0-13 0 0,-25-23 1 0,13 0-1 0,-24-12-8 0,-12 1-22 0,0-12-33 0,0-2-28 0</inkml:trace>
  <inkml:trace contextRef="#ctx0" brushRef="#br0" timeOffset="54">2203 15800 68 0,'0'-12'3'0,"11"-59"33"0,-11 118 1 0,-22 61-23 0,10 47-2 0,0-1-6 0,0-48-2 0,-1-22-2 0,2-13 0 0,11-34 0 0,-12-26 1 0,12-22 1 0,0-37-79 0,0 36 7 0</inkml:trace>
  <inkml:trace contextRef="#ctx0" brushRef="#br0" timeOffset="55">2620 16312 48 0,'-12'0'22'0,"-12"-25"-5"0,13 14 8 0,11 11-10 0,0 0-6 0,22 11 1 0,39-11-3 0,46 0 0 0,12 0-1 0,-12 0-5 0,-11 0 1 0,-26 0-1 0,-21 0 1 0,-14 0-1 0,-23 0-2 0,-12-11-33 0,0-1-70 0</inkml:trace>
  <inkml:trace contextRef="#ctx0" brushRef="#br0" timeOffset="56">3073 16027 71 0,'0'0'4'0,"-25"-13"11"0,25-11 10 0,-11 24-10 0,11 0-1 0,0 0-1 0,24 12-7 0,0 13-3 0,10-2-1 0,15 0-1 0,-13 2 0 0,-1-2 1 0,13-12-1 0,-12 2-1 0,11-13 1 0,-24 12-1 0,2 0 1 0,-13 0-1 0,-12 0 0 0,0 11 0 0,0 1 1 0,-24 0 1 0,0-1 5 0,-24 2-2 0,25-2-1 0,-13 13-2 0,0-12 0 0,13-11 0 0,-13-2-2 0,0 1 1 0,0-1 0 0,25-22 2 0,22-25-38 0,25 12-87 0</inkml:trace>
  <inkml:trace contextRef="#ctx0" brushRef="#br0" timeOffset="57">4490 15751 32 0,'12'-34'28'0,"12"-26"-9"0,-13 36 5 0,-11 0-2 0,-11 11-7 0,11 2-1 0,-13 11-6 0,-23 36 1 0,0 12-3 0,-10 23 0 0,10 11-4 0,12 15 3 0,12 11-4 0,0-14 1 0,48-22-3 0,12-25 3 0,11-23-1 0,0-24 3 0,-11-48-3 0,-12-23 2 0,-36 11-2 0,-13 13 4 0,-34 36-1 0,-13 11-1 0,13 34-4 0,0 14 1 0,23 12-29 0,12-1-56 0,12-59 27 0</inkml:trace>
  <inkml:trace contextRef="#ctx0" brushRef="#br0" timeOffset="58">4965 15812 60 0,'0'0'2'0,"-11"0"14"0,11 0 43 0,0 0-48 0,-12 0-4 0,12-12-3 0,0 0-1 0,0 12 1 0,0-12 0 0,0 0 0 0,12-1 1 0,-12 2-1 0,11-1 2 0,-11 1-2 0,13 11-2 0,-1-25-1 0,12 25 1 0,-1-23 1 0,1 11 1 0,-12 1-1 0,0 11-2 0,13-13 0 0,9 13-1 0,2 13 0 0,-24 10 1 0,-12 25 0 0,0-1-3 0,0 1 3 0,-12-1 1 0,-11-11 0 0,-13-12-1 0,25 0 0 0,11-24-1 0,59 84 0 0,-12-26-1 0,-23-11 1 0,-36-10 0 0,-47-13 2 0,0-14-1 0,-2-10 7 0,26 0-2 0,22-10-2 0,13-2-12 0,0-12-51 0,36 24-73 0</inkml:trace>
  <inkml:trace contextRef="#ctx0" brushRef="#br0" timeOffset="59">5550 15977 90 0,'-12'0'11'0,"12"-11"35"0,0-1-12 0,-13 12-17 0,13 0-12 0,0 0-15 0,25 0-97 0,-14 0 51 0</inkml:trace>
  <inkml:trace contextRef="#ctx0" brushRef="#br0" timeOffset="60">5812 15788 89 0,'0'-12'5'0,"0"-47"27"0,22-1 0 0,14 49-20 0,13-14-6 0,22 25-2 0,-12 25-2 0,-34 9 1 0,-25 26 2 0,-25 12-1 0,-22-1-1 0,-1 0-1 0,-11-11 1 0,11-13 1 0,13-23 0 0,23 0-1 0,12-12 1 0,47-12-1 0,48-12-2 0,37 1-1 0,-25-2 0 0,-48 1 0 0,-59 12 2 0,-12 0-1 0,-11 0-23 0,11 12-87 0,12-12 50 0</inkml:trace>
  <inkml:trace contextRef="#ctx0" brushRef="#br0" timeOffset="61">6645 15431 75 0,'0'-12'7'0,"0"-12"18"0,0 12 6 0,0 12-16 0,-24 48-4 0,24 23-7 0,0-11-3 0,36-37 0 0,0-12 1 0,10-22 4 0,-10-36-3 0,-23 11 0 0,-26 0 2 0,-10 11-4 0,-12 15-1 0,11 10-28 0,12 10-49 0,12 3 24 0</inkml:trace>
  <inkml:trace contextRef="#ctx0" brushRef="#br0" timeOffset="62">7145 15431 59 0,'60'-48'10'0,"-2"1"15"0,-22 10 1 0,-23 26 12 0,-49 70-26 0,-35 48-1 0,-14 60-2 0,-9 12-1 0,22-25 0 0,-11-23-4 0,36-47-2 0,11-50 0 0,12-9-14 0,24-25-50 0,11 0-49 0</inkml:trace>
  <inkml:trace contextRef="#ctx0" brushRef="#br0" timeOffset="63">7360 16002 96 0,'0'-36'11'0,"0"24"29"0,-12 12-17 0,-12 23-15 0,-1 27-2 0,2 21-3 0,23-24-2 0,12 11-1 0,24-21 1 0,11-13 0 0,1-24-1 0,11-11 1 0,0-39 0 0,-22 16-1 0,-25-14 2 0,-24 0 0 0,0 2 1 0,-24-4 0 0,1 16-1 0,-1 22-1 0,-24 12-1 0,-11 23-7 0,-1 25-94 0,61-48 39 0</inkml:trace>
  <inkml:trace contextRef="#ctx0" brushRef="#br0" timeOffset="64">4252 16716 36 0,'-13'0'19'0,"13"0"-11"0,0-11-2 0,-11 11 1 0,11 0-2 0,-23 0-2 0,23 11 0 0,-13-11 1 0,13 0-1 0,-12 0 1 0,12 0 1 0,0 0-1 0,0 0-1 0,0 0 1 0,25 0-3 0,9 0-1 0,2 0 1 0,36-11 0 0,35-1 0 0,0 12-1 0,36 0-1 0,0-12 1 0,24-1 0 0,11 2 0 0,12-1-1 0,-22 1 0 0,-2-2-2 0,-23 13 3 0,-23-12 0 0,-25 12 0 0,-24 0 0 0,-59 0 1 0,0 0 0 0,-12-12 1 0,0 12-5 0,0 0-27 0,-24 0-27 0</inkml:trace>
  <inkml:trace contextRef="#ctx0" brushRef="#br0" timeOffset="65">4441 16705 19 0,'0'0'42'0,"0"-12"-33"0,0 12 2 0,13 0-4 0,10 0-2 0,26 0-1 0,22-12-2 0,36-1 1 0,24 2-2 0,12-1 2 0,12 1-3 0,0-2 0 0,-1 1-1 0,1 12 0 0,0-12-2 0,-12 12 4 0,-25 0-2 0,2 0 1 0,-25 12-1 0,-23-12 1 0,-25 0 0 0,-11 0 1 0,-12-12 0 0,-12 12 3 0,-12 12-78 0</inkml:trace>
  <inkml:trace contextRef="#ctx0" brushRef="#br0" timeOffset="66">10813 11954 43 0,'0'0'0'0,"0"-60"43"0,24 13-38 0,-12 11 0 0,12 11-1 0,-24 25 1 0,0 13-3 0,0 95 0 0,0 81 6 0,10 50 2 0,15-60-5 0,-14-61-1 0,2-47 0 0,-1-34 1 0,-12-37-33 0,0-24-56 0</inkml:trace>
  <inkml:trace contextRef="#ctx0" brushRef="#br0" timeOffset="67">10837 11644 68 0,'-36'-23'12'0,"11"-13"-1"0,14 24-2 0,11-1-3 0,48 2-6 0,83-1-1 0,59 12 2 0,12 0-1 0,25 0 1 0,-2 0 2 0,3 0 0 0,46 0-1 0,-1-11-2 0,13 11 2 0,-25 11-2 0,-9-11 2 0,9 0-1 0,1 12 0 0,-59-1 0 0,-72-11-1 0,-36 0 1 0,-12 13 0 0,2-13 0 0,-15 0 0 0,-22 12 0 0,-36-12-1 0,-12 0 1 0,0 0 2 0,23 0-1 0,-12 12-3 0,2-12 1 0,-13 0 0 0,12 0 0 0,-12 13 0 0,11-13 0 0,2 11 1 0,-1 12-2 0,12 1 1 0,-1 0-1 0,-23 24 1 0,0 11 1 0,0 36-1 0,0 2 2 0,0 21 3 0,-11 1 0 0,-1-12-2 0,-12 1 0 0,12-37-2 0,-1 13 2 0,13-26-2 0,-11-22 1 0,11-12 0 0,0-24 2 0,0-13 2 0,-36 2-5 0,-94-1 1 0,-168 12-13 0,72 23-86 0</inkml:trace>
  <inkml:trace contextRef="#ctx0" brushRef="#br0" timeOffset="68">798 15383 41 0,'0'-72'34'0,"0"26"-30"0,12 9-1 0,-1 13-1 0,2 35 2 0,-13 110 9 0,0 116 6 0,-24 109-6 0,12 47-8 0,35-60-6 0,2-84 0 0,-1-69-1 0,-12-61 0 0,-1-84-6 0,13-82-81 0</inkml:trace>
  <inkml:trace contextRef="#ctx0" brushRef="#br0" timeOffset="69">667 15133 83 0,'-25'0'2'0,"4"-12"-1"0,32 12 0 0,48 12 1 0,35-1 0 0,62-11 1 0,47-11-2 0,34-12 1 0,85-27-1 0,12 4 0 0,23-2-3 0,23 12 3 0,-35 13 2 0,2 0 3 0,22-2 1 0,1 13 3 0,22-12-3 0,-35 12-2 0,-35 1-2 0,-25 11-2 0,-11 0 0 0,-12 0 1 0,-13 0-1 0,-23-12-2 0,-34 12 2 0,-14 0-1 0,-35 0 0 0,-12 12 1 0,0-12-1 0,0 11 1 0,-1-11-1 0,-22 12 0 0,-49-12 1 0,-23 0-1 0,-14 0 0 0,-9 0 0 0,-14 11 0 0,2 2 0 0,-1 11 0 0,12 23-3 0,0 1 2 0,10 24 0 0,-9 23 0 0,-14 48 0 0,2 22-1 0,-1 40 0 0,-12-4-3 0,0 2 5 0,0-13-1 0,-12-35 1 0,-12-37 1 0,-1-22 1 0,25-24 2 0,-11-37-3 0,11-12-57 0,0-23 5 0</inkml:trace>
  <inkml:trace contextRef="#ctx0" brushRef="#br0" timeOffset="70">953 17241 58 0,'-12'0'4'0,"-24"-13"-3"0,24 13-1 0,12 13 0 0,12-13 2 0,0 0-1 0,37 11 3 0,10-11 0 0,48 0-1 0,24 12 2 0,47-12 0 0,25 0 0 0,35 0-2 0,12-12-2 0,12 1 1 0,24-2 2 0,10 1 4 0,-9 12-3 0,-25-12-3 0,24 12 0 0,12 0 0 0,-12-11-1 0,11 11 0 0,-35-12 0 0,-24 1-3 0,-23-14 3 0,11 13-4 0,0 12 1 0,-11 0 1 0,-13 0 0 0,-23 0-2 0,-36-13 1 0,-2 2 2 0,4 11-1 0,9-12 0 0,-11 1 1 0,-25 11 0 0,2 0 0 0,-13-12 1 0,-11 12-1 0,11 0 1 0,-13-12 0 0,-10 12 0 0,-12 0 0 0,-26-13-1 0,-10 2 1 0,0-1 0 0,1 12-1 0,10-11 1 0,-24-2 0 0,-10 13-1 0,-13-12 1 0,12 12-1 0,-1-25 1 0,2 15 0 0,-1-14-1 0,-1 0 1 0,1 11 0 0,-12-21 0 0,0-3 1 0,0-10-1 0,0-1 1 0,-12 1 0 0,12 0-84 0</inkml:trace>
  <inkml:trace contextRef="#ctx0" brushRef="#br0" timeOffset="71">13861 11334 5 0,'0'0'12'0,"0"0"-8"0,-12 0-1 0,12-11 1 0,0 11 0 0,12-12 2 0,-12 24-3 0,-12-12 14 0,12 0-14 0,-11 11-1 0,-14 14 0 0,2-13 2 0,-13 22 0 0,-11 3-1 0,10-1-3 0,-10 23 2 0,12-11 0 0,-25-2 2 0,0 4-2 0,13-3 1 0,11-23 1 0,-11-1 0 0,-2 13-3 0,13-11 1 0,13-2-1 0,-12-12-1 0,23 1 1 0,0-12 1 0,12 0-3 0,0-12-20 0,0-11-26 0,0 23 15 0</inkml:trace>
  <inkml:trace contextRef="#ctx0" brushRef="#br0" timeOffset="72">13325 11455 29 0,'-11'0'3'0,"11"-25"0"0,0 13 0 0,0-1 10 0,0 13-1 0,0 0-7 0,11 13 1 0,2 11-1 0,11 12-1 0,10 12-2 0,-9-1-1 0,11 1 1 0,-1-1 0 0,1 0 0 0,13-10 0 0,-3-3-1 0,-22-9 0 0,-12 0 0 0,-12-2-1 0,0-23 2 0,11 0-1 0,-11 0 1 0,-11-12-1 0,-14-12 0 0,-11-13 0 0,15-21 0 0,-28-14-1 0,1 1 0 0,13 23 0 0,-14 12 0 0,15 1 0 0,10 24 0 0,11-2 0 0,2 1 0 0,11 0 1 0,0-1-2 0,0 2 1 0,0 11-1 0,24 24 1 0,23 36-1 0,13 11 0 0,-1 11 1 0,1 2 1 0,-13-13-1 0,-24-21 2 0,2-16 0 0,-14-22 1 0,-11-12-2 0,-11 0-7 0,-14 0-14 0,2-12-15 0,23 12-11 0</inkml:trace>
  <inkml:trace contextRef="#ctx0" brushRef="#br0" timeOffset="73">13790 11347 32 0,'0'-13'2'0,"0"2"1"0,-24 22 3 0,-23 2 4 0,-13 34-2 0,-11 37 1 0,-1-2-3 0,-12 2-4 0,14-24 1 0,-3-12-1 0,14-1 2 0,0 1-3 0,11-1 1 0,24-23-1 0,-11-12 0 0,22-1 0 0,2-11 0 0,11-23-1 0,0 12 0 0,36-14 0 0,11 2 0 0,13-13 0 0,23-12 0 0,13 1 1 0,-1-13-1 0,12 13 0 0,-24-1 1 0,-11 1 0 0,-25 22-1 0,-11 2 0 0,-25 0 1 0,2 10-1 0,-13 13 1 0,0 0-1 0,0 0-11 0,0 13-28 0,0-2 1 0</inkml:trace>
  <inkml:trace contextRef="#ctx0" brushRef="#br0" timeOffset="74">13349 11418 36 0,'0'-13'4'0,"-11"13"0"0,22 13-1 0,25 58 6 0,11 25 0 0,13 11-4 0,-12 0-3 0,-11-24 0 0,-26-24 1 0,12-22 0 0,-23-24-1 0,0-26-1 0,0-24 0 0,-13 14 0 0,3-1-2 0,10 24-4 0,0 0-6 0,0-12-8 0,-11 24-28 0</inkml:trace>
  <inkml:trace contextRef="#ctx0" brushRef="#br0" timeOffset="75">8598 16061 62 0,'0'0'0'0,"0"-95"13"0,12 48 6 0,-1 11-1 0,-11 25-4 0,13 58 1 0,-1 61-5 0,-12 46-3 0,0-48-2 0,24-22-2 0,23-36 0 0,0-13 0 0,1-35 0 0,-12-46 1 0,0-38-2 0,12 0-1 0,-14-24 0 0,3 26 0 0,-13 46 2 0,-24 36-2 0,12 24 1 0,0 36 3 0,0 23-3 0,11-11 0 0,0-38-1 0,-10-21 0 0,-1-1 2 0,-1-48-1 0,2-12-1 0,10-11 0 0,-11-25-1 0,13 1 1 0,22 35-1 0,-24 25 0 0,13 35 0 0,12 47-1 0,0 0 1 0,-1-22 0 0,-11-26 0 0,-36-11-36 0,-24-36-105 0</inkml:trace>
  <inkml:trace contextRef="#ctx0" brushRef="#br0" timeOffset="76">9015 15441 58 0,'-12'-22'35'0,"12"22"-35"0,48 12-6 0,-36 11-56 0</inkml:trace>
  <inkml:trace contextRef="#ctx0" brushRef="#br0" timeOffset="77">9825 15704 73 0,'0'-24'13'0,"0"1"18"0,-24 23-10 0,-12 47-3 0,-24 49-7 0,37-1-7 0,70-24-2 0,36-35-2 0,25-36 1 0,-14-25 1 0,-58 2-1 0,-36 23-4 0,-11-23-132 0</inkml:trace>
  <inkml:trace contextRef="#ctx0" brushRef="#br0" timeOffset="78">9896 16466 60 0,'-12'-35'4'0,"-1"-38"11"0,13 62 6 0,37 95-5 0,11 59-4 0,-13-1-6 0,-23-46-4 0,-12-61 1 0,0-35 3 0,24-71-5 0,35 34 0 0,12 74-3 0,-35 34 1 0,-47 1 0 0,-72-13 3 0,-13-22-3 0,13-37 4 0,83-37-3 0,83-10-1 0,37-24 1 0,22-13 0 0,-35-24 0 0,-23 14-1 0,-49 58 4 0,-24 48 3 0,14 47 2 0,-14 13 0 0,14-25-4 0,-14-11-5 0,-11-11 0 0,0-25-47 0,-11-13-49 0</inkml:trace>
  <inkml:trace contextRef="#ctx0" brushRef="#br0" timeOffset="79">10420 16145 81 0,'-12'0'7'0,"12"-13"-7"0,23 74-20 0,-10-51-21 0</inkml:trace>
  <inkml:trace contextRef="#ctx0" brushRef="#br0" timeOffset="80">10932 16513 52 0,'36'-23'2'0,"0"-36"2"0,-12-14 15 0,-24 15-4 0,-13 45-4 0,-34 2-2 0,11-1 2 0,-13 24-3 0,27 24-3 0,-2 35-1 0,0 12-1 0,12 1-2 0,0-25 0 0,36-34 1 0,0-62 1 0,22-34 2 0,3-1-3 0,-13 37 1 0,0 47 2 0,-12 36 0 0,-1-1-3 0,-12-23-2 0,14 0-2 0,-25-24-34 0,24-12-34 0,-24 12 28 0</inkml:trace>
  <inkml:trace contextRef="#ctx0" brushRef="#br0" timeOffset="81">11254 16157 55 0,'0'0'0'0,"23"-25"19"0,0 62 17 0,-23 47-16 0,25-25-10 0,46-13-5 0,-11 4 4 0,-60-16 2 0,-36 3-7 0,-23-14-3 0,11 1-36 0,1 24-77 0</inkml:trace>
  <inkml:trace contextRef="#ctx0" brushRef="#br0" timeOffset="82">10014 17597 65 0,'-11'12'6'0,"-144"84"-7"0,24-24 9 0,108-61 20 0,118-118-3 0,250-119-19 0,48 23 10 0,24 25 1 0,-12 11-4 0,-84 49-10 0,-118 45-2 0,-145 62-14 0,-116 34-43 0,-73 25-43 0</inkml:trace>
  <inkml:trace contextRef="#ctx0" brushRef="#br0" timeOffset="83">9444 18026 117 0,'-131'24'6'0,"23"12"-5"0,108-36-6 0,167-96 17 0,166-83 4 0,263-106-10 0,-14 23 3 0,-45 13 8 0,-72 57 1 0,-145 50-7 0,-152 82-9 0,-144 48-1 0,-73 0-49 0,13 24-69 0</inkml:trace>
  <inkml:trace contextRef="#ctx0" brushRef="#br0" timeOffset="84">5001 15060 29 0,'0'-10'36'0,"0"-2"-29"0,0-12-1 0,13 24 0 0,-13 0 0 0,0 0 3 0,12 12 0 0,-1 22-4 0,13 16-1 0,0-16-1 0,1 14 2 0,-14 0 0 0,1 0-3 0,-1-25 0 0,2-23 0 0,10 0 0 0,13-12-1 0,12-22 1 0,23-27-1 0,25-22-1 0,23-24 1 0,1 23-2 0,-2 13 7 0,-36 0-3 0,-10 23 2 0,-24 12-4 0,-25 24 1 0,-23 12-3 0,0 12-10 0,-23 13-17 0,-48 22-57 0</inkml:trace>
  <inkml:trace contextRef="#ctx0" brushRef="#br0" timeOffset="85">4895 15073 23 0,'0'0'16'0,"12"-13"-6"0,-1-9-4 0,-11-2 0 0,0 24 1 0,11 12 2 0,-11 35-3 0,13 1-1 0,10 0 2 0,-10-13-1 0,10 13-2 0,-10-1-2 0,10-10-1 0,-11-14 1 0,12-12-1 0,-12 2 0 0,24-13 1 0,12-36-1 0,47-12 0 0,12-47 0 0,47-12-1 0,2-1-1 0,-14 14 4 0,-23 22 0 0,-12 12 1 0,-47 37 0 0,-36-1-1 0,-12 12-2 0,0 12 0 0,0 0-1 0,-12 0-14 0,-36 12-14 0,-23 24-41 0</inkml:trace>
  <inkml:trace contextRef="#ctx0" brushRef="#br0" timeOffset="86">4978 15097 48 0,'0'-24'10'0,"12"1"-6"0,-12 11 6 0,0 34 5 0,11 15-7 0,14 10-2 0,-2 1 0 0,1 0-1 0,-12 0-2 0,24-13-1 0,-24-11 0 0,-1-12-1 0,2-12 0 0,10 0 0 0,25-12 0 0,34-59 0 0,39-24-1 0,21-1 1 0,12-11-3 0,2 13 4 0,-26 21-1 0,-34 14 0 0,-48 36 0 0,-24 23 0 0,-36 0 1 0,-24 23-46 0,24-12-8 0</inkml:trace>
  <inkml:trace contextRef="#ctx0" brushRef="#br0" timeOffset="87">10134 2466 20 0,'-24'-25'10'0,"-11"13"1"0,23-1-5 0,12 13-1 0,23-23 0 0,25 12 0 0,24 11-2 0,35 0 0 0,0 0-2 0,0 0-1 0,-24 0 1 0,-10 0-1 0,-3 0 1 0,-22-13-1 0,-24 13-3 0,-12 0-14 0,-12-24-26 0</inkml:trace>
  <inkml:trace contextRef="#ctx0" brushRef="#br0" timeOffset="88">10730 2085 15 0,'-47'-13'15'0,"10"13"-6"0,37 0-7 0,48 34 0 0,47 39 2 0,12-2 0 0,-35 1 3 0,-60-37 6 0,-48 13-2 0,-59 13-8 0,-24 21-4 0,35 1-23 0,72-47-23 0</inkml:trace>
  <inkml:trace contextRef="#ctx0" brushRef="#br0" timeOffset="89">11694 2131 38 0,'-12'-71'7'0,"12"46"4"0,-12 25-7 0,12 37-3 0,0 47 1 0,0 10 1 0,0 1 0 0,0-11-1 0,24-36 0 0,12-13 1 0,22-23-1 0,14-24 0 0,-1-47-1 0,-10-1 0 0,-14-35 0 0,-23 12 0 0,0 24-1 0,-12 34 0 0,-12 13 0 0,12 24-1 0,-12 72 2 0,0 12 1 0,0-2-2 0,12-33 1 0,0-27 0 0,1-22 4 0,10-47 4 0,24-37-5 0,13-47-4 0,-1 12 0 0,-12 59 0 0,-11 23-1 0,12 25 0 0,-12 61 2 0,-13 10-1 0,-10 2 1 0,-1-15-3 0,-1 2-2 0,-34-12-34 0,10-38-13 0</inkml:trace>
  <inkml:trace contextRef="#ctx0" brushRef="#br0" timeOffset="90">12111 1583 74 0,'0'-11'0'0,"-48"-37"-2"0,24 60-2 0,13 47-53 0</inkml:trace>
  <inkml:trace contextRef="#ctx0" brushRef="#br0" timeOffset="91">13242 2048 24 0,'-12'-36'3'0,"-11"12"3"0,23 0 2 0,0 1 4 0,-12-1 1 0,0 0-5 0,-36 24-6 0,0 24 0 0,-22 35-1 0,-3 25 1 0,14 35 0 0,46 13 1 0,38-38-2 0,46-33 1 0,25-40 2 0,23-42 0 0,-13-4-1 0,-33 13-2 0,-62-1 1 0,-11 13-2 0,0-23-27 0,23 12-38 0</inkml:trace>
  <inkml:trace contextRef="#ctx0" brushRef="#br0" timeOffset="92">14612 2143 19 0,'0'0'0'0,"0"-83"23"0,0 35-13 0,0 24-6 0,12 12-4 0,-1 37 3 0,0 34 2 0,-11 48 0 0,0-36-3 0,25 2-1 0,-25-39 1 0,11-10 0 0,-11-11 1 0,0-13 4 0,13-37-5 0,-1-10-2 0,-12 10 0 0,11 14 1 0,-11 0-1 0,13-13 0 0,-1 0 0 0,-12 24-1 0,0 0 1 0,0 12 0 0,11-13 1 0,1-21 0 0,0-3-1 0,-12 26 1 0,12-25-1 0,12 1 0 0,-11 12-1 0,10-2 1 0,-12 13 0 0,2-1 0 0,-1 2 0 0,-12-1 0 0,0-11 0 0,11 11-1 0,1-1 1 0,-12-21 0 0,12-16 0 0,-12-8-2 0,0 22 5 0,0 0-4 0,-12 13 1 0,0 23 0 0,1 0-2 0,11 23 2 0,-36 73-1 0,-12 47 2 0,12 35-2 0,13-34 2 0,11-14 0 0,-1-47 0 0,2-47 0 0,-1-25-1 0,24-70 7 0,12-48-7 0,11-12 0 0,1 73 1 0,23 21-3 0,-23 61 1 0,12 35 0 0,-36 0 1 0,-24-11 1 0,-59-1 0 0,-13-11 1 0,48-24-3 0,25-12 1 0,34-24 2 0,49-12 0 0,11-36-3 0,1 13 1 0,-1-24 0 0,-12 11-1 0,-58 36 1 0,57-23 0 0,-45 23 0 0,-2 48-1 0,-11 47 1 0,0 23 0 0,-12-10 0 0,0-13-76 0</inkml:trace>
  <inkml:trace contextRef="#ctx0" brushRef="#br0" timeOffset="93">15541 1715 62 0,'-36'-24'5'0,"0"48"-7"0,48 36-50 0</inkml:trace>
  <inkml:trace contextRef="#ctx0" brushRef="#br0" timeOffset="94">15850 2215 47 0,'0'-12'3'0,"0"-12"-1"0,12 1-1 0,0-27-2 0,-24-8 2 0,-36-14 3 0,-11 13 3 0,-1 22-5 0,37 37-1 0,-13 25-1 0,0 58 1 0,12 14 0 0,-1-15 2 0,38-22-1 0,10-49 2 0,13-22 0 0,24-37 0 0,12-12-3 0,-25 13 0 0,-11 35 1 0,-24 24-2 0,0 47 1 0,-12 13 0 0,0-14 0 0,0-21 0 0,0-1-5 0,-12-13-31 0,12-23-7 0</inkml:trace>
  <inkml:trace contextRef="#ctx0" brushRef="#br0" timeOffset="95">16386 1750 51 0,'-24'-35'6'0,"11"35"-4"0,-21 83 0 0,-25 36 0 0,-2-35 0 0,38-25 1 0,23-13 1 0,47 15-1 0,13-1-2 0,-13-13 1 0,-24-23-1 0,-34 0 7 0,-71 11-5 0,-27-10-4 0,26-2-47 0,72-23 17 0</inkml:trace>
  <inkml:trace contextRef="#ctx0" brushRef="#br0" timeOffset="96">16958 2001 109 0,'-49'-84'3'0,"-10"84"-5"0,0 84-50 0,59-73 11 0</inkml:trace>
  <inkml:trace contextRef="#ctx0" brushRef="#br0" timeOffset="97">11336 3346 41 0,'-106'-36'27'0,"34"36"-23"0,84 0-1 0,84 12-1 0,344-48-1 0,-83-11 1 0,96-14-2 0,35-10 3 0,60 0-2 0,12 12 2 0,10-13-2 0,-33 14 0 0,-61-3-2 0,-60 13 2 0,-58 13 3 0,-72 24 3 0,-61-14-1 0,-105 13 0 0,-84-1 2 0,-36 2 2 0,-24 11-15 0,-23 11-99 0</inkml:trace>
  <inkml:trace contextRef="#ctx0" brushRef="#br0" timeOffset="98">18458 14442 7 0,'12'-12'22'0,"-1"-11"0"0,2-2 2 0,-26 25-13 0,-46 0-5 0,-25 25-3 0,-10-13 2 0,34-12 0 0,36 11-4 0,24 12-1 0,-12 14 2 0,12 34 0 0,0 37 0 0,0 34 0 0,-12 2 2 0,-24-26 1 0,13-10 0 0,-1-13-4 0,24-24 1 0,13-35-1 0,21-12 1 0,50-24 1 0,70 0-22 0,61-12-73 0</inkml:trace>
  <inkml:trace contextRef="#ctx0" brushRef="#br0" timeOffset="99">23686 14430 24 0,'0'-11'3'0,"0"-1"5"0,35 12-6 0,61 0 3 0,23 23-3 0,-12 0 3 0,-60-10-1 0,-11-13 0 0,-12 0-1 0,-12 0 0 0,12 12 0 0,0 0 0 0,-12 24-1 0,-1 23 0 0,-11 25-1 0,0-1 0 0,12 36-1 0,12-1 1 0,-24-10-1 0,-24-36 0 0,12-13 2 0,-35-22 1 0,-1-26 1 0,-36 1 0 0,-10-12-1 0,22 0 3 0,36 0-1 0,36-12-3 0,0 24-1 0,12-1-18 0,-12 1-56 0</inkml:trace>
  <inkml:trace contextRef="#ctx0" brushRef="#br0" timeOffset="100">3585 14574 7 0,'0'0'39'0,"0"0"-31"0,12 0 3 0,-1 0-1 0,13-13-4 0,0 13-3 0,24 13-2 0,-12-13 1 0,11 0-1 0,13 0 1 0,-1 0 0 0,1 0-2 0,11 11 3 0,13-11-1 0,23-11-1 0,0 11 2 0,24-13-1 0,0 1 0 0,24 0 0 0,0 1-1 0,23-12 1 0,13 10-1 0,-14-11 0 0,3 11 0 0,-1 13 0 0,-1 0 0 0,37 0 0 0,-13 0-1 0,12 0-2 0,-24 0 3 0,25 0-1 0,-24 13-1 0,11-1 1 0,-11 0 1 0,-1-12-1 0,-23 13 0 0,0-13 0 0,-1 11 0 0,-11 1 0 0,-12-1 0 0,-24 1 0 0,-24-12 1 0,-23 0-1 0,-24 0 1 0,-1 0-3 0,-11 0 1 0,-12 0 2 0,10-12 1 0,2-11 1 0,0 12-2 0,0-2-1 0,-12 1 1 0,12 0 0 0,-12-35 1 0,12-24-1 0,11-37 1 0,1 24-2 0,-24 0 3 0,23-21 0 0,-11-16-2 0,12 27 0 0,-24 10-1 0,-2 13 0 0,-9 0 0 0,-13 10 1 0,0-10-1 0,0 12 1 0,0 23-1 0,-13 1 0 0,2 10 1 0,-24 2-1 0,-13-1 0 0,-35 0 0 0,-36 1-1 0,-12-1 0 0,-60 0 1 0,-71 0 1 0,-47 1-2 0,-49-2 2 0,-58 13-1 0,-37 12 2 0,-23 12-2 0,22 0 0 0,-9 12-2 0,21-1 1 0,50 2-2 0,22 0-2 0,50 21 3 0,46-21-2 0,59-2 2 0,72 1 1 0,36 0 1 0,36-13 0 0,23 1 0 0,1-1 0 0,22 2 0 0,2-1 0 0,23 13-1 0,-11 33 1 0,-2 26 0 0,-11 34 0 0,12 3 0 0,12-3-1 0,36 13 0 0,-23 1 0 0,10-2 0 0,1-23 1 0,-1-24 0 0,-11-47 0 0,-1-36 3 0,2 0-1 0,11-12-17 0,0 12-62 0</inkml:trace>
  <inkml:trace contextRef="#ctx0" brushRef="#br0" timeOffset="101">18196 16965 13 0,'0'-22'11'0,"0"-14"8"0,12 0 4 0,-12 12-7 0,12 0-1 0,-12 13-5 0,0 22-3 0,0 73 1 0,0 24-5 0,0 10-3 0,0-10-2 0,0-49 1 0,24-47 3 0,-12-24 5 0,23-60-2 0,12-23-2 0,-11 36 0 0,-12 47-3 0,0 12-1 0,-1 47-1 0,2 25 0 0,11-25-1 0,-1-11 3 0,13-25-1 0,-24-34 4 0,23-13 0 0,-35-71 2 0,-1 13-3 0,-11 44 0 0,0 4-1 0,0 34-1 0,0 24-2 0,0 47 0 0,0 12 0 0,25-11 0 0,35-36 0 0,11 24 2 0,12-36-1 0,13-12 2 0,-13-48 0 0,-13 12 1 0,-21-24 1 0,-26-11-1 0,-23 36 1 0,-36 11-3 0,-10 48 1 0,-14 48-3 0,36-1 0 0,36-12-1 0,36 0 2 0,11-22 0 0,37-26 1 0,11-35-20 0,-24-23-40 0,-36 11 4 0</inkml:trace>
  <inkml:trace contextRef="#ctx0" brushRef="#br0" timeOffset="102">19874 17145 35 0,'-11'-12'3'0,"11"12"17"0,11-24-2 0,2-11-12 0,-1-1-2 0,-12 0-2 0,-12 12 1 0,-1 1 2 0,-10-1-2 0,-1 24 0 0,-11 0-1 0,-1 12 1 0,11 10 0 0,-21 3 1 0,22 11-4 0,0 12-1 0,12-2 0 0,0 4-1 0,36-16 2 0,0-22 1 0,23-24 2 0,1-47 0 0,-1 23 0 0,-23 13-2 0,-24 23-1 0,0 34 2 0,13 16-1 0,10-16-3 0,37-22 4 0,11-12-2 0,-10-35 1 0,-4-26-1 0,-8-21 4 0,-25-37-3 0,-12 0 2 0,-1 24-4 0,0 35 3 0,-11 24-3 0,-11 24 0 0,-12 24 3 0,-1 72 1 0,0 35-1 0,12 0-1 0,-12-24-2 0,24-35 1 0,0-49 1 0,11-11 3 0,50-59-3 0,-2 11-4 0,13-11 3 0,-25 35 0 0,-35 11 1 0,-36 13-3 0,-24 49 2 0,12 23-1 0,13-25 1 0,35-23-1 0,35-1 2 0,13-23-6 0,23-23-33 0,13-1-46 0</inkml:trace>
  <inkml:trace contextRef="#ctx0" brushRef="#br0" timeOffset="103">21305 17241 47 0,'-25'0'17'0,"13"-25"1"0,24-34-2 0,24-24-6 0,23-26-5 0,1-21-3 0,-12 11 0 0,-26 37-1 0,-22 32-2 0,-10 40 0 0,10-2-1 0,-24 34 1 0,0 51 3 0,0 22 0 0,24 24 1 0,-12 25-1 0,24-50 2 0,0-22-1 0,24-49 2 0,23-11-2 0,24-58-6 0,1-27-47 0,-48 38-20 0</inkml:trace>
  <inkml:trace contextRef="#ctx0" brushRef="#br0" timeOffset="104">21804 17109 50 0,'0'0'0'0,"-24"0"15"0,60 0-2 0,0-23-6 0,23-14-3 0,-11-22-1 0,-12-12 0 0,-24 35 0 0,-48 24 2 0,-13 12 1 0,-8 60-2 0,20 24-3 0,25-25 1 0,36 0-1 0,24-22 0 0,23-26 0 0,24-22-14 0,-12-26-39 0,-47 24 14 0</inkml:trace>
  <inkml:trace contextRef="#ctx0" brushRef="#br0" timeOffset="105">22423 17049 25 0,'0'-11'4'0,"36"-25"5"0,-36-1 17 0,0 3-6 0,-24-3-11 0,-11 14-3 0,-13 12-3 0,12 22 3 0,-11 12-2 0,11 26-3 0,13-2-1 0,10-11 1 0,1 0-2 0,24-1 3 0,1-23-2 0,10-1 0 0,24-11 0 0,1-23 3 0,-24-25-1 0,12 1 1 0,11-12 1 0,-36 47-2 0,2 24 0 0,-13 0-2 0,12 11 0 0,-12 14 0 0,11-3-2 0,2-9 2 0,23-13 0 0,11-1 0 0,13-11 0 0,-1-23 0 0,-11-2 1 0,0 2 0 0,-1 12-1 0,1 11-2 0,-24 47 1 0,-12-12-1 0,-48 1 3 0,-12-12 1 0,24-36 1 0,24-24 0 0,36-24-2 0,36 1-3 0,10 34-5 0,25 15-4 0,-23-2 9 0,-60 0 2 0,-24 24 2 0,-12 35 4 0,-12 12-4 0,13-11-1 0,11-12 0 0,0-12 1 0,-12-36 2 0,-1-36 0 0,13-11-2 0,36-1 0 0,12 37-2 0,0 11-1 0,-24 47-1 0,-12 25 0 0,11-24 1 0,24-1 0 0,37-35 1 0,0 0 0 0,-13-23 1 0,-24-14 0 0,-11-22 0 0,-24 24 0 0,-12-1 0 0,-23 24-1 0,-2 24-1 0,-9 24 0 0,21 11 0 0,1 0 0 0,37-22 0 0,-2 10 0 0,36-24 0 0,13-11-1 0,10-23 2 0,14 12-1 0,-36 11 1 0,-24 23-2 0,-36 25 1 0,-13-35 3 0,26-38-1 0,22-23-2 0,37 0-6 0,-13 25 1 0,-47 35 1 0,-12 24 1 0,11-13-31 0,25-23 0 0,-11-11 25 0,-25-1 2 0</inkml:trace>
  <inkml:trace contextRef="#ctx0" brushRef="#br0" timeOffset="106">18066 16490 93 0,'-25'84'0'0,"-23"94"-3"0,1-11 2 0,22-24 1 0,25-24-2 0,-11 0-1 0,11-36 0 0,-12-23 1 0,24-13-1 0,-1-23 9 0,14 0-5 0,22 12-3 0,26-25 3 0,33-11 0 0,37 0-1 0,71 0 1 0,47-11-1 0,50 11 1 0,46 0 1 0,36 11 4 0,36-11 0 0,36 24-5 0,11-11-4 0,23 10-2 0,2 1 1 0,-37 0 0 0,-59 0 3 0,-48-24 0 0,-83 10 0 0,-48-20-1 0,-47-2 2 0,-36 0-1 0,-36-12 2 0,-23 0 1 0,0-12-3 0,-2 24 1 0,-22-23 8 0,-36-72-9 0,-24-48 10 0,12-96 0 0,0 14-3 0,-12 82-1 0,0 72-6 0,0 11 1 0,0 36 3 0,-12 12-1 0,-36 13-5 0,-23-1 4 0,-37 12 1 0,-34-11-1 0,-61-14 0 0,-72 0 1 0,-57-9 1 0,-62-3 0 0,-34 14 5 0,-24-1-4 0,-13-13 0 0,25 27-2 0,-25-2-1 0,25 0 1 0,47 12-1 0,47 12-2 0,60-12 1 0,36 12-2 0,24-2 1 0,12 3 1 0,59 24 0 0,0 10-2 0,23 11 1 0,38 15 1 0,11-2 0 0,-1 11 3 0,0 27-3 0,37-13-40 0,47-38-37 0</inkml:trace>
  <inkml:trace contextRef="#ctx0" brushRef="#br0" timeOffset="107">19077 13061 47 0,'0'-24'11'0,"24"48"-8"0,24 36 2 0,-13-13-1 0,1-23 6 0,24-24 1 0,10-58-3 0,26-26-3 0,0 24-3 0,-25 24 1 0,-35 24-6 0,0 12-88 0</inkml:trace>
  <inkml:trace contextRef="#ctx0" brushRef="#br0" timeOffset="108">23626 12525 1 0,'0'-11'11'0,"13"-1"-6"0,-2 12-2 0,1 12 0 0,-1 35 0 0,2 1-1 0,10 12 0 0,-11-13 0 0,-1-10 0 0,14-3-1 0,-13-22 0 0,0-12 1 0,12-12 0 0,10-22-1 0,27-16 0 0,23-32 0 0,-1-2 0 0,0 37-1 0,-34 11-1 0,-26 25 1 0,0-2 1 0,-12 13-1 0,2 0 0 0,-13 13 1 0,0-13 0 0,0 0 0 0,-13 0 0 0,13 0-1 0,0 0 0 0,-11 0-21 0,11 0-6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1/24/2026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2fd678df6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2fd678df6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79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7597f18d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g7597f18d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6257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dfb2e588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g6dfb2e588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5021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dfb2e588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" name="Google Shape;66;g6dfb2e588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018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6dfb2e588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g6dfb2e588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0243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cbfc09f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82" name="Google Shape;82;g7cbfc09f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6341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cbfc09f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g7cbfc09f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3989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cbfc09f9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7cbfc09f9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6652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cc3e9f2b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7cc3e9f2b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4266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56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993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2fd678df69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2fd678df69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56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9.png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9.png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9.png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12.png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9.png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6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6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9.png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3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210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00FC-D642-4D31-8A15-4FA78C96497F}" type="datetime1">
              <a:rPr lang="en-US" smtClean="0"/>
              <a:t>1/24/2026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5DBA4-7D61-4EF0-84ED-BC77BBBD76C3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12F95-64FA-403E-9EE0-678C65D0D299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00599-7BEE-463B-8411-A43917BFC349}" type="datetime1">
              <a:rPr lang="en-US" smtClean="0"/>
              <a:t>1/24/2026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3415C-FE33-4DC2-96C9-9FF4625BB8E2}" type="datetime1">
              <a:rPr lang="en-US" smtClean="0"/>
              <a:t>1/24/2026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943E7-37D7-437E-B58C-A5C75F070D4E}" type="datetime1">
              <a:rPr lang="en-US" smtClean="0"/>
              <a:t>1/24/2026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CDF47-80FE-4CCA-BCF7-3F457F9B8440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FADEA-6F6D-4933-9FE0-B6F37CE7554E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5BD2D-709E-47A5-BC42-9994CC74C963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816B7-1F90-4FDA-9242-9B28AC85CD40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C1690-8CA7-4BF3-A2AD-205F376CB408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7F078-45CA-436D-BCDB-2763B33808C1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DC1C1-EAE1-4BB9-9C6A-E69598A608B8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ACAF-850F-4E54-8FE9-8FA2C243DE68}" type="datetime1">
              <a:rPr lang="en-US" smtClean="0"/>
              <a:t>1/24/2026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82099-724F-40AB-8E67-4FB981F47242}" type="datetime1">
              <a:rPr lang="en-US" smtClean="0"/>
              <a:t>1/24/2026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81A9-26D8-498A-A78A-4369AE67AC51}" type="datetime1">
              <a:rPr lang="en-US" smtClean="0"/>
              <a:t>1/24/2026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FC157-7303-4896-BF84-95F3AD505D15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40035-DD72-475E-99C9-FA286FF8CEF5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26905-178E-415A-9E8A-DF517F197F55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D8F48-34D1-47D3-BB07-1911D9B7808E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26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645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966275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9846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72048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084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23974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5739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36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82256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03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99940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31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9017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5171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1555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FC3A3A-C8A1-4745-A5AF-BA8F910C1BFF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2369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9F6C5-9F83-4284-A856-5B5BC05957E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70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3814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096345" y="6564312"/>
            <a:ext cx="951547" cy="169545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 b="0" i="0">
                <a:solidFill>
                  <a:srgbClr val="7F7F7F"/>
                </a:solidFill>
                <a:latin typeface="Franklin Gothic Medium"/>
                <a:cs typeface="Franklin Gothic Medium"/>
              </a:defRPr>
            </a:lvl1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1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Lisa</a:t>
            </a:r>
            <a:r>
              <a:rPr kumimoji="0" lang="en-IN" sz="750" b="0" i="0" u="none" strike="noStrike" kern="1200" cap="none" spc="-19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Yan,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CS109,</a:t>
            </a:r>
            <a:r>
              <a:rPr kumimoji="0" lang="en-IN" sz="750" b="0" i="0" u="none" strike="noStrike" kern="1200" cap="none" spc="-15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2020</a:t>
            </a:r>
            <a:endParaRPr kumimoji="0" lang="en-IN" sz="75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36711" y="6549624"/>
            <a:ext cx="173831" cy="184150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28575" marR="0" lvl="0" indent="0" algn="l" defTabSz="914400" rtl="0" eaLnBrk="1" fontAlgn="base" latinLnBrk="0" hangingPunct="1">
              <a:lnSpc>
                <a:spcPct val="100000"/>
              </a:lnSpc>
              <a:spcBef>
                <a:spcPts val="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825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</a:rPr>
              <a:pPr marL="28575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4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06079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74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8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8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3462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0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187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122255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0201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7422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0388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2829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71644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6123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5909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48659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460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6B9ED5-FE15-42F3-930B-10DA3EF6708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3902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50E79D-DD4C-459D-9982-43B0D01A4CF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60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CAFE9A-1B00-41A9-8570-E4D414A76A5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591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8B13F9-30A0-402F-BAD5-2ACC9826556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20140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012BF1-E2F7-4A28-A7E9-DEDBED6D313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562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dt" idx="10"/>
          </p:nvPr>
        </p:nvSpPr>
        <p:spPr>
          <a:xfrm>
            <a:off x="2286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fld id="{502CF848-D42F-45DD-9B4A-1B0D7218FA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t>1/24/2026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1" name="Google Shape;281;p45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2" name="Google Shape;282;p45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5729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15405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DA625C-7372-4E2B-BF73-7A3B77124A1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67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606495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0923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819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24560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73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513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897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641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55807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147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32475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743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147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42273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8694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3400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61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28100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29284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54697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48043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51913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18498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4423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3492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4361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82795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4683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07863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9880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85370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5704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46584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3344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55406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0793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17612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2555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00839DE-7ECE-48D2-99DE-21DA18AEA67A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GB" sz="12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GB" sz="12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89A1433-2BD6-474A-B042-E5F0856EF487}" type="slidenum">
              <a:rPr lang="en-GB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GB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4112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90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900" b="1"/>
            </a:lvl1pPr>
          </a:lstStyle>
          <a:p>
            <a:pPr defTabSz="685800">
              <a:defRPr/>
            </a:pPr>
            <a:r>
              <a:rPr lang="en-US">
                <a:solidFill>
                  <a:prstClr val="black"/>
                </a:solidFill>
              </a:rPr>
              <a:t>IS ZC464, Machine Learning</a:t>
            </a: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4" y="6237290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defTabSz="685800">
              <a:defRPr/>
            </a:pPr>
            <a:fld id="{78B23240-9A46-45DC-80D8-72E6138EF4CC}" type="slidenum">
              <a:rPr lang="en-IN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49307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C9A5015-9EE6-40A5-B0CB-31BFFDD9A4EB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BD8A489-38BD-40B0-9083-7E99DA903139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799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8622A36-FC8F-4476-8002-426133117C1A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D38CB16-FC74-415F-A778-AFAE7BEAFAF6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91228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A82F390-5B63-4068-A9D0-F644AD3195B3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6FB1E71-4690-4FD4-BBCF-A3779CD52565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64133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CDB21C6-0923-4961-A20F-7A28DB072D10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FD64774-6889-4F3F-87B3-82AF987C97C8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8648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3870F50-75AD-42BD-9FCC-315508736187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02715D1-A74F-4481-8AFF-0CF19F1A4227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32481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CABDD43D-E7AE-4424-AE04-B9CE5412EE81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B936656-7811-4E10-ABA8-C743BA19F43F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98254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7A21FB6-D61F-403D-94D9-B19EE8A5BC42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A0E505A-A9CD-4645-BB6F-663BC8294A50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10854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83D0BE5-B565-4932-BADA-8E47D0D5B9DE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FB21827-D599-4054-9CED-35F966873CDF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94208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2E116E8-DA5F-42E5-B0B1-9907E32B06B3}" type="datetime3">
              <a:rPr lang="en-US" sz="1200" smtClean="0">
                <a:solidFill>
                  <a:prstClr val="black"/>
                </a:solidFill>
              </a:rPr>
              <a:pPr defTabSz="685800">
                <a:defRPr/>
              </a:pPr>
              <a:t>24 January 2026</a:t>
            </a:fld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lang="en-US" sz="1200">
                <a:solidFill>
                  <a:prstClr val="black"/>
                </a:solidFill>
              </a:rPr>
              <a:t>IS ZC464, Machine Learning</a:t>
            </a:r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6872A46-881B-4CE5-A377-400F5AC5756F}" type="slidenum">
              <a:rPr lang="en-IN" sz="1200" smtClean="0">
                <a:solidFill>
                  <a:prstClr val="black"/>
                </a:solidFill>
              </a:rPr>
              <a:pPr defTabSz="685800">
                <a:defRPr/>
              </a:pPr>
              <a:t>‹#›</a:t>
            </a:fld>
            <a:endParaRPr lang="en-I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9677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1452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94596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defTabSz="685800"/>
            <a:endParaRPr 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685800"/>
            <a:endParaRPr 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</p:spPr>
        <p:txBody>
          <a:bodyPr/>
          <a:lstStyle/>
          <a:p>
            <a:pPr defTabSz="685800"/>
            <a:fld id="{BC8D7E44-7D4F-4942-A8C9-2DF6BF8399E8}" type="slidenum">
              <a:rPr lang="en-US" sz="1200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91175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29078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38712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05861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51350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46233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80353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61102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44307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33097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53120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67419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715331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06972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16281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51849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59457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5936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92274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6362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7925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47745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73446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2192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078196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90675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243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08033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53754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06488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13756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41382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03369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28166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60582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56204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154920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50302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17791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6717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5220302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642510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043379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633383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58631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035239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25761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252538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990064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551365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6157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08683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2082079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99CB88-5E1A-4FAC-892A-60949ACB1F6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129567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11567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246817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3901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0539344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3901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657898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151111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474063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04524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403523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62641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63777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3276600" y="6596063"/>
            <a:ext cx="58674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2084327" y="6550502"/>
            <a:ext cx="7059348" cy="49151"/>
            <a:chOff x="2083888" y="6550671"/>
            <a:chExt cx="7060054" cy="48600"/>
          </a:xfrm>
        </p:grpSpPr>
        <p:sp>
          <p:nvSpPr>
            <p:cNvPr id="53" name="Google Shape;53;p13"/>
            <p:cNvSpPr/>
            <p:nvPr/>
          </p:nvSpPr>
          <p:spPr>
            <a:xfrm>
              <a:off x="4630418" y="6550671"/>
              <a:ext cx="23289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6908642" y="6550671"/>
              <a:ext cx="22353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2083888" y="6550671"/>
              <a:ext cx="25815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13" descr="Picture 7.png"/>
          <p:cNvPicPr preferRelativeResize="0"/>
          <p:nvPr/>
        </p:nvPicPr>
        <p:blipFill rotWithShape="1">
          <a:blip r:embed="rId2">
            <a:alphaModFix/>
          </a:blip>
          <a:srcRect l="1922" b="5329"/>
          <a:stretch/>
        </p:blipFill>
        <p:spPr>
          <a:xfrm>
            <a:off x="6629401" y="0"/>
            <a:ext cx="2193925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3"/>
          <p:cNvGrpSpPr/>
          <p:nvPr/>
        </p:nvGrpSpPr>
        <p:grpSpPr>
          <a:xfrm>
            <a:off x="2133600" y="6553785"/>
            <a:ext cx="7010438" cy="45923"/>
            <a:chOff x="1905000" y="6553200"/>
            <a:chExt cx="7010438" cy="45600"/>
          </a:xfrm>
        </p:grpSpPr>
        <p:sp>
          <p:nvSpPr>
            <p:cNvPr id="58" name="Google Shape;58;p13"/>
            <p:cNvSpPr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0" y="1295985"/>
            <a:ext cx="7010438" cy="45923"/>
            <a:chOff x="1905000" y="6553200"/>
            <a:chExt cx="7010438" cy="45600"/>
          </a:xfrm>
        </p:grpSpPr>
        <p:sp>
          <p:nvSpPr>
            <p:cNvPr id="62" name="Google Shape;62;p13"/>
            <p:cNvSpPr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361914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3804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1277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6456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36152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54224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74226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141979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64976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049163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22926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33978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1759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 amt="50000"/>
          </a:blip>
          <a:srcRect l="177" t="-542" r="176" b="-537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028700" lvl="2" indent="-2381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7145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0032740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30964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185551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1325DDF-F0E6-45F8-A83D-1ED42C49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10/11/2021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CD11F3D-1DE5-40A6-8B8F-EF978BBC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Introduction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7A29662-B91F-4186-87C8-24405018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ACFB14-6A49-4336-A9DC-E7274D22C5D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664482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556792" y="6333133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42729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4900618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782151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00844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0492840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8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0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419309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9881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8295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530815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434870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615141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12368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83690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443316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094824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4"/>
            <a:ext cx="7620000" cy="2728913"/>
          </a:xfrm>
        </p:spPr>
        <p:txBody>
          <a:bodyPr/>
          <a:lstStyle>
            <a:lvl1pPr>
              <a:defRPr sz="1013">
                <a:latin typeface="Helvetica" panose="020B0604020202030204" pitchFamily="34" charset="0"/>
              </a:defRPr>
            </a:lvl1pPr>
            <a:lvl2pPr>
              <a:defRPr sz="900">
                <a:latin typeface="Helvetica" panose="020B0604020202030204" pitchFamily="34" charset="0"/>
              </a:defRPr>
            </a:lvl2pPr>
            <a:lvl3pPr>
              <a:defRPr sz="788">
                <a:latin typeface="Helvetica" panose="020B0604020202030204" pitchFamily="34" charset="0"/>
              </a:defRPr>
            </a:lvl3pPr>
            <a:lvl4pPr>
              <a:defRPr sz="675">
                <a:latin typeface="Helvetica" panose="020B0604020202030204" pitchFamily="34" charset="0"/>
              </a:defRPr>
            </a:lvl4pPr>
            <a:lvl5pPr>
              <a:defRPr sz="675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4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125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773234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10/11/2021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53134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51807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48830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05654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92890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41917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77306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27930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22745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99940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22173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95346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4486283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3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8" name="Google Shape;28;p3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p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3" name="Google Shape;33;p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7" name="Google Shape;37;p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3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022111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503872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144764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070347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62938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2023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37274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024795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683447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835223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005163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735280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582399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19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24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3" name="Picture 14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BITS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39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1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0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image" Target="../media/image4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image" Target="../media/image4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13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17" Type="http://schemas.openxmlformats.org/officeDocument/2006/relationships/theme" Target="../theme/theme13.xml"/><Relationship Id="rId2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8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6.xml"/><Relationship Id="rId18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5.xml"/><Relationship Id="rId17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5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03.xml"/><Relationship Id="rId19" Type="http://schemas.openxmlformats.org/officeDocument/2006/relationships/theme" Target="../theme/theme15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7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9.xml"/><Relationship Id="rId13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218.xml"/><Relationship Id="rId12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13.xml"/><Relationship Id="rId16" Type="http://schemas.openxmlformats.org/officeDocument/2006/relationships/theme" Target="../theme/theme16.xml"/><Relationship Id="rId1" Type="http://schemas.openxmlformats.org/officeDocument/2006/relationships/slideLayout" Target="../slideLayouts/slideLayout212.xml"/><Relationship Id="rId6" Type="http://schemas.openxmlformats.org/officeDocument/2006/relationships/slideLayout" Target="../slideLayouts/slideLayout217.xml"/><Relationship Id="rId11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16.xml"/><Relationship Id="rId15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15.xml"/><Relationship Id="rId9" Type="http://schemas.openxmlformats.org/officeDocument/2006/relationships/slideLayout" Target="../slideLayouts/slideLayout220.xml"/><Relationship Id="rId14" Type="http://schemas.openxmlformats.org/officeDocument/2006/relationships/slideLayout" Target="../slideLayouts/slideLayout225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33.xml"/><Relationship Id="rId12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1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5.xml"/><Relationship Id="rId1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7.xml"/><Relationship Id="rId13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6.xml"/><Relationship Id="rId12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50.xml"/><Relationship Id="rId5" Type="http://schemas.openxmlformats.org/officeDocument/2006/relationships/slideLayout" Target="../slideLayouts/slideLayout244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43.xml"/><Relationship Id="rId9" Type="http://schemas.openxmlformats.org/officeDocument/2006/relationships/slideLayout" Target="../slideLayouts/slideLayout248.xml"/><Relationship Id="rId14" Type="http://schemas.openxmlformats.org/officeDocument/2006/relationships/theme" Target="../theme/theme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AE0A98B-91D6-4D0A-A390-AF26B360F87A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  <p:sldLayoutId id="2147483923" r:id="rId13"/>
    <p:sldLayoutId id="2147485472" r:id="rId14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5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26" r:id="rId14"/>
    <p:sldLayoutId id="2147484027" r:id="rId15"/>
    <p:sldLayoutId id="2147484032" r:id="rId16"/>
    <p:sldLayoutId id="2147484033" r:id="rId17"/>
    <p:sldLayoutId id="2147484034" r:id="rId18"/>
    <p:sldLayoutId id="2147484038" r:id="rId19"/>
    <p:sldLayoutId id="2147484039" r:id="rId20"/>
    <p:sldLayoutId id="2147484041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9E909E-7C98-4E08-B6CF-5AC97662F8A6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IS ZC464,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  <p:sldLayoutId id="2147484187" r:id="rId12"/>
    <p:sldLayoutId id="2147484188" r:id="rId13"/>
    <p:sldLayoutId id="2147484189" r:id="rId14"/>
    <p:sldLayoutId id="2147484190" r:id="rId15"/>
    <p:sldLayoutId id="2147484191" r:id="rId16"/>
    <p:sldLayoutId id="2147484192" r:id="rId17"/>
    <p:sldLayoutId id="2147484193" r:id="rId18"/>
    <p:sldLayoutId id="2147484194" r:id="rId19"/>
    <p:sldLayoutId id="2147484198" r:id="rId20"/>
    <p:sldLayoutId id="2147484199" r:id="rId21"/>
    <p:sldLayoutId id="2147484202" r:id="rId22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407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6" r:id="rId4"/>
    <p:sldLayoutId id="2147484387" r:id="rId5"/>
    <p:sldLayoutId id="2147484388" r:id="rId6"/>
    <p:sldLayoutId id="2147484389" r:id="rId7"/>
    <p:sldLayoutId id="2147484390" r:id="rId8"/>
    <p:sldLayoutId id="2147484391" r:id="rId9"/>
    <p:sldLayoutId id="2147484392" r:id="rId10"/>
    <p:sldLayoutId id="2147484393" r:id="rId11"/>
    <p:sldLayoutId id="2147484396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227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  <p:sldLayoutId id="2147484443" r:id="rId10"/>
    <p:sldLayoutId id="2147484444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83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2" r:id="rId1"/>
    <p:sldLayoutId id="2147484523" r:id="rId2"/>
    <p:sldLayoutId id="2147484524" r:id="rId3"/>
    <p:sldLayoutId id="2147484525" r:id="rId4"/>
    <p:sldLayoutId id="2147484526" r:id="rId5"/>
    <p:sldLayoutId id="2147484527" r:id="rId6"/>
    <p:sldLayoutId id="2147484528" r:id="rId7"/>
    <p:sldLayoutId id="2147484529" r:id="rId8"/>
    <p:sldLayoutId id="2147484530" r:id="rId9"/>
    <p:sldLayoutId id="2147484531" r:id="rId10"/>
    <p:sldLayoutId id="2147484532" r:id="rId11"/>
    <p:sldLayoutId id="2147484533" r:id="rId12"/>
    <p:sldLayoutId id="2147484535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126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11" r:id="rId1"/>
    <p:sldLayoutId id="2147485012" r:id="rId2"/>
    <p:sldLayoutId id="2147485013" r:id="rId3"/>
    <p:sldLayoutId id="2147485014" r:id="rId4"/>
    <p:sldLayoutId id="2147485015" r:id="rId5"/>
    <p:sldLayoutId id="2147485016" r:id="rId6"/>
    <p:sldLayoutId id="2147485017" r:id="rId7"/>
    <p:sldLayoutId id="2147485018" r:id="rId8"/>
    <p:sldLayoutId id="2147485019" r:id="rId9"/>
    <p:sldLayoutId id="2147485020" r:id="rId10"/>
    <p:sldLayoutId id="2147485021" r:id="rId11"/>
    <p:sldLayoutId id="2147485022" r:id="rId12"/>
    <p:sldLayoutId id="2147485023" r:id="rId13"/>
    <p:sldLayoutId id="2147485031" r:id="rId14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925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2" r:id="rId1"/>
    <p:sldLayoutId id="2147485063" r:id="rId2"/>
    <p:sldLayoutId id="2147485064" r:id="rId3"/>
    <p:sldLayoutId id="2147485065" r:id="rId4"/>
    <p:sldLayoutId id="2147485066" r:id="rId5"/>
    <p:sldLayoutId id="2147485067" r:id="rId6"/>
    <p:sldLayoutId id="2147485068" r:id="rId7"/>
    <p:sldLayoutId id="2147485069" r:id="rId8"/>
    <p:sldLayoutId id="2147485070" r:id="rId9"/>
    <p:sldLayoutId id="2147485071" r:id="rId10"/>
    <p:sldLayoutId id="2147485072" r:id="rId11"/>
    <p:sldLayoutId id="2147485073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618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68" r:id="rId1"/>
    <p:sldLayoutId id="2147485369" r:id="rId2"/>
    <p:sldLayoutId id="2147485370" r:id="rId3"/>
    <p:sldLayoutId id="2147485371" r:id="rId4"/>
    <p:sldLayoutId id="2147485372" r:id="rId5"/>
    <p:sldLayoutId id="2147485373" r:id="rId6"/>
    <p:sldLayoutId id="2147485374" r:id="rId7"/>
    <p:sldLayoutId id="2147485375" r:id="rId8"/>
    <p:sldLayoutId id="2147485376" r:id="rId9"/>
    <p:sldLayoutId id="2147485377" r:id="rId10"/>
    <p:sldLayoutId id="2147485378" r:id="rId11"/>
    <p:sldLayoutId id="2147485380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9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0" r:id="rId1"/>
    <p:sldLayoutId id="2147485391" r:id="rId2"/>
    <p:sldLayoutId id="2147485392" r:id="rId3"/>
    <p:sldLayoutId id="2147485393" r:id="rId4"/>
    <p:sldLayoutId id="2147485394" r:id="rId5"/>
    <p:sldLayoutId id="2147485395" r:id="rId6"/>
    <p:sldLayoutId id="2147485396" r:id="rId7"/>
    <p:sldLayoutId id="2147485397" r:id="rId8"/>
    <p:sldLayoutId id="2147485398" r:id="rId9"/>
    <p:sldLayoutId id="2147485399" r:id="rId10"/>
    <p:sldLayoutId id="2147485400" r:id="rId11"/>
    <p:sldLayoutId id="2147485401" r:id="rId12"/>
    <p:sldLayoutId id="2147485402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A149CE-A26C-4113-98AE-9143637F4E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7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88" r:id="rId1"/>
    <p:sldLayoutId id="2147485489" r:id="rId2"/>
    <p:sldLayoutId id="2147485490" r:id="rId3"/>
    <p:sldLayoutId id="2147485491" r:id="rId4"/>
    <p:sldLayoutId id="2147485493" r:id="rId5"/>
    <p:sldLayoutId id="2147485494" r:id="rId6"/>
    <p:sldLayoutId id="2147485495" r:id="rId7"/>
    <p:sldLayoutId id="2147485496" r:id="rId8"/>
    <p:sldLayoutId id="2147485498" r:id="rId9"/>
    <p:sldLayoutId id="2147485499" r:id="rId10"/>
    <p:sldLayoutId id="2147485500" r:id="rId11"/>
    <p:sldLayoutId id="2147485501" r:id="rId12"/>
    <p:sldLayoutId id="2147485502" r:id="rId13"/>
    <p:sldLayoutId id="2147485503" r:id="rId14"/>
    <p:sldLayoutId id="2147485504" r:id="rId15"/>
    <p:sldLayoutId id="2147485505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00608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5599" r:id="rId1"/>
    <p:sldLayoutId id="2147485600" r:id="rId2"/>
    <p:sldLayoutId id="2147485601" r:id="rId3"/>
    <p:sldLayoutId id="2147485602" r:id="rId4"/>
    <p:sldLayoutId id="2147485603" r:id="rId5"/>
    <p:sldLayoutId id="2147485604" r:id="rId6"/>
    <p:sldLayoutId id="2147485605" r:id="rId7"/>
    <p:sldLayoutId id="2147485606" r:id="rId8"/>
    <p:sldLayoutId id="2147485607" r:id="rId9"/>
    <p:sldLayoutId id="2147485608" r:id="rId10"/>
    <p:sldLayoutId id="214748560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A149CE-A26C-4113-98AE-9143637F4E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52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11" r:id="rId1"/>
    <p:sldLayoutId id="2147485612" r:id="rId2"/>
    <p:sldLayoutId id="2147485613" r:id="rId3"/>
    <p:sldLayoutId id="2147485614" r:id="rId4"/>
    <p:sldLayoutId id="2147485615" r:id="rId5"/>
    <p:sldLayoutId id="2147485616" r:id="rId6"/>
    <p:sldLayoutId id="2147485617" r:id="rId7"/>
    <p:sldLayoutId id="2147485618" r:id="rId8"/>
    <p:sldLayoutId id="2147485619" r:id="rId9"/>
    <p:sldLayoutId id="2147485620" r:id="rId10"/>
    <p:sldLayoutId id="2147485621" r:id="rId11"/>
    <p:sldLayoutId id="2147485622" r:id="rId12"/>
    <p:sldLayoutId id="2147485623" r:id="rId13"/>
    <p:sldLayoutId id="2147485627" r:id="rId14"/>
    <p:sldLayoutId id="2147485628" r:id="rId15"/>
    <p:sldLayoutId id="2147485631" r:id="rId16"/>
    <p:sldLayoutId id="2147485632" r:id="rId17"/>
    <p:sldLayoutId id="2147485633" r:id="rId18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10/11/2021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6858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685800">
              <a:defRPr/>
            </a:pPr>
            <a:fld id="{60DB935C-A2BB-404C-A6C5-67E9068028E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75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35" r:id="rId1"/>
    <p:sldLayoutId id="2147485636" r:id="rId2"/>
    <p:sldLayoutId id="2147485637" r:id="rId3"/>
    <p:sldLayoutId id="2147485638" r:id="rId4"/>
    <p:sldLayoutId id="2147485640" r:id="rId5"/>
    <p:sldLayoutId id="2147485641" r:id="rId6"/>
    <p:sldLayoutId id="2147485642" r:id="rId7"/>
    <p:sldLayoutId id="2147485643" r:id="rId8"/>
    <p:sldLayoutId id="2147485645" r:id="rId9"/>
    <p:sldLayoutId id="2147485646" r:id="rId10"/>
    <p:sldLayoutId id="2147485647" r:id="rId11"/>
    <p:sldLayoutId id="2147485648" r:id="rId12"/>
    <p:sldLayoutId id="2147485649" r:id="rId13"/>
    <p:sldLayoutId id="2147485651" r:id="rId14"/>
    <p:sldLayoutId id="2147485652" r:id="rId1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222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59" r:id="rId1"/>
    <p:sldLayoutId id="2147485660" r:id="rId2"/>
    <p:sldLayoutId id="2147485661" r:id="rId3"/>
    <p:sldLayoutId id="2147485662" r:id="rId4"/>
    <p:sldLayoutId id="2147485663" r:id="rId5"/>
    <p:sldLayoutId id="2147485664" r:id="rId6"/>
    <p:sldLayoutId id="2147485665" r:id="rId7"/>
    <p:sldLayoutId id="2147485666" r:id="rId8"/>
    <p:sldLayoutId id="2147485667" r:id="rId9"/>
    <p:sldLayoutId id="2147485668" r:id="rId10"/>
    <p:sldLayoutId id="2147485669" r:id="rId11"/>
    <p:sldLayoutId id="2147485670" r:id="rId12"/>
    <p:sldLayoutId id="2147485671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29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87" r:id="rId1"/>
    <p:sldLayoutId id="2147485688" r:id="rId2"/>
    <p:sldLayoutId id="2147485689" r:id="rId3"/>
    <p:sldLayoutId id="2147485690" r:id="rId4"/>
    <p:sldLayoutId id="2147485691" r:id="rId5"/>
    <p:sldLayoutId id="2147485692" r:id="rId6"/>
    <p:sldLayoutId id="2147485693" r:id="rId7"/>
    <p:sldLayoutId id="2147485694" r:id="rId8"/>
    <p:sldLayoutId id="2147485695" r:id="rId9"/>
    <p:sldLayoutId id="2147485696" r:id="rId10"/>
    <p:sldLayoutId id="2147485697" r:id="rId11"/>
    <p:sldLayoutId id="2147485699" r:id="rId12"/>
    <p:sldLayoutId id="2147485700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4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9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0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0.xml"/><Relationship Id="rId5" Type="http://schemas.openxmlformats.org/officeDocument/2006/relationships/image" Target="../media/image20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png"/><Relationship Id="rId5" Type="http://schemas.openxmlformats.org/officeDocument/2006/relationships/customXml" Target="../ink/ink5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0.xml"/><Relationship Id="rId5" Type="http://schemas.openxmlformats.org/officeDocument/2006/relationships/image" Target="../media/image23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0.xml"/><Relationship Id="rId5" Type="http://schemas.openxmlformats.org/officeDocument/2006/relationships/image" Target="../media/image27.png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0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0.xml"/><Relationship Id="rId6" Type="http://schemas.openxmlformats.org/officeDocument/2006/relationships/customXml" Target="../ink/ink9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0.xml"/><Relationship Id="rId6" Type="http://schemas.openxmlformats.org/officeDocument/2006/relationships/image" Target="../media/image36.png"/><Relationship Id="rId5" Type="http://schemas.openxmlformats.org/officeDocument/2006/relationships/customXml" Target="../ink/ink10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9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7.xml"/><Relationship Id="rId5" Type="http://schemas.openxmlformats.org/officeDocument/2006/relationships/image" Target="../media/image39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7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4.xml"/><Relationship Id="rId5" Type="http://schemas.openxmlformats.org/officeDocument/2006/relationships/image" Target="../media/image41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4.wmf"/><Relationship Id="rId3" Type="http://schemas.openxmlformats.org/officeDocument/2006/relationships/image" Target="../media/image35.png"/><Relationship Id="rId7" Type="http://schemas.openxmlformats.org/officeDocument/2006/relationships/image" Target="../media/image44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38.png"/><Relationship Id="rId9" Type="http://schemas.openxmlformats.org/officeDocument/2006/relationships/image" Target="../media/image46.png"/><Relationship Id="rId1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16.xml"/><Relationship Id="rId3" Type="http://schemas.openxmlformats.org/officeDocument/2006/relationships/image" Target="../media/image50.png"/><Relationship Id="rId7" Type="http://schemas.openxmlformats.org/officeDocument/2006/relationships/image" Target="../media/image35.png"/><Relationship Id="rId12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7.xml"/><Relationship Id="rId6" Type="http://schemas.openxmlformats.org/officeDocument/2006/relationships/image" Target="../media/image38.png"/><Relationship Id="rId11" Type="http://schemas.openxmlformats.org/officeDocument/2006/relationships/image" Target="../media/image57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1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61.png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9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0.png"/><Relationship Id="rId5" Type="http://schemas.openxmlformats.org/officeDocument/2006/relationships/customXml" Target="../ink/ink18.xml"/><Relationship Id="rId4" Type="http://schemas.openxmlformats.org/officeDocument/2006/relationships/image" Target="../media/image6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76.png"/><Relationship Id="rId3" Type="http://schemas.openxmlformats.org/officeDocument/2006/relationships/image" Target="../media/image70.wmf"/><Relationship Id="rId7" Type="http://schemas.openxmlformats.org/officeDocument/2006/relationships/image" Target="../media/image67.emf"/><Relationship Id="rId12" Type="http://schemas.openxmlformats.org/officeDocument/2006/relationships/customXml" Target="../ink/ink19.xml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6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75.emf"/><Relationship Id="rId3" Type="http://schemas.openxmlformats.org/officeDocument/2006/relationships/image" Target="../media/image76.wmf"/><Relationship Id="rId7" Type="http://schemas.openxmlformats.org/officeDocument/2006/relationships/image" Target="../media/image72.e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74.emf"/><Relationship Id="rId5" Type="http://schemas.openxmlformats.org/officeDocument/2006/relationships/image" Target="../media/image71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7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77.wmf"/><Relationship Id="rId1" Type="http://schemas.openxmlformats.org/officeDocument/2006/relationships/slideLayout" Target="../slideLayouts/slideLayout197.xml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197.xml"/><Relationship Id="rId1" Type="http://schemas.openxmlformats.org/officeDocument/2006/relationships/vmlDrawing" Target="../drawings/vmlDrawing7.vml"/><Relationship Id="rId6" Type="http://schemas.openxmlformats.org/officeDocument/2006/relationships/customXml" Target="../ink/ink21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0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0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nerd-for-tech/gradient-boost-for-regression-explained-6561eec192cb" TargetMode="External"/><Relationship Id="rId2" Type="http://schemas.openxmlformats.org/officeDocument/2006/relationships/hyperlink" Target="https://en.wikipedia.org/wiki/Gradient_boosting#:~:text=Gradient%20boosting%20is%20a%20machine,which%20are%20typically%20decision%20trees" TargetMode="External"/><Relationship Id="rId1" Type="http://schemas.openxmlformats.org/officeDocument/2006/relationships/slideLayout" Target="../slideLayouts/slideLayout2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9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200"/>
            </a:pPr>
            <a:r>
              <a:rPr lang="en-IN" sz="3200" b="1" i="0" u="none" strike="noStrike" cap="none" dirty="0">
                <a:solidFill>
                  <a:srgbClr val="FFFFFF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Machine Learning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/>
            </a:r>
            <a:br>
              <a:rPr lang="en-IN" sz="32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</a:t>
            </a:r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CZG565</a:t>
            </a:r>
          </a:p>
          <a:p>
            <a:pPr lvl="0" algn="ctr">
              <a:buSzPts val="2200"/>
            </a:pPr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Ensemble Learning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Google Shape;200;p1"/>
          <p:cNvSpPr txBox="1"/>
          <p:nvPr/>
        </p:nvSpPr>
        <p:spPr>
          <a:xfrm>
            <a:off x="2267640" y="5410080"/>
            <a:ext cx="62661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Neha Vinayak</a:t>
            </a:r>
            <a:endParaRPr lang="en-US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lang="en-US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3814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ea typeface="Cambria" panose="02040503050406030204" pitchFamily="18" charset="0"/>
              </a:rPr>
              <a:t>Machine Learning</a:t>
            </a:r>
            <a:endParaRPr sz="2400" dirty="0">
              <a:ea typeface="Cambria" panose="0204050305040603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9580" y="2356371"/>
            <a:ext cx="8642256" cy="4780567"/>
          </a:xfrm>
          <a:prstGeom prst="rect">
            <a:avLst/>
          </a:prstGeom>
        </p:spPr>
        <p:txBody>
          <a:bodyPr vert="horz" wrap="square" lIns="0" tIns="32793" rIns="0" bIns="0" rtlCol="0">
            <a:spAutoFit/>
          </a:bodyPr>
          <a:lstStyle/>
          <a:p>
            <a:pPr marR="39091" lvl="0" indent="-1016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/>
            </a:pPr>
            <a:r>
              <a:rPr lang="en-US" sz="1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</a:t>
            </a:r>
            <a:r>
              <a:rPr lang="en-US" sz="1800" kern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Sugata</a:t>
            </a:r>
            <a:r>
              <a:rPr lang="en-US" sz="1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grateful acknowledgement to many others who made their course materials freely available online</a:t>
            </a:r>
            <a:endParaRPr lang="en-US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lvl="0" indent="-101600" fontAlgn="auto"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/>
            </a:pPr>
            <a:r>
              <a:rPr lang="en-US" sz="1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lang="en-US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lvl="0" indent="-101600" fontAlgn="auto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/>
            </a:pPr>
            <a:r>
              <a:rPr lang="en-US" sz="1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lang="en-US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lvl="0" indent="-101600" fontAlgn="auto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defRPr/>
            </a:pPr>
            <a:r>
              <a:rPr lang="en-US" sz="1800" kern="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lang="en-US" sz="180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-101600" fontAlgn="auto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defRPr/>
            </a:pPr>
            <a:r>
              <a:rPr lang="en-US" sz="1800" kern="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lang="en-US" sz="180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en-US" sz="1800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b="1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lang="en-US" sz="1800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u="sng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</a:t>
            </a:r>
            <a:r>
              <a:rPr lang="en-US" u="sng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r>
              <a:rPr lang="en-US" u="sng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WILP</a:t>
            </a:r>
            <a:r>
              <a:rPr lang="en-US" b="1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Profs.Sugata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Chetana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Monali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Rajavadhana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, Seetha, Anita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US" kern="0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u="sng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CS109 and CS229 Stanford lecture notes, </a:t>
            </a:r>
            <a:r>
              <a:rPr lang="en-US" kern="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Dr.Andrew</a:t>
            </a:r>
            <a:r>
              <a:rPr lang="en-US" kern="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NG and many others who made their course materials freely available online</a:t>
            </a:r>
            <a:endParaRPr lang="en-US" sz="1800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en-US" sz="1800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lang="en-US" sz="1800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519" y="915302"/>
            <a:ext cx="5698928" cy="287187"/>
          </a:xfrm>
          <a:prstGeom prst="rect">
            <a:avLst/>
          </a:prstGeom>
        </p:spPr>
        <p:txBody>
          <a:bodyPr vert="horz" wrap="square" lIns="0" tIns="10090" rIns="0" bIns="0" rtlCol="0">
            <a:spAutoFit/>
          </a:bodyPr>
          <a:lstStyle/>
          <a:p>
            <a:pPr marL="8408">
              <a:spcBef>
                <a:spcPts val="79"/>
              </a:spcBef>
            </a:pPr>
            <a:r>
              <a:rPr sz="1800" spc="-10" dirty="0">
                <a:solidFill>
                  <a:srgbClr val="1C157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r>
              <a:rPr sz="1800" spc="-46" dirty="0">
                <a:solidFill>
                  <a:srgbClr val="1C157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sz="1800" spc="-6" dirty="0">
                <a:solidFill>
                  <a:srgbClr val="1C157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and</a:t>
            </a:r>
            <a:r>
              <a:rPr sz="1800" spc="-46" dirty="0">
                <a:solidFill>
                  <a:srgbClr val="1C157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sz="1800" spc="-16" dirty="0">
                <a:solidFill>
                  <a:srgbClr val="1C157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Acknowledgement</a:t>
            </a:r>
            <a:endParaRPr sz="1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1351245"/>
            <a:ext cx="913108" cy="96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5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99072"/>
          <a:ext cx="6825136" cy="53511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&amp; Mathematical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Preliminaries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M2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 Learning Workflow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Linear Models for Regression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M4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Models for Classification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M5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</a:t>
                      </a:r>
                      <a:r>
                        <a:rPr lang="en-IN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Tree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M6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Instance Based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M7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Vector Machine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M8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Bayesian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M9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Learning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706915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M10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03143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US" sz="1600" kern="5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Learning Model Evaluation/Comparison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80549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Course Plan</a:t>
            </a:r>
          </a:p>
        </p:txBody>
      </p:sp>
      <p:sp>
        <p:nvSpPr>
          <p:cNvPr id="2" name="Rectangle 1"/>
          <p:cNvSpPr/>
          <p:nvPr/>
        </p:nvSpPr>
        <p:spPr>
          <a:xfrm>
            <a:off x="329381" y="5105400"/>
            <a:ext cx="6705600" cy="457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7"/>
          <p:cNvSpPr txBox="1">
            <a:spLocks noGrp="1"/>
          </p:cNvSpPr>
          <p:nvPr>
            <p:ph type="title"/>
          </p:nvPr>
        </p:nvSpPr>
        <p:spPr>
          <a:xfrm>
            <a:off x="311700" y="30081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sz="3200" b="1" dirty="0">
                <a:solidFill>
                  <a:srgbClr val="C00000"/>
                </a:solidFill>
              </a:rPr>
              <a:t>Ensemble Learning</a:t>
            </a:r>
            <a:endParaRPr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3EBD03-91A3-5A48-435D-EB5E386355E6}"/>
                  </a:ext>
                </a:extLst>
              </p14:cNvPr>
              <p14:cNvContentPartPr/>
              <p14:nvPr/>
            </p14:nvContentPartPr>
            <p14:xfrm>
              <a:off x="4432320" y="1706040"/>
              <a:ext cx="4549320" cy="109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3EBD03-91A3-5A48-435D-EB5E38635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2960" y="1696680"/>
                <a:ext cx="4568040" cy="11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2857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43434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Motivation: Occam’s Razor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</a:rPr>
              <a:t>“one should not increase, beyond what is necessary, the number of entities required to explain anything”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Infinitely many models can explain any given dataset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</a:rPr>
              <a:t>Might as well pick the smallest one…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The Single Model Philosophy</a:t>
            </a:r>
            <a:endParaRPr lang="en-IN" sz="24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DFBEE5-2119-9EC0-0888-BA7377A30E9C}"/>
                  </a:ext>
                </a:extLst>
              </p14:cNvPr>
              <p14:cNvContentPartPr/>
              <p14:nvPr/>
            </p14:nvContentPartPr>
            <p14:xfrm>
              <a:off x="1911600" y="1976040"/>
              <a:ext cx="6868440" cy="211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DFBEE5-2119-9EC0-0888-BA7377A30E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2240" y="1966680"/>
                <a:ext cx="6887160" cy="21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35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597f18d1e_0_9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</p:txBody>
      </p:sp>
      <p:sp>
        <p:nvSpPr>
          <p:cNvPr id="53" name="Google Shape;53;g7597f18d1e_0_9"/>
          <p:cNvSpPr txBox="1">
            <a:spLocks noGrp="1"/>
          </p:cNvSpPr>
          <p:nvPr>
            <p:ph type="title" idx="4294967295"/>
          </p:nvPr>
        </p:nvSpPr>
        <p:spPr>
          <a:xfrm>
            <a:off x="152400" y="437356"/>
            <a:ext cx="69913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altLang="en-US" sz="2400" dirty="0">
                <a:ea typeface="Cambria" panose="02040503050406030204" pitchFamily="18" charset="0"/>
              </a:rPr>
              <a:t>Ensemble Philosophy</a:t>
            </a:r>
            <a:endParaRPr sz="2400" dirty="0">
              <a:ea typeface="Cambria" panose="02040503050406030204" pitchFamily="18" charset="0"/>
            </a:endParaRPr>
          </a:p>
        </p:txBody>
      </p:sp>
      <p:sp>
        <p:nvSpPr>
          <p:cNvPr id="55" name="Google Shape;55;g7597f18d1e_0_9"/>
          <p:cNvSpPr txBox="1"/>
          <p:nvPr/>
        </p:nvSpPr>
        <p:spPr>
          <a:xfrm>
            <a:off x="139700" y="1346200"/>
            <a:ext cx="5270500" cy="5423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342900" marR="0" lvl="0" indent="-3429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No Free Lunch Theorem: There is no algorithm that is always the most accurate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endParaRPr lang="en-IN" sz="1800" dirty="0">
              <a:solidFill>
                <a:srgbClr val="0033CC"/>
              </a:solidFill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Each learning algorithm dictates a certain model that comes with a set of assumptions	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Each algorithm converges to a different solution and fails under different circumstances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1143000" marR="0" lvl="2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The best tuned learners could miss some examples and there could be other learners which works better on (may be only) those 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 In the absence of a single expert ( a superior model ) , a committee (combinations of models) can do better 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1143000" marR="0" lvl="2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A committee can work in many ways ...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4572000"/>
            <a:ext cx="2819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learner does only slightly better than random guessing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9BE36E-0451-C1D1-7F7D-BF0AF44908B6}"/>
                  </a:ext>
                </a:extLst>
              </p14:cNvPr>
              <p14:cNvContentPartPr/>
              <p14:nvPr/>
            </p14:nvContentPartPr>
            <p14:xfrm>
              <a:off x="223560" y="1006920"/>
              <a:ext cx="8209440" cy="480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9BE36E-0451-C1D1-7F7D-BF0AF44908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00" y="997560"/>
                <a:ext cx="8228160" cy="482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50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fb2e5882_0_4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</p:txBody>
      </p:sp>
      <p:sp>
        <p:nvSpPr>
          <p:cNvPr id="60" name="Google Shape;60;g6dfb2e5882_0_4"/>
          <p:cNvSpPr txBox="1">
            <a:spLocks noGrp="1"/>
          </p:cNvSpPr>
          <p:nvPr>
            <p:ph type="title" idx="4294967295"/>
          </p:nvPr>
        </p:nvSpPr>
        <p:spPr>
          <a:xfrm>
            <a:off x="124481" y="507794"/>
            <a:ext cx="69913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sz="2500" dirty="0">
                <a:ea typeface="Cambria" panose="02040503050406030204" pitchFamily="18" charset="0"/>
              </a:rPr>
              <a:t>Committee of Models</a:t>
            </a:r>
            <a:endParaRPr sz="2500" dirty="0">
              <a:ea typeface="Cambria" panose="02040503050406030204" pitchFamily="18" charset="0"/>
            </a:endParaRPr>
          </a:p>
        </p:txBody>
      </p:sp>
      <p:pic>
        <p:nvPicPr>
          <p:cNvPr id="62" name="Google Shape;62;g6dfb2e5882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2011051"/>
            <a:ext cx="4833938" cy="360759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6dfb2e5882_0_4"/>
          <p:cNvSpPr txBox="1"/>
          <p:nvPr/>
        </p:nvSpPr>
        <p:spPr>
          <a:xfrm>
            <a:off x="124480" y="1436276"/>
            <a:ext cx="3914119" cy="4735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marR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 marL="1143000" lvl="2" indent="-228600">
              <a:spcBef>
                <a:spcPct val="20000"/>
              </a:spcBef>
              <a:buFont typeface="Arial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Committee Members are base learners !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Major challenges dealing with this committee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Expertise of each of the members  (Does it help / not?)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Combining the results from the members for better performance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352B5A-0E98-9168-315D-B27BA08EA483}"/>
                  </a:ext>
                </a:extLst>
              </p14:cNvPr>
              <p14:cNvContentPartPr/>
              <p14:nvPr/>
            </p14:nvContentPartPr>
            <p14:xfrm>
              <a:off x="510120" y="1899000"/>
              <a:ext cx="8235360" cy="2216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352B5A-0E98-9168-315D-B27BA08EA4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760" y="1889640"/>
                <a:ext cx="8254080" cy="223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142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758140"/>
              </p:ext>
            </p:extLst>
          </p:nvPr>
        </p:nvGraphicFramePr>
        <p:xfrm>
          <a:off x="1211262" y="1423724"/>
          <a:ext cx="6284913" cy="472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3" imgW="9740900" imgH="7327900" progId="Visio.Drawing.6">
                  <p:embed/>
                </p:oleObj>
              </mc:Choice>
              <mc:Fallback>
                <p:oleObj name="Visio" r:id="rId3" imgW="9740900" imgH="7327900" progId="Visio.Drawing.6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2" y="1423724"/>
                        <a:ext cx="6284913" cy="472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" y="50478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</a:pPr>
            <a:r>
              <a:rPr lang="en-US" altLang="en-US" sz="2400" dirty="0">
                <a:ea typeface="Cambria" panose="02040503050406030204" pitchFamily="18" charset="0"/>
              </a:rPr>
              <a:t>General Approach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5362575" y="6145154"/>
            <a:ext cx="3295650" cy="365125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Introduction to Data Mining, 2nd Edition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25864E-96A6-D496-51B7-E195D6991674}"/>
                  </a:ext>
                </a:extLst>
              </p14:cNvPr>
              <p14:cNvContentPartPr/>
              <p14:nvPr/>
            </p14:nvContentPartPr>
            <p14:xfrm>
              <a:off x="2945160" y="2190240"/>
              <a:ext cx="4351680" cy="361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25864E-96A6-D496-51B7-E195D69916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5800" y="2180880"/>
                <a:ext cx="4370400" cy="36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795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dfb2e5882_0_13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sz="1800"/>
          </a:p>
        </p:txBody>
      </p:sp>
      <p:sp>
        <p:nvSpPr>
          <p:cNvPr id="68" name="Google Shape;68;g6dfb2e5882_0_13"/>
          <p:cNvSpPr txBox="1">
            <a:spLocks noGrp="1"/>
          </p:cNvSpPr>
          <p:nvPr>
            <p:ph type="title" idx="4294967295"/>
          </p:nvPr>
        </p:nvSpPr>
        <p:spPr>
          <a:xfrm>
            <a:off x="289560" y="550771"/>
            <a:ext cx="777240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 dirty="0">
                <a:ea typeface="Cambria" panose="02040503050406030204" pitchFamily="18" charset="0"/>
              </a:rPr>
              <a:t>Issue 1 : On the members ( Base Learners ) </a:t>
            </a:r>
            <a:endParaRPr sz="2400" dirty="0">
              <a:ea typeface="Cambria" panose="02040503050406030204" pitchFamily="18" charset="0"/>
            </a:endParaRPr>
          </a:p>
        </p:txBody>
      </p:sp>
      <p:pic>
        <p:nvPicPr>
          <p:cNvPr id="70" name="Google Shape;70;g6dfb2e588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450" y="2011051"/>
            <a:ext cx="5272088" cy="360759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6dfb2e5882_0_13"/>
          <p:cNvSpPr txBox="1"/>
          <p:nvPr/>
        </p:nvSpPr>
        <p:spPr>
          <a:xfrm>
            <a:off x="128963" y="1976344"/>
            <a:ext cx="3376237" cy="347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marR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 marL="1143000" lvl="2" indent="-228600">
              <a:spcBef>
                <a:spcPct val="20000"/>
              </a:spcBef>
              <a:buFont typeface="Arial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It does not help if all learners are good/bad at roughly same thing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Need Diverse Learners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5DED20-A432-E9F0-406E-738B6F2996B5}"/>
                  </a:ext>
                </a:extLst>
              </p14:cNvPr>
              <p14:cNvContentPartPr/>
              <p14:nvPr/>
            </p14:nvContentPartPr>
            <p14:xfrm>
              <a:off x="1607760" y="1076040"/>
              <a:ext cx="6623640" cy="399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5DED20-A432-E9F0-406E-738B6F2996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8400" y="1066680"/>
                <a:ext cx="6642360" cy="40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09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590800"/>
            <a:ext cx="5618018" cy="3429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682293"/>
            <a:ext cx="5795818" cy="3566107"/>
          </a:xfrm>
          <a:prstGeom prst="rect">
            <a:avLst/>
          </a:prstGeom>
        </p:spPr>
      </p:pic>
      <p:sp>
        <p:nvSpPr>
          <p:cNvPr id="79" name="Google Shape;79;g6dfb2e5882_0_20"/>
          <p:cNvSpPr txBox="1"/>
          <p:nvPr/>
        </p:nvSpPr>
        <p:spPr>
          <a:xfrm>
            <a:off x="274320" y="1678880"/>
            <a:ext cx="3833437" cy="4500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marR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 marL="1143000" lvl="2" indent="-228600">
              <a:spcBef>
                <a:spcPct val="20000"/>
              </a:spcBef>
              <a:buFont typeface="Arial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Use Different Algorithms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Different algorithms make different assumptions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Use Different Hyper parameters,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E.g. vary the structure of neural nets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</p:txBody>
      </p:sp>
      <p:sp>
        <p:nvSpPr>
          <p:cNvPr id="5" name="Google Shape;68;g6dfb2e5882_0_13"/>
          <p:cNvSpPr txBox="1">
            <a:spLocks/>
          </p:cNvSpPr>
          <p:nvPr/>
        </p:nvSpPr>
        <p:spPr>
          <a:xfrm>
            <a:off x="289560" y="550771"/>
            <a:ext cx="777240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>
                <a:ea typeface="Cambria" panose="02040503050406030204" pitchFamily="18" charset="0"/>
              </a:rPr>
              <a:t>Issue 1 : On the members ( Base Learners ) </a:t>
            </a:r>
            <a:endParaRPr lang="en-US" sz="2400" dirty="0"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5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371600"/>
            <a:ext cx="4679580" cy="3286509"/>
          </a:xfrm>
          <a:prstGeom prst="rect">
            <a:avLst/>
          </a:prstGeom>
        </p:spPr>
      </p:pic>
      <p:sp>
        <p:nvSpPr>
          <p:cNvPr id="87" name="Google Shape;87;g7cbfc09f93_0_0"/>
          <p:cNvSpPr txBox="1"/>
          <p:nvPr/>
        </p:nvSpPr>
        <p:spPr>
          <a:xfrm>
            <a:off x="86122" y="1219200"/>
            <a:ext cx="4214438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marR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 marL="1143000" lvl="2" indent="-228600">
              <a:spcBef>
                <a:spcPct val="20000"/>
              </a:spcBef>
              <a:buFont typeface="Arial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Different input representations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Uttered words + video information of speakers clips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image + text annotations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Different training sets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Draw different random samples of data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sym typeface="Helvetica Neue"/>
              </a:rPr>
              <a:t>Partition data in the input space and have learners specialized in those spaces (mixture of experts)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sym typeface="Helvetica Neue"/>
            </a:endParaRPr>
          </a:p>
        </p:txBody>
      </p:sp>
      <p:sp>
        <p:nvSpPr>
          <p:cNvPr id="6" name="Google Shape;68;g6dfb2e5882_0_13"/>
          <p:cNvSpPr txBox="1">
            <a:spLocks/>
          </p:cNvSpPr>
          <p:nvPr/>
        </p:nvSpPr>
        <p:spPr>
          <a:xfrm>
            <a:off x="289560" y="550771"/>
            <a:ext cx="777240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>
                <a:ea typeface="Cambria" panose="02040503050406030204" pitchFamily="18" charset="0"/>
              </a:rPr>
              <a:t>Issue 1 : On the members ( Base Learners ) </a:t>
            </a:r>
            <a:endParaRPr lang="en-US" sz="2400" dirty="0"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3BBC51-6EE8-35B8-D0E2-EBF657719A05}"/>
                  </a:ext>
                </a:extLst>
              </p14:cNvPr>
              <p14:cNvContentPartPr/>
              <p14:nvPr/>
            </p14:nvContentPartPr>
            <p14:xfrm>
              <a:off x="913320" y="668520"/>
              <a:ext cx="8115480" cy="6185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3BBC51-6EE8-35B8-D0E2-EBF657719A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960" y="659160"/>
                <a:ext cx="8134200" cy="620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262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cbfc09f93_0_21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</a:pPr>
            <a:endParaRPr sz="1800"/>
          </a:p>
          <a:p>
            <a:pPr marL="0" indent="0">
              <a:spcBef>
                <a:spcPts val="0"/>
              </a:spcBef>
            </a:pPr>
            <a:endParaRPr sz="1800"/>
          </a:p>
        </p:txBody>
      </p:sp>
      <p:sp>
        <p:nvSpPr>
          <p:cNvPr id="109" name="Google Shape;109;g7cbfc09f93_0_21"/>
          <p:cNvSpPr txBox="1">
            <a:spLocks noGrp="1"/>
          </p:cNvSpPr>
          <p:nvPr>
            <p:ph type="title" idx="4294967295"/>
          </p:nvPr>
        </p:nvSpPr>
        <p:spPr>
          <a:xfrm>
            <a:off x="304800" y="411546"/>
            <a:ext cx="69913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 dirty="0">
                <a:ea typeface="Cambria" panose="02040503050406030204" pitchFamily="18" charset="0"/>
              </a:rPr>
              <a:t>Issue -2 : Combining Results Base Learners</a:t>
            </a:r>
            <a:endParaRPr sz="2400" dirty="0">
              <a:ea typeface="Cambria" panose="02040503050406030204" pitchFamily="18" charset="0"/>
            </a:endParaRPr>
          </a:p>
        </p:txBody>
      </p:sp>
      <p:pic>
        <p:nvPicPr>
          <p:cNvPr id="111" name="Google Shape;111;g7cbfc09f9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036" y="2255091"/>
            <a:ext cx="4810501" cy="33635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7cbfc09f93_0_21"/>
          <p:cNvSpPr txBox="1"/>
          <p:nvPr/>
        </p:nvSpPr>
        <p:spPr>
          <a:xfrm>
            <a:off x="457200" y="2074350"/>
            <a:ext cx="4062037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"/>
              </a:rPr>
              <a:t>A Simple Combination Scheme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"/>
              </a:rPr>
              <a:t>: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113" name="Google Shape;113;g7cbfc09f93_0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287" y="3810000"/>
            <a:ext cx="2362200" cy="144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7cbfc09f93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037" y="2046751"/>
            <a:ext cx="2514600" cy="51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081" y="1367276"/>
            <a:ext cx="5211919" cy="2397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8804" y="3810000"/>
            <a:ext cx="5355195" cy="27264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752AA1-6B4A-61F8-3E92-A7A941DB484F}"/>
                  </a:ext>
                </a:extLst>
              </p14:cNvPr>
              <p14:cNvContentPartPr/>
              <p14:nvPr/>
            </p14:nvContentPartPr>
            <p14:xfrm>
              <a:off x="1504800" y="4294800"/>
              <a:ext cx="6147720" cy="22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752AA1-6B4A-61F8-3E92-A7A941DB48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5440" y="4285440"/>
                <a:ext cx="6166440" cy="2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208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cbfc09f93_0_31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</a:pPr>
            <a:endParaRPr sz="1800"/>
          </a:p>
          <a:p>
            <a:pPr marL="0" indent="0">
              <a:spcBef>
                <a:spcPts val="0"/>
              </a:spcBef>
            </a:pPr>
            <a:endParaRPr sz="1800"/>
          </a:p>
        </p:txBody>
      </p:sp>
      <p:pic>
        <p:nvPicPr>
          <p:cNvPr id="123" name="Google Shape;123;g7cbfc09f93_0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600" y="2702874"/>
            <a:ext cx="36068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9;g7cbfc09f93_0_21"/>
          <p:cNvSpPr txBox="1">
            <a:spLocks/>
          </p:cNvSpPr>
          <p:nvPr/>
        </p:nvSpPr>
        <p:spPr>
          <a:xfrm>
            <a:off x="304800" y="411546"/>
            <a:ext cx="69913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>
                <a:ea typeface="Cambria" panose="02040503050406030204" pitchFamily="18" charset="0"/>
              </a:rPr>
              <a:t>Issue -2 : Combining Results Base Learners</a:t>
            </a:r>
            <a:endParaRPr lang="en-US" sz="2400" dirty="0">
              <a:ea typeface="Cambria" panose="02040503050406030204" pitchFamily="18" charset="0"/>
            </a:endParaRPr>
          </a:p>
        </p:txBody>
      </p:sp>
      <p:pic>
        <p:nvPicPr>
          <p:cNvPr id="8" name="Google Shape;114;g7cbfc09f93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37" y="2046751"/>
            <a:ext cx="2514600" cy="51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1;g7cbfc09f93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2036" y="2255091"/>
            <a:ext cx="4810501" cy="33635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476C57-D8F1-A1DD-DB88-7B56F76E4846}"/>
                  </a:ext>
                </a:extLst>
              </p14:cNvPr>
              <p14:cNvContentPartPr/>
              <p14:nvPr/>
            </p14:nvContentPartPr>
            <p14:xfrm>
              <a:off x="141480" y="3493800"/>
              <a:ext cx="446400" cy="1294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476C57-D8F1-A1DD-DB88-7B56F76E48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120" y="3484440"/>
                <a:ext cx="465120" cy="13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377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cc3e9f2bf_0_3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</a:pPr>
            <a:endParaRPr sz="1800"/>
          </a:p>
          <a:p>
            <a:pPr marL="0" indent="0">
              <a:spcBef>
                <a:spcPts val="0"/>
              </a:spcBef>
            </a:pPr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04800" y="2667000"/>
            <a:ext cx="3124200" cy="2418789"/>
            <a:chOff x="152400" y="1924611"/>
            <a:chExt cx="4572000" cy="3637989"/>
          </a:xfrm>
        </p:grpSpPr>
        <p:pic>
          <p:nvPicPr>
            <p:cNvPr id="133" name="Google Shape;133;g7cc3e9f2bf_0_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924611"/>
              <a:ext cx="4572000" cy="363798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" name="Straight Connector 3"/>
            <p:cNvCxnSpPr/>
            <p:nvPr/>
          </p:nvCxnSpPr>
          <p:spPr>
            <a:xfrm>
              <a:off x="304800" y="3743605"/>
              <a:ext cx="8382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097280" y="3558939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rPr>
                <a:t>Avg</a:t>
              </a:r>
              <a:endPara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sp>
        <p:nvSpPr>
          <p:cNvPr id="9" name="Google Shape;109;g7cbfc09f93_0_21"/>
          <p:cNvSpPr txBox="1">
            <a:spLocks/>
          </p:cNvSpPr>
          <p:nvPr/>
        </p:nvSpPr>
        <p:spPr>
          <a:xfrm>
            <a:off x="304800" y="411546"/>
            <a:ext cx="69913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</a:pPr>
            <a:r>
              <a:rPr lang="en-US" sz="2400">
                <a:ea typeface="Cambria" panose="02040503050406030204" pitchFamily="18" charset="0"/>
              </a:rPr>
              <a:t>Issue -2 : Combining Results Base Learners</a:t>
            </a:r>
            <a:endParaRPr lang="en-US" sz="2400" dirty="0">
              <a:ea typeface="Cambria" panose="02040503050406030204" pitchFamily="18" charset="0"/>
            </a:endParaRPr>
          </a:p>
        </p:txBody>
      </p:sp>
      <p:pic>
        <p:nvPicPr>
          <p:cNvPr id="10" name="Google Shape;111;g7cbfc09f93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036" y="2255091"/>
            <a:ext cx="4810501" cy="33635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1BCFAC-6C74-99CF-2F33-519065B297FF}"/>
                  </a:ext>
                </a:extLst>
              </p14:cNvPr>
              <p14:cNvContentPartPr/>
              <p14:nvPr/>
            </p14:nvContentPartPr>
            <p14:xfrm>
              <a:off x="1337400" y="2889360"/>
              <a:ext cx="1668600" cy="2130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1BCFAC-6C74-99CF-2F33-519065B297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8040" y="2880000"/>
                <a:ext cx="1687320" cy="21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77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001000" cy="4525963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</a:rPr>
              <a:t>Ensemble classifier performs better than the base classifiers when e is smaller than 0.5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</a:rPr>
              <a:t>Necessary conditions for an ensemble classifier to perform better than a single classifier: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</a:rPr>
              <a:t>Base classifiers should be independent of each other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</a:rPr>
              <a:t>Base classifiers should do better than a classifier that performs random guessing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814764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When Ensemble Methods Work?</a:t>
            </a:r>
            <a:endParaRPr lang="en-US" sz="24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C8DC33-035D-B3D1-72EB-E938DD34DEF5}"/>
                  </a:ext>
                </a:extLst>
              </p14:cNvPr>
              <p14:cNvContentPartPr/>
              <p14:nvPr/>
            </p14:nvContentPartPr>
            <p14:xfrm>
              <a:off x="780480" y="2352960"/>
              <a:ext cx="8003520" cy="385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C8DC33-035D-B3D1-72EB-E938DD34DE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1120" y="2343600"/>
                <a:ext cx="8022240" cy="38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037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6">
            <a:extLst>
              <a:ext uri="{FF2B5EF4-FFF2-40B4-BE49-F238E27FC236}">
                <a16:creationId xmlns:a16="http://schemas.microsoft.com/office/drawing/2014/main" id="{514BBE49-D5CB-4CE0-96B4-294DB21CF0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65" y="3125193"/>
            <a:ext cx="4266667" cy="3200677"/>
          </a:xfrm>
          <a:noFill/>
        </p:spPr>
      </p:pic>
      <p:sp>
        <p:nvSpPr>
          <p:cNvPr id="9219" name="Rectangle 3">
            <a:extLst>
              <a:ext uri="{FF2B5EF4-FFF2-40B4-BE49-F238E27FC236}">
                <a16:creationId xmlns:a16="http://schemas.microsoft.com/office/drawing/2014/main" id="{DFA4EC1F-C8DF-4052-B7EE-8744BA23533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>
          <a:xfrm>
            <a:off x="279399" y="1293823"/>
            <a:ext cx="8280400" cy="209327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en-US" altLang="en-US" sz="1800" spc="0" dirty="0">
                <a:latin typeface="Arial" panose="020B0604020202020204" pitchFamily="34" charset="0"/>
              </a:rPr>
              <a:t>Ensemble Methods work better than a single base classifier if:</a:t>
            </a:r>
          </a:p>
          <a:p>
            <a:pPr lvl="1">
              <a:lnSpc>
                <a:spcPct val="150000"/>
              </a:lnSpc>
            </a:pPr>
            <a:r>
              <a:rPr lang="en-US" altLang="en-US" sz="1800" dirty="0">
                <a:ea typeface="Cambria" panose="02040503050406030204" pitchFamily="18" charset="0"/>
              </a:rPr>
              <a:t>All base classifiers are independent of each other</a:t>
            </a:r>
          </a:p>
          <a:p>
            <a:pPr lvl="1">
              <a:lnSpc>
                <a:spcPct val="150000"/>
              </a:lnSpc>
            </a:pPr>
            <a:r>
              <a:rPr lang="en-US" altLang="en-US" sz="1800" dirty="0">
                <a:ea typeface="Cambria" panose="02040503050406030204" pitchFamily="18" charset="0"/>
              </a:rPr>
              <a:t>All base classifiers perform better than random guessing (error rate &lt; 0.5 for binary classification)</a:t>
            </a:r>
          </a:p>
          <a:p>
            <a:pPr lvl="1">
              <a:lnSpc>
                <a:spcPct val="150000"/>
              </a:lnSpc>
            </a:pPr>
            <a:endParaRPr lang="en-US" altLang="en-US" sz="1800" dirty="0">
              <a:ea typeface="Cambria" panose="02040503050406030204" pitchFamily="18" charset="0"/>
            </a:endParaRPr>
          </a:p>
          <a:p>
            <a:pPr marL="342900">
              <a:lnSpc>
                <a:spcPct val="150000"/>
              </a:lnSpc>
              <a:spcBef>
                <a:spcPct val="20000"/>
              </a:spcBef>
              <a:buChar char="•"/>
            </a:pPr>
            <a:endParaRPr lang="en-US" altLang="en-US" sz="1800" spc="0" dirty="0">
              <a:latin typeface="Arial" panose="020B0604020202020204" pitchFamily="34" charset="0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D3986E40-BDFB-4C73-B450-6B4C8B860B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2099" y="457200"/>
            <a:ext cx="8280400" cy="533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altLang="en-US" sz="2400" dirty="0">
                <a:ea typeface="Cambria" panose="02040503050406030204" pitchFamily="18" charset="0"/>
              </a:rPr>
              <a:t>Necessary Conditions for Ensemble Methods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92416" y="6139626"/>
            <a:ext cx="6096000" cy="365125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Introduction to Data Mining, 2nd Edition</a:t>
            </a:r>
          </a:p>
        </p:txBody>
      </p:sp>
      <p:sp>
        <p:nvSpPr>
          <p:cNvPr id="9222" name="TextBox 4">
            <a:extLst>
              <a:ext uri="{FF2B5EF4-FFF2-40B4-BE49-F238E27FC236}">
                <a16:creationId xmlns:a16="http://schemas.microsoft.com/office/drawing/2014/main" id="{9A6366A3-EDDE-4507-9712-D8A580F23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86200"/>
            <a:ext cx="32004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Classification error for an ensemble of 25 base classifiers, assuming their errors are uncorrelated.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6270F5-E07F-AC25-6BC3-97023C41837D}"/>
                  </a:ext>
                </a:extLst>
              </p14:cNvPr>
              <p14:cNvContentPartPr/>
              <p14:nvPr/>
            </p14:nvContentPartPr>
            <p14:xfrm>
              <a:off x="325800" y="3579120"/>
              <a:ext cx="7554240" cy="304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6270F5-E07F-AC25-6BC3-97023C4183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440" y="3569760"/>
                <a:ext cx="7572960" cy="30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874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7"/>
            <a:ext cx="8763000" cy="4525963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Arial" panose="020B0604020202020204" pitchFamily="34" charset="0"/>
              </a:rPr>
              <a:t>By manipulating training set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</a:rPr>
              <a:t>Example: bagging, boosting, random forests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Arial" panose="020B0604020202020204" pitchFamily="34" charset="0"/>
              </a:rPr>
              <a:t>By manipulating input features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</a:rPr>
              <a:t>Example: random forests</a:t>
            </a:r>
          </a:p>
        </p:txBody>
      </p:sp>
      <p:sp>
        <p:nvSpPr>
          <p:cNvPr id="235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82562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342900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r>
              <a:rPr lang="en-US" altLang="en-US" sz="2400" dirty="0">
                <a:ea typeface="Cambria" panose="02040503050406030204" pitchFamily="18" charset="0"/>
              </a:rPr>
              <a:t>Types of Ensemble Methods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 txBox="1">
            <a:spLocks/>
          </p:cNvSpPr>
          <p:nvPr/>
        </p:nvSpPr>
        <p:spPr>
          <a:xfrm>
            <a:off x="3892416" y="6139626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prstClr val="black">
                    <a:tint val="75000"/>
                  </a:prstClr>
                </a:solidFill>
              </a:rPr>
              <a:t>Introduction to Data Mining, 2nd Edition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3E14C8-894B-C293-172D-64FFFFDBA0B1}"/>
                  </a:ext>
                </a:extLst>
              </p14:cNvPr>
              <p14:cNvContentPartPr/>
              <p14:nvPr/>
            </p14:nvContentPartPr>
            <p14:xfrm>
              <a:off x="1706400" y="1217160"/>
              <a:ext cx="3764160" cy="265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3E14C8-894B-C293-172D-64FFFFDBA0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7040" y="1207800"/>
                <a:ext cx="3782880" cy="26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3909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0"/>
          <p:cNvSpPr txBox="1">
            <a:spLocks noGrp="1"/>
          </p:cNvSpPr>
          <p:nvPr>
            <p:ph type="title"/>
          </p:nvPr>
        </p:nvSpPr>
        <p:spPr>
          <a:xfrm>
            <a:off x="311700" y="30081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Bagging 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sz="2700" b="1" dirty="0">
                <a:solidFill>
                  <a:schemeClr val="tx1"/>
                </a:solidFill>
              </a:rPr>
              <a:t>Bootstrap Aggregating</a:t>
            </a:r>
            <a:endParaRPr sz="27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37962C-C522-E456-3791-88A0EE4427F9}"/>
                  </a:ext>
                </a:extLst>
              </p14:cNvPr>
              <p14:cNvContentPartPr/>
              <p14:nvPr/>
            </p14:nvContentPartPr>
            <p14:xfrm>
              <a:off x="1170360" y="3844800"/>
              <a:ext cx="8510040" cy="261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837962C-C522-E456-3791-88A0EE4427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1000" y="3835440"/>
                <a:ext cx="8528760" cy="26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8468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75"/>
          <p:cNvSpPr/>
          <p:nvPr/>
        </p:nvSpPr>
        <p:spPr>
          <a:xfrm>
            <a:off x="7478269" y="5130547"/>
            <a:ext cx="143255" cy="143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287740" y="1524000"/>
            <a:ext cx="8425218" cy="4876800"/>
            <a:chOff x="311658" y="1872591"/>
            <a:chExt cx="7655051" cy="3865268"/>
          </a:xfrm>
        </p:grpSpPr>
        <p:sp>
          <p:nvSpPr>
            <p:cNvPr id="3" name="object 3"/>
            <p:cNvSpPr/>
            <p:nvPr/>
          </p:nvSpPr>
          <p:spPr>
            <a:xfrm>
              <a:off x="346710" y="4375403"/>
              <a:ext cx="1677035" cy="76200"/>
            </a:xfrm>
            <a:custGeom>
              <a:avLst/>
              <a:gdLst/>
              <a:ahLst/>
              <a:cxnLst/>
              <a:rect l="l" t="t" r="r" b="b"/>
              <a:pathLst>
                <a:path w="1677035" h="76200">
                  <a:moveTo>
                    <a:pt x="1600454" y="0"/>
                  </a:moveTo>
                  <a:lnTo>
                    <a:pt x="1600454" y="76200"/>
                  </a:lnTo>
                  <a:lnTo>
                    <a:pt x="1656841" y="48006"/>
                  </a:lnTo>
                  <a:lnTo>
                    <a:pt x="1613154" y="48006"/>
                  </a:lnTo>
                  <a:lnTo>
                    <a:pt x="1613154" y="28194"/>
                  </a:lnTo>
                  <a:lnTo>
                    <a:pt x="1656841" y="28194"/>
                  </a:lnTo>
                  <a:lnTo>
                    <a:pt x="1600454" y="0"/>
                  </a:lnTo>
                  <a:close/>
                </a:path>
                <a:path w="1677035" h="76200">
                  <a:moveTo>
                    <a:pt x="1600454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600454" y="48006"/>
                  </a:lnTo>
                  <a:lnTo>
                    <a:pt x="1600454" y="28194"/>
                  </a:lnTo>
                  <a:close/>
                </a:path>
                <a:path w="1677035" h="76200">
                  <a:moveTo>
                    <a:pt x="1656841" y="28194"/>
                  </a:moveTo>
                  <a:lnTo>
                    <a:pt x="1613154" y="28194"/>
                  </a:lnTo>
                  <a:lnTo>
                    <a:pt x="1613154" y="48006"/>
                  </a:lnTo>
                  <a:lnTo>
                    <a:pt x="1656841" y="48006"/>
                  </a:lnTo>
                  <a:lnTo>
                    <a:pt x="1676653" y="38100"/>
                  </a:lnTo>
                  <a:lnTo>
                    <a:pt x="1656841" y="2819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11658" y="3140965"/>
              <a:ext cx="76200" cy="1276985"/>
            </a:xfrm>
            <a:custGeom>
              <a:avLst/>
              <a:gdLst/>
              <a:ahLst/>
              <a:cxnLst/>
              <a:rect l="l" t="t" r="r" b="b"/>
              <a:pathLst>
                <a:path w="76200" h="127698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1276477"/>
                  </a:lnTo>
                  <a:lnTo>
                    <a:pt x="48006" y="1276477"/>
                  </a:lnTo>
                  <a:lnTo>
                    <a:pt x="48006" y="63500"/>
                  </a:lnTo>
                  <a:close/>
                </a:path>
                <a:path w="76200" h="127698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7698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97051" y="3414523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70888" y="3989071"/>
              <a:ext cx="181356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353312" y="3950971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84733" y="3548634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16964" y="3723895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0809" y="4086605"/>
              <a:ext cx="179831" cy="1813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50037" y="3248406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94360" y="3230118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85573" y="3627883"/>
              <a:ext cx="179831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25195" y="4104895"/>
              <a:ext cx="179832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25780" y="4237483"/>
              <a:ext cx="179832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78180" y="3848862"/>
              <a:ext cx="179832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99745" y="3737611"/>
              <a:ext cx="179831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338073" y="4101846"/>
              <a:ext cx="179831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929640" y="4214621"/>
              <a:ext cx="179831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69036" y="3582162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008889" y="3536443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557527" y="4219195"/>
              <a:ext cx="179832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93776" y="3405377"/>
              <a:ext cx="179832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57527" y="3391662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05613" y="4069843"/>
              <a:ext cx="179831" cy="179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873240" y="2577845"/>
              <a:ext cx="683260" cy="297180"/>
            </a:xfrm>
            <a:custGeom>
              <a:avLst/>
              <a:gdLst/>
              <a:ahLst/>
              <a:cxnLst/>
              <a:rect l="l" t="t" r="r" b="b"/>
              <a:pathLst>
                <a:path w="683259" h="297180">
                  <a:moveTo>
                    <a:pt x="0" y="297179"/>
                  </a:moveTo>
                  <a:lnTo>
                    <a:pt x="682751" y="297179"/>
                  </a:lnTo>
                  <a:lnTo>
                    <a:pt x="682751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862572" y="2129789"/>
              <a:ext cx="1031875" cy="745490"/>
            </a:xfrm>
            <a:custGeom>
              <a:avLst/>
              <a:gdLst/>
              <a:ahLst/>
              <a:cxnLst/>
              <a:rect l="l" t="t" r="r" b="b"/>
              <a:pathLst>
                <a:path w="1031875" h="745489">
                  <a:moveTo>
                    <a:pt x="1029403" y="445388"/>
                  </a:moveTo>
                  <a:lnTo>
                    <a:pt x="701928" y="445388"/>
                  </a:lnTo>
                  <a:lnTo>
                    <a:pt x="702037" y="507278"/>
                  </a:lnTo>
                  <a:lnTo>
                    <a:pt x="701397" y="556203"/>
                  </a:lnTo>
                  <a:lnTo>
                    <a:pt x="700277" y="598312"/>
                  </a:lnTo>
                  <a:lnTo>
                    <a:pt x="698946" y="639755"/>
                  </a:lnTo>
                  <a:lnTo>
                    <a:pt x="697672" y="686680"/>
                  </a:lnTo>
                  <a:lnTo>
                    <a:pt x="696722" y="745236"/>
                  </a:lnTo>
                  <a:lnTo>
                    <a:pt x="1027810" y="741807"/>
                  </a:lnTo>
                  <a:lnTo>
                    <a:pt x="1028379" y="639755"/>
                  </a:lnTo>
                  <a:lnTo>
                    <a:pt x="1029403" y="445388"/>
                  </a:lnTo>
                  <a:close/>
                </a:path>
                <a:path w="1031875" h="745489">
                  <a:moveTo>
                    <a:pt x="1031748" y="0"/>
                  </a:moveTo>
                  <a:lnTo>
                    <a:pt x="0" y="0"/>
                  </a:lnTo>
                  <a:lnTo>
                    <a:pt x="0" y="445515"/>
                  </a:lnTo>
                  <a:lnTo>
                    <a:pt x="433910" y="446278"/>
                  </a:lnTo>
                  <a:lnTo>
                    <a:pt x="683751" y="445681"/>
                  </a:lnTo>
                  <a:lnTo>
                    <a:pt x="701928" y="445388"/>
                  </a:lnTo>
                  <a:lnTo>
                    <a:pt x="1029403" y="445388"/>
                  </a:lnTo>
                  <a:lnTo>
                    <a:pt x="1031748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860285" y="2839211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79" y="48006"/>
                  </a:lnTo>
                  <a:lnTo>
                    <a:pt x="1040892" y="48006"/>
                  </a:lnTo>
                  <a:lnTo>
                    <a:pt x="1040892" y="28193"/>
                  </a:lnTo>
                  <a:lnTo>
                    <a:pt x="1084579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2" y="28193"/>
                  </a:lnTo>
                  <a:lnTo>
                    <a:pt x="1040892" y="48006"/>
                  </a:lnTo>
                  <a:lnTo>
                    <a:pt x="1084579" y="48006"/>
                  </a:lnTo>
                  <a:lnTo>
                    <a:pt x="1104392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823709" y="2039112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67"/>
                  </a:lnTo>
                  <a:lnTo>
                    <a:pt x="48006" y="840867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7478269" y="2308098"/>
              <a:ext cx="143255" cy="143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696201" y="2422398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022593" y="2097787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911341" y="2673858"/>
              <a:ext cx="144779" cy="1432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978396" y="2760726"/>
              <a:ext cx="143255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243572" y="2745485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072884" y="2329434"/>
              <a:ext cx="143255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095744" y="2650999"/>
              <a:ext cx="144779" cy="1447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873240" y="2571750"/>
              <a:ext cx="683260" cy="3810"/>
            </a:xfrm>
            <a:custGeom>
              <a:avLst/>
              <a:gdLst/>
              <a:ahLst/>
              <a:cxnLst/>
              <a:rect l="l" t="t" r="r" b="b"/>
              <a:pathLst>
                <a:path w="683259" h="3810">
                  <a:moveTo>
                    <a:pt x="0" y="0"/>
                  </a:moveTo>
                  <a:lnTo>
                    <a:pt x="682751" y="330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565136" y="2593085"/>
              <a:ext cx="1905" cy="285750"/>
            </a:xfrm>
            <a:custGeom>
              <a:avLst/>
              <a:gdLst/>
              <a:ahLst/>
              <a:cxnLst/>
              <a:rect l="l" t="t" r="r" b="b"/>
              <a:pathLst>
                <a:path w="1904" h="285750">
                  <a:moveTo>
                    <a:pt x="0" y="0"/>
                  </a:moveTo>
                  <a:lnTo>
                    <a:pt x="1397" y="28575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859523" y="3252977"/>
              <a:ext cx="617220" cy="576580"/>
            </a:xfrm>
            <a:custGeom>
              <a:avLst/>
              <a:gdLst/>
              <a:ahLst/>
              <a:cxnLst/>
              <a:rect l="l" t="t" r="r" b="b"/>
              <a:pathLst>
                <a:path w="617220" h="576580">
                  <a:moveTo>
                    <a:pt x="236474" y="0"/>
                  </a:moveTo>
                  <a:lnTo>
                    <a:pt x="193446" y="1600"/>
                  </a:lnTo>
                  <a:lnTo>
                    <a:pt x="112572" y="5897"/>
                  </a:lnTo>
                  <a:lnTo>
                    <a:pt x="63144" y="7498"/>
                  </a:lnTo>
                  <a:lnTo>
                    <a:pt x="0" y="8001"/>
                  </a:lnTo>
                  <a:lnTo>
                    <a:pt x="0" y="576072"/>
                  </a:lnTo>
                  <a:lnTo>
                    <a:pt x="617220" y="576072"/>
                  </a:lnTo>
                  <a:lnTo>
                    <a:pt x="617220" y="135128"/>
                  </a:lnTo>
                  <a:lnTo>
                    <a:pt x="229997" y="135128"/>
                  </a:lnTo>
                  <a:lnTo>
                    <a:pt x="229905" y="86019"/>
                  </a:lnTo>
                  <a:lnTo>
                    <a:pt x="230598" y="59346"/>
                  </a:lnTo>
                  <a:lnTo>
                    <a:pt x="231811" y="48494"/>
                  </a:lnTo>
                  <a:lnTo>
                    <a:pt x="233283" y="46847"/>
                  </a:lnTo>
                  <a:lnTo>
                    <a:pt x="235113" y="46847"/>
                  </a:lnTo>
                  <a:lnTo>
                    <a:pt x="235944" y="44705"/>
                  </a:lnTo>
                  <a:lnTo>
                    <a:pt x="236607" y="30981"/>
                  </a:lnTo>
                  <a:lnTo>
                    <a:pt x="236474" y="0"/>
                  </a:lnTo>
                  <a:close/>
                </a:path>
                <a:path w="617220" h="576580">
                  <a:moveTo>
                    <a:pt x="363902" y="133694"/>
                  </a:moveTo>
                  <a:lnTo>
                    <a:pt x="315575" y="133877"/>
                  </a:lnTo>
                  <a:lnTo>
                    <a:pt x="229997" y="135128"/>
                  </a:lnTo>
                  <a:lnTo>
                    <a:pt x="617220" y="135128"/>
                  </a:lnTo>
                  <a:lnTo>
                    <a:pt x="617220" y="134034"/>
                  </a:lnTo>
                  <a:lnTo>
                    <a:pt x="568640" y="134034"/>
                  </a:lnTo>
                  <a:lnTo>
                    <a:pt x="363902" y="133694"/>
                  </a:lnTo>
                  <a:close/>
                </a:path>
                <a:path w="617220" h="576580">
                  <a:moveTo>
                    <a:pt x="617220" y="133985"/>
                  </a:moveTo>
                  <a:lnTo>
                    <a:pt x="568640" y="134034"/>
                  </a:lnTo>
                  <a:lnTo>
                    <a:pt x="617220" y="134034"/>
                  </a:lnTo>
                  <a:close/>
                </a:path>
                <a:path w="617220" h="576580">
                  <a:moveTo>
                    <a:pt x="235113" y="46847"/>
                  </a:moveTo>
                  <a:lnTo>
                    <a:pt x="233283" y="46847"/>
                  </a:lnTo>
                  <a:lnTo>
                    <a:pt x="234748" y="47789"/>
                  </a:lnTo>
                  <a:lnTo>
                    <a:pt x="235113" y="46847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6858000" y="3082290"/>
              <a:ext cx="1033780" cy="749935"/>
            </a:xfrm>
            <a:custGeom>
              <a:avLst/>
              <a:gdLst/>
              <a:ahLst/>
              <a:cxnLst/>
              <a:rect l="l" t="t" r="r" b="b"/>
              <a:pathLst>
                <a:path w="1033779" h="749935">
                  <a:moveTo>
                    <a:pt x="1031630" y="290449"/>
                  </a:moveTo>
                  <a:lnTo>
                    <a:pt x="607059" y="290449"/>
                  </a:lnTo>
                  <a:lnTo>
                    <a:pt x="607575" y="338923"/>
                  </a:lnTo>
                  <a:lnTo>
                    <a:pt x="608228" y="389914"/>
                  </a:lnTo>
                  <a:lnTo>
                    <a:pt x="609673" y="496232"/>
                  </a:lnTo>
                  <a:lnTo>
                    <a:pt x="610326" y="549951"/>
                  </a:lnTo>
                  <a:lnTo>
                    <a:pt x="610841" y="602972"/>
                  </a:lnTo>
                  <a:lnTo>
                    <a:pt x="611150" y="654491"/>
                  </a:lnTo>
                  <a:lnTo>
                    <a:pt x="611182" y="703704"/>
                  </a:lnTo>
                  <a:lnTo>
                    <a:pt x="610870" y="749808"/>
                  </a:lnTo>
                  <a:lnTo>
                    <a:pt x="1029080" y="741680"/>
                  </a:lnTo>
                  <a:lnTo>
                    <a:pt x="1031630" y="290449"/>
                  </a:lnTo>
                  <a:close/>
                </a:path>
                <a:path w="1033779" h="749935">
                  <a:moveTo>
                    <a:pt x="1032345" y="163980"/>
                  </a:moveTo>
                  <a:lnTo>
                    <a:pt x="151178" y="163980"/>
                  </a:lnTo>
                  <a:lnTo>
                    <a:pt x="200925" y="165527"/>
                  </a:lnTo>
                  <a:lnTo>
                    <a:pt x="236474" y="176530"/>
                  </a:lnTo>
                  <a:lnTo>
                    <a:pt x="251110" y="199963"/>
                  </a:lnTo>
                  <a:lnTo>
                    <a:pt x="250793" y="220741"/>
                  </a:lnTo>
                  <a:lnTo>
                    <a:pt x="245189" y="250307"/>
                  </a:lnTo>
                  <a:lnTo>
                    <a:pt x="243967" y="300101"/>
                  </a:lnTo>
                  <a:lnTo>
                    <a:pt x="607059" y="290449"/>
                  </a:lnTo>
                  <a:lnTo>
                    <a:pt x="1031630" y="290449"/>
                  </a:lnTo>
                  <a:lnTo>
                    <a:pt x="1032345" y="163980"/>
                  </a:lnTo>
                  <a:close/>
                </a:path>
                <a:path w="1033779" h="749935">
                  <a:moveTo>
                    <a:pt x="1033272" y="0"/>
                  </a:moveTo>
                  <a:lnTo>
                    <a:pt x="0" y="0"/>
                  </a:lnTo>
                  <a:lnTo>
                    <a:pt x="11302" y="153035"/>
                  </a:lnTo>
                  <a:lnTo>
                    <a:pt x="46912" y="164037"/>
                  </a:lnTo>
                  <a:lnTo>
                    <a:pt x="96689" y="165584"/>
                  </a:lnTo>
                  <a:lnTo>
                    <a:pt x="151178" y="163980"/>
                  </a:lnTo>
                  <a:lnTo>
                    <a:pt x="1032345" y="163980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61809" y="3793235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80" y="48006"/>
                  </a:lnTo>
                  <a:lnTo>
                    <a:pt x="1040892" y="48006"/>
                  </a:lnTo>
                  <a:lnTo>
                    <a:pt x="1040892" y="28193"/>
                  </a:lnTo>
                  <a:lnTo>
                    <a:pt x="1084580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80" y="28193"/>
                  </a:moveTo>
                  <a:lnTo>
                    <a:pt x="1040892" y="28193"/>
                  </a:lnTo>
                  <a:lnTo>
                    <a:pt x="1040892" y="48006"/>
                  </a:lnTo>
                  <a:lnTo>
                    <a:pt x="1084580" y="48006"/>
                  </a:lnTo>
                  <a:lnTo>
                    <a:pt x="1104392" y="38100"/>
                  </a:lnTo>
                  <a:lnTo>
                    <a:pt x="1084580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825233" y="2993136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7158229" y="3173729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799832" y="355168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479793" y="3260598"/>
              <a:ext cx="143255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697724" y="337642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6886957" y="3313938"/>
              <a:ext cx="143255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078981" y="3458717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290817" y="3385566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097269" y="3605022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882384" y="3256026"/>
              <a:ext cx="214629" cy="0"/>
            </a:xfrm>
            <a:custGeom>
              <a:avLst/>
              <a:gdLst/>
              <a:ahLst/>
              <a:cxnLst/>
              <a:rect l="l" t="t" r="r" b="b"/>
              <a:pathLst>
                <a:path w="214629">
                  <a:moveTo>
                    <a:pt x="0" y="0"/>
                  </a:moveTo>
                  <a:lnTo>
                    <a:pt x="214249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095743" y="3252978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h="130175">
                  <a:moveTo>
                    <a:pt x="0" y="0"/>
                  </a:moveTo>
                  <a:lnTo>
                    <a:pt x="0" y="12992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095743" y="3382518"/>
              <a:ext cx="375920" cy="1905"/>
            </a:xfrm>
            <a:custGeom>
              <a:avLst/>
              <a:gdLst/>
              <a:ahLst/>
              <a:cxnLst/>
              <a:rect l="l" t="t" r="r" b="b"/>
              <a:pathLst>
                <a:path w="375920" h="1905">
                  <a:moveTo>
                    <a:pt x="0" y="1396"/>
                  </a:moveTo>
                  <a:lnTo>
                    <a:pt x="375411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469123" y="3391662"/>
              <a:ext cx="0" cy="417195"/>
            </a:xfrm>
            <a:custGeom>
              <a:avLst/>
              <a:gdLst/>
              <a:ahLst/>
              <a:cxnLst/>
              <a:rect l="l" t="t" r="r" b="b"/>
              <a:pathLst>
                <a:path h="417194">
                  <a:moveTo>
                    <a:pt x="0" y="41719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6870193" y="3996689"/>
              <a:ext cx="414655" cy="762000"/>
            </a:xfrm>
            <a:custGeom>
              <a:avLst/>
              <a:gdLst/>
              <a:ahLst/>
              <a:cxnLst/>
              <a:rect l="l" t="t" r="r" b="b"/>
              <a:pathLst>
                <a:path w="414654" h="762000">
                  <a:moveTo>
                    <a:pt x="0" y="762000"/>
                  </a:moveTo>
                  <a:lnTo>
                    <a:pt x="414527" y="762000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7636765" y="3982974"/>
              <a:ext cx="247015" cy="763905"/>
            </a:xfrm>
            <a:custGeom>
              <a:avLst/>
              <a:gdLst/>
              <a:ahLst/>
              <a:cxnLst/>
              <a:rect l="l" t="t" r="r" b="b"/>
              <a:pathLst>
                <a:path w="247015" h="763904">
                  <a:moveTo>
                    <a:pt x="0" y="763523"/>
                  </a:moveTo>
                  <a:lnTo>
                    <a:pt x="246888" y="763523"/>
                  </a:lnTo>
                  <a:lnTo>
                    <a:pt x="246888" y="0"/>
                  </a:lnTo>
                  <a:lnTo>
                    <a:pt x="0" y="0"/>
                  </a:lnTo>
                  <a:lnTo>
                    <a:pt x="0" y="76352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286243" y="3996690"/>
              <a:ext cx="350520" cy="765175"/>
            </a:xfrm>
            <a:custGeom>
              <a:avLst/>
              <a:gdLst/>
              <a:ahLst/>
              <a:cxnLst/>
              <a:rect l="l" t="t" r="r" b="b"/>
              <a:pathLst>
                <a:path w="350520" h="765175">
                  <a:moveTo>
                    <a:pt x="0" y="765048"/>
                  </a:moveTo>
                  <a:lnTo>
                    <a:pt x="350520" y="765048"/>
                  </a:lnTo>
                  <a:lnTo>
                    <a:pt x="350520" y="0"/>
                  </a:lnTo>
                  <a:lnTo>
                    <a:pt x="0" y="0"/>
                  </a:lnTo>
                  <a:lnTo>
                    <a:pt x="0" y="765048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6860285" y="472135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79" y="48006"/>
                  </a:lnTo>
                  <a:lnTo>
                    <a:pt x="1040892" y="48006"/>
                  </a:lnTo>
                  <a:lnTo>
                    <a:pt x="1040892" y="28194"/>
                  </a:lnTo>
                  <a:lnTo>
                    <a:pt x="1084579" y="28194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4"/>
                  </a:lnTo>
                  <a:close/>
                </a:path>
                <a:path w="1104900" h="76200">
                  <a:moveTo>
                    <a:pt x="1084579" y="28194"/>
                  </a:moveTo>
                  <a:lnTo>
                    <a:pt x="1040892" y="28194"/>
                  </a:lnTo>
                  <a:lnTo>
                    <a:pt x="1040892" y="48006"/>
                  </a:lnTo>
                  <a:lnTo>
                    <a:pt x="1084579" y="48006"/>
                  </a:lnTo>
                  <a:lnTo>
                    <a:pt x="1104392" y="38100"/>
                  </a:lnTo>
                  <a:lnTo>
                    <a:pt x="1084579" y="28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6823709" y="3919728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7522465" y="4453890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7376160" y="4543805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7322820" y="399059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6911341" y="4554473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7078981" y="4386834"/>
              <a:ext cx="143255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890005" y="4181094"/>
              <a:ext cx="143255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7295389" y="4181094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7656577" y="4630673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7286243" y="3990595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7633716" y="3982974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868668" y="5263135"/>
              <a:ext cx="1013460" cy="428625"/>
            </a:xfrm>
            <a:custGeom>
              <a:avLst/>
              <a:gdLst/>
              <a:ahLst/>
              <a:cxnLst/>
              <a:rect l="l" t="t" r="r" b="b"/>
              <a:pathLst>
                <a:path w="1013459" h="428625">
                  <a:moveTo>
                    <a:pt x="0" y="428243"/>
                  </a:moveTo>
                  <a:lnTo>
                    <a:pt x="1013459" y="428243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6870192" y="4940046"/>
              <a:ext cx="1012190" cy="334010"/>
            </a:xfrm>
            <a:custGeom>
              <a:avLst/>
              <a:gdLst/>
              <a:ahLst/>
              <a:cxnLst/>
              <a:rect l="l" t="t" r="r" b="b"/>
              <a:pathLst>
                <a:path w="1012190" h="334010">
                  <a:moveTo>
                    <a:pt x="0" y="333755"/>
                  </a:moveTo>
                  <a:lnTo>
                    <a:pt x="1011936" y="333755"/>
                  </a:lnTo>
                  <a:lnTo>
                    <a:pt x="1011936" y="0"/>
                  </a:lnTo>
                  <a:lnTo>
                    <a:pt x="0" y="0"/>
                  </a:lnTo>
                  <a:lnTo>
                    <a:pt x="0" y="333755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6860285" y="5661659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199"/>
                  </a:lnTo>
                  <a:lnTo>
                    <a:pt x="1084580" y="48005"/>
                  </a:lnTo>
                  <a:lnTo>
                    <a:pt x="1040892" y="48005"/>
                  </a:lnTo>
                  <a:lnTo>
                    <a:pt x="1040892" y="28193"/>
                  </a:lnTo>
                  <a:lnTo>
                    <a:pt x="1084579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2" y="48005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2" y="28193"/>
                  </a:lnTo>
                  <a:lnTo>
                    <a:pt x="1040892" y="48005"/>
                  </a:lnTo>
                  <a:lnTo>
                    <a:pt x="1084580" y="48005"/>
                  </a:lnTo>
                  <a:lnTo>
                    <a:pt x="1104392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6823709" y="4861560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4" y="63499"/>
                  </a:lnTo>
                  <a:lnTo>
                    <a:pt x="28194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4" y="76199"/>
                  </a:lnTo>
                  <a:lnTo>
                    <a:pt x="28194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022593" y="492023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7078981" y="5328665"/>
              <a:ext cx="143255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7289293" y="5255514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7243572" y="5569458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7295389" y="512140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7656577" y="5570982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7656577" y="5026914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6859524" y="5261609"/>
              <a:ext cx="1022985" cy="0"/>
            </a:xfrm>
            <a:custGeom>
              <a:avLst/>
              <a:gdLst/>
              <a:ahLst/>
              <a:cxnLst/>
              <a:rect l="l" t="t" r="r" b="b"/>
              <a:pathLst>
                <a:path w="1022984">
                  <a:moveTo>
                    <a:pt x="1022730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3179826" y="2839211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3143250" y="2039112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7"/>
                  </a:lnTo>
                  <a:lnTo>
                    <a:pt x="48006" y="840867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3797809" y="2308098"/>
              <a:ext cx="143255" cy="143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015741" y="2422398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342133" y="2097787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232404" y="2673858"/>
              <a:ext cx="143256" cy="1432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297936" y="2760726"/>
              <a:ext cx="143255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563112" y="2745485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392424" y="2329434"/>
              <a:ext cx="143255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415285" y="2650999"/>
              <a:ext cx="144779" cy="1447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181350" y="3793235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144773" y="2993136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477768" y="3173729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4119372" y="355168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799333" y="3260598"/>
              <a:ext cx="143255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4017265" y="337642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06495" y="3313938"/>
              <a:ext cx="143256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3398521" y="3458717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610356" y="3385566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416809" y="3605022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179826" y="472135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4"/>
                  </a:lnTo>
                  <a:lnTo>
                    <a:pt x="1084579" y="28194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4"/>
                  </a:lnTo>
                  <a:close/>
                </a:path>
                <a:path w="1104900" h="76200">
                  <a:moveTo>
                    <a:pt x="1084579" y="28194"/>
                  </a:moveTo>
                  <a:lnTo>
                    <a:pt x="1040891" y="28194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143250" y="3919728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843529" y="4453890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3695701" y="4543805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642360" y="399059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32404" y="4554473"/>
              <a:ext cx="143256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398521" y="4386834"/>
              <a:ext cx="143255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09544" y="4181094"/>
              <a:ext cx="143256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614929" y="4181094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976116" y="4630673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179826" y="5661659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199"/>
                  </a:lnTo>
                  <a:lnTo>
                    <a:pt x="1084579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79" y="48005"/>
                  </a:lnTo>
                  <a:lnTo>
                    <a:pt x="1104391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143250" y="4861560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3" y="63499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3" y="76199"/>
                  </a:lnTo>
                  <a:lnTo>
                    <a:pt x="28193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797809" y="5130547"/>
              <a:ext cx="143255" cy="143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342133" y="492023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398521" y="5328665"/>
              <a:ext cx="143255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608833" y="5255514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563112" y="5569458"/>
              <a:ext cx="144779" cy="1432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614929" y="5121402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976116" y="5570982"/>
              <a:ext cx="144779" cy="144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976116" y="5026914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4311396" y="2199895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5071869" y="2186161"/>
              <a:ext cx="977653" cy="624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5093208" y="2280653"/>
              <a:ext cx="973074" cy="4716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5073397" y="2187702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5073397" y="2187702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5170932" y="2300224"/>
              <a:ext cx="832434" cy="1798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5241290" y="2452624"/>
              <a:ext cx="653630" cy="1798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6137148" y="2199895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4">
                  <a:moveTo>
                    <a:pt x="348234" y="0"/>
                  </a:moveTo>
                  <a:lnTo>
                    <a:pt x="348234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7"/>
                  </a:lnTo>
                  <a:lnTo>
                    <a:pt x="620268" y="272033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4311396" y="3140202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8"/>
                  </a:lnTo>
                  <a:lnTo>
                    <a:pt x="621791" y="27203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71869" y="3126469"/>
              <a:ext cx="977653" cy="624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5093208" y="3220961"/>
              <a:ext cx="973074" cy="47169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5073397" y="312801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5073397" y="312801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5170932" y="3240481"/>
              <a:ext cx="832434" cy="180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5241290" y="3393440"/>
              <a:ext cx="653630" cy="17983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6137148" y="3140202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4">
                  <a:moveTo>
                    <a:pt x="348234" y="0"/>
                  </a:moveTo>
                  <a:lnTo>
                    <a:pt x="348234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8"/>
                  </a:lnTo>
                  <a:lnTo>
                    <a:pt x="620268" y="272034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4311396" y="4075939"/>
              <a:ext cx="622300" cy="542925"/>
            </a:xfrm>
            <a:custGeom>
              <a:avLst/>
              <a:gdLst/>
              <a:ahLst/>
              <a:cxnLst/>
              <a:rect l="l" t="t" r="r" b="b"/>
              <a:pathLst>
                <a:path w="622300" h="542925">
                  <a:moveTo>
                    <a:pt x="350519" y="0"/>
                  </a:moveTo>
                  <a:lnTo>
                    <a:pt x="350519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50519" y="406908"/>
                  </a:lnTo>
                  <a:lnTo>
                    <a:pt x="350519" y="542544"/>
                  </a:lnTo>
                  <a:lnTo>
                    <a:pt x="621791" y="271272"/>
                  </a:lnTo>
                  <a:lnTo>
                    <a:pt x="350519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5071869" y="4060681"/>
              <a:ext cx="977653" cy="624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5093208" y="4155173"/>
              <a:ext cx="973074" cy="47169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5073397" y="4062222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5073397" y="4062222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5170932" y="4175634"/>
              <a:ext cx="832434" cy="1798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5241290" y="4327982"/>
              <a:ext cx="653630" cy="1801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6137148" y="4075939"/>
              <a:ext cx="620395" cy="542925"/>
            </a:xfrm>
            <a:custGeom>
              <a:avLst/>
              <a:gdLst/>
              <a:ahLst/>
              <a:cxnLst/>
              <a:rect l="l" t="t" r="r" b="b"/>
              <a:pathLst>
                <a:path w="620395" h="542925">
                  <a:moveTo>
                    <a:pt x="348996" y="0"/>
                  </a:moveTo>
                  <a:lnTo>
                    <a:pt x="348996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48996" y="406908"/>
                  </a:lnTo>
                  <a:lnTo>
                    <a:pt x="348996" y="542544"/>
                  </a:lnTo>
                  <a:lnTo>
                    <a:pt x="620268" y="271272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4311396" y="5016247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5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5071869" y="5002513"/>
              <a:ext cx="977653" cy="624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5093208" y="5097017"/>
              <a:ext cx="973074" cy="47169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5073397" y="5004053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5073397" y="5004053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5170932" y="5117439"/>
              <a:ext cx="832434" cy="1798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5241290" y="5269839"/>
              <a:ext cx="653630" cy="1798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6137148" y="5016247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5">
                  <a:moveTo>
                    <a:pt x="348234" y="0"/>
                  </a:moveTo>
                  <a:lnTo>
                    <a:pt x="348234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7"/>
                  </a:lnTo>
                  <a:lnTo>
                    <a:pt x="620268" y="272033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2139315" y="2500884"/>
              <a:ext cx="926465" cy="1287145"/>
            </a:xfrm>
            <a:custGeom>
              <a:avLst/>
              <a:gdLst/>
              <a:ahLst/>
              <a:cxnLst/>
              <a:rect l="l" t="t" r="r" b="b"/>
              <a:pathLst>
                <a:path w="926464" h="1287145">
                  <a:moveTo>
                    <a:pt x="863928" y="62210"/>
                  </a:moveTo>
                  <a:lnTo>
                    <a:pt x="0" y="1269999"/>
                  </a:lnTo>
                  <a:lnTo>
                    <a:pt x="23622" y="1286890"/>
                  </a:lnTo>
                  <a:lnTo>
                    <a:pt x="887458" y="79054"/>
                  </a:lnTo>
                  <a:lnTo>
                    <a:pt x="863928" y="62210"/>
                  </a:lnTo>
                  <a:close/>
                </a:path>
                <a:path w="926464" h="1287145">
                  <a:moveTo>
                    <a:pt x="918197" y="50418"/>
                  </a:moveTo>
                  <a:lnTo>
                    <a:pt x="872363" y="50418"/>
                  </a:lnTo>
                  <a:lnTo>
                    <a:pt x="895858" y="67310"/>
                  </a:lnTo>
                  <a:lnTo>
                    <a:pt x="887458" y="79054"/>
                  </a:lnTo>
                  <a:lnTo>
                    <a:pt x="910971" y="95885"/>
                  </a:lnTo>
                  <a:lnTo>
                    <a:pt x="918197" y="50418"/>
                  </a:lnTo>
                  <a:close/>
                </a:path>
                <a:path w="926464" h="1287145">
                  <a:moveTo>
                    <a:pt x="872363" y="50418"/>
                  </a:moveTo>
                  <a:lnTo>
                    <a:pt x="863928" y="62210"/>
                  </a:lnTo>
                  <a:lnTo>
                    <a:pt x="887458" y="79054"/>
                  </a:lnTo>
                  <a:lnTo>
                    <a:pt x="895858" y="67310"/>
                  </a:lnTo>
                  <a:lnTo>
                    <a:pt x="872363" y="50418"/>
                  </a:lnTo>
                  <a:close/>
                </a:path>
                <a:path w="926464" h="1287145">
                  <a:moveTo>
                    <a:pt x="926211" y="0"/>
                  </a:moveTo>
                  <a:lnTo>
                    <a:pt x="840359" y="45338"/>
                  </a:lnTo>
                  <a:lnTo>
                    <a:pt x="863928" y="62210"/>
                  </a:lnTo>
                  <a:lnTo>
                    <a:pt x="872363" y="50418"/>
                  </a:lnTo>
                  <a:lnTo>
                    <a:pt x="918197" y="50418"/>
                  </a:lnTo>
                  <a:lnTo>
                    <a:pt x="926211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2144523" y="3313176"/>
              <a:ext cx="921385" cy="478790"/>
            </a:xfrm>
            <a:custGeom>
              <a:avLst/>
              <a:gdLst/>
              <a:ahLst/>
              <a:cxnLst/>
              <a:rect l="l" t="t" r="r" b="b"/>
              <a:pathLst>
                <a:path w="921385" h="478789">
                  <a:moveTo>
                    <a:pt x="836994" y="26503"/>
                  </a:moveTo>
                  <a:lnTo>
                    <a:pt x="0" y="452755"/>
                  </a:lnTo>
                  <a:lnTo>
                    <a:pt x="13207" y="478536"/>
                  </a:lnTo>
                  <a:lnTo>
                    <a:pt x="850168" y="52301"/>
                  </a:lnTo>
                  <a:lnTo>
                    <a:pt x="836994" y="26503"/>
                  </a:lnTo>
                  <a:close/>
                </a:path>
                <a:path w="921385" h="478789">
                  <a:moveTo>
                    <a:pt x="906284" y="19938"/>
                  </a:moveTo>
                  <a:lnTo>
                    <a:pt x="849883" y="19938"/>
                  </a:lnTo>
                  <a:lnTo>
                    <a:pt x="863091" y="45719"/>
                  </a:lnTo>
                  <a:lnTo>
                    <a:pt x="850168" y="52301"/>
                  </a:lnTo>
                  <a:lnTo>
                    <a:pt x="863345" y="78105"/>
                  </a:lnTo>
                  <a:lnTo>
                    <a:pt x="906284" y="19938"/>
                  </a:lnTo>
                  <a:close/>
                </a:path>
                <a:path w="921385" h="478789">
                  <a:moveTo>
                    <a:pt x="849883" y="19938"/>
                  </a:moveTo>
                  <a:lnTo>
                    <a:pt x="836994" y="26503"/>
                  </a:lnTo>
                  <a:lnTo>
                    <a:pt x="850168" y="52301"/>
                  </a:lnTo>
                  <a:lnTo>
                    <a:pt x="863091" y="45719"/>
                  </a:lnTo>
                  <a:lnTo>
                    <a:pt x="849883" y="19938"/>
                  </a:lnTo>
                  <a:close/>
                </a:path>
                <a:path w="921385" h="478789">
                  <a:moveTo>
                    <a:pt x="921003" y="0"/>
                  </a:moveTo>
                  <a:lnTo>
                    <a:pt x="823848" y="762"/>
                  </a:lnTo>
                  <a:lnTo>
                    <a:pt x="836994" y="26503"/>
                  </a:lnTo>
                  <a:lnTo>
                    <a:pt x="849883" y="19938"/>
                  </a:lnTo>
                  <a:lnTo>
                    <a:pt x="906284" y="19938"/>
                  </a:lnTo>
                  <a:lnTo>
                    <a:pt x="921003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2142999" y="3767583"/>
              <a:ext cx="922655" cy="636905"/>
            </a:xfrm>
            <a:custGeom>
              <a:avLst/>
              <a:gdLst/>
              <a:ahLst/>
              <a:cxnLst/>
              <a:rect l="l" t="t" r="r" b="b"/>
              <a:pathLst>
                <a:path w="922655" h="636904">
                  <a:moveTo>
                    <a:pt x="842610" y="599640"/>
                  </a:moveTo>
                  <a:lnTo>
                    <a:pt x="826262" y="623570"/>
                  </a:lnTo>
                  <a:lnTo>
                    <a:pt x="922527" y="636778"/>
                  </a:lnTo>
                  <a:lnTo>
                    <a:pt x="906426" y="607822"/>
                  </a:lnTo>
                  <a:lnTo>
                    <a:pt x="854582" y="607822"/>
                  </a:lnTo>
                  <a:lnTo>
                    <a:pt x="842610" y="599640"/>
                  </a:lnTo>
                  <a:close/>
                </a:path>
                <a:path w="922655" h="636904">
                  <a:moveTo>
                    <a:pt x="858943" y="575732"/>
                  </a:moveTo>
                  <a:lnTo>
                    <a:pt x="842610" y="599640"/>
                  </a:lnTo>
                  <a:lnTo>
                    <a:pt x="854582" y="607822"/>
                  </a:lnTo>
                  <a:lnTo>
                    <a:pt x="870965" y="583945"/>
                  </a:lnTo>
                  <a:lnTo>
                    <a:pt x="858943" y="575732"/>
                  </a:lnTo>
                  <a:close/>
                </a:path>
                <a:path w="922655" h="636904">
                  <a:moveTo>
                    <a:pt x="875283" y="551815"/>
                  </a:moveTo>
                  <a:lnTo>
                    <a:pt x="858943" y="575732"/>
                  </a:lnTo>
                  <a:lnTo>
                    <a:pt x="870965" y="583945"/>
                  </a:lnTo>
                  <a:lnTo>
                    <a:pt x="854582" y="607822"/>
                  </a:lnTo>
                  <a:lnTo>
                    <a:pt x="906426" y="607822"/>
                  </a:lnTo>
                  <a:lnTo>
                    <a:pt x="875283" y="551815"/>
                  </a:lnTo>
                  <a:close/>
                </a:path>
                <a:path w="922655" h="636904">
                  <a:moveTo>
                    <a:pt x="16256" y="0"/>
                  </a:moveTo>
                  <a:lnTo>
                    <a:pt x="0" y="23875"/>
                  </a:lnTo>
                  <a:lnTo>
                    <a:pt x="842610" y="599640"/>
                  </a:lnTo>
                  <a:lnTo>
                    <a:pt x="858943" y="575732"/>
                  </a:lnTo>
                  <a:lnTo>
                    <a:pt x="1625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2138679" y="3772281"/>
              <a:ext cx="927100" cy="1574165"/>
            </a:xfrm>
            <a:custGeom>
              <a:avLst/>
              <a:gdLst/>
              <a:ahLst/>
              <a:cxnLst/>
              <a:rect l="l" t="t" r="r" b="b"/>
              <a:pathLst>
                <a:path w="927100" h="1574164">
                  <a:moveTo>
                    <a:pt x="870525" y="1505857"/>
                  </a:moveTo>
                  <a:lnTo>
                    <a:pt x="845565" y="1520444"/>
                  </a:lnTo>
                  <a:lnTo>
                    <a:pt x="926845" y="1573568"/>
                  </a:lnTo>
                  <a:lnTo>
                    <a:pt x="923228" y="1518361"/>
                  </a:lnTo>
                  <a:lnTo>
                    <a:pt x="877824" y="1518361"/>
                  </a:lnTo>
                  <a:lnTo>
                    <a:pt x="870525" y="1505857"/>
                  </a:lnTo>
                  <a:close/>
                </a:path>
                <a:path w="927100" h="1574164">
                  <a:moveTo>
                    <a:pt x="895536" y="1491241"/>
                  </a:moveTo>
                  <a:lnTo>
                    <a:pt x="870525" y="1505857"/>
                  </a:lnTo>
                  <a:lnTo>
                    <a:pt x="877824" y="1518361"/>
                  </a:lnTo>
                  <a:lnTo>
                    <a:pt x="902843" y="1503756"/>
                  </a:lnTo>
                  <a:lnTo>
                    <a:pt x="895536" y="1491241"/>
                  </a:lnTo>
                  <a:close/>
                </a:path>
                <a:path w="927100" h="1574164">
                  <a:moveTo>
                    <a:pt x="920495" y="1476654"/>
                  </a:moveTo>
                  <a:lnTo>
                    <a:pt x="895536" y="1491241"/>
                  </a:lnTo>
                  <a:lnTo>
                    <a:pt x="902843" y="1503756"/>
                  </a:lnTo>
                  <a:lnTo>
                    <a:pt x="877824" y="1518361"/>
                  </a:lnTo>
                  <a:lnTo>
                    <a:pt x="923228" y="1518361"/>
                  </a:lnTo>
                  <a:lnTo>
                    <a:pt x="920495" y="1476654"/>
                  </a:lnTo>
                  <a:close/>
                </a:path>
                <a:path w="927100" h="1574164">
                  <a:moveTo>
                    <a:pt x="24892" y="0"/>
                  </a:moveTo>
                  <a:lnTo>
                    <a:pt x="0" y="14477"/>
                  </a:lnTo>
                  <a:lnTo>
                    <a:pt x="870525" y="1505857"/>
                  </a:lnTo>
                  <a:lnTo>
                    <a:pt x="895536" y="1491241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Shape 53">
              <a:extLst>
                <a:ext uri="{FF2B5EF4-FFF2-40B4-BE49-F238E27FC236}">
                  <a16:creationId xmlns:a16="http://schemas.microsoft.com/office/drawing/2014/main" id="{16152365-CB7B-754D-98A0-EE229DA30C5E}"/>
                </a:ext>
              </a:extLst>
            </p:cNvPr>
            <p:cNvSpPr txBox="1"/>
            <p:nvPr/>
          </p:nvSpPr>
          <p:spPr>
            <a:xfrm>
              <a:off x="346710" y="2545609"/>
              <a:ext cx="1675641" cy="4444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Training set</a:t>
              </a:r>
            </a:p>
          </p:txBody>
        </p:sp>
        <p:sp>
          <p:nvSpPr>
            <p:cNvPr id="166" name="Shape 53">
              <a:extLst>
                <a:ext uri="{FF2B5EF4-FFF2-40B4-BE49-F238E27FC236}">
                  <a16:creationId xmlns:a16="http://schemas.microsoft.com/office/drawing/2014/main" id="{E62A0138-5BCE-884B-9190-51DC3CE1CE17}"/>
                </a:ext>
              </a:extLst>
            </p:cNvPr>
            <p:cNvSpPr txBox="1"/>
            <p:nvPr/>
          </p:nvSpPr>
          <p:spPr>
            <a:xfrm>
              <a:off x="1432879" y="1872591"/>
              <a:ext cx="1818957" cy="6488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kumimoji="0" lang="e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subsets (with replacement)</a:t>
              </a:r>
            </a:p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ize(M) ≤ N</a:t>
              </a:r>
              <a:endParaRPr kumimoji="0" lang="e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0" name="Content Placeholder 159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sz="2400" b="1" dirty="0">
                <a:latin typeface="Arial" panose="020B0604020202020204" pitchFamily="34" charset="0"/>
              </a:rPr>
              <a:t>Bagging at training time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12132"/>
              </p:ext>
            </p:extLst>
          </p:nvPr>
        </p:nvGraphicFramePr>
        <p:xfrm>
          <a:off x="239681" y="4812748"/>
          <a:ext cx="1828800" cy="44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12" imgW="1625400" imgH="253800" progId="Equation.DSMT4">
                  <p:embed/>
                </p:oleObj>
              </mc:Choice>
              <mc:Fallback>
                <p:oleObj name="Equation" r:id="rId12" imgW="1625400" imgH="253800" progId="Equation.DSMT4">
                  <p:embed/>
                  <p:pic>
                    <p:nvPicPr>
                      <p:cNvPr id="1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81" y="4812748"/>
                        <a:ext cx="1828800" cy="443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Rectangle 161"/>
          <p:cNvSpPr/>
          <p:nvPr/>
        </p:nvSpPr>
        <p:spPr>
          <a:xfrm>
            <a:off x="2527302" y="819532"/>
            <a:ext cx="29350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For m=1:M, Obtain bootstrap sample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from the training data  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7382139" y="773958"/>
            <a:ext cx="16485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Build a model G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(x) from bootstrap data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alt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4890052" y="2577164"/>
            <a:ext cx="2559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 base model </a:t>
            </a:r>
            <a:r>
              <a:rPr lang="en-US" altLang="en-US" sz="12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(weak model) </a:t>
            </a:r>
            <a:r>
              <a:rPr lang="en-US" altLang="en-US" sz="1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is created on each of these subsets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9ED756-09D9-994B-03EA-4984D43E3CF3}"/>
                  </a:ext>
                </a:extLst>
              </p14:cNvPr>
              <p14:cNvContentPartPr/>
              <p14:nvPr/>
            </p14:nvContentPartPr>
            <p14:xfrm>
              <a:off x="1989000" y="1333080"/>
              <a:ext cx="7194240" cy="4732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9ED756-09D9-994B-03EA-4984D43E3C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79640" y="1323720"/>
                <a:ext cx="7212960" cy="47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805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/>
          <p:cNvGrpSpPr/>
          <p:nvPr/>
        </p:nvGrpSpPr>
        <p:grpSpPr>
          <a:xfrm>
            <a:off x="307086" y="2060448"/>
            <a:ext cx="8576474" cy="3700272"/>
            <a:chOff x="307086" y="2060448"/>
            <a:chExt cx="8576474" cy="3700272"/>
          </a:xfrm>
        </p:grpSpPr>
        <p:sp>
          <p:nvSpPr>
            <p:cNvPr id="3" name="object 3"/>
            <p:cNvSpPr/>
            <p:nvPr/>
          </p:nvSpPr>
          <p:spPr>
            <a:xfrm>
              <a:off x="3202617" y="2599182"/>
              <a:ext cx="683260" cy="297180"/>
            </a:xfrm>
            <a:custGeom>
              <a:avLst/>
              <a:gdLst/>
              <a:ahLst/>
              <a:cxnLst/>
              <a:rect l="l" t="t" r="r" b="b"/>
              <a:pathLst>
                <a:path w="683260" h="297180">
                  <a:moveTo>
                    <a:pt x="0" y="297179"/>
                  </a:moveTo>
                  <a:lnTo>
                    <a:pt x="682752" y="297179"/>
                  </a:lnTo>
                  <a:lnTo>
                    <a:pt x="682752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179065" y="2154174"/>
              <a:ext cx="1031875" cy="745490"/>
            </a:xfrm>
            <a:custGeom>
              <a:avLst/>
              <a:gdLst/>
              <a:ahLst/>
              <a:cxnLst/>
              <a:rect l="l" t="t" r="r" b="b"/>
              <a:pathLst>
                <a:path w="1031875" h="745489">
                  <a:moveTo>
                    <a:pt x="1029403" y="445388"/>
                  </a:moveTo>
                  <a:lnTo>
                    <a:pt x="701928" y="445388"/>
                  </a:lnTo>
                  <a:lnTo>
                    <a:pt x="702037" y="507278"/>
                  </a:lnTo>
                  <a:lnTo>
                    <a:pt x="701397" y="556203"/>
                  </a:lnTo>
                  <a:lnTo>
                    <a:pt x="700277" y="598312"/>
                  </a:lnTo>
                  <a:lnTo>
                    <a:pt x="698946" y="639755"/>
                  </a:lnTo>
                  <a:lnTo>
                    <a:pt x="697672" y="686680"/>
                  </a:lnTo>
                  <a:lnTo>
                    <a:pt x="696722" y="745236"/>
                  </a:lnTo>
                  <a:lnTo>
                    <a:pt x="1027811" y="741807"/>
                  </a:lnTo>
                  <a:lnTo>
                    <a:pt x="1028379" y="639755"/>
                  </a:lnTo>
                  <a:lnTo>
                    <a:pt x="1029403" y="445388"/>
                  </a:lnTo>
                  <a:close/>
                </a:path>
                <a:path w="1031875" h="745489">
                  <a:moveTo>
                    <a:pt x="1031748" y="0"/>
                  </a:moveTo>
                  <a:lnTo>
                    <a:pt x="0" y="0"/>
                  </a:lnTo>
                  <a:lnTo>
                    <a:pt x="0" y="445515"/>
                  </a:lnTo>
                  <a:lnTo>
                    <a:pt x="433910" y="446278"/>
                  </a:lnTo>
                  <a:lnTo>
                    <a:pt x="683751" y="445681"/>
                  </a:lnTo>
                  <a:lnTo>
                    <a:pt x="701928" y="445388"/>
                  </a:lnTo>
                  <a:lnTo>
                    <a:pt x="1029403" y="445388"/>
                  </a:lnTo>
                  <a:lnTo>
                    <a:pt x="1031748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81350" y="286207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80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80" y="48005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44773" y="2060448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94304" y="2593085"/>
              <a:ext cx="683260" cy="3810"/>
            </a:xfrm>
            <a:custGeom>
              <a:avLst/>
              <a:gdLst/>
              <a:ahLst/>
              <a:cxnLst/>
              <a:rect l="l" t="t" r="r" b="b"/>
              <a:pathLst>
                <a:path w="683260" h="3810">
                  <a:moveTo>
                    <a:pt x="0" y="0"/>
                  </a:moveTo>
                  <a:lnTo>
                    <a:pt x="682751" y="330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886201" y="2614422"/>
              <a:ext cx="1905" cy="285750"/>
            </a:xfrm>
            <a:custGeom>
              <a:avLst/>
              <a:gdLst/>
              <a:ahLst/>
              <a:cxnLst/>
              <a:rect l="l" t="t" r="r" b="b"/>
              <a:pathLst>
                <a:path w="1904" h="285750">
                  <a:moveTo>
                    <a:pt x="0" y="0"/>
                  </a:moveTo>
                  <a:lnTo>
                    <a:pt x="1397" y="28575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80588" y="3268912"/>
              <a:ext cx="617220" cy="589915"/>
            </a:xfrm>
            <a:custGeom>
              <a:avLst/>
              <a:gdLst/>
              <a:ahLst/>
              <a:cxnLst/>
              <a:rect l="l" t="t" r="r" b="b"/>
              <a:pathLst>
                <a:path w="617220" h="589914">
                  <a:moveTo>
                    <a:pt x="236474" y="0"/>
                  </a:moveTo>
                  <a:lnTo>
                    <a:pt x="193446" y="1626"/>
                  </a:lnTo>
                  <a:lnTo>
                    <a:pt x="112572" y="6062"/>
                  </a:lnTo>
                  <a:lnTo>
                    <a:pt x="63144" y="7725"/>
                  </a:lnTo>
                  <a:lnTo>
                    <a:pt x="0" y="8254"/>
                  </a:lnTo>
                  <a:lnTo>
                    <a:pt x="0" y="589788"/>
                  </a:lnTo>
                  <a:lnTo>
                    <a:pt x="617220" y="589788"/>
                  </a:lnTo>
                  <a:lnTo>
                    <a:pt x="617220" y="138429"/>
                  </a:lnTo>
                  <a:lnTo>
                    <a:pt x="229997" y="138429"/>
                  </a:lnTo>
                  <a:lnTo>
                    <a:pt x="229905" y="88116"/>
                  </a:lnTo>
                  <a:lnTo>
                    <a:pt x="230598" y="60775"/>
                  </a:lnTo>
                  <a:lnTo>
                    <a:pt x="231811" y="49635"/>
                  </a:lnTo>
                  <a:lnTo>
                    <a:pt x="233283" y="47926"/>
                  </a:lnTo>
                  <a:lnTo>
                    <a:pt x="235109" y="47926"/>
                  </a:lnTo>
                  <a:lnTo>
                    <a:pt x="235944" y="45721"/>
                  </a:lnTo>
                  <a:lnTo>
                    <a:pt x="236607" y="31685"/>
                  </a:lnTo>
                  <a:lnTo>
                    <a:pt x="236474" y="0"/>
                  </a:lnTo>
                  <a:close/>
                </a:path>
                <a:path w="617220" h="589914">
                  <a:moveTo>
                    <a:pt x="414464" y="136890"/>
                  </a:moveTo>
                  <a:lnTo>
                    <a:pt x="270575" y="137588"/>
                  </a:lnTo>
                  <a:lnTo>
                    <a:pt x="229997" y="138429"/>
                  </a:lnTo>
                  <a:lnTo>
                    <a:pt x="617220" y="138429"/>
                  </a:lnTo>
                  <a:lnTo>
                    <a:pt x="617220" y="137209"/>
                  </a:lnTo>
                  <a:lnTo>
                    <a:pt x="568640" y="137209"/>
                  </a:lnTo>
                  <a:lnTo>
                    <a:pt x="414464" y="136890"/>
                  </a:lnTo>
                  <a:close/>
                </a:path>
                <a:path w="617220" h="589914">
                  <a:moveTo>
                    <a:pt x="617220" y="137159"/>
                  </a:moveTo>
                  <a:lnTo>
                    <a:pt x="568640" y="137209"/>
                  </a:lnTo>
                  <a:lnTo>
                    <a:pt x="617220" y="137209"/>
                  </a:lnTo>
                  <a:close/>
                </a:path>
                <a:path w="617220" h="589914">
                  <a:moveTo>
                    <a:pt x="235109" y="47926"/>
                  </a:moveTo>
                  <a:lnTo>
                    <a:pt x="233283" y="47926"/>
                  </a:lnTo>
                  <a:lnTo>
                    <a:pt x="234748" y="48878"/>
                  </a:lnTo>
                  <a:lnTo>
                    <a:pt x="235109" y="47926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79064" y="3103627"/>
              <a:ext cx="1033780" cy="749935"/>
            </a:xfrm>
            <a:custGeom>
              <a:avLst/>
              <a:gdLst/>
              <a:ahLst/>
              <a:cxnLst/>
              <a:rect l="l" t="t" r="r" b="b"/>
              <a:pathLst>
                <a:path w="1033779" h="749935">
                  <a:moveTo>
                    <a:pt x="1031630" y="290449"/>
                  </a:moveTo>
                  <a:lnTo>
                    <a:pt x="607060" y="290449"/>
                  </a:lnTo>
                  <a:lnTo>
                    <a:pt x="607575" y="338923"/>
                  </a:lnTo>
                  <a:lnTo>
                    <a:pt x="608228" y="389914"/>
                  </a:lnTo>
                  <a:lnTo>
                    <a:pt x="609673" y="496232"/>
                  </a:lnTo>
                  <a:lnTo>
                    <a:pt x="610326" y="549951"/>
                  </a:lnTo>
                  <a:lnTo>
                    <a:pt x="610841" y="602972"/>
                  </a:lnTo>
                  <a:lnTo>
                    <a:pt x="611150" y="654491"/>
                  </a:lnTo>
                  <a:lnTo>
                    <a:pt x="611182" y="703704"/>
                  </a:lnTo>
                  <a:lnTo>
                    <a:pt x="610870" y="749807"/>
                  </a:lnTo>
                  <a:lnTo>
                    <a:pt x="1029081" y="741680"/>
                  </a:lnTo>
                  <a:lnTo>
                    <a:pt x="1031630" y="290449"/>
                  </a:lnTo>
                  <a:close/>
                </a:path>
                <a:path w="1033779" h="749935">
                  <a:moveTo>
                    <a:pt x="1032345" y="163980"/>
                  </a:moveTo>
                  <a:lnTo>
                    <a:pt x="151206" y="163980"/>
                  </a:lnTo>
                  <a:lnTo>
                    <a:pt x="200990" y="165527"/>
                  </a:lnTo>
                  <a:lnTo>
                    <a:pt x="236600" y="176530"/>
                  </a:lnTo>
                  <a:lnTo>
                    <a:pt x="251164" y="199963"/>
                  </a:lnTo>
                  <a:lnTo>
                    <a:pt x="250809" y="220741"/>
                  </a:lnTo>
                  <a:lnTo>
                    <a:pt x="245191" y="250307"/>
                  </a:lnTo>
                  <a:lnTo>
                    <a:pt x="243966" y="300100"/>
                  </a:lnTo>
                  <a:lnTo>
                    <a:pt x="607060" y="290449"/>
                  </a:lnTo>
                  <a:lnTo>
                    <a:pt x="1031630" y="290449"/>
                  </a:lnTo>
                  <a:lnTo>
                    <a:pt x="1032345" y="163980"/>
                  </a:lnTo>
                  <a:close/>
                </a:path>
                <a:path w="1033779" h="749935">
                  <a:moveTo>
                    <a:pt x="1033272" y="0"/>
                  </a:moveTo>
                  <a:lnTo>
                    <a:pt x="0" y="0"/>
                  </a:lnTo>
                  <a:lnTo>
                    <a:pt x="11303" y="153035"/>
                  </a:lnTo>
                  <a:lnTo>
                    <a:pt x="46913" y="164037"/>
                  </a:lnTo>
                  <a:lnTo>
                    <a:pt x="96697" y="165584"/>
                  </a:lnTo>
                  <a:lnTo>
                    <a:pt x="151206" y="163980"/>
                  </a:lnTo>
                  <a:lnTo>
                    <a:pt x="1032345" y="163980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82873" y="381457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80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80" y="48005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46298" y="3014473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203449" y="3277361"/>
              <a:ext cx="214629" cy="0"/>
            </a:xfrm>
            <a:custGeom>
              <a:avLst/>
              <a:gdLst/>
              <a:ahLst/>
              <a:cxnLst/>
              <a:rect l="l" t="t" r="r" b="b"/>
              <a:pathLst>
                <a:path w="214629">
                  <a:moveTo>
                    <a:pt x="0" y="0"/>
                  </a:moveTo>
                  <a:lnTo>
                    <a:pt x="214249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16808" y="3274315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h="130175">
                  <a:moveTo>
                    <a:pt x="0" y="0"/>
                  </a:moveTo>
                  <a:lnTo>
                    <a:pt x="0" y="12992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416808" y="3403855"/>
              <a:ext cx="375920" cy="1905"/>
            </a:xfrm>
            <a:custGeom>
              <a:avLst/>
              <a:gdLst/>
              <a:ahLst/>
              <a:cxnLst/>
              <a:rect l="l" t="t" r="r" b="b"/>
              <a:pathLst>
                <a:path w="375920" h="1905">
                  <a:moveTo>
                    <a:pt x="0" y="1396"/>
                  </a:moveTo>
                  <a:lnTo>
                    <a:pt x="375412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790188" y="3412999"/>
              <a:ext cx="0" cy="417195"/>
            </a:xfrm>
            <a:custGeom>
              <a:avLst/>
              <a:gdLst/>
              <a:ahLst/>
              <a:cxnLst/>
              <a:rect l="l" t="t" r="r" b="b"/>
              <a:pathLst>
                <a:path h="417194">
                  <a:moveTo>
                    <a:pt x="0" y="41719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91256" y="4018026"/>
              <a:ext cx="414655" cy="762000"/>
            </a:xfrm>
            <a:custGeom>
              <a:avLst/>
              <a:gdLst/>
              <a:ahLst/>
              <a:cxnLst/>
              <a:rect l="l" t="t" r="r" b="b"/>
              <a:pathLst>
                <a:path w="414654" h="762000">
                  <a:moveTo>
                    <a:pt x="0" y="762000"/>
                  </a:moveTo>
                  <a:lnTo>
                    <a:pt x="414528" y="762000"/>
                  </a:lnTo>
                  <a:lnTo>
                    <a:pt x="414528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954780" y="4016501"/>
              <a:ext cx="247015" cy="751840"/>
            </a:xfrm>
            <a:custGeom>
              <a:avLst/>
              <a:gdLst/>
              <a:ahLst/>
              <a:cxnLst/>
              <a:rect l="l" t="t" r="r" b="b"/>
              <a:pathLst>
                <a:path w="247014" h="751839">
                  <a:moveTo>
                    <a:pt x="0" y="751332"/>
                  </a:moveTo>
                  <a:lnTo>
                    <a:pt x="246887" y="751332"/>
                  </a:lnTo>
                  <a:lnTo>
                    <a:pt x="246887" y="0"/>
                  </a:lnTo>
                  <a:lnTo>
                    <a:pt x="0" y="0"/>
                  </a:lnTo>
                  <a:lnTo>
                    <a:pt x="0" y="751332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598164" y="4018027"/>
              <a:ext cx="356870" cy="765175"/>
            </a:xfrm>
            <a:custGeom>
              <a:avLst/>
              <a:gdLst/>
              <a:ahLst/>
              <a:cxnLst/>
              <a:rect l="l" t="t" r="r" b="b"/>
              <a:pathLst>
                <a:path w="356870" h="765175">
                  <a:moveTo>
                    <a:pt x="0" y="765048"/>
                  </a:moveTo>
                  <a:lnTo>
                    <a:pt x="356615" y="765048"/>
                  </a:lnTo>
                  <a:lnTo>
                    <a:pt x="356615" y="0"/>
                  </a:lnTo>
                  <a:lnTo>
                    <a:pt x="0" y="0"/>
                  </a:lnTo>
                  <a:lnTo>
                    <a:pt x="0" y="765048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181350" y="4742688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44773" y="3941065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607308" y="4011930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954779" y="4011930"/>
              <a:ext cx="0" cy="760095"/>
            </a:xfrm>
            <a:custGeom>
              <a:avLst/>
              <a:gdLst/>
              <a:ahLst/>
              <a:cxnLst/>
              <a:rect l="l" t="t" r="r" b="b"/>
              <a:pathLst>
                <a:path h="760095">
                  <a:moveTo>
                    <a:pt x="0" y="759929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89732" y="5284471"/>
              <a:ext cx="1013460" cy="428625"/>
            </a:xfrm>
            <a:custGeom>
              <a:avLst/>
              <a:gdLst/>
              <a:ahLst/>
              <a:cxnLst/>
              <a:rect l="l" t="t" r="r" b="b"/>
              <a:pathLst>
                <a:path w="1013460" h="428625">
                  <a:moveTo>
                    <a:pt x="0" y="428243"/>
                  </a:moveTo>
                  <a:lnTo>
                    <a:pt x="1013459" y="428243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189732" y="4961382"/>
              <a:ext cx="1013460" cy="334010"/>
            </a:xfrm>
            <a:custGeom>
              <a:avLst/>
              <a:gdLst/>
              <a:ahLst/>
              <a:cxnLst/>
              <a:rect l="l" t="t" r="r" b="b"/>
              <a:pathLst>
                <a:path w="1013460" h="334010">
                  <a:moveTo>
                    <a:pt x="0" y="333756"/>
                  </a:moveTo>
                  <a:lnTo>
                    <a:pt x="1013459" y="333756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333756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81350" y="5684520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199"/>
                  </a:lnTo>
                  <a:lnTo>
                    <a:pt x="1084579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79" y="48005"/>
                  </a:lnTo>
                  <a:lnTo>
                    <a:pt x="1104391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144773" y="4882897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3" y="63499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3" y="76199"/>
                  </a:lnTo>
                  <a:lnTo>
                    <a:pt x="28193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180589" y="5282946"/>
              <a:ext cx="1022985" cy="0"/>
            </a:xfrm>
            <a:custGeom>
              <a:avLst/>
              <a:gdLst/>
              <a:ahLst/>
              <a:cxnLst/>
              <a:rect l="l" t="t" r="r" b="b"/>
              <a:pathLst>
                <a:path w="1022985">
                  <a:moveTo>
                    <a:pt x="1022731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601846" y="2550541"/>
              <a:ext cx="160274" cy="1597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97148" y="3533902"/>
              <a:ext cx="160527" cy="1605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592703" y="4435728"/>
              <a:ext cx="160274" cy="1597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595242" y="5432945"/>
              <a:ext cx="159766" cy="1602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2139315" y="2500884"/>
              <a:ext cx="926465" cy="1287145"/>
            </a:xfrm>
            <a:custGeom>
              <a:avLst/>
              <a:gdLst/>
              <a:ahLst/>
              <a:cxnLst/>
              <a:rect l="l" t="t" r="r" b="b"/>
              <a:pathLst>
                <a:path w="926464" h="1287145">
                  <a:moveTo>
                    <a:pt x="863928" y="62210"/>
                  </a:moveTo>
                  <a:lnTo>
                    <a:pt x="0" y="1269999"/>
                  </a:lnTo>
                  <a:lnTo>
                    <a:pt x="23622" y="1286890"/>
                  </a:lnTo>
                  <a:lnTo>
                    <a:pt x="887458" y="79054"/>
                  </a:lnTo>
                  <a:lnTo>
                    <a:pt x="863928" y="62210"/>
                  </a:lnTo>
                  <a:close/>
                </a:path>
                <a:path w="926464" h="1287145">
                  <a:moveTo>
                    <a:pt x="918197" y="50418"/>
                  </a:moveTo>
                  <a:lnTo>
                    <a:pt x="872363" y="50418"/>
                  </a:lnTo>
                  <a:lnTo>
                    <a:pt x="895858" y="67310"/>
                  </a:lnTo>
                  <a:lnTo>
                    <a:pt x="887458" y="79054"/>
                  </a:lnTo>
                  <a:lnTo>
                    <a:pt x="910971" y="95885"/>
                  </a:lnTo>
                  <a:lnTo>
                    <a:pt x="918197" y="50418"/>
                  </a:lnTo>
                  <a:close/>
                </a:path>
                <a:path w="926464" h="1287145">
                  <a:moveTo>
                    <a:pt x="872363" y="50418"/>
                  </a:moveTo>
                  <a:lnTo>
                    <a:pt x="863928" y="62210"/>
                  </a:lnTo>
                  <a:lnTo>
                    <a:pt x="887458" y="79054"/>
                  </a:lnTo>
                  <a:lnTo>
                    <a:pt x="895858" y="67310"/>
                  </a:lnTo>
                  <a:lnTo>
                    <a:pt x="872363" y="50418"/>
                  </a:lnTo>
                  <a:close/>
                </a:path>
                <a:path w="926464" h="1287145">
                  <a:moveTo>
                    <a:pt x="926211" y="0"/>
                  </a:moveTo>
                  <a:lnTo>
                    <a:pt x="840359" y="45338"/>
                  </a:lnTo>
                  <a:lnTo>
                    <a:pt x="863928" y="62210"/>
                  </a:lnTo>
                  <a:lnTo>
                    <a:pt x="872363" y="50418"/>
                  </a:lnTo>
                  <a:lnTo>
                    <a:pt x="918197" y="50418"/>
                  </a:lnTo>
                  <a:lnTo>
                    <a:pt x="926211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144523" y="3313176"/>
              <a:ext cx="921385" cy="478790"/>
            </a:xfrm>
            <a:custGeom>
              <a:avLst/>
              <a:gdLst/>
              <a:ahLst/>
              <a:cxnLst/>
              <a:rect l="l" t="t" r="r" b="b"/>
              <a:pathLst>
                <a:path w="921385" h="478789">
                  <a:moveTo>
                    <a:pt x="836994" y="26503"/>
                  </a:moveTo>
                  <a:lnTo>
                    <a:pt x="0" y="452755"/>
                  </a:lnTo>
                  <a:lnTo>
                    <a:pt x="13207" y="478536"/>
                  </a:lnTo>
                  <a:lnTo>
                    <a:pt x="850168" y="52301"/>
                  </a:lnTo>
                  <a:lnTo>
                    <a:pt x="836994" y="26503"/>
                  </a:lnTo>
                  <a:close/>
                </a:path>
                <a:path w="921385" h="478789">
                  <a:moveTo>
                    <a:pt x="906284" y="19938"/>
                  </a:moveTo>
                  <a:lnTo>
                    <a:pt x="849883" y="19938"/>
                  </a:lnTo>
                  <a:lnTo>
                    <a:pt x="863091" y="45719"/>
                  </a:lnTo>
                  <a:lnTo>
                    <a:pt x="850168" y="52301"/>
                  </a:lnTo>
                  <a:lnTo>
                    <a:pt x="863345" y="78105"/>
                  </a:lnTo>
                  <a:lnTo>
                    <a:pt x="906284" y="19938"/>
                  </a:lnTo>
                  <a:close/>
                </a:path>
                <a:path w="921385" h="478789">
                  <a:moveTo>
                    <a:pt x="849883" y="19938"/>
                  </a:moveTo>
                  <a:lnTo>
                    <a:pt x="836994" y="26503"/>
                  </a:lnTo>
                  <a:lnTo>
                    <a:pt x="850168" y="52301"/>
                  </a:lnTo>
                  <a:lnTo>
                    <a:pt x="863091" y="45719"/>
                  </a:lnTo>
                  <a:lnTo>
                    <a:pt x="849883" y="19938"/>
                  </a:lnTo>
                  <a:close/>
                </a:path>
                <a:path w="921385" h="478789">
                  <a:moveTo>
                    <a:pt x="921003" y="0"/>
                  </a:moveTo>
                  <a:lnTo>
                    <a:pt x="823848" y="762"/>
                  </a:lnTo>
                  <a:lnTo>
                    <a:pt x="836994" y="26503"/>
                  </a:lnTo>
                  <a:lnTo>
                    <a:pt x="849883" y="19938"/>
                  </a:lnTo>
                  <a:lnTo>
                    <a:pt x="906284" y="19938"/>
                  </a:lnTo>
                  <a:lnTo>
                    <a:pt x="921003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142999" y="3767583"/>
              <a:ext cx="922655" cy="636905"/>
            </a:xfrm>
            <a:custGeom>
              <a:avLst/>
              <a:gdLst/>
              <a:ahLst/>
              <a:cxnLst/>
              <a:rect l="l" t="t" r="r" b="b"/>
              <a:pathLst>
                <a:path w="922655" h="636904">
                  <a:moveTo>
                    <a:pt x="842610" y="599640"/>
                  </a:moveTo>
                  <a:lnTo>
                    <a:pt x="826262" y="623570"/>
                  </a:lnTo>
                  <a:lnTo>
                    <a:pt x="922527" y="636778"/>
                  </a:lnTo>
                  <a:lnTo>
                    <a:pt x="906426" y="607822"/>
                  </a:lnTo>
                  <a:lnTo>
                    <a:pt x="854582" y="607822"/>
                  </a:lnTo>
                  <a:lnTo>
                    <a:pt x="842610" y="599640"/>
                  </a:lnTo>
                  <a:close/>
                </a:path>
                <a:path w="922655" h="636904">
                  <a:moveTo>
                    <a:pt x="858943" y="575732"/>
                  </a:moveTo>
                  <a:lnTo>
                    <a:pt x="842610" y="599640"/>
                  </a:lnTo>
                  <a:lnTo>
                    <a:pt x="854582" y="607822"/>
                  </a:lnTo>
                  <a:lnTo>
                    <a:pt x="870965" y="583945"/>
                  </a:lnTo>
                  <a:lnTo>
                    <a:pt x="858943" y="575732"/>
                  </a:lnTo>
                  <a:close/>
                </a:path>
                <a:path w="922655" h="636904">
                  <a:moveTo>
                    <a:pt x="875283" y="551815"/>
                  </a:moveTo>
                  <a:lnTo>
                    <a:pt x="858943" y="575732"/>
                  </a:lnTo>
                  <a:lnTo>
                    <a:pt x="870965" y="583945"/>
                  </a:lnTo>
                  <a:lnTo>
                    <a:pt x="854582" y="607822"/>
                  </a:lnTo>
                  <a:lnTo>
                    <a:pt x="906426" y="607822"/>
                  </a:lnTo>
                  <a:lnTo>
                    <a:pt x="875283" y="551815"/>
                  </a:lnTo>
                  <a:close/>
                </a:path>
                <a:path w="922655" h="636904">
                  <a:moveTo>
                    <a:pt x="16256" y="0"/>
                  </a:moveTo>
                  <a:lnTo>
                    <a:pt x="0" y="23875"/>
                  </a:lnTo>
                  <a:lnTo>
                    <a:pt x="842610" y="599640"/>
                  </a:lnTo>
                  <a:lnTo>
                    <a:pt x="858943" y="575732"/>
                  </a:lnTo>
                  <a:lnTo>
                    <a:pt x="1625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2138679" y="3772281"/>
              <a:ext cx="927100" cy="1574165"/>
            </a:xfrm>
            <a:custGeom>
              <a:avLst/>
              <a:gdLst/>
              <a:ahLst/>
              <a:cxnLst/>
              <a:rect l="l" t="t" r="r" b="b"/>
              <a:pathLst>
                <a:path w="927100" h="1574164">
                  <a:moveTo>
                    <a:pt x="870525" y="1505857"/>
                  </a:moveTo>
                  <a:lnTo>
                    <a:pt x="845565" y="1520444"/>
                  </a:lnTo>
                  <a:lnTo>
                    <a:pt x="926845" y="1573568"/>
                  </a:lnTo>
                  <a:lnTo>
                    <a:pt x="923228" y="1518361"/>
                  </a:lnTo>
                  <a:lnTo>
                    <a:pt x="877824" y="1518361"/>
                  </a:lnTo>
                  <a:lnTo>
                    <a:pt x="870525" y="1505857"/>
                  </a:lnTo>
                  <a:close/>
                </a:path>
                <a:path w="927100" h="1574164">
                  <a:moveTo>
                    <a:pt x="895536" y="1491241"/>
                  </a:moveTo>
                  <a:lnTo>
                    <a:pt x="870525" y="1505857"/>
                  </a:lnTo>
                  <a:lnTo>
                    <a:pt x="877824" y="1518361"/>
                  </a:lnTo>
                  <a:lnTo>
                    <a:pt x="902843" y="1503756"/>
                  </a:lnTo>
                  <a:lnTo>
                    <a:pt x="895536" y="1491241"/>
                  </a:lnTo>
                  <a:close/>
                </a:path>
                <a:path w="927100" h="1574164">
                  <a:moveTo>
                    <a:pt x="920495" y="1476654"/>
                  </a:moveTo>
                  <a:lnTo>
                    <a:pt x="895536" y="1491241"/>
                  </a:lnTo>
                  <a:lnTo>
                    <a:pt x="902843" y="1503756"/>
                  </a:lnTo>
                  <a:lnTo>
                    <a:pt x="877824" y="1518361"/>
                  </a:lnTo>
                  <a:lnTo>
                    <a:pt x="923228" y="1518361"/>
                  </a:lnTo>
                  <a:lnTo>
                    <a:pt x="920495" y="1476654"/>
                  </a:lnTo>
                  <a:close/>
                </a:path>
                <a:path w="927100" h="1574164">
                  <a:moveTo>
                    <a:pt x="24892" y="0"/>
                  </a:moveTo>
                  <a:lnTo>
                    <a:pt x="0" y="14477"/>
                  </a:lnTo>
                  <a:lnTo>
                    <a:pt x="870525" y="1505857"/>
                  </a:lnTo>
                  <a:lnTo>
                    <a:pt x="895536" y="1491241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311396" y="2199895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311396" y="3140202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8"/>
                  </a:lnTo>
                  <a:lnTo>
                    <a:pt x="621791" y="27203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311396" y="4075939"/>
              <a:ext cx="622300" cy="542925"/>
            </a:xfrm>
            <a:custGeom>
              <a:avLst/>
              <a:gdLst/>
              <a:ahLst/>
              <a:cxnLst/>
              <a:rect l="l" t="t" r="r" b="b"/>
              <a:pathLst>
                <a:path w="622300" h="542925">
                  <a:moveTo>
                    <a:pt x="350519" y="0"/>
                  </a:moveTo>
                  <a:lnTo>
                    <a:pt x="350519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50519" y="406908"/>
                  </a:lnTo>
                  <a:lnTo>
                    <a:pt x="350519" y="542544"/>
                  </a:lnTo>
                  <a:lnTo>
                    <a:pt x="621791" y="271272"/>
                  </a:lnTo>
                  <a:lnTo>
                    <a:pt x="350519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4311396" y="5016247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5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062728" y="2228850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062728" y="3192017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062728" y="5065014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062729" y="4091178"/>
              <a:ext cx="487679" cy="4876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306274" y="3565387"/>
              <a:ext cx="915236" cy="62561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493764" y="3745243"/>
              <a:ext cx="541782" cy="29183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309360" y="3563874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429006" y="0"/>
                  </a:moveTo>
                  <a:lnTo>
                    <a:pt x="0" y="286512"/>
                  </a:lnTo>
                  <a:lnTo>
                    <a:pt x="429006" y="573024"/>
                  </a:lnTo>
                  <a:lnTo>
                    <a:pt x="858012" y="286512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6309360" y="3563874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0" y="286512"/>
                  </a:moveTo>
                  <a:lnTo>
                    <a:pt x="429006" y="0"/>
                  </a:lnTo>
                  <a:lnTo>
                    <a:pt x="858012" y="286512"/>
                  </a:lnTo>
                  <a:lnTo>
                    <a:pt x="429006" y="573024"/>
                  </a:lnTo>
                  <a:lnTo>
                    <a:pt x="0" y="2865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6563868" y="3759580"/>
              <a:ext cx="410718" cy="16611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59820" y="3816028"/>
              <a:ext cx="444500" cy="86995"/>
            </a:xfrm>
            <a:custGeom>
              <a:avLst/>
              <a:gdLst/>
              <a:ahLst/>
              <a:cxnLst/>
              <a:rect l="l" t="t" r="r" b="b"/>
              <a:pathLst>
                <a:path w="444500" h="86994">
                  <a:moveTo>
                    <a:pt x="357505" y="0"/>
                  </a:moveTo>
                  <a:lnTo>
                    <a:pt x="357505" y="86868"/>
                  </a:lnTo>
                  <a:lnTo>
                    <a:pt x="415417" y="57912"/>
                  </a:lnTo>
                  <a:lnTo>
                    <a:pt x="371983" y="57912"/>
                  </a:lnTo>
                  <a:lnTo>
                    <a:pt x="371983" y="28956"/>
                  </a:lnTo>
                  <a:lnTo>
                    <a:pt x="415417" y="28956"/>
                  </a:lnTo>
                  <a:lnTo>
                    <a:pt x="357505" y="0"/>
                  </a:lnTo>
                  <a:close/>
                </a:path>
                <a:path w="444500" h="86994">
                  <a:moveTo>
                    <a:pt x="357505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357505" y="57912"/>
                  </a:lnTo>
                  <a:lnTo>
                    <a:pt x="357505" y="28956"/>
                  </a:lnTo>
                  <a:close/>
                </a:path>
                <a:path w="444500" h="86994">
                  <a:moveTo>
                    <a:pt x="415417" y="28956"/>
                  </a:moveTo>
                  <a:lnTo>
                    <a:pt x="371983" y="28956"/>
                  </a:lnTo>
                  <a:lnTo>
                    <a:pt x="371983" y="57912"/>
                  </a:lnTo>
                  <a:lnTo>
                    <a:pt x="415417" y="57912"/>
                  </a:lnTo>
                  <a:lnTo>
                    <a:pt x="444373" y="43434"/>
                  </a:lnTo>
                  <a:lnTo>
                    <a:pt x="415417" y="28956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647432" y="3412999"/>
              <a:ext cx="824483" cy="8260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5474715" y="2434083"/>
              <a:ext cx="836294" cy="1417955"/>
            </a:xfrm>
            <a:custGeom>
              <a:avLst/>
              <a:gdLst/>
              <a:ahLst/>
              <a:cxnLst/>
              <a:rect l="l" t="t" r="r" b="b"/>
              <a:pathLst>
                <a:path w="836295" h="1417955">
                  <a:moveTo>
                    <a:pt x="779747" y="1349750"/>
                  </a:moveTo>
                  <a:lnTo>
                    <a:pt x="754761" y="1364360"/>
                  </a:lnTo>
                  <a:lnTo>
                    <a:pt x="836041" y="1417446"/>
                  </a:lnTo>
                  <a:lnTo>
                    <a:pt x="832420" y="1362201"/>
                  </a:lnTo>
                  <a:lnTo>
                    <a:pt x="787019" y="1362201"/>
                  </a:lnTo>
                  <a:lnTo>
                    <a:pt x="779747" y="1349750"/>
                  </a:lnTo>
                  <a:close/>
                </a:path>
                <a:path w="836295" h="1417955">
                  <a:moveTo>
                    <a:pt x="804754" y="1335127"/>
                  </a:moveTo>
                  <a:lnTo>
                    <a:pt x="779747" y="1349750"/>
                  </a:lnTo>
                  <a:lnTo>
                    <a:pt x="787019" y="1362201"/>
                  </a:lnTo>
                  <a:lnTo>
                    <a:pt x="812038" y="1347596"/>
                  </a:lnTo>
                  <a:lnTo>
                    <a:pt x="804754" y="1335127"/>
                  </a:lnTo>
                  <a:close/>
                </a:path>
                <a:path w="836295" h="1417955">
                  <a:moveTo>
                    <a:pt x="829691" y="1320545"/>
                  </a:moveTo>
                  <a:lnTo>
                    <a:pt x="804754" y="1335127"/>
                  </a:lnTo>
                  <a:lnTo>
                    <a:pt x="812038" y="1347596"/>
                  </a:lnTo>
                  <a:lnTo>
                    <a:pt x="787019" y="1362201"/>
                  </a:lnTo>
                  <a:lnTo>
                    <a:pt x="832420" y="1362201"/>
                  </a:lnTo>
                  <a:lnTo>
                    <a:pt x="829691" y="1320545"/>
                  </a:lnTo>
                  <a:close/>
                </a:path>
                <a:path w="836295" h="1417955">
                  <a:moveTo>
                    <a:pt x="24892" y="0"/>
                  </a:moveTo>
                  <a:lnTo>
                    <a:pt x="0" y="14604"/>
                  </a:lnTo>
                  <a:lnTo>
                    <a:pt x="779747" y="1349750"/>
                  </a:lnTo>
                  <a:lnTo>
                    <a:pt x="804754" y="1335127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480303" y="3391917"/>
              <a:ext cx="830580" cy="459105"/>
            </a:xfrm>
            <a:custGeom>
              <a:avLst/>
              <a:gdLst/>
              <a:ahLst/>
              <a:cxnLst/>
              <a:rect l="l" t="t" r="r" b="b"/>
              <a:pathLst>
                <a:path w="830579" h="459105">
                  <a:moveTo>
                    <a:pt x="747148" y="430256"/>
                  </a:moveTo>
                  <a:lnTo>
                    <a:pt x="733425" y="455675"/>
                  </a:lnTo>
                  <a:lnTo>
                    <a:pt x="830453" y="458850"/>
                  </a:lnTo>
                  <a:lnTo>
                    <a:pt x="815247" y="437133"/>
                  </a:lnTo>
                  <a:lnTo>
                    <a:pt x="759841" y="437133"/>
                  </a:lnTo>
                  <a:lnTo>
                    <a:pt x="747148" y="430256"/>
                  </a:lnTo>
                  <a:close/>
                </a:path>
                <a:path w="830579" h="459105">
                  <a:moveTo>
                    <a:pt x="760942" y="404705"/>
                  </a:moveTo>
                  <a:lnTo>
                    <a:pt x="747148" y="430256"/>
                  </a:lnTo>
                  <a:lnTo>
                    <a:pt x="759841" y="437133"/>
                  </a:lnTo>
                  <a:lnTo>
                    <a:pt x="773684" y="411606"/>
                  </a:lnTo>
                  <a:lnTo>
                    <a:pt x="760942" y="404705"/>
                  </a:lnTo>
                  <a:close/>
                </a:path>
                <a:path w="830579" h="459105">
                  <a:moveTo>
                    <a:pt x="774700" y="379221"/>
                  </a:moveTo>
                  <a:lnTo>
                    <a:pt x="760942" y="404705"/>
                  </a:lnTo>
                  <a:lnTo>
                    <a:pt x="773684" y="411606"/>
                  </a:lnTo>
                  <a:lnTo>
                    <a:pt x="759841" y="437133"/>
                  </a:lnTo>
                  <a:lnTo>
                    <a:pt x="815247" y="437133"/>
                  </a:lnTo>
                  <a:lnTo>
                    <a:pt x="774700" y="379221"/>
                  </a:lnTo>
                  <a:close/>
                </a:path>
                <a:path w="830579" h="459105">
                  <a:moveTo>
                    <a:pt x="13716" y="0"/>
                  </a:moveTo>
                  <a:lnTo>
                    <a:pt x="0" y="25400"/>
                  </a:lnTo>
                  <a:lnTo>
                    <a:pt x="747148" y="430256"/>
                  </a:lnTo>
                  <a:lnTo>
                    <a:pt x="760942" y="404705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5543423" y="3851149"/>
              <a:ext cx="767715" cy="497205"/>
            </a:xfrm>
            <a:custGeom>
              <a:avLst/>
              <a:gdLst/>
              <a:ahLst/>
              <a:cxnLst/>
              <a:rect l="l" t="t" r="r" b="b"/>
              <a:pathLst>
                <a:path w="767714" h="497204">
                  <a:moveTo>
                    <a:pt x="686108" y="34496"/>
                  </a:moveTo>
                  <a:lnTo>
                    <a:pt x="0" y="472313"/>
                  </a:lnTo>
                  <a:lnTo>
                    <a:pt x="15493" y="496696"/>
                  </a:lnTo>
                  <a:lnTo>
                    <a:pt x="701719" y="58930"/>
                  </a:lnTo>
                  <a:lnTo>
                    <a:pt x="686108" y="34496"/>
                  </a:lnTo>
                  <a:close/>
                </a:path>
                <a:path w="767714" h="497204">
                  <a:moveTo>
                    <a:pt x="751229" y="26669"/>
                  </a:moveTo>
                  <a:lnTo>
                    <a:pt x="698373" y="26669"/>
                  </a:lnTo>
                  <a:lnTo>
                    <a:pt x="713866" y="51181"/>
                  </a:lnTo>
                  <a:lnTo>
                    <a:pt x="701719" y="58930"/>
                  </a:lnTo>
                  <a:lnTo>
                    <a:pt x="717296" y="83312"/>
                  </a:lnTo>
                  <a:lnTo>
                    <a:pt x="751229" y="26669"/>
                  </a:lnTo>
                  <a:close/>
                </a:path>
                <a:path w="767714" h="497204">
                  <a:moveTo>
                    <a:pt x="698373" y="26669"/>
                  </a:moveTo>
                  <a:lnTo>
                    <a:pt x="686108" y="34496"/>
                  </a:lnTo>
                  <a:lnTo>
                    <a:pt x="701719" y="58930"/>
                  </a:lnTo>
                  <a:lnTo>
                    <a:pt x="713866" y="51181"/>
                  </a:lnTo>
                  <a:lnTo>
                    <a:pt x="698373" y="26669"/>
                  </a:lnTo>
                  <a:close/>
                </a:path>
                <a:path w="767714" h="497204">
                  <a:moveTo>
                    <a:pt x="767206" y="0"/>
                  </a:moveTo>
                  <a:lnTo>
                    <a:pt x="670560" y="10159"/>
                  </a:lnTo>
                  <a:lnTo>
                    <a:pt x="686108" y="34496"/>
                  </a:lnTo>
                  <a:lnTo>
                    <a:pt x="698373" y="26669"/>
                  </a:lnTo>
                  <a:lnTo>
                    <a:pt x="751229" y="26669"/>
                  </a:lnTo>
                  <a:lnTo>
                    <a:pt x="76720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5474589" y="3851148"/>
              <a:ext cx="836294" cy="1435100"/>
            </a:xfrm>
            <a:custGeom>
              <a:avLst/>
              <a:gdLst/>
              <a:ahLst/>
              <a:cxnLst/>
              <a:rect l="l" t="t" r="r" b="b"/>
              <a:pathLst>
                <a:path w="836295" h="1435100">
                  <a:moveTo>
                    <a:pt x="780177" y="68014"/>
                  </a:moveTo>
                  <a:lnTo>
                    <a:pt x="0" y="1420012"/>
                  </a:lnTo>
                  <a:lnTo>
                    <a:pt x="25146" y="1434477"/>
                  </a:lnTo>
                  <a:lnTo>
                    <a:pt x="805320" y="82497"/>
                  </a:lnTo>
                  <a:lnTo>
                    <a:pt x="780177" y="68014"/>
                  </a:lnTo>
                  <a:close/>
                </a:path>
                <a:path w="836295" h="1435100">
                  <a:moveTo>
                    <a:pt x="832822" y="55499"/>
                  </a:moveTo>
                  <a:lnTo>
                    <a:pt x="787400" y="55499"/>
                  </a:lnTo>
                  <a:lnTo>
                    <a:pt x="812546" y="69976"/>
                  </a:lnTo>
                  <a:lnTo>
                    <a:pt x="805320" y="82497"/>
                  </a:lnTo>
                  <a:lnTo>
                    <a:pt x="830326" y="96900"/>
                  </a:lnTo>
                  <a:lnTo>
                    <a:pt x="832822" y="55499"/>
                  </a:lnTo>
                  <a:close/>
                </a:path>
                <a:path w="836295" h="1435100">
                  <a:moveTo>
                    <a:pt x="787400" y="55499"/>
                  </a:moveTo>
                  <a:lnTo>
                    <a:pt x="780177" y="68014"/>
                  </a:lnTo>
                  <a:lnTo>
                    <a:pt x="805320" y="82497"/>
                  </a:lnTo>
                  <a:lnTo>
                    <a:pt x="812546" y="69976"/>
                  </a:lnTo>
                  <a:lnTo>
                    <a:pt x="787400" y="55499"/>
                  </a:lnTo>
                  <a:close/>
                </a:path>
                <a:path w="836295" h="1435100">
                  <a:moveTo>
                    <a:pt x="836168" y="0"/>
                  </a:moveTo>
                  <a:lnTo>
                    <a:pt x="755141" y="53593"/>
                  </a:lnTo>
                  <a:lnTo>
                    <a:pt x="780177" y="68014"/>
                  </a:lnTo>
                  <a:lnTo>
                    <a:pt x="787400" y="55499"/>
                  </a:lnTo>
                  <a:lnTo>
                    <a:pt x="832822" y="55499"/>
                  </a:lnTo>
                  <a:lnTo>
                    <a:pt x="836168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7700772" y="4549903"/>
              <a:ext cx="711923" cy="12801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42139" y="4344923"/>
              <a:ext cx="1677035" cy="76200"/>
            </a:xfrm>
            <a:custGeom>
              <a:avLst/>
              <a:gdLst/>
              <a:ahLst/>
              <a:cxnLst/>
              <a:rect l="l" t="t" r="r" b="b"/>
              <a:pathLst>
                <a:path w="1677035" h="76200">
                  <a:moveTo>
                    <a:pt x="1600454" y="0"/>
                  </a:moveTo>
                  <a:lnTo>
                    <a:pt x="1600454" y="76200"/>
                  </a:lnTo>
                  <a:lnTo>
                    <a:pt x="1656842" y="48006"/>
                  </a:lnTo>
                  <a:lnTo>
                    <a:pt x="1613154" y="48006"/>
                  </a:lnTo>
                  <a:lnTo>
                    <a:pt x="1613154" y="28193"/>
                  </a:lnTo>
                  <a:lnTo>
                    <a:pt x="1656842" y="28193"/>
                  </a:lnTo>
                  <a:lnTo>
                    <a:pt x="1600454" y="0"/>
                  </a:lnTo>
                  <a:close/>
                </a:path>
                <a:path w="1677035" h="76200">
                  <a:moveTo>
                    <a:pt x="1600454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600454" y="48006"/>
                  </a:lnTo>
                  <a:lnTo>
                    <a:pt x="1600454" y="28193"/>
                  </a:lnTo>
                  <a:close/>
                </a:path>
                <a:path w="1677035" h="76200">
                  <a:moveTo>
                    <a:pt x="1656842" y="28193"/>
                  </a:moveTo>
                  <a:lnTo>
                    <a:pt x="1613154" y="28193"/>
                  </a:lnTo>
                  <a:lnTo>
                    <a:pt x="1613154" y="48006"/>
                  </a:lnTo>
                  <a:lnTo>
                    <a:pt x="1656842" y="48006"/>
                  </a:lnTo>
                  <a:lnTo>
                    <a:pt x="1676654" y="38100"/>
                  </a:lnTo>
                  <a:lnTo>
                    <a:pt x="1656842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07086" y="3110484"/>
              <a:ext cx="76200" cy="1276985"/>
            </a:xfrm>
            <a:custGeom>
              <a:avLst/>
              <a:gdLst/>
              <a:ahLst/>
              <a:cxnLst/>
              <a:rect l="l" t="t" r="r" b="b"/>
              <a:pathLst>
                <a:path w="76200" h="127698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1276477"/>
                  </a:lnTo>
                  <a:lnTo>
                    <a:pt x="48006" y="1276477"/>
                  </a:lnTo>
                  <a:lnTo>
                    <a:pt x="48006" y="63500"/>
                  </a:lnTo>
                  <a:close/>
                </a:path>
                <a:path w="76200" h="127698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7698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979844" y="3853434"/>
              <a:ext cx="212013" cy="2225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Shape 53">
              <a:extLst>
                <a:ext uri="{FF2B5EF4-FFF2-40B4-BE49-F238E27FC236}">
                  <a16:creationId xmlns:a16="http://schemas.microsoft.com/office/drawing/2014/main" id="{5B5E4731-0E1D-F24A-ACAA-C60E56A0266F}"/>
                </a:ext>
              </a:extLst>
            </p:cNvPr>
            <p:cNvSpPr txBox="1"/>
            <p:nvPr/>
          </p:nvSpPr>
          <p:spPr>
            <a:xfrm>
              <a:off x="346710" y="2545609"/>
              <a:ext cx="1675641" cy="4444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 test sample</a:t>
              </a:r>
            </a:p>
          </p:txBody>
        </p:sp>
        <p:sp>
          <p:nvSpPr>
            <p:cNvPr id="65" name="Shape 53">
              <a:extLst>
                <a:ext uri="{FF2B5EF4-FFF2-40B4-BE49-F238E27FC236}">
                  <a16:creationId xmlns:a16="http://schemas.microsoft.com/office/drawing/2014/main" id="{4118C1DE-6BE8-9B45-A49E-00BAD1FE6A3A}"/>
                </a:ext>
              </a:extLst>
            </p:cNvPr>
            <p:cNvSpPr txBox="1"/>
            <p:nvPr/>
          </p:nvSpPr>
          <p:spPr>
            <a:xfrm>
              <a:off x="7221510" y="4371718"/>
              <a:ext cx="1662050" cy="44717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75% confidence</a:t>
              </a:r>
            </a:p>
          </p:txBody>
        </p:sp>
      </p:grpSp>
      <p:sp>
        <p:nvSpPr>
          <p:cNvPr id="56" name="Content Placeholder 5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sz="2400" b="1" dirty="0">
                <a:latin typeface="Arial" panose="020B0604020202020204" pitchFamily="34" charset="0"/>
              </a:rPr>
              <a:t>Bagging at inference time</a:t>
            </a:r>
          </a:p>
        </p:txBody>
      </p:sp>
      <p:sp>
        <p:nvSpPr>
          <p:cNvPr id="2" name="Rectangle 1"/>
          <p:cNvSpPr/>
          <p:nvPr/>
        </p:nvSpPr>
        <p:spPr>
          <a:xfrm>
            <a:off x="2586545" y="1347797"/>
            <a:ext cx="25820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models run in </a:t>
            </a:r>
            <a:r>
              <a:rPr lang="en-US" altLang="en-US" dirty="0">
                <a:solidFill>
                  <a:srgbClr val="0033C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parallel</a:t>
            </a:r>
            <a:r>
              <a:rPr lang="en-US" alt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and are independent of each other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143243" y="2704861"/>
            <a:ext cx="18577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Combine the predictions from all the models.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03B517C-74AE-A784-1F6A-CC7EA9706F73}"/>
                  </a:ext>
                </a:extLst>
              </p14:cNvPr>
              <p14:cNvContentPartPr/>
              <p14:nvPr/>
            </p14:nvContentPartPr>
            <p14:xfrm>
              <a:off x="879120" y="1032480"/>
              <a:ext cx="7832880" cy="54234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03B517C-74AE-A784-1F6A-CC7EA9706F7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9760" y="1023120"/>
                <a:ext cx="7851600" cy="54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2472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467" y="1676400"/>
            <a:ext cx="6614733" cy="3432345"/>
          </a:xfrm>
          <a:prstGeom prst="rect">
            <a:avLst/>
          </a:prstGeom>
        </p:spPr>
      </p:pic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93836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Regression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Classification: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</a:rPr>
              <a:t>Vote over classifier outputs 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The Bagging Model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834956"/>
              </p:ext>
            </p:extLst>
          </p:nvPr>
        </p:nvGraphicFramePr>
        <p:xfrm>
          <a:off x="457200" y="1981200"/>
          <a:ext cx="2133600" cy="715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1104840" imgH="431640" progId="Equation.DSMT4">
                  <p:embed/>
                </p:oleObj>
              </mc:Choice>
              <mc:Fallback>
                <p:oleObj name="Equation" r:id="rId4" imgW="1104840" imgH="431640" progId="Equation.DSMT4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2133600" cy="715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731165"/>
              </p:ext>
            </p:extLst>
          </p:nvPr>
        </p:nvGraphicFramePr>
        <p:xfrm>
          <a:off x="990600" y="4267200"/>
          <a:ext cx="1864892" cy="454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6" imgW="1041120" imgH="253800" progId="Equation.DSMT4">
                  <p:embed/>
                </p:oleObj>
              </mc:Choice>
              <mc:Fallback>
                <p:oleObj name="Equation" r:id="rId6" imgW="1041120" imgH="253800" progId="Equation.DSMT4">
                  <p:embed/>
                  <p:pic>
                    <p:nvPicPr>
                      <p:cNvPr id="30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67200"/>
                        <a:ext cx="1864892" cy="454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AC94BC-D69E-553E-2AD2-2CA12432244B}"/>
                  </a:ext>
                </a:extLst>
              </p14:cNvPr>
              <p14:cNvContentPartPr/>
              <p14:nvPr/>
            </p14:nvContentPartPr>
            <p14:xfrm>
              <a:off x="921960" y="2850480"/>
              <a:ext cx="767520" cy="1453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AC94BC-D69E-553E-2AD2-2CA1243224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2600" y="2841120"/>
                <a:ext cx="786240" cy="147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5694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733800"/>
            <a:ext cx="5407905" cy="25908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Algorithm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pic>
        <p:nvPicPr>
          <p:cNvPr id="16388" name="Picture 6">
            <a:extLst>
              <a:ext uri="{FF2B5EF4-FFF2-40B4-BE49-F238E27FC236}">
                <a16:creationId xmlns:a16="http://schemas.microsoft.com/office/drawing/2014/main" id="{BC6E3B61-8B02-4A89-ACD5-776CE969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7010399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0887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Example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300" y="1058600"/>
            <a:ext cx="5943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Consider 1-dimensional data set:</a:t>
            </a:r>
          </a:p>
          <a:p>
            <a:pPr>
              <a:lnSpc>
                <a:spcPct val="150000"/>
              </a:lnSpc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Classifier is a decision stump</a:t>
            </a:r>
          </a:p>
          <a:p>
            <a:pPr lvl="1">
              <a:lnSpc>
                <a:spcPct val="150000"/>
              </a:lnSpc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Decision rule:  	x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k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versus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x &gt; k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x &lt; 0.35 or X &gt;= 0.75.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80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point k is chosen based on entropy</a:t>
            </a:r>
          </a:p>
        </p:txBody>
      </p:sp>
      <p:graphicFrame>
        <p:nvGraphicFramePr>
          <p:cNvPr id="5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25453667"/>
              </p:ext>
            </p:extLst>
          </p:nvPr>
        </p:nvGraphicFramePr>
        <p:xfrm>
          <a:off x="228600" y="1789768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3" imgW="6273800" imgH="1016000" progId="Visio.Drawing.6">
                  <p:embed/>
                </p:oleObj>
              </mc:Choice>
              <mc:Fallback>
                <p:oleObj name="Visio" r:id="rId3" imgW="6273800" imgH="1016000" progId="Visio.Drawing.6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89768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1295400" y="4664364"/>
            <a:ext cx="2514600" cy="1433512"/>
            <a:chOff x="2883942" y="4922838"/>
            <a:chExt cx="2514600" cy="1433512"/>
          </a:xfrm>
        </p:grpSpPr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4038600" y="5576888"/>
              <a:ext cx="8382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883942" y="4922838"/>
              <a:ext cx="2514600" cy="1433512"/>
              <a:chOff x="2971800" y="4891088"/>
              <a:chExt cx="2514600" cy="1433512"/>
            </a:xfrm>
          </p:grpSpPr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3429000" y="4891088"/>
                <a:ext cx="1295400" cy="6858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x 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  <a:sym typeface="Symbol" panose="05050102010706020507" pitchFamily="18" charset="2"/>
                  </a:rPr>
                  <a:t> k</a:t>
                </a: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>
                <a:off x="3276600" y="5576888"/>
                <a:ext cx="762000" cy="381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2971800" y="5957888"/>
                <a:ext cx="6858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50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y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left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Text Box 14"/>
              <p:cNvSpPr txBox="1">
                <a:spLocks noChangeArrowheads="1"/>
              </p:cNvSpPr>
              <p:nvPr/>
            </p:nvSpPr>
            <p:spPr bwMode="auto">
              <a:xfrm>
                <a:off x="4572000" y="5957888"/>
                <a:ext cx="6858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50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y</a:t>
                </a:r>
                <a:r>
                  <a:rPr kumimoji="0" lang="en-US" altLang="en-US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right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Text Box 15"/>
              <p:cNvSpPr txBox="1">
                <a:spLocks noChangeArrowheads="1"/>
              </p:cNvSpPr>
              <p:nvPr/>
            </p:nvSpPr>
            <p:spPr bwMode="auto">
              <a:xfrm>
                <a:off x="2971800" y="5486400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50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True</a:t>
                </a:r>
              </a:p>
            </p:txBody>
          </p:sp>
          <p:sp>
            <p:nvSpPr>
              <p:cNvPr id="15" name="Text Box 16"/>
              <p:cNvSpPr txBox="1">
                <a:spLocks noChangeArrowheads="1"/>
              </p:cNvSpPr>
              <p:nvPr/>
            </p:nvSpPr>
            <p:spPr bwMode="auto">
              <a:xfrm>
                <a:off x="4495800" y="54864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50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False</a:t>
                </a: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3974306" y="4550788"/>
            <a:ext cx="49410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prstClr val="black"/>
                </a:solidFill>
                <a:latin typeface="Arial" panose="020B0604020202020204" pitchFamily="34" charset="0"/>
              </a:rPr>
              <a:t>Decision tree with one internal node (the root) which is immediately connected to the terminal nodes (its leaves). </a:t>
            </a:r>
            <a:r>
              <a:rPr lang="en-IN" sz="1800" b="1" dirty="0">
                <a:solidFill>
                  <a:prstClr val="black"/>
                </a:solidFill>
                <a:latin typeface="Arial" panose="020B0604020202020204" pitchFamily="34" charset="0"/>
              </a:rPr>
              <a:t>Decision stump </a:t>
            </a:r>
            <a:r>
              <a:rPr lang="en-IN" sz="1800" dirty="0">
                <a:solidFill>
                  <a:prstClr val="black"/>
                </a:solidFill>
                <a:latin typeface="Arial" panose="020B0604020202020204" pitchFamily="34" charset="0"/>
              </a:rPr>
              <a:t>makes a prediction based on the value of just a single input feature. Sometimes they are also called 1-rules</a:t>
            </a:r>
            <a:endParaRPr lang="en-IN" sz="1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A6538A-B6D1-2533-5192-8C9B6DCD0844}"/>
                  </a:ext>
                </a:extLst>
              </p14:cNvPr>
              <p14:cNvContentPartPr/>
              <p14:nvPr/>
            </p14:nvContentPartPr>
            <p14:xfrm>
              <a:off x="356040" y="518760"/>
              <a:ext cx="8587080" cy="4916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A6538A-B6D1-2533-5192-8C9B6DCD08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680" y="509400"/>
                <a:ext cx="8605800" cy="493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6396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Example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pic>
        <p:nvPicPr>
          <p:cNvPr id="16" name="Picture 86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447800"/>
            <a:ext cx="6705600" cy="4778375"/>
          </a:xfrm>
          <a:noFill/>
        </p:spPr>
      </p:pic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943325"/>
              </p:ext>
            </p:extLst>
          </p:nvPr>
        </p:nvGraphicFramePr>
        <p:xfrm>
          <a:off x="7295875" y="1701006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Visio" r:id="rId4" imgW="1257300" imgH="406400" progId="Visio.Drawing.6">
                  <p:embed/>
                </p:oleObj>
              </mc:Choice>
              <mc:Fallback>
                <p:oleObj name="Visio" r:id="rId4" imgW="1257300" imgH="406400" progId="Visio.Drawing.6">
                  <p:embed/>
                  <p:pic>
                    <p:nvPicPr>
                      <p:cNvPr id="1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875" y="1701006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788985"/>
              </p:ext>
            </p:extLst>
          </p:nvPr>
        </p:nvGraphicFramePr>
        <p:xfrm>
          <a:off x="7315200" y="368519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6" imgW="1257300" imgH="406400" progId="Visio.Drawing.6">
                  <p:embed/>
                </p:oleObj>
              </mc:Choice>
              <mc:Fallback>
                <p:oleObj name="Visio" r:id="rId6" imgW="1257300" imgH="406400" progId="Visio.Drawing.6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68519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588231"/>
              </p:ext>
            </p:extLst>
          </p:nvPr>
        </p:nvGraphicFramePr>
        <p:xfrm>
          <a:off x="7315200" y="4674665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Visio" r:id="rId8" imgW="1168400" imgH="406400" progId="Visio.Drawing.6">
                  <p:embed/>
                </p:oleObj>
              </mc:Choice>
              <mc:Fallback>
                <p:oleObj name="Visio" r:id="rId8" imgW="1168400" imgH="406400" progId="Visio.Drawing.6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674665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828450"/>
              </p:ext>
            </p:extLst>
          </p:nvPr>
        </p:nvGraphicFramePr>
        <p:xfrm>
          <a:off x="7315200" y="5684119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Visio" r:id="rId10" imgW="1257300" imgH="406400" progId="Visio.Drawing.6">
                  <p:embed/>
                </p:oleObj>
              </mc:Choice>
              <mc:Fallback>
                <p:oleObj name="Visio" r:id="rId10" imgW="1257300" imgH="406400" progId="Visio.Drawing.6">
                  <p:embed/>
                  <p:pic>
                    <p:nvPicPr>
                      <p:cNvPr id="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684119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876"/>
          <p:cNvSpPr>
            <a:spLocks noChangeShapeType="1"/>
          </p:cNvSpPr>
          <p:nvPr/>
        </p:nvSpPr>
        <p:spPr bwMode="auto">
          <a:xfrm>
            <a:off x="3429000" y="14859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 877"/>
          <p:cNvSpPr>
            <a:spLocks noChangeShapeType="1"/>
          </p:cNvSpPr>
          <p:nvPr/>
        </p:nvSpPr>
        <p:spPr bwMode="auto">
          <a:xfrm>
            <a:off x="4648200" y="2555692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Line 878"/>
          <p:cNvSpPr>
            <a:spLocks noChangeShapeType="1"/>
          </p:cNvSpPr>
          <p:nvPr/>
        </p:nvSpPr>
        <p:spPr bwMode="auto">
          <a:xfrm>
            <a:off x="2790669" y="3470092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Line 879"/>
          <p:cNvSpPr>
            <a:spLocks noChangeShapeType="1"/>
          </p:cNvSpPr>
          <p:nvPr/>
        </p:nvSpPr>
        <p:spPr bwMode="auto">
          <a:xfrm>
            <a:off x="2790669" y="4459559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0924" y="2690473"/>
            <a:ext cx="1590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 &lt; = 0.7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y=  1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  &gt; 0.7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y= 1</a:t>
            </a:r>
          </a:p>
        </p:txBody>
      </p:sp>
      <p:sp>
        <p:nvSpPr>
          <p:cNvPr id="26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 txBox="1">
            <a:spLocks/>
          </p:cNvSpPr>
          <p:nvPr/>
        </p:nvSpPr>
        <p:spPr>
          <a:xfrm>
            <a:off x="3892416" y="6139626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prstClr val="black">
                    <a:tint val="75000"/>
                  </a:prstClr>
                </a:solidFill>
              </a:rPr>
              <a:t>Introduction to Data Mining, 2nd Edition</a:t>
            </a:r>
          </a:p>
        </p:txBody>
      </p:sp>
      <p:sp>
        <p:nvSpPr>
          <p:cNvPr id="27" name="Line 878"/>
          <p:cNvSpPr>
            <a:spLocks noChangeShapeType="1"/>
          </p:cNvSpPr>
          <p:nvPr/>
        </p:nvSpPr>
        <p:spPr bwMode="auto">
          <a:xfrm>
            <a:off x="2790669" y="550761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49B7B4-28EB-5CD4-B24D-5F4B0269BA2A}"/>
                  </a:ext>
                </a:extLst>
              </p14:cNvPr>
              <p14:cNvContentPartPr/>
              <p14:nvPr/>
            </p14:nvContentPartPr>
            <p14:xfrm>
              <a:off x="330120" y="557640"/>
              <a:ext cx="9105480" cy="5850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49B7B4-28EB-5CD4-B24D-5F4B0269BA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0760" y="548280"/>
                <a:ext cx="9124200" cy="586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3560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Example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pic>
        <p:nvPicPr>
          <p:cNvPr id="14" name="Picture 86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023" y="1443038"/>
            <a:ext cx="6705600" cy="4778375"/>
          </a:xfrm>
          <a:noFill/>
        </p:spPr>
      </p:pic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709730"/>
              </p:ext>
            </p:extLst>
          </p:nvPr>
        </p:nvGraphicFramePr>
        <p:xfrm>
          <a:off x="7315198" y="1725234"/>
          <a:ext cx="1560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Visio" r:id="rId4" imgW="1308100" imgH="406400" progId="Visio.Drawing.6">
                  <p:embed/>
                </p:oleObj>
              </mc:Choice>
              <mc:Fallback>
                <p:oleObj name="Visio" r:id="rId4" imgW="1308100" imgH="406400" progId="Visio.Drawing.6">
                  <p:embed/>
                  <p:pic>
                    <p:nvPicPr>
                      <p:cNvPr id="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198" y="1725234"/>
                        <a:ext cx="15605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038352"/>
              </p:ext>
            </p:extLst>
          </p:nvPr>
        </p:nvGraphicFramePr>
        <p:xfrm>
          <a:off x="7315198" y="2729327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Visio" r:id="rId6" imgW="1308100" imgH="406400" progId="Visio.Drawing.6">
                  <p:embed/>
                </p:oleObj>
              </mc:Choice>
              <mc:Fallback>
                <p:oleObj name="Visio" r:id="rId6" imgW="1308100" imgH="406400" progId="Visio.Drawing.6">
                  <p:embed/>
                  <p:pic>
                    <p:nvPicPr>
                      <p:cNvPr id="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198" y="2729327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520162"/>
              </p:ext>
            </p:extLst>
          </p:nvPr>
        </p:nvGraphicFramePr>
        <p:xfrm>
          <a:off x="7315198" y="376914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Visio" r:id="rId8" imgW="1308100" imgH="406400" progId="Visio.Drawing.6">
                  <p:embed/>
                </p:oleObj>
              </mc:Choice>
              <mc:Fallback>
                <p:oleObj name="Visio" r:id="rId8" imgW="1308100" imgH="406400" progId="Visio.Drawing.6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198" y="376914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580263"/>
              </p:ext>
            </p:extLst>
          </p:nvPr>
        </p:nvGraphicFramePr>
        <p:xfrm>
          <a:off x="7315199" y="4697412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Visio" r:id="rId10" imgW="1308100" imgH="406400" progId="Visio.Drawing.6">
                  <p:embed/>
                </p:oleObj>
              </mc:Choice>
              <mc:Fallback>
                <p:oleObj name="Visio" r:id="rId10" imgW="1308100" imgH="406400" progId="Visio.Drawing.6">
                  <p:embed/>
                  <p:pic>
                    <p:nvPicPr>
                      <p:cNvPr id="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199" y="4697412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44387"/>
              </p:ext>
            </p:extLst>
          </p:nvPr>
        </p:nvGraphicFramePr>
        <p:xfrm>
          <a:off x="7375525" y="5737225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Visio" r:id="rId12" imgW="1257300" imgH="406400" progId="Visio.Drawing.6">
                  <p:embed/>
                </p:oleObj>
              </mc:Choice>
              <mc:Fallback>
                <p:oleObj name="Visio" r:id="rId12" imgW="1257300" imgH="406400" progId="Visio.Drawing.6">
                  <p:embed/>
                  <p:pic>
                    <p:nvPicPr>
                      <p:cNvPr id="2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5525" y="5737225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990600" y="1443038"/>
            <a:ext cx="4267200" cy="4881562"/>
            <a:chOff x="990600" y="1443038"/>
            <a:chExt cx="4267200" cy="4881562"/>
          </a:xfrm>
        </p:grpSpPr>
        <p:sp>
          <p:nvSpPr>
            <p:cNvPr id="31" name="Line 874"/>
            <p:cNvSpPr>
              <a:spLocks noChangeShapeType="1"/>
            </p:cNvSpPr>
            <p:nvPr/>
          </p:nvSpPr>
          <p:spPr bwMode="auto">
            <a:xfrm>
              <a:off x="5257800" y="1443038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ine 875"/>
            <p:cNvSpPr>
              <a:spLocks noChangeShapeType="1"/>
            </p:cNvSpPr>
            <p:nvPr/>
          </p:nvSpPr>
          <p:spPr bwMode="auto">
            <a:xfrm>
              <a:off x="4038600" y="2514221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876"/>
            <p:cNvSpPr>
              <a:spLocks noChangeShapeType="1"/>
            </p:cNvSpPr>
            <p:nvPr/>
          </p:nvSpPr>
          <p:spPr bwMode="auto">
            <a:xfrm>
              <a:off x="5257800" y="3428621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877"/>
            <p:cNvSpPr>
              <a:spLocks noChangeShapeType="1"/>
            </p:cNvSpPr>
            <p:nvPr/>
          </p:nvSpPr>
          <p:spPr bwMode="auto">
            <a:xfrm>
              <a:off x="5257800" y="4482306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878"/>
            <p:cNvSpPr>
              <a:spLocks noChangeShapeType="1"/>
            </p:cNvSpPr>
            <p:nvPr/>
          </p:nvSpPr>
          <p:spPr bwMode="auto">
            <a:xfrm>
              <a:off x="990600" y="5410200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 txBox="1">
            <a:spLocks/>
          </p:cNvSpPr>
          <p:nvPr/>
        </p:nvSpPr>
        <p:spPr>
          <a:xfrm>
            <a:off x="3892416" y="6139626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prstClr val="black">
                    <a:tint val="75000"/>
                  </a:prstClr>
                </a:solidFill>
              </a:rPr>
              <a:t>Introduction to Data Mining, 2nd Edition</a:t>
            </a:r>
          </a:p>
        </p:txBody>
      </p:sp>
    </p:spTree>
    <p:extLst>
      <p:ext uri="{BB962C8B-B14F-4D97-AF65-F5344CB8AC3E}">
        <p14:creationId xmlns:p14="http://schemas.microsoft.com/office/powerpoint/2010/main" val="2519104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Example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pic>
        <p:nvPicPr>
          <p:cNvPr id="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05" y="2057400"/>
            <a:ext cx="4941395" cy="3352800"/>
          </a:xfrm>
          <a:noFill/>
        </p:spPr>
      </p:pic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304800" y="1188161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marL="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3600" b="0" kern="120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1800" spc="0">
                <a:latin typeface="Arial" panose="020B0604020202020204" pitchFamily="34" charset="0"/>
              </a:rPr>
              <a:t>Summary of Training sets:</a:t>
            </a:r>
            <a:endParaRPr lang="en-US" altLang="en-US" sz="1800" spc="0" dirty="0">
              <a:latin typeface="Arial" panose="020B0604020202020204" pitchFamily="34" charset="0"/>
            </a:endParaRPr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 txBox="1">
            <a:spLocks/>
          </p:cNvSpPr>
          <p:nvPr/>
        </p:nvSpPr>
        <p:spPr>
          <a:xfrm>
            <a:off x="3892416" y="6139626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prstClr val="black">
                    <a:tint val="75000"/>
                  </a:prstClr>
                </a:solidFill>
              </a:rPr>
              <a:t>Introduction to Data Mining, 2nd Edition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552707-ADD0-5F0B-D165-50111C87BEC7}"/>
                  </a:ext>
                </a:extLst>
              </p14:cNvPr>
              <p14:cNvContentPartPr/>
              <p14:nvPr/>
            </p14:nvContentPartPr>
            <p14:xfrm>
              <a:off x="-600480" y="2494440"/>
              <a:ext cx="5530680" cy="2992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552707-ADD0-5F0B-D165-50111C87BE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9840" y="2485080"/>
                <a:ext cx="5549400" cy="301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65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Arial" panose="020B0604020202020204" pitchFamily="34" charset="0"/>
              </a:rPr>
              <a:t>Bagging Example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304800" y="1093213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normAutofit fontScale="92500"/>
          </a:bodyPr>
          <a:lstStyle>
            <a:lvl1pPr marL="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3600" b="0" kern="120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spc="0" dirty="0">
                <a:latin typeface="Arial" panose="020B0604020202020204" pitchFamily="34" charset="0"/>
              </a:rPr>
              <a:t>Assume test set is the same as the original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spc="0" dirty="0">
                <a:latin typeface="Arial" panose="020B0604020202020204" pitchFamily="34" charset="0"/>
              </a:rPr>
              <a:t>Use majority vote to determine class of ensemble classifier</a:t>
            </a:r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 txBox="1">
            <a:spLocks/>
          </p:cNvSpPr>
          <p:nvPr/>
        </p:nvSpPr>
        <p:spPr>
          <a:xfrm>
            <a:off x="3892416" y="6139626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prstClr val="black">
                    <a:tint val="75000"/>
                  </a:prstClr>
                </a:solidFill>
              </a:rPr>
              <a:t>Introduction to Data Mining, 2nd Edition</a:t>
            </a:r>
          </a:p>
        </p:txBody>
      </p:sp>
      <p:pic>
        <p:nvPicPr>
          <p:cNvPr id="7" name="Picture 125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2942" y="2918992"/>
            <a:ext cx="6934200" cy="3346450"/>
          </a:xfrm>
          <a:noFill/>
        </p:spPr>
      </p:pic>
      <p:sp>
        <p:nvSpPr>
          <p:cNvPr id="8" name="Text Box 1259"/>
          <p:cNvSpPr txBox="1">
            <a:spLocks noChangeArrowheads="1"/>
          </p:cNvSpPr>
          <p:nvPr/>
        </p:nvSpPr>
        <p:spPr bwMode="auto">
          <a:xfrm>
            <a:off x="167184" y="5973054"/>
            <a:ext cx="114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Predicted Class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216517"/>
              </p:ext>
            </p:extLst>
          </p:nvPr>
        </p:nvGraphicFramePr>
        <p:xfrm>
          <a:off x="954336" y="1844657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Visio" r:id="rId4" imgW="6273800" imgH="1016000" progId="Visio.Drawing.6">
                  <p:embed/>
                </p:oleObj>
              </mc:Choice>
              <mc:Fallback>
                <p:oleObj name="Visio" r:id="rId4" imgW="6273800" imgH="1016000" progId="Visio.Drawing.6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336" y="1844657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229AFF-2CA4-45A7-CEFF-E3E92ED6FBED}"/>
                  </a:ext>
                </a:extLst>
              </p14:cNvPr>
              <p14:cNvContentPartPr/>
              <p14:nvPr/>
            </p14:nvContentPartPr>
            <p14:xfrm>
              <a:off x="900360" y="1166040"/>
              <a:ext cx="8115480" cy="519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229AFF-2CA4-45A7-CEFF-E3E92ED6FB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1000" y="1156680"/>
                <a:ext cx="8134200" cy="521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437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Bagging helps make models like decision trees less jumpy or unstable.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It builds many models using different random samples of the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By combining their predictions, the final result becomes more consistent.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This makes the model less likely to </a:t>
            </a:r>
            <a:r>
              <a:rPr lang="en-US" sz="1800" dirty="0" err="1">
                <a:ea typeface="Cambria" panose="02040503050406030204" pitchFamily="18" charset="0"/>
              </a:rPr>
              <a:t>overfit</a:t>
            </a:r>
            <a:r>
              <a:rPr lang="en-US" sz="1800" dirty="0">
                <a:ea typeface="Cambria" panose="02040503050406030204" pitchFamily="18" charset="0"/>
              </a:rPr>
              <a:t> and work better on new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28600" y="182563"/>
            <a:ext cx="6324600" cy="114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a typeface="Cambria" panose="02040503050406030204" pitchFamily="18" charset="0"/>
              </a:rPr>
              <a:t>Bagging – Effect on Variance</a:t>
            </a:r>
            <a:endParaRPr lang="en-IN" sz="2400" dirty="0"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E3CE36-1507-3D0A-1260-BC886AFB1957}"/>
                  </a:ext>
                </a:extLst>
              </p14:cNvPr>
              <p14:cNvContentPartPr/>
              <p14:nvPr/>
            </p14:nvContentPartPr>
            <p14:xfrm>
              <a:off x="1530720" y="360000"/>
              <a:ext cx="7386480" cy="5996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E3CE36-1507-3D0A-1260-BC886AFB19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1360" y="350640"/>
                <a:ext cx="7405200" cy="601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449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7772400" cy="4525963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If a base classifier is stable, i.e., robust to minor perturbations in the training set, then the error of the ensemble is primarily caused by bias in the base classifier.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In this situation, bagging may not be able to improve the performance of the base classifiers significantly.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It may even degrade the classifier's performance because the effective size of each training set is about 37% smaller than the original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28600" y="182563"/>
            <a:ext cx="6324600" cy="114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a typeface="Cambria" panose="02040503050406030204" pitchFamily="18" charset="0"/>
              </a:rPr>
              <a:t>Bagging – Effect on Bias</a:t>
            </a:r>
            <a:endParaRPr lang="en-IN" sz="2400" dirty="0"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CB63F8-2ACC-6136-6B5D-309C23DA8591}"/>
                  </a:ext>
                </a:extLst>
              </p14:cNvPr>
              <p14:cNvContentPartPr/>
              <p14:nvPr/>
            </p14:nvContentPartPr>
            <p14:xfrm>
              <a:off x="223560" y="548640"/>
              <a:ext cx="8762040" cy="596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CB63F8-2ACC-6136-6B5D-309C23DA85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200" y="539280"/>
                <a:ext cx="8780760" cy="598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67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333500"/>
            <a:ext cx="863424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Introduction to Data Mining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by Pang-Ning Tan,  Michael Steinbach , </a:t>
            </a:r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Vipin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Kumar </a:t>
            </a: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Bishop - Pattern Recognition And Machine Learning - Springer  2006</a:t>
            </a: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https://en.wikipedia.org/wiki/Gradient_boosting#:~:text=Gradient%20boosting%20is%20a%20machine,which%20are%20typically%20decision%20trees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3"/>
              </a:rPr>
              <a:t>https://medium.com/nerd-for-tech/gradient-boost-for-regression-explained-6561eec192cb</a:t>
            </a:r>
            <a:endParaRPr lang="en-IN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Unsupervised Learning</a:t>
            </a:r>
            <a:endParaRPr lang="en-IN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304800" y="38862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/>
          </a:bodyPr>
          <a:lstStyle>
            <a:lvl1pPr marL="0" indent="-257175" algn="l" rtl="0" fontAlgn="base">
              <a:lnSpc>
                <a:spcPts val="27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2700" b="1" kern="1200" spc="-113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indent="-214313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>
                <a:ea typeface="Cambria" panose="02040503050406030204" pitchFamily="18" charset="0"/>
              </a:rPr>
              <a:t>Next Session Plan</a:t>
            </a:r>
          </a:p>
        </p:txBody>
      </p:sp>
    </p:spTree>
    <p:extLst>
      <p:ext uri="{BB962C8B-B14F-4D97-AF65-F5344CB8AC3E}">
        <p14:creationId xmlns:p14="http://schemas.microsoft.com/office/powerpoint/2010/main" val="2258930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9747047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2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2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3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45fe0a9bbd19f6ad34d294261b2f2a2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e5dfeec73c4e396fa1243c79a8a53c2f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806310E-B534-4EF0-893B-9F25DD9A0F05}"/>
</file>

<file path=customXml/itemProps2.xml><?xml version="1.0" encoding="utf-8"?>
<ds:datastoreItem xmlns:ds="http://schemas.openxmlformats.org/officeDocument/2006/customXml" ds:itemID="{325AA9E0-4906-4E6B-ADC6-299D058DCE0B}"/>
</file>

<file path=customXml/itemProps3.xml><?xml version="1.0" encoding="utf-8"?>
<ds:datastoreItem xmlns:ds="http://schemas.openxmlformats.org/officeDocument/2006/customXml" ds:itemID="{11C5A280-DD46-4F2B-9310-E8B14601A7F6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0</TotalTime>
  <Words>964</Words>
  <Application>Microsoft Office PowerPoint</Application>
  <PresentationFormat>On-screen Show (4:3)</PresentationFormat>
  <Paragraphs>183</Paragraphs>
  <Slides>30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61" baseType="lpstr">
      <vt:lpstr>Arial</vt:lpstr>
      <vt:lpstr>Calibri</vt:lpstr>
      <vt:lpstr>Cambria</vt:lpstr>
      <vt:lpstr>Franklin Gothic Medium</vt:lpstr>
      <vt:lpstr>Helvetica</vt:lpstr>
      <vt:lpstr>Helvetica Neue</vt:lpstr>
      <vt:lpstr>Symbol</vt:lpstr>
      <vt:lpstr>Tahoma</vt:lpstr>
      <vt:lpstr>Times New Roman</vt:lpstr>
      <vt:lpstr>WenQuanYi Micro Hei</vt:lpstr>
      <vt:lpstr>Wingdings</vt:lpstr>
      <vt:lpstr>1_Office Theme</vt:lpstr>
      <vt:lpstr>Office Theme</vt:lpstr>
      <vt:lpstr>2_Office Theme</vt:lpstr>
      <vt:lpstr>5_Office Theme</vt:lpstr>
      <vt:lpstr>12_Office Theme</vt:lpstr>
      <vt:lpstr>6_Office Theme</vt:lpstr>
      <vt:lpstr>18_Office Theme</vt:lpstr>
      <vt:lpstr>21_Office Theme</vt:lpstr>
      <vt:lpstr>24_Office Theme</vt:lpstr>
      <vt:lpstr>4_Office Theme</vt:lpstr>
      <vt:lpstr>7_Office Theme</vt:lpstr>
      <vt:lpstr>8_Office Theme</vt:lpstr>
      <vt:lpstr>11_Office Theme</vt:lpstr>
      <vt:lpstr>1_Simple Light</vt:lpstr>
      <vt:lpstr>10_Office Theme</vt:lpstr>
      <vt:lpstr>20_Office Theme</vt:lpstr>
      <vt:lpstr>29_Office Theme</vt:lpstr>
      <vt:lpstr>31_Office Theme</vt:lpstr>
      <vt:lpstr>Visio</vt:lpstr>
      <vt:lpstr>Equation</vt:lpstr>
      <vt:lpstr>PowerPoint Presentation</vt:lpstr>
      <vt:lpstr>Machine Learning</vt:lpstr>
      <vt:lpstr>PowerPoint Presentation</vt:lpstr>
      <vt:lpstr>Ensemble Learning</vt:lpstr>
      <vt:lpstr>PowerPoint Presentation</vt:lpstr>
      <vt:lpstr>Ensemble Philosophy</vt:lpstr>
      <vt:lpstr>Committee of Models</vt:lpstr>
      <vt:lpstr>General Approach</vt:lpstr>
      <vt:lpstr>Issue 1 : On the members ( Base Learners ) </vt:lpstr>
      <vt:lpstr>PowerPoint Presentation</vt:lpstr>
      <vt:lpstr>PowerPoint Presentation</vt:lpstr>
      <vt:lpstr>Issue -2 : Combining Results Base Learners</vt:lpstr>
      <vt:lpstr>PowerPoint Presentation</vt:lpstr>
      <vt:lpstr>PowerPoint Presentation</vt:lpstr>
      <vt:lpstr>PowerPoint Presentation</vt:lpstr>
      <vt:lpstr>Necessary Conditions for Ensemble Methods</vt:lpstr>
      <vt:lpstr>Types of Ensemble Methods</vt:lpstr>
      <vt:lpstr>Bagging  Bootstrap Aggregating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2021-11-12T07:04:08Z</dcterms:created>
  <dcterms:modified xsi:type="dcterms:W3CDTF">2026-01-24T07:28:51Z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