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3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ink/ink17.xml" ContentType="application/inkml+xml"/>
  <Override PartName="/ppt/ink/ink31.xml" ContentType="application/inkml+xml"/>
  <Override PartName="/ppt/ink/ink30.xml" ContentType="application/inkml+xml"/>
  <Override PartName="/ppt/ink/ink29.xml" ContentType="application/inkml+xml"/>
  <Override PartName="/ppt/ink/ink28.xml" ContentType="application/inkml+xml"/>
  <Override PartName="/ppt/ink/ink27.xml" ContentType="application/inkml+xml"/>
  <Override PartName="/ppt/ink/ink26.xml" ContentType="application/inkml+xml"/>
  <Override PartName="/ppt/ink/ink25.xml" ContentType="application/inkml+xml"/>
  <Override PartName="/ppt/ink/ink24.xml" ContentType="application/inkml+xml"/>
  <Override PartName="/ppt/ink/ink23.xml" ContentType="application/inkml+xml"/>
  <Override PartName="/ppt/ink/ink22.xml" ContentType="application/inkml+xml"/>
  <Override PartName="/ppt/ink/ink21.xml" ContentType="application/inkml+xml"/>
  <Override PartName="/ppt/ink/ink20.xml" ContentType="application/inkml+xml"/>
  <Override PartName="/ppt/ink/ink19.xml" ContentType="application/inkml+xml"/>
  <Override PartName="/ppt/ink/ink18.xml" ContentType="application/inkml+xml"/>
  <Override PartName="/ppt/ink/ink16.xml" ContentType="application/inkml+xml"/>
  <Override PartName="/ppt/ink/ink15.xml" ContentType="application/inkml+xml"/>
  <Override PartName="/ppt/ink/ink14.xml" ContentType="application/inkml+xml"/>
  <Override PartName="/ppt/ink/ink13.xml" ContentType="application/inkml+xml"/>
  <Override PartName="/ppt/ink/ink12.xml" ContentType="application/inkml+xml"/>
  <Override PartName="/ppt/ink/ink11.xml" ContentType="application/inkml+xml"/>
  <Override PartName="/ppt/ink/ink10.xml" ContentType="application/inkml+xml"/>
  <Override PartName="/ppt/ink/ink9.xml" ContentType="application/inkml+xml"/>
  <Override PartName="/ppt/ink/ink8.xml" ContentType="application/inkml+xml"/>
  <Override PartName="/ppt/ink/ink7.xml" ContentType="application/inkml+xml"/>
  <Override PartName="/ppt/notesMasters/notesMaster1.xml" ContentType="application/vnd.openxmlformats-officedocument.presentationml.notesMaster+xml"/>
  <Override PartName="/ppt/ink/ink5.xml" ContentType="application/inkml+xml"/>
  <Override PartName="/ppt/ink/ink4.xml" ContentType="application/inkml+xml"/>
  <Override PartName="/ppt/ink/ink3.xml" ContentType="application/inkml+xml"/>
  <Override PartName="/ppt/ink/ink2.xml" ContentType="application/inkml+xml"/>
  <Override PartName="/ppt/ink/ink1.xml" ContentType="application/inkml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ink/ink6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  <p:sldMasterId id="2147483677" r:id="rId3"/>
    <p:sldMasterId id="2147483692" r:id="rId4"/>
    <p:sldMasterId id="2147483731" r:id="rId5"/>
    <p:sldMasterId id="2147483743" r:id="rId6"/>
    <p:sldMasterId id="2147483766" r:id="rId7"/>
    <p:sldMasterId id="2147483780" r:id="rId8"/>
    <p:sldMasterId id="2147483794" r:id="rId9"/>
    <p:sldMasterId id="2147483822" r:id="rId10"/>
    <p:sldMasterId id="2147483836" r:id="rId11"/>
  </p:sldMasterIdLst>
  <p:notesMasterIdLst>
    <p:notesMasterId r:id="rId53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344" r:id="rId18"/>
    <p:sldId id="262" r:id="rId19"/>
    <p:sldId id="263" r:id="rId20"/>
    <p:sldId id="264" r:id="rId21"/>
    <p:sldId id="265" r:id="rId22"/>
    <p:sldId id="266" r:id="rId23"/>
    <p:sldId id="267" r:id="rId24"/>
    <p:sldId id="332" r:id="rId25"/>
    <p:sldId id="333" r:id="rId26"/>
    <p:sldId id="334" r:id="rId27"/>
    <p:sldId id="335" r:id="rId28"/>
    <p:sldId id="336" r:id="rId29"/>
    <p:sldId id="337" r:id="rId30"/>
    <p:sldId id="268" r:id="rId31"/>
    <p:sldId id="345" r:id="rId32"/>
    <p:sldId id="269" r:id="rId33"/>
    <p:sldId id="270" r:id="rId34"/>
    <p:sldId id="338" r:id="rId35"/>
    <p:sldId id="339" r:id="rId36"/>
    <p:sldId id="271" r:id="rId37"/>
    <p:sldId id="272" r:id="rId38"/>
    <p:sldId id="273" r:id="rId39"/>
    <p:sldId id="274" r:id="rId40"/>
    <p:sldId id="275" r:id="rId41"/>
    <p:sldId id="284" r:id="rId42"/>
    <p:sldId id="276" r:id="rId43"/>
    <p:sldId id="285" r:id="rId44"/>
    <p:sldId id="342" r:id="rId45"/>
    <p:sldId id="286" r:id="rId46"/>
    <p:sldId id="346" r:id="rId47"/>
    <p:sldId id="347" r:id="rId48"/>
    <p:sldId id="288" r:id="rId49"/>
    <p:sldId id="289" r:id="rId50"/>
    <p:sldId id="290" r:id="rId51"/>
    <p:sldId id="291" r:id="rId52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54"/>
      <p:bold r:id="rId55"/>
      <p:italic r:id="rId56"/>
      <p:boldItalic r:id="rId57"/>
    </p:embeddedFont>
    <p:embeddedFont>
      <p:font typeface="Cambria" panose="02040503050406030204" pitchFamily="18" charset="0"/>
      <p:regular r:id="rId58"/>
      <p:bold r:id="rId59"/>
      <p:italic r:id="rId60"/>
      <p:boldItalic r:id="rId61"/>
    </p:embeddedFont>
    <p:embeddedFont>
      <p:font typeface="Tahoma" panose="020B0604030504040204" pitchFamily="34" charset="0"/>
      <p:regular r:id="rId62"/>
      <p:bold r:id="rId63"/>
    </p:embeddedFont>
    <p:embeddedFont>
      <p:font typeface="Times" panose="02020603050405020304" pitchFamily="18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2" roundtripDataSignature="AMtx7mgFS8rncnmYtILONp7Qc2TpeDUm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4D1537-E570-4B11-83A2-E94F37E16181}">
  <a:tblStyle styleId="{6C4D1537-E570-4B11-83A2-E94F37E1618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C1D41A9-6A75-4F60-9631-53D750749EB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1A2589-B275-4D2C-BD7A-73F7133DB566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3E5E36C-A079-45CB-A06A-1199D08E874E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5.xml"/><Relationship Id="rId117" Type="http://schemas.openxmlformats.org/officeDocument/2006/relationships/customXml" Target="../customXml/item1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63" Type="http://schemas.openxmlformats.org/officeDocument/2006/relationships/font" Target="fonts/font10.fntdata"/><Relationship Id="rId112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font" Target="fonts/font13.fntdata"/><Relationship Id="rId11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font" Target="fonts/font8.fntdata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113" Type="http://schemas.openxmlformats.org/officeDocument/2006/relationships/presProps" Target="presProps.xml"/><Relationship Id="rId118" Type="http://schemas.openxmlformats.org/officeDocument/2006/relationships/customXml" Target="../customXml/item2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59" Type="http://schemas.openxmlformats.org/officeDocument/2006/relationships/font" Target="fonts/font6.fntdata"/><Relationship Id="rId67" Type="http://schemas.openxmlformats.org/officeDocument/2006/relationships/font" Target="fonts/font14.fntdata"/><Relationship Id="rId116" Type="http://schemas.openxmlformats.org/officeDocument/2006/relationships/tableStyles" Target="tableStyles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font" Target="fonts/font4.fntdata"/><Relationship Id="rId114" Type="http://schemas.openxmlformats.org/officeDocument/2006/relationships/viewProps" Target="viewProps.xml"/><Relationship Id="rId119" Type="http://schemas.openxmlformats.org/officeDocument/2006/relationships/customXml" Target="../customXml/item3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font" Target="fonts/font2.fntdata"/><Relationship Id="rId7" Type="http://schemas.openxmlformats.org/officeDocument/2006/relationships/slideMaster" Target="slideMasters/slideMaster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15350 1118 9 0,'0'0'0'0,"-36"0"11"0,12 37-1 0,12 81 1 0,24 62-3 0,24 34-4 0,-24-83-1 0,-12-72-16 0,0-47-30 0</inkml:trace>
  <inkml:trace contextRef="#ctx0" brushRef="#br0">15135 1369 2 0,'-36'-59'6'0,"13"-60"-2"0,46 23-2 0,37 37 3 0,23 11-1 0,1 48 3 0,11 36-1 0,1 35-2 0,-49-11 1 0,-60-1 1 0,-69-34 0 0,-25-14-3 0,12-11-2 0,34-11 0 0,50 11-2 0,58 59 3 0,49 37 0 0,35 34 2 0,12 13-5 0,-60-60 2 0,13-47-44 0,-85-36 17 0</inkml:trace>
  <inkml:trace contextRef="#ctx0" brushRef="#br0">15826 1310 10 0,'0'-12'2'0,"24"0"-1"0,-12 12 1 0,12 37 9 0,-36 34 2 0,0 11-6 0,12-9-3 0,36-27-1 0,23-34-1 0,-12-36-1 0,2-47-2 0,-14 0-1 0,-23-1 2 0,12 37-2 0,-12 24 2 0,12 22 2 0,-12 49 0 0,23 11-1 0,1-12 0 0,11-34 0 0,12-2-1 0,14-35 0 0,-26-36-1 0,-11-23-1 0,-13-36-2 0,-10-13 0 0,-13-10-3 0,-13-1 1 0,2 83 6 0,-1 1-2 0,-1 22 0 0,2 61 0 0,11 83 7 0,24 24 2 0,12-1-2 0,11-21 0 0,0-39-4 0,-22-46-37 0,-14-24 21 0</inkml:trace>
  <inkml:trace contextRef="#ctx0" brushRef="#br0">16767 1286 8 0,'-12'0'2'0,"12"12"-1"0,12 13 1 0,58-14-2 0,2-22-1 0,-35-26 1 0,-25 1 1 0,-24-12-1 0,-12 25 0 0,0 12 3 0,-12 11 2 0,11 34-2 0,15 37 2 0,33 25 0 0,13 0-1 0,0-37 1 0,22-34-3 0,14-38-10 0,0-47-22 0,-35 25 23 0</inkml:trace>
  <inkml:trace contextRef="#ctx0" brushRef="#br0">17254 1155 0 0,'0'0'0'0,"0"-12"0"0,0-13 1 0,13 14 1 0,-13 11 2 0,-24 36 1 0,-11 23 0 0,22 1-3 0,72-12 2 0,14 11-1 0,-14 0 3 0,-35-11 2 0,-73-12-1 0,-45-12-3 0,-12-24-31 0,57 0 3 0</inkml:trace>
  <inkml:trace contextRef="#ctx0" brushRef="#br0">15005 2250 59 0,'-119'11'3'0,"47"14"-2"0,108-25 3 0,119-25 7 0,154-57-3 0,143-12-3 0,72 10-5 0,-23-12-5 0,-72 37 2 0,-109 11 9 0,-116 0-3 0,-121 13-3 0,-71 11-15 0,-73 37-54 0,38-13 61 0</inkml:trace>
  <inkml:trace contextRef="#ctx0" brushRef="#br0">14682 2477 89 0,'-23'0'3'0,"-61"-24"-3"0,180 0-3 0,166-36 6 0,155-59-1 0,95-12 2 0,24 24-4 0,-36 25-2 0,-59 9-2 0,-120 14 11 0,-154 11 13 0,-143 13 4 0,-48 11-17 0,-36 0-8 0,-11 11-82 0,47 13 39 0</inkml:trace>
  <inkml:trace contextRef="#ctx0" brushRef="#br0">23174 9477 2 0,'-12'-11'33'0,"-12"11"-14"0,12 0-1 0,-1 0-5 0,13 23-1 0,0 49-6 0,-11-12-3 0,11-1-1 0,24-23-1 0,-12-26 1 0,35-20 3 0,25-51-1 0,58-57 1 0,61-37 0 0,-12 24-2 0,-48 60-1 0,-48 23 1 0,-47 24-1 0,-12 24 1 0,-37 0 3 0,-10 0-17 0,46 0-49 0,13-23-12 0</inkml:trace>
  <inkml:trace contextRef="#ctx0" brushRef="#br0">6645 5191 31 0,'-24'0'7'0,"12"-12"-6"0,-24 24 3 0,36-12 13 0,0 13 0 0,0-13 1 0,25-13-4 0,34 1-11 0,36-34-1 0,37-4-2 0,10 16 1 0,-35 9 2 0,-48 2 3 0,-22 11 2 0,-25 1-4 0,-1-2-3 0,0-11-1 0,-11 11-10 0,0 2-32 0,13-1-36 0</inkml:trace>
  <inkml:trace contextRef="#ctx0" brushRef="#br0">6943 4752 26 0,'-36'-13'15'0,"13"13"4"0,23-12-5 0,34 12-5 0,2 0-3 0,24 12-2 0,12 1-1 0,-2 8-1 0,15-8-1 0,-2-1-1 0,-24 0 0 0,-23-12 3 0,-24 13 2 0,-12 10 2 0,-24 48-3 0,-23 24 1 0,11-24 0 0,-12 0-2 0,13-21-2 0,35-27-10 0,22-12-54 0,-9-11 8 0</inkml:trace>
  <inkml:trace contextRef="#ctx0" brushRef="#br0">7884 4608 76 0,'0'0'0'0,"-48"47"1"0,35 61 2 0,13-1 7 0,13-12-3 0,-1-36-4 0,-1-23-11 0,2-24-6 0,-13-48-3 0,-24-22 12 0,-1-3 5 0,-9 1 0 0,21-24 0 0,13-34 0 0,13 23 0 0,-2 36 4 0,-11 11 1 0,12 12 3 0,12 11-5 0,24 50 2 0,11 47 1 0,2-1-2 0,-61-23 2 0,-37-13 0 0,-23-10-2 0,1-25 0 0,34 11-2 0,38 49-1 0,35 24-1 0,35-25 1 0,-25-24-1 0,3-24-9 0,-1-11-72 0,-60-11 58 0</inkml:trace>
  <inkml:trace contextRef="#ctx0" brushRef="#br0">8349 4691 52 0,'0'-12'19'0,"0"-12"-2"0,11 60-16 0,1 25 7 0,-1-3 1 0,2 2-4 0,10-36-3 0,13-13 1 0,0-46-2 0,-12-25-2 0,-24 13 1 0,-12-14 0 0,-36 27 0 0,1-3 1 0,11 26-1 0,13 34 0 0,-2 25 0 0,25 13 1 0,36-15-1 0,47-21 0 0,23-25 0 0,-21-50 0 0,-38 4 1 0,-11 10-1 0,-36 24 1 0,0 48 0 0,0 22-1 0,24-8 0 0,12-39 1 0,-13-11 0 0,1-36 1 0,-24-23-2 0,-24-1 1 0,-35 24-2 0,10 13 1 0,14 23 0 0,-1 11-1 0,36 26 1 0,36 10 0 0,35-10 0 0,25-26 0 0,0-22 1 0,-13-50-2 0,-35-22 0 0,-26-36 1 0,-9-12 1 0,-13 35-2 0,-13 25 2 0,13 46 2 0,0 14-4 0,0 22-1 0,0 73 0 0,0 24 3 0,36 10 1 0,13-22-1 0,-2-13 0 0,0-36-1 0,-11-10 1 0,0-24-1 0,0-63-21 0,-24-32-44 0,-12 34 25 0</inkml:trace>
  <inkml:trace contextRef="#ctx0" brushRef="#br0">8836 4429 46 0,'-47'0'9'0,"35"0"-12"0,83-12 8 0,36-13 7 0,1 4-6 0,-13 8-1 0,-24-11-4 0,-23 0-52 0,-37 24 25 0</inkml:trace>
  <inkml:trace contextRef="#ctx0" brushRef="#br0">10039 3810 29 0,'0'-36'19'0,"-12"24"-17"0,24-11 8 0,-1-2 15 0,2 2-3 0,-1-1-5 0,-12 24-7 0,-12 0-6 0,-24 13-3 0,-35 46 0 0,-14 48 1 0,-21 83 1 0,-1 95-1 0,46 14-1 0,86-73 1 0,94-60 2 0,24-34-5 0,-24-38 3 0,-47-57 4 0,-48-14 6 0,-24-35 0 0,0-11-10 0,0-2-34 0,0 25-99 0</inkml:trace>
  <inkml:trace contextRef="#ctx0" brushRef="#br0">10229 4011 34 0,'-11'-21'30'0,"11"8"-11"0,0 1-1 0,0 24 8 0,0 22-17 0,0 27-6 0,35-1 1 0,13-13-1 0,0-23-4 0,-25 0 2 0,0-24 3 0,2-36 0 0,11 0-3 0,-1 1-2 0,-11 10 2 0,-1-9-1 0,-10 21 5 0,-13 1-3 0,0 24-1 0,23 35-1 0,2-10 2 0,-2-3 2 0,-11-21-5 0,-12-13 6 0,12-24-3 0,0-36-2 0,13 26-2 0,9-16 2 0,2 40-1 0,0 20 1 0,0 27 1 0,0 10-1 0,-1-22 0 0,-23-13-4 0,-1-12-34 0,-22-37-79 0</inkml:trace>
  <inkml:trace contextRef="#ctx0" brushRef="#br0">10468 3667 119 0,'-12'-12'3'0,"-24"-23"-7"0,72 35-54 0,-12 10 6 0</inkml:trace>
  <inkml:trace contextRef="#ctx0" brushRef="#br0">11588 3869 10 0,'-13'0'11'0,"1"0"-2"0,24-11-5 0,1-1 10 0,-38 1 7 0,1 11-8 0,-36 0-4 0,1 23-3 0,12 25 2 0,23-1-4 0,24 1-2 0,24-13 1 0,10 1 0 0,27-36-3 0,-2-61-1 0,-23-10 0 0,-36-23-1 0,0-13 1 0,-12-2 0 0,-12 51 2 0,12 34-1 0,12 12 1 0,0 35 0 0,0 61 4 0,12 24-1 0,12-1-1 0,36-36-3 0,-13-23-15 0,-11-35-92 0</inkml:trace>
  <inkml:trace contextRef="#ctx0" brushRef="#br0">11730 3881 92 0,'0'0'0'0,"-12"0"5"0,48 25-4 0,11-25-1 0,-35 0 2 0,12-13-1 0,-1-34 0 0,-23 11-1 0,-11 11 1 0,-1 14 0 0,-12-1 3 0,-11 48 1 0,23 12-1 0,12 12-1 0,35-26-2 0,24-21 1 0,12-1 0 0,14-48-1 0,-14 13-3 0,1-25 1 0,-26 12-1 0,-9 12 2 0,-37-12 0 0,-12 13 1 0,0 11 0 0,-1-1-1 0,2 13 1 0,-1 0 0 0,-11 0 1 0,-13 25 1 0,24 21-2 0,24 15-1 0,70 33 3 0,-9 14-1 0,-49-24 2 0,-72-37 6 0,-35-23-5 0,11-36-22 0,60-59-114 0</inkml:trace>
  <inkml:trace contextRef="#ctx0" brushRef="#br0">12457 3846 104 0,'-13'0'7'0,"-11"-24"3"0,84 12-9 0,35-24 0 0,13 13-9 0,-26 23-46 0,-57 0 2 0</inkml:trace>
  <inkml:trace contextRef="#ctx0" brushRef="#br0">12480 3929 82 0,'-23'11'17'0,"-37"2"6"0,95-13-10 0,85-36-15 0,82-23-110 0</inkml:trace>
  <inkml:trace contextRef="#ctx0" brushRef="#br0">13373 3404 0 0,'0'0'0'0,"-11"-23"10"0,-2 0 3 0,2-13 10 0,-25 24 4 0,12 12-12 0,-24 36-7 0,1 22-1 0,11 15-1 0,12 22 0 0,24 0-3 0,36-23 0 0,12-13 0 0,11-22 1 0,-11-14-1 0,-13-23 2 0,12 0-1 0,2-23-1 0,-14-14 0 0,13-22 0 0,-24 0 0 0,1 9-1 0,-25-8 1 0,-13-2 1 0,-23-11-2 0,0 11 0 0,-11 25-1 0,-2-1 0 0,-9 12 0 0,-14 0 1 0,1 24-2 0,11 24-3 0,-11 60-28 0,-13 58-91 0</inkml:trace>
  <inkml:trace contextRef="#ctx0" brushRef="#br0">10658 5036 2 0,'0'-12'2'0,"-12"-23"17"0,12-1 0 0,0 11-2 0,-12 14-4 0,0 22-8 0,0 50-2 0,12-1 0 0,0 11-1 0,36-12-3 0,24-34 2 0,-1-25 0 0,13-25-1 0,-26-21-1 0,-21-15 1 0,-37 13 0 0,-23 2 0 0,-25 9 0 0,1 24-1 0,11 2 1 0,24 11-1 0,0 36 1 0,24 12 3 0,37-13-3 0,22-11-1 0,12-1 1 0,-11-23 0 0,-1-34 0 0,-11-14 0 0,-13 0-1 0,-22 12 1 0,-13 24 1 0,0 12 0 0,-13 23-1 0,13 27 1 0,13-4-1 0,21-10 0 0,15-36 0 0,10 0 0 0,14-36-1 0,-16 1 0 0,-8-26 0 0,-25-10 0 0,-24 0 2 0,0 12-1 0,-12 23-1 0,0 24 1 0,12 12 0 0,12 36 1 0,12 22-1 0,23 3 0 0,-11-25-1 0,11-12 0 0,-23-24-3 0,0-37-5 0,1-34-7 0,-14 37-6 0,-11 34-8 0</inkml:trace>
  <inkml:trace contextRef="#ctx0" brushRef="#br0">11611 4417 38 0,'-36'-25'23'0,"12"15"-15"0,24 10-4 0,12 60 9 0,13 70-5 0,9 0-4 0,26-9-3 0,0-74 1 0,11-35-10 0,1-24-23 0,-26-60-26 0,-33 60 52 0</inkml:trace>
  <inkml:trace contextRef="#ctx0" brushRef="#br0">11551 4620 15 0,'-72'11'37'0,"49"-11"-16"0,71 0-18 0,70-47-6 0,48-1-51 0,-130 36 37 0</inkml:trace>
  <inkml:trace contextRef="#ctx0" brushRef="#br0">12337 4608 51 0,'-25'-11'31'0,"15"11"-20"0,33-13-8 0,36-11-2 0,14 0-4 0,-3 1-20 0,-10 11-33 0,-48 12 45 0</inkml:trace>
  <inkml:trace contextRef="#ctx0" brushRef="#br0">12409 4679 12 0,'0'0'0'0,"-107"23"37"0,59 2-22 0,36-25-7 0,72-12-5 0,47-35-3 0,36 10-18 0,-24 14-26 0,-84 12 31 0</inkml:trace>
  <inkml:trace contextRef="#ctx0" brushRef="#br0">12159 4382 2 0,'0'-11'14'0,"0"11"12"0,0-13-3 0,0 13-6 0,0-12-8 0,12 12-1 0,-1 0-3 0,12 0 0 0,14 0-2 0,-1 12 0 0,11 1-2 0,1-2 1 0,-1-1-1 0,1-10 0 0,-12 13 1 0,-24-13 3 0,-12 0-2 0,0 0 0 0,0 12-1 0,0 0 2 0,0 35 0 0,-25 1 1 0,-9 0-2 0,9 0 0 0,2 0-1 0,-2-14-1 0,-11 3 1 0,0-3 1 0,2-9-1 0,22-13-3 0,0 1-13 0,0-13-29 0,48 23-55 0</inkml:trace>
  <inkml:trace contextRef="#ctx0" brushRef="#br0">12563 4679 0 0,'12'-11'1'0,"12"-2"7"0,0-11 10 0,0 13 8 0,-24-1-9 0,0 24-8 0,-12 11-2 0,-12 13-1 0,-12 12 0 0,1-2-1 0,-1 4-2 0,12-3 0 0,1-23-1 0,23-13 0 0,0-11 1 0,11-48-2 0,12 1-1 0,2 0 0 0,11-1 0 0,-13-12 1 0,13 36-1 0,-12 1 0 0,-12 12 0 0,-12 11 0 0,-12 23 2 0,-12 25-1 0,-12-1-1 0,1 11 2 0,11-21-2 0,12-13 1 0,-1-12-1 0,13-24 2 0,25-24-2 0,22 1 0 0,-11-13 0 0,12 1 0 0,-24 34 0 0,-12 1 1 0,-12 0-1 0,0 24 0 0,0 0 0 0,0 12-1 0,0-24-7 0,0 0-16 0,35 0-57 0</inkml:trace>
  <inkml:trace contextRef="#ctx0" brushRef="#br0">13421 4179 21 0,'0'0'4'0,"-12"-13"14"0,12 2-5 0,0-1 17 0,-13 12-7 0,-10 0-11 0,12 12-6 0,-2 12-1 0,-11 13-1 0,1 9 1 0,10 2 0 0,2 0-1 0,-1-1-2 0,12 13 0 0,12-1-1 0,12-11 1 0,-1-12 0 0,14-1-1 0,-14-10 0 0,24-14 1 0,-11-11-1 0,12-11 1 0,-12-2-2 0,0 1 2 0,-1-11-1 0,-11-13 0 0,12 12-1 0,0-12 0 0,-25 1 1 0,0 11 1 0,-11-12 0 0,-22-11 0 0,10 23-1 0,0-13 0 0,0 3-1 0,-12-3 1 0,-1 14 0 0,14 12 1 0,-14-14-2 0,4 0 0 0,-4 2-3 0,-11 12 4 0,0-1-1 0,1 0 1 0,-1-1-1 0,0 13 0 0,12 0 0 0,0 25 0 0,-12-13 1 0,25 11 2 0,-1 1-3 0,-24 24-16 0,-59 46-47 0,59-57-18 0</inkml:trace>
  <inkml:trace contextRef="#ctx0" brushRef="#br0">13754 3215 27 0,'-24'-24'24'0,"1"11"-20"0,23 13-3 0,0 0 45 0,12 0-36 0,35 0-6 0,25 50 0 0,12 21 0 0,22 34 1 0,-12 39-3 0,-22 47 0 0,-36-13 2 0,-23 0 4 0,-13-23-2 0,-24-23 1 0,-12-38 4 0,-25-23-1 0,15-10-4 0,10-38-3 0,11-11-2 0,2-12-2 0,0-12-34 0,23 12-100 0</inkml:trace>
  <inkml:trace contextRef="#ctx0" brushRef="#br0">9610 8382 5 0,'-13'0'14'0,"-9"-12"11"0,10-1 7 0,0 13-15 0,12 0-9 0,24-11-4 0,47-12 0 0,36-1 2 0,11 24-2 0,-11-13 0 0,-10-10-1 0,-26 12-1 0,-47-2 1 0,-12 1 3 0,-24 0-3 0,-1-11-2 0,-10-1 0 0,-12 0 0 0,-14 0-1 0,13 12 0 0,-10 12 0 0,34-11 1 0,0 11-1 0,12 0 1 0,24 11 1 0,11-11-1 0,1 12 0 0,11-1 0 0,-10 2 0 0,-3-1 1 0,-9 0-1 0,-14 1 0 0,-11 21 2 0,-23 3 1 0,-13-3 0 0,-12-9-1 0,25 10-1 0,10-11 0 0,13-12 0 0,0-12 1 0,0 0-2 0,25 0-148 0</inkml:trace>
  <inkml:trace contextRef="#ctx0" brushRef="#br0">10622 8084 22 0,'0'-12'18'0,"0"-23"-8"0,12-1 14 0,-12 24 13 0,0 12-13 0,-12 24-13 0,12 35-3 0,12-11-3 0,0 24-4 0,0-25 1 0,13-11 0 0,9-25-1 0,2-11 1 0,12-11-1 0,24-25 0 0,-37 12-1 0,1-10 0 0,-12-3 1 0,23-23 0 0,-11 48-1 0,-36 37 0 0,0 22 2 0,-12 1 0 0,12-13-1 0,0-23 2 0,0-12 0 0,0-24 0 0,0 1-3 0,0-38 1 0,0 14 0 0,36 23-1 0,12 13-1 0,11 11 2 0,-23 48-2 0,0 11 1 0,-13-13 0 0,-11 4 0 0,12-27-8 0,-1-23-63 0,-23 0-12 0</inkml:trace>
  <inkml:trace contextRef="#ctx0" brushRef="#br0">10908 7608 108 0,'-35'-71'41'0,"70"83"-153"0</inkml:trace>
  <inkml:trace contextRef="#ctx0" brushRef="#br0">11551 7537 54 0,'12'-24'20'0,"13"24"15"0,-25 36-4 0,-49 71-17 0,25 37-7 0,24-14-3 0,12-23-2 0,12-24-3 0,-12-47-13 0,-12-24-60 0</inkml:trace>
  <inkml:trace contextRef="#ctx0" brushRef="#br0">11336 7905 71 0,'-11'-23'23'0,"-14"-25"4"0,98 1-24 0,33 23-3 0,3 11-36 0,-62 13-45 0</inkml:trace>
  <inkml:trace contextRef="#ctx0" brushRef="#br0">11730 8013 76 0,'0'0'0'0,"-24"0"17"0,60 0-9 0,35-24-3 0,-24 0-2 0,-11-11 0 0,-23-13-2 0,-26 12 0 0,-23 24 5 0,13-1-1 0,-13 50 4 0,1 10-2 0,11 13-4 0,24 1-2 0,36-27 0 0,10-22 0 0,3 0 1 0,-2-36 0 0,-11-10-1 0,0-3 0 0,-12 1 0 0,11 1-1 0,-23-1 1 0,-12 12-1 0,0-13 1 0,0 16-1 0,-12 8 0 0,12 1 0 0,0 12 1 0,-12 0-1 0,1 12 0 0,11 1 0 0,0-2 0 0,35-1 1 0,1 3-2 0,-12 11 2 0,-12 23-2 0,1-10 1 0,10-14-2 0,11-23 3 0,27 0 0 0,-2-35-1 0,-23-13 1 0,0 24 0 0,-13 0-1 0,1 24 2 0,-24 24 4 0,0 12-4 0,-12-12 1 0,12-12-2 0,-12-12 3 0,12-25-3 0,0-9 0 0,24-16 0 0,0 29-2 0,12 8 1 0,0 37 0 0,-1-1 0 0,1 14 0 0,24-14 0 0,11 1 0 0,12-24-1 0,-11 0 1 0,-13-36-1 0,-23 25-1 0,-11-26-1 0,-14 3 3 0,-22-3-2 0,-14 13 3 0,-23 12-1 0,25 12 1 0,-13 23-1 0,0 2-1 0,1 21 1 0,11 4 0 0,12-27 1 0,36-12-1 0,-1-22 1 0,24-25-1 0,-22 36-1 0,-14 13 1 0,2 21-1 0,34-21 1 0,36-13-1 0,13-36 1 0,-1-25 1 0,-23-44 0 0,-13-62 0 0,-23 24 2 0,-36 59-2 0,-13 37-1 0,-21 47 1 0,-14 71-1 0,12 84-2 0,47 0 1 0,73-11 1 0,0-73 0 0,-13-37 2 0,-22-34-13 0,-15-23-114 0</inkml:trace>
  <inkml:trace contextRef="#ctx0" brushRef="#br0">14122 6657 96 0,'36'-50'5'0,"-11"3"-1"0,-1 12 14 0,-24 12-1 0,-49 34-12 0,-33 108 1 0,-49 119 0 0,12 119-2 0,95 48-6 0,95-95 1 0,96-25 2 0,-49-130 0 0,-46-96 5 0,-48-47 1 0,-11-24-5 0,-2 1-51 0,1 11-39 0</inkml:trace>
  <inkml:trace contextRef="#ctx0" brushRef="#br0">14290 7001 48 0,'0'0'9'0,"0"-60"24"0,36 36-13 0,-12 24-1 0,-12 12-5 0,-1 36-2 0,-11 24-6 0,24-12-3 0,0-26-1 0,12-21 0 0,12-1 0 0,-1-24 0 0,1-24 0 0,-2 0-2 0,-21 1 1 0,-14 24-1 0,14-14 1 0,-14 13-1 0,2 24 0 0,-1 13 0 0,-12 21 0 0,11-10 1 0,-11-13 0 0,0-10 1 0,12-13 3 0,-12-36-3 0,24 0-1 0,0 1 0 0,23-1-1 0,1 11 0 0,0 25 0 0,-12 37-1 0,-24-3 1 0,0 3 0 0,-12-24 0 0,0-13-16 0,-24-25-114 0</inkml:trace>
  <inkml:trace contextRef="#ctx0" brushRef="#br0">14635 6620 102 0,'0'0'0'0,"-23"-36"35"0,93 36-73 0,-45 0-25 0</inkml:trace>
  <inkml:trace contextRef="#ctx0" brushRef="#br0">15255 6810 120 0,'-24'-23'26'0,"71"23"-19"0,37-25-4 0,-2 25-2 0,3-11-2 0,-38 11-30 0,-23 11-40 0,-37 2 24 0</inkml:trace>
  <inkml:trace contextRef="#ctx0" brushRef="#br0">15314 6917 12 0,'-24'12'25'0,"-11"0"39"0,82-24-10 0,13 0-49 0,22 12-5 0,3 0-94 0,-73 0 51 0</inkml:trace>
  <inkml:trace contextRef="#ctx0" brushRef="#br0">16160 6502 116 0,'0'0'0'0,"-72"-37"2"0,72 1-2 0,36 25 18 0,-36 45-2 0,0 74-5 0,12 23-5 0,-1-23 0 0,-11-49 4 0,0-59-3 0,0 0-6 0,0-25-70 0,13 14-35 0</inkml:trace>
  <inkml:trace contextRef="#ctx0" brushRef="#br0">14539 7871 95 0,'-11'-13'8'0,"-1"1"-1"0,12 60-5 0,0 11 12 0,-23 14 0 0,23-27-7 0,35 2-5 0,25-24 1 0,-24-24-2 0,-14-24-1 0,-9-36-1 0,-13-11 0 0,-13 12 0 0,-9 23 1 0,-2 24 0 0,-12 1-1 0,24 11 0 0,-1 34 2 0,2 3 0 0,35 10 0 0,-1 13-1 0,26-37 0 0,-2-23 1 0,0-35 0 0,1-13 0 0,0-11 0 0,-1 34-1 0,-22 14 0 0,-25 11 0 0,0 24 1 0,0 0-1 0,11-1 0 0,25 1 0 0,0-12 1 0,0-24 0 0,-1-24-1 0,-12 13 0 0,2 11 0 0,-25 12-1 0,0 24 1 0,11-13 0 0,25 12 0 0,35-23 1 0,1-23-1 0,0-12 0 0,-12-49-1 0,-37-11-4 0,-35-12 4 0,-11 47 3 0,-1 25 3 0,12 35-4 0,0 24 1 0,12 60 3 0,0-26-4 0,48 85 1 0,-2-71-6 0,-9-25-41 0,-37-36-46 0</inkml:trace>
  <inkml:trace contextRef="#ctx0" brushRef="#br0">15099 7775 101 0,'-23'-12'8'0,"46"-12"0"0,84-24-7 0,13 25-2 0,-36 11-59 0,-73 12 25 0</inkml:trace>
  <inkml:trace contextRef="#ctx0" brushRef="#br0">15648 7632 68 0,'0'-12'37'0,"24"0"-20"0,95-12-17 0,-12 1-30 0,-60 23-45 0</inkml:trace>
  <inkml:trace contextRef="#ctx0" brushRef="#br0">15659 7787 101 0,'0'0'0'0,"-36"24"18"0,85-14-12 0,45-31-2 0,-10-16-2 0,-24 37-3 0,-48 0-22 0,-12 0-71 0</inkml:trace>
  <inkml:trace contextRef="#ctx0" brushRef="#br0">15612 7358 19 0,'-25'-23'50'0,"14"-2"-4"0,11 13-12 0,0 12-15 0,0-11-10 0,0 11-7 0,36 11 0 0,0 26 1 0,11-3 0 0,-12-9 0 0,37 11 0 0,-24-1-3 0,-24-10 1 0,12-14 2 0,-36-11 0 0,12 0-1 0,-12 0-1 0,-12 23 0 0,-24 25 1 0,-24 12 1 0,-11 11-1 0,11 1 0 0,13-26-1 0,23-9 3 0,24-24-3 0,-12-2 0 0,12-11 0 0,12-36-37 0,59 1-123 0</inkml:trace>
  <inkml:trace contextRef="#ctx0" brushRef="#br0">16064 7703 103 0,'0'0'0'0,"-11"-24"33"0,11 13-17 0,-24 34-5 0,-37 49 1 0,-9 11-3 0,10-11-2 0,36-37-5 0,12 1 0 0,12-36 2 0,12-24 0 0,36-47-4 0,0 23 2 0,-1-23-3 0,13 23 2 0,-24 12-1 0,-25 24 0 0,-11 36 0 0,-71 60 0 0,0 0 0 0,23-25 3 0,24-36-2 0,24-11 4 0,0-59-4 0,60-37 2 0,-13 13-4 0,-23 58 1 0,-37 38 0 0,-23 21 2 0,14-21-7 0,69 0-39 0,13-25-75 0</inkml:trace>
  <inkml:trace contextRef="#ctx0" brushRef="#br0">16422 7394 120 0,'-12'0'2'0,"-12"-36"11"0,24 0 13 0,0 12-14 0,12 1-6 0,36-1-5 0,11 12 3 0,-11 12-1 0,0 25-1 0,-25 9-1 0,-23 26 2 0,-12 12-1 0,-12-12-2 0,-11-1 2 0,-13-13 0 0,-11 4 1 0,11-27 0 0,24 0-2 0,12-11-1 0,12-12 1 0,12 0 1 0,60-12-1 0,35 0-1 0,-25 12 0 0,-21-11 1 0,-26 11 2 0,-23-12 2 0,-12 1-3 0,-12 11-15 0,-12 0-149 0</inkml:trace>
  <inkml:trace contextRef="#ctx0" brushRef="#br0">16837 6381 6 0,'0'0'0'0,"-21"-34"36"0,8 9-6 0,1 0-5 0,12 15 0 0,0-1-7 0,25-2-10 0,32 13-5 0,39 34 1 0,0 50-3 0,-13 71 1 0,-59 108-2 0,12 34 0 0,10-24 1 0,-21-47 2 0,-50-46 6 0,-57-61 3 0,-13-48-1 0,34-35-7 0,38-24-7 0,23-24-160 0</inkml:trace>
  <inkml:trace contextRef="#ctx0" brushRef="#br0">10027 10585 50 0,'0'12'31'0,"-13"0"-3"0,13-36-1 0,36-36-19 0,0-23-4 0,12-13-2 0,-12-22 0 0,-13 10-1 0,-10 37 0 0,-13 24-1 0,0 47 0 0,-24 0 0 0,-1 47 2 0,-9 36-1 0,10 24-1 0,24 0 1 0,24-23 0 0,23-36 0 0,12-13 1 0,1-23-1 0,10-49 1 0,2-9-2 0,-35 10 0 0,-25 0 0 0,-1 1 1 0,-11-1-1 0,-11 24 0 0,-25 37 0 0,-13 21 2 0,26 2-4 0,23-12 5 0,23 10-3 0,38-21 1 0,-2-13-10 0,-11-12-29 0,23-12-72 0</inkml:trace>
  <inkml:trace contextRef="#ctx0" brushRef="#br0">10873 10454 26 0,'0'0'0'0,"0"-24"34"0,0-12-4 0,0 0-13 0,0 13-7 0,0-13-2 0,-24 24-1 0,0 0-3 0,-12 24-1 0,-11 36 3 0,-1 11-1 0,24 1-2 0,12-13-1 0,24-23 0 0,35-48 2 0,1-23-3 0,-24 23-1 0,-24 24-1 0,0 37 2 0,12-3-1 0,24-10 0 0,23-24 1 0,25-37 0 0,-2-21 0 0,2-26 0 0,-36-11 0 0,1-12 0 0,-38 36 0 0,-22 23 0 0,-2 25-1 0,-11 10 0 0,0 60 0 0,0 49 0 0,12 47 0 0,12-1 1 0,0-21 1 0,12-27-1 0,-24-46 0 0,0-24-1 0,1-60-35 0,11-35-84 0</inkml:trace>
  <inkml:trace contextRef="#ctx0" brushRef="#br0">11004 10442 48 0,'0'-12'22'0,"-13"-12"12"0,73-12-10 0,59 12-3 0,0 13-12 0,-23-1-4 0,-61 1-1 0,-23-2-9 0,-12-11-33 0,-12 24-61 0</inkml:trace>
  <inkml:trace contextRef="#ctx0" brushRef="#br0">10408 10894 78 0,'-49'-12'10'0,"3"-1"17"0,34 3-9 0,70 10-10 0,98-36 2 0,71 11-7 0,-14 14 0 0,-57 11 0 0,-85 0-1 0,-59 0-3 0,-12-12-28 0,-48 12-80 0</inkml:trace>
  <inkml:trace contextRef="#ctx0" brushRef="#br0">10338 11001 49 0,'-25'0'16'0,"-23"0"-6"0,60-11 21 0,83-13-13 0,96-12-3 0,59 25-10 0,-48-2 2 0,-71 13-2 0,-95 0 3 0,-36-12-1 0,-24 12-14 0,-11 0-108 0</inkml:trace>
  <inkml:trace contextRef="#ctx0" brushRef="#br0">11896 9525 47 0,'0'0'0'0,"24"-107"27"0,0 24-20 0,-12 11 19 0,-37 49 0 0,-33 57-12 0,-61 110-6 0,-13 93-4 0,49 2-1 0,95-36-2 0,72-38 1 0,11-69 1 0,-1-48-3 0,2-60-36 0,-60-24-54 0</inkml:trace>
  <inkml:trace contextRef="#ctx0" brushRef="#br0">12148 9550 35 0,'0'-37'47'0,"-13"13"-4"0,13-11-14 0,0 23-20 0,0 24-8 0,0 23 3 0,-12 26-1 0,12-3 1 0,-12-11-2 0,12-22-1 0,37 0 0 0,-14-14 1 0,24-22-1 0,-11-14 0 0,0-11 0 0,-1-12 0 0,-23 13 0 0,12 11-1 0,-12 12 1 0,-1 12-1 0,2 12 0 0,-1 24 1 0,-12-1-1 0,0-11 1 0,0-1 1 0,0-23 1 0,11-11 0 0,1-37-2 0,0 2 0 0,24 21-1 0,0-11 1 0,-12 36-2 0,-1 24 1 0,-11 13 0 0,0-3 0 0,-12-10 0 0,0-11-1 0,12-2-18 0,-12-22-31 0,-12-26-47 0</inkml:trace>
  <inkml:trace contextRef="#ctx0" brushRef="#br0">12348 9169 140 0,'-11'-13'5'0,"-1"-11"7"0,12 0-6 0,0 24-19 0,12 36-110 0</inkml:trace>
  <inkml:trace contextRef="#ctx0" brushRef="#br0">12933 9324 100 0,'-25'-13'14'0,"25"13"18"0,13-24-19 0,34 11-9 0,13 2-2 0,-1-1-1 0,-23 12-3 0,0-11-12 0,-12-2-74 0</inkml:trace>
  <inkml:trace contextRef="#ctx0" brushRef="#br0">12992 9429 44 0,'-36'0'32'0,"24"13"-5"0,12-1-5 0,36-24-11 0,35-1-2 0,-23 2 2 0,-37 11-6 0,2-12-3 0,-13 12-5 0,12-11-37 0,0 11-70 0</inkml:trace>
  <inkml:trace contextRef="#ctx0" brushRef="#br0">13552 9096 13 0,'0'0'30'0,"0"-11"10"0,0-1-17 0,12 0-15 0,-12 12 6 0,0-13-1 0,0 2-2 0,0-1-3 0,0 12-4 0,13-11-2 0,-13 11 2 0,0-13 0 0,0 13 0 0,-13 0 0 0,13-12-2 0,0 12-1 0,0 0 2 0,0 0 0 0,0-12-1 0,0 12-1 0,0 24-1 0,0 23 0 0,-12 1 1 0,0 25-2 0,12-2 2 0,-12-12-1 0,12 0 0 0,0-47 0 0,0 36 1 0,0-12 2 0,0-24-1 0,0-1 0 0,0-11 2 0,12-11-2 0,-12 11 0 0,0-24-1 0,0 0 0 0,0 1-20 0,0 23-136 0</inkml:trace>
  <inkml:trace contextRef="#ctx0" brushRef="#br0">14040 9500 136 0,'-25'13'4'0,"25"35"5"0,0-1-3 0,-23-11-7 0,-13 0-45 0,2 0-49 0</inkml:trace>
  <inkml:trace contextRef="#ctx0" brushRef="#br0">14575 9227 140 0,'0'0'0'0,"-11"-47"7"0,11 36 1 0,-25 45-1 0,2 37-1 0,12-10-1 0,22-1-3 0,37-26-1 0,12-21-1 0,-25-37-2 0,-12-49 1 0,-23 2 3 0,-11 12-2 0,-25 24 0 0,1-1 1 0,-1 11 0 0,11 38-1 0,2 24 0 0,12 34 0 0,11 0 0 0,47-24-1 0,13-23 3 0,-1-24-3 0,13-37 3 0,-25-9-3 0,-10 21 2 0,-26-9-1 0,1 9 0 0,-12 25 1 0,11 0-1 0,2 36 0 0,-1 0-1 0,11-12 1 0,13-11 1 0,0-2-1 0,10-47 1 0,3 11-1 0,-26-9 1 0,2 21-1 0,-25 13 0 0,0 24-1 0,24 12 1 0,34-24 1 0,3-12-1 0,-2-12 1 0,2-35-1 0,-4-24 1 0,-32-37 0 0,-13 11 0 0,-12 26 0 0,0 37-1 0,0 34-1 0,-12 47 1 0,0 36 0 0,12 13 0 0,24-1 0 0,12-12-1 0,11-35-6 0,-24-35-54 0,-10-13-19 0</inkml:trace>
  <inkml:trace contextRef="#ctx0" brushRef="#br0">15338 9048 87 0,'-24'-11'40'0,"48"-1"-17"0,25-12-14 0,57 12-8 0,13 0-36 0,-59 12-51 0</inkml:trace>
  <inkml:trace contextRef="#ctx0" brushRef="#br0">15874 9061 113 0,'-36'-13'6'0,"36"13"5"0,36-23-7 0,22 12-3 0,27-2-16 0,-38 13-79 0</inkml:trace>
  <inkml:trace contextRef="#ctx0" brushRef="#br0">15802 9227 81 0,'0'0'0'0,"-72"24"31"0,72-24-4 0,25 0-8 0,46-11-11 0,13-2-5 0,-13 13-1 0,-23-12-1 0,-13 12-9 0,-35 0-44 0,0 0-48 0</inkml:trace>
  <inkml:trace contextRef="#ctx0" brushRef="#br0">16660 8977 20 0,'-12'-23'59'0,"-1"23"-30"0,-10 0-15 0,-12 60-6 0,22 11-3 0,26 0 0 0,11-12-1 0,10-11 0 0,2-12-2 0,12-24 0 0,-12-12 1 0,12-48 0 0,-24-12 1 0,-14-11-1 0,-20 0 3 0,-14 11-1 0,-24 2 0 0,-11 21-1 0,11 24-2 0,-12 13-1 0,25 37-1 0,10-3-11 0,25 27-63 0,13-38-10 0</inkml:trace>
  <inkml:trace contextRef="#ctx0" brushRef="#br0">16909 8704 113 0,'13'0'2'0,"34"-12"6"0,25 95 10 0,-25 85-8 0,-70 33-4 0,-49-34-2 0,-59-36-3 0,24-23-12 0,83-74-99 0</inkml:trace>
  <inkml:trace contextRef="#ctx0" brushRef="#br0">16243 8120 2 0,'-12'0'-2'0</inkml:trace>
  <inkml:trace contextRef="#ctx0" brushRef="#br0">16195 8168 5 0,'-12'0'5'0,"1"13"-3"0,-14-2-6 0,-11-1 18 0,-11 3 38 0,12-1-28 0,10-12-7 0,2 0-7 0,23 0-3 0,48-12 1 0,70-11 0 0,50-25-1 0,9 1-3 0,-34 22 0 0,-47 13-3 0,-60 12 0 0,-12 0-7 0,1 0-24 0,-25 0-39 0,-13 12 21 0</inkml:trace>
  <inkml:trace contextRef="#ctx0" brushRef="#br0">16195 8275 18 0,'-23'0'18'0,"-74"24"7"0,63-24 1 0,22-13 1 0,36-10-13 0,70-13-2 0,62-10-4 0,22 9-6 0,-58 13 0 0,-50 12-1 0,-45 12-1 0,-25 0-2 0,-12 23-3 0,-71 2-3 0,-49 11 8 0,-34-1-2 0,10-10 2 0,50-2 0 0,33 1 1 0,37-12 3 0,36-24 2 0,97-24-1 0,69 0-2 0,37 1 0 0,-37-1-3 0,-82 24 3 0,-48-1 1 0,-24 13-1 0,-12-11-1 0,0 11-1 0,-12 0-16 0,-1 36-98 0</inkml:trace>
  <inkml:trace contextRef="#ctx0" brushRef="#br0">21650 5870 1 0,'0'-12'4'0,"0"-72"47"0,23 37 7 0,-12 47-39 0,2 107-9 0,-13 84-6 0,0-1-3 0,-13-58 0 0,2-38 0 0,11-22-17 0,0-37-101 0</inkml:trace>
  <inkml:trace contextRef="#ctx0" brushRef="#br0">21613 5798 61 0,'0'0'0'0,"-47"-35"37"0,58 12-18 0,73-14-5 0,59 13-8 0,95 24-5 0,24 0-2 0,-35 11 0 0,-73 2 1 0,-71-1 0 0,-35-12 4 0,-24 12-3 0,-12 12-1 0,0 47 0 0,-12 60 0 0,0 24-2 0,0 0 1 0,24-12 1 0,-12-47 1 0,-12-50 1 0,-12-34 1 0,-36-12 2 0,-35-12 0 0,-24-11-4 0,-61-13 0 0,-34 36-2 0,-13 0 3 0,26 0-1 0,58 13 1 0,70-2 0 0,61-11 0 0,13 0-2 0,23-11-11 0,23 22-117 0</inkml:trace>
  <inkml:trace contextRef="#ctx0" brushRef="#br0">22197 6691 2 0,'0'-23'17'0,"13"-13"25"0,10-12-10 0,1 12-4 0,-12 13-15 0,-1 11-7 0,-11 1 1 0,0 45-3 0,0 14-3 0,-11 36 0 0,11 47 0 0,0 35-1 0,-12 1 0 0,24-24 1 0,-1 1 2 0,-11-14 1 0,0-34-2 0,0-14-1 0,0-46 1 0,0-24 0 0,-11-24-24 0,-14-35-58 0,14 47 21 0</inkml:trace>
  <inkml:trace contextRef="#ctx0" brushRef="#br0">21816 7490 47 0,'0'0'9'0,"0"0"28"0,36 0-20 0,11 11-4 0,25 49-4 0,-1-1-4 0,13 0-1 0,-25-22 0 0,-11-14-3 0,-24 1 1 0,-1-24-1 0,-23 0-6 0,0 0-40 0,-11 0-32 0</inkml:trace>
  <inkml:trace contextRef="#ctx0" brushRef="#br0">22459 7537 8 0,'36'-36'27'0,"35"12"11"0,-71 12 0 0,-24 37-22 0,-59 34-7 0,0 37 0 0,23-25-4 0,24-24 1 0,25-35-4 0,11-12 3 0,0 0-3 0,0-25-1 0,11 14-25 0,-11-1-93 0</inkml:trace>
  <inkml:trace contextRef="#ctx0" brushRef="#br0">21947 7965 25 0,'0'-23'28'0,"-12"11"-1"0,24-13-14 0,36 2 2 0,35 12-3 0,12 11-6 0,24 34-4 0,-23 3 0 0,-25-3 0 0,-23 27 0 0,-24-1 1 0,-13 11-1 0,-11 0 0 0,-47 13 3 0,-25-13-3 0,-35-24 0 0,-24-35-1 0,0-35 1 0,24-50 1 0,48-21-2 0,36-13 0 0,23 11 0 0,0 12 0 0,11 50-1 0,35-3-1 0,27 14 1 0,33-1 0 0,-34 12-1 0,-24 12-15 0,-25 25-46 0,-23-14 0 0</inkml:trace>
  <inkml:trace contextRef="#ctx0" brushRef="#br0">23351 5740 8 0,'0'0'0'0,"-11"-84"42"0,47 36-27 0,46 25-2 0,15-2 4 0,-2 0-4 0,24 25-7 0,-13 50-4 0,-21 21 1 0,-38 24-2 0,-23-1 1 0,-24 14 0 0,-47 35-3 0,-49 12 0 0,13-36 0 0,35 0 0 0,23-12 1 0,14 12 0 0,47-12-1 0,12-23 0 0,-1-36 1 0,-24-37 2 0,-34-22 10 0,-1-2-11 0,-1 13 0 0,-21 24-1 0,-2 12 0 0,-35 22 1 0,35 26-1 0,0 48 0 0,24 23-1 0,12 23 2 0,-24 1-2 0,-11-36 1 0,-13-47 0 0,-35-14 3 0,23-34 7 0,1-23-2 0,-1-25 0 0,24-13-2 0,12-11-4 0,13 11-3 0,11 26-69 0,0-13 11 0</inkml:trace>
  <inkml:trace contextRef="#ctx0" brushRef="#br0">12956 13515 40 0,'0'0'0'0,"0"-25"10"0,24 0 7 0,0 14 12 0,-24-1-4 0,-12 12-10 0,0-11-8 0,-12 22-4 0,-11 12-1 0,-1 27 1 0,-13-16-1 0,-33 3-1 0,-25-14 1 0,-24 1 0 0,-37-12-1 0,-9-12 1 0,-2 0-1 0,0 0-1 0,-12-25 1 0,-35-22 1 0,-24-11-1 0,23-3 0 0,61-33 0 0,35-27 2 0,11 16 0 0,-10 8-1 0,23-11 1 0,24 14 0 0,24 12 0 0,22 32 0 0,14 3-1 0,-1 23 0 0,12 13 0 0,-1-1-1 0,13 12 0 0,-11 23-1 0,-14 25 0 0,3 25 0 0,-2-15 1 0,0-11-1 0,0-10 0 0,11-14 2 0,2-23 0 0,-1 0 0 0,12-35 1 0,12-37-2 0,-1 1 0 0,2 11-2 0,-1-11 3 0,12 23-3 0,0 12 3 0,10 13-2 0,2 35 1 0,25-1-2 0,10 37 2 0,36-12-1 0,-11-24 2 0,-50-12-1 0,-21 0 0 0,-25 0-30 0,-12 0-99 0</inkml:trace>
  <inkml:trace contextRef="#ctx0" brushRef="#br0">9432 11478 20 0,'-12'-23'55'0,"12"-14"-4"0,0 37-28 0,12 95-10 0,-12 96-1 0,12 12-8 0,-12-37 1 0,0-47-3 0,0-48-1 0,0-35-27 0,0-36-91 0</inkml:trace>
  <inkml:trace contextRef="#ctx0" brushRef="#br0">9396 11610 98 0,'-36'-61'29'0,"12"38"-1"0,36-2-16 0,72 13-8 0,81 1-2 0,75 11-3 0,-27 0 3 0,-45 11-1 0,-61 1 3 0,-83-12 4 0,-14 0-4 0,3 12-3 0,-13 96 0 0,-13 57 3 0,3 27 0 0,10-61-1 0,0-36-2 0,0-48 1 0,0-23-10 0,0-11-52 0,0-26-32 0</inkml:trace>
  <inkml:trace contextRef="#ctx0" brushRef="#br0">9551 12228 71 0,'-12'0'27'0,"-83"12"-2"0,59-1 7 0,24-11-23 0,70 0-3 0,74-11-1 0,60 11-2 0,8-12 0 0,-55 12 3 0,-62 0 1 0,-60 0 1 0,-23 0-3 0,-11-11-9 0,-25-2-114 0,24 13 61 0</inkml:trace>
  <inkml:trace contextRef="#ctx0" brushRef="#br0">4668 8168 30 0,'0'-12'16'0,"-12"-24"32"0,24 13-17 0,-12 10-11 0,0 37-13 0,12 60 3 0,12 81-1 0,12 3-5 0,-24-26 1 0,-12-34 0 0,-12-49 0 0,0-47-1 0,12-12-2 0,0-58-42 0,24 8-73 0</inkml:trace>
  <inkml:trace contextRef="#ctx0" brushRef="#br0">4883 7227 8 0,'0'0'0'0,"0"0"23"0,-25 0 17 0,25 0-24 0,0 0-1 0,49-13-6 0,22 13-2 0,36 0-1 0,36 0-3 0,24-11-1 0,-24 11-1 0,-36 0 5 0,-59 0 1 0,-25-12-3 0,-12 12-2 0,-11 0-8 0,0 0-27 0,-11 0-21 0,-12 0 9 0</inkml:trace>
  <inkml:trace contextRef="#ctx0" brushRef="#br0">4965 7227 5 0,'-36'0'8'0,"2"0"7"0,-3 0 17 0,1 0-4 0,13 12-17 0,23 0-4 0,23-12 4 0,62 0-3 0,45-12 0 0,25 0-2 0,-1 12-2 0,-47-13-3 0,-35 13 2 0,-36 0 2 0,-36 0-2 0,12 0 0 0,24 0-36 0,-24 13-52 0</inkml:trace>
  <inkml:trace contextRef="#ctx0" brushRef="#br0">5395 5514 0 0,'0'0'9'0,"-13"-13"11"0,2 1-12 0,-1 0-6 0,12-1-2 0,0 13-1 0,0 0 0 0,0 0 0 0,0 13 0 0,0 11 0 0,0 23 2 0,12 1 1 0,-12 12 10 0,0 24 8 0,-12 10-2 0,12 1-1 0,0-11-8 0,0 11 0 0,-13-11-1 0,2 0 0 0,-1-2 1 0,12 1-2 0,0 1 1 0,0-25-1 0,0-11-2 0,-13-12 0 0,13-13-1 0,0-23 4 0,0-23-9 0,25-13-47 0,-14 24-60 0</inkml:trace>
  <inkml:trace contextRef="#ctx0" brushRef="#br0">5037 6536 11 0,'0'-11'14'0,"0"-1"17"0,12 1 21 0,-12 11-22 0,12-13-23 0,0 26-2 0,25 33 0 0,10-10-1 0,24 12 0 0,-11-23 1 0,-25-14-2 0,-12-1-1 0,-23-10 0 0,13 0-62 0,-1-10-38 0</inkml:trace>
  <inkml:trace contextRef="#ctx0" brushRef="#br0">5538 6429 82 0,'0'0'0'0,"-24"12"32"0,-12 60-6 0,-23 11-7 0,11-11-7 0,23-25-7 0,2-34 2 0,10-13-2 0,13 0-8 0,25-13-129 0</inkml:trace>
  <inkml:trace contextRef="#ctx0" brushRef="#br0">4645 8144 42 0,'-25'-36'57'0,"25"25"-28"0,0-2-9 0,25 1-10 0,46 0-4 0,71-11-3 0,37 23 1 0,24 0-2 0,-1 0-1 0,-35 12 0 0,-49-1 0 0,-33-11 0 0,-2 0 1 0,-12-11-1 0,-11 11 0 0,-12 0 0 0,-25 0 2 0,-11-12 0 0,-12 12-1 0,12 23-2 0,-12 25 0 0,0 46 0 0,24 61 3 0,-12 13 0 0,0-26 0 0,-12-46 1 0,12-37-1 0,-12-35 0 0,0-11-33 0,-24-13-102 0</inkml:trace>
  <inkml:trace contextRef="#ctx0" brushRef="#br0">4799 8906 47 0,'-23'-13'39'0,"-37"13"-13"0,48 0 9 0,12-11-25 0,24 35-1 0,13 13-3 0,-16 21-5 0,15-11 2 0,0-22-1 0,96-37 5 0,94-24-4 0,47 25-2 0,-22 11 0 0,-96 0 0 0,-24 0 0 0,-36 0 4 0,-35 0-3 0,-26 0 1 0,-9 0-1 0,-25 0 1 0,0-13-1 0,0-11-7 0,-25 11-147 0</inkml:trace>
  <inkml:trace contextRef="#ctx0" brushRef="#br0">6169 8382 79 0,'-12'-48'44'0,"24"13"-30"0,0-1-1 0,-12-12-5 0,-48 1-1 0,-59-13-4 0,-36 1 2 0,-47 11-2 0,-1 0 1 0,-11 48-5 0,-1 36 0 0,24 24 0 0,13 35 0 0,34 24 2 0,49 12 1 0,72 0-1 0,58 11 0 0,84-34 2 0,107-24 1 0,96-37 1 0,-1-23-4 0,-47 0 1 0,-72-35-1 0,-72-50 1 0,-57-22 1 0,-50-36-1 0,-59-60-1 0,-47 1-1 0,-72 23 0 0,-48 59 0 0,-24 50 0 0,-10 46 0 0,-1 23-2 0,-13 48 1 0,37 48-2 0,47-1 4 0,84 14-2 0,59-1 1 0,83 0-2 0,72-36 2 0,119-35 4 0,72-23-4 0,11-37 1 0,-71-37 0 0,-95 1-1 0,-72-35 1 0,-61-24-1 0,-57-60 0 0,-72-24 1 0,-60 36-2 0,-83 36 2 0,-12 36-2 0,0 59 0 0,-37 35 0 0,14 48-3 0,34 25 3 0,97 23 1 0,70 24-1 0,84 24 0 0,83-35 0 0,95-27 1 0,84-34 4 0,48-34-5 0,-13-24 3 0,-59-50-2 0,-83-22 1 0,-84-37 1 0,-47-82 0 0,-72-109-1 0,-83 98-1 0,-107 129 0 0,-108 72-14 0,84 49-124 0</inkml:trace>
  <inkml:trace contextRef="#ctx0" brushRef="#br0">10241 11656 71 0,'36'-25'33'0,"25"4"-31"0,-15-16 19 0,-46 13-5 0,-46-24-3 0,-39 2-5 0,-69-4 0 0,-25 27-3 0,12 35-2 0,0 49 0 0,25 57-4 0,11 13 2 0,59 35-3 0,60-11 3 0,71-36 1 0,97-35-1 0,69-37 1 0,62-34-4 0,-14-13 4 0,-71-25-2 0,-82-34 2 0,-72-24 0 0,-48-36 1 0,-61-47-2 0,-57-2 2 0,-61 37-3 0,-12 60 2 0,1 60-4 0,-12 22 6 0,34 60-5 0,14 23 1 0,70 27-1 0,61 21 1 0,46-11-2 0,85-23 1 0,83-24 0 0,59-38-1 0,24-34 1 0,-11-59 2 0,-99-14 0 0,-103-33 1 0,-73-49 0 0,-59-47 0 0,-60 60 0 0,-48 57-2 0,-13 37 0 0,-8 61 0 0,-3 46 2 0,24 60-12 0,96 23-151 0</inkml:trace>
  <inkml:trace contextRef="#ctx0" brushRef="#br0">4561 5430 17 0,'0'0'12'0,"-24"-25"6"0,13 13 8 0,-13 1-7 0,12-1-6 0,35 12-7 0,1 0-1 0,23 0 1 0,14 0-1 0,-2 0 3 0,-35 0-8 0,106 0 6 0,38 0-4 0,10 0 1 0,13 0-2 0,-13 0 0 0,-24 12-1 0,-34-12 2 0,-25 11-3 0,-47 1 2 0,-25-24 1 0,-34 1 0 0,-49 11-2 0,-70 0 2 0,-37 0-3 0,-36 0 3 0,-11 11-1 0,-13-11-1 0,-9 12-1 0,44-12 2 0,73 12-2 0,83-12 3 0,23 0-3 0,49-12 3 0,25 0-3 0,57 1 1 0,48-1-1 0,26 1 3 0,34-2 0 0,-11 13-2 0,-25 13 0 0,-35-2 0 0,-36-11 1 0,-48 12-1 0,-46-12 1 0,-14-12 3 0,-22 1 0 0,-2-2-3 0,13 13-124 0</inkml:trace>
  <inkml:trace contextRef="#ctx0" brushRef="#br0">5979 5430 1 0,'-25'0'18'0,"13"0"3"0,12-13-12 0,0 13-3 0,12-12 8 0,-12 12 2 0,0-12-10 0,0 12-3 0,-12 0-1 0,12 0 2 0,0 0 4 0,0 0-2 0,0 0-6 0,-11 0 2 0,11 0 3 0,-12 0-1 0,12-11-3 0,0 11 0 0,0 0 0 0,0 0 1 0,0 0-1 0,-13 0 3 0,13 0-4 0,0 0-1 0,0 0-56 0,0 11 12 0</inkml:trace>
  <inkml:trace contextRef="#ctx0" brushRef="#br0">6038 5430 1 0,'0'0'0'0,"-25"-13"4"0,25 1 18 0,0 12 28 0,0-12-27 0,25 1-12 0,34-1-5 0,25 1-5 0,-50 11 3 0,-21 0 2 0,-36 0 1 0,-25-13-4 0,-12 1 2 0,-11 12-3 0,24 0 0 0,22 12 0 0,37-12 1 0,12-12-1 0,-1 24-2 0,-23-12 0 0,0 0 2 0,-11-12-1 0,-1 12-1 0,1 0-4 0,-2 36-46 0,13-13-20 0</inkml:trace>
  <inkml:trace contextRef="#ctx0" brushRef="#br0">13992 10262 36 0,'-36'-11'22'0,"2"-1"-8"0,9 1 15 0,13-1-5 0,12 12-12 0,12 0-5 0,47 12-2 0,37-1 0 0,59 12-1 0,23-10-1 0,-11 11-2 0,-1 0 1 0,-23-12-3 0,-71-12 4 0,-36 0-1 0,-36 11 4 0,-24-22-5 0,-47 11 0 0,-37-12-1 0,-46 12 2 0,-1 0-3 0,24-11 2 0,12-2-1 0,34 13 1 0,15-12-2 0,22 12 2 0,25 0-2 0,23 0 2 0,23 0 0 0,73-25 0 0,47 14 0 0,47-1 0 0,1 12-1 0,-1 12 0 0,-35-1 0 0,-72 14 1 0,-47-25 1 0,-25 0 1 0,2 0 0 0,-13 0 0 0,0-12-1 0,0 12-1 0,0 0-1 0,-49-13 0 0,-33 13 1 0,-25 0-1 0,-49 13 1 0,13-1-1 0,-47-12 0 0,48 0 0 0,34 0 0 0,49 0 0 0,11 0 0 0,35 0 1 0,26 0-1 0,47-12 0 0,71-1 0 0,59 2 0 0,1 11 0 0,-13 0-1 0,-35 11 1 0,-47-11 0 0,-50 0 1 0,-33 0 1 0,-1-11 0 0,-12-1-1 0,0 12-1 0,0 0-41 0,-12 12-100 0</inkml:trace>
  <inkml:trace contextRef="#ctx0" brushRef="#br0">15099 10668 60 0,'-11'-12'5'0,"-14"12"9"0,38-13 11 0,-1 2-2 0,12 11-10 0,-1 36-6 0,1 0-3 0,0-24 0 0,-1-12 6 0,38-23-4 0,22-38-4 0,48-22-31 0,-48 22-85 0</inkml:trace>
  <inkml:trace contextRef="#ctx0" brushRef="#br0">15410 11668 23 0,'0'0'0'0,"0"-12"28"0,0-13 1 0,11 25-5 0,1 0-10 0,12 37-5 0,-12-13-3 0,24 12-3 0,-24-12 1 0,0-13 3 0,0-11 3 0,47-59-7 0,48-14-13 0,0 27-100 0</inkml:trace>
  <inkml:trace contextRef="#ctx0" brushRef="#br0">15099 13239 42 0,'0'0'26'0,"-23"0"19"0,35 0-30 0,-1 13 0 0,14 22 1 0,-1-12-4 0,11-23 4 0,24-46-9 0,37-26-2 0,71 1-140 0</inkml:trace>
  <inkml:trace contextRef="#ctx0" brushRef="#br0">2966 7310 0 0,'-24'-12'21'0,"0"12"2"0,0 0 11 0,12-11-23 0,12 11-7 0,12 0-3 0,0 0 0 0,12 0-1 0,0 0 0 0,23-12 0 0,25 12 0 0,23-11-1 0,-12 22-1 0,0-11 3 0,1 0 0 0,-12 0-1 0,-13 0 0 0,-11 0 0 0,0-11 1 0,-14 11 0 0,-9 0-1 0,-1-13-1 0,-1 13-1 0,1 13-49 0,-24-13 24 0</inkml:trace>
  <inkml:trace contextRef="#ctx0" brushRef="#br0">4822 7298 0 0,'-11'-11'12'0,"-14"11"-12"0,25 0-2 0,0 0 2 0,25-12 1 0,-14 12 0 0,25-11-1 0,24 11 1 0,12 0-1 0,-13 0 0 0,13 0 1 0,11 11 0 0,1-11-1 0,-1 0 0 0,-12 0-1 0,1-11 2 0,-25 11-1 0,-23-13 0 0,0 13 0 0,0-12 1 0,-12 12-1 0,-12-12 0 0,25-1-1 0,-14 13-1 0,12 13-11 0</inkml:trace>
  <inkml:trace contextRef="#ctx0" brushRef="#br0">7099 7322 13 0,'0'0'9'0,"-25"0"-3"0,25-12 8 0,0 0 28 0,-12 12-27 0,0 0-13 0,12 0-1 0,12 0 3 0,36-11-3 0,34-12-2 0,14 10 1 0,-1 13-1 0,0-12 2 0,-23 0 0 0,0 12-1 0,-1-13 0 0,-12 13 0 0,-35 0 1 0,0-11 1 0,-24-1 0 0,0 12-2 0,0 0-2 0,0 23-89 0</inkml:trace>
  <inkml:trace contextRef="#ctx0" brushRef="#br0">22316 4132 47 0,'0'0'7'0,"-12"-12"2"0,0 0 32 0,12-12-19 0,12 1-14 0,24-2 0 0,24-21-2 0,-14-15-2 0,-33 13 1 0,-26 13-1 0,2-13-2 0,-14 24 0 0,-9 12-1 0,-2 24-1 0,0 36 0 0,1 23 2 0,-1 1-2 0,13-13 3 0,34-22-3 0,12-26-2 0,25-35 1 0,0-34 3 0,-12-3-3 0,-24 25 3 0,-12 12 4 0,0 24-2 0,12 12-4 0,-2 47 1 0,3 37-1 0,10 59 2 0,-10 12-3 0,10-24 1 0,2-36 1 0,-37-47 2 0,-37-26 0 0,13-45 1 0,-10-37-4 0,22-23-1 0,24-25-1 0,24 2 2 0,22-14-1 0,3-11 1 0,-1 25 0 0,-2 23-1 0,3-2 1 0,-13 14-1 0,-1 11 0 0,1 0 0 0,-24 13 1 0,-12-1 0 0,0 25 0 0,0 11 0 0,0-13 0 0,-12 13 0 0,0 24 0 0,0 12 0 0,0-1-1 0,48-12 1 0,12-10-2 0,-1 11 2 0,-35 12-1 0,-12-1 1 0,11 1 0 0,26-25 0 0,33-22-2 0,15-37 2 0,-2-23-1 0,-11 0 0 0,-25-13 1 0,-23 25 0 0,-24 22 0 0,-12 37 0 0,-36 25 0 0,1 34 0 0,35 12 0 0,12-11-1 0,36-24 1 0,23-24-2 0,25-12-1 0,23-48-1 0,11-35 0 0,2 1 1 0,-25 32 2 0,-71 16 1 0,-24 9 2 0,-37 25-1 0,-9 12 0 0,10 24-1 0,0 12 1 0,36-1-1 0,0-10-1 0,36-14-1 0,46-23-8 0,15-48-3 0,21-11 8 0,14 11 2 0,-25-12 3 0,-60 26 0 0,-47 9 5 0,-34 25 1 0,-27 36-2 0,2 24-4 0,34-26 1 0,25 16-1 0,36-39-1 0,12-35-3 0,0-36 3 0,-24-35 0 0,-12-47-1 0,-1 10 0 0,-34 49 4 0,12 11-3 0,11 49 3 0,-13 23-3 0,13 23 2 0,0 25-1 0,-12 36 1 0,12 0-2 0,12-2 2 0,12 1-1 0,11-22 1 0,12-38-2 0,-10-23 1 0,10-60-1 0,1 1 0 0,-24 11 0 0,-12 24 5 0,-12 24-2 0,0 13-1 0,0 21 0 0,24-9-1 0,11-25 1 0,1-12-1 0,-13-24-2 0,2 25 5 0,-2 34 0 0,25 48 2 0,0 24 4 0,-13 37-6 0,-48 10 0 0,-21-58 0 0,10-61 7 0,12-70-10 0,24-95 7 0,59-2-7 0,1 73-14 0,-36 23-44 0,-25 35-45 0</inkml:trace>
  <inkml:trace contextRef="#ctx0" brushRef="#br0">21745 4417 27 0,'23'-46'19'0,"1"-15"11"0,0 49-13 0,-24 24-6 0,-36 83-2 0,-35 24-5 0,-1 12-1 0,12-34 0 0,-12-26-1 0,14-12 0 0,22-36-1 0,24-11 1 0,0-24 1 0,24-36-4 0,0-11 2 0,12-12-1 0,-12 12 0 0,0 22 1 0,-12 37 1 0,-12 24 0 0,0 73-1 0,-12-3 0 0,36-12-1 0,48-45 0 0,23-37 0 0,12-60-21 0,-72 49-82 0</inkml:trace>
  <inkml:trace contextRef="#ctx0" brushRef="#br0">19851 6215 43 0,'-24'0'11'0,"13"11"7"0,-2-11 2 0,26-34-12 0,22-37-3 0,37-50-2 0,-25-21 2 0,-23 11-4 0,-12 12 0 0,-12 12 1 0,12 11-2 0,-24 37 1 0,0 35 0 0,0 24 0 0,-24 48-1 0,25 35 0 0,-1 24 0 0,12 48 0 0,12 0 0 0,23-48-1 0,13-36 2 0,-11-59-1 0,9-35 1 0,14-73-1 0,-13 0 1 0,-11 25-1 0,-12 37 0 0,-12 34 0 0,12 34 1 0,-12 26-1 0,11 12 0 0,13-37 0 0,0-23 0 0,12-24 0 0,-37-47 2 0,-11-37 0 0,-36 37 2 0,-11 47-2 0,-1 24-4 0,36 12-19 0,12-1-40 0,12-11 15 0</inkml:trace>
  <inkml:trace contextRef="#ctx0" brushRef="#br0">20721 5596 3 0,'11'-36'24'0,"2"11"13"0,-13 25-11 0,0 0-17 0,0 37-4 0,-24 10-1 0,24 13-2 0,-13-12-1 0,13-24 0 0,37-12-1 0,33-35-1 0,2-2-11 0,1-11-22 0,-27 1-30 0</inkml:trace>
  <inkml:trace contextRef="#ctx0" brushRef="#br0">21280 5489 42 0,'0'0'0'0,"12"-12"14"0,1-24 4 0,-13 25-3 0,-13 11-6 0,-11 0-6 0,0 0 1 0,1 23-3 0,-13-12 4 0,11 14-2 0,-11 21-1 0,14 15-1 0,10-25-1 0,12-12 1 0,12-24 0 0,23 0-1 0,1-48 0 0,12 0 1 0,-13 2 0 0,-11 9 0 0,-12 24 0 0,1 26-1 0,10 24 0 0,-12-26 2 0,37-1-1 0,0-10-2 0,12-46 1 0,-25-13 1 0,12-37-2 0,-11-34 3 0,-23 34-2 0,-2 12 1 0,-22 38 0 0,-2 46 0 0,2 71-2 0,-1 59 1 0,24 0 0 0,59-46-1 0,12-60 1 0,-11-36-2 0,-12-71-25 0,-26 12-64 0</inkml:trace>
  <inkml:trace contextRef="#ctx0" brushRef="#br0">22602 4953 43 0,'-13'-12'12'0,"2"-1"11"0,-14 38-16 0,3 46-4 0,22 1-2 0,11-24 0 0,13-1 0 0,24-34-1 0,-1-2 1 0,1-47 0 0,11-10 0 0,-34-15 0 0,-14 13 0 0,-11 25 0 0,-23-13 1 0,10 24-1 0,-10-13-1 0,-1 25 0 0,0 0 1 0,12 0-1 0,0 0 0 0,-11 0 0 0,-2 0 1 0,2 25-1 0,-1-13 0 0,12 12-1 0,-1-12 0 0,38-1 1 0,35 1 0 0,23-35-1 0,12-25 2 0,1 0-2 0,-38 25 0 0,-33-2 2 0,-25 2 1 0,0 12 2 0,0 11-3 0,0 47-2 0,11 72 1 0,2 71 1 0,23-35 1 0,-1-36-2 0,-12-47 2 0,-23-62 1 0,-11-44-2 0,-12-85-8 0,-25-72 1 0,23 24 5 0,14 84 3 0,22 24-3 0,49 23 1 0,23 47-1 0,-47 60 3 0,-47 2-2 0,-50-25 3 0,-10-25-11 0,48-46-54 0,23 10 40 0</inkml:trace>
  <inkml:trace contextRef="#ctx0" brushRef="#br0">23281 4620 24 0,'0'-36'6'0,"-12"-59"25"0,12 59-7 0,0 25-19 0,12 34-3 0,1 84 2 0,-2 12-2 0,24-24-1 0,1-24 0 0,0-34-1 0,-1-26 2 0,1-59-1 0,11-36 0 0,1 26-1 0,-24 34 5 0,-12 24 1 0,0 61-1 0,1 10-3 0,-2-12-11 0,1-36-51 0,-1-23 9 0</inkml:trace>
  <inkml:trace contextRef="#ctx0" brushRef="#br0">23793 4371 46 0,'-12'-13'1'0,"-12"1"-47"0</inkml:trace>
  <inkml:trace contextRef="#ctx0" brushRef="#br0">23102 4679 94 0,'-23'-24'15'0,"34"-34"-13"0,120-38-2 0,48 37-73 0,-143 46 42 0</inkml:trace>
  <inkml:trace contextRef="#ctx0" brushRef="#br0">23829 4608 53 0,'0'0'0'0,"0"12"27"0,10 23-7 0,3 12-13 0,-1 3-5 0,-1-29 0 0,-11-21 1 0,0-10 1 0,13-51-3 0,-1 14 2 0,-1 12 0 0,14 12-2 0,23 23 0 0,-1 0-1 0,-11 23 1 0,-24 0 1 0,-1 2 0 0,-22-2-1 0,11-35 2 0,11-47-3 0,25 11 0 0,0 23 1 0,1 25-1 0,9 25 0 0,1 11 0 0,-22-13-2 0,-13-11-29 0,12 0-69 0</inkml:trace>
  <inkml:trace contextRef="#ctx0" brushRef="#br0">24495 4572 3 0,'0'0'4'0,"36"-25"24"0,-12 2-11 0,-12 0-8 0,-1-2 1 0,-11 2-3 0,0-1-2 0,-11-13-2 0,-1 16 2 0,-12-4 1 0,12 13-1 0,-12 12-1 0,13 12-2 0,-13 47 2 0,-1 12 0 0,2-11-1 0,23-24-2 0,48-48 3 0,23-24-4 0,-24 25 3 0,-11 58-1 0,-12 1-9 0,24-1-69 0,-36-47 40 0</inkml:trace>
  <inkml:trace contextRef="#ctx0" brushRef="#br0">25043 4489 62 0,'-12'-13'35'0,"-35"2"-37"0,35 11-82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13195 2763 3 0,'-12'-13'6'0,"24"13"-3"0,0 0-2 0,11 0 8 0,-23 0 18 0,0 0-13 0,-13 0-7 0,3-12 1 0,-14 12-1 0,0-12-3 0,-12 12-1 0,12 0 2 0,12-11 0 0,12 11-2 0,23-12-1 0,38 12 1 0,34-11 0 0,60-14-1 0,71 25 0 0,36 0-1 0,12 0 5 0,12 0-5 0,-12 0 1 0,-36 0 4 0,-60 0-4 0,-47 0 0 0,-83 0 0 0,-24 0 0 0,-24 0-2 0,-36 12-101 0,24-12 68 0</inkml:trace>
  <inkml:trace contextRef="#ctx0" brushRef="#br0">12992 2858 26 0,'-36'-11'17'0,"1"11"-6"0,11 0 0 0,24 0 8 0,-12 0-11 0,35 0-6 0,86-13-2 0,45 13 2 0,84-12-1 0,60 0 1 0,35 12 1 0,-11-13 0 0,-25 13 1 0,-47-11 5 0,-83-1 3 0,-84-12-1 0,-59 12-5 0,-35-11-5 0,-13 11-13 0,-12 35-89 0,23-11 70 0</inkml:trace>
  <inkml:trace contextRef="#ctx0" brushRef="#br0">2846 5525 0 0,'0'0'0'0,"24"-36"12"0,-24 0 17 0,0-12-7 0,0 13-2 0,0-37-6 0,12 25-2 0,0 11-6 0,-12 36-3 0,24 48 2 0,-12 82 3 0,-12 25-1 0,-24-24-1 0,-12-24-3 0,-11-23-7 0,34-48-43 0,38-36-42 0</inkml:trace>
  <inkml:trace contextRef="#ctx0" brushRef="#br0">3263 5596 94 0,'-24'-11'9'0,"1"11"11"0,-2 0 0 0,2-13-17 0,10 13-28 0,49 0-80 0</inkml:trace>
  <inkml:trace contextRef="#ctx0" brushRef="#br0">4965 5204 32 0,'13'-13'7'0,"10"1"0"0,2-13 17 0,-2 15-13 0,-11-1-4 0,12-2-3 0,24-11-2 0,11 0-1 0,-35 12 1 0,0 1 0 0,-24-2 1 0,-24 13 0 0,-12-12 0 0,13 24-2 0,-13 1 0 0,0-2-1 0,-23 25 1 0,-13-12-2 0,1 10 2 0,10 3-1 0,15 10 0 0,10-10 0 0,24-3 0 0,12 3 0 0,12-13 0 0,34 11 0 0,15 1 0 0,-1 12 0 0,-13 11 0 0,-23-11 0 0,-48 0 1 0,-35-13 2 0,-25-11 2 0,-11-12 0 0,35-12-2 0,24 0-2 0,36-12-1 0,36 12-3 0,36 0-16 0,35 0-11 0,12 0 1 0,-24-24 18 0,-34-11 12 0,-27-1 4 0,2-12-1 0,0 2 7 0,0-15 6 0,-36 13 1 0,0 25-5 0,0 23-7 0,0 82-1 0,0 50 2 0,12 35-1 0,-12-14-2 0,-12-44-3 0,0-38 2 0,0-46 0 0,-12-86 1 0,0-83-6 0,13-9 0 0,11 9-1 0,23 26 2 0,49 47-1 0,-1 58 0 0,-11 60 0 0,-36 24 2 0,-84 2 1 0,-35-25 1 0,23-37-19 0,84-46-62 0,12 22 48 0</inkml:trace>
  <inkml:trace contextRef="#ctx0" brushRef="#br0">5550 5548 15 0,'0'0'0'0,"11"24"46"0,-11 0-17 0,0-24-17 0,24-24-6 0,36-59-3 0,-12-47-1 0,11-25-2 0,1 47-1 0,-38 61 0 0,-22 22 1 0,-34 25 0 0,-2 48 2 0,-12 34-2 0,13 39 0 0,35-3 0 0,23-22 0 0,25-50 0 0,-12-9 1 0,10-49 0 0,3-34 0 0,-1-15-1 0,11 25 0 0,-23 12 1 0,-24 24-2 0,-1 24 1 0,2 23 0 0,10 3 1 0,13-16-1 0,12-10 0 0,11-24 0 0,25-37 0 0,-13-21-1 0,1-49 0 0,-25-36 1 0,1-1 0 0,-25 50 0 0,-23 33-1 0,0 61 1 0,-23 50 2 0,-13 55-1 0,12 27 1 0,36-1-1 0,25-36 1 0,22-35-2 0,0-26-9 0,-11-34-35 0,-24-34-21 0</inkml:trace>
  <inkml:trace contextRef="#ctx0" brushRef="#br0">6550 5298 42 0,'-24'-23'7'0,"-24"11"-1"0,120 0 2 0,47-12-7 0,-13 1-25 0,-81 10-13 0</inkml:trace>
  <inkml:trace contextRef="#ctx0" brushRef="#br0">6049 5024 98 0,'0'0'0'0,"-107"-23"9"0,131 23-9 0,84 0-54 0,-85 0 15 0</inkml:trace>
  <inkml:trace contextRef="#ctx0" brushRef="#br0">8217 4846 86 0,'0'0'1'0,"-60"-23"2"0,25 10 9 0,-26 49 1 0,-21 46-1 0,-2 26-4 0,12 10-4 0,49 3-3 0,46-26 0 0,26-24 0 0,22-35 1 0,1-24-1 0,-1-12 0 0,0-25-3 0,1-22 2 0,-13 0 0 0,2-14 1 0,-14 3-1 0,-35 11 0 0,-1 22-1 0,-11-10 1 0,-11 11 0 0,-1 12 0 0,12 12 0 0,-13 0 0 0,-10 25 2 0,12-4-1 0,34 4-1 0,36 0 0 0,25-2-1 0,-14 13 1 0,-57 10 0 0,-37 4 1 0,-1-27 0 0,25 0 0 0,61-11-2 0,34-12 0 0,-11-35 1 0,-13-1 0 0,-35-24 0 0,-12 37 1 0,-24 11 1 0,12 24-2 0,-1 34 1 0,1 4-1 0,24-16-1 0,12-22 1 0,22-24 1 0,2-47 1 0,-12-37-3 0,0-22 0 0,-25 22 1 0,-23 37-3 0,-12 11 3 0,-12 36 2 0,-23 35 0 0,-1 85 3 0,23 23-2 0,13 11-2 0,36-34-2 0,-11-48-24 0,-2-36-90 0</inkml:trace>
  <inkml:trace contextRef="#ctx0" brushRef="#br0">9288 5108 47 0,'0'0'16'0,"25"-36"-1"0,82 0-9 0,12 12-56 0,-107 13 24 0</inkml:trace>
  <inkml:trace contextRef="#ctx0" brushRef="#br0">9027 4857 92 0,'-36'-11'9'0,"-35"-1"-12"0,142 12-78 0</inkml:trace>
  <inkml:trace contextRef="#ctx0" brushRef="#br0">9539 5417 81 0,'-36'13'10'0,"48"-2"-12"0,59-47 11 0,1-10 0 0,11-15-2 0,-23 14-5 0,-13-13-2 0,-47 2 1 0,-23 33-1 0,-1 13 9 0,-12 12-6 0,12 37-1 0,0 34-1 0,12-12 2 0,12 24-3 0,36-47 2 0,12-13-2 0,23-11 0 0,-11-24 0 0,-2-23 2 0,3-1-2 0,-14-23 1 0,-10 11-1 0,-14-12 0 0,-12 26-1 0,-11-3 0 0,0 13 1 0,-11 12 1 0,-1 12 2 0,1 0-1 0,11 12-1 0,23-1 0 0,-12 2-1 0,-11 11 2 0,0-11 0 0,13-2-1 0,-1-1 0 0,-12-10-1 0,-25 13 2 0,14-1 0 0,-1-12-1 0,24 0 0 0,24 12-1 0,11-12 0 0,1 13 0 0,0-2 1 0,-14-11-1 0,-21 0 1 0,-13-11-1 0,0 11 1 0,-34 34-1 0,9 3 0 0,13 22 1 0,24-11-1 0,24-25 0 0,10-11 0 0,3-12 0 0,-2-47 0 0,0-14 1 0,-22 15-1 0,-1 10 0 0,-1 24 0 0,-23 24 1 0,0 47 1 0,0 1 0 0,0-1-2 0,24-23-7 0,25-24-32 0,-2-12-70 0</inkml:trace>
  <inkml:trace contextRef="#ctx0" brushRef="#br0">10849 4978 99 0,'-12'-25'9'0,"-36"0"-5"0,84 25-40 0,-24 13-25 0</inkml:trace>
  <inkml:trace contextRef="#ctx0" brushRef="#br0">11206 5417 73 0,'-12'0'4'0,"12"13"-2"0,72-26 0 0,-13-22 1 0,-35-13 1 0,-24-23 4 0,-24 12-2 0,-12 22-1 0,-10 14 1 0,9-1 0 0,-11 24 0 0,24 13-1 0,-12 8-1 0,0 29 2 0,2 9 1 0,-3 0-3 0,37-11 0 0,0-25-1 0,60-23 1 0,12-11-2 0,-37-1-1 0,-11 47-2 0,-12 13 2 0,24-37-27 0,23 2-101 0</inkml:trace>
  <inkml:trace contextRef="#ctx0" brushRef="#br0">2906 7214 48 0,'-12'-23'22'0,"-12"0"-13"0,36-2 23 0,-12-9-8 0,0 9-9 0,12 13-10 0,48-11 0 0,11-1-3 0,23 12 2 0,-33 37-5 0,-25 9 3 0,-25 3 1 0,-22 34 2 0,-25 0-2 0,-25 13 1 0,-10-13-2 0,35-12 3 0,0-11-3 0,14-12 0 0,-14-13-1 0,12 0 0 0,0-10 1 0,24-1 1 0,0-12-2 0,48 0 3 0,35-12-4 0,35 12 2 0,2 0-4 0,-48 0 7 0,-49 0-2 0,-10 0 0 0,-13 0-2 0,0 0-43 0,0-13-91 0</inkml:trace>
  <inkml:trace contextRef="#ctx0" brushRef="#br0">3860 7358 161 0,'-37'0'3'0,"13"0"2"0,24 0 13 0,0 0-6 0,0 0-9 0,24 0-3 0,0 0-19 0,-11 11-124 0</inkml:trace>
  <inkml:trace contextRef="#ctx0" brushRef="#br0">5310 7168 67 0,'-46'-25'22'0,"46"14"-5"0,24-1 6 0,70 1-9 0,49-2-5 0,36 1-5 0,-24 0-1 0,-72-1-1 0,-71 3 0 0,-35-14-2 0,-25 12 0 0,-23 12 0 0,11 12-1 0,12 35 0 0,25 37 0 0,12 24 0 0,11 22 0 0,0-11 2 0,0-24-2 0,-25-35-1 0,-23-37-4 0,-11-23 6 0,-1 0 0 0,24-12 0 0,25 1 4 0,46-1 1 0,72 1 0 0,36-14-3 0,-59 13-2 0,70 12-47 0,-118 12-52 0</inkml:trace>
  <inkml:trace contextRef="#ctx0" brushRef="#br0">6645 7084 42 0,'0'-35'37'0,"-36"-1"-10"0,-11 0 2 0,-13 24-13 0,24 35-9 0,-11 38-2 0,11 46-1 0,24 47 1 0,-1 26-1 0,2-2 1 0,11-25-3 0,-11-44-1 0,-13-50 1 0,-1-35-11 0,-22-48-45 0,22-35-45 0</inkml:trace>
  <inkml:trace contextRef="#ctx0" brushRef="#br0">6097 7679 50 0,'0'-11'16'0,"-35"-49"27"0,82 1-16 0,72 11-5 0,72 12-7 0,-37 24-9 0,-70 12 1 0,-60-13-4 0,0 13-8 0,46 13-53 0,-34-13-20 0</inkml:trace>
  <inkml:trace contextRef="#ctx0" brushRef="#br0">8431 7143 44 0,'0'-34'23'0,"12"-3"-11"0,12 14 17 0,-12 23-9 0,0 119-2 0,-12 95-8 0,-24 60-5 0,-12-48-3 0,13-82 0 0,11-50-6 0,12-70-23 0,-13-71-87 0</inkml:trace>
  <inkml:trace contextRef="#ctx0" brushRef="#br0">8408 7156 40 0,'0'-13'7'0,"47"-46"18"0,1 47 18 0,34 72-18 0,-10 35-17 0,-37-12-4 0,-70 1 2 0,-83-25-2 0,-38 1-9 0,109-49-71 0</inkml:trace>
  <inkml:trace contextRef="#ctx0" brushRef="#br0">8943 7239 20 0,'12'-48'19'0,"-12"13"32"0,11-1-12 0,2 25-25 0,-1 34-11 0,-12 36 5 0,0 14-4 0,-12-2 1 0,12-24-3 0,12-23-2 0,12-24 2 0,47-60 1 0,-12-11-3 0,1 10 2 0,-36 15-3 0,-1 34 3 0,-10 12-4 0,-13 35 3 0,0 13-2 0,12 11 2 0,-1-11-2 0,14-25 2 0,22-23-1 0,13-23 1 0,10-25 0 0,-21 1 0 0,-13-1 0 0,-14-23-1 0,-9 23 0 0,-1 2 0 0,-24 33 1 0,-1 1-2 0,-21 12 2 0,-3 12-1 0,26 1 0 0,35-2 0 0,34 12 0 0,-9 14-1 0,-26 22 0 0,-10-13 1 0,-13-9 0 0,23-13 0 0,50-24 0 0,9 0-1 0,26-48 1 0,-26 1 2 0,-22-24-2 0,-24 11 2 0,-36 24-2 0,-23 36-1 0,-37 25 1 0,11 33 0 0,38 2 0 0,83-13 0 0,35-23 0 0,12-12 1 0,-48-24 0 0,-48 12-10 0,-34-13-49 0,11 13-16 0</inkml:trace>
  <inkml:trace contextRef="#ctx0" brushRef="#br0">11504 7072 19 0,'11'-23'7'0,"62"-38"2"0,9 2 11 0,-34 13 13 0,-36 9-7 0,-12 13-12 0,-36 12-9 0,-23 12 1 0,12 48-5 0,34 23 1 0,73 1-1 0,-1-1 0 0,-59-23 0 0,-72-25 0 0,-11-23 1 0,48 0-2 0,46 0 0 0,73-11-2 0,35-12 0 0,12-27 1 0,-36-32 2 0,-47 22 6 0,-48 49-3 0,11 93-1 0,-11 26-1 0,0 10 0 0,0-10 0 0,13-36-1 0,-13-47 2 0,-13-50 0 0,13-71 2 0,0-70-6 0,48-12 0 0,0 57 1 0,-12 98-3 0,11 46 1 0,-35 50 3 0,-35-2-2 0,-73-47 2 0,1-48 0 0,46-12-1 0,27 36-1 0,44 47 0 0,63 3 1 0,58-39 0 0,-12-47 0 0,-37-36 0 0,-46-36 1 0,-23 37 0 0,-25 48-1 0,0 46-1 0,11 37 1 0,25 1 0 0,12-15 1 0,-1-34 0 0,1-12 0 0,-2-35 0 0,3-38 0 0,-1 27-1 0,-13 10-2 0,-24 0-10 0,2 12-19 0,23-10-35 0,-13 9 17 0</inkml:trace>
  <inkml:trace contextRef="#ctx0" brushRef="#br0">12659 6167 38 0,'-24'-23'29'0,"12"23"-11"0,-12 35 10 0,-12 49-9 0,0 59-9 0,25-1-5 0,11 1-3 0,24-35-1 0,-12-61-5 0,-12-23 4 0,11-36-1 0,25-36 1 0,12 0 0 0,-12 1 1 0,23 10-1 0,-11 3 1 0,-13 10-1 0,-11 11 3 0,-12 38 0 0,-12 21 0 0,-12 27 3 0,-1-25-5 0,13-14 2 0,36-21-1 0,0-13 2 0,36-47-4 0,-12-37 2 0,23-11-3 0,-11 0 0 0,-25-1-1 0,-36 14 2 0,2 45-1 0,-1 3 2 0,-1 34-2 0,-11 46 3 0,-36 61 0 0,0 12 1 0,26 1-5 0,45-49 3 0,12-11-17 0,-11-49-65 0,-23-11 34 0</inkml:trace>
  <inkml:trace contextRef="#ctx0" brushRef="#br0">13242 6632 92 0,'-25'-36'19'0,"110"24"-12"0,45-12-2 0,-34 12-4 0,-60 12-15 0,-23-12-70 0</inkml:trace>
  <inkml:trace contextRef="#ctx0" brushRef="#br0">12849 6297 129 0,'-107'-34'20'0,"119"34"-30"0,70 24-104 0</inkml:trace>
  <inkml:trace contextRef="#ctx0" brushRef="#br0">10003 8501 39 0,'24'-60'25'0,"12"13"-6"0,0 35 0 0,-25 37-6 0,-11 21 2 0,0-10-5 0,0-13 1 0,0-34-3 0,-11-12-5 0,11-14-1 0,11 3 0 0,2-27-2 0,-13 14 1 0,0-13 0 0,0-11 0 0,0 34 0 0,0 14-1 0,11 12 0 0,12 11 0 0,-23 34 3 0,-11 62 2 0,-25 47-2 0,25 12-2 0,-13 12 1 0,24-37-1 0,-12-22 2 0,12-37-1 0,0-35 1 0,0-25-2 0,0-11-1 0,0 13 2 0,23-13-2 0,48 0 1 0,13 0 0 0,0 0-2 0,-37 12 1 0,1-12-4 0,-12 0-30 0,-1-12-99 0</inkml:trace>
  <inkml:trace contextRef="#ctx0" brushRef="#br0">10515 8918 84 0,'0'0'10'0,"48"-12"3"0,23-1-4 0,25-21-7 0,-37-14-1 0,-23 0 1 0,-48 12 0 0,-25 13 0 0,-22 23 0 0,-24 34 2 0,23 16 4 0,13 8-4 0,47 2-2 0,60-2-1 0,11-8-1 0,13-27 0 0,11-12-29 0,-36-11-63 0</inkml:trace>
  <inkml:trace contextRef="#ctx0" brushRef="#br0">11313 8846 16 0,'0'0'0'0,"12"-35"33"0,-12-1-7 0,-25 12-7 0,-9 11-4 0,11 2-6 0,-2-1-2 0,-11 24-1 0,-12 36-2 0,1-1-1 0,22 1-2 0,14-12-1 0,47-24 1 0,23-37 2 0,1-22-2 0,-23 23 0 0,-14 13-1 0,-23 22 3 0,11 26-2 0,12-3-1 0,26-9-3 0,9-13-20 0,14 1-38 0,12-63 0 0</inkml:trace>
  <inkml:trace contextRef="#ctx0" brushRef="#br0">11706 8775 3 0,'48'-60'15'0,"58"-59"23"0,-22-12-22 0,-61 0-6 0,-10 24 11 0,-49 82-1 0,-12 75-5 0,-11 80-3 0,23 50-6 0,23 9-4 0,13-47 0 0,25-10-1 0,-25-61-14 0,-12-48-62 0,-1-23 33 0</inkml:trace>
  <inkml:trace contextRef="#ctx0" brushRef="#br0">11670 8799 68 0,'-35'-36'21'0,"11"-35"4"0,83 23-11 0,72 0-12 0,96 25-26 0,-144 23-49 0</inkml:trace>
  <inkml:trace contextRef="#ctx0" brushRef="#br0">12872 8562 83 0,'0'0'0'0,"-11"-13"11"0,22 47 6 0,-11 39 3 0,0-25-11 0,-11-1-4 0,11-35-1 0,0-12 1 0,0-48-2 0,36 0-2 0,0 1-1 0,-1 0 1 0,14 23-2 0,-2 12 1 0,-1 24 0 0,-21 12 0 0,-13 11 0 0,0 1 1 0,12 0-1 0,10-1 0 0,15-23 1 0,34-24 0 0,-11-23 0 0,23-1-1 0,-47 0 1 0,-14 36-1 0,-21 25-1 0,-1 9 1 0,24 3 0 0,12-26 1 0,11-11 0 0,-23-35-1 0,-12-37 2 0,-37 1 0 0,-23 35-2 0,-11 24-2 0,12 12-13 0,35 23-12 0,46 27-13 0,51-16 16 0,46-10 20 0,11-11 16 0,1-38 9 0,-83 0-2 0,-61-9 0 0,-83 10-12 0,-22 11-5 0,-25 38-1 0,46 11-1 0,62 24 0 0,35-26 0 0,48-9 2 0,22-50-2 0,-10-46 2 0,0-60 0 0,-1-35 0 0,-35 48-1 0,-36 57 0 0,-12 49-2 0,-36 12 1 0,-24 60 2 0,13 24 0 0,35-2-3 0,47 14 2 0,37-25-1 0,35-23 3 0,24-35-2 0,12-50 1 0,0-35-1 0,-84 1 2 0,-59 12-1 0,-59 59-2 0,-25 59 1 0,61 12 0 0,106 13-1 0,48-13 1 0,0-35 2 0,-48-60-1 0,-35-23 0 0,-36 23-42 0,-12 24-31 0</inkml:trace>
  <inkml:trace contextRef="#ctx0" brushRef="#br0">6157 10442 63 0,'-24'-12'38'0,"24"12"-35"0,12 0 14 0,48 0-9 0,22-24 2 0,25 1-5 0,-23-2-4 0,-23-10 0 0,-50 11 1 0,-11-13-2 0,-11 3 1 0,-14 10-1 0,-11 11 0 0,-12 38 0 0,-24 21 0 0,38 15 0 0,-3 33 0 0,37-10 0 0,37 0 0 0,33-49 0 0,38-46 0 0,-1-49 1 0,-11-22-1 0,-26-50-2 0,-34 13 2 0,-23 10 0 0,10 38 2 0,-10 37 4 0,-13 57 0 0,-24 109 2 0,-1 34-3 0,25-35-3 0,25-36-1 0,-1-35-20 0,-13-49-117 0</inkml:trace>
  <inkml:trace contextRef="#ctx0" brushRef="#br0">7371 10251 104 0,'24'-35'7'0,"12"-1"9"0,-23 0-3 0,-13 12-6 0,-49 24 0 0,-22 0-1 0,10 48-2 0,27 0-4 0,22 23 0 0,47-12 0 0,37 25-1 0,-36-26 0 0,-61-21 2 0,-34-24 2 0,12-50 0 0,23-10-2 0,11 23 0 0,26 24-2 0,11 24 0 0,10 10 1 0,15-9 0 0,34-13-1 0,13-36 2 0,11-10-1 0,-12-3 1 0,-36 1 0 0,-11-23-1 0,0-25 1 0,-37 13-1 0,-11 23 1 0,-23 48-1 0,-37 12 2 0,0 48-1 0,37 11-1 0,35 12 0 0,59-24 1 0,12-22 0 0,37-37-1 0,-13-24 1 0,-36-12-7 0,-35 25-134 0</inkml:trace>
  <inkml:trace contextRef="#ctx0" brushRef="#br0">8491 11610 53 0,'0'0'-5'0,"0"0"-4"0,12 11-29 0</inkml:trace>
  <inkml:trace contextRef="#ctx0" brushRef="#br0">8549 11621 0 0,'13'0'7'0,"-13"-24"18"0,0 12-23 0,0 0-18 0,0 12 13 0,-13 0 18 0,3-13 23 0,10 2-12 0,-12 11-8 0,12 0-8 0,12-12 0 0,-12 12-1 0,0-11-4 0,10 11-4 0,-10 0 1 0,0-13-2 0,13 1 1 0,-13-11-1 0,0 0 1 0,0 10-1 0,12 1 1 0,-12-13-1 0,11 2 0 0,-11 0 0 0,13 23-1 0,-13-12 0 0,0-1 1 0,-13 2 1 0,13 11-1 0,0 0 1 0,0-12-1 0,-11-12 0 0,11 12 1 0,-12 12-1 0,-1 0 0 0,13 0 1 0,-22-12-1 0,10 12 0 0,-12 0 0 0,24 12 0 0,0-12 0 0,0 0 0 0,0 0 0 0,-12 0 0 0,12 0 1 0,12 0-13 0,12-12-35 0,0-11 41 0,-24-13 9 0,0 0 8 0,0 0 3 0,0-11-3 0,0 47-5 0,0 23 1 0,-12 98 3 0,0 68-4 0,0 49-5 0,24 13-1 0,12-85 0 0,-14-59 0 0,3-70-7 0,10-87-14 0,-23-55 9 0,-11-27 8 0,-36 25 4 0,-13 24 0 0,12 11 0 0,25 25 0 0,10 23 3 0,13 24 5 0,0 24-1 0,36-1-2 0,0-11-2 0,36-37 0 0,11-46-2 0,-1 0 4 0,-33 37-1 0,-37 34-3 0,-12 23 2 0,0 12-1 0,11-11-2 0,25 12 1 0,0 1-1 0,-12-3 0 0,0-22 2 0,12-24-1 0,23-35-1 0,25 10 0 0,-38 3 5 0,-10 21-2 0,-23 37-1 0,-1 12 0 0,-37 1 1 0,14-16-1 0,11-21 1 0,24-46-1 0,23-13-1 0,13 22-2 0,-12 37 1 0,-13 48-1 0,13 25 1 0,-36-27-7 0,-12-21-27 0,-24-38-40 0,24-24 18 0</inkml:trace>
  <inkml:trace contextRef="#ctx0" brushRef="#br0">9301 11168 114 0,'0'0'0'0,"-24"-36"-9"0,35 49-78 0</inkml:trace>
  <inkml:trace contextRef="#ctx0" brushRef="#br0">9825 11478 126 0,'12'0'2'0,"11"-12"-1"0,1-36 1 0,-37 1 0 0,-46 35 5 0,-24 24 2 0,0 47-5 0,23 12-4 0,60-12 0 0,47-34 0 0,37-37 1 0,11-60-3 0,-23-47 1 0,-36-47 1 0,-24 106 2 0,-48 60 2 0,-12 84 1 0,37 35-3 0,45-23-2 0,51-50 2 0,22-34-17 0,12-24-103 0</inkml:trace>
  <inkml:trace contextRef="#ctx0" brushRef="#br0">10861 11382 150 0,'0'0'0'0,"-12"-35"-6"0,36 35 10 0,-1 24 1 0,0 23-3 0,-23 1 1 0,-11-13-2 0,-1-10 1 0,-11-14 1 0,11-70-2 0,12-14 1 0,22 27-3 0,14-2 1 0,25 37 1 0,-2 11-3 0,-11 59 4 0,-24 0-1 0,-24-11 2 0,-13 12-4 0,13-37-18 0,36-12-39 0,-12-11-19 0</inkml:trace>
  <inkml:trace contextRef="#ctx0" brushRef="#br0">11349 11405 92 0,'0'0'0'0,"-13"-23"16"0,26 23-2 0,11 0-5 0,35 12-7 0,13-24-2 0,-13-23 0 0,-34-12 2 0,-25-3-2 0,-13 16 2 0,-23 22 3 0,-35 37 1 0,-12 21-3 0,11 2 0 0,36-12-3 0,48 10 1 0,35 4-2 0,13-16 3 0,12-10-1 0,-1-36 2 0,25-47 0 0,11-1-2 0,-12 1 0 0,-47 23-1 0,-24 12 1 0,-13 11 0 0,13 38-1 0,-1 47 1 0,26 11 0 0,-2 0-6 0,-11-36-23 0,-12-22-64 0,-24-25 60 0</inkml:trace>
  <inkml:trace contextRef="#ctx0" brushRef="#br0">12194 11300 92 0,'0'-13'18'0,"-71"49"-2"0,-24 46 0 0,-13 14-15 0,48-24-7 0,73-35-34 0,23-37-46 0</inkml:trace>
  <inkml:trace contextRef="#ctx0" brushRef="#br0">12504 11024 103 0,'0'0'0'0,"48"-71"26"0,-48 84-11 0,-48 82-2 0,1 36-6 0,34-12-5 0,60-25-1 0,25-33-5 0,0-38-57 0,-60-46-10 0</inkml:trace>
  <inkml:trace contextRef="#ctx0" brushRef="#br0">12432 11145 104 0,'0'0'0'0,"-48"-25"25"0,73 13-11 0,70 1-9 0,36 11-5 0,-37 23-24 0,-45-11-86 0</inkml:trace>
  <inkml:trace contextRef="#ctx0" brushRef="#br0">13909 11347 20 0,'-48'0'44'0,"13"0"-5"0,22-13-14 0,13 2-13 0,25-12-5 0,-2-14-4 0,-11-10-1 0,-12-1-2 0,-24 12 1 0,-12 24 0 0,-11 0-1 0,11 24 0 0,-11 13 0 0,11 9 0 0,-34 27 1 0,21 10-1 0,25 0 0 0,36-48 0 0,49-23 1 0,21-46 0 0,-11 34 0 0,-60 24-2 0,25 23 2 0,0 1-2 0,48-24 1 0,11-49 2 0,13-21 0 0,-25-39-2 0,-12-45 0 0,-24-36-1 0,2 59 3 0,-49 106-2 0,12-21 0 0,-24 21-1 0,-37 73-1 0,26 71 2 0,12 35 0 0,45-34-1 0,15-38 1 0,10-57 1 0,1-74-1 0,35-68-5 0,-13-50-4 0,-21-13 6 0,-50 73 3 0,-22 35 2 0,-1 36 1 0,-1 72-2 0,-23 59 2 0,14 24-2 0,22 1-1 0,11-48 1 0,25-26-1 0,36-45 2 0,12-38-1 0,10-10 0 0,-10-26-1 0,-26 14 0 0,-22-24 0 0,-11 0 1 0,-25 23-1 0,-12 36 0 0,-12 12 0 0,-1 12 1 0,14-1-1 0,11 14 0 0,11-13 0 0,38-1 0 0,-2 12 0 0,-11 14 0 0,-25 22 0 0,-11-11-1 0,13-24 2 0,35-12-1 0,35-37 1 0,-12-34-1 0,-35 36 0 0,-24 23 1 0,-24 48 0 0,12-1-2 0,12-23-24 0,24-24-86 0</inkml:trace>
  <inkml:trace contextRef="#ctx0" brushRef="#br0">15672 10798 19 0,'0'0'-12'0</inkml:trace>
  <inkml:trace contextRef="#ctx0" brushRef="#br0">14028 10919 110 0,'-13'-25'13'0,"13"0"-11"0,179-21 0 0,155-2-11 0,-60 24-99 0</inkml:trace>
  <inkml:trace contextRef="#ctx0" brushRef="#br0">15874 10572 76 0,'0'-11'8'0,"0"-25"26"0,12 24-22 0,-24 60-2 0,-48 71-1 0,12 24-5 0,37-36-3 0,11-47 1 0,36-49 0 0,35-22-5 0,-11 11 0 0,-50 71 2 0,-44 0 0 0,-38-35 1 0,1-48 2 0,35-47 0 0,24-14-1 0,24 62-3 0,12 22 2 0,12 26 0 0,35-13-1 0,24-24 2 0,13-48-1 0,-37-11 1 0,-48 34-1 0,-23 25 2 0,-23 13 0 0,10 34-1 0,38-11 0 0,34-24 0 0,2-12 0 0,-14-24 0 0,-12 11-1 0,-35 26 0 0,-12 24-1 0,35-3 2 0,62-34-1 0,22-34 1 0,-13-27-1 0,2-46-1 0,-24-48-2 0,11-35 1 0,-60 96 2 0,-46 69 2 0,-60 50 2 0,-13 93-1 0,73 48-4 0,82-23 2 0,35-47 0 0,27-62 1 0,-27-80 1 0,15-50-1 0,-62 37-2 0,-47 71 0 0,-24 59 0 0,24 1 0 0,47-1-2 0,25-35-33 0,-48-36-70 0</inkml:trace>
  <inkml:trace contextRef="#ctx0" brushRef="#br0">16850 10597 148 0,'0'-12'2'0,"59"-48"1"0,156 36-3 0,22 24-1 0,-140 0-80 0</inkml:trace>
  <inkml:trace contextRef="#ctx0" brushRef="#br0">18875 10346 150 0,'0'0'1'0,"-36"60"-3"0,-23 119 4 0,23-13-1 0,24-11-5 0,0-37-30 0,0-68-59 0</inkml:trace>
  <inkml:trace contextRef="#ctx0" brushRef="#br0">18506 10787 105 0,'0'0'0'0,"-25"-12"6"0,85-36 12 0,107 14-6 0,-24 68-11 0,-83 50-1 0,-36 24-1 0,23-61 3 0,36-60 4 0,13-58-3 0,-86 0 1 0,-80 47-13 0,-49 35-22 0,83 2-55 0,36-13 62 0</inkml:trace>
  <inkml:trace contextRef="#ctx0" brushRef="#br0">19720 10739 65 0,'47'-59'10'0,"-11"22"2"0,-36 26-6 0,-23-1-3 0,-26 12 3 0,3 0-3 0,46 0-2 0,10 0-1 0,3 23 0 0,-13 14 0 0,-13 10 0 0,13-23 0 0,0-24 2 0,0-24-1 0,-22-23-2 0,22 35 0 0,12-13 3 0,-2 14 0 0,-20 22 1 0,10 26-3 0,23 10-1 0,13 24 0 0,12-10 1 0,-48-26 0 0,-61-23 2 0,-9-49 0 0,10 3-1 0,60 22-2 0,12 37 0 0,70 9 0 0,39-10 1 0,9-61 0 0,-34-21 1 0,-13-26 1 0,-60 61 4 0,-23 58-4 0,-36 85-2 0,13 34 1 0,12 1 0 0,-1-36 0 0,12-83 0 0,12-72 5 0,22-95-9 0,39-106-13 0,22 57 6 0,-59 157 8 0,-25 71 4 0,-22 23-1 0,-37-12 1 0,-23-59 0 0,47-46-1 0,12 33-1 0,12 37 0 0,47 11 0 0,49-35 0 0,59-59 0 0,-36-37-2 0,-12-58-4 0,-60-14 7 0,-47 86 1 0,-24 59 4 0,-12 46-3 0,-11 48 1 0,22 48-4 0,38 12 0 0,35-23 0 0,-1-49 1 0,13-47 0 0,23-49 0 0,-23 3-2 0,-24 21 1 0,-36 37-1 0,0 12 2 0,36-12-2 0,34-24 2 0,26-37-1 0,11-45 0 0,-24-37 1 0,-47 60-1 0,-24 46 0 0,-35 49 1 0,-2 46-1 0,14 26 1 0,47 0-12 0,-13-37-26 0,1-59-31 0</inkml:trace>
  <inkml:trace contextRef="#ctx0" brushRef="#br0">21399 10572 3 0,'12'-11'5'0,"82"-37"16"0,14-11-10 0,-71 22-51 0</inkml:trace>
  <inkml:trace contextRef="#ctx0" brushRef="#br0">21423 10107 49 0,'-12'-34'23'0,"12"47"-7"0,0 129 2 0,-24 97-7 0,1-2-8 0,23-59-2 0,11-70-11 0,1-85-25 0,-12-23-37 0</inkml:trace>
  <inkml:trace contextRef="#ctx0" brushRef="#br0">21280 10561 68 0,'-24'-12'15'0,"12"1"1"0,73-2-11 0,57 13-4 0,13-12 0 0,-72 0-19 0,-35-22-64 0</inkml:trace>
  <inkml:trace contextRef="#ctx0" brushRef="#br0">21124 10417 91 0,'-58'-23'13'0,"70"23"-16"0,24 0-86 0</inkml:trace>
  <inkml:trace contextRef="#ctx0" brushRef="#br0">6669 12133 12 0,'0'-12'10'0,"48"-24"20"0,-13 0-9 0,24 36-14 0,1 0-4 0,23 72 2 0,-83-26 2 0,-23 27 0 0,-24 9-3 0,-1 2-2 0,-24-13-1 0,-23 0 1 0,-35-10 1 0,-26-1 0 0,-12-13 0 0,-45-10-1 0,-25-16-2 0,-24-21 1 0,0-46 0 0,-36-13-2 0,-24-25 0 0,-23-11 1 0,0-23-2 0,0-37 3 0,23 0 1 0,13-48 4 0,-1 0-4 0,12-11 1 0,36 1-1 0,24-26-2 0,36-12 4 0,11-34-3 0,25-1 2 0,35 12-2 0,23 1 0 0,37-3 2 0,47-8-2 0,48 22-1 0,47 46 1 0,47 15-2 0,38 34-1 0,23 36 2 0,-1 23 2 0,-23 62-1 0,-24 10 0 0,-47 13 0 0,-1-2 0 0,-1 13 0 0,-46 12 0 0,-36 0-1 0,-70 0 1 0,-49 12-1 0,-1-24 0 0,1 12 0 0,48-13 1 0,23-8-2 0,35 8 2 0,13 13-1 0,36 0 2 0,60-12-1 0,35 12 0 0,0 12-1 0,-23 22 2 0,-73 16 2 0,-35 21 2 0,-59-12 0 0,-13 12-4 0,1-23-1 0,-13 13-13 0,25-3-145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8658 11740 84 0,'-12'-12'-6'0,"-13"24"-4"0,25 0 26 0,0 22 4 0,0 16 0 0,13 8-11 0,10-34-1 0,37-60-1 0,59-35-12 0,11 0-111 0</inkml:trace>
  <inkml:trace contextRef="#ctx0" brushRef="#br0">8503 13896 78 0,'0'0'3'0,"-12"34"-3"0,12 3 5 0,24-3 1 0,35-57-2 0,48-38-4 0,12 40-47 0,-83 21 3 0</inkml:trace>
  <inkml:trace contextRef="#ctx0" brushRef="#br0">8372 15370 110 0,'-23'13'22'0,"34"35"-17"0,72-38 1 0,144-92-25 0,-120 11-67 0</inkml:trace>
  <inkml:trace contextRef="#ctx0" brushRef="#br0">10991 4823 37 0,'13'-37'50'0,"22"37"-27"0,13 60-10 0,-12 11-4 0,-13 1-3 0,-23-37-1 0,-23-23 5 0,-2-12-7 0,14-58 1 0,11-3-4 0,11 1 0 0,25 26-1 0,12 34 2 0,0 23-2 0,-1 13 1 0,1 10 1 0,-24-21 0 0,-24-13 0 0,-13-24 3 0,13-24-3 0,25-35-1 0,10 35-1 0,12 36 1 0,-22 13-3 0,-14 21 4 0,14 14-11 0,-2-12-61 0,-11-24 6 0</inkml:trace>
  <inkml:trace contextRef="#ctx0" brushRef="#br0">11801 4763 7 0,'0'-11'12'0,"0"-26"32"0,-23 13-18 0,-1 1-16 0,-12 23-6 0,0 11 1 0,1 25 0 0,-1 12-1 0,13-1-2 0,34-23 0 0,12-12 1 0,13-24-1 0,0-12-2 0,-12 12 0 0,-24 24 0 0,12 24 1 0,12-12 1 0,23-24-1 0,12-36 0 0,-23-25 0 0,-23 27 0 0,-13 22 2 0,22 58-1 0,3 27 1 0,-14-2 1 0,2-10 0 0,-49 10 0 0,-23-37-2 0,11-9-8 0,35-50-58 0,13 14 0 0</inkml:trace>
  <inkml:trace contextRef="#ctx0" brushRef="#br0">11956 4465 119 0,'-83'-60'9'0,"59"60"-23"0,71 12-74 0</inkml:trace>
  <inkml:trace contextRef="#ctx0" brushRef="#br0">12266 4620 59 0,'-36'-23'50'0,"60"10"-54"0,119-24 1 0,-60 26-8 0,-11 11-62 0</inkml:trace>
  <inkml:trace contextRef="#ctx0" brushRef="#br0">12325 4727 99 0,'-23'0'8'0,"-13"-12"4"0,118-1-12 0,74-10-100 0</inkml:trace>
  <inkml:trace contextRef="#ctx0" brushRef="#br0">12956 4392 58 0,'-35'-21'27'0,"47"32"-16"0,-1 49 10 0,-22 11-11 0,-1 0-8 0,12-12-28 0,0-23-62 0</inkml:trace>
  <inkml:trace contextRef="#ctx0" brushRef="#br0">12872 4382 54 0,'0'0'0'0,"-11"-11"46"0,22 11-27 0,25 46-11 0,24 2-4 0,12 0-4 0,-25-14 2 0,-11-9-5 0,12-13-23 0,-12-12-61 0</inkml:trace>
  <inkml:trace contextRef="#ctx0" brushRef="#br0">13207 4203 43 0,'-12'-37'32'0,"-24"14"2"0,36 23-24 0,0 60-1 0,0 24-4 0,12 11-2 0,0-24-2 0,0 0-23 0,0-23-83 0</inkml:trace>
  <inkml:trace contextRef="#ctx0" brushRef="#br0">13409 4442 101 0,'-13'0'5'0,"-58"34"3"0,84 14-5 0,34-12-1 0,13-36 1 0,-13-36-1 0,-35-12-1 0,-48 14-7 0,-11 57-101 0</inkml:trace>
  <inkml:trace contextRef="#ctx0" brushRef="#br0">13719 4465 122 0,'-49'-23'13'0,"-69"34"-111"0</inkml:trace>
  <inkml:trace contextRef="#ctx0" brushRef="#br0">11931 6858 2 0,'0'0'15'0,"13"-12"0"0,-13 12 3 0,-13 0 29 0,13 0-32 0,0-13-4 0,0 13 8 0,0 0-13 0,0 0-4 0,0 0-1 0,13 0-2 0,-1 0 2 0,12 0 0 0,-1 0-1 0,25-11 0 0,12 11 2 0,-12 0-3 0,-13 0 1 0,-11 0 1 0,12 0-2 0,0 0 2 0,-1 11-2 0,24-11 1 0,1 0 1 0,12 0-1 0,-25 0 1 0,25-11 0 0,-14 11-2 0,3 0 0 0,21 0 3 0,3 0-2 0,-14 0 1 0,1 0 0 0,-1 0-3 0,11 0 3 0,3 0 1 0,-2 0-4 0,84 0 6 0,-85 0-3 0,-9 0-2 0,10 0 3 0,0 0-2 0,0 0 1 0,-11 0 0 0,-24 0 0 0,11 0 0 0,-11 0-1 0,-12 0 1 0,-25 0-1 0,37 0 1 0,-12 0-1 0,0 0 1 0,-13 0 0 0,1 0-1 0,0 0 0 0,-12 0 1 0,0 0-1 0,12 0 1 0,-11-12 0 0,-2 12-1 0,12 0 0 0,-11-11 1 0,-12 11-1 0,0 0 1 0,0 0 0 0,0-12 0 0,11-13-1 0,2 14 0 0,-1-12 1 0,-1-14-1 0,-11 24 1 0,0-8-1 0,0-4 1 0,13 0-1 0,-1-9 0 0,-12-3 0 0,0-10 0 0,12 10-1 0,0 3-1 0,-12 10 0 0,0-12-1 0,11-25-4 0,-11-21-2 0,0 46-1 0,0 1 6 0,0-13 1 0,0 23-2 0,0-9-1 0,0-3-10 0,0 3 9 0,0-3-1 0,-11 14 3 0,11 12 1 0,0-26-3 0,0 24 2 0,0-10 2 0,-12 12 0 0,12 11 0 0,0-13 1 0,-12 13-2 0,-13 0 1 0,-11 0 1 0,-10 0 1 0,-2 0 0 0,-24 0 1 0,0-12 1 0,-10 12-2 0,-73-12-3 0,60 12 2 0,-13 0 0 0,13 0-1 0,-1 12 0 0,-10-12-15 0,-1 0 9 0,-1 0 1 0,1 0 2 0,12 12 6 0,-1-12 0 0,-11 13 0 0,-1-13 0 0,14 11 0 0,-13 1 0 0,24-12 0 0,11 0 0 0,1 0 0 0,-1 11 0 0,1-11 0 0,-1 0 0 0,-11 0 0 0,35 0 0 0,-12 13 0 0,13-1 0 0,11-12 0 0,25 12 0 0,-2-12 0 0,13 13 0 0,0 8 0 0,0 4 0 0,0 11 0 0,13 35 0 0,-2 2 0 0,0-2 0 0,2 0 0 0,-13-12 0 0,0 0 2 0,0-11 17 0,0 12-6 0,0-1-3 0,0-23 3 0,0 0-5 0,0-12-6 0,0 0 1 0,-13-14 3 0,13-10 23 0,13 0-29 0,-13 0-1 0,0 0 1 0,0 13 0 0,0-13 1 0,0 12-2 0,0-12 1 0,0 0 1 0,0 0-1 0,-13 12 2 0,2 12-94 0</inkml:trace>
  <inkml:trace contextRef="#ctx0" brushRef="#br0">3119 15919 18 0,'0'-47'39'0,"0"-3"7"0,-11 16-14 0,0-3-13 0,-1 14-4 0,12 23-8 0,0 12-7 0,12 95 4 0,10 60 3 0,-9 35-2 0,10 1-3 0,2-1 4 0,-14-47-4 0,2-37 0 0,-13-47 1 0,-13-34 1 0,-10-37-7 0,10-108-43 0,13-58-51 0,0 143 58 0</inkml:trace>
  <inkml:trace contextRef="#ctx0" brushRef="#br0">3073 15822 12 0,'0'0'12'0,"0"-34"46"0,0 10-13 0,0 36-24 0,-25 34-4 0,-11 38-5 0,13 0-3 0,0-13-1 0,-1-11-2 0,0 0-2 0,12-38-1 0,0-22 4 0,12-46-3 0,0-13-2 0,12-12-2 0,0-13-1 0,12 0 1 0,0 13-2 0,-14 23 2 0,3 25 3 0,-1 10-3 0,12 26 0 0,-1 21 0 0,14 27 3 0,10-1 0 0,1 11-2 0,-1-37 2 0,-11-9-2 0,-12-13 2 0,0-49 0 0,-1-9-31 0,-23 34-117 0</inkml:trace>
  <inkml:trace contextRef="#ctx0" brushRef="#br0">3275 9014 10 0,'0'-13'23'0,"0"13"-3"0,0 0-13 0,0 0 3 0,12 0-1 0,1 0-2 0,10 0-4 0,24 0-2 0,13 0 1 0,10 0-1 0,15 0-1 0,22 0 2 0,0-12 1 0,11 0 2 0,14 12-1 0,11-13-2 0,0 13-1 0,12-10 1 0,-12 10 0 0,-11 0 0 0,-2 0-1 0,1 0 2 0,0 0-2 0,0 0 1 0,-12 0 1 0,-12 0 0 0,12 0-1 0,-12-11-2 0,0 11 1 0,-23 0 5 0,-2 0-3 0,26 0-1 0,-24 0-1 0,-13 11 0 0,-11-11-1 0,23-11 2 0,71-2-3 0,37 1 2 0,24 12-1 0,11-12 0 0,-12-1 3 0,-35 13 5 0,-48 0-5 0,-71 13-3 0,-49-13 1 0,-11 0-1 0,-24 0-1 0,-11 0-10 0,23 12-45 0,12-12-13 0</inkml:trace>
  <inkml:trace contextRef="#ctx0" brushRef="#br0">3191 11097 9 0,'13'0'3'0,"10"0"-2"0,25-12 9 0,36 1 3 0,35-2-5 0,23 1 1 0,13 12 0 0,12-12-6 0,23 12 0 0,1 12-2 0,23-12 0 0,25 0 1 0,-25 0-2 0,0 0 2 0,1 0-2 0,-25 12 0 0,-23-12-2 0,-1 13 3 0,-11-2-2 0,-1-11 2 0,-34 23-2 0,-13-11 1 0,-12-12 0 0,-11 12 1 0,-24 1-2 0,-2-2 1 0,14 1 1 0,-12-12 2 0,0 0 1 0,-1 0-3 0,1 0 2 0,-1 11 11 0,-35-11 1 0,12 0-12 0,11 0-2 0,-36 0 1 0,2 0 0 0,-37 0-49 0,13 0 3 0</inkml:trace>
  <inkml:trace contextRef="#ctx0" brushRef="#br0">3204 13228 48 0,'-13'-12'7'0,"-10"12"3"0,23 0-9 0,0 0 4 0,23 0 5 0,13 0-2 0,37 0-6 0,20 0 0 0,14 12-1 0,38-12-1 0,21 0 2 0,13 0 1 0,36 0 1 0,10 0-1 0,1 0-2 0,1 0 0 0,-13 0 2 0,-1 11-2 0,2 2-1 0,-36-13 0 0,0 0 2 0,12-13 0 0,-14 13-2 0,-9 0 0 0,-25 0 0 0,-24 0 0 0,-12 0 1 0,-24 0-1 0,0 0 0 0,-35 0 0 0,-12 13 0 0,-12-26 1 0,0 13-1 0,0 0 0 0,-1 25-1 0,0-13 0 0,-10-12 3 0,10 0 7 0,-10 0 2 0,-13-12-6 0,-24 12-27 0,-1 12-59 0</inkml:trace>
  <inkml:trace contextRef="#ctx0" brushRef="#br0">17184 6251 62 0,'0'0'0'0,"-60"-72"23"0,97-11-4 0,10 47-1 0,-35 72-2 0,-1 144 0 0,1 117-8 0,12 0-4 0,36-58-3 0,-1-73 0 0,-23-59-15 0,-36-70-49 0,-12-37-7 0</inkml:trace>
  <inkml:trace contextRef="#ctx0" brushRef="#br0">17077 6192 46 0,'-36'-71'31'0,"47"-13"-1"0,85 24-10 0,47 49-8 0,12 82-8 0,-61 59-1 0,-81 13 0 0,-108-35 3 0,-36-37-5 0,58-35-25 0,62-36-81 0</inkml:trace>
  <inkml:trace contextRef="#ctx0" brushRef="#br0">17636 6096 29 0,'0'0'0'0,"24"-36"63"0,-24 24-26 0,-12 12-26 0,12 48-4 0,24 11-4 0,12 1 1 0,-12-12-1 0,-1-24-2 0,-11-14 2 0,-1-31 1 0,14-29-2 0,11-9-2 0,-24 24 1 0,0 11-1 0,-12 12 1 0,12 24-1 0,-2 35 0 0,26 1 0 0,-11-25 0 0,-1 2 0 0,-24-25 2 0,12-25 2 0,-1-34-3 0,25 0-1 0,1 47 1 0,-37 12 0 0,23 25-2 0,-12 9 2 0,37 3 0 0,-12-14 0 0,-12 13-16 0,-12-24-41 0,0 1-31 0</inkml:trace>
  <inkml:trace contextRef="#ctx0" brushRef="#br0">18315 6179 97 0,'-13'-24'30'0,"13"24"-22"0,13 0-5 0,-1 12-2 0,-1-12 3 0,2-23 6 0,-13-13-4 0,12 24-4 0,-1 0-2 0,2-1 0 0,-13 2 1 0,0 11-1 0,0 0 5 0,0-12-6 0,24 24-30 0,10-1-62 0</inkml:trace>
  <inkml:trace contextRef="#ctx0" brushRef="#br0">18470 6132 76 0,'-25'0'31'0,"14"0"-10"0,11-24-12 0,0 0-7 0,24-23 0 0,-24-1-2 0,-13 12 3 0,-21 24-2 0,-14 24 4 0,0 35-1 0,24 37-1 0,12-1-1 0,60-35 2 0,47-48-1 0,60-48-1 0,36-23-132 0</inkml:trace>
  <inkml:trace contextRef="#ctx0" brushRef="#br0">21577 6215 18 0,'0'0'0'0,"-11"-12"39"0,11 1-23 0,11 11 8 0,-11 23-4 0,0 25-10 0,0 11-5 0,13-11-3 0,10 0-1 0,1-25 0 0,-11-12 1 0,10-11 0 0,24-34 0 0,-11-14-1 0,0 25-1 0,-12-14 1 0,-12 3-1 0,0 21 0 0,0 1 1 0,1 24-1 0,-13 22 0 0,11 16 0 0,12-16 1 0,-11 3-1 0,-12-26 1 0,11-22 4 0,-11-13-4 0,0-12 0 0,0 0 0 0,0 11-1 0,25-9 1 0,11 10-1 0,10 11-1 0,-21 13 1 0,-1 37-1 0,-1-13 1 0,-10-1 0 0,-13 1 0 0,12-24 0 0,-1-12 2 0,25-23-2 0,12 24 1 0,-36-2-2 0,-1 26 0 0,14 8 1 0,10 4 0 0,13-13 0 0,23-49 1 0,-35-9 0 0,-13 21-2 0,-10 14 0 0,-1 59 2 0,12 47-3 0,-13 24 3 0,-11-23-1 0,-11-25 0 0,-1-58 6 0,0-38 1 0,0-71-7 0,24-46-8 0,23-13 0 0,12 108 5 0,-22 47 4 0,-14 23 1 0,-22 13-1 0,-50 0-1 0,3-1-23 0,34-10-78 0</inkml:trace>
  <inkml:trace contextRef="#ctx0" brushRef="#br0">22757 6144 107 0,'0'0'0'0,"-12"-36"10"0,48 36-10 0,-13 36 3 0,-23-1 7 0,-11 1-5 0,-1 12-2 0,24-24-2 0,22-14 1 0,3-20-3 0,-1-14 2 0,-12-24 0 0,-14 12-1 0,-10 1 3 0,13 12-2 0,-1 10-1 0,12 13 0 0,-12 24 0 0,-1 11 0 0,2-10 0 0,10-14-1 0,14-11 2 0,10-11 0 0,1-2-1 0,-25 13-1 0,-23 13 1 0,0-2 0 0,0-11 2 0,12 0 0 0,0-48-2 0,24 25 0 0,1 12 0 0,-3 11-1 0,-11 11 1 0,26-11 0 0,22-36 0 0,24-35 0 0,-35 35-1 0,-36 36 1 0,-12-12-1 0,24-24-5 0,-13 1-9 0,-23 24 8 0,-35 45 9 0,-37 3 6 0,1-26 1 0,22 1-3 0,38-12-4 0,35 11-2 0,24 37-1 0,23 0 0 0,72-48-3 0,-24-36-23 0,-96 1-50 0</inkml:trace>
  <inkml:trace contextRef="#ctx0" brushRef="#br0">21756 5727 163 0,'-36'-24'-1'0,"-23"11"-41"0,82 26-18 0</inkml:trace>
  <inkml:trace contextRef="#ctx0" brushRef="#br0">16517 7298 32 0,'-12'-23'11'0,"24"-1"-8"0,-1 12 27 0,-22 24 11 0,-14 59-16 0,14 47-15 0,-1 3-7 0,-1-26-1 0,13-35-1 0,0-13-13 0,0-35-25 0,-22-24-45 0</inkml:trace>
  <inkml:trace contextRef="#ctx0" brushRef="#br0">16349 7394 77 0,'0'-25'9'0,"-23"2"7"0,46-1 2 0,14 37-2 0,-1 46-5 0,23 0-7 0,13 12-2 0,-13-11 0 0,0-24-1 0,1-11-10 0,-36-14-18 0,12-47-74 0</inkml:trace>
  <inkml:trace contextRef="#ctx0" brushRef="#br0">16803 7251 0 0,'24'-24'4'0,"-14"11"37"0,-31 2 4 0,-16 35-8 0,13 47-20 0,0 37-11 0,24-24-6 0,12-2 1 0,12-46-8 0,-12-12-16 0,36-36-22 0,-2-47-9 0,-33 35 34 0</inkml:trace>
  <inkml:trace contextRef="#ctx0" brushRef="#br0">16481 7858 24 0,'-12'0'10'0,"-23"13"47"0,23-2-44 0,46 1-9 0,51-12-11 0,-14-23-41 0,-59 23 16 0</inkml:trace>
  <inkml:trace contextRef="#ctx0" brushRef="#br0">16922 7490 50 0,'0'-13'4'0,"-13"-11"17"0,13 11 26 0,-23 38-23 0,10 23-18 0,13 0-5 0,49-14 0 0,9-45 2 0,3-49-2 0,-37-11 2 0,-37 37 3 0,-34 9-5 0,11 50-19 0,1 9-90 0</inkml:trace>
  <inkml:trace contextRef="#ctx0" brushRef="#br0">16088 8108 126 0,'-59'12'8'0,"-132"36"3"0,119-24-9 0,49-24 9 0,59-11-6 0,107-50-1 0,154-46 2 0,96-1-4 0,0 14 0 0,-107-1 3 0,-95 35 6 0,-120 24-5 0,-59 24-4 0,-71 49-137 0</inkml:trace>
  <inkml:trace contextRef="#ctx0" brushRef="#br0">22589 7358 2 0,'0'-12'7'0,"-23"-12"18"0,10-11 0 0,2-1-10 0,11 12-10 0,11 24-3 0,2 48 6 0,10 23-6 0,13-11 0 0,0-36-1 0,0-24 1 0,-12-48 0 0,0-12 0 0,-1-11-2 0,-23 0 2 0,13 23-1 0,-13 12-2 0,0 36 1 0,12 72 2 0,-24 58 1 0,-12 12 0 0,12-45-2 0,12-39-6 0,48-33-48 0,-25-25 4 0</inkml:trace>
  <inkml:trace contextRef="#ctx0" brushRef="#br0">22970 7453 30 0,'0'0'13'0,"-11"0"-3"0,11 0 0 0,47-23-7 0,13-13-2 0,-13-12 0 0,-34 0 0 0,-26 25 9 0,-21 23-2 0,-14 0-2 0,0 47-2 0,24 0-2 0,12 14-2 0,24-14 2 0,12-23-2 0,12-1-1 0,0-34-2 0,22-1-37 0,-33 1-14 0</inkml:trace>
  <inkml:trace contextRef="#ctx0" brushRef="#br0">23294 7287 8 0,'0'-12'11'0,"-13"-12"19"0,-11 24-15 0,-12 36-9 0,12 35-4 0,48-10-1 0,12-27 0 0,1-10 1 0,-37 0 8 0,-37-1-5 0,1-10-4 0,36-1-30 0,0 0-30 0</inkml:trace>
  <inkml:trace contextRef="#ctx0" brushRef="#br0">22721 7918 62 0,'-107'35'10'0,"95"-46"10"0,178-60-20 0,97-37-1 0,-49 36 4 0,-72 37 1 0,-93 24 0 0,-38-2-1 0,-11 13-12 0,-23 36-47 0,11-25 28 0</inkml:trace>
  <inkml:trace contextRef="#ctx0" brushRef="#br0">22553 8156 31 0,'-118'59'21'0,"23"-22"6"0,83-26-16 0,107-59-9 0,155-70-2 0,36 10 1 0,-24 24 2 0,-96 13 3 0,-70 24 2 0,-85 23-2 0,-11 11-11 0,25 13-99 0</inkml:trace>
  <inkml:trace contextRef="#ctx0" brushRef="#br0">15374 13609 7 0,'0'0'2'0,"-12"11"-11"0,12-11 12 0,0 0 19 0,12-11 10 0,1-1-5 0,-2 1-14 0,1-14-9 0,-1 13-2 0,25-11 3 0,-24 12 2 0,-12-2 1 0,0-11-3 0,12 0-2 0,-12 1 0 0,0-14 1 0,-12 3 1 0,0-3-3 0,-12 1 0 0,1-12-1 0,11 14 1 0,-12-3-2 0,0-10 2 0,0-1-3 0,-12 25 2 0,1-14-1 0,-14-10 1 0,2 10 0 0,0 3 0 0,-13 10-2 0,1 0 2 0,11 12-1 0,-11 12 0 0,-13-24 1 0,12 24-2 0,-12 0 2 0,14-12-1 0,-2 24 0 0,-11 12 0 0,-1-12 1 0,1 12-2 0,-12 0 2 0,10-1-1 0,14 13 1 0,0 12-2 0,-2 11 1 0,27 1-1 0,-2 24 0 0,13-2 2 0,10 14-1 0,1-1-1 0,12 13 2 0,12-14 0 0,12-10 0 0,-1-2-1 0,25 2 1 0,0-13 0 0,0 0-1 0,23 2 2 0,25-14-1 0,-1-23 0 0,0-12 0 0,-13-11-1 0,25-2 1 0,1-11-1 0,12-11 1 0,-25-2 0 0,-12-24 0 0,-11-10 0 0,-1-24-1 0,1 0 1 0,-25 0 0 0,-11 0 1 0,-24-13-1 0,0-12 1 0,-24-34 0 0,0 22-1 0,-12 24 0 0,-12 13-2 0,13 0-51 0,11 35-51 0</inkml:trace>
  <inkml:trace contextRef="#ctx0" brushRef="#br0">14600 14264 13 0,'12'-12'19'0,"0"0"-2"0,-1-12-3 0,-11 1-2 0,0 10 2 0,0 13-2 0,-23 13 0 0,-37 46-1 0,-10 37-1 0,-27 22-4 0,-34 1-3 0,24-25 0 0,0 3-2 0,12-14 1 0,11-12-2 0,25-12 1 0,11-22 1 0,1-3-2 0,23-9 0 0,11-25 4 0,2-12-2 0,22-35-2 0,38-24 0 0,-14 23 0 0,-23 25 2 0,-12 23-3 0,-25 34-1 0,3 3 3 0,22-14-1 0,11-12-1 0,49-11-30 0,-24 0-68 0</inkml:trace>
  <inkml:trace contextRef="#ctx0" brushRef="#br0">14802 14277 10 0,'-24'-13'25'0,"-11"1"26"0,35 0-23 0,0-1-17 0,23 26-4 0,38 58 2 0,21 13-3 0,26 35-2 0,-13 0-1 0,-12 11 1 0,-36-22-1 0,25-37-1 0,-24-35 2 0,0-36 0 0,-14-48 0 0,-34 2-2 0,0-15-1 0,-23 1 0 0,0 1 0 0,12 34-1 0,-2 4 1 0,13 21-1 0,24 11 0 0,-1 49 0 0,-23 11 0 0,0-12 2 0,-11-11 1 0,-25-25 0 0,-48 13-13 0,-34 12-115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16564 8430 38 0,'13'-12'28'0,"-13"-36"-7"0,35 1-13 0,-12-1 3 0,-23 12 0 0,-34 24-4 0,-181 131-2 0,60 0-3 0,-23 36 0 0,-25-12 1 0,12-24-2 0,25 13 1 0,23-27-1 0,35-9 0 0,25-24 0 0,23-48 1 0,24-11 0 0,0-13 0 0,26 0 0 0,-2-25 0 0,24-11-1 0,34-24 0 0,26 13-1 0,12-13 0 0,-25 1 1 0,-23 23 0 0,-24 24-1 0,-12 0 1 0,-12 12-1 0,-35 24 0 0,-14 23 0 0,3 24 0 0,22-21 0 0,23-4 0 0,13 2 0 0,36-12-1 0,48-24 3 0,-13 1-2 0,-11-13 1 0,-48 11-1 0,-12-11 2 0,-12 0 0 0,12 0-12 0,-12 0-126 0</inkml:trace>
  <inkml:trace contextRef="#ctx0" brushRef="#br0">7716 6121 7 0,'0'0'7'0,"0"-13"7"0,0 1 9 0,0 12-4 0,-11 0-4 0,-1 36-4 0,-12 24-1 0,-23 24 1 0,-1-2 1 0,0 1-2 0,13-11-3 0,11-12-4 0,12-13 0 0,12-35-1 0,0-12 4 0,12-36-2 0,12-12-2 0,22 2 0 0,-9-15-1 0,-13 1 0 0,0 1 0 0,-2 13-1 0,3-4 1 0,-1 27-1 0,-12-13 1 0,-12 24 0 0,11-11-1 0,14 23 0 0,-1 0-1 0,11 47 0 0,1 13 0 0,0 11 1 0,23 13 0 0,-11-1 3 0,-23-35-1 0,-25-25 3 0,11-11 0 0,-11-12 2 0,10-24-5 0,-10 13-55 0,0-1-48 0</inkml:trace>
  <inkml:trace contextRef="#ctx0" brushRef="#br0">7669 6179 36 0,'0'0'5'0,"-12"-12"20"0,-1 12-8 0,-33 48 14 0,-2 24-12 0,-11 11-7 0,12-1-7 0,22-9-1 0,13-38-1 0,12-11 1 0,12-24 0 0,0-24 1 0,24-11-3 0,-25-13-1 0,25 0-1 0,0-23 2 0,0 0-2 0,0 10 2 0,-24 27-2 0,11 9 0 0,-11 13-1 0,12 12 1 0,-1 48-3 0,26 12 4 0,9 11-3 0,3 1 4 0,-14-13-2 0,-23-35 2 0,0 12 7 0,-24-48-5 0,12 1-1 0,-12 11-2 0,0 0 0 0,0 11-18 0,0 12-114 0</inkml:trace>
  <inkml:trace contextRef="#ctx0" brushRef="#br0">12836 11740 16 0,'0'0'0'0,"0"0"11"0,0 0-5 0,0 0 5 0,0-12 11 0,0 12-8 0,0 0-5 0,0 0-6 0,0 0-1 0,0 0 0 0,-11 0 0 0,11 0 0 0,-11 0 0 0,11 12 0 0,0-12-1 0,-12 0 0 0,12 12-1 0,0-12 1 0,0 0 0 0,0 0-1 0,0 0 1 0,0 0 0 0,0 11 2 0,0-11-17 0,0 12-49 0</inkml:trace>
  <inkml:trace contextRef="#ctx0" brushRef="#br0">12968 11775 14 0,'-24'-12'35'0,"13"1"-9"0,11-1-5 0,0 0-10 0,11 12-1 0,1 0-2 0,0 0-5 0,12 24 0 0,12-1 0 0,0 38 0 0,10 10-2 0,-21 0 0 0,23 13 1 0,22-13-1 0,62 95 1 0,-96-82 0 0,11-1-1 0,1 12 1 0,13-12-1 0,-15 13 1 0,1-12-1 0,-10-2 1 0,10 14-1 0,1-25 0 0,-1 1 1 0,-11-37 2 0,12 13-1 0,-12 0 0 0,10-14 0 0,-21-9 0 0,-1 0 0 0,0-14 0 0,-24-11-1 0,12 0 4 0,-12-36-9 0,0 11-59 0,-24 25-29 0</inkml:trace>
  <inkml:trace contextRef="#ctx0" brushRef="#br0">13634 13168 65 0,'-11'-34'34'0,"11"9"-7"0,24 13-15 0,-12 12-7 0,36 24-2 0,-1 10-1 0,1 16 0 0,-12-3 1 0,-1-12 0 0,1-12 1 0,0-10-2 0,0-13 2 0,-2 0-15 0,-34-13-72 0,0 13 41 0</inkml:trace>
  <inkml:trace contextRef="#ctx0" brushRef="#br0">14158 13013 52 0,'0'-23'30'0,"25"-13"2"0,-25 24-13 0,0 12-10 0,-36 48-2 0,-23 46 0 0,-14 2-2 0,27 0-2 0,22-37 2 0,-12-11 1 0,12-37-3 0,24 1 4 0,-12-24-9 0,12 12-123 0</inkml:trace>
  <inkml:trace contextRef="#ctx0" brushRef="#br0">14624 15859 118 0,'0'0'0'0,"-72"-12"12"0,72 0 6 0,83-1-17 0,72 3-1 0,0 10 1 0,-83-12 0 0,-49 0 0 0,-36 12-6 0,-33 12-17 0,-14 23-19 0,-23 2-7 0,-1-3 32 0,1 3 51 0,12-26 11 0,46 1-13 0,50-12-18 0,46 0-9 0,60-12-4 0,0 1 0 0,-71 11-4 0,-60 0-11 0,-60 11-12 0,-35 1 10 0,-25 12 13 0,37-12 6 0,48-12 5 0,81 12 0 0,86-24-8 0,11-13 4 0,-47 14-1 0,-73-1-1 0,-23 1-2 0,0 11-1 0,0 0-10 0,-13 11-25 0,13 12-53 0</inkml:trace>
  <inkml:trace contextRef="#ctx0" brushRef="#br0">13790 6620 15 0,'0'0'29'0,"-36"-13"10"0,12 13-15 0,1-11-10 0,11 22-8 0,36 2 0 0,47-1 2 0,36 0-3 0,-23 12-2 0,-37-14-2 0,-47 3 1 0,-47-13 2 0,-25 12-3 0,-24-12 1 0,24 0 0 0,50-12 0 0,22 12-1 0,58 0 1 0,14 12-2 0,12 0 2 0,-61 1-2 0,-23-13 1 0,-59 0-1 0,-12 0 1 0,-1 0-1 0,37 0 2 0,35 0-2 0,35 0 1 0,37 11-1 0,-13-11 0 0,-35 12 1 0,-24-12 0 0,-48 0-1 0,0 0 1 0,48 0-2 0,0 0 2 0,13 11-2 0,10-11 3 0,-11 0-2 0,0 0 0 0,-12-11-1 0,12 11 2 0,0 0 0 0,0-12-2 0,-12 12 2 0,0-11-1 0,0 11 0 0,0 0 0 0,0-13 0 0,0 13 0 0,0 0 0 0,0 13 0 0,13-2 1 0,-13-11-1 0,0 0 0 0,0 12-1 0,0-1-20 0,0 26-91 0</inkml:trace>
  <inkml:trace contextRef="#ctx0" brushRef="#br0">17267 8144 14 0,'-13'-24'29'0,"2"1"-8"0,11-25-2 0,11-12-2 0,2 36-8 0,-1 24-7 0,-24 84 5 0,-1 82 4 0,-10 60-10 0,12 13 1 0,11-60 0 0,0-37 0 0,-12-47 0 0,-1-72 4 0,-21-81-1 0,-15-14-3 0,25 60-3 0,-12 49 2 0,61 22-2 0,93-36-1 0,61-34-29 0,-71-13-57 0</inkml:trace>
  <inkml:trace contextRef="#ctx0" brushRef="#br0">17410 8097 98 0,'0'-13'2'0,"12"37"-3"0,48 36 8 0,59 24 3 0,58 21-5 0,27 16 0 0,-14-3-3 0,-11-10-1 0,-24-37 1 0,-48-47-1 0,-48-12 3 0,-48-12-1 0,-11-23 3 0,-11-27-4 0,-35-21 0 0,9 0 0 0,13 37-1 0,24 21-2 0,24 47 1 0,13 39 1 0,-26-25-1 0,-22-14 2 0,-86 16-3 0,38-16-105 0</inkml:trace>
  <inkml:trace contextRef="#ctx0" brushRef="#br0">22137 11894 0 0,'0'0'0'0,"0"-12"7"0,0-11 9 0,-11 11-14 0,-1 12-3 0,12-11 2 0,0 11 4 0,0-13 11 0,-13 13-4 0,13 0-9 0,-11 0-1 0,11 0-2 0,0 0 1 0,0 0 9 0,-12 0 9 0,-1 0-13 0,13 13-4 0,0-13-2 0,13 11 4 0,-13-11 3 0,0 0 2 0,0 12-6 0,12 11-1 0,12 2-2 0,-1 9 0 0,1 3 0 0,0-13 0 0,-12 11 2 0,12 13-2 0,12 0 2 0,-1 11-3 0,-11 0 2 0,12 1 2 0,0 1-1 0,22 10-2 0,3 23 2 0,10-22 2 0,-11-1 3 0,-13 2-2 0,-11-15-2 0,11-11-1 0,-11-22 0 0,-13-13 1 0,2-1-1 0,-25-22-32 0,-12-1-47 0,12 12 28 0</inkml:trace>
  <inkml:trace contextRef="#ctx0" brushRef="#br0">22388 12858 52 0,'0'0'0'0,"35"-11"18"0,24 35-4 0,12 23-2 0,26 1-6 0,-2-1-4 0,0-10 0 0,-47-14-2 0,-24-12-2 0,-12-11-17 0,-12-11-44 0,0 11 43 0</inkml:trace>
  <inkml:trace contextRef="#ctx0" brushRef="#br0">22947 12728 7 0,'0'0'0'0,"0"-12"13"0,12 12 6 0,-37 71 6 0,-9 13-7 0,-2 11-7 0,24-36-6 0,0-34-2 0,12-25-8 0,0-25-80 0</inkml:trace>
  <inkml:trace contextRef="#ctx0" brushRef="#br0">2370 5977 30 0,'0'-24'11'0,"36"-13"5"0,-11 3 8 0,-25 10-1 0,-61 24-17 0,-46 24-3 0,-24 10-2 0,48-9 1 0,35-13 5 0,24 1-3 0,24-2-2 0,-12 1 3 0,0 12 2 0,12 11-4 0,0 25 0 0,12 11-2 0,0 1 1 0,-12 11 3 0,-12 24-3 0,12 25 0 0,0-2 1 0,0 0 0 0,12-9 0 0,-12 21-2 0,12-35 1 0,-12 0-1 0,12-11 1 0,0-1 3 0,0-1-2 0,-12-21 0 0,12 9-2 0,-12-11 0 0,-12 13 0 0,0-13 0 0,0 2 0 0,12-25-1 0,-12 11 0 0,12 12 0 0,0-23 0 0,24-12 3 0,24-1-3 0,11-24 3 0,48-11-2 0,12 0-1 0,-34 0-1 0,-15 0 4 0,-46-11 1 0,0 11-2 0,-12-12 0 0,-24 1-49 0,-12 11-71 0</inkml:trace>
  <inkml:trace contextRef="#ctx0" brushRef="#br0">381 7156 74 0,'-35'-24'12'0,"35"12"0"0,12 1-5 0,11 22 4 0,13 25-1 0,12 47-1 0,-12 0-4 0,35-36-4 0,-11-10 3 0,-1-37 1 0,-23-12 0 0,-24-36-1 0,0 0-4 0,-24 1 0 0,12-1 3 0,-12 1-2 0,12 0-3 0,0 34 2 0,0-11 1 0,0 24-2 0,0 71 2 0,0 61 2 0,-13 12 1 0,26-14-1 0,-13-34 0 0,0-38 0 0,0-34-3 0,12-24-72 0,0-24-24 0</inkml:trace>
  <inkml:trace contextRef="#ctx0" brushRef="#br0">882 7561 86 0,'-12'0'14'0,"-24"0"-12"0,72 11 1 0,23-34 2 0,1-2 6 0,-1-9-7 0,-23-16-4 0,-36 16 6 0,-36 10 1 0,1 11 2 0,-12 26-4 0,-2 35-2 0,37 12 4 0,0 11-5 0,36-12 2 0,12-34-2 0,11-14 3 0,1-35-3 0,24 0-23 0,-36 0-100 0,-36 24 96 0</inkml:trace>
  <inkml:trace contextRef="#ctx0" brushRef="#br0">1334 7287 56 0,'0'0'0'0,"-60"-36"63"0,37 24-51 0,-1 37-6 0,-1 21 3 0,25-10-3 0,36 0-3 0,0 12 0 0,-23-13 7 0,-62 1 0 0,-10-24-4 0,36-1-3 0,46-22-25 0,49 22-131 0</inkml:trace>
  <inkml:trace contextRef="#ctx0" brushRef="#br0">678 8026 71 0,'-70'23'25'0,"-49"25"4"0,95-37-10 0,83-35-8 0,108-47-7 0,95 0 2 0,0 11-5 0,-83 24 1 0,-108 11 1 0,-59 4 2 0,-24 21-8 0,-59 11-37 0,-36 36-64 0</inkml:trace>
  <inkml:trace contextRef="#ctx0" brushRef="#br0">358 8334 87 0,'-48'12'24'0,"-95"36"-21"0,130-35 23 0,50-38-12 0,105-34-3 0,133-49-10 0,58 24 4 0,-36 50-3 0,-118-3 3 0,-143 26 14 0,-36-1-3 0,-24-24-13 0,1 11-2 0,11 25-3 0,12 13-52 0,0 11-49 0</inkml:trace>
  <inkml:trace contextRef="#ctx0" brushRef="#br0">1739 16823 32 0,'0'0'0'0,"-60"0"26"0,13 0 0 0,11-11-5 0,0-1-2 0,2 12-3 0,9 0-2 0,13 0-6 0,24 12-4 0,34-12 4 0,51-12-4 0,10 12-2 0,36 0-2 0,12 12 1 0,23-1-2 0,1 1 1 0,-24 0 1 0,-60 1-1 0,-24-2 1 0,-24 1 2 0,-11-12 0 0,0-12-1 0,-24 1-4 0,12-14-42 0,-36 13-74 0</inkml:trace>
  <inkml:trace contextRef="#ctx0" brushRef="#br0">2656 16681 55 0,'-25'-13'23'0,"-22"-10"10"0,47 12-8 0,36 34-10 0,24 36-5 0,23 37-1 0,-47-14-6 0,-72-21 1 0,-71-1-9 0,-12-13-128 0</inkml:trace>
  <inkml:trace contextRef="#ctx0" brushRef="#br0">846 16216 68 0,'0'0'0'0,"-48"0"12"0,48 12 6 0,36 0-2 0,47-36-8 0,0-11-4 0,-35-14-1 0,-37 2-1 0,-34 12-1 0,-24 23 15 0,24 95-5 0,-2 24-4 0,25 12-5 0,12-12 0 0,12-35-11 0,12-48-116 0</inkml:trace>
  <inkml:trace contextRef="#ctx0" brushRef="#br0">1108 16538 73 0,'0'0'9'0,"48"0"19"0,11-25-18 0,13-34-7 0,-25-12 0 0,-36 23-1 0,-22 25 3 0,-25 23 8 0,1 23-5 0,10 50-4 0,14-2-1 0,22-24-2 0,38-11 0 0,-2-24-2 0,0-12-71 0,-34-24-3 0</inkml:trace>
  <inkml:trace contextRef="#ctx0" brushRef="#br0">1619 16312 35 0,'0'-25'7'0,"37"2"25"0,-49 12-2 0,-24 22-4 0,11 37-7 0,25-2-14 0,49-9-2 0,9-1-1 0,-22-1-1 0,-59 1 3 0,-48-12-2 0,58-37-1 0,38-58-53 0,21 12-45 0</inkml:trace>
  <inkml:trace contextRef="#ctx0" brushRef="#br0">1858 16002 84 0,'0'-12'18'0,"-12"12"29"0,0 95-29 0,12 13-12 0,12 11-3 0,0-23-12 0,12-62-73 0,-12-34 17 0</inkml:trace>
  <inkml:trace contextRef="#ctx0" brushRef="#br0">1846 16287 53 0,'0'-34'37'0,"25"9"-16"0,34 0-14 0,36-9-7 0,-49 22-77 0,-46 24 50 0</inkml:trace>
  <inkml:trace contextRef="#ctx0" brushRef="#br0">966 16978 67 0,'0'0'0'0,"-239"84"52"0,154-72-21 0,182-60-19 0,212-118-1 0,169-13-3 0,-51 36-5 0,-177 84-1 0,-190 46 1 0,-120 26-11 0,0-2-126 0</inkml:trace>
  <inkml:trace contextRef="#ctx0" brushRef="#br0">4858 16479 126 0,'-36'-37'3'0,"13"26"-2"0,23-37 0 0,12-48 0 0,-1-70-1 0,-11-108 4 0,-36-82 2 0,-22-109-2 0,-2-47-4 0,37-12 0 0,34-24 1 0,25-23 3 0,12-25 2 0,-23 25-4 0,-25 12 1 0,-25 57-1 0,1 98 0 0,24 59-2 0,12 59 0 0,12 23 0 0,-36 50 1 0,-24 82-1 0,0 73 4 0,1 21-2 0,11 37-2 0,24 37 0 0,0 105 1 0,-12 60 1 0,-12 0-2 0,-12-59 1 0,12-95 5 0,24-48 7 0,-11-72-6 0,11-47-5 0,11-25 0 0,13 14-1 0,23-37-1 0,2 62 3 0,10 105 2 0,14 94 0 0,20 38 1 0,27-14-5 0,71-23-161 0</inkml:trace>
  <inkml:trace contextRef="#ctx0" brushRef="#br0">3180 9382 84 0,'-25'-12'4'0,"25"12"-1"0,49-25 20 0,58 4-12 0,36-29-5 0,-12 16-3 0,-84 9-1 0,-47-10-3 0,-47 24 0 0,-60 34 2 0,11 36 1 0,14 25 2 0,69 10-3 0,85-10 1 0,59-60 0 0,47-36-15 0,-35-71-27 0,-24-35-11 0,-107 81 26 0</inkml:trace>
  <inkml:trace contextRef="#ctx0" brushRef="#br0">4024 8870 22 0,'0'-107'64'0,"0"11"-13"0,-22 85-34 0,-14 106-8 0,0 72-3 0,23 23-5 0,49-11 0 0,24-24-47 0,-36-97-45 0</inkml:trace>
  <inkml:trace contextRef="#ctx0" brushRef="#br0">4383 9156 84 0,'-24'-24'27'0,"-24"36"-5"0,-11 0 2 0,12 35-18 0,47 13-1 0,59 12-3 0,0-12-2 0,-35-13 2 0,-73 0-2 0,-10-36-10 0,36-45-19 0,35-3 2 0,47 14 27 0,13 12 10 0,35-26-5 0,24-10-2 0,-36-13 9 0,-71 24 14 0,-84 72-16 0,-46 37-4 0,69-15-3 0,108-22 0 0,85-48-4 0,11-12-52 0,-132 24-31 0</inkml:trace>
  <inkml:trace contextRef="#ctx0" brushRef="#br0">5228 10335 58 0,'12'-36'19'0,"12"-24"47"0,-24 83-40 0,0 98-14 0,0 9-8 0,0 0-2 0,-12-9-9 0,0-74-44 0,-12-47-60 0</inkml:trace>
  <inkml:trace contextRef="#ctx0" brushRef="#br0">5204 10346 77 0,'-12'-71'28'0,"0"35"5"0,12 72-12 0,48 47-9 0,24 1-4 0,35-1-6 0,-12-36-2 0,-83-34-1 0,83 11-24 0,-47-36-31 0,-35-72-35 0</inkml:trace>
  <inkml:trace contextRef="#ctx0" brushRef="#br0">5657 10370 17 0,'0'-12'18'0,"-12"-95"36"0,0 13-8 0,24 81-22 0,-12 108-8 0,-36 49-7 0,24-26-8 0,0 1-3 0,48-35-63 0,-12-72-12 0</inkml:trace>
  <inkml:trace contextRef="#ctx0" brushRef="#br0">5919 10454 137 0,'-13'0'18'0,"2"71"-16"0,-1 1 3 0,60-13-4 0,11-59 3 0,-23-84 3 0,-49-10 1 0,-46 58-6 0,0 48-28 0,23 12-92 0</inkml:trace>
  <inkml:trace contextRef="#ctx0" brushRef="#br0">5180 11108 116 0,'-83'0'44'0,"12"37"-41"0,106-50 10 0,132-58-7 0,119-37 2 0,23 49-3 0,-83 34-3 0,-94 15-8 0,-98 10-78 0,-34 10 1 0</inkml:trace>
  <inkml:trace contextRef="#ctx0" brushRef="#br0">4990 11442 163 0,'0'0'0'0,"0"-71"13"0,250-37 5 0,107 1-4 0,-12 25-7 0,-106 21-3 0,-120 14-1 0,-107 11 1 0,-24 12-33 0,-37 37-118 0</inkml:trace>
  <inkml:trace contextRef="#ctx0" brushRef="#br0">12992 10609 15 0,'12'0'20'0,"12"0"-8"0,-1 0-9 0,-10 11 20 0,-37 12 2 0,-12 2-3 0,12-13-13 0,12 1-7 0,12-2-1 0,0 1 1 0,0-12 1 0,0 0 3 0,12 0-4 0,12-23 0 0,0 10-1 0,-24 1-1 0,-24 12 2 0,-12 0 1 0,12 12-2 0,1 12 0 0,10 11-1 0,13 1-1 0,13-13 2 0,10 2 0 0,13-37 0 0,1-24 0 0,-26 12 1 0,-11 12-1 0,-24 12-1 0,-24 0 0 0,13 12 1 0,22 1-1 0,13-2-1 0,13 1 1 0,10-1 0 0,-11-11 1 0,0 0-1 0,-12-11 1 0,12 11-1 0,-12 0-1 0,12 0 2 0,-12 0-1 0,12 0 0 0,1-12 0 0,-13 12 1 0,-13 0 0 0,13 0 0 0,0 0-3 0,13 0-31 0,-2 12-58 0</inkml:trace>
  <inkml:trace contextRef="#ctx0" brushRef="#br0">12623 12228 24 0,'0'0'0'0,"24"-36"26"0,12-35 4 0,-13 12-8 0,-11-1-2 0,-12 24-9 0,-12 0 2 0,-11 36-6 0,-13 36-2 0,-48 71-2 0,-22 60 3 0,-14 47-1 0,1 12-1 0,12-35-3 0,24-60 2 0,11-12 1 0,12-12-2 0,24-59 0 0,25-37 3 0,-14-59 0 0,25-23-4 0,0 0 1 0,13 11-2 0,-1-11 3 0,-1 23-4 0,14 25 2 0,-14 23-3 0,-11 34 3 0,-23 27-3 0,-26 117 3 0,62-107 0 0,10-46 0 0,48-25 1 0,14-36-1 0,-26 13 1 0,-23-2-1 0,-24 0 0 0,-12 15 2 0,12-14-4 0,12 37-23 0,-12 45-144 0</inkml:trace>
  <inkml:trace contextRef="#ctx0" brushRef="#br0">11563 15085 42 0,'25'-71'37'0,"-2"-1"-9"0,-23-11-8 0,-23 35-8 0,-73-11-2 0,-83 36-2 0,-83 23-5 0,-36 11 0 0,36 37 2 0,72 35-2 0,35 24-2 0,72 25 1 0,70 10 0 0,86 1-3 0,93 0 2 0,83-24-1 0,62-59-2 0,-26-49 5 0,-46-82 0 0,-49-61-3 0,-71-57 5 0,-71-97-2 0,-108 83 2 0,-106 72-2 0,-215 144-4 0,-168 153-144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11158 5763 81 0,'-47'-36'23'0,"23"36"-18"0,60-24-4 0,47-23 2 0,-23 23 9 0,-13 24-7 0,1 0 4 0,47 0-1 0,96 0 0 0,118 0 0 0,72 0-7 0,0 24-1 0,-82-24 3 0,-99-12-3 0,-115 0 3 0,-109-1 2 0,-107 13-5 0,-95-11 1 0,-72-1-1 0,-47 12 1 0,-13 12 2 0,49-1-3 0,83 2 1 0,71-13 0 0,95-13 1 0,36 2-2 0,72-1 0 0,94-24 0 0,121 1-3 0,34 11 2 0,12 12 1 0,-82 12-1 0,-107 0 2 0,-109 12 0 0,-70-12-1 0,-143 0-1 0,-120 0 3 0,-47 34-2 0,12 3 3 0,94-13-2 0,168-12-1 0,143-12 1 0,154-36-1 0,84-11-3 0,48-1 2 0,-37 1 1 0,-106 22-1 0,-155 25 0 0,-84 12-10 0,-59 35-136 0</inkml:trace>
  <inkml:trace contextRef="#ctx0" brushRef="#br0">18077 5024 90 0,'-36'-59'13'0,"12"35"5"0,36 48 1 0,-12 83-4 0,-24 107-4 0,24 14-4 0,12-39-5 0,0-58 3 0,-24-59-3 0,-12-62-2 0,-23-92-18 0,22-85-37 0,14 1-1 0,22 47 38 0,-11-25 20 0,-23 26 9 0,0 10 16 0,-1 1 3 0,12 12 1 0,12 24-14 0,36 11-11 0,35 12-4 0,36 14 1 0,24 57-1 0,-36 59 2 0,-59 39-1 0,-24 9 1 0,-107-47 3 0,-84-23-2 0,-23-12-1 0,118 12-46 0,84-26-64 0</inkml:trace>
  <inkml:trace contextRef="#ctx0" brushRef="#br0">18529 5644 70 0,'-35'-12'10'0,"22"-12"7"0,13 12 9 0,0 1-1 0,0 34-17 0,-23 84 1 0,-1 12-3 0,12 0 0 0,12-24-2 0,-11-22-1 0,11-27 0 0,0-21-1 0,0-14 2 0,11-22 0 0,12-26-3 0,49-34 0 0,0 12-1 0,-1 0 0 0,-23-1 0 0,-12 12 0 0,-12 12-1 0,-2 25 0 0,-9-2 1 0,-1 13 0 0,-12 0 1 0,0 0-1 0,-47 13 1 0,-1-2 1 0,-12 25-1 0,13-12-1 0,11 0 0 0,0-1-1 0,12-11 4 0,13 0-3 0,11 1 0 0,11-26 0 0,1 1 0 0,-12 0 1 0,0-1-2 0,12 3 1 0,0 10 0 0,12 10-1 0,0 27 4 0,1 23-2 0,21 11 0 0,14 12-2 0,23-35 3 0,13 0-21 0,-25-14-134 0</inkml:trace>
  <inkml:trace contextRef="#ctx0" brushRef="#br0">12872 6762 37 0,'-23'-71'49'0,"-1"12"-17"0,35 23-14 0,14 13-8 0,22 23-2 0,-22 105 2 0,-14 123 0 0,-22 80-6 0,-1 2-3 0,59-47 0 0,-23-61-1 0,-12-23 1 0,-48-48 2 0,24-84-2 0,0-70-15 0,36-98-119 0</inkml:trace>
  <inkml:trace contextRef="#ctx0" brushRef="#br0">12825 6632 87 0,'-35'-25'9'0,"23"2"4"0,12 12 10 0,0-2-4 0,0 1-10 0,36 0-7 0,58 1-1 0,85-25 2 0,72 12-2 0,34 0 2 0,-11 12-4 0,12 12 2 0,13 0 1 0,-15 0-1 0,-33-11-1 0,-37 11 2 0,-71 0-2 0,-48-12 2 0,-13 12 1 0,3 0-2 0,-14 12 0 0,-12-1-1 0,-11 1 1 0,0-12 0 0,0 11 0 0,-13 14 0 0,-23 11 0 0,-1-1 1 0,14 24 0 0,-1 49 0 0,0 35-2 0,-36 71 0 0,-13 36 0 0,14 23-2 0,22-10 3 0,14-49-1 0,-13-23 0 0,-12-13 0 0,0-46 1 0,0-61 1 0,0-59-9 0,-48-60-139 0</inkml:trace>
  <inkml:trace contextRef="#ctx0" brushRef="#br0">12897 8549 82 0,'0'0'5'0,"0"-12"9"0,11 12 16 0,-11 25-12 0,13 21-8 0,-1 26-5 0,-1-1-1 0,13-23 0 0,36-1-4 0,22-23 3 0,74-12-2 0,46-12 1 0,25 0-1 0,34-12 0 0,61 1 1 0,35 11-2 0,-11 11 0 0,-37-11 0 0,-48 0 1 0,-33 0-1 0,-50 0 2 0,-35 0-2 0,-48 0 1 0,-34-11-2 0,-14 11 3 0,-1-13 2 0,-21 1 1 0,-1 0 0 0,-24-11 1 0,12-1-3 0,-24 0-7 0,0 0-142 0</inkml:trace>
  <inkml:trace contextRef="#ctx0" brushRef="#br0">17708 7096 29 0,'0'0'0'0,"0"-58"14"0,24 8 8 0,-24 27 18 0,0 71-6 0,-11 82-14 0,-2 37-15 0,13-24-4 0,0-47 0 0,47 23-147 0</inkml:trace>
  <inkml:trace contextRef="#ctx0" brushRef="#br0">17970 7310 96 0,'0'0'3'0,"-60"0"17"0,48 48-2 0,12 0-5 0,0 23-9 0,36-24-2 0,12-10 0 0,11-26 1 0,-11-11-2 0,-12-48 0 0,-25-11-1 0,-34 13 2 0,-13-15-1 0,-24 1 1 0,25 37-2 0,10 23 1 0,-22 35-2 0,12 37 1 0,35-1-1 0,10-11 1 0,51-36 0 0,10-12 2 0,12-37-3 0,13-22 2 0,-36 10 0 0,-14 16 0 0,-21 8-1 0,-1-11 0 0,-12 11 1 0,-1 26-1 0,2-1 1 0,-2 13-1 0,2 9 0 0,-2-10 0 0,1 12 1 0,-12-25-1 0,11 2 1 0,-11-13 1 0,25-36-2 0,22-12 1 0,1 25-1 0,-12 23 0 0,-11 23-1 0,9 14 1 0,26-26 0 0,-12-35 1 0,-13-23 1 0,-23-1 1 0,-24 24-7 0,12 35-60 0,23 2-31 0</inkml:trace>
  <inkml:trace contextRef="#ctx0" brushRef="#br0">19386 7335 115 0,'0'0'0'0,"-11"-25"3"0,35 61 9 0,-48 58 11 0,-12 27-10 0,0-14-8 0,36-25-2 0,0-45-1 0,0-37 3 0,0-71-2 0,-11-73-2 0,33-130-3 0,14 251 1 0,13 35 0 0,-26 47 1 0,-11 1 0 0,-60-1 1 0,-46-11-26 0,-2-12-107 0</inkml:trace>
  <inkml:trace contextRef="#ctx0" brushRef="#br0">19482 7287 47 0,'24'-23'12'0,"47"10"26"0,13 26-2 0,-50 21-19 0,2 14-7 0,-23-12-12 0,-13 1 5 0,-24-3 0 0,-1-34 0 0,25-23-4 0,36-13-1 0,25-12-2 0,-2 24 3 0,0 24 2 0,1 13 2 0,-12-2 0 0,23 12-3 0,1-10-1 0,-25-13 2 0,-36-24 1 0,-22 12 0 0,-24-12-2 0,-37 12-1 0,13-11 0 0,11 11 1 0,36 12 1 0,36 0-1 0,71 0 0 0,23 0-2 0,14-24 2 0,-36 12-1 0,-37-13 5 0,-59 75-2 0,-13 32-1 0,-10 25 1 0,12 1-1 0,-1-24 1 0,-1-50 0 0,2-34 2 0,11-71 0 0,0-60-2 0,24-48-6 0,35 120 1 0,13 47 0 0,-25 72 1 0,-47 11 3 0,-59-47 1 0,-14-12 0 0,27-12-35 0,46 0-76 0</inkml:trace>
  <inkml:trace contextRef="#ctx0" brushRef="#br0">21518 7156 37 0,'-23'-13'16'0,"-13"13"1"0,24 0 10 0,0 0-9 0,0 0-9 0,24 0 1 0,36 0-2 0,59 0-2 0,48 0-3 0,22-11 0 0,-34-1 1 0,-35 1-1 0,-60 11-2 0,-12-13 0 0,-36 1-50 0,-24 0-51 0</inkml:trace>
  <inkml:trace contextRef="#ctx0" brushRef="#br0">22054 6941 41 0,'0'0'0'0,"-35"-35"43"0,11 12-11 0,0 10-11 0,12 13-9 0,12 0-6 0,0 0-7 0,0 24 3 0,12-1-1 0,24-11 0 0,35 13 0 0,24 9-1 0,-24-9-1 0,-11-13 3 0,-24 1 0 0,-12-2-2 0,-24 12 1 0,-24 14 1 0,-36 34-1 0,-23 13 0 0,12-2 4 0,23-22-1 0,24-26 2 0,12-21-4 0,-1-1 3 0,3-12-5 0,10-12-42 0,23-1-79 0</inkml:trace>
  <inkml:trace contextRef="#ctx0" brushRef="#br0">22578 6573 55 0,'0'-25'35'0,"11"25"-10"0,-11 84-2 0,-11 59-13 0,-1 11-4 0,12-34-2 0,-13-49-2 0,2-48 1 0,11-23 1 0,0-47-1 0,24-24-2 0,35 23-1 0,-11 12 0 0,0 36-1 0,-12 36 1 0,-12 25-1 0,-1-3 0 0,0-22 1 0,26-36 1 0,9-23-2 0,14-27 2 0,-12 4-2 0,-13 34 1 0,-34 24-1 0,-1 24 1 0,24 35-1 0,-25-48 0 0,1 2-25 0,-24-25-50 0,12 0 36 0</inkml:trace>
  <inkml:trace contextRef="#ctx0" brushRef="#br0">23174 6799 66 0,'0'0'0'0,"-48"-71"56"0,84 71-102 0,-24 0 1 0</inkml:trace>
  <inkml:trace contextRef="#ctx0" brushRef="#br0">23458 7096 8 0,'0'0'6'0,"13"-37"26"0,-1-9 6 0,-24 10-12 0,-12 13-17 0,13-2-3 0,-1 13-6 0,-12 1 4 0,-12 11-1 0,0 0 2 0,13 23-4 0,12 25 1 0,-14 0-3 0,25-14 3 0,12 3-3 0,24 35 1 0,23 24-1 0,-11 9 1 0,-48-34 2 0,-84-46 5 0,-47-13-7 0,24-12-17 0,95-24-86 0</inkml:trace>
  <inkml:trace contextRef="#ctx0" brushRef="#br0">23698 6536 35 0,'0'0'10'0,"23"24"37"0,-35 84-16 0,1 46-22 0,-14-35-4 0,38-72-2 0,10-47 1 0,37-47-2 0,-24 35-2 0,-24 48-1 0,-12 12-9 0,22-2-82 0,-22-46 60 0</inkml:trace>
  <inkml:trace contextRef="#ctx0" brushRef="#br0">24353 6775 63 0,'-24'-36'37'0,"0"25"-15"0,0 11-13 0,-1 47-6 0,38 11-2 0,35 15-2 0,-36-14 1 0,-49-36 4 0,-33 2 0 0,22-25-13 0,48-12-98 0</inkml:trace>
  <inkml:trace contextRef="#ctx0" brushRef="#br0">24399 6858 31 0,'0'-36'23'0,"25"13"-20"0,22-1 18 0,-23 11 9 0,-24 13-17 0,0 25-10 0,0 10-3 0,0 1 1 0,0 0-1 0,12-13 2 0,0-23-1 0,0 12 0 0,12-35-1 0,-12 0 0 0,-12-14 0 0,11 13 2 0,25 12-2 0,0 12 0 0,0 0 2 0,-24 12 0 0,-12 12 2 0,0 0-2 0,24 0-1 0,-2-1-1 0,-22-11 1 0,-10-12-1 0,-14-12 2 0,12-11-4 0,36-25 4 0,23 24-8 0,13 1 7 0,-13 23-2 0,-11 11 2 0,-12 1-1 0,-1-12 2 0,13-12-2 0,-24 1 2 0,-12-1-3 0,0 12 2 0,-12 12-2 0,12 35 4 0,-11 48-2 0,11 13 3 0,-12-14-4 0,-1-34 2 0,13-49 2 0,0-22 1 0,0-83-3 0,13-38-1 0,34-35-4 0,72 60 1 0,-96 166 2 0,-23 1 3 0,-34-12-1 0,-26-24-4 0,12-24-89 0,36 0 44 0</inkml:trace>
  <inkml:trace contextRef="#ctx0" brushRef="#br0">25293 6846 148 0,'-25'-24'7'0,"-45"12"-25"0,70 12-77 0</inkml:trace>
  <inkml:trace contextRef="#ctx0" brushRef="#br0">17648 8323 41 0,'0'-12'5'0,"36"-60"12"0,12 25 12 0,-25 23-5 0,-11 37-10 0,-24 69 2 0,-11 37-8 0,23 0-3 0,12 0-2 0,-1-35 0 0,-11-50 1 0,0-34 2 0,12-46-2 0,35-38-2 0,-22 25-2 0,-1 22 1 0,-12 14-1 0,11 12 0 0,13 22-1 0,0 37 1 0,-13 11 0 0,1 1 0 0,0-12 0 0,24-25 0 0,11-23 2 0,13-35-1 0,-13-13 0 0,-23 12 0 0,-13 11-1 0,-23 15 0 0,0 57 0 0,0 25 0 0,0-13 0 0,25-11 0 0,-14-13 1 0,13 1-10 0,0-36-90 0,-24-11 50 0</inkml:trace>
  <inkml:trace contextRef="#ctx0" brushRef="#br0">18434 8407 106 0,'-36'-50'26'0,"36"39"-40"0,13 11-73 0</inkml:trace>
  <inkml:trace contextRef="#ctx0" brushRef="#br0">18780 8727 60 0,'0'-12'15'0,"-12"-11"0"0,0-25 7 0,12 12-12 0,0 1-4 0,-12-1 0 0,-12 24-3 0,-13-1-1 0,3 13-2 0,11 25 2 0,-2 0 0 0,13 21 1 0,0-10-2 0,12-13 1 0,0-23 0 0,36 0-1 0,-12 48-1 0,11 25 4 0,-11 9-1 0,-24 2 2 0,-59-37-2 0,-37-11 0 0,25-25-4 0,82-11-93 0,2-11 47 0</inkml:trace>
  <inkml:trace contextRef="#ctx0" brushRef="#br0">18934 8418 66 0,'-12'-36'4'0,"1"-23"10"0,11 47 17 0,-13 83-9 0,-23 72-5 0,13 12-9 0,10-72-4 0,38-58 1 0,22-50-1 0,1-34-5 0,-25 59 0 0,-23 34 1 0,13 3-1 0,46-13-52 0,-35-12-23 0</inkml:trace>
  <inkml:trace contextRef="#ctx0" brushRef="#br0">19637 8608 60 0,'-12'-35'24'0,"12"24"-6"0,-12 45 12 0,-13 50-12 0,14 35-11 0,22-12-5 0,-11-36 0 0,0-34 2 0,-23-62 3 0,23-71-3 0,23-70-2 0,26 35-3 0,-13 97 0 0,-14 55-1 0,-9 40 1 0,-36-1 1 0,-61-26 2 0,48-9-28 0,36-13-86 0</inkml:trace>
  <inkml:trace contextRef="#ctx0" brushRef="#br0">19767 8633 81 0,'0'-25'7'0,"25"0"-5"0,-1 15 15 0,23 20-2 0,0 40 2 0,-11-3-12 0,-36-12-1 0,-36-12-1 0,-11-10 0 0,24-26 0 0,34-21-4 0,48-14 2 0,25 12-1 0,-23 12 1 0,-15 24 0 0,-22 12 0 0,24 13-1 0,-2-2 2 0,-21-12-1 0,-1-11 3 0,-48-23-2 0,-35-13-2 0,11 11 0 0,48 15 1 0,48-1-2 0,35-2 1 0,-12 1 0 0,-23 58-1 0,-35 63-2 0,10 10 3 0,-12-37 1 0,-11-45 1 0,-23-24 3 0,12-63 0 0,11 3-5 0,23 0 2 0,-12-1-2 0,-11 35 1 0,0 2-5 0,0 11-59 0,0 0-16 0</inkml:trace>
  <inkml:trace contextRef="#ctx0" brushRef="#br0">20482 8275 94 0,'-12'-12'11'0,"12"-59"-5"0,23 23 19 0,-10 85-12 0,-13 93-6 0,-24 24-4 0,-11-23 4 0,11-60-1 0,12-58 1 0,12-49-1 0,23-71-4 0,36 35-1 0,-10 72-2 0,9 60-2 0,-22 48 2 0,-36-26 1 0,-58-34 1 0,-27-36 3 0,39-12-3 0,22 0-13 0,35 0-118 0</inkml:trace>
  <inkml:trace contextRef="#ctx0" brushRef="#br0">21280 8573 79 0,'0'0'4'0,"-84"0"14"0,25 0 13 0,36-11-15 0,58-2-9 0,108 1-2 0,95-13 2 0,36 25-1 0,-71-11-3 0,-132 11 0 0,-59 0 0 0,-48-12-26 0,-11 12-53 0,23 0 15 0</inkml:trace>
  <inkml:trace contextRef="#ctx0" brushRef="#br0">21865 8346 76 0,'-25'-12'10'0,"-35"-11"14"0,25 11 9 0,35 12-24 0,47 12-2 0,49 11-2 0,23 13-1 0,-12 12-4 0,-95 12 4 0,-84 24 7 0,-35-2-4 0,25-34-3 0,45 11-8 0,1-35-125 0</inkml:trace>
  <inkml:trace contextRef="#ctx0" brushRef="#br0">20590 6894 35 0,'-12'-11'8'0,"-12"-50"-6"0,12 1-3 0,0 13 35 0,-12 23 5 0,11 48-17 0,-21 94-6 0,9 62-11 0,25-13-3 0,36 22-23 0,-24-128-70 0</inkml:trace>
  <inkml:trace contextRef="#ctx0" brushRef="#br0">22745 8263 19 0,'0'0'19'0,"-11"0"-2"0,-2 0 6 0,1-24-1 0,12 12-9 0,12 0-5 0,1-1-2 0,-13 3-2 0,11-1 2 0,-11 11-3 0,0 0 0 0,0 0-3 0,-11 0 2 0,-14 0-1 0,13 0 1 0,0 0-3 0,12 0 2 0,-12 11 0 0,0-1-1 0,12-10-1 0,0 13 3 0,0-13-3 0,0 0 3 0,0-13-3 0,-11 13 1 0,-1 13 2 0,-1-13-2 0,2 12 1 0,11-12-1 0,0 12-1 0,0-12 2 0,-12 13 0 0,-1-2-2 0,2 1 2 0,-1-12-1 0,12 11 2 0,0-11 0 0,-13 0-1 0,13 13-1 0,0-37-1 0,25-12 1 0,-1-1 1 0,-1 3-1 0,2-14 1 0,-14-12-1 0,1 13 1 0,-12 23-1 0,0 24-2 0,0 60 1 0,-23 72 2 0,-2 10 4 0,14 0-3 0,35-24-1 0,-1-45-43 0,1-49-59 0</inkml:trace>
  <inkml:trace contextRef="#ctx0" brushRef="#br0">22840 8382 74 0,'0'0'0'0,"12"-12"11"0,0 24 18 0,-24 59-14 0,0-12-7 0,12-9-2 0,12-4-3 0,12-34 0 0,0-24-1 0,0-34-1 0,-1-15 0 0,-36 13 0 0,-9 25 0 0,-26 0 0 0,24 23 0 0,11 11-2 0,13 1 1 0,37-1 0 0,23-11-2 0,-1-11 2 0,24-25-3 0,13-1 2 0,-49 26 2 0,-23 11 0 0,-24 11 0 0,0 26-1 0,-12 10 0 0,0-10 0 0,12-14 0 0,12 1 1 0,0-12 1 0,36-37-2 0,-12 2 0 0,-2 23 1 0,-9 12-2 0,23-1 0 0,35-11 2 0,-12-34 0 0,-47-14 0 0,-48 25-1 0,-35 23-35 0,59 11-61 0</inkml:trace>
  <inkml:trace contextRef="#ctx0" brushRef="#br0">24292 8382 70 0,'0'-25'5'0,"-11"-9"12"0,-48-3 3 0,-1 37-8 0,24 25-7 0,48 21-4 0,36 15 0 0,-24-14 0 0,-48-11 2 0,-60-25-2 0,13-11-6 0,58-11-80 0,13 11 53 0</inkml:trace>
  <inkml:trace contextRef="#ctx0" brushRef="#br0">24329 8382 52 0,'0'-12'3'0,"12"-24"0"0,10 25 19 0,-9-1-7 0,-1 12 0 0,-12 12-6 0,0 11-6 0,11 13-2 0,14 0 0 0,-1-13 1 0,-24 1-2 0,0-11 1 0,0-26 1 0,12-11-2 0,23-10 1 0,14-3 0 0,-38 13 3 0,1 12 2 0,-12 12-3 0,0 0-3 0,0 23 1 0,11 2-1 0,2 11 0 0,10-24 1 0,-11-12 0 0,36-12 0 0,-12 1 3 0,-12 11-4 0,-14 23 0 0,-32 0-1 0,-2-11-2 0,12-12 5 0,48-35 2 0,35 12-3 0,1 10 1 0,-37 13-1 0,-12 0 0 0,2-12-1 0,-14-24 0 0,14 36 0 0,-37 95 0 0,-1 72 1 0,-10-24 1 0,23-60 0 0,-13-71 5 0,13-83-1 0,0-24-4 0,96-120 1 0,0 168-3 0,-50 47-1 0,-21 47-1 0,-96 0 3 0,-60-22-18 0,83-25-70 0,48-25 21 0</inkml:trace>
  <inkml:trace contextRef="#ctx0" brushRef="#br0">25246 8453 59 0,'94'-12'45'0,"-45"1"-21"0,-62 22-72 0,2 1-3 0</inkml:trace>
  <inkml:trace contextRef="#ctx0" brushRef="#br0">23614 9274 124 0,'0'0'0'0,"-156"-23"6"0,205-36-3 0,142 11 4 0,142 12-1 0,35 36 0 0,-45 0 0 0,-133 0 0 0,-154 0-44 0,-119 0-64 0</inkml:trace>
  <inkml:trace contextRef="#ctx0" brushRef="#br0">23662 9274 93 0,'-60'-11'7'0,"156"-12"13"0,224-2-8 0,86 2-5 0,-86 11 2 0,-175-12-4 0,-134 0-124 0</inkml:trace>
  <inkml:trace contextRef="#ctx0" brushRef="#br0">13362 13859 27 0,'-24'12'23'0,"0"-24"7"0,-1-1-6 0,14 13-5 0,-1-11-3 0,-1 11-3 0,13 0-4 0,0 0-4 0,0-12-4 0,49 12 1 0,22-11-1 0,48-2 0 0,59 1 1 0,61 0 0 0,35 1-1 0,48-1 1 0,47 1-2 0,-12 11 3 0,-24 11-2 0,-47 1 2 0,-25-1-2 0,-34 13 1 0,-37 0-2 0,-83-12 2 0,-46-12-1 0,-38 0 3 0,-11-12 0 0,0 1-3 0,-12-2-16 0,-36 13-58 0,13 0 4 0</inkml:trace>
  <inkml:trace contextRef="#ctx0" brushRef="#br0">13670 13942 53 0,'-36'0'22'0,"0"0"-5"0,26 0 16 0,-1 0-18 0,32 0-1 0,40 0-9 0,21-12 0 0,50 12-1 0,35-23-2 0,12 12-1 0,35-2 1 0,24-11 1 0,36 0-1 0,12 1 0 0,-12 10-2 0,-13 1 1 0,-23 0 1 0,-23 1-1 0,-36 11 0 0,-49 0 2 0,-34 0 2 0,-49 0 1 0,-22-12 2 0,-14 1-1 0,1-2-3 0,0 1-2 0,0 0-2 0,-12 12-89 0</inkml:trace>
  <inkml:trace contextRef="#ctx0" brushRef="#br0">13945 8453 49 0,'0'-71'8'0,"11"-12"6"0,37-35 42 0,-48 93-42 0,0 25-8 0,11 36 3 0,2 47-4 0,23 49-3 0,-12 57 1 0,0 49 1 0,-24 36-1 0,10 13 0 0,3-14 0 0,-1 24-2 0,12-11 1 0,-1-49-1 0,-10-32 4 0,-13-4 0 0,-13-10-2 0,2-13 0 0,11-47-1 0,0 1-1 0,11-27 0 0,-11-21 1 0,0-36-1 0,-11-12 0 0,-1-12-1 0,-12-11-37 0,12-63-117 0</inkml:trace>
  <inkml:trace contextRef="#ctx0" brushRef="#br0">13813 11513 68 0,'-36'-47'59'0,"36"47"-45"0,36 12 13 0,24 36-15 0,23 23-4 0,37 0-1 0,-13 13-5 0,-36 0-1 0,-24-13 1 0,-22-37-3 0,-14-34-10 0,-11 0-33 0,25-47-26 0,-25 35 18 0</inkml:trace>
  <inkml:trace contextRef="#ctx0" brushRef="#br0">14564 11537 66 0,'0'-11'13'0,"-36"11"12"0,1 47-1 0,-25 36-12 0,-36 13-7 0,2-1-30 0,45-35-86 0</inkml:trace>
  <inkml:trace contextRef="#ctx0" brushRef="#br0">13445 15121 103 0,'-49'-11'12'0,"38"11"26"0,35-13-26 0,71 1-9 0,24 12-4 0,-35 0-56 0,-72 12-34 0</inkml:trace>
  <inkml:trace contextRef="#ctx0" brushRef="#br0">13373 15288 79 0,'-48'11'23'0,"61"1"12"0,106-35-25 0,83 0-40 0,-131 10-45 0</inkml:trace>
  <inkml:trace contextRef="#ctx0" brushRef="#br0">14612 14859 59 0,'0'-107'40'0,"0"47"10"0,-12 60-26 0,0 108-7 0,-12 58-9 0,-1-11-5 0,38-36-4 0,-1-23-39 0,12-62-86 0</inkml:trace>
  <inkml:trace contextRef="#ctx0" brushRef="#br0">14838 15110 108 0,'0'0'0'0,"0"11"25"0,-11 12 8 0,-2 37-25 0,13 12-5 0,24-25-2 0,12 0 1 0,-13-34-2 0,1-13-2 0,0-24 1 0,-24-24 1 0,-12-23 1 0,-12-12-1 0,-11 36 0 0,11 22 0 0,-12 37 0 0,12 24 0 0,24 23 0 0,37-11 0 0,33-12 0 0,26-24 1 0,23-12-1 0,11 0 0 0,-22-12 1 0,-25-12-1 0,-35 0 0 0,-24-23 1 0,-12 10-1 0,-12 3 1 0,-12 9-1 0,0 0 0 0,0 25 1 0,0-10-1 0,-13 10 0 0,2 0 0 0,0 10 1 0,-1 3 0 0,12 11 0 0,-12 0 0 0,12-1-1 0,0 2 1 0,12-13-1 0,0-12 3 0,48-37-1 0,-12 14-1 0,-13 35-2 0,0 95 2 0,-23 72 1 0,-11 11 0 0,-12-48 0 0,-25-46 4 0,0-48 1 0,12-37-2 0,13-11-6 0,23-11-102 0,12 11 37 0</inkml:trace>
  <inkml:trace contextRef="#ctx0" brushRef="#br0">13969 15265 75 0,'-24'-25'42'0,"12"0"0"0,1 14-23 0,45-1-15 0,50 12 0 0,-2-11-1 0,-57 11 1 0,-25 0 8 0,-59 0-9 0,-25 11-1 0,36 1-1 0,48-12 0 0,36 11-1 0,24-11 1 0,0 0-13 0,-1-11-149 0</inkml:trace>
  <inkml:trace contextRef="#ctx0" brushRef="#br0">16207 15050 74 0,'0'0'0'0,"0"-48"58"0,-12 60-23 0,0 118-17 0,12 49-12 0,24-24-3 0,-12-60-1 0,-24-35 2 0,0-60-1 0,0-71-16 0,1-96-15 0,22-71 12 0,25 47 19 0,-24 84 14 0,24 36 0 0,12 71-13 0,35 71-3 0,-35 36 1 0,-38-23 4 0,-117-24 2 0,-23-26-8 0,83 3-59 0,47-14-41 0</inkml:trace>
  <inkml:trace contextRef="#ctx0" brushRef="#br0">16577 15192 87 0,'11'-23'17'0,"-11"-25"33"0,13 24-16 0,-13 37-28 0,11 46 0 0,-11 12-1 0,12 0-3 0,-12-12 1 0,-12-34-2 0,1-13 4 0,34-36-3 0,24-23 0 0,1-1-2 0,12-12 0 0,-23 24 0 0,-26 25 2 0,-22 34-3 0,-50 49 3 0,49-1-4 0,60-11 4 0,47-26-2 0,-23-21 1 0,-50-1-3 0,-22-24-51 0,-34 12-64 0</inkml:trace>
  <inkml:trace contextRef="#ctx0" brushRef="#br0">11599 14859 66 0,'0'0'0'0,"-11"-25"38"0,11 25-8 0,47-11-20 0,72 11-3 0,36-12-5 0,-36 1 0 0,-84-1 2 0,-59-24 0 0,-35 36-1 0,-12 11 0 0,47 73-2 0,35 71-4 0,24 24 3 0,-22-37 1 0,-26-34 2 0,-22-48-1 0,-24-37 0 0,-12-23-2 0,35-12 0 0,24 24 0 0,60-12 2 0,82-12-2 0,2-24 0 0,-12 11-4 0,-50-21 4 0,-34-2 0 0,-24 24 13 0,-24 71-3 0,0 37-9 0,12-13 0 0,0-11 1 0,12-49 3 0,24-57-1 0,35-13-3 0,-59 34-1 0,-12 50-1 0,-12 34 1 0,12 0 0 0,48-35 1 0,34-24-5 0,-57-12-56 0,-25-13-45 0</inkml:trace>
  <inkml:trace contextRef="#ctx0" brushRef="#br0">11004 14371 142 0,'-13'11'1'0,"2"215"3"0,35 132 12 0,47 83-13 0,-23-48-3 0,11-108 0 0,-23-117 2 0,-11-145-47 0,-14-83-41 0</inkml:trace>
  <inkml:trace contextRef="#ctx0" brushRef="#br0">10599 14323 130 0,'-48'-35'2'0,"12"24"0"0,72 22 2 0,143 12 0 0,178-11 0 0,191-12 3 0,190-46-4 0,106-27-2 0,86 14 1 0,-50 36 5 0,-141 23-2 0,-179 11-2 0,-143 1-2 0,-131-1 1 0,-120 1 3 0,-107 36-2 0,-34 59 1 0,-25 144 2 0,36 93-4 0,23 49-1 0,36-83 0 0,-11-59 3 0,-25-85-3 0,-35-83 1 0,-48-59-48 0,-12-48-68 0</inkml:trace>
  <inkml:trace contextRef="#ctx0" brushRef="#br0">11098 16466 54 0,'-130'0'25'0,"-73"13"-3"0,108-2 7 0,71 1-11 0,84-1-2 0,142-11-8 0,239-47 0 0,321-48-6 0,237 0 1 0,145 35 2 0,0 25 0 0,-108 35-1 0,-239 12 2 0,-320-2 0 0,-310-20 7 0,-167 10-5 0,-120 0-57 0,49 10-85 0</inkml:trace>
  <inkml:trace contextRef="#ctx0" brushRef="#br0">9193 15609 54 0,'-23'0'11'0,"-2"0"8"0,14-13 4 0,11 13-3 0,24-11-9 0,47-1-4 0,60 1-1 0,60-1-2 0,23 0-5 0,-35 12 0 0,-60 0 2 0,-59 12 0 0,-26-24 2 0,-9-1-27 0,-25 2-82 0</inkml:trace>
  <inkml:trace contextRef="#ctx0" brushRef="#br0">9884 15347 58 0,'-36'-11'29'0,"13"-14"7"0,10 13-13 0,13 12-18 0,36 12-4 0,12 13 1 0,24 9 0 0,23-9 0 0,-24-1-1 0,-12-12 0 0,-34-2-1 0,-2 15 2 0,-35 23 4 0,-47 23 0 0,-12-10 0 0,22-15-1 0,26-10-3 0,10-24-1 0,13-12 4 0,-11 0-156 0</inkml:trace>
  <inkml:trace contextRef="#ctx0" brushRef="#br0">6205 15383 48 0,'0'-24'15'0,"0"-24"21"0,0 2-2 0,10 33-17 0,-10 60-9 0,13 61-2 0,-26 35 0 0,13 11-3 0,0-36-1 0,0 3 1 0,13-50 0 0,10-24 0 0,2-35 1 0,23 0 1 0,22-24-4 0,14-23 0 0,-12 11 0 0,-36 12-2 0,10 0-30 0,-21-1-44 0,-13 13 11 0</inkml:trace>
  <inkml:trace contextRef="#ctx0" brushRef="#br0">6336 15764 81 0,'-12'-13'24'0,"-36"-34"4"0,48 23-8 0,82-10-16 0,38 9-2 0,-12 0-2 0,-37 2-23 0,-35 12-93 0</inkml:trace>
  <inkml:trace contextRef="#ctx0" brushRef="#br0">6228 15347 108 0,'-13'-59'18'0,"62"-25"3"0,45 1-12 0,26 35-10 0,-25 35-36 0,-47 13-48 0</inkml:trace>
  <inkml:trace contextRef="#ctx0" brushRef="#br0">6764 15562 107 0,'0'0'15'0,"0"11"-2"0,0 73-1 0,11-1-8 0,2-23-1 0,-13-48 3 0,0-24 11 0,-13-48-12 0,13 0-2 0,25 1-3 0,11 34-1 0,12 25 0 0,-14 61 0 0,2-1 1 0,0-1-1 0,-24-13 1 0,24-21-56 0,-24-25-33 0</inkml:trace>
  <inkml:trace contextRef="#ctx0" brushRef="#br0">7229 15121 60 0,'0'0'0'0,"0"-61"75"0,-12 111-63 0,12 116 3 0,0 36-10 0,12-47-2 0,11-37-9 0,-23-57-63 0,0-61 3 0</inkml:trace>
  <inkml:trace contextRef="#ctx0" brushRef="#br0">7086 15431 87 0,'-12'-12'14'0,"12"-24"17"0,46-11-14 0,51 34-13 0,10 26-3 0,-24 34-1 0,-23 11 2 0,-36-8 0 0,-24-3 2 0,-24-12 1 0,12-35 2 0,12-59-14 0,48-24-2 0,23 35 6 0,-1 12 3 0,-21 36 1 0,-13 23 1 0,-13 2 0 0,14-1 0 0,33-24 2 0,-22-12 0 0,-24-25 0 0,-60 14-3 0,-36 12-2 0,14 11 1 0,45 0-1 0,26 0-8 0,81-13-11 0,14-34 12 0,-25 11 9 0,-47 36 8 0,-12 71 2 0,-12 37-4 0,0 23-2 0,-12-12-2 0,0-37-4 0,12-45 5 0,-12-49 9 0,0-95-8 0,0-71-3 0,11 23-2 0,13 71-1 0,35 60-2 0,1 48 0 0,-24 47 2 0,-60-24 0 0,-71 14 2 0,0-38-21 0,59-23-99 0</inkml:trace>
  <inkml:trace contextRef="#ctx0" brushRef="#br0">8349 15085 69 0,'23'-59'48'0,"-12"47"-15"0,2 0-26 0,-1 36-5 0,-1 10 0 0,1 16 0 0,12-27-1 0,24-12 5 0,23-45 1 0,-11-38-5 0,-60 60 4 0,-13 96 4 0,-34 94 0 0,22-35-5 0,3-1-2 0,10-58-4 0,-24-24-79 0,24-49-11 0</inkml:trace>
  <inkml:trace contextRef="#ctx0" brushRef="#br0">5323 17049 102 0,'0'0'0'0,"-345"60"29"0,189 1-30 0,169-98 20 0,225-94-11 0,298-119 9 0,238-23-8 0,60 70-2 0,-84 48-3 0,-190 61-2 0,-203 21-1 0,-178 38 1 0,-156 11-8 0,-130 24-67 0,-72 48-18 0</inkml:trace>
  <inkml:trace contextRef="#ctx0" brushRef="#br0">5800 16943 74 0,'-203'72'12'0,"-106"83"-1"0,154-61-12 0,179-70 10 0,226-84 6 0,226-130 4 0,214-59 3 0,97-27-4 0,-73 75-3 0,-131 70-10 0,-213 71-2 0,-216 37-1 0,-165 23 2 0,-96 0-18 0,-13 11-121 0</inkml:trace>
  <inkml:trace contextRef="#ctx0" brushRef="#br0">5870 15419 91 0,'-23'0'2'0,"23"-24"6"0,-35-24 16 0,-37-23-4 0,-23-48 0 0,-12-24-11 0,-24 0-4 0,-24 1-3 0,0-2 4 0,0 12 2 0,24-10-1 0,36 47 0 0,47 59-1 0,25 36-5 0,-13 47 0 0,0 49-1 0,13 11 1 0,-1-23 1 0,0-49 2 0,24-58 2 0,48-96-4 0,35 0-1 0,-12 95-1 0,-10 37 0 0,21 21-1 0,0-22-16 0,-10-37-99 0,-59 15 56 0</inkml:trace>
  <inkml:trace contextRef="#ctx0" brushRef="#br0">2644 14109 70 0,'0'0'-1'0,"36"-12"0"0,-1-71 5 0,1-35 3 0,-13-37 1 0,-23-50-8 0,13 29 1 0,-26 44 2 0,-34 72 7 0,23 37 0 0,1 12 2 0,23 45-2 0,0 97 0 0,0 60-1 0,0 23-3 0,23-59-3 0,1-60 1 0,0-71 1 0,-12-60 3 0,12-71-5 0,-1-12-2 0,13 71-1 0,-12 37-1 0,12 22 0 0,-12 37 1 0,12 0 1 0,10-13-2 0,3 1 1 0,9-36 0 0,3-36 0 0,10-22 2 0,-22-3-2 0,-38 38 1 0,12 23-1 0,-10 47 0 0,10 13 1 0,-11-12-1 0,12-14-2 0,-12-9-32 0,-12-37-57 0,0-1 53 0</inkml:trace>
  <inkml:trace contextRef="#ctx0" brushRef="#br0">3359 13299 66 0,'0'-12'8'0,"-12"-11"-7"0,12 46-26 0,12-11-20 0</inkml:trace>
  <inkml:trace contextRef="#ctx0" brushRef="#br0">3823 13680 21 0,'0'0'9'0,"0"-60"28"0,0 13-14 0,0 23-10 0,0 1-4 0,-24 12 1 0,0 11-3 0,0 0-2 0,1 11 0 0,-1-1-1 0,12 3 0 0,-12 11 1 0,12-11 0 0,1-2-3 0,-2 1 1 0,-22 36 0 0,10-1-1 0,14-10-1 0,22-14 0 0,37-23 2 0,11-36-2 0,-23-12 1 0,-11 13-2 0,10 35 0 0,-11 71-1 0,12 48 0 0,-24 24 2 0,-24-36 0 0,-48-36 5 0,13-47-2 0,11-48-6 0,36-83-79 0,23 59 7 0</inkml:trace>
  <inkml:trace contextRef="#ctx0" brushRef="#br0">4037 13205 92 0,'0'-13'8'0,"0"49"27"0,0 83-14 0,12 60-10 0,12-25-6 0,-1-70 1 0,-10-61 0 0,34-58 2 0,13-72-6 0,-24 82-1 0,-13 96-2 0,-11 50 2 0,-12-3-2 0,36-47-18 0,59-105-45 0,-23-37-21 0</inkml:trace>
  <inkml:trace contextRef="#ctx0" brushRef="#br0">4668 13609 95 0,'0'0'18'0,"12"-23"27"0,-12 23-41 0,0 23-139 0</inkml:trace>
  <inkml:trace contextRef="#ctx0" brushRef="#br0">2906 14335 85 0,'-24'47'8'0,"-35"120"29"0,-24 36-16 0,23-25-17 0,47-48-2 0,13-69-13 0,25-72-22 0,23-110-23 0,-37 62 14 0</inkml:trace>
  <inkml:trace contextRef="#ctx0" brushRef="#br0">2976 14430 56 0,'0'12'48'0,"13"95"-5"0,-60 48-28 0,23-12-10 0,12-24-4 0,0-25-45 0,0-81-58 0</inkml:trace>
  <inkml:trace contextRef="#ctx0" brushRef="#br0">2322 14800 89 0,'0'0'0'0,"-47"0"37"0,47 59-12 0,47 37-17 0,49 9-2 0,-1-21-4 0,-13-24 0 0,-21-36-16 0,-2-24-49 0,-34-13-9 0</inkml:trace>
  <inkml:trace contextRef="#ctx0" brushRef="#br0">3025 14895 62 0,'0'0'16'0,"-24"60"20"0,-47 45-12 0,-1-21-18 0,13 0-11 0,-13 11-117 0</inkml:trace>
  <inkml:trace contextRef="#ctx0" brushRef="#br0">1429 15966 33 0,'0'-12'8'0,"24"-59"26"0,0 47-3 0,-24 48-15 0,0 47-5 0,0 13-4 0,0 10-4 0,0-33-2 0,24-26 0 0,22-35 2 0,3-71-1 0,23-1-2 0,-25 14 1 0,-23-3-1 0,-1 14 1 0,-10 34 0 0,10 13 0 0,1 48 0 0,-24 12 2 0,0-1-2 0,0 0-1 0,0-34 1 0,24-37 0 0,-12-12 0 0,1-36 0 0,34-11-1 0,-24 24 0 0,25 23 0 0,-24 11-1 0,24 38 1 0,-25-2 1 0,-11 25-1 0,-1-12 1 0,2-1-1 0,10-35 0 0,14-46 1 0,10-4-2 0,-11 4 1 0,12 10-1 0,-13 36 1 0,1 24 0 0,0 23 1 0,-2 1-1 0,2-12 1 0,-23-1-1 0,-1-35 0 0,-12-35-13 0,0-38-56 0,0 39 7 0</inkml:trace>
  <inkml:trace contextRef="#ctx0" brushRef="#br0">1953 15407 91 0,'-35'-12'9'0,"11"12"2"0,35 36-42 0,14-26-23 0</inkml:trace>
  <inkml:trace contextRef="#ctx0" brushRef="#br0">2715 15812 86 0,'-23'0'12'0,"23"131"14"0,0 58-10 0,11-9-10 0,13-50-3 0,-24-70 1 0,-12-49 2 0,-23-82-2 0,-25-95-4 0,35-108-11 0,86 84 5 0,46 129 3 0,-12 98 4 0,-47 58 1 0,-72-1 3 0,-59 2-1 0,24-37-29 0,59-46-89 0</inkml:trace>
  <inkml:trace contextRef="#ctx0" brushRef="#br0">3012 15847 71 0,'0'0'18'0,"0"-12"18"0,13 36-20 0,-1 23-11 0,-1-10-2 0,2-3-2 0,-1-9 0 0,23-13 0 0,12-49-1 0,-11-9 0 0,0-2 1 0,0 0-1 0,-12 35 0 0,-11 50 1 0,-13 23 1 0,-13-2-1 0,60-21-1 0,12-37 1 0,2-48-1 0,-2 1-1 0,-36-25 1 0,2-24 0 0,-25 14 0 0,-25 46 0 0,14 36 0 0,11 47 0 0,11-10 0 0,73-14 0 0,-48 25 1 0,-24 36-1 0,-12-25 0 0,24-36 0 0,47-71 1 0,13-46-3 0,-25-1 0 0,-48 82 1 0,-11 60 3 0,25 24-1 0,11-10-1 0,-1-38-19 0,-11-34-26 0,-24-72-3 0,0 47 12 0</inkml:trace>
  <inkml:trace contextRef="#ctx0" brushRef="#br0">4013 15383 27 0,'-11'0'-14'0</inkml:trace>
  <inkml:trace contextRef="#ctx0" brushRef="#br0">4287 15002 65 0,'0'0'0'0,"-23"-13"50"0,23 97-33 0,11 47-7 0,1 24-6 0,-1-23-2 0,-11-14 0 0,13-35-3 0,-1-58-9 0,36-73-2 0,-1-48 5 0,-24 61 18 0,-23 59 0 0,0 23-5 0,25 1-2 0,22-36-1 0,24-48 1 0,-22 24-3 0,-37 83 6 0,-37 96-4 0,2-12-1 0,23-84-3 0,-13-58-9 0,-34-84-66 0,12 10-2 0</inkml:trace>
  <inkml:trace contextRef="#ctx0" brushRef="#br0">4109 15407 114 0,'0'0'4'0,"83"-60"9"0,130-22 1 0,15-2-3 0,-75 47-2 0,-117 37-7 0,-118 60-110 0,58-49 62 0</inkml:trace>
  <inkml:trace contextRef="#ctx0" brushRef="#br0">1298 16764 6 0,'13'-36'20'0,"21"-35"8"0,-21 23-3 0,-13 23 0 0,-13 15-5 0,-10-2-8 0,-108 166 5 0,36 49-15 0,58 23-3 0,86-47-2 0,70-60 0 0,-12-48 2 0,-35-59 3 0,-49-24 4 0,-11-35-4 0,-36 10-17 0,13 14-98 0</inkml:trace>
  <inkml:trace contextRef="#ctx0" brushRef="#br0">7288 15085 39 0,'-25'0'7'0,"14"12"21"0,11-24-8 0,0-23-9 0,24-26-3 0,-1-21 0 0,13-37-2 0,12-36-1 0,0 12-3 0,-1 1 0 0,1 21-1 0,0 16-1 0,0 21 4 0,-26 24-4 0,-22 12 6 0,-10 25-3 0,-2 12 0 0,-12 11-4 0,-12 34 1 0,-35 26 0 0,-1-12 2 0,13-14-3 0,23-21 5 0,36-60-1 0,83-24-3 0,24 21 0 0,1 63 1 0,-50 24-2 0,-9 10 2 0,-26-47-25 0,-10 0-92 0</inkml:trace>
  <inkml:trace contextRef="#ctx0" brushRef="#br0">7716 12871 36 0,'0'0'26'0,"-36"83"27"0,0 60-29 0,26 24-17 0,-14-37-5 0,12-22-2 0,12-49-20 0,36-47-24 0,-13-49-15 0</inkml:trace>
  <inkml:trace contextRef="#ctx0" brushRef="#br0">7907 13205 72 0,'-12'0'11'0,"12"71"28"0,-23 13-20 0,23 10-14 0,35-33-2 0,13-27-1 0,-12-34 3 0,-2-34-3 0,2-39-3 0,-23-9 1 0,-26 21 1 0,-23 14 0 0,2 23-1 0,-2 35-1 0,0 37 1 0,12-12 1 0,24 12-1 0,24-25 2 0,24-23 0 0,23-23-1 0,13-38-3 0,-13 3 1 0,-24 11 2 0,-34 34 0 0,-13 1 1 0,12 12-1 0,-1 36-1 0,-11 12 0 0,0-2-1 0,0-9 2 0,12 10-1 0,12-35 1 0,13-12 0 0,10-35-2 0,-12-13 0 0,-11 12 2 0,0 13-1 0,-12 11 0 0,0 36 0 0,12 10 0 0,11 3-1 0,13-13 3 0,-1-24-1 0,13-11-1 0,-13-39-1 0,1 4 2 0,-24-2 1 0,-12-34-3 0,0 45 2 0,-24 13-2 0,-24 24 4 0,1 48-4 0,22 23 2 0,85 36-2 0,1-96 1 0,-27-11 2 0,-22-11-2 0,12-24-17 0,0-1-104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12325 6060 12 0,'-13'0'40'0,"13"0"-30"0,25 0 53 0,47-12-51 0,-1 1-5 0,12-1-3 0,-35 12-2 0,-12 0-1 0,-12-12 0 0,11 12-1 0,-12-13-1 0,2 13-28 0,-25 0-58 0</inkml:trace>
  <inkml:trace contextRef="#ctx0" brushRef="#br0">12302 6132 93 0,'-60'-11'3'0,"72"45"-3"0,46-34 11 0,14 0 8 0,24 0-8 0,23-11-2 0,-59-1-5 0,-36 12-2 0,-24 12-33 0,-12-1-44 0</inkml:trace>
  <inkml:trace contextRef="#ctx0" brushRef="#br0">13992 5774 46 0,'0'-11'11'0,"-11"11"-6"0,11 35 12 0,-12 1 4 0,12 36-16 0,-13-12-3 0,13-13-49 0,0-35 12 0</inkml:trace>
  <inkml:trace contextRef="#ctx0" brushRef="#br0">15063 5740 44 0,'0'-13'31'0,"-11"1"-15"0,22 48-10 0,14-1 2 0,-1 24-4 0,-12 2-34 0,-1-38-24 0</inkml:trace>
  <inkml:trace contextRef="#ctx0" brushRef="#br0">16279 5834 44 0,'-12'0'19'0,"1"24"-4"0,-2 0 8 0,13 10-14 0,0 3-8 0,0-1-68 0</inkml:trace>
  <inkml:trace contextRef="#ctx0" brushRef="#br0">18089 5154 51 0,'0'0'0'0,"0"-46"2"0,0 34 7 0,0 95 17 0,-12 84-7 0,-12 1-9 0,24-50-4 0,0-35-5 0,0-47 3 0,0-24 0 0,-12-48 0 0,-12-72-2 0,0-177 0 0,24 166-2 0,-11-13 2 0,-1 2-2 0,12 11 1 0,35 48-2 0,49 10-1 0,35 38 1 0,24 12 1 0,-49 45-1 0,-69 16 1 0,-37-4 1 0,-59 2 1 0,-25 0-1 0,-11 23-5 0,48 0-33 0,34 26-22 0,14-76 19 0</inkml:trace>
  <inkml:trace contextRef="#ctx0" brushRef="#br0">19005 4870 62 0,'-11'-60'2'0,"11"23"1"0,11 16 13 0,-34 32-2 0,-61 60 3 0,-34 60-7 0,-2 48-6 0,86-25-1 0,45-47-1 0,84-35 0 0,12-14-4 0,-11-21-32 0,-37-24-58 0</inkml:trace>
  <inkml:trace contextRef="#ctx0" brushRef="#br0">18958 5204 20 0,'11'-50'24'0,"25"4"-3"0,-11 34-8 0,10 24 1 0,1 47-4 0,-36 1-5 0,-12-1-1 0,-72-11 2 0,73-48-5 0,47-48-1 0,35-11-5 0,12-1 4 0,-11 37 0 0,-48-1 3 0,-24 24 4 0,-48 24 1 0,12 23-6 0,11 0 0 0,50 13-5 0,22 1-25 0,2-15-23 0,-27-34 18 0</inkml:trace>
  <inkml:trace contextRef="#ctx0" brushRef="#br0">19458 5322 47 0,'0'0'10'0,"-24"-13"7"0,12 74-8 0,12-1-8 0,0-13-11 0,0-10-21 0,12-26-3 0</inkml:trace>
  <inkml:trace contextRef="#ctx0" brushRef="#br0">19685 4773 34 0,'0'-10'15'0,"23"10"7"0,36 119 1 0,1 48-13 0,-36-12-5 0,-83-25-1 0,-72-11-35 0,47-58-38 0</inkml:trace>
  <inkml:trace contextRef="#ctx0" brushRef="#br0">18517 6525 64 0,'0'0'0'0,"-23"-12"41"0,35 106-39 0,23 2 6 0,-23 0-3 0,-12-62 2 0,-12-21 5 0,-12-84-7 0,13-72-5 0,22-37 0 0,49 75 0 0,0 68-2 0,-14 49 1 0,-9 47 0 0,-49 12 4 0,-59-21-1 0,-37-4-4 0,60-21-40 0,61-25-34 0</inkml:trace>
  <inkml:trace contextRef="#ctx0" brushRef="#br0">19207 6096 86 0,'13'-25'3'0,"-26"62"14"0,-69 94 1 0,-38 36-8 0,61-25-4 0,95-33-3 0,71-38-3 0,36-37-36 0,-25-45-59 0</inkml:trace>
  <inkml:trace contextRef="#ctx0" brushRef="#br0">19256 6347 38 0,'-24'-50'16'0,"84"16"-8"0,34 34 10 0,-34 34 1 0,-24 39-9 0,-36 9-2 0,-24-32-4 0,-12-16 1 0,36-45-3 0,60-49-5 0,23-11 1 0,-23 11 2 0,-48 48 4 0,-36 12 2 0,-35 36-2 0,23 24-4 0,47-1-3 0,37 12-38 0,0-35-42 0</inkml:trace>
  <inkml:trace contextRef="#ctx0" brushRef="#br0">19731 6536 53 0,'-11'-23'10'0,"11"-1"-5"0,60 0 7 0,-13 24 3 0,-11 37 2 0,-36 21-8 0,-23-11-2 0,-1 3-1 0,24-29-4 0,11-21 0 0,2 13-1 0,21-13 0 0,2-13 0 0,36-8-22 0,12-29-84 0</inkml:trace>
  <inkml:trace contextRef="#ctx0" brushRef="#br0">20173 6155 119 0,'0'-11'5'0,"95"130"9"0,-24 36 8 0,-35 11-12 0,-60-47-3 0,-59-35-8 0,12-38-46 0,59-46-48 0</inkml:trace>
  <inkml:trace contextRef="#ctx0" brushRef="#br0">20756 6334 102 0,'-71'-37'23'0,"107"37"-81"0,-1 0 0 0</inkml:trace>
  <inkml:trace contextRef="#ctx0" brushRef="#br0">21352 6310 105 0,'-13'0'5'0,"-34"-13"-14"0,142 13-89 0</inkml:trace>
  <inkml:trace contextRef="#ctx0" brushRef="#br0">21673 6287 75 0,'0'0'0'0,"-83"-24"22"0,119 0-74 0,-12 24 17 0</inkml:trace>
  <inkml:trace contextRef="#ctx0" brushRef="#br0">22912 5870 71 0,'-12'-25'9'0,"-24"2"9"0,12 117-6 0,0 61-5 0,1-11-5 0,-2-72 6 0,-9-37-2 0,21-60 2 0,1-80-5 0,48-74-2 0,59-23-9 0,-11 131 5 0,-25 71 0 0,-23 58 5 0,-36 14 1 0,-72-13-2 0,-23-22-5 0,47-3-71 0,48-21 25 0</inkml:trace>
  <inkml:trace contextRef="#ctx0" brushRef="#br0">23566 5477 78 0,'-23'-24'1'0,"-26"24"0"0,-21 95 12 0,-49 108-3 0,47 23-5 0,84-36-4 0,83-35-2 0,48-59-21 0,-24-62-61 0</inkml:trace>
  <inkml:trace contextRef="#ctx0" brushRef="#br0">23436 5966 9 0,'11'-50'4'0,"72"4"0"0,37 46 17 0,-49 46-1 0,-35 38-3 0,-61 0-6 0,-34-36-4 0,-12-25-3 0,59-46 0 0,36-49-7 0,60 1 0 0,23-2 1 0,-48 39 3 0,-59 34 7 0,-59 13-2 0,-1 45-4 0,47 26-2 0,26 0-11 0,35-2-45 0,-12-59 16 0</inkml:trace>
  <inkml:trace contextRef="#ctx0" brushRef="#br0">24007 6132 41 0,'0'-36'38'0,"-12"24"-23"0,24 60 5 0,-1-1-6 0,-22-11-4 0,11-36-4 0,47-23-1 0,25-25-4 0,1 25-1 0,-50 57-2 0,-12 37-3 0,12-10-61 0,2-61-4 0</inkml:trace>
  <inkml:trace contextRef="#ctx0" brushRef="#br0">24531 5514 69 0,'0'11'7'0,"36"96"15"0,23 106-2 0,-35 26-16 0,-60-60-42 0,13-120-35 0</inkml:trace>
  <inkml:trace contextRef="#ctx0" brushRef="#br0">24780 6048 100 0,'0'0'0'0,"0"-48"48"0,13 61-64 0,35 22-95 0</inkml:trace>
  <inkml:trace contextRef="#ctx0" brushRef="#br0">7133 7214 10 0,'-13'0'23'0,"3"13"1"0,-14-13-3 0,0 0-5 0,12 0 0 0,12 0-3 0,0 0-1 0,-12 0-6 0,12 0-3 0,0 0 0 0,0 0 0 0,0 12 1 0,0-12 0 0,0 0 1 0,12 0-2 0,0 0 2 0,12 0-3 0,23 0 0 0,1 0-2 0,23 0 0 0,-24 0 2 0,49 0 0 0,-13-12-2 0,25 12 2 0,-14 0-2 0,15-13 1 0,-14 13 1 0,12 0-2 0,-1 0 0 0,1 0-2 0,-23 0 3 0,-12-11-1 0,-24 11 2 0,11-12-2 0,-11 12 0 0,-14 0-1 0,-9 0 3 0,-25 0-2 0,0 0 3 0,-25 0-2 0,-21 0-1 0,-26 0 1 0,-10 0-1 0,-38 12 1 0,1-12 0 0,-12 11 0 0,24 2-1 0,0-13 1 0,11 12-1 0,-11-12 0 0,12 12 0 0,11-12 1 0,13 0-1 0,11 0 0 0,0 0 0 0,-12 13 0 0,14-2 1 0,10-11-1 0,1 0 0 0,11 0 1 0,12 0-1 0,12-11 0 0,12 11 0 0,0 0 1 0,12 0-1 0,12-13 0 0,24 13 0 0,23-12 0 0,12 0 0 0,25-1 0 0,22 13 0 0,2-11 0 0,-25 11-1 0,12 0 1 0,0 0 0 0,-12 0 0 0,-12 0 0 0,1 0-1 0,-2 0 0 0,-22 0 1 0,-1-12 0 0,-23 12 0 0,12 0 0 0,-24 0 1 0,-14-11-2 0,3 11 2 0,-14 0-1 0,2 0 0 0,-13-12 1 0,0 12 0 0,-13-12-1 0,2 24-31 0,11 0-84 0</inkml:trace>
  <inkml:trace contextRef="#ctx0" brushRef="#br0">13766 5882 12 0,'0'0'8'0,"-12"-12"2"0,24 12 19 0,12 0-11 0,35-12-9 0,14-1-3 0,-39 13-2 0,-34 0 6 0,0 0 6 0,-59 0-14 0,-12 0-1 0,35-11 1 0,36 11 0 0,36 0-1 0,47 0 0 0,0 0-1 0,-47 0 0 0,-83-12 9 0,-37 12-7 0,25 0-1 0,47 0 0 0,35 0 0 0,37-11 0 0,12 22-2 0,-38-11 1 0,-21-11 2 0,-13-2-2 0,0 13-1 0,12 0-17 0,-24 13-87 0</inkml:trace>
  <inkml:trace contextRef="#ctx0" brushRef="#br0">18302 8811 92 0,'0'-23'10'0,"0"-14"11"0,13 132-7 0,10 96-7 0,-23 12-5 0,-11-48-1 0,-1-25-8 0,12-47-37 0,0-59-41 0</inkml:trace>
  <inkml:trace contextRef="#ctx0" brushRef="#br0">18338 8930 27 0,'0'0'0'0,"36"-155"16"0,-12 24 12 0,-11 70 3 0,10 61-19 0,37 73 2 0,23 9-5 0,-34 2-4 0,-74-13 1 0,-70-10-2 0,-24-26-2 0,47-35 1 0,36 36-2 0,23 71 0 0,62 12-1 0,23-12 0 0,22-11 0 0,2 0-27 0,-1-38-91 0</inkml:trace>
  <inkml:trace contextRef="#ctx0" brushRef="#br0">19053 9358 86 0,'0'-13'2'0,"12"-33"2"0,24-13 10 0,-36-1 9 0,-12-1-2 0,-36 50-4 0,1-1-5 0,-1 24-7 0,13 36-5 0,-1 11 3 0,0 25-3 0,12-13 1 0,24-23-1 0,11-37 1 0,38-45 2 0,22-26-2 0,-23 12-1 0,-24 35 1 0,-12 26-1 0,-1 11 1 0,1 0 0 0,12 11-1 0,12-10 1 0,22-14 0 0,14-11 0 0,-1-24 0 0,-22-23 0 0,-13-1 1 0,-1-24-1 0,-23 1 0 0,12 12 0 0,-24 22-1 0,-12 14 1 0,0 12-1 0,0 11 1 0,12 0-2 0,0 11 1 0,12 1 0 0,0-1-1 0,25 26 2 0,-3-3-2 0,14 3 1 0,-37-1-1 0,2 12 1 0,-26-14 1 0,26-9-2 0,23-13 1 0,35-12 0 0,13-12 1 0,-13-24 0 0,-11-12-2 0,-13-11 3 0,1-1-2 0,0 1 1 0,-36 11 0 0,-12 13 0 0,-36 24 0 0,-24 22 0 0,13 36-1 0,22 37-1 0,50 0 1 0,34-26 0 0,25-11 2 0,11-22-3 0,-13-25 2 0,-21-25 0 0,-26 14-1 0,-11-12-1 0,-12 10-15 0,-24 1-138 0</inkml:trace>
  <inkml:trace contextRef="#ctx0" brushRef="#br0">19363 9918 118 0,'-24'-60'15'0,"24"49"-1"0,-12 82 15 0,-1 72-17 0,13 0-6 0,13-1-4 0,10-46-5 0,-10-37-46 0,-13-22-74 0</inkml:trace>
  <inkml:trace contextRef="#ctx0" brushRef="#br0">19065 10287 78 0,'-35'-25'48'0,"35"25"-11"0,11 13-17 0,61 47-13 0,-1 11-4 0,1-10 0 0,-14-3-3 0,3-22-8 0,-14-12-40 0,26-48-38 0,-62 12 51 0</inkml:trace>
  <inkml:trace contextRef="#ctx0" brushRef="#br0">19673 10383 84 0,'0'-13'16'0,"0"-22"38"0,-36 35-28 0,-13 23-18 0,-10 36-7 0,0 12-17 0,23 26-64 0,24-62 17 0</inkml:trace>
  <inkml:trace contextRef="#ctx0" brushRef="#br0">18172 11585 76 0,'0'0'3'0,"-12"-12"-5"0,48-35 4 0,24-37 2 0,-1-11-1 0,-11-48-2 0,-13-12 0 0,-22 59 0 0,-26 73 1 0,-22 23 7 0,-1 71 0 0,11 36-5 0,14 14-2 0,-1-3-1 0,24-23 0 0,24-48-2 0,11-23 2 0,13-36 0 0,23-34 0 0,-35 9 0 0,0 13-1 0,-24 1 0 0,-12 11 1 0,-1 12 0 0,-11 46-1 0,0 4-1 0,23-16 1 0,26-10 0 0,-1-11 0 0,-2-38-1 0,-33-34 2 0,-13-1-1 0,-36-22 0 0,1 32 0 0,-13 29 0 0,11 32-1 0,3 36 1 0,22 13 0 0,12-2-1 0,35-33 1 0,37-13 0 0,10-24 0 0,14-36 1 0,-36 0-1 0,-12 1 0 0,-37 23 3 0,-11 11 0 0,0 3-1 0,0 20-1 0,0 40-1 0,0-3-1 0,12 0 1 0,-12 1 1 0,12-35-2 0,0-13 2 0,36-37 1 0,-2-10-2 0,3 23 0 0,-1 36 0 0,34 23-1 0,-21 1 1 0,-26-36 1 0,-23-59 2 0,-36-12 1 0,-11 21-4 0,35 40-46 0,59 10-35 0</inkml:trace>
  <inkml:trace contextRef="#ctx0" brushRef="#br0">20351 11192 176 0,'-12'-13'5'0,"-47"26"3"0,34 95 0 0,2 10 0 0,23 1-6 0,12-59-2 0,-12-36 5 0,-12-85 5 0,-1-81-9 0,49-60-6 0,13 118 4 0,-14 72-1 0,13 48-1 0,-24 37 5 0,-72-27-2 0,-47 2-8 0,46-24-95 0,49-24 19 0</inkml:trace>
  <inkml:trace contextRef="#ctx0" brushRef="#br0">20434 11145 133 0,'0'-25'3'0,"59"-21"2"0,14 46 19 0,-3 58-18 0,-21 2-2 0,-37-2 1 0,-37-8-1 0,-11-27 0 0,25-35 0 0,35-49-4 0,35 15-2 0,1 34 1 0,-24 24 1 0,0 24 0 0,11-26 1 0,13-20 0 0,10-38 0 0,-45 24 0 0,-37 24-6 0,-58 0 0 0,21 0 4 0,25-12 1 0,36 1-1 0,12-2-1 0,24 13 1 0,23 0 1 0,47-12 0 0,14-23-1 0,-60-1 2 0,-72 11 1 0,-36 14-2 0,-12-12 1 0,36-1 0 0,24-23 0 0,36-13-1 0,-24 24 0 0,-24 11 0 0,0 25 4 0,0-11-2 0,0 83 2 0,0 70 0 0,-13 25 0 0,13-60-3 0,-11-59 2 0,-1-48 3 0,12-83-5 0,59-1-10 0,-23 96 5 0,0 49 3 0,-36-3 2 0,-72-34 2 0,-23-24-24 0,83-48-123 0</inkml:trace>
  <inkml:trace contextRef="#ctx0" brushRef="#br0">21733 11132 129 0,'0'-12'39'0,"-24"0"-48"0,-1 12-106 0</inkml:trace>
  <inkml:trace contextRef="#ctx0" brushRef="#br0">19827 12359 2 0,'0'0'0'0,"-11"-108"13"0,-2 1 2 0,13 0 6 0,0 24 5 0,0 47-4 0,13 109-10 0,-37 116-4 0,-12 61-4 0,24-48-3 0,24-60 0 0,-12-58-4 0,0-59-39 0,-25-37-29 0</inkml:trace>
  <inkml:trace contextRef="#ctx0" brushRef="#br0">19411 12430 41 0,'0'-12'7'0,"-12"0"22"0,12 49-2 0,35 34-8 0,37 36-11 0,23 0-6 0,-23-11-2 0,-14-37-4 0,3-24-31 0,-13-47-50 0</inkml:trace>
  <inkml:trace contextRef="#ctx0" brushRef="#br0">20066 12644 22 0,'12'-12'6'0,"35"-35"6"0,-24 10 26 0,-46 50-16 0,-72 47 1 0,-36 22-8 0,24 14-10 0,59-37-4 0,35-22-1 0,13-37-19 0,-11 0-56 0,11 0 39 0</inkml:trace>
  <inkml:trace contextRef="#ctx0" brushRef="#br0">18338 13478 12 0,'-23'-60'17'0,"23"-35"8"0,12 11 13 0,12 73-18 0,-1 70-5 0,1 72-5 0,-24 12-5 0,0-24-2 0,13-47-1 0,-13-37 0 0,0-47 4 0,11-59-4 0,12-13-2 0,13 25 0 0,0 34 0 0,24 50-1 0,-24 23 1 0,-12 11 0 0,-1-23 0 0,0-12 0 0,26-11 1 0,22-38 0 0,1-23-1 0,-12-11 0 0,-13 23 1 0,-11 49-1 0,-13 46 2 0,1 0-2 0,0-11-1 0,0-13-31 0,0-35-52 0,-24-12 50 0</inkml:trace>
  <inkml:trace contextRef="#ctx0" brushRef="#br0">19171 13323 95 0,'-34'-24'10'0,"22"35"-44"0,12 2-28 0</inkml:trace>
  <inkml:trace contextRef="#ctx0" brushRef="#br0">19470 13657 39 0,'0'0'0'0,"-12"-24"25"0,24-23 7 0,13-3-7 0,-14-8-8 0,-11 34-11 0,0-12-3 0,-11 12-2 0,-14 1 0 0,-11 23 2 0,13 12-1 0,-13 36-1 0,11-25-1 0,14 25 0 0,-1-14 0 0,24 16 1 0,24 21-2 0,11 47 0 0,1 3 1 0,-36-39-1 0,-24-46-1 0,-36-24-31 0,1-60-28 0,22 12 16 0</inkml:trace>
  <inkml:trace contextRef="#ctx0" brushRef="#br0">19731 13252 65 0,'0'0'0'0,"36"-84"24"0,-23 84-3 0,-26 108-11 0,2 47-4 0,-1-25-3 0,35-58 1 0,37-60-2 0,48-96 1 0,35 25-4 0,-24 93 0 0,-61 75 1 0,-22-38 0 0,24-35-21 0,12-36-91 0</inkml:trace>
  <inkml:trace contextRef="#ctx0" brushRef="#br0">21102 13335 12 0,'-12'12'29'0,"0"1"-1"0,12-13-1 0,36-13-15 0,46-24-9 0,-10-21 0 0,-35-14-1 0,-50 47 1 0,-23 15 0 0,-24 33 0 0,-12 37-2 0,26 11-1 0,34 1 0 0,36-25 0 0,35-23-1 0,24-12-1 0,1-48 0 0,-1-22 2 0,-23 21 1 0,-24 37 2 0,-26 37 0 0,-10 9 2 0,-22-21-1 0,10-2-2 0,0-23 1 0,12-48-1 0,12-11-1 0,22-1-1 0,-9 37 1 0,11 23-2 0,11 23 0 0,-10 13 1 0,-3 1 0 0,2-14 0 0,-11-12-6 0,10-22-14 0,50-37-12 0,-3 0 7 0,-34 13 10 0,-24 22 13 0,-36-34 12 0,0-48 2 0,12-23-6 0,24 34 14 0,-14 72-2 0,-10 83 0 0,-34 84-12 0,10 0-6 0,12-48-3 0,24-36-22 0,0-48-38 0,-12-34 22 0</inkml:trace>
  <inkml:trace contextRef="#ctx0" brushRef="#br0">21899 13145 42 0,'-11'-36'18'0,"11"0"-7"0,59 0 5 0,48 36-2 0,24 47-3 0,-36 24-2 0,-47-10-5 0,-48-13-2 0,-36-25 0 0,1-23-1 0,22-35-1 0,61-37-3 0,36 47 1 0,-14 15 1 0,-21 45 5 0,-25 13-1 0,-12-12-2 0,35-13-1 0,25-23 2 0,-37-35-1 0,-47-25-1 0,-47 23-3 0,-48 27 2 0,46 10 1 0,50 0-2 0,58 0 0 0,85 0-4 0,-1-36 4 0,-60 11 8 0,-35 14 0 0,-12 59-3 0,-12 59-1 0,-12 0 1 0,0-11-2 0,0-37 0 0,0-34 2 0,0-62 1 0,-12-70-3 0,12-59-6 0,48 58 0 0,11 95 1 0,0 50 1 0,-11 34 3 0,-59-24 1 0,-62-22 0 0,26-37-29 0,35-24-30 0,35-12 15 0,-23 48 38 0</inkml:trace>
  <inkml:trace contextRef="#ctx0" brushRef="#br0">22995 13134 3 0,'0'0'0'0,"60"-50"37"0,-25 27 9 0,1-1-12 0,-24 12-21 0,-1 0-9 0,2 24-3 0,-13-12-1 0,12 25 0 0,-1-2 1 0,37-12-1 0,13-11 1 0,-50 0 0 0,1 84 5 0,-24 35-3 0,-12 0-2 0,0-35-6 0,12-25-46 0,36-59-36 0</inkml:trace>
  <inkml:trace contextRef="#ctx0" brushRef="#br0">23590 13252 82 0,'-12'0'48'0,"0"-13"-35"0,1 13-121 0</inkml:trace>
  <inkml:trace contextRef="#ctx0" brushRef="#br0">10753 7239 40 0,'0'0'8'0,"-23"-12"6"0,10 12 14 0,-10 0-9 0,-1 0-2 0,24-13-6 0,24 13-7 0,58-11 0 0,122-36 3 0,105 23-4 0,49 24 0 0,-2 11-3 0,-11 2 1 0,-70-13 3 0,-73-13 1 0,-106 2-5 0,-73-1 5 0,-34 1-1 0,-61 11-3 0,-96 0 1 0,-68 0-3 0,-62 23 1 0,-37 1-1 0,38 0 3 0,59-1-2 0,60 1 2 0,22-12-2 0,74-12 0 0,34 0 0 0,36 0 1 0,12 0-2 0,24-12 2 0,94-1-2 0,109-21 1 0,83 10-1 0,58 24 1 0,2 0-1 0,-60 0 1 0,-108 12 1 0,-95-12-1 0,-84 0 1 0,-23-12 0 0,-23 12 0 0,-84-13-1 0,-83 13 0 0,-108 0 0 0,-71 13 0 0,-1 11 0 0,73-1 0 0,70-12-1 0,61 2-1 0,58-1 0 0,25 0 2 0,36 1 1 0,11-13-1 0,0 11 0 0,23-11 0 0,13-11-2 0,97-2 1 0,117-11-1 0,96 0 2 0,82 1-1 0,13 23 2 0,-107 0 1 0,-238 0-2 0,202-12 3 0,-109 0 0 0,-104-1 0 0,-37-10 0 0,-12 12-2 0,0-2-41 0,0 26-93 0</inkml:trace>
  <inkml:trace contextRef="#ctx0" brushRef="#br0">4430 15204 31 0,'0'-23'11'0,"-12"-37"29"0,12 49-14 0,0 22-12 0,0 96 5 0,0 72-6 0,0 23-7 0,0-23-4 0,0-48 1 0,12 11-73 0,-12-165-14 0</inkml:trace>
  <inkml:trace contextRef="#ctx0" brushRef="#br0">4335 15573 64 0,'-12'0'21'0,"-13"-23"9"0,14 35-9 0,83 11-11 0,35-12-6 0,0-34-1 0,0-36 0 0,-35-14-1 0,-25 2 0 0,-24 12-3 0,-10 0 7 0,-13 47-1 0,0 108-1 0,-13 46 1 0,13 1 0 0,-11 0-7 0,22-60-1 0,14-58-39 0,35-75-68 0</inkml:trace>
  <inkml:trace contextRef="#ctx0" brushRef="#br0">5442 14704 106 0,'-23'0'14'0,"-73"107"20"0,-23 142-19 0,72 50-9 0,70-25-4 0,61-60-4 0,23-71 4 0,-47-83-1 0,-25-60-42 0,-23-23-69 0</inkml:trace>
  <inkml:trace contextRef="#ctx0" brushRef="#br0">5800 15288 55 0,'0'0'0'0,"-12"-48"36"0,0 12 4 0,24 60-23 0,47 84-6 0,36 22-6 0,12-11-2 0,-11-24-2 0,-60-24 0 0,-12-34 2 0,-24-37-16 0,0-71-58 0,-12 46 10 0</inkml:trace>
  <inkml:trace contextRef="#ctx0" brushRef="#br0">6205 15215 103 0,'-24'0'8'0,"-83"121"31"0,-48 45-21 0,36 12-11 0,46-58-4 0,62-61-1 0,-1-23 1 0,1-48 0 0,11-36-40 0,23 13-97 0</inkml:trace>
  <inkml:trace contextRef="#ctx0" brushRef="#br0">6276 14871 40 0,'0'-12'12'0,"-25"-59"27"0,14 12 5 0,11 46-26 0,36 60-15 0,95 120-1 0,60 118-5 0,-50 38 3 0,-80-39-2 0,-97-79 11 0,-47-51 1 0,-25-48-3 0,37-58-4 0,47-36 0 0,12-35-39 0,12-1-79 0</inkml:trace>
  <inkml:trace contextRef="#ctx0" brushRef="#br0">7907 15299 83 0,'0'0'6'0,"-48"-23"28"0,48 12-4 0,48-2-22 0,49 13-3 0,21 0-5 0,0 0 1 0,-34-12-28 0,-48-13-94 0</inkml:trace>
  <inkml:trace contextRef="#ctx0" brushRef="#br0">7907 15395 87 0,'-12'0'6'0,"-35"24"19"0,94-24 2 0,96-12-19 0,23 0-5 0,-58 0-1 0,-71 24-74 0,-26-12 25 0</inkml:trace>
  <inkml:trace contextRef="#ctx0" brushRef="#br0">9134 14930 69 0,'0'0'0'0,"0"-46"31"0,0 21 4 0,0 61-24 0,0 58-2 0,0 38-1 0,-12 23-2 0,-1-24 0 0,2-24-3 0,11-25 0 0,24-32-3 0,12-27 2 0,35-23 0 0,13-36-1 0,-13 12-1 0,-11 11-5 0,-25-10-34 0,-11 12-87 0</inkml:trace>
  <inkml:trace contextRef="#ctx0" brushRef="#br0">9086 15395 83 0,'-13'-12'19'0,"-33"-24"11"0,82 12-9 0,82 12-16 0,25-11-2 0,-35 11-1 0,-61-24-2 0,-36 11-31 0,-22-9-40 0,-14 34 16 0</inkml:trace>
  <inkml:trace contextRef="#ctx0" brushRef="#br0">9073 15060 62 0,'0'0'0'0,"-46"-58"44"0,92-2-13 0,86 13-17 0,11 23-7 0,-37 0-3 0,-70 24-3 0,-23 0-133 0</inkml:trace>
  <inkml:trace contextRef="#ctx0" brushRef="#br0">10253 14490 26 0,'0'-12'10'0,"36"-84"14"0,0 25 7 0,-48 37-12 0,-24 45-4 0,-59 120-3 0,-48 129-4 0,24 121-9 0,83 0 2 0,108-94-3 0,58-109 2 0,-10-57 0 0,-49-75 1 0,-47-34 2 0,-12-47-11 0,13-13-70 0,-25 23 34 0</inkml:trace>
  <inkml:trace contextRef="#ctx0" brushRef="#br0">10444 15311 26 0,'-13'0'12'0,"-10"0"20"0,10 0-3 0,13 0-3 0,0 0-16 0,13-12-7 0,70 12-1 0,60 0-2 0,12 0-1 0,-61 0 2 0,-58 0 2 0,-36 0 4 0,0-11-5 0,0 11-47 0,36 0-53 0</inkml:trace>
  <inkml:trace contextRef="#ctx0" brushRef="#br0">11182 14907 35 0,'0'-12'9'0,"0"-24"32"0,0 143 1 0,-12 48-34 0,12 0-5 0,0-24-2 0,-24-47-3 0,24-37-30 0,24-83-35 0,-12 25 38 0</inkml:trace>
  <inkml:trace contextRef="#ctx0" brushRef="#br0">11373 15215 45 0,'0'0'22'0,"23"0"15"0,-12 50-21 0,2 8-11 0,-1 2-2 0,-1-12-2 0,2-25-1 0,10-23 1 0,2-23-2 0,-14-25 1 0,1 1 1 0,-12 10 0 0,-23-22-1 0,-13 34 1 0,11 14 0 0,14 35 0 0,-1 24-1 0,48-13-1 0,35-10 0 0,13-14 2 0,23-35 0 0,-1-11 0 0,-34-1-1 0,-37 12 1 0,-10-12 0 0,-25 1 0 0,11 11-1 0,2 12 1 0,-13 1-1 0,-13-2 1 0,2 13 0 0,-14-12-1 0,3 24 0 0,-2 1 1 0,-24 21-1 0,24 26 0 0,12-12 0 0,48-12 0 0,12 35-1 0,-24 61 1 0,-13-2-1 0,-46 0 4 0,-13-105-4 0,35-25-50 0,13-25-28 0</inkml:trace>
  <inkml:trace contextRef="#ctx0" brushRef="#br0">12587 14740 41 0,'0'0'0'0,"0"-107"16"0,12 11 22 0,-24 96-18 0,-59 132-3 0,-48 141-9 0,47 25-6 0,95-60-2 0,61-83 0 0,36-96 0 0,-13-94-41 0,-37-26-54 0</inkml:trace>
  <inkml:trace contextRef="#ctx0" brushRef="#br0">13028 15038 73 0,'0'-24'28'0,"0"70"-3"0,-11 86-16 0,11 12-5 0,0-2 0 0,0-129 3 0,0-109-4 0,-13-71-1 0,26-72 1 0,21 84-1 0,2 109-4 0,12 58-1 0,12 59 2 0,-38 13 0 0,-80-13 2 0,-73-12-1 0,71-23-29 0,60-13-66 0</inkml:trace>
  <inkml:trace contextRef="#ctx0" brushRef="#br0">13659 14645 72 0,'0'-37'26'0,"-12"87"4"0,-95 126-15 0,12 75-11 0,107-25-4 0,83-71 0 0,0-107 1 0,-35-84-20 0,-13-11-78 0</inkml:trace>
  <inkml:trace contextRef="#ctx0" brushRef="#br0">14028 14918 53 0,'0'-23'17'0,"12"-1"20"0,24 60-17 0,23 71-12 0,25 12-4 0,-25-37-2 0,-23-21-7 0,-36-49-33 0,0-72-46 0</inkml:trace>
  <inkml:trace contextRef="#ctx0" brushRef="#br0">14385 14884 66 0,'-23'11'34'0,"-38"72"-1"0,-33 36-19 0,-13-12-9 0,35-12-3 0,25-24-4 0,35-34-53 0,12-37-32 0</inkml:trace>
  <inkml:trace contextRef="#ctx0" brushRef="#br0">14528 14788 54 0,'0'0'0'0,"0"-48"47"0,24 37-22 0,24 93-19 0,11 96-2 0,-23 2 0 0,-49-38 2 0,-45-70 0 0,9-48-4 0,38-24-56 0,11-24-25 0</inkml:trace>
  <inkml:trace contextRef="#ctx0" brushRef="#br0">14933 14585 74 0,'0'0'0'0,"60"0"31"0,-1 131-7 0,-35 83-16 0,-12-23-1 0,-73-36-3 0,15-72-2 0,10-47-9 0,24-36-114 0</inkml:trace>
  <inkml:trace contextRef="#ctx0" brushRef="#br0">15148 14168 57 0,'0'0'11'0,"-36"-35"21"0,36-1-1 0,60 36-27 0,94 119-3 0,25 179 0 0,-61 72 1 0,-141-2 0 0,-108-95 1 0,12-129 7 0,24-62-5 0,82-69-5 0,61-73-141 0</inkml:trace>
  <inkml:trace contextRef="#ctx0" brushRef="#br0">9288 16145 87 0,'-11'0'9'0,"11"58"18"0,-36 63-11 0,24-3-14 0,1-22-3 0,-2-37-24 0,1-59-31 0,0-47-1 0</inkml:trace>
  <inkml:trace contextRef="#ctx0" brushRef="#br0">9218 16121 48 0,'0'-12'16'0,"-13"1"30"0,-34 82-22 0,-13 24-17 0,25-35-5 0,23-37 1 0,47-106-1 0,60-36 0 0,-47 95-2 0,-25 72 3 0,2 23-2 0,22 1-19 0,1-37-110 0</inkml:trace>
  <inkml:trace contextRef="#ctx0" brushRef="#br0">8598 16955 47 0,'0'-24'9'0,"-13"-13"20"0,2 3-16 0,-1 21-2 0,-59 49 7 0,-1 46-14 0,25 15-3 0,35-26-1 0,24-23-1 0,-1-25 2 0,14-70 3 0,-2-24-1 0,13 11-1 0,-12 24-1 0,0 36 1 0,0 12-2 0,11 1 0 0,-24 21 1 0,2 3-1 0,-13 10 0 0,23-23-1 0,2-11 1 0,10-26 0 0,12-24 1 0,-11-9 0 0,0-13 0 0,-12 22 0 0,12 14 0 0,-12 23-1 0,-12 23 0 0,1 25-1 0,-2 0 1 0,1-13-1 0,22-35 1 0,15-23-1 0,-1-14 2 0,-25 3 0 0,0-3-1 0,-23 24 1 0,13 13-2 0,-1 13 1 0,12 24 0 0,-12-3-1 0,36-9 0 0,11-2-1 0,24-23-3 0,1-11 1 0,-38-26 2 0,3 3 2 0,-13-16 1 0,-14 16 0 0,-22 10 1 0,-46 72 0 0,-2 59-4 0,60 12 0 0,48-36 0 0,-49-47 1 0,-34 0 1 0,-25-26-2 0,36-10-66 0,35-22 22 0</inkml:trace>
  <inkml:trace contextRef="#ctx0" brushRef="#br0">9908 17038 79 0,'0'-12'23'0,"12"-12"22"0,-24 24-37 0,12 13-12 0,0-13-6 0,-12 47-109 0</inkml:trace>
  <inkml:trace contextRef="#ctx0" brushRef="#br0">8943 17551 69 0,'-143'11'36'0,"-11"12"-7"0,154-34-24 0,286-49-13 0,106-35 12 0,-47 47 1 0,-154 13-6 0,-180 23-4 0,-57 24-62 0,-14 11 7 0</inkml:trace>
  <inkml:trace contextRef="#ctx0" brushRef="#br0">8741 17727 57 0,'-131'13'38'0,"48"-1"-19"0,237-71-7 0,310-60-5 0,60 23-11 0,-249 37 13 0,-205 23 5 0,-106 12-10 0,-58 24-140 0</inkml:trace>
  <inkml:trace contextRef="#ctx0" brushRef="#br0">16624 15573 69 0,'0'-11'2'0,"0"-1"20"0,24-13 2 0,35 25-16 0,50 0-6 0,-3 13-2 0,-35-1-26 0,-23 0-64 0</inkml:trace>
  <inkml:trace contextRef="#ctx0" brushRef="#br0">16743 15669 27 0,'-36'11'29'0,"-47"1"-4"0,83 0 1 0,95-12-16 0,84-24-8 0,-48 24-4 0,-95 0-59 0,-24 0 10 0</inkml:trace>
  <inkml:trace contextRef="#ctx0" brushRef="#br0">18053 15060 67 0,'-48'-34'7'0,"-23"22"19"0,22 0 1 0,62 12-22 0,142 12-1 0,107-12-1 0,0 0-1 0,-59 24-1 0,-96-12 0 0,-96-12 1 0,-58 0-92 0,22 0 39 0</inkml:trace>
  <inkml:trace contextRef="#ctx0" brushRef="#br0">17946 15050 59 0,'-25'-12'5'0,"-11"12"26"0,26 0-9 0,20 22-13 0,39-9-1 0,22 24-3 0,37 10-1 0,-13 11-2 0,-12 3-1 0,-47-1 1 0,-25-1 2 0,-70 24-2 0,-24 1 1 0,-13 23-3 0,25-25 3 0,24-21-1 0,35-1-1 0,47-26 0 0,85-21-2 0,82-26 4 0,0-10-3 0,-71 23 1 0,-83-11-1 0,-36 11 2 0,-12-13-3 0,0 13-26 0,0 13-94 0</inkml:trace>
  <inkml:trace contextRef="#ctx0" brushRef="#br0">17506 15525 79 0,'-13'-11'8'0,"-34"-25"9"0,23 24 7 0,71 12-21 0,85 0-1 0,45 0 0 0,-92-12 0 0,-97 12 7 0,-95 12-7 0,-61 13-2 0,74-2 1 0,94-23 0 0,24 11-3 0,71-11-43 0,-24 0-40 0</inkml:trace>
  <inkml:trace contextRef="#ctx0" brushRef="#br0">20518 15776 52 0,'0'0'6'0,"24"-25"25"0,24-46-13 0,23-36-11 0,0-35-3 0,1-74-2 0,-13 27 0 0,-59 105 3 0,-12 49 4 0,1 35-5 0,-14 59-4 0,14 60 0 0,-14 36 1 0,14-12-1 0,11-24 1 0,36-59-1 0,35-37 3 0,25-70-2 0,-25-13 1 0,-47 36-1 0,-24 11 0 0,0 26-2 0,-13-1 2 0,26 0-2 0,23 1 3 0,-14-13-2 0,3-25 1 0,-25-10 0 0,0-13 0 0,-35 12 0 0,-1 0-1 0,-12 36-1 0,12 0 1 0,13 25 0 0,58 34 0 0,49-35-1 0,47-24 1 0,47-12-1 0,-11 0 1 0,-60-24 0 0,-71 24 0 0,-25-24 0 0,-11 13 1 0,0 0-1 0,0 10 0 0,-11 1 0 0,-14 12 0 0,25 0 0 0,-11 0 0 0,11 0 0 0,-12-12 0 0,-12 12 0 0,0 24 0 0,1 35-1 0,35 13 1 0,12 36-1 0,0 22 1 0,-24-34 0 0,-37-37 0 0,1-23 1 0,13 11-29 0,46-11-79 0</inkml:trace>
  <inkml:trace contextRef="#ctx0" brushRef="#br0">22376 15252 112 0,'-36'-71'5'0,"36"82"1"0,-12 120 5 0,12 37-8 0,-12-26 1 0,-12-95 3 0,24-35 4 0,-12-95-7 0,36-107-3 0,60-96 0 0,35 48-2 0,-60 190-1 0,-36 108 0 0,-23 47 2 0,-82 0 2 0,-49-24-1 0,47-22-33 0,84-15-75 0</inkml:trace>
  <inkml:trace contextRef="#ctx0" brushRef="#br0">22531 15573 54 0,'0'-71'31'0,"58"0"2"0,3 35-15 0,-2 48-13 0,-23 35-2 0,-24 37-1 0,-35-26 2 0,-38-8-2 0,49-39 0 0,60-59-1 0,59-36-3 0,11 25 0 0,-93 47 1 0,-50 24 5 0,-82 60 2 0,37-1-1 0,81 12-5 0,97-35-1 0,47-37-4 0,-84-45-2 0,-107 9-124 0</inkml:trace>
  <inkml:trace contextRef="#ctx0" brushRef="#br0">19446 15121 60 0,'12'-36'16'0,"-12"48"17"0,0 95-9 0,-12 72-16 0,24-48-4 0,12-36-1 0,-24-71 2 0,0-36 7 0,-24-107-9 0,24-60-2 0,60-84-1 0,-1 98-1 0,1 117-1 0,-2 72 0 0,-9 94 3 0,-26-10 0 0,-82-24 3 0,-72-25-3 0,12 0-9 0,107 12-84 0,12-58 43 0</inkml:trace>
  <inkml:trace contextRef="#ctx0" brushRef="#br0">19816 15596 64 0,'0'-23'7'0,"0"-59"31"0,35 32-7 0,1 40-23 0,12 33-2 0,-25 48-2 0,-11 0-1 0,-24-34 0 0,-23-13-1 0,11-24 1 0,35-48-3 0,61-11 0 0,1 11 0 0,-50 12 0 0,-23 36 1 0,-36 48 0 0,-24 23 1 0,48 1-1 0,72-25-1 0,35-23 2 0,-1-48-2 0,-69 0-38 0,-25 24-89 0</inkml:trace>
  <inkml:trace contextRef="#ctx0" brushRef="#br0">16183 14752 64 0,'0'-60'4'0,"-11"37"15"0,-1 188 4 0,-24 229-15 0,48 95-7 0,12-25 1 0,-24-119 0 0,0-119 2 0,-36-71-3 0,-13-97 3 0,27-80-34 0,22-74-67 0</inkml:trace>
  <inkml:trace contextRef="#ctx0" brushRef="#br0">16075 14348 61 0,'-34'-13'1'0,"-169"-11"8"0,120 36 3 0,94 24-5 0,97 0-1 0,106-1-2 0,132-23 0 0,154-35 2 0,131-25 0 0,119 12-3 0,72 12-1 0,47 11 0 0,12 3-2 0,-48 10-2 0,-118 23 0 0,-155-11-2 0,-168 0 1 0,-177-12 2 0,-144-12 7 0,-46 0-1 0,9-1-4 0,15-8 0 0,-1 21 0 0,-25 11-2 0,0 131-1 0,-10 157-2 0,10 200 5 0,-34 37 0 0,-1-119 2 0,-12-119 5 0,-11-72-1 0,-1-71-2 0,12-84-3 0,12-47-10 0,-13-36-65 0,2-12 18 0</inkml:trace>
  <inkml:trace contextRef="#ctx0" brushRef="#br0">16172 17120 19 0,'-48'0'11'0,"-47"-11"13"0,23 11-1 0,47-12-1 0,25 1-6 0,49-1-5 0,34-13-5 0,96 2-3 0,166-13 2 0,191-23-1 0,191-25-1 0,105 13-2 0,50 11 0 0,23 25-2 0,-70 22 0 0,-121 13 2 0,-119 13-1 0,-119 11-2 0,-83 10 1 0,-95-9 0 0,-119-13 7 0,-144-12 10 0,-35 0-3 0,0-24-10 0,-11 24-3 0,-49 0-29 0,-25 24-97 0</inkml:trace>
  <inkml:trace contextRef="#ctx0" brushRef="#br0">17397 15525 13 0,'-11'-11'22'0,"-14"-1"5"0,3 12-5 0,22 0-9 0,35 0 11 0,49 0-17 0,11 0-5 0,-24 0 1 0,-47 12-3 0,-24-1 2 0,0-11 1 0,-36 0 1 0,-59 13-3 0,11-13 1 0,25 0-1 0,46 12 0 0,38-12 0 0,58 0 0 0,13 0 0 0,-25 0-1 0,-23 0 1 0,-36 0-1 0,-60 0 2 0,-11 0-1 0,23 0-1 0,36 0 0 0,48 0 1 0,35 0-1 0,-23 0 0 0,-26 0 1 0,-21 0-10 0,23 23-122 0</inkml:trace>
  <inkml:trace contextRef="#ctx0" brushRef="#br0">19588 16169 6 0,'0'0'8'0,"-11"-12"24"0,11 0-6 0,0 12-11 0,0 0-8 0,48 0-1 0,47 0-4 0,1 0-2 0,-13 0 1 0,-47 12 2 0,-61-24 17 0,-58-1-16 0,-24 2 2 0,24 11-3 0,71 11-3 0,36-11 1 0,47 0 0 0,49-11-2 0,-50-1 2 0,-45 12 1 0,-37 0 0 0,-84 0-2 0,-36 0 3 0,25 12-3 0,73-12 1 0,45 0-1 0,49 0-1 0,59 0 0 0,-36 0 1 0,-59-12 1 0,-24 1 0 0,-48-2-1 0,-47 1 2 0,12 12-1 0,71 0-2 0,36 12 1 0,59-12-1 0,48-12 0 0,-47 12 1 0,-61 0 0 0,-23-12 1 0,0 1 0 0,-12 11-1 0,1-12 0 0,-1 12 0 0,12-11 1 0,0 11-1 0,-13 0 0 0,13 0 0 0,0 0 0 0,0 0-32 0,0 0-52 0</inkml:trace>
  <inkml:trace contextRef="#ctx0" brushRef="#br0">10789 13216 29 0,'0'0'9'0,"-13"0"13"0,13 0-10 0,0 0-4 0,-11 12 4 0,11-12-2 0,11 0 5 0,26 0-10 0,-1 0-3 0,-24 0-1 0,-12 0 8 0,0 0 6 0,-12-12-12 0,-36 12-1 0,23 0 3 0,25 0-1 0,0 0-3 0,0 0 0 0,37 0 0 0,11 12-1 0,-36-12 1 0,-2 0 0 0,-10 0 3 0,-22 0-3 0,-2 0 0 0,0 0-1 0,0 0 0 0,11 0 0 0,13 0 0 0,37 0 0 0,-1 0 1 0,-12 0-1 0,-1 0 1 0,-23 0 0 0,0 0 0 0,-13 0 0 0,-9 0-1 0,-2 0 0 0,0 0 0 0,12 0 0 0,0 0 0 0,24 0 0 0,12 0 0 0,-24 0 1 0,12-12-1 0,-12 12 1 0,0 0-1 0,0 0 0 0,0 0 1 0,0 0-1 0,0 12-2 0,0-12 3 0,0 0-1 0,0 0 2 0,0 0-1 0,0 0-1 0,-12 0-1 0,0 0 0 0,12 0 2 0,0 0 0 0,0-12-2 0,-12 12 2 0,12 0-4 0,12 0 5 0,-12 0-3 0,0 0 2 0,0 0 0 0,0-11-20 0,0 11-97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4799 6657 17 0,'-34'-13'24'0,"21"1"-3"0,26-36-5 0,44 24-6 0,63 12-3 0,-1 12-2 0,-36-12-3 0,-70 12 1 0,-37 0-1 0,-48 12-1 0,-24 0-1 0,2 1 1 0,45-2-1 0,38-11 1 0,47 12-1 0,35-24 1 0,1 12-1 0,-13 48-80 0</inkml:trace>
  <inkml:trace contextRef="#ctx0" brushRef="#br0">8074 6751 12 0,'0'0'0'0,"-59"0"35"0,23 0-11 0,24-12-9 0,60 12-10 0,59-24-4 0,47 12-1 0,-34 0 1 0,-85 12-1 0,-35 0 0 0,-12 0-70 0</inkml:trace>
  <inkml:trace contextRef="#ctx0" brushRef="#br0">9277 6668 70 0,'-12'-11'3'0,"-24"-2"7"0,84 1-5 0,35-13-3 0,1 25-2 0,-49 13-1 0,-60 24-78 0</inkml:trace>
  <inkml:trace contextRef="#ctx0" brushRef="#br0">7229 12918 36 0,'-37'-23'18'0,"-10"-1"5"0,12 11 4 0,24 2-9 0,57-1-9 0,97 1-4 0,72-2-4 0,23 13 0 0,-48 13 0 0,-71-13 0 0,-83 0-1 0,-36 0-16 0,0 0-48 0,0 11 19 0</inkml:trace>
  <inkml:trace contextRef="#ctx0" brushRef="#br0">7086 12906 24 0,'0'0'0'0,"-48"-23"24"0,24 23 6 0,12 0-16 0,12 0-2 0,12 23 3 0,24 0-5 0,34 14-4 0,27-1-3 0,21 23-3 0,-22 1 0 0,-36 11 0 0,-25 13 1 0,-24 0 0 0,-22-2 1 0,-37 12 0 0,-23 15 0 0,-24-13 0 0,0 9-1 0,23-9-1 0,26-12 0 0,46-13-1 0,70-35 3 0,85-24 1 0,35-12-4 0,-24 0 2 0,-57 0 0 0,-50 11-1 0,-48-11 0 0,-11 0-6 0,0-11-112 0</inkml:trace>
  <inkml:trace contextRef="#ctx0" brushRef="#br0">5727 13620 50 0,'-11'-11'11'0,"-12"-12"14"0,0 10 7 0,-14 13-15 0,37 0-13 0,37 13 1 0,105-2 1 0,59-22-3 0,-21 11-2 0,-86 0 0 0,-81 11 2 0,-1-11 4 0,-12-11-4 0,0 11-12 0,-12 34-129 0</inkml:trace>
  <inkml:trace contextRef="#ctx0" brushRef="#br0">8705 13360 33 0,'0'0'0'0,"12"-96"20"0,-1 12 17 0,2 38-15 0,-13 33-5 0,0 72-8 0,0 121 0 0,-24 80-4 0,12-34-3 0,12-46 0 0,0-61-1 0,-13-60 0 0,13-47 0 0,-11-1-3 0,11-129-32 0,24-95-56 0,-24 176 65 0</inkml:trace>
  <inkml:trace contextRef="#ctx0" brushRef="#br0">8692 13145 23 0,'-11'-24'20'0,"11"-47"19"0,36 0-11 0,36 34-12 0,23 24-9 0,-13 97 0 0,-33 71-1 0,-37 0 0 0,-96-47 4 0,-82-13-6 0,46-12-5 0,84-12-66 0,36-47-10 0</inkml:trace>
  <inkml:trace contextRef="#ctx0" brushRef="#br0">9158 13704 10 0,'0'-24'22'0,"12"-11"2"0,-1 10 1 0,1-9-2 0,-12 34-8 0,0 59-1 0,-12 37-8 0,1-2-1 0,-1 1-1 0,-1-35 1 0,13-24-3 0,-11-13 1 0,11-23 0 0,11-23 0 0,2-13-2 0,10-12-1 0,1 13 0 0,-11-13-3 0,21 1-9 0,15-13-4 0,-2 24 9 0,-35 11 6 0,0 14 2 0,0-1 6 0,-12 12-2 0,-12 23 2 0,-24 27-2 0,1-4 1 0,-25-21-3 0,37-2-1 0,10-12-3 0,13-11 3 0,0 0-1 0,-12-11 0 0,24-1 0 0,1 1-1 0,21 22 0 0,15 37 0 0,22 11 0 0,-23 25 0 0,-36-37 1 0,10-23-3 0,14 13 2 0,-11-14 1 0,-1-23 1 0,-12 0-1 0,-12-12-2 0,0 1-50 0,-12 11-50 0</inkml:trace>
  <inkml:trace contextRef="#ctx0" brushRef="#br0">10110 13431 65 0,'0'0'0'0,"-60"34"8"0,49-9 9 0,35-25-8 0,59-72-4 0,24-47-2 0,-22-46 1 0,-15-63-1 0,-34 50-2 0,-36 71 0 0,-36 71 1 0,23 24 1 0,2 60 3 0,-35 84 0 0,-3 57-3 0,25 24-2 0,36-8-2 0,36-63 1 0,22-58 3 0,15-73 0 0,-2-93 1 0,-12-15-4 0,-47 73 0 0,-24 24 0 0,25 48 0 0,9 0 0 0,14-12 0 0,0-26 2 0,-24-31-1 0,-12-52 0 0,-36-9-2 0,-25 32 1 0,-21 39-1 0,10 22 1 0,24 50 0 0,48-14 0 0,60 0-2 0,35-34 3 0,24-13-2 0,35-24 2 0,-21-24-2 0,-27-11 1 0,-72 22-1 0,-33-9 3 0,-13-2-1 0,-35 24 0 0,11 0 0 0,-12 1-1 0,11 23-1 0,-9 0 2 0,11 0-2 0,10 10 2 0,-11 3-1 0,-12 11 1 0,0 12-2 0,0 12 0 0,0 23 0 0,25-12 3 0,47-23-2 0,11-24 1 0,25-72-1 0,-12 1 1 0,-13 11 0 0,-24 25 0 0,2 46 1 0,-1 73-1 0,-24 70 0 0,-12 37 0 0,-36-25-1 0,-23-36 0 0,11-81 1 0,12-61 5 0,36-84-1 0,24-11-3 0,24 24-9 0,25 0-81 0,-50 58 35 0</inkml:trace>
  <inkml:trace contextRef="#ctx0" brushRef="#br0">12087 12871 64 0,'0'-24'5'0,"0"1"20"0,-12 70 2 0,0 95-14 0,0 50-7 0,12-26-2 0,0-72 1 0,-12-57 4 0,1-85-1 0,-14-107-5 0,73-119-1 0,60-11-2 0,11 93-1 0,-13 121 2 0,-46 71-5 0,-24 84 3 0,-59 11 1 0,-86-23 1 0,-45 11 2 0,35 1-10 0,72 82-49 0,47-59-26 0</inkml:trace>
  <inkml:trace contextRef="#ctx0" brushRef="#br0">12397 13502 57 0,'12'-60'18'0,"-12"12"27"0,11 25-22 0,-11 83-17 0,-11 35 0 0,-1 24-2 0,-1-36-2 0,2-36 0 0,11-23 0 0,0-36 3 0,47-47-2 0,13-24-3 0,0 11 1 0,-13 14-2 0,-11 33 2 0,-36 37-1 0,-24 22 1 0,-23 16-1 0,-1-16 1 0,48-9-2 0,23 21 1 0,61 15-1 0,-2 22 2 0,-33-47-2 0,-26-11 2 0,-10-25 0 0,23-37-5 0,35 1-150 0</inkml:trace>
  <inkml:trace contextRef="#ctx0" brushRef="#br0">4275 6465 20 0,'0'-24'4'0,"0"12"-1"0,0-11-2 0,12 11-2 0,-1 12-1 0,-11 47 1 0,0 25-1 0,0 11 3 0,0-1-3 0,0-21 2 0,13-13 1 0,-1-25 2 0,0-11-1 0,0-1 0 0,24-11 2 0,47 0-2 0,35-11-2 0,50-1 0 0,34 12 2 0,48-11 0 0,24-1 0 0,12 0-1 0,-37 12 1 0,-34 24-2 0,-49-13 1 0,-21 1-3 0,-27-12 3 0,-36-12 1 0,-21-11-1 0,-25-13 3 0,-36-12-1 0,11 2 1 0,-11-4-2 0,0 3-1 0,0 23 0 0,0 13-6 0,0 70 1 0,-11 25 2 0,11-13 5 0,11-23-1 0,26-13 0 0,-14 26-43 0</inkml:trace>
  <inkml:trace contextRef="#ctx0" brushRef="#br0">7444 6644 26 0,'0'-48'12'0,"-13"0"-4"0,13 13 24 0,13 11-8 0,-13 24-7 0,0 36-8 0,0 59-4 0,11 13 0 0,-11-26-1 0,-11-22 0 0,11-24-2 0,0-13 0 0,0-11-1 0,11-12 2 0,25 0-1 0,35 0-1 0,83-12-1 0,61 12 1 0,107 0-3 0,-26 0 3 0,27 12-1 0,-14 12 0 0,-11-12 1 0,-60-12-1 0,-84 0-1 0,-93-23 2 0,-25-14 3 0,-26-22-2 0,3 11-1 0,-1-23 0 0,-1 10 0 0,14 3 0 0,-14 11 2 0,2 34-4 0,-13 13 2 0,-13 72-2 0,2 11 2 0,11 1-1 0,0 11-20 0,-12-12-97 0</inkml:trace>
  <inkml:trace contextRef="#ctx0" brushRef="#br0">4799 12740 46 0,'0'-84'8'0,"12"13"6"0,35 118 11 0,-10 179-2 0,-3 132-18 0,2 59-3 0,36-60 0 0,-36-70 0 0,-12-38 2 0,-48-12-1 0,-23-34-3 0,22-180-23 0,50-165-71 0</inkml:trace>
  <inkml:trace contextRef="#ctx0" brushRef="#br0">4645 12502 66 0,'0'0'0'0,"-61"-130"4"0,50 69 4 0,11 25 6 0,72 1-9 0,130-13-1 0,131-11 3 0,132-12-2 0,105-25 0 0,99 0-3 0,57 1-1 0,60 35 1 0,36 1-1 0,23 13-2 0,0 9 0 0,-83 13-3 0,-95 12 5 0,-143 1-1 0,-96 11 4 0,-119 11 0 0,-46 12-2 0,-48 38-1 0,-72 10-1 0,-48 48 1 0,-36 72 0 0,-23 58 0 0,-12 144 0 0,-12 72-2 0,-12 12 0 0,0-37 1 0,-24 0 0 0,12-106 1 0,-12-74 2 0,-11-44-1 0,-14-97 0 0,-22-107-38 0,-12-60-61 0</inkml:trace>
  <inkml:trace contextRef="#ctx0" brushRef="#br0">4990 15085 71 0,'-25'0'8'0,"-11"12"-5"0,36 48 0 0,13-13 6 0,59 1 7 0,83-35-3 0,142-38-6 0,156-11-5 0,130-11-1 0,144-25-1 0,94 25-2 0,38-2 3 0,33 26-1 0,1 23-1 0,-36 12 1 0,-96 24 0 0,-140 10 1 0,-192-21-2 0,-157 0 6 0,-129-38 3 0,-94-11 3 0,-37-11-5 0,-24 11-6 0,-73 12-41 0,-22 12-67 0</inkml:trace>
  <inkml:trace contextRef="#ctx0" brushRef="#br0">2452 13536 32 0,'0'-10'16'0,"-10"-26"11"0,10 119 10 0,-24 108-21 0,12 23-12 0,0-24-4 0,12-60-1 0,0-57-24 0,12-62-34 0,-12-34 26 0</inkml:trace>
  <inkml:trace contextRef="#ctx0" brushRef="#br0">2358 13930 64 0,'-12'-13'7'0,"0"13"8"0,36 13 1 0,70-1-9 0,74-47-4 0,-14-49-1 0,-82 13 1 0,-24-36-1 0,-36 23 10 0,-12 59 1 0,0 86-9 0,-12 106 1 0,0 11-3 0,24-23-3 0,-12-36-4 0,36-71-40 0,23-72-49 0</inkml:trace>
  <inkml:trace contextRef="#ctx0" brushRef="#br0">3442 13228 80 0,'-12'-12'6'0,"-84"83"26"0,-47 120-14 0,37 72-11 0,94-26-5 0,83-59-3 0,48-57 2 0,0-63-31 0,-47-82-73 0</inkml:trace>
  <inkml:trace contextRef="#ctx0" brushRef="#br0">3500 13633 64 0,'0'-13'7'0,"13"-34"19"0,10 83-4 0,38 83-11 0,-2 12-6 0,13-12-3 0,-37-36-2 0,-11-59-23 0,0-71-35 0,-12-1 18 0</inkml:trace>
  <inkml:trace contextRef="#ctx0" brushRef="#br0">3860 13668 38 0,'0'0'0'0,"-37"-35"43"0,-23 93-8 0,-47 74-17 0,12 12-9 0,24-26-7 0,47-35-6 0,36-47-50 0,23-36-17 0</inkml:trace>
  <inkml:trace contextRef="#ctx0" brushRef="#br0">3799 13264 87 0,'0'0'0'0,"61"46"7"0,57 159 13 0,-11 92-5 0,-83-24-7 0,-73-60-3 0,-45-69-3 0,34-83-5 0,48-98-76 0,12 13 36 0</inkml:trace>
  <inkml:trace contextRef="#ctx0" brushRef="#br0">4287 13823 78 0,'0'0'0'0,"11"-24"23"0,50 0 0 0,21 13-15 0,14-1-5 0,-13 1-2 0,-47 11-2 0,0-13-37 0,-36 13-54 0</inkml:trace>
  <inkml:trace contextRef="#ctx0" brushRef="#br0">4228 14001 82 0,'0'0'0'0,"0"13"21"0,83-13 1 0,83-24-16 0,13-12-1 0,-59-1 2 0,-97 16-1 0,-23-4-12 0,-47 25-127 0</inkml:trace>
  <inkml:trace contextRef="#ctx0" brushRef="#br0">11563 13954 22 0,'0'-12'29'0,"0"-13"3"0,0 25-9 0,0-21-8 0,0 8-5 0,0-24-4 0,12 14 0 0,-12-13-1 0,13 13-3 0,-2 11 1 0,12 1-2 0,13 11-1 0,0 11 1 0,-12 12-1 0,-12 14 0 0,0-3 0 0,-12 3 1 0,0-3 0 0,-12 3-1 0,0-1 0 0,-24-12 2 0,12 11-2 0,1-23 3 0,-1 12-4 0,12-12 2 0,-12 0-1 0,0 1 0 0,12-2 0 0,0 1 1 0,0-1-1 0,12-11 1 0,0-11 1 0,12-1-1 0,0 1 0 0,12-14-2 0,1 13 3 0,-2-1-2 0,1 13 1 0,-1 13-3 0,1-1 2 0,0 13 0 0,0 9 0 0,0-22 0 0,0-12 1 0,-1-12 0 0,13 1 0 0,0-12 0 0,-24-2-27 0,-12 25-90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2680 10216 42 0,'-49'-36'6'0,"2"24"11"0,24-12 4 0,23 0-6 0,23 11-7 0,49 3 0 0,71 10 1 0,83-11-4 0,83-2-5 0,25 26 2 0,-12-13 3 0,-1 0-2 0,-12-13 1 0,-46 13-5 0,-73 24 5 0,-83-24-4 0,-35 0 1 0,-36 0 0 0,-14-11 1 0,-22 11 0 0,-46-13-1 0,-85 1 0 0,-24 0-1 0,-47-1-2 0,-61 13 3 0,-45 13-2 0,-3-1-3 0,37 0 4 0,60-12 0 0,24 13 0 0,22-13 2 0,26 11 0 0,59-1-2 0,11-10 1 0,36 0-1 0,13 0 0 0,23-10 0 0,11 10 1 0,60 0-1 0,61-24 0 0,81 0-1 0,74 11-1 0,22 2 3 0,13-1 2 0,-48 12 0 0,-35 12-3 0,-49-1 0 0,-47 2 2 0,-25-13 0 0,-58 0-1 0,-24-13 2 0,-12 2 1 0,-24-1-1 0,0 1-2 0,-11 11-34 0,-14 11-73 0</inkml:trace>
  <inkml:trace contextRef="#ctx0" brushRef="#br0">6884 10061 0 0,'0'0'1'0,"0"-12"34"0,0 12-17 0,0-13-5 0,11 13-6 0,37 0-3 0,11 0 1 0,25 0 1 0,-14 25-1 0,-9 0-1 0,10-38-2 0,-11 1-2 0,-13 0 2 0,-35-1 3 0,-12 13 0 0,-12 0-3 0,-35 0 0 0,11 0 0 0,-13 0-1 0,-9 13 1 0,-14-1-2 0,1 0 0 0,23 1 1 0,13-13-2 0,23 0 3 0,12 0-2 0,12 0 1 0,47 0-1 0,13 0 0 0,10 0 2 0,2 0-2 0,-36 0 1 0,-48 0 0 0,-25 0 3 0,-57 11-3 0,-15-11 2 0,-9 10-2 0,23-10 0 0,36 13 0 0,34-13 0 0,26 0 0 0,57-13 1 0,26 3-2 0,10-1 1 0,-33 11-1 0,-50 0 0 0,-46 11 1 0,-37-11 1 0,-10 0-1 0,21 10 0 0,25-10-1 0,12 0 0 0,36 0 1 0,37 0-1 0,-15 0 0 0,-10 0 0 0,-25 0 1 0,-11 0 1 0,0 0-1 0,-11 0-38 0,11 0-53 0</inkml:trace>
  <inkml:trace contextRef="#ctx0" brushRef="#br0">20055 6489 8 0,'0'0'1'0,"-37"-37"15"0,13-9 13 0,0 10-3 0,12 0-9 0,12 36-12 0,0 72-3 0,0 58 3 0,0 25 1 0,0 60 5 0,12-167-7 0,-12-25 0 0,-12-35 6 0,-11-70-7 0,-13-39-3 0,11-9 1 0,25 0-2 0,36-14 2 0,36 37-2 0,1 59 1 0,-27 37-1 0,-10 70 1 0,-25 12-1 0,-47 1 4 0,-34-1-3 0,-26-11 1 0,13-12-25 0,83-37-75 0</inkml:trace>
  <inkml:trace contextRef="#ctx0" brushRef="#br0">20506 6452 57 0,'-13'-23'6'0,"13"12"5"0,13-1 8 0,-13 47-5 0,0 72-3 0,0 23-6 0,12-33 0 0,-12-14-1 0,0-24-2 0,0-22-7 0,-12-37-59 0,-1-25 10 0</inkml:trace>
  <inkml:trace contextRef="#ctx0" brushRef="#br0">20316 6668 74 0,'-61'-11'5'0,"38"22"-4"0,59-11 5 0,71-24 1 0,72-13-3 0,-12 26 0 0,-96-1-2 0,-95 12-2 0,-12 12-85 0</inkml:trace>
  <inkml:trace contextRef="#ctx0" brushRef="#br0">20042 7632 4 0,'0'-12'14'0,"-12"-13"4"0,0 2 9 0,12 0-8 0,0 23-12 0,12 35-4 0,13 60 1 0,-2 13-1 0,0-13 1 0,1-35 1 0,-1-1 0 0,-23-23-1 0,0-24 2 0,0-35 13 0,-11-27-17 0,-14-21-1 0,14-13 0 0,-1-10 0 0,12-1-1 0,-11-13 1 0,-1-22 0 0,12 34-1 0,82-22-1 0,-11 141 0 0,14 38 0 0,-26 10 2 0,-35-12 0 0,-72 0 1 0,-59-11 1 0,-47 23-3 0,34-11-10 0,108 11-114 0</inkml:trace>
  <inkml:trace contextRef="#ctx0" brushRef="#br0">20542 8049 62 0,'-24'-12'10'0,"-1"12"-2"0,38-11 0 0,23-2-4 0,35 1-2 0,13 0 4 0,-36-1 0 0,-37 13 6 0,-35 0-1 0,-36 13-9 0,-46 11 1 0,-1 12-1 0,11-13-1 0,72-11-1 0,48-12 0 0,72-12 0 0,35-11-1 0,0-13 1 0,-48 12 1 0,-59 24 6 0,-48 0 1 0,-59 12-6 0,-25 13-1 0,25-2 2 0,46-12-3 0,26-11-17 0,35-11-94 0</inkml:trace>
  <inkml:trace contextRef="#ctx0" brushRef="#br0">5990 9299 88 0,'-11'-12'2'0,"11"-1"1"0,11 13 21 0,1 13-7 0,-1 45-1 0,-11 15-4 0,0 22-5 0,0-12-4 0,0 1 0 0,-11-13-1 0,11 1 1 0,0-14-2 0,0 3 0 0,11-14 0 0,-11-11 0 0,0 0-1 0,13 10 1 0,10-21 0 0,2 0 0 0,22-14 1 0,13 1-1 0,10-1-1 0,26-11 0 0,35 0 0 0,-11 0 1 0,11 0-1 0,11 13 1 0,-11-1-2 0,0 11 0 0,-12-11 2 0,12-1-3 0,12 2 4 0,0-13-2 0,60-13 2 0,11 13-3 0,12 0-2 0,11 13 4 0,14-13-1 0,0 0-4 0,22 0 5 0,0-13 0 0,-10 13-1 0,-13 13-1 0,-1-1 2 0,-9 0-3 0,-2 1-1 0,-13-13 4 0,-21 11-1 0,-2 1-1 0,-23-12-1 0,11 0 3 0,1 0-1 0,-37 0 0 0,-24 0 0 0,-22-12 0 0,-37 1 1 0,-22 11 0 0,-14-37 0 0,-11 13 0 0,0 1 0 0,-24-14 0 0,24-34 0 0,0-36 0 0,-2-36 0 0,14-1 1 0,-23 14-1 0,-13 11 0 0,0 12 0 0,0 24 0 0,-13 11 0 0,2 26 1 0,-1-4-1 0,-1 16-1 0,3 10 1 0,-2 11 0 0,-36 2-1 0,-12-12 0 0,-46 10 0 0,-14 1 0 0,-58 0 1 0,-37-1-1 0,-71 3 0 0,-36-1 2 0,-10-14-1 0,-38 13 2 0,-23-1 0 0,12 2-3 0,-12-1 2 0,-1 1-2 0,-9 11 2 0,21 0-1 0,37 11 1 0,24 1-1 0,23-1 2 0,24 14-1 0,12 0-2 0,47 9 1 0,13 3 2 0,46 10-3 0,38-23 1 0,11 10 0 0,23-21 2 0,48-13 0 0,13-13-1 0,23 13-12 0,12 37-160 0</inkml:trace>
  <inkml:trace contextRef="#ctx0" brushRef="#br0">22007 5644 29 0,'0'-25'10'0,"-24"2"9"0,12-1 12 0,12-13-5 0,0 16-2 0,0 8-10 0,0 13-8 0,0 95 3 0,-36 49-2 0,23-2-5 0,2-24 1 0,11-34-1 0,11-36-1 0,-11-25 1 0,0-34-13 0,0-49-40 0,0 13-31 0,0 35 53 0</inkml:trace>
  <inkml:trace contextRef="#ctx0" brushRef="#br0">22090 5596 11 0,'0'-24'9'0,"36"-13"2"0,23 3 13 0,-34 10-2 0,-2 11-2 0,-23 26-6 0,0 24-4 0,0-3-7 0,-12 37 2 0,12-23-1 0,-11 25-1 0,11-15-3 0,11 2-1 0,12-12 1 0,2-25 2 0,34-11-2 0,13-24 2 0,-1-22-3 0,-23-3 3 0,-25 13-2 0,-12-12 1 0,2 12 0 0,-13 13-2 0,12 34 0 0,-12 49 2 0,-12 23 1 0,12 0-1 0,-13-35 2 0,13-13 0 0,0-35 0 0,0-12 0 0,-11-23-7 0,-12 23-30 0,-1 59-38 0,11-11 30 0</inkml:trace>
  <inkml:trace contextRef="#ctx0" brushRef="#br0">22638 7549 46 0,'-13'-12'6'0,"-23"-24"24"0,13 0 3 0,10 11-2 0,-21 4-8 0,-3 32-14 0,-10 24-4 0,0 24-4 0,-1 12 3 0,24-10-2 0,12 10 0 0,12 13-2 0,36-37 1 0,0 0 1 0,34-22-1 0,-9-13 1 0,-2-12-1 0,-11-12 2 0,-12-13-2 0,11-22 1 0,-23 10-2 0,0-21 1 0,-1 11 0 0,-23-1 0 0,-23 0-1 0,12-11 0 0,-26-12 1 0,1 11-2 0,0 24 1 0,-11 11 1 0,11 2 0 0,-11 23 0 0,-2 0-3 0,13 23 1 0,-10 14 3 0,10 10-1 0,12 13-1 0,0 11-1 0,13 1 0 0,22-1 0 0,25 2 3 0,-12-2-3 0,12-37 1 0,-2-9-1 0,2-13 2 0,13-12-1 0,-13-24 0 0,11 0 0 0,13 1 1 0,-25-27-2 0,-11 29 3 0,-12-16-4 0,0 13 4 0,1-12-2 0,-13-11 1 0,0-1-2 0,0-11 1 0,-37 0 0 0,-22-1 2 0,-26 24-3 0,-9 11 0 0,-1 14-26 0,47 11-120 0</inkml:trace>
  <inkml:trace contextRef="#ctx0" brushRef="#br0">23042 5489 1 0,'13'-48'-1'0</inkml:trace>
  <inkml:trace contextRef="#ctx0" brushRef="#br0">23113 5251 2 0,'0'0'0'0,"0"-36"11"0,-11 0-1 0,11 1 0 0,0 11 2 0,11 12 2 0,-11-13 0 0,0 25-6 0,0 50-2 0,-34 55 3 0,-3 87 0 0,-35 93-3 0,14 13-2 0,22-35-2 0,0-62 4 0,0-46 1 0,-11-25-1 0,24-59-3 0,-14-34-1 0,37-24 1 0,-24-50-7 0,1 1-23 0,11 1-46 0,24-1 34 0</inkml:trace>
  <inkml:trace contextRef="#ctx0" brushRef="#br0">23257 5882 41 0,'0'-24'10'0,"-36"-23"8"0,24 10 0 0,0 26 8 0,0 34-18 0,1 86 1 0,11 188-2 0,0-202-6 0,-12-24 2 0,12-35-5 0,0-24-5 0,0-37-46 0,0-22-13 0</inkml:trace>
  <inkml:trace contextRef="#ctx0" brushRef="#br0">23519 5822 24 0,'0'-11'10'0,"0"-37"17"0,0 36-3 0,0 1 2 0,-12 11-17 0,24 46-7 0,-12 26 1 0,-12 11 2 0,12-11-2 0,-13 11-1 0,26-24-1 0,-1-11-1 0,12-36 1 0,11-1 1 0,13-34-1 0,-12-25 0 0,-12 1 0 0,-1-1 0 0,0 13-1 0,-10-1 0 0,-1 24 1 0,-12 12-1 0,0 71 1 0,-12 60 1 0,12-13-1 0,0-9 1 0,0-26 2 0,-13-59 0 0,13-12 1 0,-11-24-1 0,-1-24-5 0,1-12-23 0,11 25-90 0</inkml:trace>
  <inkml:trace contextRef="#ctx0" brushRef="#br0">23294 7346 6 0,'0'0'0'0,"0"-11"3"0,0-37 11 0,-13 12 0 0,13-24 0 0,0 37 5 0,-12-2 1 0,12 25-4 0,0-11-4 0,-12 11-7 0,12 24-5 0,-12 95 0 0,-36 83 2 0,-11 71 4 0,11 3-1 0,24-63 1 0,0-45-1 0,13-50-1 0,-1-35-2 0,-12-47 0 0,12-24-4 0,-12-60-25 0,24-23-54 0,0 46 37 0</inkml:trace>
  <inkml:trace contextRef="#ctx0" brushRef="#br0">23400 7858 10 0,'0'-12'6'0,"0"-23"41"0,0 35-24 0,0 23-14 0,0 85-1 0,0 22-4 0,12-21 0 0,-12-15-1 0,-12-35 0 0,-1-36-3 0,2-23-15 0,-1-34-33 0,12 10-3 0</inkml:trace>
  <inkml:trace contextRef="#ctx0" brushRef="#br0">23530 7905 57 0,'0'0'0'0,"-23"-34"19"0,23 9-13 0,23 0 15 0,-23 25-8 0,13 37-2 0,-13 23-3 0,0-2-3 0,0 15-2 0,12-25-2 0,11-1 0 0,13-23 0 0,0-11 0 0,23-38 1 0,-11 0-1 0,-24-22-1 0,12 12 2 0,-24-1-1 0,-2-12 2 0,-10 25 0 0,0 11 0 0,0 12-3 0,0 71 1 0,-10 36 1 0,-2 12 2 0,24-35 2 0,-12-25-1 0,10-22-3 0,-10-26 2 0,-10-11 0 0,-2-36-4 0,-36 0-21 0,24 1-130 0</inkml:trace>
  <inkml:trace contextRef="#ctx0" brushRef="#br0">19767 9644 17 0,'-11'0'11'0,"-14"0"25"0,2 0 0 0,-12 0-6 0,11 0-9 0,0 0-7 0,24-12-4 0,-12 12 0 0,12 0-6 0,48-11-2 0,58-2-1 0,1 13 3 0,-11-12-1 0,-72 12 1 0,-24 0-3 0,0-12-9 0,0 12-67 0,24 12-30 0</inkml:trace>
  <inkml:trace contextRef="#ctx0" brushRef="#br0">20542 9240 23 0,'12'0'32'0,"-12"-13"-1"0,0 1-10 0,0 12-8 0,0-12 4 0,0 12 2 0,0 0-3 0,0 0-9 0,0 60 0 0,-12 12-1 0,12 22 0 0,0-10-3 0,0-36-1 0,0-13-1 0,0-10-18 0,0-14-38 0,0-11-44 0</inkml:trace>
  <inkml:trace contextRef="#ctx0" brushRef="#br0">20804 9215 35 0,'0'0'18'0,"0"-12"23"0,-12 1-6 0,12-1-18 0,0 12-10 0,0 0 1 0,0 12 3 0,0 23-1 0,-13 12-3 0,13 14-7 0,13-1 0 0,10-1 1 0,2-36 0 0,-2-11 2 0,13-47 1 0,0-24-2 0,-11 34-2 0,-14 25 1 0,-22 59 2 0,-2 1 1 0,1-24-3 0,12 12-4 0,25-25-52 0,-14 2-55 0</inkml:trace>
  <inkml:trace contextRef="#ctx0" brushRef="#br0">20291 9931 72 0,'0'0'0'0,"-47"0"27"0,47 0 12 0,83-25-13 0,108-11-8 0,12 13-7 0,-37 11-3 0,-47 0-2 0,-72-1-4 0,-47 2-5 0,0 11-42 0,-59 36-88 0</inkml:trace>
  <inkml:trace contextRef="#ctx0" brushRef="#br0">20493 10132 102 0,'0'-12'30'0,"0"12"7"0,13 37-18 0,-1 45-12 0,0 2 0 0,-12-13-4 0,0-23-4 0,-12-12-41 0,12-26-87 0</inkml:trace>
  <inkml:trace contextRef="#ctx0" brushRef="#br0">20672 10132 96 0,'0'-25'5'0,"25"4"3"0,-14 8 14 0,-11 13-1 0,0 13 15 0,13 8-35 0,-13 4 1 0,0 11 2 0,-13 0-1 0,13 11-1 0,13-11-2 0,-2-11 1 0,13-25 2 0,24-37-1 0,-12 13-2 0,-13 24 1 0,1 36 0 0,-12 0 2 0,-12-13-1 0,12 14-2 0,-12-14-22 0,12-12-68 0,0-11 19 0</inkml:trace>
  <inkml:trace contextRef="#ctx0" brushRef="#br0">21387 9692 72 0,'0'-12'22'0,"24"12"-13"0,-12-25 10 0,0-22-5 0,0-11-1 0,0-38-8 0,-12 71-4 0,36-105 1 0,-13 82-1 0,-23 24 2 0,0 24 7 0,0 24-4 0,-35 49-2 0,11 45-3 0,12-10-1 0,12-26 0 0,36-46 2 0,11-24 0 0,-11-48 1 0,11 0-1 0,-23 12-2 0,-24 13 0 0,0 34 0 0,0 2 0 0,13 9 0 0,10-9 0 0,13-25 0 0,-12 0 1 0,-12-36 1 0,-12-12-2 0,0 13 1 0,0-1-1 0,-25 0 0 0,-11 24 0 0,13 12-1 0,-12 36 0 0,22-12 1 0,13 12 0 0,37-25-1 0,22-22 2 0,12-12-1 0,-11-2 0 0,-24 13 0 0,-24 60 0 0,-12 35 1 0,-12 12 1 0,-12-24-1 0,-24-11 0 0,24-24-37 0,48-24-115 0</inkml:trace>
  <inkml:trace contextRef="#ctx0" brushRef="#br0">22221 9192 88 0,'0'-12'39'0,"12"47"-11"0,-1 49-8 0,-22 23-13 0,11-24-6 0,-12-22-5 0,1-15-43 0,11-21-61 0</inkml:trace>
  <inkml:trace contextRef="#ctx0" brushRef="#br0">22376 9287 93 0,'0'-24'28'0,"12"1"-3"0,0-2-11 0,-2 25-7 0,-10 25 1 0,0 9 2 0,-10 37-5 0,-2-10-4 0,47-13 0 0,1-48 3 0,24-36-3 0,-26 24 0 0,-9 12-1 0,-14 48 0 0,-11-13-1 0,-23 13-13 0,10-1-60 0,2-10-6 0</inkml:trace>
  <inkml:trace contextRef="#ctx0" brushRef="#br0">22185 9763 86 0,'-12'0'3'0,"-24"0"10"0,72-12 20 0,107-13-6 0,48 4-11 0,-13 21-7 0,-59-13-7 0,-83 1-12 0,-36 12-90 0,-13 0 51 0</inkml:trace>
  <inkml:trace contextRef="#ctx0" brushRef="#br0">22210 9977 85 0,'-25'0'50'0,"13"59"-13"0,24 2-18 0,24-1-17 0,-24-1 0 0,-12-24-6 0,-23 13-47 0,10-35-78 0</inkml:trace>
  <inkml:trace contextRef="#ctx0" brushRef="#br0">22400 10025 96 0,'0'0'6'0,"23"-36"-1"0,0 24 3 0,-23 12 4 0,0 12 36 0,13 1-48 0,-13-2 2 0,0 1 5 0,-13 24-2 0,2 0-3 0,11-1-1 0,24-23 0 0,12-12 2 0,22-37-2 0,-22 37 0 0,-11 37-1 0,-14 47 5 0,-11-25-1 0,0-34-2 0,13-14-5 0,-1 1-48 0,11-48-88 0</inkml:trace>
  <inkml:trace contextRef="#ctx0" brushRef="#br0">23221 9751 124 0,'-36'-35'22'0,"48"24"-1"0,12-2-7 0,49 1-8 0,-3 0-3 0,-34 12 0 0,-12 0-2 0,10-13-27 0,-21 13-114 0</inkml:trace>
  <inkml:trace contextRef="#ctx0" brushRef="#br0">23839 9299 60 0,'-10'-12'17'0,"10"-1"16"0,-12-10-3 0,12 35-19 0,-12 24-5 0,0 35-2 0,24 1-3 0,12-14-1 0,11-8 1 0,1-39 1 0,11-35 1 0,-10-24 0 0,-14-46-1 0,-23-2 0 0,-36 12-2 0,-11 61 1 0,11 11-7 0,12 47-43 0,24 37-43 0,0-60 69 0</inkml:trace>
  <inkml:trace contextRef="#ctx0" brushRef="#br0">24114 9550 61 0,'0'0'4'0,"36"-25"1"0,0 0 8 0,0-33-3 0,-2-26-6 0,-9-23-3 0,-25 12-1 0,0 24 1 0,-12 47 3 0,12 11 1 0,0 13-1 0,-13 37 6 0,2-3-3 0,11 27-4 0,0 10-1 0,0-11-2 0,11-26 1 0,-11-21-2 0,13 35 1 0,10-12 1 0,2-12-2 0,21-24-1 0,3-24 1 0,-26-12 2 0,2 25-2 0,-25 11 2 0,0 11-2 0,11 1 1 0,2 12 0 0,10-12 1 0,-11-12 0 0,0 0 1 0,12-36-1 0,-24 0 0 0,-11-1 1 0,-14 16-2 0,-10 8-1 0,11 13 1 0,12 13 0 0,-1 8-1 0,49-8 1 0,12 11-1 0,24-24 1 0,-1-12 0 0,-35-23 2 0,-24 24 0 0,-12 32-2 0,12 63-1 0,10 24 0 0,3-24 2 0,-50-25 2 0,-33-34 0 0,-2-25-15 0,48-61-91 0</inkml:trace>
  <inkml:trace contextRef="#ctx0" brushRef="#br0">24936 9263 76 0,'36'-48'6'0,"23"36"10"0,-47 49 4 0,-48 58-2 0,13-12-11 0,34-47 1 0,25-48 3 0,12-72-2 0,-12-11-4 0,-47 24-12 0,-50 59-85 0,49 12 47 0</inkml:trace>
  <inkml:trace contextRef="#ctx0" brushRef="#br0">12885 9132 40 0,'0'-36'35'0,"-13"25"-30"0,13 11 22 0,0 0-21 0,0 23 5 0,-11 38 0 0,11 21-4 0,0 12-3 0,0 27 0 0,11-14-3 0,2-25 1 0,-13-11-1 0,12-10 1 0,-1-13 0 0,2-2-1 0,-13-9 0 0,12-13-1 0,-1 11 1 0,1-10 0 0,0-14-1 0,12 1 2 0,12-1-2 0,0 2 0 0,23 11 0 0,1 0 1 0,10-14-1 0,26 3 0 0,23-13 1 0,24 0-1 0,12 12 0 0,-12-12 0 0,-12 0 0 0,0 0 1 0,-12 0-1 0,0 0 0 0,-12 0 0 0,12 0 0 0,0 12 0 0,24-12 0 0,0 0 0 0,23 0 1 0,2 0-2 0,-1-12 1 0,-13 0-2 0,1-1 3 0,-12 26-1 0,-12-13 0 0,-12 12-1 0,0 0 2 0,0 1-1 0,1-2 0 0,-25-11 1 0,-24 0-1 0,-35-11 1 0,-23-14 1 0,8-10 0 0,-8-13 0 0,10-24-1 0,-10-35 2 0,-1-12-1 0,-1 0 0 0,-22 12-2 0,-1-36 2 0,-1 35-1 0,2 49-1 0,-14 24 1 0,15-1-1 0,-1 0 0 0,-14 1 1 0,1 23-1 0,-24-12 0 0,-23 12 0 0,-24 1-1 0,-24 11 1 0,0-13 1 0,-24 1-1 0,-36 12 0 0,-35 0 1 0,-24 12-1 0,-25-12 1 0,-10 0-1 0,11-12 1 0,24 12 0 0,11 12 0 0,49-12-2 0,23 0 1 0,12 0 1 0,24 0 0 0,13 13-1 0,-3-2-1 0,26-11 1 0,-13 12 1 0,14-1-1 0,-15 2 0 0,15-1 2 0,22-12-1 0,0 0-1 0,24 12 0 0,13-1 0 0,-1-11 0 0,13 12 0 0,11 12-1 0,-12 36-53 0,12-37-41 0</inkml:trace>
  <inkml:trace contextRef="#ctx0" brushRef="#br0">4918 10882 17 0,'-23'-13'12'0,"-14"3"-15"0,1 10 6 0,25 0 18 0,11-11 9 0,0-2-9 0,0 1-3 0,-12 12-10 0,24 0 3 0,48 0-4 0,23 12-2 0,36 1 0 0,12 8-1 0,47 4 1 0,1-13-2 0,0 1 0 0,-13-2 0 0,-10 1 0 0,10-1 1 0,0-11-1 0,-10 0-1 0,-13 0 0 0,-12 13-1 0,12-13 1 0,-24 0 0 0,0 0 0 0,-12 12-3 0,-36 0 2 0,1-12 3 0,-13 0-2 0,-11 0 0 0,-24 0 0 0,-24 0 2 0,12 0 3 0,0-24-5 0,0 11-1 0,10 13-1 0,-22 0-10 0,-10 0-79 0,-2 0 21 0</inkml:trace>
  <inkml:trace contextRef="#ctx0" brushRef="#br0">18279 10180 70 0,'0'-36'10'0,"0"12"8"0,-13-10 4 0,-9 9-9 0,-38 0-5 0,-11 2-2 0,-37 12-5 0,-12 22 2 0,26 37-3 0,-13 35 2 0,12 35-2 0,23 14 3 0,37-25-3 0,22 1 1 0,26-1 1 0,34 0 1 0,60-36 0 0,48-35 1 0,24-24-3 0,-96-12 1 0,130-60 1 0,-92-24 0 0,-27-10 0 0,-22-25 0 0,-60 1-2 0,-36-26 3 0,-72-22-3 0,-47 58 2 0,-59 95-4 0,-47 63-16 0,22 55-142 0</inkml:trace>
  <inkml:trace contextRef="#ctx0" brushRef="#br0">21888 6787 7 0,'0'0'13'0,"0"0"7"0,0 0 0 0,23-12-13 0,49-12-5 0,23 24 0 0,0 0-2 0,-58 11 0 0,-37-11 5 0,-60 13-1 0,-36-13 0 0,-11 0-1 0,36 12-1 0,47-12 0 0,24 0 0 0,83-12 1 0,24 12-1 0,24 0-2 0,-71 0 2 0,-49 0 1 0,-58-13-1 0,-36 13 0 0,-12 0 1 0,47 0-3 0,24 0 2 0,24 0-2 0,36-11 0 0,46 11-1 0,14-12 1 0,-47 12 0 0,-38 0 0 0,-11 0 1 0,-11 0 0 0,11 0 0 0,0 0-2 0,11 0 2 0,-11 0-3 0,0 12 3 0,0-12 1 0,12-12-1 0,-12 12 1 0,0 0-1 0,0 0-6 0,11 0-34 0,-11 12-25 0</inkml:trace>
  <inkml:trace contextRef="#ctx0" brushRef="#br0">5097 11836 26 0,'-24'0'30'0,"-12"0"-1"0,0 0-9 0,0 0-3 0,25 11-6 0,11-11 0 0,83 12-2 0,60-12-3 0,36 0-2 0,-24 0-2 0,-48 0-1 0,-95 11 4 0,-72 1-2 0,-60 0-1 0,-10 1-1 0,-1-2 0 0,24 1 0 0,48-12-2 0,34 0 4 0,25 0 0 0,48-23 0 0,72-2-1 0,34 2-2 0,-24 11 1 0,-45 12-1 0,-73 0-9 0,-37 23-137 0</inkml:trace>
  <inkml:trace contextRef="#ctx0" brushRef="#br0">6430 11847 74 0,'-59'0'18'0,"12"0"9"0,23 0-3 0,24 0-11 0,47 0-6 0,61 0-2 0,23 0-2 0,0-11 1 0,-24 11-1 0,-71 0 0 0,-36 0 5 0,-60-13-7 0,-47 26 0 0,-24 10-2 0,12-12 4 0,34 1-3 0,63-12 1 0,44 0-2 0,75-12 2 0,34-11-2 0,-12 12 3 0,-85 11-3 0,-44 11-26 0,-50 12-111 0</inkml:trace>
  <inkml:trace contextRef="#ctx0" brushRef="#br0">2120 11097 57 0,'-24'-131'17'0,"-11"24"-3"0,23-1 29 0,0 132-32 0,12 83 1 0,24 96-5 0,-14-1-4 0,3-23-3 0,-1-35 0 0,-12-62 3 0,11-11-2 0,-11 13 0 0,-11-61 1 0,11-11-1 0,24-12 2 0,59 12-2 0,36-12-1 0,47 13 1 0,38-13-1 0,70 11 0 0,60 12-4 0,11 27 6 0,23-29 0 0,60 4 0 0,60 0 0 0,2 9 1 0,10-9-2 0,-36-25-1 0,-47 0 0 0,-48-48 1 0,-94 12-3 0,-109-10 3 0,-96-15 1 0,-57-22-1 0,-37-49 0 0,-1 2 0 0,15 34 0 0,-14 12 0 0,12 2 1 0,12 9-2 0,-12 27 1 0,12 21-1 0,0 14 1 0,0-1 0 0,0 12 3 0,0-11-2 0,-24-2 0 0,-60-22-1 0,-46-13 1 0,-73 0-1 0,-47 13 0 0,-47-25-1 0,-525 13 0 0,322 47 2 0,-24 23-6 0,0 25 4 0,24-12-4 0,72-12 3 0,70-1 5 0,60 1-5 0,85-24 1 0,81 0 2 0,60-13 1 0,48 13-1 0,13 0-1 0,-1 0 0 0,-12 0 1 0,11 0 0 0,-10 0-1 0,10 0-8 0,26 37-157 0</inkml:trace>
  <inkml:trace contextRef="#ctx0" brushRef="#br0">18683 12073 140 0,'-34'-36'8'0,"-38"24"-6"0,48 12 0 0,60-13 3 0,107 3 0 0,143-1-2 0,71-26 2 0,-59 13-4 0,-168 1 1 0,-130 23-20 0,-95 0-27 0,-71 0-3 0,-84 23 38 0,11-12 24 0,12 2 15 0,61-13-1 0,71 0-4 0,83 0-10 0,96-13-6 0,130-10-2 0,106 12 1 0,27 11-6 0,-121 0 3 0,-167 11-4 0,-82-11 2 0,-72 0-2 0,-61 0 1 0,-46 0 1 0,-12 0-3 0,23 0 0 0,49 12 2 0,94-24-2 0,72 1 2 0,59-2-1 0,83 1 0 0,36-11-1 0,2-13 1 0,-86 36 0 0,-93 0-1 0,-97 24-31 0,-11 11-113 0</inkml:trace>
  <inkml:trace contextRef="#ctx0" brushRef="#br0">20971 12502 17 0,'-11'-59'33'0,"11"-1"-3"0,11 36-5 0,1 12-10 0,-12 58-1 0,-12 51-6 0,1-14-2 0,11-12-3 0,-13-35-1 0,13-36 2 0,-24-36 0 0,0-47-3 0,0-12 1 0,12-24 0 0,0-11-1 0,24 46 0 0,12 36-2 0,24 36 1 0,23 24-1 0,-11 24 1 0,-12 23 1 0,-48-11 0 0,-48-13 2 0,-24-10-3 0,1-2-3 0,47 1-32 0,24 13-94 0</inkml:trace>
  <inkml:trace contextRef="#ctx0" brushRef="#br0">21411 12347 69 0,'0'-12'21'0,"0"60"8"0,-12 59-17 0,12 1-7 0,-12-3-4 0,0-34-2 0,-11-34-27 0,-1-24-78 0</inkml:trace>
  <inkml:trace contextRef="#ctx0" brushRef="#br0">21114 12585 81 0,'0'0'0'0,"-24"-12"22"0,48 0 4 0,71-1-15 0,48-10-5 0,-36 12-3 0,-71-1-1 0,-36 0-24 0,0-12-45 0,0 24 10 0</inkml:trace>
  <inkml:trace contextRef="#ctx0" brushRef="#br0">21840 12275 80 0,'0'-12'3'0,"25"-11"5"0,57 0 11 0,0 10-18 0,-21 13-27 0,-37 13-51 0</inkml:trace>
  <inkml:trace contextRef="#ctx0" brushRef="#br0">21852 12393 52 0,'0'0'0'0,"-36"0"32"0,60-10-8 0,58-26-22 0,25 24-2 0,-10-1-47 0,-38 13-9 0</inkml:trace>
  <inkml:trace contextRef="#ctx0" brushRef="#br0">23019 12002 41 0,'0'-11'7'0,"12"-26"19"0,-1 13-6 0,2-12-2 0,-13 12-5 0,0-10-8 0,0-3-3 0,-13 13 1 0,2 1 2 0,-14-1 3 0,-22 11-1 0,22-10-3 0,-9 23-1 0,-14 0 0 0,12 12 2 0,1 24 0 0,-1-1-3 0,12 26-1 0,12-15 0 0,12 2-1 0,12-24 1 0,35-24-1 0,12-24-1 0,26-24-2 0,-14 13 3 0,-35 11 3 0,-24 37 2 0,-12 21 1 0,-12 37-1 0,-1-10-3 0,13-1-1 0,0-13-8 0,-23 0-48 0,10-36-58 0</inkml:trace>
  <inkml:trace contextRef="#ctx0" brushRef="#br0">22650 12275 75 0,'-36'0'14'0,"0"0"11"0,60-12-4 0,71 0-3 0,60-11-5 0,24-1-6 0,-36 0-3 0,-48 11 0 0,-70 2-2 0,-25-1-13 0,-25 24-67 0,1 12-2 0</inkml:trace>
  <inkml:trace contextRef="#ctx0" brushRef="#br0">22757 12477 139 0,'0'-11'5'0,"0"-12"14"0,11 34 4 0,-11 60-14 0,0 2 0 0,-11 9-6 0,-12 2-1 0,10-24-17 0,1-26-60 0,0-34-30 0</inkml:trace>
  <inkml:trace contextRef="#ctx0" brushRef="#br0">22912 12514 38 0,'0'0'9'0,"12"-37"26"0,23 14-6 0,-11 12-18 0,-24-2-7 0,-13 26 1 0,2 21-2 0,-1 14-2 0,-1 12-2 0,26-1 1 0,10-23-1 0,26-24 1 0,-2-1 0 0,0-45 1 0,2-14-1 0,-14 12 1 0,-11 12-1 0,-24 36 1 0,0 59 3 0,-12 25-1 0,12-12 0 0,0-37 0 0,0-23 0 0,0-13 0 0,0-46-15 0,-24-1-120 0</inkml:trace>
  <inkml:trace contextRef="#ctx0" brushRef="#br0">23947 12037 32 0,'0'-12'17'0,"13"-22"26"0,-2 21-5 0,-22 47-15 0,11 50-12 0,0 0-4 0,0-36-4 0,0-36 4 0,0-12 2 0,0-60-5 0,0-24-1 0,0-21 1 0,0-4-5 0,11 13 3 0,2-9-3 0,10 9 4 0,13 60-3 0,11 36 0 0,1 36-1 0,-12 23 3 0,-24 1-1 0,-36-24 3 0,-36-1-1 0,12-24-4 0,12 14-26 0,25 34-77 0,11-47 57 0</inkml:trace>
  <inkml:trace contextRef="#ctx0" brushRef="#br0">24281 12144 90 0,'-36'-11'29'0,"13"-1"21"0,11 0-31 0,47-1-16 0,37 13 0 0,-1 0-1 0,-60 0 1 0,-11 0 2 0,-58 0-3 0,-2 0-1 0,12 13-1 0,14-13 0 0,34 0 0 0,34 0 1 0,25 0-1 0,-22-13 1 0,-3 13 0 0,-34 0 0 0,0-11-10 0,0 11-93 0,0 0 20 0</inkml:trace>
  <inkml:trace contextRef="#ctx0" brushRef="#br0">24626 11978 11 0,'0'0'19'0,"0"0"24"0,0-12-7 0,24 0-8 0,12-1-17 0,12 2-8 0,-2 11-36 0,-21 0-65 0</inkml:trace>
  <inkml:trace contextRef="#ctx0" brushRef="#br0">24567 12073 45 0,'-23'0'17'0,"10"12"23"0,26-35-11 0,57 10-26 0,26 1-18 0,-13 0-55 0,-71 12 37 0</inkml:trace>
  <inkml:trace contextRef="#ctx0" brushRef="#br0">24972 11715 28 0,'0'-23'29'0,"23"12"12"0,-23 11-15 0,-23 34-8 0,10 3-8 0,13-14-6 0,36 1 0 0,24 0 0 0,-36 23 2 0,-24-23 3 0,-36 12-4 0,-12-12-23 0,1 0-58 0,35-24 8 0</inkml:trace>
  <inkml:trace contextRef="#ctx0" brushRef="#br0">24936 11704 53 0,'0'-12'30'0,"12"-24"-1"0,47 11-8 0,38 4-14 0,9 21-5 0,-48 0-13 0,-33 11-35 0,-25-1-17 0</inkml:trace>
  <inkml:trace contextRef="#ctx0" brushRef="#br0">24829 12180 51 0,'-24'0'31'0,"48"0"15"0,36-13-15 0,46 2-16 0,-10-12-7 0,-13 11-4 0,-59 12-4 0,-12 0-35 0,-12 12-106 0</inkml:trace>
  <inkml:trace contextRef="#ctx0" brushRef="#br0">24780 12477 127 0,'0'-23'12'0,"13"-1"8"0,-13 48-6 0,0 47-1 0,-13 25-4 0,2-25-6 0,-1 1-3 0,-1-25-15 0,-9-11-58 0,10-25-16 0</inkml:trace>
  <inkml:trace contextRef="#ctx0" brushRef="#br0">24912 12490 58 0,'0'-36'39'0,"24"12"8"0,-24 24-17 0,0 0-22 0,0 36-3 0,0 12-3 0,-13 23 0 0,13-24-4 0,13-10 3 0,23-26 0 0,11-11 2 0,13-48-3 0,-24 1 2 0,-13-1 4 0,-11 25 5 0,-12 11-6 0,0 58-3 0,0 27 2 0,-23-2-2 0,0 1-3 0,-2-1-41 0,13-35-122 0</inkml:trace>
  <inkml:trace contextRef="#ctx0" brushRef="#br0">8240 11966 25 0,'0'0'12'0,"-11"-25"12"0,-1 14-1 0,-1-12-4 0,13 10 3 0,-11 13-4 0,-1-12-4 0,12 0-7 0,0 12-5 0,36 0-1 0,47-11 1 0,60-1 0 0,48 1 0 0,-13 11-1 0,-11 0-1 0,-37 0-1 0,-21 0 3 0,-50 0 4 0,-23 0 0 0,-13 0-4 0,1 0 1 0,-24 0-1 0,0 0-15 0,0 23-150 0</inkml:trace>
  <inkml:trace contextRef="#ctx0" brushRef="#br0">9991 11894 48 0,'-13'0'3'0,"-9"0"5"0,22 13 12 0,-12-2-11 0,12-11 1 0,24 12 2 0,11-12-5 0,25 0 0 0,23 0-3 0,60-12-1 0,24 12-2 0,60 0-2 0,-2-11 0 0,-10 11 2 0,-25 0-1 0,1 0-1 0,-25 0 1 0,-23-13 1 0,-25 13-1 0,-33-12 0 0,-38 0 1 0,1 12-1 0,-11-11 1 0,-14 11 0 0,-12 11 2 0,-11-11 4 0,0 0 0 0,0 0 6 0,12 0-19 0,-12 0-68 0,0 0 25 0</inkml:trace>
  <inkml:trace contextRef="#ctx0" brushRef="#br0">13611 11859 47 0,'-34'-12'10'0,"9"12"10"0,1 0-7 0,0 12-3 0,24-12-5 0,12 0 2 0,24 0-2 0,46 0 0 0,61-12-3 0,25 12 2 0,34 0-1 0,-23 0 0 0,-36 0 1 0,-60 0 0 0,-35 0 2 0,-36 0 5 0,-12 0-8 0,-24 0-16 0,24 35-65 0,12-23 35 0</inkml:trace>
  <inkml:trace contextRef="#ctx0" brushRef="#br0">15326 11894 57 0,'-59'0'8'0,"11"0"1"0,35-12 7 0,2 12-6 0,22 0-3 0,25 0-1 0,36 0-4 0,24-23-1 0,70 11 1 0,37 1 1 0,22 11 1 0,14 0-2 0,-13 0-2 0,-24 11 2 0,-36 1-1 0,-34-12-1 0,-24 0 1 0,-24 0-1 0,-25 0 1 0,-25 0 3 0,-21 0 4 0,-13 0-1 0,-13 0-4 0,13 0-2 0,0 0-22 0,0 0-66 0</inkml:trace>
  <inkml:trace contextRef="#ctx0" brushRef="#br0">18363 11978 42 0,'0'0'27'0,"-12"0"6"0,-12-24-2 0,-1 11-13 0,2 2-11 0,0-37-5 0,-13-35 0 0,0-24 1 0,0-12-1 0,24 35 1 0,12 0-3 0,24 2 2 0,12-1-1 0,-12 11 0 0,22 24 0 0,3 2 0 0,10 9 0 0,25-10 1 0,47 10-1 0,12 14 1 0,12 12-2 0,11 11 1 0,1 11-1 0,-24 25 0 0,-24 11-1 0,-24 14 1 0,-11 21 0 0,-25 2 0 0,-12 23 0 0,-22 1 0 0,-1-26 0 0,-24 2-2 0,0-24 3 0,-49-1 3 0,-33-24-2 0,-85-24 0 0,-83-11-85 0,202 13 18 0</inkml:trace>
  <inkml:trace contextRef="#ctx0" brushRef="#br0">4835 12858 43 0,'0'0'11'0,"-24"0"1"0,35-23 8 0,2 12 0 0,-13 11-5 0,0-13 0 0,12 13-4 0,-1 0 1 0,14 0-1 0,21 0-6 0,3 0-2 0,10 0-1 0,14 0 1 0,45 0-2 0,0-12 1 0,14 0 0 0,-1 12-2 0,36-13 3 0,11 13 0 0,25 0 0 0,-24 0-2 0,-25 13 0 0,-35-13-1 0,-23 0 3 0,-1 0-3 0,12 12 1 0,-24-12-1 0,-47 0 2 0,-24 0 0 0,-12-12 1 0,-12-1-2 0,-60 3 2 0,-35-1-3 0,-35-2 2 0,-13 1-4 0,-12 12 3 0,-11 12-3 0,-25-12 0 0,35 13 0 0,27-2-2 0,9-11 3 0,24 10 0 0,14-10 0 0,-1 0-1 0,11 13-1 0,25-13 0 0,11 12 1 0,-11-12-1 0,35 0 2 0,12 0-1 0,12 0-2 0,0 12 3 0,48-12 1 0,36-12 2 0,22 0-2 0,24 12 0 0,2 0-1 0,23-13 1 0,0 13 3 0,11 0 0 0,1-10 0 0,-1 10-1 0,-23 10 0 0,-23-10-1 0,-13 0 2 0,-25 0-1 0,-21 0-1 0,-14 0 0 0,-10 13 0 0,-26-13-1 0,12 0 2 0,-10-13 0 0,-13 3 0 0,-13-1-2 0,-45 22-96 0,45-1 30 0</inkml:trace>
  <inkml:trace contextRef="#ctx0" brushRef="#br0">20875 13954 65 0,'0'-24'7'0,"12"1"23"0,0 12 4 0,12 45-7 0,-24 62-13 0,-12-13-6 0,-12 1-3 0,12-13-2 0,0-47-1 0,-11-24 2 0,-2-36-1 0,2-83-1 0,10-24 1 0,2-12-2 0,11 48-1 0,36 47 0 0,11 37-2 0,49 35 3 0,-1 35-1 0,-59 1 0 0,-48-13-1 0,-83-10 3 0,-13-2-2 0,49 1-2 0,34 0-46 0,38 10-72 0</inkml:trace>
  <inkml:trace contextRef="#ctx0" brushRef="#br0">21102 14240 103 0,'-24'-13'22'0,"24"2"11"0,46-1-15 0,39 1-9 0,22-2-6 0,-24 13-1 0,-47-24-5 0,-36 13-33 0,0-12-67 0,-12 23 68 0</inkml:trace>
  <inkml:trace contextRef="#ctx0" brushRef="#br0">21316 14014 53 0,'0'0'18'0,"-60"-13"15"0,48 73-10 0,12 24-15 0,12-2-6 0,0-21-1 0,0-14-22 0,-12-23-85 0</inkml:trace>
  <inkml:trace contextRef="#ctx0" brushRef="#br0">21816 13967 90 0,'-12'0'2'0,"-24"-13"3"0,48 13 15 0,60-12-17 0,23 12-5 0,0-12-42 0,-59 12-19 0</inkml:trace>
  <inkml:trace contextRef="#ctx0" brushRef="#br0">21828 14122 29 0,'-60'23'24'0,"37"-23"9"0,70 0-17 0,60-23-14 0,36-27-22 0,-12 16-60 0</inkml:trace>
  <inkml:trace contextRef="#ctx0" brushRef="#br0">22638 13752 76 0,'-36'-24'7'0,"48"12"1"0,47-13 3 0,13 2-4 0,-13 12 3 0,-23 22-2 0,-36 62-1 0,-36 32-3 0,13 3-3 0,10-13-1 0,2-35-11 0,-1-13-48 0,1-35 1 0</inkml:trace>
  <inkml:trace contextRef="#ctx0" brushRef="#br0">22566 14014 37 0,'-13'0'12'0,"2"0"10"0,35 0-1 0,60-13-11 0,11-10-7 0,12-1-1 0,-12 0-7 0,-36 11-48 0,-34 13 8 0</inkml:trace>
  <inkml:trace contextRef="#ctx0" brushRef="#br0">22459 14382 34 0,'-36'13'16'0,"13"-1"10"0,23-12-8 0,82-12-8 0,50-24-5 0,11 12-3 0,-24 12 1 0,-61 0-4 0,-33 12-14 0,-25 12-42 0,0 0 22 0</inkml:trace>
  <inkml:trace contextRef="#ctx0" brushRef="#br0">22400 14621 42 0,'0'0'11'0,"0"-24"2"0,10 24 1 0,-10 48 4 0,0 23-5 0,0 1-4 0,-10-13-7 0,10-11-3 0,-12-13-38 0,12-35-40 0</inkml:trace>
  <inkml:trace contextRef="#ctx0" brushRef="#br0">22542 14597 38 0,'11'-12'14'0,"14"-24"13"0,-14 24-1 0,-11 12-15 0,0 12-4 0,0 24-1 0,-11 12-3 0,11-2-2 0,-12-21 0 0,24 11 0 0,-1-24-1 0,25-1 1 0,12-45 0 0,-12 21-2 0,-11 26 1 0,-2 46 2 0,-12 0 0 0,-11 1-2 0,-11-25-5 0,11-11-34 0</inkml:trace>
  <inkml:trace contextRef="#ctx0" brushRef="#br0">24162 13728 47 0,'-12'0'11'0,"12"-12"14"0,-24 60 12 0,-12 59-13 0,25-24-13 0,-1-23-3 0,12-36-2 0,0-24 2 0,-13-48-3 0,2-59-1 0,-1-24-2 0,12 24 0 0,23 23-2 0,2 49 0 0,10 35-2 0,13 71 0 0,-24 12 2 0,-24-35 2 0,-48-12 1 0,-36-1-9 0,1 1-66 0,72-12-15 0</inkml:trace>
  <inkml:trace contextRef="#ctx0" brushRef="#br0">24245 14026 94 0,'-12'0'9'0,"-22"-12"30"0,45-1-11 0,48 2-23 0,35 11-10 0,-9 0-70 0,-62 0-12 0</inkml:trace>
  <inkml:trace contextRef="#ctx0" brushRef="#br0">24603 13787 83 0,'-12'0'5'0,"-24"-23"20"0,36 11-18 0,36 1-1 0,23 11-6 0,1 0-35 0,-26 0-33 0</inkml:trace>
  <inkml:trace contextRef="#ctx0" brushRef="#br0">24603 13859 65 0,'-59'12'32'0,"46"-12"-10"0,37 0-18 0,83-12-38 0,-35-1-34 0</inkml:trace>
  <inkml:trace contextRef="#ctx0" brushRef="#br0">24912 13549 26 0,'-12'-13'19'0,"1"-8"18"0,11 21-10 0,11-13-18 0,25 13-1 0,12-12 1 0,-1 0 2 0,-11-1 3 0,-24 2 0 0,-12 35-12 0,-12 47 1 0,0 13-3 0,12-1 0 0,12-12-17 0,-24-12-73 0,12-46 45 0</inkml:trace>
  <inkml:trace contextRef="#ctx0" brushRef="#br0">24900 13741 64 0,'-24'-13'18'0,"48"1"4"0,48-13-12 0,35 25-8 0,-12 0-18 0,-47 13-49 0,-48-13 40 0</inkml:trace>
  <inkml:trace contextRef="#ctx0" brushRef="#br0">24805 14061 50 0,'-48'0'19'0,"13"0"7"0,47 0-6 0,70-12 0 0,74 1-7 0,22-13-5 0,-94 11-3 0,-25 13-3 0,-59 0-19 0,-12 25-89 0,-1-25 76 0</inkml:trace>
  <inkml:trace contextRef="#ctx0" brushRef="#br0">24757 14288 37 0,'0'0'11'0,"12"-36"34"0,-1 11-5 0,2 25-21 0,-13 37-8 0,0 47-2 0,0-2-4 0,-13 2-3 0,13-24-2 0,-11-26-6 0,-14-9-49 0,15-25-45 0</inkml:trace>
  <inkml:trace contextRef="#ctx0" brushRef="#br0">24876 14298 47 0,'0'0'0'0,"13"-34"45"0,-2 22-15 0,1-13-8 0,-1 25-9 0,-11 13-4 0,0 24-4 0,13 9-3 0,-13 13-2 0,0-11 0 0,23-12 0 0,2-24 2 0,10-24-1 0,13-35 1 0,-24-1-1 0,12 12 1 0,-25 24 3 0,-11 24-3 0,0 60 1 0,-23 24 1 0,12-14 1 0,-2-9-2 0,1-52 0 0,0-8 0 0,0-36-17 0,-12-38-152 0</inkml:trace>
  <inkml:trace contextRef="#ctx0" brushRef="#br0">6657 13155 30 0,'0'-10'22'0,"0"-1"16"0,0-2-12 0,0 1-10 0,0-13-7 0,0 2-2 0,0-1 0 0,-12 0 2 0,-1-10-1 0,-10 9-1 0,0 0-3 0,-1 2 2 0,1 12-2 0,-2-13 0 0,-11 0 1 0,-12 12-3 0,1 1-1 0,11-2 1 0,1 1-1 0,-13 12-1 0,-1 0 0 0,-9 0-2 0,-2 0-2 0,1 0 0 0,11 25 2 0,0-14 1 0,12 12-1 0,-11 2 1 0,22-2 1 0,-9 0-3 0,10 27 2 0,0-4 0 0,-1 13 0 0,25 2 0 0,0-1 1 0,25-1-1 0,-13 12 2 0,0-12 1 0,12-11 0 0,-1 0 0 0,24 11 1 0,-11 1 1 0,24-24 0 0,12-1-1 0,-1-11 2 0,1-12-2 0,-2 0 3 0,15-49-3 0,-2 14-1 0,0-12-2 0,-23-1 3 0,-13-12-3 0,-11-11 2 0,0 0-1 0,-12-12 2 0,0-2-3 0,-14 14 2 0,-10-14-3 0,-22 27-2 0,-14-13 1 0,0 11-3 0,-11 0-1 0,-12 12 0 0,-14 13-3 0,-10 11 2 0,-13 12 4 0,14 0-1 0,-2 23 1 0,-11 0-2 0,23 14 3 0,-12 22 0 0,2 13-1 0,34-1 1 0,12 0 2 0,25 13-2 0,11-1 4 0,34 13 2 0,15-1 3 0,22-12 0 0,13-22 1 0,11-15-1 0,12-21-1 0,-12-14-1 0,1-22 1 0,-1-14-3 0,-24-21-1 0,-11-15 0 0,-1 14 0 0,-36-37-1 0,-10-11 1 0,-13-12-3 0,0 12-1 0,-24 11-1 0,-11 13 1 0,11 11-3 0,-12 2-2 0,12 21 1 0,-23 1-3 0,-14 25 1 0,-21 11-25 0,10 23-113 0</inkml:trace>
  <inkml:trace contextRef="#ctx0" brushRef="#br0">2976 16965 41 0,'0'0'0'0,"13"-58"31"0,10 11 6 0,-10 22-3 0,-13 73-4 0,-13 47-19 0,2-11-3 0,-1-13-3 0,12 12 0 0,0-24-1 0,0-10 0 0,0-27-1 0,23-9 0 0,13-13-1 0,35 0 0 0,1-13-2 0,-12 13-1 0,-36 0-9 0,1-10-44 0,-2-14-77 0</inkml:trace>
  <inkml:trace contextRef="#ctx0" brushRef="#br0">3037 17216 72 0,'-36'-23'32'0,"24"-13"7"0,12 36-20 0,59-24-8 0,25 11-8 0,-12 2-10 0,-37-1-56 0,-35-11-19 0</inkml:trace>
  <inkml:trace contextRef="#ctx0" brushRef="#br0">2976 16978 49 0,'0'0'0'0,"-46"-59"55"0,58 11-19 0,35 12-14 0,37 13-11 0,-2 11-9 0,-10 12-38 0,-24 0-81 0</inkml:trace>
  <inkml:trace contextRef="#ctx0" brushRef="#br0">3917 16538 64 0,'0'-48'41'0,"13"37"8"0,-37 34-32 0,-35 96 1 0,-48 107-3 0,46 24-11 0,61-47-7 0,84-73 0 0,34-46 0 0,-9-60 4 0,-50-24 1 0,-59 0 1 0,0-12-72 0,-12 0-29 0</inkml:trace>
  <inkml:trace contextRef="#ctx0" brushRef="#br0">4192 16752 7 0,'0'0'7'0,"0"-13"17"0,13 13-5 0,-13-11 0 0,11-12 5 0,-11 11-4 0,0 0-5 0,12-1-3 0,-12 13-3 0,0-11-2 0,0 11-1 0,0 0-2 0,0 0 6 0,0 24-10 0,0 0 1 0,0 10 0 0,0-9-1 0,0 11 0 0,0-13 0 0,0 1 0 0,24-24 0 0,22 0 1 0,3 0-1 0,9 47 0 0,-22 24-1 0,-23 2 3 0,-13-2 4 0,-36-23 3 0,-11-1-2 0,11-47 1 0,-1-47-3 0,26 23-3 0,11 11-10 0,24-21-58 0,24 10-53 0</inkml:trace>
  <inkml:trace contextRef="#ctx0" brushRef="#br0">4205 16716 119 0,'0'-11'8'0,"-25"-26"34"0,61 14-24 0,46-25-15 0,25 25 0 0,-46 23-19 0,-1 35-57 0,-36 1-7 0</inkml:trace>
  <inkml:trace contextRef="#ctx0" brushRef="#br0">4895 17049 60 0,'0'0'0'0,"23"60"87"0,-12 24-51 0,-69-2-21 0,-37 14-16 0,35-37-47 0,60-59-73 0</inkml:trace>
  <inkml:trace contextRef="#ctx0" brushRef="#br0">5502 16609 53 0,'0'0'0'0,"0"-47"78"0,0 69-40 0,0 99-13 0,0 34-14 0,0-25-7 0,-13-46-1 0,-10-25-13 0,23-47-90 0,12-12 22 0</inkml:trace>
  <inkml:trace contextRef="#ctx0" brushRef="#br0">5883 17133 93 0,'23'37'17'0,"-10"9"42"0,-49 13-35 0,-59 2-18 0,0-1-10 0,59-49-152 0</inkml:trace>
  <inkml:trace contextRef="#ctx0" brushRef="#br0">6383 16574 69 0,'0'-12'24'0,"-12"-12"10"0,-1 12-10 0,26-12-6 0,35 1-9 0,-1 23-3 0,26 23-5 0,-26 25 2 0,-35 11 0 0,-12 13 3 0,-36 11-2 0,-24 13-2 0,13-25 0 0,11-12 0 0,11-34 1 0,25-14 2 0,25-11 5 0,34-11-7 0,36-2-3 0,13 1 2 0,-1 0-3 0,-35 12 1 0,-25 0 0 0,-36-13-8 0,-11 13-64 0,0-10-38 0</inkml:trace>
  <inkml:trace contextRef="#ctx0" brushRef="#br0">7014 16324 141 0,'0'0'1'0,"36"11"21"0,47 133-9 0,25 105-8 0,-25 13-3 0,-72-36-5 0,-94-71 4 0,-49-48-2 0,26-71-2 0,71-60-140 0</inkml:trace>
  <inkml:trace contextRef="#ctx0" brushRef="#br0">8110 17120 78 0,'0'0'35'0,"-13"-11"-3"0,38-1-6 0,34 12-20 0,25-11-3 0,0 11-3 0,-37-12-41 0,-24 12-78 0</inkml:trace>
  <inkml:trace contextRef="#ctx0" brushRef="#br0">8157 17228 99 0,'-35'13'23'0,"35"-13"19"0,46 11-31 0,217-47-2 0,-167 13-6 0,-74-13-22 0,-22 24-121 0</inkml:trace>
  <inkml:trace contextRef="#ctx0" brushRef="#br0">9479 17038 51 0,'-12'0'9'0,"-47"0"22"0,11 0 7 0,24 0-12 0,36 11-12 0,84-11-7 0,11 0-2 0,0-11-2 0,-60-1-1 0,-58 24 0 0,-14-1-34 0,38-11-88 0</inkml:trace>
  <inkml:trace contextRef="#ctx0" brushRef="#br0">10241 16705 45 0,'0'-24'24'0,"12"0"6"0,-12-12-13 0,12 24-3 0,0 0-1 0,-24 24 9 0,12 24-17 0,-12-13-2 0,0 14-1 0,24-14-2 0,12-12 1 0,37 39-1 0,-4 8-1 0,4 2 4 0,-49-12 7 0,-24-13 1 0,-24-23-5 0,-12-12-3 0,1-24-10 0,23-11-66 0,12 11-20 0</inkml:trace>
  <inkml:trace contextRef="#ctx0" brushRef="#br0">10241 16609 100 0,'0'-12'13'0,"12"-47"21"0,48 23-9 0,22 13-22 0,14 23-2 0,0 11-33 0,-49 37-44 0,-35-48 36 0</inkml:trace>
  <inkml:trace contextRef="#ctx0" brushRef="#br0">9848 17396 43 0,'0'0'0'0,"-70"-25"56"0,45 25-5 0,25 0-33 0,59 0-9 0,132 0-4 0,131-25-1 0,-1 25-4 0,-94 13 0 0,-120-13 4 0,-72 0 10 0,-35 0-4 0,0 0-4 0,0 0-6 0,0 0 1 0,13-13-2 0,-13 13-11 0,-24 0-60 0,11 0-40 0</inkml:trace>
  <inkml:trace contextRef="#ctx0" brushRef="#br0">4359 17538 24 0,'0'0'0'0,"0"0"25"0,0-12 1 0,0 12-12 0,0 12 19 0,0 47-13 0,0 37-14 0,0-1-3 0,0-35-2 0,0-13-3 0,0-23-30 0,0-36-69 0</inkml:trace>
  <inkml:trace contextRef="#ctx0" brushRef="#br0">4335 17538 50 0,'-12'-12'29'0,"0"24"-1"0,-1 1 1 0,2 21-6 0,-12 14-14 0,-2-12-5 0,14-12-2 0,-1-12 2 0,12 0-3 0,0-24 2 0,0 0-3 0,0 0 4 0,12-13-3 0,-1 2 3 0,2-1-4 0,-1 0 4 0,11 1-12 0,-23 12 10 0,24 11 0 0,-12 11 14 0,12 24-17 0,12-10 2 0,-1-2-5 0,1-12-127 0,-24-11 82 0</inkml:trace>
  <inkml:trace contextRef="#ctx0" brushRef="#br0">10468 17727 66 0,'0'-10'37'0,"-12"-2"11"0,24-24-30 0,22 0-8 0,15-12-3 0,-26 14 1 0,-23-3-13 0,-23 1 5 0,-26 13 3 0,3 23-1 0,-2 35-2 0,-1-11 15 0,28 24-18 0,-4 23-1 0,61 1-2 0,35 0 0 0,11-13 0 0,-46 0-1 0,-59 1 3 0,-61-25 4 0,2-35 6 0,34-58 3 0,48-15-1 0,58 25-17 0,39-23-49 0,-38 36-42 0</inkml:trace>
  <inkml:trace contextRef="#ctx0" brushRef="#br0">11230 17193 27 0,'0'11'26'0,"0"26"16"0,0-14-18 0,24-23-7 0,11-23-8 0,12-61-3 0,-10-24-1 0,-3-34-1 0,-9-1-2 0,-25 72-1 0,0 35 0 0,0 24 1 0,0 35 3 0,-25 73-2 0,14 23-1 0,0 24-3 0,11-24 0 0,11-23-1 0,25-49 1 0,0-47 3 0,11-72-1 0,1-11 1 0,-23 47-1 0,-14 36 0 0,1 23-2 0,-1 27 1 0,2 8-1 0,10-34 0 0,13-1 1 0,12-23 1 0,-12-47-1 0,-26-11-1 0,-10-3 2 0,-10 26-1 0,-26 10-1 0,0 38 1 0,12-1-1 0,-11 23 0 0,23 1 0 0,-1-11-1 0,26 9 2 0,22-10 0 0,-11-24-1 0,12 13 1 0,0-2 0 0,22-22-1 0,3-2 2 0,-15-34-1 0,3 11 1 0,-13 11-1 0,-36-9 2 0,0 10-1 0,-13 11 1 0,13 38-1 0,-11 71-1 0,-14 58-4 0,2 12-3 0,-1-94 16 0,-11-12-10 0,23-49-24 0,35-35-93 0</inkml:trace>
  <inkml:trace contextRef="#ctx0" brushRef="#br0">12623 16800 91 0,'-12'0'12'0,"-12"23"35"0,0 37-32 0,60 0-11 0,24 23-1 0,-36-23 5 0,-48-13 0 0,-36 1-8 0,13-36-44 0,11-60-74 0</inkml:trace>
  <inkml:trace contextRef="#ctx0" brushRef="#br0">12611 16752 105 0,'0'0'0'0,"48"-59"36"0,22 11-15 0,3 48-30 0,-3 36-79 0,-57-24 47 0</inkml:trace>
  <inkml:trace contextRef="#ctx0" brushRef="#br0">12432 17300 91 0,'-12'0'15'0,"-60"24"24"0,85-24-12 0,94-12-18 0,60-12-1 0,0 0-3 0,-61 1-3 0,-70 10-31 0,-24 37-111 0</inkml:trace>
  <inkml:trace contextRef="#ctx0" brushRef="#br0">12706 17681 68 0,'0'-12'40'0,"-13"-35"-12"0,26-13-8 0,-13-1-19 0,-23 38 7 0,-25 23 1 0,0 12-4 0,24 72 3 0,72-13-12 0,12 1-2 0,-48-1 2 0,-72-35 2 0,-23-24 8 0,59-60-1 0,71-23-11 0,73-24-152 0</inkml:trace>
  <inkml:trace contextRef="#ctx0" brushRef="#br0">13849 17086 98 0,'0'0'0'0,"-72"-24"56"0,49 24-21 0,71 0-31 0,106-13-2 0,48 13 0 0,-59-11-1 0,-143 11 4 0,-58 0-21 0,22 0-135 0</inkml:trace>
  <inkml:trace contextRef="#ctx0" brushRef="#br0">15159 16479 104 0,'0'-13'5'0,"-24"-11"34"0,1 84-7 0,-1 95-17 0,12-12-11 0,12-36-4 0,0-12-45 0,-13-48-91 0</inkml:trace>
  <inkml:trace contextRef="#ctx0" brushRef="#br0">14778 17181 122 0,'-35'0'23'0,"23"0"12"0,131 0-27 0,71-36-4 0,37 11-2 0,-73 14 0 0,-82-12-1 0,-72 34-19 0,-24 37-143 0</inkml:trace>
  <inkml:trace contextRef="#ctx0" brushRef="#br0">15183 17633 82 0,'0'-11'49'0,"0"-49"-18"0,0-1-26 0,-11 27 4 0,-2 22-2 0,-34 12 0 0,11 12-4 0,12 35 11 0,24 13-21 0,36 35-2 0,-12 13 0 0,-48-37 6 0,-37-48 5 0,15-35 6 0,34-47-1 0,83-48-17 0,48-1-117 0,-95 85 85 0</inkml:trace>
  <inkml:trace contextRef="#ctx0" brushRef="#br0">16004 17228 121 0,'-47'-24'11'0,"58"1"11"0,38-72-16 0,-2-1-2 0,-23-47-1 0,12-11-1 0,-36 82-1 0,0 35-1 0,-13 37 3 0,13 37 1 0,-23 58-1 0,-1 24 0 0,13 1-3 0,11-26-1 0,22-34 0 0,14-36 2 0,25-37 1 0,-14-45 0 0,1 11-1 0,-36 34 0 0,-1 37-1 0,2 24-1 0,10-13 0 0,13-11 1 0,-12-24 1 0,0-24 1 0,-12-23 0 0,-12-37 0 0,-36 37-1 0,12 35-1 0,-23 24-1 0,35 22 0 0,12 3 1 0,59-24 0 0,13-13 2 0,-1-37-1 0,-35 2 1 0,-36 11 1 0,-13 24-1 0,13 71-3 0,49 25-1 0,-14 11-1 0,-23-48 1 0,-72-11 2 0,49-48 0 0,-61 24-10 0,83-36-161 0</inkml:trace>
  <inkml:trace contextRef="#ctx0" brushRef="#br0">17208 16538 163 0,'0'0'0'0,"0"-12"9"0,12 120 13 0,-24 47-15 0,-1-13-19 0,-21-24-81 0,9-93 26 0</inkml:trace>
  <inkml:trace contextRef="#ctx0" brushRef="#br0">17029 17097 71 0,'-24'-11'82'0,"35"11"-48"0,85-24-34 0,71 11-87 0,-131 13 13 0</inkml:trace>
  <inkml:trace contextRef="#ctx0" brushRef="#br0">17052 17551 115 0,'0'0'14'0,"25"-61"-3"0,34-10 10 0,-11 11-13 0,-48 37 0 0,-12-1-2 0,-48 24 1 0,-11 12-6 0,59 47-5 0,60 25-4 0,-13-13 17 0,-11 0-14 0,-60-35 8 0,-35-48 6 0,22-47 2 0,146-96-62 0,-2 82-67 0</inkml:trace>
  <inkml:trace contextRef="#ctx0" brushRef="#br0">18363 17120 165 0,'0'0'2'0,"24"-11"1"0,106-1 5 0,73-11-32 0,-97 23-92 0</inkml:trace>
  <inkml:trace contextRef="#ctx0" brushRef="#br0">19280 16645 114 0,'0'0'0'0,"12"-61"39"0,10 27 1 0,14 10-28 0,25 48-10 0,-2 47 2 0,-23 24-3 0,-47-11 0 0,-62-37 2 0,1-11-2 0,61-25 1 0,47-11-1 0,47 0-1 0,47-11-5 0,2-1-52 0,-85 12-73 0</inkml:trace>
  <inkml:trace contextRef="#ctx0" brushRef="#br0">19149 17216 110 0,'0'0'0'0,"-108"36"51"0,108-24-26 0,96-12-16 0,117-23-4 0,38-2-1 0,-60-10-2 0,-120-1-23 0,-71 61-139 0</inkml:trace>
  <inkml:trace contextRef="#ctx0" brushRef="#br0">19542 17467 67 0,'-13'-12'12'0,"2"-24"29"0,-1 24-13 0,1 1-8 0,-38 11-6 0,14 11-9 0,23 25-7 0,47 22-3 0,-11 3 17 0,13 10-19 0,-37-23 6 0,-84-24 2 0,12-60 10 0,60-24-3 0,167-48-37 0,24 50-85 0,-155 45 71 0</inkml:trace>
  <inkml:trace contextRef="#ctx0" brushRef="#br0">20351 17216 89 0,'-12'-23'32'0,"24"-25"0"0,12-48-18 0,12-22-8 0,12-74-5 0,-25 62 1 0,-12 105-5 0,-11 15 5 0,-11 33 3 0,-1 61 0 0,12 24-5 0,-11-3 0 0,11-21 0 0,0-47 0 0,34-14 2 0,15-46 1 0,22-14-1 0,-35 14-1 0,-13 33 0 0,-23 40 1 0,0-16-3 0,36 3 2 0,-12-37 3 0,12-37 0 0,-12-47-2 0,-48 13 0 0,-12 48-2 0,-11 35-1 0,23 12-1 0,35 24 1 0,49-25 1 0,23-11 0 0,13-37 1 0,-13-33 0 0,-24-2 1 0,-59 48-1 0,-11 48-2 0,11 83-2 0,36 11-1 0,-24-9 1 0,-60-74 6 0,-71-35 1 0,59-37-9 0,96-34-107 0,-24 47 56 0</inkml:trace>
  <inkml:trace contextRef="#ctx0" brushRef="#br0">21435 16621 95 0,'0'-37'22'0,"60"-9"-3"0,11 46 16 0,-24 83-18 0,-47 35-3 0,-23-22-3 0,10-60-4 0,49-36-3 0,84-48-17 0,-13 37-92 0,-82 11 10 0</inkml:trace>
  <inkml:trace contextRef="#ctx0" brushRef="#br0">21447 17026 101 0,'-95'23'40'0,"23"14"1"0,108-26-29 0,107 1-8 0,59-35-3 0,-35 11-3 0,-107 12-56 0,-49 12-54 0</inkml:trace>
  <inkml:trace contextRef="#ctx0" brushRef="#br0">21637 17443 170 0,'-11'-24'4'0,"11"12"-3"0,11-36 13 0,13 1-9 0,-24 10-1 0,-24 37 0 0,0 0-3 0,1 61-2 0,35 10-4 0,12 12-1 0,-37-47 18 0,-46 0-7 0,-12-24 10 0,47-48-9 0,119-35-15 0,35 11 11 0,-46 24 0 0,-84 11-13 0,-59 15-160 0</inkml:trace>
  <inkml:trace contextRef="#ctx0" brushRef="#br0">12087 17514 17 0,'0'0'12'0,"0"-24"41"0,12 12-32 0,0 1-7 0,0 11-7 0,13 11-1 0,-2 1-6 0,0 12 13 0,-23 13-12 0,-12-3 0 0,-22 14-2 0,-3-12 3 0,1 12 0 0,12-25 5 0,1-11 1 0,23 0 2 0,0-12 2 0,35 0-1 0,37-24-9 0,11 1-16 0,-23 23-128 0</inkml:trace>
  <inkml:trace contextRef="#ctx0" brushRef="#br0">16719 17359 30 0,'0'-13'13'0,"12"3"30"0,12-14-15 0,-12 12-9 0,0 0-6 0,0 24-8 0,13 0 0 0,-14 22 0 0,-11 16-6 0,-11-16 5 0,-26 3 1 0,1-14 0 0,12 13 8 0,12-36 5 0,12 12-14 0,0-12-1 0,24 0 0 0,61 0-14 0,21 0-128 0</inkml:trace>
  <inkml:trace contextRef="#ctx0" brushRef="#br0">21078 17455 13 0,'0'0'6'0,"12"-12"23"0,-12-1-10 0,12-10-4 0,0 12 3 0,-2 11-6 0,3 0-5 0,-13 11-2 0,0 1-2 0,12 12-2 0,-12 11-1 0,-12-23 1 0,-11 12 7 0,-1-12 16 0,0 13-13 0,11-14 0 0,13-11 0 0,13 0-2 0,45-11-11 0,86-14-158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10932 11418 20 0,'0'0'20'0,"0"-13"12"0,0 13-1 0,0 0-15 0,-24 13-4 0,-1-1-6 0,-9 13-1 0,-14-2 1 0,-11 12 0 0,-13 12-6 0,24 3 3 0,13 8-2 0,11 26 1 0,12 11-2 0,12-1 1 0,0-10-1 0,23 12 0 0,2 0 0 0,-14-2 0 0,-11 13 1 0,0 0 1 0,0 12-1 0,-11 11 1 0,-14-21-1 0,2-13 0 0,-13 9 1 0,1-9 0 0,-1 0-2 0,0-1 2 0,0-24 0 0,-11 13-1 0,11-37 1 0,0 0 0 0,-11 1-3 0,23-12 2 0,12 1 0 0,12-14-1 0,23 0 0 0,13 13 1 0,0 0-2 0,12 12 1 0,-2 12 0 0,-10 22 0 0,13-9-2 0,-25 9 1 0,-1 25 1 0,-12 12-2 0,2 0 2 0,-13 1-1 0,0-1 1 0,0-12-2 0,0 12 1 0,0-36 0 0,36 12 1 0,23-22 1 0,37-27-3 0,-1-34 3 0,-35-12 0 0,-38 0 1 0,3-24-2 0,-25 1-80 0,0-1 22 0</inkml:trace>
  <inkml:trace contextRef="#ctx0" brushRef="#br0">8872 13478 69 0,'-24'-24'17'0,"12"1"14"0,12-2-11 0,36 13-4 0,47 1-6 0,1-1-6 0,-14 1 0 0,-45-2-1 0,-25-11 1 0,-12 0-1 0,-12 12 3 0,-11 24-2 0,-1 60-2 0,0 59 2 0,0 47 0 0,24-46-2 0,1-27 0 0,11-21 0 0,0-36-21 0,11-12-66 0,-11-36 14 0</inkml:trace>
  <inkml:trace contextRef="#ctx0" brushRef="#br0">9098 13741 98 0,'11'-50'27'0,"14"16"12"0,11 34-28 0,-1 34-4 0,-11 27-4 0,-1 10-1 0,-34-11 1 0,-12-26 1 0,-2-21 1 0,2-36-1 0,11-25 0 0,35-12-5 0,37 13 4 0,23-1-3 0,-23 24 1 0,-12 24 1 0,-36-12 1 0,-2 12-3 0,3 12-44 0,10-12-64 0</inkml:trace>
  <inkml:trace contextRef="#ctx0" brushRef="#br0">10873 15538 32 0,'0'0'6'0,"0"-13"29"0,-12 2-4 0,0 11-12 0,12 0-3 0,-12 0-3 0,-12 0-4 0,-13 0-3 0,-9 24 1 0,-14 0-4 0,24 10 1 0,24 3-3 0,0 10-1 0,24 1-1 0,0 12 1 0,0-13-2 0,-12 1 3 0,0-25 0 0,-24 14 2 0,1-14-1 0,-13-12 1 0,11 2-3 0,14-1 0 0,11-12 1 0,0 12-1 0,11 1 0 0,38 10 0 0,-26 12-2 0,1 12 1 0,-12 14 1 0,-24-1 2 0,-12 11 0 0,13-12-1 0,22-23 0 0,25-1-1 0,12-23 0 0,0-24 2 0,-37-11-46 0,-11 11-71 0</inkml:trace>
  <inkml:trace contextRef="#ctx0" brushRef="#br0">9134 15822 68 0,'0'0'24'0,"24"-10"3"0,23-2-18 0,36 12-7 0,-11-12 0 0,-36-25 0 0,-24 14 1 0,-24-1 4 0,-24 24 7 0,0 47-5 0,13 49-2 0,10 11-2 0,2 0-3 0,11-11-4 0,-12-50-60 0,12-21-20 0</inkml:trace>
  <inkml:trace contextRef="#ctx0" brushRef="#br0">9372 16157 83 0,'0'-12'11'0,"36"-1"23"0,0-10-27 0,23-13-4 0,-36 13-1 0,-10-13 1 0,-13 12 6 0,-13 11 4 0,-23 50-5 0,13 34-2 0,10-11-1 0,3-24-5 0,45-14 1 0,-11-9 0 0,12-13-21 0,11-23-45 0,-11 11-10 0</inkml:trace>
  <inkml:trace contextRef="#ctx0" brushRef="#br0">9778 15990 52 0,'0'0'25'0,"0"-13"-1"0,-25 13 19 0,-23 25-22 0,25 11-14 0,10-1-5 0,49 1-2 0,0 12 1 0,-24-12 0 0,-12-13 3 0,-12-11 0 0,0-12-7 0,0-12-57 0,12-1-29 0</inkml:trace>
  <inkml:trace contextRef="#ctx0" brushRef="#br0">9908 15800 77 0,'0'0'0'0,"12"-49"63"0,0 38-31 0,0 83-21 0,-36 47-1 0,12-12-6 0,12-13-2 0,12-45-2 0,12-14-25 0,10-58-49 0,-9-1-1 0</inkml:trace>
  <inkml:trace contextRef="#ctx0" brushRef="#br0">9978 15966 68 0,'-10'0'10'0,"-26"-12"38"0,60-11-20 0,47 11-16 0,1-1-5 0,-37-10-4 0,-23 23-34 0,-12 0-79 0</inkml:trace>
  <inkml:trace contextRef="#ctx0" brushRef="#br0">5990 8407 22 0,'-36'0'29'0,"13"0"-2"0,23 0-6 0,0 0-11 0,35 0-1 0,25 0-1 0,35 0-1 0,-35 0-4 0,-36 0-1 0,-24 0 3 0,-60 0 0 0,-36 0-2 0,13 0 0 0,23 11-2 0,24-11 0 0,25 0 0 0,35 12 0 0,47-12 1 0,37 11-1 0,-1-22 0 0,-48 11 2 0,-47 0 1 0,-37-12-1 0,-45 12-2 0,-26 0 0 0,26 12 0 0,33-12-1 0,26 11 1 0,59-11-1 0,47-11 0 0,12 11 1 0,-37 0-1 0,-45 0 0 0,-50 0 0 0,-45 11 1 0,-2-11 0 0,37 0-2 0,23 0 3 0,59 0-1 0,49-11-2 0,-37-1 2 0,-47 12-1 0,-12 0-5 0,0 23-114 0</inkml:trace>
  <inkml:trace contextRef="#ctx0" brushRef="#br0">23662 8977 10 0,'0'-118'33'0,"-12"58"-10"0,-12 24-7 0,0 72-11 0,12 83-2 0,24 71 5 0,25 1 2 0,-3-24-6 0,-9-37-2 0,-14-58-1 0,-11-24-7 0,-11-48-46 0,11-24 11 0</inkml:trace>
  <inkml:trace contextRef="#ctx0" brushRef="#br0">23424 9382 4 0,'-24'-24'22'0,"11"1"2"0,2 23-10 0,11 60-4 0,48 34 0 0,11 1-5 0,13-24-2 0,-13-10-2 0,-11-14-1 0,-12-34-2 0,-25-13-29 0,1-37-27 0</inkml:trace>
  <inkml:trace contextRef="#ctx0" brushRef="#br0">23864 9466 2 0,'0'-12'3'0,"24"-60"26"0,-24 72-9 0,-36 84-3 0,-35 58-3 0,11-24-2 0,48-34-6 0,1-47-4 0,11-26-8 0,0-22-64 0</inkml:trace>
  <inkml:trace contextRef="#ctx0" brushRef="#br0">15696 5167 103 0,'-24'0'-1'0,"-12"60"2"0,36 35 16 0,0 0-6 0,0-23 2 0,12-13-6 0,-12 1-2 0,0-36-3 0,0-12 7 0,-12-12-1 0,-12-48-3 0,-1-13-3 0,2-10 0 0,0-23-2 0,23-1 1 0,0-1 0 0,0-11-1 0,0 0 0 0,0-1 0 0,0 3 1 0,23 21-1 0,-11 36-1 0,24 0 3 0,0 0-3 0,35 25 1 0,1 35 0 0,-1 35 0 0,-11 24 0 0,-37 0 0 0,-23 0 1 0,-59-10 2 0,-48-1 1 0,-24-26-1 0,24 3-3 0,10-1-3 0,27 23-82 0,58-36 5 0</inkml:trace>
  <inkml:trace contextRef="#ctx0" brushRef="#br0">16100 5560 38 0,'0'0'0'0,"-59"-12"40"0,47-1-24 0,0 13-4 0,12 13 4 0,0-13-3 0,12 0 2 0,47 12-5 0,36-37-4 0,1 15-4 0,-49-1-1 0,-24 11-1 0,-10 0-17 0,-1 11-35 0,0-1-25 0</inkml:trace>
  <inkml:trace contextRef="#ctx0" brushRef="#br0">16195 5359 52 0,'0'-13'10'0,"0"13"20"0,0 36 8 0,-23 71-14 0,11 0-10 0,12 0-9 0,12-59 0 0,-12-13 2 0,-12-23-4 0,12-12 0 0,0-12-37 0,-13 12-76 0</inkml:trace>
  <inkml:trace contextRef="#ctx0" brushRef="#br0">19767 4882 55 0,'-11'-36'5'0,"-1"-12"5"0,24 13 13 0,-1 35-3 0,-11 23-1 0,-11 85-4 0,-1 34-7 0,-1-24-2 0,13-21-7 0,13-26 4 0,-13-47 1 0,-13-24 8 0,13-48-7 0,-11-35-3 0,11 1-1 0,0-39-1 0,0 3-1 0,0-13 2 0,0 11 0 0,24-10-1 0,12 46 0 0,11 26 0 0,0 8 0 0,2 27-1 0,-2 35 0 0,-11 36 0 0,-12 47 1 0,1-1 0 0,-38-10 1 0,-23-36 1 0,-47-25-1 0,-24 27 0 0,11 8-35 0,84 2-89 0</inkml:trace>
  <inkml:trace contextRef="#ctx0" brushRef="#br0">20173 5430 104 0,'0'0'0'0,"-72"-13"16"0,72-11 15 0,47 13-23 0,49-1-5 0,-13 12 0 0,-35 0-1 0,-48 0 8 0,-48 0-6 0,-35 0-2 0,-13 12-2 0,14-1 1 0,34 1-2 0,36-12 2 0,24 0-1 0,59-12 1 0,37 12-1 0,-25-11 2 0,-36 11-3 0,-47 0 4 0,0 0 0 0,-23-12 0 0,-13 12-9 0,0 23-134 0</inkml:trace>
  <inkml:trace contextRef="#ctx0" brushRef="#br0">17005 5108 14 0,'-36'-12'31'0,"13"12"10"0,11-13-7 0,12 2-4 0,0-1-16 0,46 1-9 0,39-2-2 0,11 1-3 0,-49 0 2 0,-35 12-1 0,-1 0-31 0,1 12-33 0,-1 0-2 0</inkml:trace>
  <inkml:trace contextRef="#ctx0" brushRef="#br0">16909 5227 65 0,'0'0'0'0,"-106"11"17"0,70 2 10 0,60-13-10 0,58 0-6 0,14-24 4 0,-13 12-1 0,-35 1-4 0,-36-2-5 0,0 13-9 0,-24 13-53 0,-12-2-38 0</inkml:trace>
  <inkml:trace contextRef="#ctx0" brushRef="#br0">10277 15502 23 0,'-12'-11'20'0,"0"11"-5"0,12 0-7 0,12 11 5 0,48-11-1 0,23 0-4 0,36-11-3 0,0-2-1 0,11 13 0 0,2 0-2 0,-12 0-2 0,-2 0 1 0,2 0 1 0,-13-12-3 0,-1 24 0 0,-10-12 2 0,11 13-1 0,12-13 1 0,-11 11 0 0,11-11 3 0,1 12 0 0,34-1-4 0,1-11 0 0,-1 0 1 0,25 0 0 0,-13 0-2 0,37-11 1 0,0 11 2 0,-1 0-2 0,-12 0 2 0,1 0-1 0,11 0 1 0,13-12-2 0,11 12 1 0,0 12-2 0,-23-12 3 0,-14 11 0 0,3-11-1 0,22-11-3 0,0 11 5 0,1 0-3 0,0 0 0 0,-25 0 1 0,12 0 0 0,0 0 0 0,13 0 3 0,-1 0 0 0,0 0-1 0,14 11 0 0,8-11-2 0,3-11 0 0,-13 11 4 0,12-12-2 0,13 12 0 0,22 0-2 0,-11 0 0 0,0 0 0 0,-12 0 1 0,-11 0-1 0,23 0 0 0,11 0-2 0,25-11 1 0,-12-2 0 0,-36-11 0 0,-36 11 2 0,1 13-1 0,59-10-2 0,10 10 0 0,-10 0-1 0,-11-12-2 0,-25 12 3 0,12 0 0 0,-11 12-1 0,23 11 1 0,-24-23 0 0,12 12 0 0,-24-12 2 0,-47 0-1 0,-24 0 2 0,-36-12 1 0,-48-1 4 0,-23 3 0 0,-37-2-1 0,2 0-5 0,-13 0-11 0,-60 24-148 0</inkml:trace>
  <inkml:trace contextRef="#ctx0" brushRef="#br0">17576 4572 17 0,'-11'-12'19'0,"-1"12"12"0,-1-24-15 0,13 24-9 0,0 0 0 0,0-12 3 0,0 1 3 0,0-1-1 0,0-13-2 0,0 2-5 0,13-1-3 0,10 12 0 0,2 0 0 0,10 12 2 0,13-13 0 0,23 26-2 0,13-1 0 0,-25 13-1 0,-11 22 0 0,-24 0 0 0,-24 1 0 0,-24-12 1 0,-24-1 0 0,1-22 0 0,23-2-1 0,24 12-1 0,24 27 1 0,59 8-1 0,-24 14 0 0,-47-13 0 0,-60-22 3 0,-58-26 4 0,-13-22 0 0,35-2-3 0,48 13-3 0,36 0-5 0,12 13-49 0,36 10-70 0</inkml:trace>
  <inkml:trace contextRef="#ctx0" brushRef="#br0">17267 5405 84 0,'-24'0'8'0,"1"0"-6"0,118-35 20 0,96 11-3 0,47 12 4 0,-12-13-12 0,-24 25-5 0,-83-23-1 0,-59 23-3 0,-48 0-29 0,-12 23-72 0,-25-23 61 0</inkml:trace>
  <inkml:trace contextRef="#ctx0" brushRef="#br0">17732 5679 53 0,'0'0'0'0,"-11"-35"52"0,11 10-19 0,11 2-7 0,1 12-21 0,-1 22-3 0,-11-11 1 0,0 12 3 0,0 12-4 0,-11 0 0 0,-1 23 1 0,1 1-2 0,-2-13 0 0,13 1-1 0,13-13 1 0,-2-23 2 0,24-23 1 0,37 12-5 0,-26-2 2 0,-10 26-1 0,-23 34 0 0,-13 11 2 0,0 15 1 0,0 9-2 0,0 2-2 0,12-24 2 0,-1-36 0 0,-11-24-3 0,0-13-71 0,0 2-16 0</inkml:trace>
  <inkml:trace contextRef="#ctx0" brushRef="#br0">20863 4846 70 0,'-23'0'8'0,"-13"-12"-6"0,60 1 13 0,59-14 0 0,48 0-9 0,-24 15-9 0,-24 20-45 0,-59 3 4 0</inkml:trace>
  <inkml:trace contextRef="#ctx0" brushRef="#br0">20840 5072 99 0,'0'0'0'0,"-36"-23"5"0,95 10 1 0,84-11-2 0,-12 24-4 0,-12 0-44 0,-83 0-5 0</inkml:trace>
  <inkml:trace contextRef="#ctx0" brushRef="#br0">21816 4371 53 0,'-12'-37'18'0,"0"1"11"0,24 36-13 0,0 60 1 0,0 58-5 0,-12 3-9 0,12-3-4 0,-12-10-39 0,-12-26-55 0</inkml:trace>
  <inkml:trace contextRef="#ctx0" brushRef="#br0">21399 5204 64 0,'-12'0'10'0,"60"-13"7"0,58-11 0 0,37 11-3 0,13-8 5 0,-37 8-7 0,-24 13-8 0,-23 0-9 0,-48 13-36 0,-13-2-47 0</inkml:trace>
  <inkml:trace contextRef="#ctx0" brushRef="#br0">21518 5441 33 0,'0'0'0'0,"-13"-24"33"0,13 12 2 0,0 0-4 0,0 1-7 0,13 11-17 0,-1 35-4 0,-12 12-2 0,11 3 0 0,-11-16 1 0,13 3-2 0,-1 10 0 0,24-12 1 0,-1-23-1 0,1-12 0 0,-12-23 1 0,12-1-1 0,-13-12 1 0,1 12-1 0,0-13 0 0,-12 16 1 0,0 8-1 0,0 13 1 0,0 24-3 0,-12 36 4 0,-12 22 0 0,12 2 3 0,0-13-5 0,0-11 4 0,12-26-3 0,-12-21 0 0,0-13 6 0,0-13-6 0,0-8 0 0,0 8-1 0,0-11-22 0,-24 24-124 0</inkml:trace>
  <inkml:trace contextRef="#ctx0" brushRef="#br0">14076 7013 44 0,'0'0'0'0,"0"-25"9"0,24-9 2 0,-2 9 17 0,-22 13-4 0,0 24-5 0,-22 47-11 0,10 25-1 0,0 12-1 0,12 11-4 0,12-13-3 0,12-10 2 0,-24 0 0 0,0-60 1 0,10-1 1 0,39-23-2 0,23 0 0 0,-1-12 0 0,-12 1-1 0,-23-1 1 0,0 12-4 0,-24 0-27 0,0 0-35 0,-12-12 3 0</inkml:trace>
  <inkml:trace contextRef="#ctx0" brushRef="#br0">14064 7322 52 0,'0'0'9'0,"12"-12"8"0,47 0 17 0,13-11-9 0,22 12-16 0,-10-2-5 0,-36 1-8 0,-36 0-12 0,-24-1-24 0,-12 2-31 0</inkml:trace>
  <inkml:trace contextRef="#ctx0" brushRef="#br0">14064 7096 42 0,'-24'-24'22'0,"48"1"-10"0,24-25 17 0,11 12-1 0,24 12-8 0,13 12-10 0,-25 0-5 0,-47 1-4 0,-24 22-58 0,0 1-19 0</inkml:trace>
  <inkml:trace contextRef="#ctx0" brushRef="#br0">15219 6632 66 0,'0'-12'10'0,"-13"-48"23"0,2 36-20 0,11 24-11 0,0-23 2 0,0-1 2 0,-12 24 4 0,-36 0 2 0,-11 36-5 0,0 23-4 0,11 14-2 0,-12 32 2 0,1 39 0 0,-1 34-1 0,36-23-3 0,24 12 1 0,72-36-2 0,35-23 3 0,11-37 0 0,-22-37 3 0,-49-21 3 0,-34-13 2 0,-13-24-5 0,0 12-4 0,-24-12-42 0,12 24-75 0</inkml:trace>
  <inkml:trace contextRef="#ctx0" brushRef="#br0">15231 6977 35 0,'-12'-12'16'0,"-1"1"2"0,13-14-2 0,-11 13 0 0,-1 12 5 0,1-23 0 0,-2 12-9 0,13-2-8 0,36 1-3 0,24 0 0 0,-1 12 3 0,1 12 0 0,-13 0-1 0,-11 24-3 0,-12-13 0 0,-24 13 4 0,-24 0-1 0,-35 1-2 0,-1-16 2 0,24 4-4 0,48 11 0 0,48 12 1 0,35 11 1 0,-13-11-3 0,-57-1 4 0,-50-11 0 0,-33-12 4 0,-14-24 1 0,1 0-2 0,35 0-4 0,12-13 2 0,1 2-5 0,23 11-17 0,11 36-55 0,1-11-26 0</inkml:trace>
  <inkml:trace contextRef="#ctx0" brushRef="#br0">16041 7406 105 0,'0'-12'4'0,"-24"0"16"0,24 24-4 0,0 13-3 0,-24 21-3 0,-24 2-3 0,-11 0 0 0,-1-14 0 0,13-21-3 0,11-1 1 0,12-12-3 0,0 0-1 0,12 12-1 0,1-12-4 0,11 0-38 0,23 0-84 0</inkml:trace>
  <inkml:trace contextRef="#ctx0" brushRef="#br0">16362 6988 37 0,'-13'-11'7'0,"-10"-12"-4"0,35-2-3 0,-1 25 1 0,2-12 3 0,-13 1 25 0,0-12 4 0,0-2-2 0,-13 0-13 0,13 25-12 0,-11 0-3 0,11 0 5 0,0 0-6 0,0 25-1 0,0 23 0 0,0 23 0 0,0 1 1 0,-12-1 0 0,12-11-1 0,0-13 0 0,12-23 0 0,-1-11 0 0,-11-13 1 0,0 0 1 0,-11-37-2 0,11 1 0 0,0-12-2 0,11-11 3 0,-11 0-3 0,13 11 2 0,-13 12 0 0,0-11-1 0,0 23-1 0,0 0 2 0,0 11 0 0,0 2-1 0,0 11 0 0,0 24-2 0,12 24 2 0,-24 35 0 0,12-1-1 0,0-9 1 0,12-2-1 0,0-23 1 0,-12-24 2 0,-12-24-2 0,0-11 1 0,12-39 1 0,-13-8-3 0,13-2 1 0,0 13 1 0,0-14 1 0,0 14-4 0,0 12 3 0,0 12-1 0,0 23 0 0,0 0 0 0,0 11-6 0,13 1-42 0,-1-1-73 0</inkml:trace>
  <inkml:trace contextRef="#ctx0" brushRef="#br0">16541 6502 89 0,'-13'-13'4'0,"2"-24"4"0,35 26 0 0,-12-12 13 0,-12 23 0 0,11 0-10 0,37 34-7 0,0 39-2 0,35 34 0 0,1 36 0 0,-49 36 3 0,-35 47-2 0,-35-12-1 0,-37-71 1 0,1-48 4 0,22-36 1 0,2-34-1 0,36-25-1 0,-2 0-6 0,2 0 3 0,-14-13-2 0,14-11-9 0,-14 13-74 0,25-1-22 0</inkml:trace>
  <inkml:trace contextRef="#ctx0" brushRef="#br0">15302 7668 19 0,'-12'-12'27'0,"12"12"-10"0,0-11 2 0,0 11-7 0,24-13-5 0,24 1-2 0,0 12-1 0,-37 0-3 0,1 12 2 0,-24-12 4 0,-11 0-3 0,-1 0 0 0,0 0-2 0,12 0-1 0,0 0 0 0,24-12 3 0,24 12-4 0,-12 0-8 0,-1 12-79 0</inkml:trace>
  <inkml:trace contextRef="#ctx0" brushRef="#br0">16267 7632 30 0,'-11'0'25'0,"11"0"-9"0,0-12-10 0,34 12 1 0,14 0 7 0,-12 0-4 0,-12-12-5 0,-12 12-2 0,-12 12-3 0,-36-12 3 0,-12 12 4 0,1-12 0 0,35 0 1 0,24-12-5 0,35 12-4 0,1 12-47 0,-36-12-6 0</inkml:trace>
  <inkml:trace contextRef="#ctx0" brushRef="#br0">17732 7143 89 0,'-24'0'5'0,"-72"-11"14"0,120 11-4 0,84-12-12 0,33 12-14 0,-21 0-30 0,-108 23 15 0,-95-10-16 0</inkml:trace>
  <inkml:trace contextRef="#ctx0" brushRef="#br0">17589 7264 24 0,'-24'11'25'0,"12"1"7"0,83-12-2 0,49-12-6 0,34 1-10 0,-35-2-11 0,-47 1-2 0,-48 0-12 0,-12 24-33 0,-1 0-30 0</inkml:trace>
  <inkml:trace contextRef="#ctx0" brushRef="#br0">18875 6988 33 0,'-13'0'6'0,"-10"0"2"0,10 0 0 0,2 0 3 0,-1 0 7 0,-1 0-3 0,-9 0-4 0,10 0-7 0,24 0-3 0,35 0 0 0,36-11 1 0,-12 11 0 0,-35 0 2 0,-23 0 4 0,-26 0-3 0,-10 0-4 0,-37 0 1 0,-11 11-1 0,0 2 1 0,11-1-1 0,36-12 0 0,11 0-1 0,26 0 2 0,47-12 0 0,10-1-2 0,2 13 1 0,-48-11 1 0,-24 11 6 0,-11 0-6 0,-13 0-1 0,12 0 0 0,12 0-30 0,12 11-76 0</inkml:trace>
  <inkml:trace contextRef="#ctx0" brushRef="#br0">19399 6452 34 0,'0'0'0'0,"-13"-23"3"0,26 0 4 0,-1-2 16 0,-24 25-4 0,12 0-11 0,0 25 4 0,-24 34 5 0,24 12-8 0,0 0-5 0,0-21 0 0,-12-29-2 0,-1-8 0 0,13 11-1 0,-11 12 0 0,-1 0-1 0,-1-1 0 0,13-11 2 0,-11 13 2 0,22-3-1 0,2-10-1 0,-1-11 2 0,-12-26 1 0,0 1-3 0,11-11-19 0,25 23-104 0</inkml:trace>
  <inkml:trace contextRef="#ctx0" brushRef="#br0">19149 7264 37 0,'-24'0'16'0,"24"0"-6"0,-12-13 20 0,0 13-7 0,0 0-6 0,48 0-7 0,59-24-3 0,60 0-1 0,-12 12-2 0,-36 1-1 0,-71-1-1 0,-48 35-60 0,12 0-32 0</inkml:trace>
  <inkml:trace contextRef="#ctx0" brushRef="#br0">19089 7572 29 0,'-12'-23'14'0,"12"-2"15"0,0 14 3 0,0-12 4 0,0 23-15 0,-12-13-15 0,12 26-5 0,0-2 0 0,0 25-1 0,0-1 4 0,0 1-1 0,0 1-2 0,0-3 1 0,0 3-1 0,12-26-2 0,12 12 3 0,0-23-3 0,12 13 1 0,10-13 1 0,-10 0 0 0,1-13-1 0,-14 2 0 0,1-12 0 0,-1-14 0 0,-10 14 0 0,-1-1 1 0,-12-13-1 0,0 14-1 0,0 0 2 0,-12 11-1 0,24 12 0 0,-12 0 0 0,0 47 0 0,-12 72 2 0,-1 36 1 0,2-48 2 0,11-35 0 0,0-37-1 0,-12-10 0 0,12-38-1 0,0 1-2 0,0 0-8 0,0 1-28 0,12-1-120 0</inkml:trace>
  <inkml:trace contextRef="#ctx0" brushRef="#br0">19137 6584 27 0,'0'0'9'0,"0"-24"6"0,0 0 7 0,0 13-10 0,12-12 0 0,0 10 1 0,-2-24-6 0,26 26 0 0,0-12 0 0,1 11-1 0,-14 12 4 0,1 12-4 0,12 22-3 0,0 39 0 0,-13-2-3 0,-23 1 3 0,-47-12 3 0,-14-13 0 0,3-23-5 0,34-13 1 0,24-11-1 0,36 0-1 0,35 23 0 0,-35 50 1 0,-12 9-1 0,-48-32 2 0,-48-16 4 0,1-22 0 0,46-24-3 0,2-1 0 0,10 3-2 0,13 10-1 0,0-11-5 0,-10 11-38 0,69 11-89 0</inkml:trace>
  <inkml:trace contextRef="#ctx0" brushRef="#br0">20112 7143 43 0,'-23'0'5'0,"23"-11"13"0,0-12-6 0,12-27-5 0,35-32 0 0,2-25-4 0,-14-1-3 0,-23 14 1 0,-12 33-2 0,0 27 5 0,-12 21 0 0,12 37-1 0,-13 36 8 0,-9 58-5 0,10 3-3 0,24-16-1 0,23-44-2 0,1-38 2 0,12-36 1 0,-1-21-1 0,1 10-4 0,-36 11-1 0,-12 38 2 0,11 0 3 0,-11-4 0 0,25 4-2 0,9-13-1 0,3-12 3 0,-13-24-1 0,-24-23 0 0,0-1 0 0,-24 12-2 0,-13 12 2 0,3 1-1 0,9 23-1 0,-9 12 1 0,21 23 1 0,26 12-3 0,21-10 0 0,38-3 2 0,22-34-2 0,51 0-1 0,-15-10-2 0,-34-14 4 0,-37-13 1 0,-36 3 0 0,-23-3 0 0,-11-10 0 0,-25 35 1 0,-10 0 0 0,21 49 1 0,13 68-1 0,49 27 0 0,-3-13 0 0,-22-36 4 0,-71-23 3 0,-13-48-4 0,12-12-24 0,85-84-90 0</inkml:trace>
  <inkml:trace contextRef="#ctx0" brushRef="#br0">21505 6632 22 0,'0'-12'13'0,"0"-12"9"0,13 12 13 0,-13 1-15 0,23 22-8 0,26 25-5 0,-13 1-3 0,-25 9-1 0,-22-10 4 0,-13-24 1 0,12-1-4 0,24-11-3 0,12 13 0 0,-24-1-1 0,-36-12 1 0,-13 12-5 0,13 11-27 0,26 1-30 0,10 0 17 0</inkml:trace>
  <inkml:trace contextRef="#ctx0" brushRef="#br0">21292 7120 61 0,'0'0'1'0,"-24"0"8"0,84-24 21 0,47 0-12 0,48 1 1 0,11-1-9 0,-46 12-5 0,-49 0-3 0,-35 24-12 0,-24 0-41 0,-24 12-29 0</inkml:trace>
  <inkml:trace contextRef="#ctx0" brushRef="#br0">21459 6906 34 0,'0'-23'9'0,"36"-2"-6"0,35 13 16 0,-24 49-1 0,-34 9 1 0,-49 13-6 0,-24-34-6 0,13 0-19 0,35-25-79 0</inkml:trace>
  <inkml:trace contextRef="#ctx0" brushRef="#br0">21566 7264 81 0,'-12'0'3'0,"-1"0"0"0,26-13 20 0,-13 13 10 0,12 36-26 0,-1 12-4 0,-11-1-3 0,0-10 1 0,0 9 3 0,13-21-2 0,10-2 0 0,14-35 0 0,22-36-1 0,-12 1 0 0,1 35-1 0,-36 58 0 0,-12 38 2 0,-12 0-1 0,24-36-1 0,12-25-35 0,24 1-84 0</inkml:trace>
  <inkml:trace contextRef="#ctx0" brushRef="#br0">22578 6917 142 0,'0'0'0'0,"-59"-11"1"0,129-1-3 0,62 1-10 0,47-2-50 0,-73-11 10 0</inkml:trace>
  <inkml:trace contextRef="#ctx0" brushRef="#br0">23483 6406 68 0,'-36'-36'36'0,"13"72"-27"0,11 83-7 0,0 24-29 0,12-36-46 0</inkml:trace>
  <inkml:trace contextRef="#ctx0" brushRef="#br0">23138 7013 65 0,'0'0'0'0,"-48"-12"9"0,107-12 4 0,61 1-8 0,23-2-2 0,-25 25-3 0,-46 12-21 0,-24-12-42 0</inkml:trace>
  <inkml:trace contextRef="#ctx0" brushRef="#br0">23233 7251 49 0,'0'0'0'0,"-24"-12"19"0,36 0-4 0,0 12-8 0,0 0 2 0,-12 0 3 0,0 0 11 0,-12 12-22 0,0 36 0 0,-12 11 2 0,12 1 0 0,12-36 1 0,12-14 2 0,60-31-4 0,-13 21-2 0,-23 71 1 0,-36 11 0 0,-13-34 1 0,13-23-8 0,36-2-72 0,-11-23 19 0</inkml:trace>
  <inkml:trace contextRef="#ctx0" brushRef="#br0">24162 6441 89 0,'0'0'0'0,"-36"36"7"0,24 83 12 0,-23 24-6 0,-1-12-8 0,11-13-6 0,25-47-37 0,-23-21-46 0</inkml:trace>
  <inkml:trace contextRef="#ctx0" brushRef="#br0">24150 6965 36 0,'0'23'10'0,"12"27"17"0,-12-29-8 0,24-8-2 0,23-1-9 0,25-37-5 0,-24-9 0 0,-25-14 0 0,-11 0-2 0,-47 2 0 0,-26 21-1 0,2 13 0 0,36 12 1 0,-1 24-3 0,24 23 1 0,0 1 0 0,36-25 1 0,11-10 0 0,25-37 2 0,11-24-1 0,-36 25 0 0,-23 23-1 0,-24 48 1 0,12 57 1 0,-12 4 1 0,-12-26 1 0,-59-36 4 0,-24-35-5 0,-1-24-33 0,108-59-86 0</inkml:trace>
  <inkml:trace contextRef="#ctx0" brushRef="#br0">24876 6452 64 0,'0'-46'50'0,"-11"69"-51"0,46 61 8 0,-46 47-5 0,-26 0-27 0,26-36-57 0</inkml:trace>
  <inkml:trace contextRef="#ctx0" brushRef="#br0">24744 7038 60 0,'-34'-37'48'0,"81"1"-37"0,72 0-13 0,0 13-30 0,-47 23-39 0</inkml:trace>
  <inkml:trace contextRef="#ctx0" brushRef="#br0">24744 7239 32 0,'0'-12'10'0,"13"-1"5"0,-1 13 22 0,-37 25-4 0,-21 34-21 0,22 1-8 0,24-24 0 0,60-11 5 0,35-38-4 0,-59 37-4 0,-36 47 8 0,-36 12-2 0,12-22-7 0,48-27-23 0,12-10-115 0</inkml:trace>
  <inkml:trace contextRef="#ctx0" brushRef="#br0">25067 7679 134 0,'-36'-23'17'0,"24"12"-51"0,36 11-57 0</inkml:trace>
  <inkml:trace contextRef="#ctx0" brushRef="#br0">14301 8323 23 0,'-11'-24'31'0,"11"-12"2"0,0 25-5 0,11 34-13 0,2 48 1 0,-13 72-5 0,0 48-5 0,0-12-3 0,12-24 0 0,-1-37-2 0,2-23 1 0,-1-23 0 0,-12-36 0 0,0-13 0 0,0-11-1 0,0 0 0 0,0-12 0 0,0 13-1 0,23-13 1 0,1-13 0 0,49 1-1 0,45-13 0 0,48 4 0 0,37 8 0 0,0 13 0 0,-25 13 0 0,-59-13 0 0,-71 0 0 0,-24 0 0 0,-24-13 2 0,0-24-1 0,0-45 0 0,23-49-1 0,25-24 1 0,-24 0 0 0,-12 0 0 0,-24 24 0 0,-12 60-1 0,12 23 0 0,12 25-1 0,0 23 2 0,12-12-2 0,-12 12 1 0,-36 0 0 0,-35 0 1 0,-84 0-1 0,-71 0 1 0,-24 12-2 0,35 11 2 0,38-12 0 0,57 14-1 0,48-13 1 0,36 12 0 0,36-24-2 0,13 12 0 0,34 11-146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  <inkml:brush xml:id="br1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23805 2012 0 0,'0'0'0'0,"24"-24"5"0,-1-23 0 0,0 23 2 0,-23 0 0 0,0 11-4 0,13 2 1 0,-26 35 6 0,-33 47-3 0,-26 0-2 0,1 0 1 0,11-10-1 0,12-25-1 0,25-12-2 0,-2-13 0 0,14 1 0 0,11-12-1 0,-12 0-23 0,12-12-22 0</inkml:trace>
  <inkml:trace contextRef="#ctx0" brushRef="#br0">23483 2035 15 0,'0'-23'13'0,"-12"12"-2"0,12 11-10 0,23 23 0 0,13 38 6 0,12-15-2 0,13 2 0 0,-27-12 0 0,-9-1 0 0,-14-24 0 0,-11-11-1 0,0 0 10 0,-11-11-19 0,-1 11-75 0</inkml:trace>
  <inkml:trace contextRef="#ctx0" brushRef="#br0">11563 3559 17 0,'0'0'0'0,"-24"-47"12"0,24 35-8 0,12 0-3 0,12 12 9 0,0 0 3 0,24-11-10 0,71 11-5 0,46-12-44 0</inkml:trace>
  <inkml:trace contextRef="#ctx0" brushRef="#br0">13838 3454 14 0,'0'0'0'0,"-25"-25"8"0,25 25-9 0,13-12 2 0,10-12 4 0,1 12 2 0,59 1-3 0,73-1-3 0,82-13-36 0</inkml:trace>
  <inkml:trace contextRef="#ctx0" brushRef="#br0">16256 3465 15 0,'-13'-11'4'0,"-23"-14"0"0,36 13-5 0,12 12 2 0,12 0 6 0,23 0-1 0,49 0-6 0,71 0-1 0,71-13-30 0</inkml:trace>
  <inkml:trace contextRef="#ctx0" brushRef="#br0">18672 3488 29 0,'11'-34'15'0,"86"34"-15"0,128 11-14 0,133-22-16 0</inkml:trace>
  <inkml:trace contextRef="#ctx0" brushRef="#br0">20875 3404 60 0,'-12'-58'28'0,"48"45"-23"0,309 26-37 0,13-13-23 0</inkml:trace>
  <inkml:trace contextRef="#ctx0" brushRef="#br0">6347 10513 13 0,'0'-12'15'0,"-23"-1"15"0,11 13-14 0,-13-10 9 0,14 10-12 0,11 0-6 0,24 0 1 0,47 0-4 0,36 0-2 0,-12 10-2 0,1 3 1 0,-36-1 0 0,-25-12 0 0,-35 0 5 0,0 0 0 0,-59 0-4 0,-25 0-1 0,-35 0 0 0,0 12 1 0,12-12-1 0,46 13 0 0,39-13 0 0,44 0 0 0,75-13 1 0,46-11 0 0,11 11-2 0,-34 13 1 0,-49 13-1 0,-47-13 1 0,-48 12 2 0,-59-12-1 0,-25 12-1 0,-23-12 1 0,36 13-1 0,59-13-1 0,60 0 2 0,60 0-3 0,59-13 0 0,-24 13 2 0,-61 0 0 0,-45 13-3 0,-37 10-122 0</inkml:trace>
  <inkml:trace contextRef="#ctx0" brushRef="#br0">1048 7287 56 0,'0'-12'8'0,"11"1"21"0,-11-2-7 0,-11 1-3 0,-24 24-6 0,-37 12-4 0,-23 47-6 0,-24 13 1 0,34-1-4 0,39-1 3 0,34-21-3 0,12 22 0 0,37-11 0 0,9 11 0 0,14-24 5 0,-13 14-5 0,-23-2 2 0,-48 0 3 0,-36 0-1 0,1-11 1 0,12-13-5 0,23-11 0 0,-12 0 1 0,12-24 1 0,24-1-2 0,24 13 0 0,36 12 1 0,10 12-2 0,-21 47 4 0,-13-1-5 0,-36-10 2 0,0 0 0 0,-12 11 0 0,-12 23 1 0,24-22-1 0,0-24-1 0,58-24 1 0,14-48 2 0,12-24 0 0,-12 0-1 0,-13-23-22 0,25 22-133 0</inkml:trace>
  <inkml:trace contextRef="#ctx0" brushRef="#br0">14886 9370 63 0,'0'0'8'0,"-72"-25"24"0,36 15 0 0,24-14-7 0,12 0-14 0,48 0-6 0,83-12-1 0,36 36-1 0,-1 0-2 0,-94 13 0 0,-60-2 0 0,-84-11 1 0,-59 0-1 0,-23 0-1 0,-13 23 0 0,24 2 1 0,83-13-1 0,60-12 2 0,108-12-2 0,70 0 0 0,13 12 1 0,-25 0 1 0,-70-13 0 0,-60 2 0 0,-36-12 0 0,-12 23-10 0,-48 47-167 0</inkml:trace>
  <inkml:trace contextRef="#ctx0" brushRef="#br0">17648 9942 20 0,'-24'-24'19'0,"-11"12"-3"0,-14 12-5 0,2 0 3 0,23 0 6 0,1 0-3 0,23 12-6 0,12 1 1 0,59-13 0 0,36-13-6 0,35 13-1 0,14-12-3 0,-49 12 1 0,-48 0-1 0,-23 0-1 0,0 0-6 0,0-12-47 0,-36-1-31 0</inkml:trace>
  <inkml:trace contextRef="#ctx0" brushRef="#br0">17863 9668 79 0,'-24'-24'19'0,"-37"1"-1"0,50 23-1 0,22 0 9 0,50 11-21 0,-2 25-4 0,0 1-1 0,1 9 2 0,-24-10 0 0,11 0-2 0,1 11 0 0,-12-11 2 0,-12-11 0 0,-24-14 7 0,0-11-2 0,-24 12-5 0,-12 23 0 0,-12 1 1 0,-23 12-1 0,-1-1 1 0,13-10-7 0,12 22-142 0</inkml:trace>
  <inkml:trace contextRef="#ctx0" brushRef="#br0">18862 10036 48 0,'-36'0'35'0,"-10"-11"1"0,22-1-13 0,0 1-11 0,36-2-6 0,59 13 0 0,49 0-2 0,22 13 4 0,-35-2-1 0,-48 1 2 0,-46-12-3 0,-13 0-3 0,0 0-24 0,0 11-83 0,0 2 57 0</inkml:trace>
  <inkml:trace contextRef="#ctx0" brushRef="#br0">18851 10859 47 0,'-25'0'18'0,"14"10"18"0,-1-10-14 0,-1 0-13 0,13 13 7 0,0-1-2 0,-10-12 0 0,10 0-7 0,10 0-3 0,75 0-2 0,-2 12-1 0,12 1 2 0,-23-13 3 0,-36 11-1 0,-26-11-2 0,3 0-1 0,-13 0 0 0,0 0-167 0</inkml:trace>
  <inkml:trace contextRef="#ctx0" brushRef="#br0">20815 9119 80 0,'-23'-11'9'0,"-1"-12"-1"0,1 11 6 0,10 0 6 0,2 12-8 0,35-13-1 0,71-10 4 0,82-13-5 0,27 11-5 0,-38 25-4 0,-94 0 0 0,-72 0 1 0,-72 0 0 0,-71 13 1 0,-23-13-2 0,-1 12 0 0,35 0 0 0,74-12 1 0,34-12 0 0,83 12-1 0,72-12-1 0,48-1 1 0,-24 13-2 0,-60 0 2 0,-59 25-3 0,-49-13 4 0,-58 1 0 0,-48-13-2 0,0 0 2 0,24 0-1 0,47 0-1 0,60-13 1 0,83 1-2 0,48 12 0 0,-48-12 2 0,-71 12 0 0,-36 12-6 0,-11 0-56 0,11 12-36 0</inkml:trace>
  <inkml:trace contextRef="#ctx0" brushRef="#br0">23817 9073 66 0,'-24'-12'4'0,"-60"-1"-3"0,37 13 0 0,-37-11 12 0,0 11 14 0,2 0-6 0,-2 0-9 0,25 0-5 0,47 0 1 0,60-12-3 0,83 1-1 0,59 11-4 0,23-13 2 0,-9 13 1 0,-48 13-2 0,-86-2 1 0,-70-11 1 0,-83 0-1 0,-60-11 0 0,-48-14-1 0,1 13 0 0,-1 12 1 0,14 12-1 0,45-12 0 0,72 0 0 0,96 0-1 0,83 0 0 0,107-12-1 0,48 24-1 0,-24 0 2 0,-71 12 0 0,-132-24 1 0,-47 0 1 0,-71 0 0 0,-24 0-2 0,-36 0 0 0,-24 12 0 0,13-1 1 0,46-11 0 0,47 13 0 0,49-13 0 0,72-13-2 0,35 13 0 0,49-11 0 0,-38 11 1 0,-70 0 0 0,-48 0 0 0,-24 0 0 0,-11 11-4 0,10 2-41 0,2-1-63 0</inkml:trace>
  <inkml:trace contextRef="#ctx0" brushRef="#br0">11492 4894 29 0,'0'0'0'0,"-36"0"28"0,23-12-20 0,2 12 5 0,-1 0 5 0,48 0-10 0,47 0-8 0,36 0 5 0,24 0 4 0,-13 0 1 0,-45-12-1 0,-50-1-5 0,-23 13-3 0,-12 0-1 0,-24 0-16 0,24 13-83 0</inkml:trace>
  <inkml:trace contextRef="#ctx0" brushRef="#br0">11527 5941 34 0,'0'0'27'0,"-71"0"15"0,71 0-34 0,59-12-5 0,61 12 4 0,11-13-2 0,-1 3 3 0,-59-1-1 0,-46 11-4 0,-37 0-2 0,-12 11-37 0,24-1-29 0</inkml:trace>
  <inkml:trace contextRef="#ctx0" brushRef="#br0">11479 7953 86 0,'-11'0'7'0,"-25"0"-2"0,47 12 0 0,14-1 7 0,46-11 2 0,37-11-2 0,23-12-5 0,0 23-5 0,-48 11-1 0,-36 1 0 0,-47-12 0 0,0 0 2 0,-11 0-4 0,-1-12-36 0,-1 12-49 0</inkml:trace>
  <inkml:trace contextRef="#ctx0" brushRef="#br0">12420 2989 36 0,'-83'-24'5'0,"24"11"5"0,11 26 3 0,36-1-2 0,-1-12 3 0,13 0-2 0,-11-25-5 0,-1-9-2 0,24-98 0 0,48 38-4 0,47-2-1 0,48-34-1 0,35-14 1 0,25 12-2 0,35-10 2 0,24-26 1 0,22 13 0 0,-9 13 6 0,178-47-12 0,47 9 4 0,12 50-17 0,-85 34-9 0,-140 50 5 0,105-4 1 0,109 27 20 0,70 12 12 0,13 11 13 0,-37 11 7 0,132 62-6 0,-131 21-6 0,-133 1-6 0,3 36-8 0,11 72 3 0,107 107-11 0,-215-84 1 0,-83-12 2 0,-36-13 6 0,-24-9-2 0,-22-26 3 0,-25-22-7 0,-36-62 2 0,-73-46-2 0,-34-36 8 0,-34-36-5 0,-14-23 0 0,0-24-4 0,14-12 3 0,-27-1-4 0,13 0 2 0,-11 2 0 0,35 22 0 0,24 24-1 0,0 36 2 0,11 12-2 0,2 0 0 0,23 37 3 0,-13 34-2 0,1 13 1 0,24-2 0 0,-24-22 0 0,-11-13 0 0,-2 1 2 0,-11-12 0 0,-11-36 1 0,-26 12 0 0,-58 0 1 0,-36 12-2 0,-12-14 2 0,23-10-1 0,49 13-2 0,35-13-1 0,25 12-1 0,11 0-82 0,23 1-36 0</inkml:trace>
  <inkml:trace contextRef="#ctx0" brushRef="#br0">20375 10086 98 0,'-36'-13'7'0,"36"1"1"0,72-13-2 0,71 2-8 0,0 12-38 0,-108 11-18 0</inkml:trace>
  <inkml:trace contextRef="#ctx0" brushRef="#br0">20339 10049 93 0,'-59'0'21'0,"59"0"10"0,107-13-14 0,119 2-68 0,-167 11-11 0</inkml:trace>
  <inkml:trace contextRef="#ctx0" brushRef="#br0">22864 10086 117 0,'-12'-25'15'0,"48"-11"-12"0,82 13-14 0,2 10-50 0,-97 13 22 0</inkml:trace>
  <inkml:trace contextRef="#ctx0" brushRef="#br0">23006 10086 57 0,'0'0'0'0,"-130"0"43"0,81 0-16 0,74-13-8 0,118-24-22 0,71 37-105 0</inkml:trace>
  <inkml:trace contextRef="#ctx0" brushRef="#br0">17660 9668 25 0,'-24'-13'36'0,"-11"2"-17"0,23-1-4 0,-1 12-3 0,38 0-3 0,46-11-1 0,35-2 0 0,26 13-1 0,-37 0-4 0,-23 0-2 0,-60 0 0 0,-1-12 5 0,-11 0-3 0,-11-11-1 0,11 23-2 0,-12 0-3 0,12 12 2 0,12-1 1 0,-12 13-2 0,-12 23-104 0</inkml:trace>
  <inkml:trace contextRef="#ctx0" brushRef="#br0">17827 10716 34 0,'-13'0'20'0,"-10"-12"-10"0,-1 1 11 0,12 11-7 0,1-13-1 0,22 13-9 0,12 0-2 0,50 0 0 0,22-12-1 0,-12 12 0 0,-35 0 0 0,-36 0-1 0,-12-12 5 0,0-1-4 0,0 2 0 0,0-1-1 0,-12 12 1 0,12-11-1 0,0 11 0 0,0 11-2 0,12 1 1 0,12 12 1 0,-12-12 1 0,-12 13-1 0,-12-25 0 0,-1 11 0 0,13-11 1 0,0-11 0 0,0 11-1 0,-11 0 1 0,11 0-3 0,0 11 2 0,0-11 0 0,11 0 1 0,-11 0 0 0,0 0-1 0,13 0 0 0,-13 0-9 0,0 0-40 0</inkml:trace>
  <inkml:trace contextRef="#ctx0" brushRef="#br0">18982 9942 22 0,'-13'0'25'0,"2"0"-8"0,-1 0 8 0,-12 0-2 0,-11 0 0 0,10 0-6 0,25 0-5 0,49 0-7 0,58 0-2 0,24 0 1 0,-37 23 2 0,-34-11 1 0,-36-12 3 0,-24 0-2 0,-35-12-5 0,-37 12-4 0,-35 0 2 0,12 0-1 0,23 0 2 0,37 0 1 0,35 0-3 0,71-11-3 0,48 11 4 0,12 0-1 0,-36 0 2 0,-36 0 0 0,-46 0 0 0,-13 0 0 0,-49-12-1 0,-21 24-26 0,22 36-122 0</inkml:trace>
  <inkml:trace contextRef="#ctx0" brushRef="#br0">18826 10990 72 0,'-36'0'28'0,"14"0"8"0,10-12-4 0,36 0-21 0,35-12-6 0,48 24-1 0,0 0 1 0,-35 11 0 0,-48-11-1 0,-24 0 3 0,-48 0-5 0,-23 13-1 0,-24-1 0 0,22 0-1 0,14-1 0 0,46-11 1 0,13 0 0 0,72-11-1 0,12 11 1 0,23 0-2 0,-59 11 2 0,-24 1-1 0,-36-12 0 0,-48 0 1 0,-24 0-1 0,26 0 0 0,45 0 0 0,2 0 1 0,22 11-1 0,26-11-1 0,-14 0 1 0,-12 0 1 0,2-11-1 0,-13 11 2 0,0-12-1 0,0 12 0 0,0 0 0 0,12 12-1 0,-12-24 0 0,24 12-25 0,-24-11-132 0</inkml:trace>
  <inkml:trace contextRef="#ctx0" brushRef="#br0">10683 9776 97 0,'0'0'12'0,"-13"-13"11"0,1 13 11 0,12 36-19 0,0 12-1 0,-12 23-4 0,12 13-2 0,0-25-1 0,0 0-2 0,0-35-1 0,0 0-1 0,12-12-1 0,13-12 0 0,22 0 0 0,12-12-1 0,-11 12-1 0,-2 0 1 0,3 12-4 0,-13-24-27 0,0-24-65 0,-12 24 0 0</inkml:trace>
  <inkml:trace contextRef="#ctx0" brushRef="#br0">10683 10002 109 0,'-13'-13'3'0,"13"1"16"0,47-11 16 0,49 23-26 0,-13-12-9 0,-24 12-50 0,-34-11-55 0</inkml:trace>
  <inkml:trace contextRef="#ctx0" brushRef="#br0">10694 9776 103 0,'0'-25'12'0,"12"-21"16"0,35 9-11 0,37 1-15 0,-2 36-18 0,-10 0-111 0</inkml:trace>
  <inkml:trace contextRef="#ctx0" brushRef="#br0">11396 9550 89 0,'0'0'0'0,"-23"11"36"0,-37 49 13 0,-35 58-26 0,35 1-12 0,60-12-5 0,48-23-3 0,23-26-1 0,-12-33 0 0,-22-25 1 0,-3-25-24 0,-9-21-104 0,-25 34 75 0</inkml:trace>
  <inkml:trace contextRef="#ctx0" brushRef="#br0">11730 9692 108 0,'0'0'0'0,"0"-37"24"0,-24 26 16 0,-24-1-25 0,1 24-6 0,-13 24-5 0,48 10-3 0,36 4-1 0,35 21 1 0,13 0-1 0,-60-24 2 0,-60-10 6 0,-35-26-5 0,35-35-2 0,36-11-52 0,36 23-77 0</inkml:trace>
  <inkml:trace contextRef="#ctx0" brushRef="#br0">11824 9787 30 0,'0'0'15'0,"13"-36"48"0,-13 24-21 0,-13 12-13 0,2 12-15 0,11 13-10 0,24-2-1 0,-12 13-2 0,-1-1 0 0,2-11-1 0,10 0 0 0,12-11 2 0,14-26-1 0,-13-24 0 0,-13 3 1 0,-11 10-1 0,0 0 1 0,-12 12-2 0,0 12 2 0,0 23-2 0,0 14 0 0,12-14 0 0,24-12-1 0,24 2 2 0,-1-37 0 0,-23 12-1 0,-24 12 0 0,0 12-1 0,-12-1 0 0,0 2 3 0,0-1-1 0,12-12 3 0,-12-25-3 0,10-21 0 0,15 21-2 0,-1 25 2 0,-1-11-1 0,13 35 0 0,-24 0 0 0,0-1 1 0,-12 1-3 0,13-12 4 0,10-24-1 0,13-1-1 0,-12-10 0 0,-1 0 0 0,-11 11 0 0,-12 12 0 0,0 12 1 0,0 0-1 0,0-1 0 0,0 1 1 0,12-24 1 0,0-23-2 0,0 11 1 0,12 12-1 0,0 12-1 0,-12 12 1 0,10-1 0 0,3 2 0 0,11-1 0 0,12 0 0 0,-1-24 0 0,-24 12 0 0,-10-12 1 0,-13-1-2 0,12 2 2 0,-1-12-1 0,-11 23 0 0,0 0-1 0,0 47 1 0,0 0-1 0,13-23 2 0,-1-24-1 0,-1-13 1 0,1-10-1 0,12 12 1 0,0-13-1 0,-11 0 0 0,21 12 0 0,-21 24-1 0,-13 36 1 0,0-1 0 0,0-10 0 0,0-37 1 0,0-13 0 0,12-24-5 0,22 3-13 0,3-3 6 0,-13 3 9 0,-12 21 7 0,-24 73 8 0,-12 48-7 0,0 47-1 0,-23 21-5 0,11-55 0 0,13-74-12 0,10-47-55 0,13-60-61 0</inkml:trace>
  <inkml:trace contextRef="#ctx0" brushRef="#br0">13242 9454 134 0,'0'0'1'0,"60"83"20"0,23 72 9 0,-47 47-20 0,-61-35-1 0,-69-84 0 0,9-47-5 0,63-48-39 0,22-12-95 0</inkml:trace>
  <inkml:trace contextRef="#ctx0" brushRef="#br0">15112 9621 8 0,'0'0'0'0,"0"-13"37"0,0-11 11 0,0 13-13 0,0-1-3 0,12 24-1 0,-1 23-24 0,-11 37-1 0,-11 11-1 0,-14-11 0 0,2-13-1 0,23-11-2 0,0-13 0 0,36-23 0 0,24 1-1 0,10-2 0 0,-22-11 0 0,-24 0 0 0,12 0-13 0,-12-24-50 0,0 12-65 0</inkml:trace>
  <inkml:trace contextRef="#ctx0" brushRef="#br0">15099 9823 87 0,'0'-13'12'0,"36"13"17"0,48-11-12 0,11-1-15 0,-35 12-18 0,-47 0-83 0</inkml:trace>
  <inkml:trace contextRef="#ctx0" brushRef="#br0">15112 9655 102 0,'-24'-34'37'0,"24"-3"0"0,154-10-28 0,-46 35-36 0,-14 24-94 0</inkml:trace>
  <inkml:trace contextRef="#ctx0" brushRef="#br0">15766 9466 87 0,'13'-12'8'0,"10"-24"32"0,-46 36-10 0,-37 71-8 0,-11 36-6 0,35 13-10 0,60-1-2 0,47-23-3 0,13-38-7 0,-13-34-74 0,-47-24-4 0</inkml:trace>
  <inkml:trace contextRef="#ctx0" brushRef="#br0">15968 9716 99 0,'0'-24'28'0,"-23"0"7"0,10 24-10 0,-9 71-12 0,10 25-4 0,0-25-4 0,12-23-3 0,12-25 1 0,0-23 2 0,0-59-1 0,-2-1-2 0,-10-11-1 0,0-11-1 0,0-15 1 0,36 39-1 0,-11 33 0 0,11 13-1 0,10 49 0 0,-10 9 1 0,-11 2-1 0,-25-24 3 0,-48-24 0 0,1-13-1 0,35-10 0 0,12 23-2 0,24 36 1 0,23 22 0 0,0 3 0 0,1-25 0 0,-12-24 1 0,-11-12-3 0,-2 0-65 0,-12-12-76 0</inkml:trace>
  <inkml:trace contextRef="#ctx0" brushRef="#br0">16456 9716 80 0,'0'0'13'0,"13"-24"13"0,-13-13-6 0,-13 14-3 0,3 12-3 0,-26 11-5 0,0 11-5 0,11 25-1 0,2 1 0 0,12-3-3 0,11 3 1 0,11-14 1 0,1-23 0 0,12 0 0 0,0-23-1 0,-12 10-1 0,12 1 1 0,-12-13-1 0,-12 25 1 0,0 0-1 0,12 0 0 0,-12 13 0 0,0-1 0 0,0 13 0 0,10-14 0 0,15 1 1 0,-1-12 0 0,-1 0-2 0,-10-12 4 0,-1 1-4 0,12-2 2 0,-13 1-2 0,-11 12 2 0,13 0-1 0,-2 0 0 0,-11 12 0 0,0 12 1 0,12-12 0 0,-1-1 0 0,-11-11 1 0,13 0-1 0,-13 0-2 0,12 0 3 0,-1 0-2 0,25-11 0 0,-12 11 1 0,-12 0-2 0,-12 11 1 0,36 14 1 0,12-13-3 0,-13-12-24 0,-35-12-54 0,0 0-6 0</inkml:trace>
  <inkml:trace contextRef="#ctx0" brushRef="#br0">16707 9537 71 0,'-11'0'-45'0</inkml:trace>
  <inkml:trace contextRef="#ctx0" brushRef="#br0">17041 9406 144 0,'11'60'20'0,"14"82"11"0,-14 37-19 0,-11-12-10 0,-36-35-11 0,0-50-89 0,25-70 15 0</inkml:trace>
  <inkml:trace contextRef="#ctx0" brushRef="#br0">17303 9918 180 0,'0'-24'28'0,"24"11"-22"0,-12 2-73 0</inkml:trace>
  <inkml:trace contextRef="#ctx0" brushRef="#br0">9265 9989 43 0,'0'0'9'0,"-13"-35"26"0,13 23 9 0,-11 12-14 0,11 23-2 0,0 48-12 0,0 25-6 0,0-12-3 0,0-13-3 0,11-23-1 0,-11-37 0 0,0-11 3 0,0-47-5 0,0-1 1 0,-11 1-2 0,11-13 0 0,0-23 1 0,11-1 1 0,2 13-1 0,10 23 1 0,2 25-3 0,-2 11 1 0,13 36-1 0,0 23 2 0,-12 1-3 0,-24-13 4 0,-36-10-2 0,-12-2 0 0,13-12-5 0,-1-11-32 0,24-11-61 0,12-1 23 0</inkml:trace>
  <inkml:trace contextRef="#ctx0" brushRef="#br0">9789 9632 138 0,'0'-24'5'0,"-11"24"21"0,-62 47 2 0,1 49-11 0,14 34-8 0,69 62-4 0,36-121-4 0,2-11 1 0,-26-48-1 0,-11 0-4 0,0-36-72 0,-12 11-39 0</inkml:trace>
  <inkml:trace contextRef="#ctx0" brushRef="#br0">9848 9918 91 0,'12'-12'7'0,"-1"-24"24"0,2 24 0 0,-1-23-10 0,0 22-6 0,12 2-6 0,-24-1-3 0,0 12 0 0,-48 12-4 0,1 12 0 0,11 11 2 0,36-12-4 0,36 27-3 0,23-16 3 0,-11 3 0 0,-48-14 1 0,-12-12 3 0,-24-11-2 0,0 0-22 0,24-11-67 0,12-1-12 0</inkml:trace>
  <inkml:trace contextRef="#ctx0" brushRef="#br0">9991 9655 99 0,'0'-11'4'0,"48"11"15"0,-12 95 18 0,12 84-10 0,-25-11-10 0,-23-38-4 0,-36-47-1 0,1-47-4 0,10-25-4 0,2-22-4 0,23-1-25 0,0 1-81 0,12-2 17 0</inkml:trace>
  <inkml:trace contextRef="#ctx0" brushRef="#br0">10349 10013 89 0,'0'0'32'0,"-11"-11"15"0,-2 11-1 0,13-13-28 0,0 13-1 0,13 0-42 0,8 0-156 0</inkml:trace>
  <inkml:trace contextRef="#ctx0" brushRef="#br0">13730 9870 86 0,'-11'0'15'0,"-1"0"10"0,0-12 9 0,0 1-17 0,36 11-2 0,35 0-4 0,24 0-5 0,1 0-2 0,-2 0-2 0,-33-12-2 0,-37 12-26 0,-12 0-50 0,0-12-13 0</inkml:trace>
  <inkml:trace contextRef="#ctx0" brushRef="#br0">13897 9692 76 0,'0'0'16'0,"-12"-12"20"0,12 37 8 0,12 57-19 0,0 1-12 0,1-11-8 0,-2-25-3 0,1-23-28 0,-12-12-94 0</inkml:trace>
  <inkml:trace contextRef="#ctx0" brushRef="#br0">14362 9835 90 0,'0'0'0'0,"-12"-12"45"0,12 47-4 0,-13 38-19 0,13 9-11 0,0-22-6 0,0-26-1 0,0-34-1 0,0-10 1 0,0-51-3 0,0 2 0 0,-11 13-2 0,-1-15 0 0,12 1 2 0,0-11-1 0,36 37-2 0,-1 34 1 0,-11 11 0 0,0 36 1 0,-24 0 2 0,-12-22 1 0,-24-13-2 0,-12-12-6 0,12 11-48 0,25-11-85 0</inkml:trace>
  <inkml:trace contextRef="#ctx0" brushRef="#br0">14754 9525 96 0,'0'-12'12'0,"-11"-1"15"0,-37 63 19 0,-35 44-25 0,23 25-12 0,47-24-5 0,13-11-3 0,36-37-9 0,1-23-78 0,-25-24 5 0</inkml:trace>
  <inkml:trace contextRef="#ctx0" brushRef="#br0">14718 9799 130 0,'-11'-12'12'0,"11"24"16"0,0 47-3 0,0 14-16 0,0-27-4 0,0-21-2 0,0-25 2 0,0-25-3 0,11-34-4 0,-11-1 1 0,0 1 1 0,0 11 0 0,0 2-1 0,25 21-2 0,10 25 0 0,-11 46 2 0,-12 4 2 0,-36-3 4 0,-23-35-1 0,22-12-1 0,14-12-1 0,22-1-1 0,25 50-2 0,0 10 0 0,1 1-1 0,-14-25-32 0,1-23-38 0,-24-11-7 0</inkml:trace>
  <inkml:trace contextRef="#ctx0" brushRef="#br0">14933 9668 120 0,'0'24'10'0,"0"94"37"0,0 14-20 0,-12-25-19 0,-12-24-4 0,-35-47-1 0,23-36-9 0,12 0-90 0,12 0 28 0</inkml:trace>
  <inkml:trace contextRef="#ctx0" brushRef="#br0">8300 10036 102 0,'-12'0'8'0,"-11"0"19"0,11-11 16 0,-1 11-26 0,61-12-8 0,47 12-1 0,25 0-3 0,-2 0-2 0,-22 0-1 0,-49 0 0 0,-11 0-2 0,-36 0-9 0,0 12-35 0,-11 12-42 0,-14-24 11 0</inkml:trace>
  <inkml:trace contextRef="#ctx0" brushRef="#br0">8288 10216 80 0,'-35'0'28'0,"-1"0"-11"0,36 0 20 0,95 0-13 0,60 0-8 0,12 0-5 0,-60 0-6 0,-48 12-2 0,-47-1-8 0,0-11-67 0,-12 12-19 0</inkml:trace>
  <inkml:trace contextRef="#ctx0" brushRef="#br0">7156 9537 108 0,'0'0'0'0,"0"-37"27"0,0 26 5 0,13 11-8 0,-1 61-4 0,-12 33-8 0,0 1-3 0,0-24-2 0,11-23-4 0,2-25 1 0,-1-10-3 0,34-13 1 0,15-13-5 0,10 13-1 0,-35-11-33 0,0-12-95 0,-36 23 85 0</inkml:trace>
  <inkml:trace contextRef="#ctx0" brushRef="#br0">7181 9705 140 0,'-12'0'8'0,"24"-25"1"0,59 0 2 0,37 2-23 0,-24 23-103 0</inkml:trace>
  <inkml:trace contextRef="#ctx0" brushRef="#br0">7192 9537 94 0,'-11'-37'56'0,"59"3"-56"0,47 10-9 0,25 11-107 0</inkml:trace>
  <inkml:trace contextRef="#ctx0" brushRef="#br0">7729 9311 136 0,'0'-12'13'0,"-24"12"18"0,-47 83-4 0,-26 60-15 0,51 0-5 0,46-24-2 0,59-36-3 0,25-47-1 0,11-24-28 0,-35-49-96 0,-49 26 72 0</inkml:trace>
  <inkml:trace contextRef="#ctx0" brushRef="#br0">7931 9537 142 0,'-36'-12'13'0,"0"12"4"0,0 12 5 0,25 24-15 0,35-1-4 0,24 12-2 0,-13 3-1 0,-23-16 4 0,-36-10 4 0,-35-24-5 0,11 0-22 0,37 0-80 0,11-12 43 0</inkml:trace>
  <inkml:trace contextRef="#ctx0" brushRef="#br0">7967 9489 67 0,'0'-12'21'0,"24"-47"4"0,10 11 13 0,-9 48-16 0,-25 72 1 0,-25 23-8 0,15 0-3 0,10-22-7 0,0-39-5 0,10-34 3 0,3-23-1 0,10-13-4 0,13-12-2 0,-11 12 4 0,10 13-3 0,1 11 2 0,-25 1 0 0,-22 11 1 0,-14 11 2 0,3 12 0 0,10 1-2 0,24 0 0 0,-1-1-2 0,36 2 2 0,-22-25 1 0,11-25-1 0,-25 2 1 0,13-1-1 0,-12 12 0 0,0 12 0 0,-12 0 0 0,12 0 1 0,1 12-1 0,-2-12 2 0,1 0-1 0,-1-12-1 0,2 12 1 0,-13 0-2 0,0 12 1 0,0 1 1 0,0-2 2 0,0-11-2 0,0 0-1 0,12 0 1 0,-1-11-1 0,1-14 1 0,-12 13-1 0,0 12 0 0,0 24 1 0,12 36 0 0,0 23-1 0,-12-11 3 0,-24-25-2 0,-47-23-6 0,-1-37-68 0,49 2-42 0</inkml:trace>
  <inkml:trace contextRef="#ctx0" brushRef="#br0">8574 9240 180 0,'0'0'0'0,"11"71"7"0,14 95 23 0,-50 12-20 0,-57-10-8 0,-49-2-63 0,71-119-53 0</inkml:trace>
  <inkml:trace contextRef="#ctx0" brushRef="#br0">3513 17609 31 0,'0'-12'27'0,"0"-23"18"0,12-1-18 0,-12 11 1 0,0 14-13 0,0 35 1 0,11 24-4 0,-11 35-8 0,-11 12-4 0,-1-35 0 0,-1-36 1 0,13 0 3 0,0-13-2 0,-10 1 0 0,20-12-1 0,15 11-1 0,35-22 3 0,11-1-3 0,1 1 2 0,-25-1-13 0,-35 0-50 0,0-1-72 0</inkml:trace>
  <inkml:trace contextRef="#ctx0" brushRef="#br0">3536 17727 97 0,'-11'0'21'0,"-1"-46"17"0,48 10-28 0,35 13-6 0,1-2-12 0,-24 25-70 0,-48 0 22 0</inkml:trace>
  <inkml:trace contextRef="#ctx0" brushRef="#br0">3561 17501 84 0,'-12'-23'16'0,"-12"-25"33"0,48-11-23 0,35 34-17 0,-11 15-7 0,-12 20-6 0,0 3-66 0,-13-13-25 0</inkml:trace>
  <inkml:trace contextRef="#ctx0" brushRef="#br0">4323 17145 125 0,'-25'-25'14'0,"2"25"33"0,-36 96-28 0,-1 84-15 0,36-25-2 0,72 21-15 0,24-67 5 0,-1-63 6 0,-35-33-4 0,-24-49-142 0</inkml:trace>
  <inkml:trace contextRef="#ctx0" brushRef="#br0">4680 17336 94 0,'0'0'3'0,"-12"-48"19"0,0 24 8 0,1 24-13 0,-14 0-4 0,-11 36-4 0,2 0-3 0,10-1-5 0,24 13-3 0,24 11-2 0,10-11 14 0,15 23-16 0,-26-23 7 0,-34-12 10 0,-37-12-7 0,1-36-2 0,23 0-50 0,35-24-93 0</inkml:trace>
  <inkml:trace contextRef="#ctx0" brushRef="#br0">4811 17241 59 0,'0'-37'72'0,"0"26"-22"0,-12 46-37 0,-1 61-7 0,26 23-9 0,-1-36 6 0,-12-35 4 0,11-13-6 0,-11-11 2 0,-11-35 1 0,22-14 0 0,14-34-6 0,23-1-2 0,-1 1 7 0,-11 23 0 0,-13 24-2 0,2 0-1 0,-50 12 0 0,2 37-2 0,-1-14-1 0,12 13 2 0,12-13 0 0,12 13 0 0,12-24 10 0,-1 0-6 0,13 1-3 0,12-26-4 0,-12 1-1 0,0-13-16 0,-24 25-36 0</inkml:trace>
  <inkml:trace contextRef="#ctx0" brushRef="#br0">5300 17336 68 0,'0'0'0'0,"0"-36"60"0,0 24-10 0,0-1-32 0,-12 62-9 0,12 10-9 0,12 1-2 0,11-36 4 0,13-61 2 0,12-10 2 0,-24 10-2 0,-13 27-3 0,0 10 0 0,2 71-3 0,-1 12 2 0,-12-11 6 0,-12 47-11 0,-35-36 2 0,-1-36-9 0,23-58-58 0,38-49-32 0</inkml:trace>
  <inkml:trace contextRef="#ctx0" brushRef="#br0">5502 17074 105 0,'23'-36'39'0,"49"24"2"0,24 131-32 0,-25 60-6 0,-47-25 5 0,-60-23 2 0,-35-23-7 0,-13-61-2 0,25-34-16 0,59-38-162 0</inkml:trace>
  <inkml:trace contextRef="#ctx0" brushRef="#br0">6300 17430 59 0,'-13'0'37'0,"-10"-23"16"0,23 23-18 0,-13 0-15 0,13 0-11 0,25 0-6 0,35 0-1 0,23 0-4 0,0 12 0 0,-23-12 4 0,-36-12 0 0,-12-12 0 0,-12 0-19 0,0 11-53 0,0 26-41 0</inkml:trace>
  <inkml:trace contextRef="#ctx0" brushRef="#br0">6312 17622 60 0,'0'0'0'0,"0"0"49"0,-12 0-4 0,24 0 4 0,0 0-43 0,22-13-3 0,15-11 0 0,22 13-3 0,-10-1 1 0,-27 12 0 0,-9-11 0 0,-2 11-1 0,-12 0 0 0,-11 0 0 0,13 0 1 0,-13 11 3 0,0-11-4 0,0 0 0 0,0 0 1 0,-13 0-1 0,13-11-1 0,13 11-6 0,-13-13-61 0,0 13-58 0</inkml:trace>
  <inkml:trace contextRef="#ctx0" brushRef="#br0">7348 17228 45 0,'0'0'0'0,"0"-35"46"0,0-13-7 0,0 36-9 0,0 12-17 0,12 71-4 0,-12 25-5 0,0-13-3 0,11-11-2 0,-11-26 1 0,0-21 2 0,0-13 3 0,0-36 0 0,-11-12 0 0,11-35 0 0,-12-12 3 0,12 0-5 0,0-25 1 0,0 24-2 0,12 0 1 0,11 38-3 0,13 46-1 0,12 71-1 0,-24 13-1 0,-1-1 2 0,-34-24 1 0,-37-11 0 0,-12-24-1 0,25-12-39 0,35-12-87 0,0 0 92 0</inkml:trace>
  <inkml:trace contextRef="#ctx0" brushRef="#br0">7859 16871 69 0,'0'-24'10'0,"25"-47"31"0,10 11-12 0,-23 49-1 0,-36 70-11 0,-60 108-7 0,13 22-9 0,48-21-5 0,83-60-3 0,-1-37 4 0,0-60 2 0,-23-22-8 0,0-60-136 0</inkml:trace>
  <inkml:trace contextRef="#ctx0" brushRef="#br0">8265 17049 78 0,'0'-34'32'0,"11"9"17"0,-11 0-25 0,-11 15-13 0,-25 20-9 0,-25 27-1 0,39-1-1 0,22 12-1 0,58-1 0 0,3 36 0 0,-26-58-1 0,-35-2 9 0,-35-23-3 0,-26 11-2 0,25-11-43 0,49 0-102 0</inkml:trace>
  <inkml:trace contextRef="#ctx0" brushRef="#br0">8431 16835 85 0,'0'0'0'0,"0"-59"47"0,0 59-12 0,0 59-18 0,-12 61-11 0,12-1-2 0,12-36-2 0,0-12 0 0,-12-47 0 0,0-12 2 0,0-35 2 0,12-2-4 0,0-21 0 0,24-4-1 0,10 4 1 0,-10-2-1 0,-11 37 0 0,-14-2-1 0,-11 13-1 0,0 24 1 0,-23-1-1 0,-1 14 1 0,-1-14-1 0,25-12 1 0,25 2-1 0,22 24 1 0,2-26-1 0,-27 1-17 0,3-12-38 0,11-23-11 0,0-50 40 0,-25 50 46 0,1-25 31 0,-12 37-5 0,0 11-22 0,0 11-14 0,0 25-6 0,24-1-2 0,-12-23 3 0,24-24-1 0,12-23 0 0,-25 22-1 0,-23 26 5 0,0 70-2 0,0 13-4 0,0-1-3 0,0-48 0 0,-12-34-7 0,1-38-34 0,-1-58-91 0</inkml:trace>
  <inkml:trace contextRef="#ctx0" brushRef="#br0">9073 16800 119 0,'13'0'10'0,"46"94"38"0,-23 38-37 0,-24 70 2 0,-71-11-17 0,11-72 13 0,-47-35-7 0,36-61-10 0,36-35-172 0</inkml:trace>
  <inkml:trace contextRef="#ctx0" brushRef="#br0">9871 17241 137 0,'-11'0'17'0,"11"11"24"0,11-22-14 0,2 11-22 0,-13 0-4 0,-13 0-45 0,26 0-93 0</inkml:trace>
  <inkml:trace contextRef="#ctx0" brushRef="#br0">10301 16789 76 0,'0'0'0'0,"24"-73"64"0,0 38-14 0,-24 35-36 0,-11 58-4 0,-14 26-3 0,13 36-3 0,0-25-1 0,12-13 0 0,0-9-1 0,12-50 1 0,36-11-1 0,-2-12 0 0,15 0-1 0,-2-24 0 0,-11 13-5 0,-1-25-45 0,-23 12-104 0</inkml:trace>
  <inkml:trace contextRef="#ctx0" brushRef="#br0">10408 17015 102 0,'-36'-13'48'0,"23"1"-9"0,38 12-34 0,47-12-3 0,35-11-7 0,-60 23-52 0,-35-12-42 0</inkml:trace>
  <inkml:trace contextRef="#ctx0" brushRef="#br0">10408 16800 67 0,'-24'-36'59'0,"24"0"-16"0,36 24-32 0,24 1-5 0,11-1-4 0,0-13-44 0,-23 25-56 0</inkml:trace>
  <inkml:trace contextRef="#ctx0" brushRef="#br0">8312 17120 76 0,'-83'-23'31'0,"11"12"6"0,61-13-15 0,58 11-20 0,96 2 0 0,36 11-1 0,-24 0 1 0,-48 0 1 0,-72-12 13 0,-47 12-1 0,-47-11-12 0,-61 22-2 0,-58 37-2 0,35-13 0 0,96-11 0 0,47-12 0 0,35-12 0 0,85 12 2 0,82-24-1 0,-23 12 1 0,-48 0-1 0,-119 0 4 0,-48-12 2 0,-83 24-5 0,-60 36-1 0,12-13-2 0,60 1 2 0,95-25-1 0,60 2 0 0,83-26 1 0,35 2 2 0,-34-12-2 0,-73 10-1 0,-95 1-88 0,1 12 0 0</inkml:trace>
  <inkml:trace contextRef="#ctx0" brushRef="#br0">8276 16408 80 0,'0'0'3'0,"12"0"32"0,-12-13 0 0,24-11-19 0,0 0-7 0,12 1-1 0,-12-1 4 0,-24 11 0 0,-13 2-6 0,-21 11-2 0,-39 11-3 0,26 14 0 0,-14-2 0 0,39 25 1 0,-2-12-1 0,36 11-2 0,22 13-1 0,27-12 0 0,-25-25 2 0,-25 1 3 0,-34-11-2 0,-26-26 1 0,2 13-1 0,24 0 0 0,23 0-3 0,12 13-67 0,10-2-67 0</inkml:trace>
  <inkml:trace contextRef="#ctx0" brushRef="#br0">8396 16550 31 0,'0'-12'33'0,"12"-13"12"0,-12 14-8 0,0-1-8 0,0 12-17 0,-12 23-6 0,12 14-3 0,0-3-1 0,0-9 0 0,12-13 1 0,11 1-2 0,1-13 0 0,24-25-2 0,-12 0 1 0,-13 3 2 0,-11-2-2 0,-1-1 1 0,2 14-1 0,-13 11 1 0,12 0-1 0,-12 11-1 0,0 14 2 0,-12-1-3 0,24-2 3 0,-1 3-2 0,2-25 3 0,10 0-1 0,1 0-2 0,0-12 0 0,-1-11 3 0,-10 11-2 0,-1 0 1 0,-1 12-1 0,-11 12-1 0,0 0 0 0,0 11 2 0,0-11 0 0,0 0-1 0,13-36 2 0,-13 11-2 0,12 13 0 0,11-10-1 0,1 10 1 0,0 0-1 0,0 0 3 0,-24 0-3 0,0 10 2 0,0 3-2 0,12-1 0 0,12-12 1 0,-1-25 0 0,-11 3 0 0,-12 22 0 0,0 22-2 0,11 51 3 0,2 9-1 0,-13-21 0 0,-36-1 0 0,2-26-21 0,34-68-34 0,0-14-42 0</inkml:trace>
  <inkml:trace contextRef="#ctx0" brushRef="#br0">9051 16324 66 0,'22'-12'24'0,"14"83"32"0,13 96-32 0,-49-24-6 0,-36-24-13 0,-13-48-6 0,15-35-94 0,34-36 37 0</inkml:trace>
  <inkml:trace contextRef="#ctx0" brushRef="#br0">11289 16312 118 0,'-12'-59'22'0,"-35"70"20"0,-72 167-28 0,-12 96-10 0,95-12-6 0,83-47-1 0,49-62-2 0,-25-80 1 0,-23-96-39 0,-11-27-65 0</inkml:trace>
  <inkml:trace contextRef="#ctx0" brushRef="#br0">11432 16728 91 0,'36'-35'11'0,"47"-24"28"0,-23 22-8 0,-49 2-8 0,-22 23-13 0,-49 24-8 0,-23 23-2 0,22 36 2 0,61 25-2 0,36-25-1 0,13 13-2 0,-49-48 2 0,-49-1 5 0,-33-35-2 0,46-12-10 0,47-11-47 0,60 11-24 0,-35 0 23 0</inkml:trace>
  <inkml:trace contextRef="#ctx0" brushRef="#br0">11622 16847 31 0,'13'-12'17'0,"-13"0"-9"0,71-35 42 0,-35-1-1 0,-12 13-18 0,-24 35-18 0,0 12-9 0,-12 22-2 0,12 16-2 0,12-16 0 0,0 14 0 0,11-25 0 0,13-10 0 0,12-13 0 0,-13-24 1 0,1-24 0 0,0 13 0 0,-25-1 0 0,2 24 0 0,-1 12-1 0,-12 24 0 0,0 12 0 0,0-1-1 0,35-11 1 0,25-12 0 0,-12-24 0 0,-1 1 1 0,-11-14-1 0,-12 2 1 0,-12 11-2 0,0 24 1 0,-12 11 0 0,0 2 0 0,-12-2 0 0,12-23 4 0,0-12-4 0,12-12 0 0,-2 0 0 0,26 1 1 0,0 23-1 0,-11 0 0 0,-2 0 0 0,-23 23 0 0,0 1-1 0,12 0 1 0,1-1 0 0,21-23 0 0,2 0 0 0,0-23 1 0,12-25-1 0,-12 25 1 0,-12-1-1 0,-24 24 0 0,0 24 1 0,0 11-2 0,-12 1 1 0,0 0 1 0,12-36 0 0,12-13 0 0,0-21 0 0,0-3 0 0,23 3-1 0,-11 21 0 0,-12 1 0 0,-12 12 0 0,0 25-1 0,11-2 2 0,-11 0-1 0,13-11-1 0,11 1 2 0,-1-13-1 0,1 0-1 0,12-25 2 0,0-10-2 0,-24 24 2 0,-1 11-1 0,-11 11 1 0,0 1-2 0,12-1 1 0,24-11 0 0,0-23 0 0,-24 23 1 0,-1 47-3 0,2 49 0 0,-13-13 0 0,0-35 1 0,0-48-9 0,-13-59-19 0,26-62-26 0,58-68 8 0,36 81 73 0,-24 132 11 0,-59 119 3 0,-24 48-24 0,-71-26-8 0,-60-21-7 0,-36-62-7 0,143-57-172 0</inkml:trace>
  <inkml:trace contextRef="#ctx0" brushRef="#br0">14409 16860 102 0,'0'0'0'0,"-47"-13"34"0,11 13 20 0,47 0-43 0,61 0-4 0,165-12-2 0,-140 0-28 0,-86-11-61 0,-11-13 2 0</inkml:trace>
  <inkml:trace contextRef="#ctx0" brushRef="#br0">14659 16584 95 0,'-24'25'55'0,"1"94"-18"0,11 13-23 0,12-2-11 0,0-46-3 0,12-38-70 0,0-33-17 0</inkml:trace>
  <inkml:trace contextRef="#ctx0" brushRef="#br0">15410 16764 118 0,'0'-12'65'0,"-48"24"-50"0,12 84 0 0,12 34-10 0,12-46-4 0,12-49 2 0,0-47 5 0,0-70-3 0,12-86-1 0,24-22-3 0,36 130-3 0,-13 72 1 0,-23 60 0 0,-60 23 0 0,-107-24 2 0,-13-11-27 0,133-48-161 0</inkml:trace>
  <inkml:trace contextRef="#ctx0" brushRef="#br0">15957 16395 124 0,'11'-37'23'0,"2"37"16"0,-37 121-16 0,-71 93-11 0,35-24-9 0,72-35-5 0,72-73 3 0,-14-32-2 0,15-111-30 0,-27 1-118 0</inkml:trace>
  <inkml:trace contextRef="#ctx0" brushRef="#br0">16279 16776 120 0,'-12'-12'16'0,"1"-13"5"0,-2 86 7 0,1 58-18 0,0-36-4 0,12-36 0 0,-12-34 1 0,0-60 1 0,0-61-4 0,36-106-1 0,25 59-4 0,-15 119 3 0,14 60-5 0,-24 59 3 0,-24-11-1 0,-72-37 1 0,49-23 1 0,12-12-1 0,22 24-1 0,48 71-3 0,1 13-41 0,0-25-38 0,-25-59 0 0</inkml:trace>
  <inkml:trace contextRef="#ctx0" brushRef="#br0">16707 16990 73 0,'12'-25'17'0,"36"-21"20"0,-24-26-10 0,12 1-8 0,-36 47 6 0,-36 24-15 0,-24 48-8 0,0-1-2 0,37 13 0 0,10-12 0 0,38-25 0 0,11-11 1 0,-1-37 1 0,1-21 0 0,-12 10 0 0,1-12 1 0,-4 36-1 0,-21 12-1 0,0 0-1 0,0 37 0 0,0-3-1 0,13 3 1 0,10-13 0 0,2-1 0 0,11-11 0 0,-1-24 1 0,1-23-1 0,0-14 2 0,11 26-2 0,-23-13 0 0,-12 13 0 0,-12 46 0 0,0 25 0 0,0-12-1 0,37 0 1 0,-3-13 0 0,25-23 0 0,2 0 1 0,-2-35 1 0,-36-1-2 0,2 12 0 0,-14 24 2 0,2-12-3 0,-13 24 0 0,0 24 2 0,0 0-1 0,0-1-1 0,0 1 2 0,12-24-2 0,-12-12 2 0,11-23 0 0,13-14 1 0,12-10-2 0,11 23 1 0,-11 11 0 0,-12 13-3 0,-12 25 3 0,0-13 0 0,0 22-3 0,0-9 1 0,0-13-1 0,-12 1-27 0,-12-13-22 0,0-50-41 0,12 40 58 0</inkml:trace>
  <inkml:trace contextRef="#ctx0" brushRef="#br0">17493 16550 76 0,'-11'-12'57'0,"11"12"-61"0,24 12-83 0</inkml:trace>
  <inkml:trace contextRef="#ctx0" brushRef="#br0">17921 16752 144 0,'0'-13'4'0,"0"2"17"0,0-12 5 0,13 23-21 0,-13 34 2 0,0 16-2 0,0-4-2 0,0-21-1 0,12-14 2 0,12-47 0 0,11 1-2 0,-11 35-2 0,-12 35-2 0,-12 61 1 0,-12-12 0 0,-12-37 1 0,-24-12-3 0,12-23-59 0,13-24-59 0</inkml:trace>
  <inkml:trace contextRef="#ctx0" brushRef="#br0">18279 16513 129 0,'36'49'9'0,"12"153"24"0,-37 24-11 0,-119-35-13 0,-58-48-11 0,95-60-74 0,59-60-12 0</inkml:trace>
  <inkml:trace contextRef="#ctx0" brushRef="#br0">18851 16871 127 0,'0'-11'28'0,"11"-37"1"0,2 12 10 0,-13-1-23 0,-13 37-7 0,13 0-8 0,-11 25 2 0,11-13-2 0,11-12 1 0,2-12-2 0,-1-24 0 0,-12 13 0 0,0 23 0 0,11 0 0 0,-11 34 0 0,-23 62 0 0,-26 12 0 0,49-25 0 0,36-12 0 0,37-35 0 0,33-36 0 0,-10-13 0 0,-37-21-23 0,-23-3-70 0,-36 3-9 0</inkml:trace>
  <inkml:trace contextRef="#ctx0" brushRef="#br0">19077 16907 56 0,'-47'-13'31'0,"-25"2"23"0,49-1-29 0,82 12-22 0,60-11-7 0,-36-2-72 0,-72 1 21 0</inkml:trace>
  <inkml:trace contextRef="#ctx0" brushRef="#br0">18958 16716 71 0,'0'0'0'0,"-47"-48"53"0,34 1-17 0,73 0-24 0,71 11-9 0,60 11-22 0,-72 25-98 0</inkml:trace>
  <inkml:trace contextRef="#ctx0" brushRef="#br0">19935 16466 103 0,'0'-12'62'0,"-25"37"-40"0,-82 117 4 0,-1 37-17 0,62-24-10 0,117-24-1 0,83-60-9 0,73-35-150 0</inkml:trace>
  <inkml:trace contextRef="#ctx0" brushRef="#br0">20304 16800 113 0,'0'-61'14'0,"23"15"17"0,-11 46-3 0,-12 107-18 0,-35 24-5 0,-1-47-2 0,23-37-1 0,2-47 7 0,11-60-4 0,24-95 1 0,35-35-6 0,14 95-6 0,-14 107 2 0,-25 59 4 0,-57 12-1 0,-47-47 0 0,-3-24 2 0,62-12-1 0,22 59 0 0,49 25-11 0,23 12-80 0,-35-85 8 0</inkml:trace>
  <inkml:trace contextRef="#ctx0" brushRef="#br0">20960 16907 107 0,'0'0'0'0,"0"-36"9"0,11-12 22 0,-22 14-15 0,-26 9 6 0,-23 25-10 0,1 48-8 0,0 11-1 0,22-11-4 0,14-12 3 0,23-26-2 0,23-10 4 0,14-22-3 0,-14-2 2 0,13-1-2 0,-12 2 0 0,-1 23-1 0,1 0 0 0,-24 12-1 0,12 12 1 0,-12 0 0 0,12 0 0 0,24-36 1 0,23-24 0 0,-11 12 0 0,-12 1 0 0,-12-14 0 0,-12 14-1 0,-2 23 1 0,-10 0-2 0,0 35 0 0,0 1 1 0,0 0 0 0,25-12-1 0,35 0 2 0,11-36-1 0,-23-24 1 0,-24 23 0 0,-1 2-1 0,-11-1-1 0,0 12 0 0,0 12 1 0,-12 12-1 0,0-12 1 0,-24 12 2 0,24-24-1 0,-12 0 1 0,24-24-2 0,24-12 0 0,-12 36 0 0,-12 11-1 0,12 38 0 0,23-14 1 0,0-23-1 0,-22-12 1 0,-14-25-2 0,-11-33-54 0,-11 11-66 0</inkml:trace>
  <inkml:trace contextRef="#ctx0" brushRef="#br0">21495 16550 122 0,'-24'-24'35'0,"0"11"-30"0,36 38-46 0,12-13-48 0</inkml:trace>
  <inkml:trace contextRef="#ctx0" brushRef="#br0">21911 16789 179 0,'-46'-13'18'0,"46"37"-16"0,0-24 15 0,11-11-14 0,12-14-1 0,-11 25-2 0,-12 0 0 0,0 25 0 0,0-14 0 0,-12 49-1 0,1 11 1 0,-1-12 0 0,12-23 0 0,35-36 4 0,13-36-2 0,22-11 1 0,2-25-3 0,-36 48 2 0,-23 37-4 0,-13 70 1 0,-13 0-1 0,-10 11 0 0,-37-21 4 0,-11-50-12 0,10-58-49 0,50-60-24 0,22 71 41 0</inkml:trace>
  <inkml:trace contextRef="#ctx0" brushRef="#br0">22304 16419 138 0,'0'12'1'0,"48"178"16"0,0 96 7 0,-38 23-17 0,-80-58-9 0,-49-109 4 0,-24-46-86 0,119-84 2 0</inkml:trace>
  <inkml:trace contextRef="#ctx0" brushRef="#br0">22553 17228 132 0,'25'0'-11'0,"-14"13"-70"0</inkml:trace>
  <inkml:trace contextRef="#ctx0" brushRef="#br0">1644 17824 65 0,'-12'0'11'0,"-48"0"23"0,-35 0 4 0,-1 0-11 0,2 24-9 0,22-13-7 0,48 1-5 0,48-12-4 0,95-23-1 0,107-14 1 0,85 14 1 0,10-13-1 0,-48 11 2 0,-58 25-2 0,-85 0-3 0,-105 13 2 0,-25-13-14 0,-36 0-61 0,24-13-30 0</inkml:trace>
  <inkml:trace contextRef="#ctx0" brushRef="#br0">2431 17501 89 0,'0'0'11'0,"-13"-23"38"0,1 12-7 0,12 11-30 0,12 23-8 0,35 13 9 0,25 0-8 0,22 24-4 0,-10-1 0 0,-25-23 1 0,-46-13 0 0,-1 1 11 0,-24 23-5 0,-60 24-6 0,-23 2-4 0,12-25 2 0,59-37 3 0,12-11-3 0,12 0 0 0,0-11-33 0,12 11-165 0</inkml:trace>
  <inkml:trace contextRef="#ctx0" brushRef="#br0">20185 10025 66 0,'-12'-12'27'0,"-36"12"-5"0,12 0-4 0,-11 0 4 0,23-11-4 0,24 11-5 0,83-37-4 0,71 26-4 0,73-1-6 0,36 12 2 0,-14 23-1 0,13 1-1 0,12 0 2 0,-12-12-2 0,-35-12 0 0,11-12 0 0,36 1 1 0,22 11-1 0,-21-13-3 0,-49 1 4 0,-47-11 2 0,-72 0-1 0,-48-2 1 0,-23 13 0 0,-24-1 1 0,-1 13-1 0,-11-11 0 0,13-12 0 0,-1-37-2 0,0-47 0 0,-12-23 2 0,0-2 0 0,-24 59-1 0,24 15 0 0,0-14-1 0,0 13 1 0,0 47-2 0,-24 0 1 0,-11 12 0 0,-25 0 0 0,-11 0 1 0,-60 0-1 0,-48 0 0 0,-71-13 4 0,-11-10 0 0,22 12-3 0,-23 11-1 0,12 0 1 0,-24-12 0 0,24-13-1 0,0 25 4 0,12 13-4 0,23-1 1 0,25 0-1 0,35-1 2 0,35 12-2 0,37-10 0 0,12-13 0 0,23 0 0 0,37 0 0 0,-1 0 0 0,12 12 0 0,0 47-1 0,0 49 2 0,0 47-1 0,23-37 0 0,-11-10 1 0,-1-24 0 0,-11 10 2 0,0-33-3 0,-11-50 5 0,-1-11-2 0,1-11-3 0,11-14-9 0,0 50-39 0,23 9-103 0</inkml:trace>
  <inkml:trace contextRef="#ctx0" brushRef="#br0">7669 17859 21 0,'0'0'7'0,"-25"0"10"0,15 0 12 0,-14-11 1 0,24 11-1 0,0 0-10 0,0 0-6 0,0 0-3 0,0-12-2 0,12 12-3 0,23-12-2 0,37-12-1 0,11 24-3 0,36 0 0 0,0 0 2 0,12 0 0 0,0 0 0 0,0 0 0 0,-25 0-1 0,-21 0 3 0,-49 0 2 0,-25 0 2 0,0 0-5 0,-11 0 3 0,13 0-2 0,-1 0 1 0,-12-12-6 0,0 12-62 0,-12 12-61 0</inkml:trace>
  <inkml:trace contextRef="#ctx0" brushRef="#br0">10753 17777 8 0,'0'0'0'0,"0"0"10"0,12 0-5 0,24-13 2 0,46 1-3 0,26 0-2 0,35 12-2 0,-11 0 0 0,-2 12-1 0,-22-12-11 0,-73 0-9 0</inkml:trace>
  <inkml:trace contextRef="#ctx0" brushRef="#br0">11647 17752 7 0,'0'0'0'0,"0"0"14"0,11-12-8 0,1 12-4 0,0 0 0 0,-12 0 10 0,0 0 11 0,12 0-18 0,-12 0 1 0,0 0 2 0,0 0-1 0,0 0-4 0,12 0-2 0,-12 0 0 0,0 0-7 0,0 0-71 0</inkml:trace>
  <inkml:trace contextRef="#ctx0" brushRef="#br0">7050 18050 12 0,'-36'12'32'0,"24"-12"-2"0,0 0-2 0,12-12-4 0,0 12-8 0,12-13-6 0,36 13-2 0,22 0-5 0,15 0-1 0,-14-11 1 0,-12 11 0 0,-34-23 3 0,-2-2-4 0,-11 13-26 0,-24 24-46 0,12 0 5 0</inkml:trace>
  <inkml:trace contextRef="#ctx0" brushRef="#br0">7086 18192 18 0,'-12'0'23'0,"0"0"16"0,0 0-13 0,0-11-7 0,12 11-5 0,0 0-5 0,36 11-3 0,10-22 0 0,15-1-4 0,10 1 0 0,-11-14-3 0,-24 25 2 0,-24 0-2 0,-1 0 3 0,-11 0 0 0,-11 0 1 0,-25 12-3 0,-36 1-3 0,1-2 5 0,-11 1-2 0,33-1 0 0,25-11-1 0,12 0 3 0,24 0-1 0,36-11 2 0,34-1 0 0,14-24-11 0,12 11 1 0,-61 15 10 0,-35-2-2 0,0 0 1 0,-12 12-1 0,-12-12 0 0,0 12-1 0,12 0 2 0,-12 0-2 0,12-12-13 0,0 12-133 0</inkml:trace>
  <inkml:trace contextRef="#ctx0" brushRef="#br0">10480 4024 52 0,'11'-34'14'0,"0"34"-7"0,14 0-5 0,-14 11 3 0,-58 24 6 0,-60 1 4 0,-12 12 0 0,0 11-3 0,36 12-9 0,11 25-1 0,13 0-1 0,35 9 0 0,12-9 0 0,48-12 1 0,59-1 0 0,12 1-1 0,12 23 1 0,-34 0 0 0,-51 12 2 0,-22 13 3 0,-24-2-1 0,-35 0-2 0,-1-22 0 0,-11-13 0 0,-25-11-1 0,13-13-1 0,35-23-1 0,23-36-1 0,26-1 1 0,35 1-1 0,23 12 0 0,12 47 0 0,-11-11 0 0,-24 35-1 0,-2-11 2 0,-33 24 0 0,-1 34 0 0,-37 13 1 0,-32 23-1 0,-4-23 2 0,13-12-2 0,-11 12 0 0,35-13 1 0,12-11-1 0,12 12-3 0,23-36 3 0,13-47-2 0,24-36 2 0,12-35 1 0,-2-26 1 0,-9 13-5 0,-26 24 2 0,-24-12-13 0,-11 12-161 0</inkml:trace>
  <inkml:trace contextRef="#ctx0" brushRef="#br0">8086 17978 16 0,'0'0'23'0,"0"-35"13"0,0 11-10 0,0 12-10 0,24 12-6 0,12-12-1 0,-1 12-7 0,1 24-4 0,-24 35-3 0,-12 13 2 0,-25-36 9 0,-11 11-6 0,14-11-1 0,10-13 0 0,24 14-7 0,-1 10 2 0,-11 13 7 0,-23-12-1 0,-37-14-2 0,-10-9-7 0,33-25-65 0,37-12 40 0</inkml:trace>
  <inkml:trace contextRef="#ctx0" brushRef="#br0">8467 18014 39 0,'24'-36'55'0,"0"24"-18"0,-36 72-24 0,-24 47-3 0,-35 36-14 0,-1 24-2 0,13 0 4 0,23-49-38 0,24-58-56 0,12-60 90 0</inkml:trace>
  <inkml:trace contextRef="#ctx0" brushRef="#br0">8658 18263 21 0,'-1'0'23'0,"1"-34"25"0,13-3-23 0,9 3-11 0,3-3-4 0,-25 24-5 0,0 13 7 0,0 25-12 0,-25 23-2 0,14 11-1 0,-13 1 1 0,13 11-2 0,11-11 4 0,11-36-1 0,37-12 8 0,0-48-3 0,11-11-2 0,-35 47-3 0,-12 47 11 0,-36 48-4 0,-11 48 0 0,10-24-4 0,14-47 3 0,-1-49-7 0,24-58-73 0,-1-1-31 0</inkml:trace>
  <inkml:trace contextRef="#ctx0" brushRef="#br0">14707 18050 47 0,'0'0'18'0,"-25"-24"37"0,-11 12-25 0,25 12-19 0,35 12-4 0,48-1-2 0,35-11-2 0,24 0-1 0,-37 0 0 0,-45-11-7 0,-37 11-34 0,-24-12-52 0,12 12 53 0</inkml:trace>
  <inkml:trace contextRef="#ctx0" brushRef="#br0">15017 17811 48 0,'-24'-11'40'0,"-24"22"16"0,12 73-41 0,1 47-4 0,35-12-10 0,-13-1-4 0,26 3 2 0,-13-62-20 0,12-47-118 0</inkml:trace>
  <inkml:trace contextRef="#ctx0" brushRef="#br0">16147 17752 22 0,'0'-25'41'0,"0"-21"1"0,0 10-15 0,13 24-7 0,-13-12-8 0,0 37-8 0,0 70-7 0,0 23-2 0,0 15-4 0,0-27 2 0,0-46 6 0,0-24 7 0,0-60 6 0,0-48 4 0,0-35-3 0,0 60-7 0,0 36-3 0,0-2-3 0,0 25-7 0,12 36-44 0,23 12-48 0,-23-36 74 0</inkml:trace>
  <inkml:trace contextRef="#ctx0" brushRef="#br0">16707 17752 50 0,'0'0'22'0,"12"-35"14"0,-12 45-2 0,-59 87-30 0,-24 69-10 0,11-48 9 0,1 26-8 0,-1 11 3 0,13-23 2 0,12-61 2 0,22-37-8 0,13-21-37 0,12-37-35 0,0 12 69 0</inkml:trace>
  <inkml:trace contextRef="#ctx0" brushRef="#br0">16635 18240 23 0,'0'0'12'0,"13"-23"29"0,-13-2-9 0,12 14-12 0,-12-1-10 0,0 24-1 0,0 24-7 0,-12 10 0 0,-1 4-7 0,13-4 4 0,-11 2-4 0,11 0 6 0,11-14-2 0,2-9 5 0,23-13-2 0,-13-24 4 0,13-13-7 0,0-9 5 0,1-3-1 0,-16 3 1 0,4 9 0 0,-1-10 1 0,-12 11 0 0,-1 12 0 0,-11 0-3 0,0 24-3 0,0 36 0 0,0 34 3 0,-11 62 7 0,-14 11-9 0,14-36 2 0,-1-48-7 0,-1-35 15 0,26-72-131 0,-13 12 46 0</inkml:trace>
  <inkml:trace contextRef="#ctx0" brushRef="#br0">10027 17966 15 0,'0'-59'51'0,"12"11"-2"0,-12 48-30 0,0 12-9 0,0 60-6 0,0 11-8 0,-12-11 13 0,-12 11-11 0,12-1 1 0,-1-9-1 0,13-14 4 0,0-36 0 0,36 2 2 0,0-25-2 0,24-12 0 0,12-12 0 0,-13 12 1 0,-11-12-12 0,-12 12-35 0,-23 0-39 0,-13 12 60 0</inkml:trace>
  <inkml:trace contextRef="#ctx0" brushRef="#br0">10063 18074 31 0,'-13'-12'15'0,"-10"-24"25"0,10 13-4 0,74-2-25 0,34 25-5 0,12 0-5 0,-46 12-6 0,-15-12-44 0,-46 0-11 0</inkml:trace>
  <inkml:trace contextRef="#ctx0" brushRef="#br0">10229 17919 10 0,'-11'0'6'0,"-50"-24"35"0,27-12 9 0,45-12-16 0,37 14-15 0,23 9-7 0,-11 13-7 0,-1-1-3 0,0 13-5 0,-10 0-84 0,-27 13 20 0</inkml:trace>
  <inkml:trace contextRef="#ctx0" brushRef="#br0">11075 17622 79 0,'0'-25'16'0,"0"-46"31"0,0 23-17 0,-13 48-21 0,-34 60 10 0,-49 119-28 0,-10 23-16 0,69-59 14 0,26 12-4 0,35 12 9 0,48-62 6 0,-1-55 7 0,-12-39-2 0,-22-35 0 0,-14-23-3 0,-12 23 3 0,-11 0-8 0,0 24 6 0,13-13-4 0,-13 13-2 0,0-23-41 0,0 12-64 0</inkml:trace>
  <inkml:trace contextRef="#ctx0" brushRef="#br0">11361 17932 11 0,'-12'-37'23'0,"12"13"-3"0,0 1 1 0,0 11 8 0,12 0 3 0,0-12-10 0,0 1-9 0,35-2-7 0,0 25-6 0,1 48 0 0,-12 0 2 0,-36-1-1 0,-12 1-1 0,-12-13-3 0,24 1-2 0,48 24-2 0,-24-1 17 0,-24-23-7 0,0 12 5 0,-48-36-5 0,-11-12-21 0,23 0-81 0,36 0 31 0</inkml:trace>
  <inkml:trace contextRef="#ctx0" brushRef="#br0">11813 18158 54 0,'0'-13'25'0,"11"13"22"0,2 24-19 0,-13 47-12 0,-24 25-11 0,-11 11-9 0,11-36-73 0,24-23-17 0</inkml:trace>
  <inkml:trace contextRef="#ctx0" brushRef="#br0">12148 18062 95 0,'0'0'0'0,"0"-12"33"0,-13 12-13 0,13 48-10 0,13 12-13 0,10-13 3 0,24-12 5 0,13-46 11 0,-1-120-2 0,-48 36 2 0,-57 58-13 0,-26 49-36 0,13 24-129 0</inkml:trace>
  <inkml:trace contextRef="#ctx0" brushRef="#br0">12325 17727 144 0,'36'13'5'0,"94"71"4"0,14 82-6 0,-86-35-3 0,-45 84-6 0,-72 22 9 0,-61-58-102 0,97-155 58 0</inkml:trace>
  <inkml:trace contextRef="#ctx0" brushRef="#br0">20089 10107 23 0,'-23'-10'29'0,"-37"-38"-5"0,24 24-7 0,12 12 3 0,13 12-5 0,-1 0-11 0,35 0-1 0,86-11-2 0,127-2 1 0,98 1 1 0,71 12 4 0,24 25 1 0,0 9-1 0,-37-9-2 0,-47-13-2 0,-58 1-2 0,-61-13-3 0,-59-13 3 0,-96 13 0 0,-47 0 0 0,-60 13 1 0,-95-2-1 0,-132-11 3 0,-105 10 1 0,-61 3-1 0,-24-13-2 0,25 12-3 0,47-12 0 0,95-12-2 0,72 12 1 0,83 0 0 0,59 12-1 0,37-12 1 0,81 0-2 0,74-25 3 0,95 4-1 0,82-4 0 0,84 0 3 0,71 25 1 0,37 0 0 0,-24 13-1 0,-61 11-3 0,-118-11 2 0,-84-13 1 0,-93 11-1 0,-86-11 1 0,-71 0 2 0,-130-11-2 0,-120-2 0 0,-83 1 4 0,-48 0-2 0,-34 12-3 0,9 0-1 0,26 0-2 0,58 0-2 0,120 0 2 0,84 0 1 0,70 12-3 0,61 0 2 0,24 12 0 0,34-14 1 0,60-20 0 0,83-1 2 0,73-2 0 0,58 1 2 0,72 0 3 0,36 12-2 0,12 12 0 0,-12 0-1 0,0 12-1 0,-72-14-2 0,-72 15 3 0,-69-25-1 0,-73 0-1 0,-49 0 1 0,-45-12 0 0,-14-1 1 0,-11 13-1 0,-11-10-1 0,-24-1 0 0,-49 11-152 0</inkml:trace>
  <inkml:trace contextRef="#ctx0" brushRef="#br0">18113 17824 51 0,'0'-24'46'0,"0"1"0"0,0 34-31 0,-24 49-8 0,1 58-9 0,-2-22 12 0,13-13-11 0,12 1 1 0,-12-13 3 0,36-47-2 0,24-1 1 0,11-23 1 0,25-23 0 0,-14-13-5 0,-34 24-29 0,-11-12-63 0,-14 12 41 0</inkml:trace>
  <inkml:trace contextRef="#ctx0" brushRef="#br0">17957 18098 61 0,'0'0'10'0,"-36"-36"27"0,72 11-13 0,60 14-13 0,47-1-4 0,-48 12-6 0,-59 0-14 0,-25 0-54 0,-34 0 6 0</inkml:trace>
  <inkml:trace contextRef="#ctx0" brushRef="#br0">18077 17882 52 0,'0'0'0'0,"-36"-34"56"0,12-3-8 0,73 14-30 0,33-13-8 0,2 11-7 0,11 25-4 0,-11 13-57 0,-14-13-55 0</inkml:trace>
  <inkml:trace contextRef="#ctx0" brushRef="#br0">19077 17514 54 0,'0'0'0'0,"0"-47"42"0,0 35-1 0,-47 71-18 0,-48 60-8 0,-25 107-32 0,85-59 6 0,35-24-7 0,35 1 6 0,25-26 7 0,0-60 12 0,10-45-33 0,-22-48-59 0</inkml:trace>
  <inkml:trace contextRef="#ctx0" brushRef="#br0">19588 17859 70 0,'0'-11'18'0,"-11"-13"25"0,-24 24-24 0,-1 58-18 0,0 50-10 0,36-36 15 0,12-1-11 0,35-23 12 0,25-60 1 0,35-107 3 0,-71 1 12 0,-36 22-11 0,-71 71-12 0,-14 38-19 0,15 45-66 0,58 15-12 0</inkml:trace>
  <inkml:trace contextRef="#ctx0" brushRef="#br0">19887 18026 47 0,'0'0'0'0,"23"24"41"0,-10 24 6 0,-26 23-30 0,-34 12-9 0,-13-11-14 0,-12-12-34 0,36-37-63 0</inkml:trace>
  <inkml:trace contextRef="#ctx0" brushRef="#br0">20304 17777 122 0,'0'-25'23'0,"12"0"5"0,-12 75-10 0,-25 55-16 0,2 27-5 0,-1-60 9 0,-1 0-23 0,14-13-47 0,0-36-50 0</inkml:trace>
  <inkml:trace contextRef="#ctx0" brushRef="#br0">20506 17490 148 0,'24'0'5'0,"46"72"22"0,27 83-22 0,-49 35-6 0,-48-60 0 0,-60 14-7 0,-47 22-3 0,-24-34-24 0,11-85-92 0</inkml:trace>
  <inkml:trace contextRef="#ctx0" brushRef="#br0">2001 12263 84 0,'12'-35'1'0,"46"-13"0"0,-9 1 22 0,-37 23 0 0,-37 0-5 0,-33 1 0 0,-26-14-5 0,-35 3-6 0,-24 21-3 0,-47 37 0 0,-25 47-1 0,37 12-1 0,58 36-3 0,86 36 1 0,68 0-2 0,98-24 3 0,106-60-2 0,60-59-2 0,-13-95 4 0,-70-72 3 0,-120-47 2 0,-119-13 0 0,-83 73-3 0,-120 106-2 0,-131 95-12 0,-57 133-176 0</inkml:trace>
  <inkml:trace contextRef="#ctx0" brushRef="#br0">61 11859 48 0,'-37'-12'19'0,"13"12"10"0,13-11 6 0,-12 11-14 0,23 0-4 0,58 0-7 0,61-13-5 0,60 1-2 0,0 0-1 0,-48-1-1 0,-36 13 1 0,-48 0 0 0,-23 0 1 0,-24-11-13 0,-13 11-47 0,2 0-55 0</inkml:trace>
  <inkml:trace contextRef="#ctx0" brushRef="#br0">440 11573 98 0,'-11'0'7'0,"-1"0"13"0,1 0 15 0,22 0-17 0,12 12-7 0,38 0-5 0,10-12-2 0,12 13-2 0,-11-2-3 0,-14-1 3 0,-22 3-1 0,-11-1 0 0,-1-12 4 0,-12 12-5 0,-1-12-1 0,1 36 5 0,-24 12-3 0,-24 11 3 0,-23 0-1 0,0 12-2 0,11-10 0 0,12-14 2 0,23-23-1 0,3-1 0 0,-1 2 0 0,11-25 1 0,0 12-2 0,-13-12 1 0,-23 11-29 0,0 25-133 0</inkml:trace>
  <inkml:trace contextRef="#ctx0" brushRef="#br0">6871 16490 68 0,'0'-11'14'0,"-24"-2"17"0,-35 1-4 0,-12-11-12 0,-14 11-5 0,39 1 1 0,10 11-4 0,25 11-6 0,-2 49 1 0,13 23-1 0,0 23 2 0,0 26-2 0,0 33 0 0,0-10-1 0,0 13-1 0,-12-26-3 0,0-46 13 0,12 23-17 0,-12 24 0 0,0-24-4 0,0-12 1 0,12-23 12 0,-11-1-9 0,-14 49-2 0,14-2 5 0,-1 0 5 0,12-34 0 0,12-25 1 0,12-12-4 0,11 2 4 0,1-14-5 0,48-11-1 0,-1-25 3 0,0 2 0 0,-23-13 3 0,-37 0-1 0,-10 0 6 0,-2 0-5 0,-11 0-1 0,0 0 1 0,13 0 1 0,-13 0 0 0,11-24-38 0,-11 1-58 0</inkml:trace>
  <inkml:trace contextRef="#ctx0" brushRef="#br0">9694 18407 0 0,'0'-23'4'0,"0"-2"7"0,0 13-2 0,0 1-1 0,-12 34 0 0,12 36-3 0,-13 25-2 0,13 24-2 0,-11 10-3 0,11-10-2 0,24-49 1 0,-1-11-1 0,25-24 5 0,24-12 0 0,23-12 2 0,71-25 0 0,61 2 2 0,34-1-1 0,38 12-1 0,-26 12-2 0,1 0 0 0,-24 25-1 0,-11-14 0 0,-25-11-1 0,-35 0 6 0,-49-24 1 0,-46-35 0 0,-37-13-2 0,-11 1-3 0,-12 47 0 0,0 37 1 0,-24 21 0 0,12 3-39 0,0-26-10 0</inkml:trace>
  <inkml:trace contextRef="#ctx0" brushRef="#br0">17934 18205 27 0,'0'0'0'0,"-13"-13"15"0,-10 26 0 0,-12 45-8 0,11 74-6 0,-1 12 1 0,25-14 2 0,0-47-3 0,25-47 1 0,21-12-1 0,39-37 2 0,58 2-5 0,59-1-4 0,72 1-1 0,35 22 9 0,13 1-17 0,0 12-2 0,-37 0 20 0,-34 0 12 0,-38-14-1 0,-57-32 3 0,-73-50-12 0,-59-10-1 0,-24-39 5 0,12 3 2 0,22 22-10 0,-9 73-5 0,-14 71-5 0,-34 47 4 0,-12 12 6 0,11-36-38 0,24-47-16 0</inkml:trace>
  <inkml:trace contextRef="#ctx0" brushRef="#br1">14754 4715 20 0,'-36'0'6'0,"0"0"-3"0,36 0-1 0,0 0 4 0,36 0 5 0,0-24-8 0,24-12-1 0,23 1-3 0,1 12-15 0,-25 10-18 0</inkml:trace>
  <inkml:trace contextRef="#ctx0" brushRef="#br1">14588 5667 6 0,'0'12'4'0,"-24"-1"4"0,24 2-2 0,11-13 7 0,26 0-2 0,22-24-7 0,24 1-4 0,13-14-15 0,-25 14-21 0</inkml:trace>
  <inkml:trace contextRef="#ctx0" brushRef="#br1">14314 6858 45 0,'-36'-12'16'0,"36"12"-13"0,84-36-3 0,59-35-13 0,47-11-19 0,-154 69 15 0</inkml:trace>
  <inkml:trace contextRef="#ctx0" brushRef="#br1">14564 8084 52 0,'-12'0'11'0,"-24"-12"-10"0,36 12-1 0,36-12 1 0,24-11-1 0,23-25-28 0,-47 24-5 0</inkml:trace>
  <inkml:trace contextRef="#ctx0" brushRef="#br1">17791 14288 67 0,'-13'-24'36'0,"-10"12"-4"0,23 0-8 0,12-1-13 0,72 2-3 0,35-1-3 0,0-12-2 0,-24 12 0 0,-35 12 0 0,-38-12 1 0,3 1-2 0,-1-1 0 0,-24-12 1 0,-24 0-1 0,-11 0-2 0,-1 12 2 0,24 12-3 0,24 23 3 0,24 27-3 0,-26 21 1 0,3-12 2 0,-36-34 2 0,-25-14-2 0,36 12-45 0,0 14-105 0</inkml:trace>
  <inkml:trace contextRef="#ctx0" brushRef="#br1">17851 15133 84 0,'0'0'0'0,"-48"-12"33"0,-11 1 0 0,23 11-14 0,36-13-10 0,70 13-5 0,37-12-2 0,25 0 1 0,-24-1-1 0,-37 13 0 0,-23 13-4 0,-26-1-42 0,-22-12-66 0</inkml:trace>
  <inkml:trace contextRef="#ctx0" brushRef="#br1">18136 15038 82 0,'-11'-36'27'0,"-14"12"16"0,14 1-12 0,11 23-25 0,11 34-2 0,49 3-1 0,12 10-2 0,-38-23 1 0,-34 0 6 0,-82 12-3 0,-61 22-8 0,0 38-89 0,120-84 26 0</inkml:trace>
  <inkml:trace contextRef="#ctx0" brushRef="#br1">20554 13061 51 0,'-12'0'5'0,"-12"-24"10"0,12 12 9 0,12 0 4 0,24 1-15 0,59-1-11 0,72-24 1 0,37 11-1 0,-50 2 1 0,-84 12 4 0,-58 11-2 0,-36 0-7 0,26 0-32 0,81 11-82 0</inkml:trace>
  <inkml:trace contextRef="#ctx0" brushRef="#br1">23031 13037 32 0,'-61'-12'26'0,"25"12"-11"0,14 0 9 0,-2-12-6 0,0 12-8 0,12 0-4 0,24 12-2 0,71-12-2 0,96 0-2 0,46 0-1 0,14 25 0 0,-24-2 1 0,-2-12 1 0,-9-11-1 0,-50 0 0 0,-46 13 6 0,-73-13 4 0,-23-13-1 0,-12 2-6 0,-12 11 0 0,-12-12-6 0,0 12-3 0,1-11-61 0,10 11-10 0</inkml:trace>
  <inkml:trace contextRef="#ctx0" brushRef="#br1">3119 13037 24 0,'0'-12'14'0,"0"-23"13"0,-11 35 3 0,11 23-11 0,0 61-5 0,11 11-5 0,2 0-3 0,-13-22 0 0,0-15-3 0,-13-34 1 0,13-35 1 0,-11-37-3 0,0 0-1 0,-1-23 0 0,-12-1 1 0,24-11-1 0,-13 24 1 0,26-12-2 0,-13 10 1 0,12 38-2 0,0-1 2 0,11 11-1 0,1 2 1 0,-12-1-1 0,-1 12 1 0,-11-11 0 0,0-2 0 0,0 1-2 0,13 0 3 0,-13 12-4 0,0 0 4 0,0-13-3 0,0 3 2 0,12-1-3 0,-12 11 2 0,0-13-1 0,0 13 1 0,-12 0-1 0,12-12 0 0,0 12 1 0,0-12 1 0,0 12-2 0,0 12 1 0,-13 13 1 0,-10 46-2 0,10 23 1 0,2 25-1 0,0 12 0 0,-1-23-1 0,0-24 4 0,0-38 0 0,24-10-1 0,12-24 0 0,23 12 0 0,13 0-2 0,11-11 3 0,-12-13-2 0,-23-13 0 0,0-11-10 0,-24-12-29 0,-12-12-42 0,0 37 41 0</inkml:trace>
  <inkml:trace contextRef="#ctx0" brushRef="#br1">3108 13192 38 0,'-23'-24'24'0,"23"11"6"0,47-8-11 0,48 8-17 0,-11 1-4 0,-36 12-36 0,-48 0-31 0</inkml:trace>
  <inkml:trace contextRef="#ctx0" brushRef="#br1">3108 12990 28 0,'-35'-11'17'0,"10"-26"18"0,50 1-7 0,46 1-13 0,24-12-7 0,-23 22-5 0,-36 13-11 0,-13 24-61 0,-23 0 21 0</inkml:trace>
  <inkml:trace contextRef="#ctx0" brushRef="#br1">4002 12609 95 0,'0'-48'9'0,"0"-23"24"0,-12 47 5 0,-48 106-26 0,-10 110-1 0,9 34-4 0,49-12-3 0,60-59-4 0,11-59 1 0,13-49-11 0,-14-71-92 0,-33-12 19 0</inkml:trace>
  <inkml:trace contextRef="#ctx0" brushRef="#br1">4287 12954 110 0,'-35'25'4'0,"-12"93"9"0,-14 37 1 0,49-60-11 0,1-48 1 0,11-23 3 0,0-107-2 0,0-72-2 0,35-12-2 0,-11 60 0 0,-12 48 1 0,1 47-2 0,10 48 4 0,1 72 0 0,11 22-1 0,1-23-5 0,0-36 3 0,0-48-15 0,-13-10-32 0,-23-72-67 0</inkml:trace>
  <inkml:trace contextRef="#ctx0" brushRef="#br1">4121 13145 89 0,'-25'0'10'0,"85"-11"22"0,48-14-36 0,-1 13-66 0,-73-1 23 0</inkml:trace>
  <inkml:trace contextRef="#ctx0" brushRef="#br1">4584 12954 65 0,'-11'0'16'0,"-12"-25"-2"0,34 14 14 0,48 11-22 0,13 0-3 0,-12 0-2 0,-13 0 0 0,-35-12-1 0,-12-11 1 0,-25 11 0 0,-9 24 6 0,-14 47 1 0,36 36-3 0,12 2-3 0,36-39-2 0,-12-11-22 0,-11-34-54 0,-2-26 27 0</inkml:trace>
  <inkml:trace contextRef="#ctx0" brushRef="#br1">4918 12632 92 0,'0'24'10'0,"0"107"17"0,24 61-13 0,12 9-8 0,-60-71-1 0,-23-34-1 0,-13-60-4 0,48-72-52 0,35-10-40 0</inkml:trace>
  <inkml:trace contextRef="#ctx0" brushRef="#br1">5323 12954 120 0,'-23'-12'14'0,"23"-1"10"0,35 2-17 0,49-1-6 0,-14 12-7 0,-34 0-24 0,-23 12-51 0,-13-1 44 0</inkml:trace>
  <inkml:trace contextRef="#ctx0" brushRef="#br1">5346 13084 74 0,'0'0'0'0,"-106"37"41"0,82-13-10 0,84-24-23 0,83-11-6 0,11-2 0 0,-106 1-7 0,-60 0-114 0</inkml:trace>
  <inkml:trace contextRef="#ctx0" brushRef="#br1">6478 12656 72 0,'0'-35'38'0,"0"12"14"0,0 46-23 0,0 72-13 0,-12 24-7 0,24-12-4 0,0-24 1 0,-12-47-2 0,0-24 2 0,-12-48-2 0,0-22 0 0,12-15-6 0,-11 2 5 0,11-36-4 0,-12-23 5 0,12 34-3 0,35 12 2 0,13 49-6 0,12 45 3 0,23 63-3 0,-23 34 3 0,-37-24 2 0,-70-11-1 0,-60-26-2 0,11-33-12 0,72-13-63 0,36 0-46 0</inkml:trace>
  <inkml:trace contextRef="#ctx0" brushRef="#br1">7145 12406 44 0,'-12'-13'28'0,"12"-8"-2"0,-13 8 6 0,13 1-13 0,13 12 1 0,-26 0-2 0,-8 71-13 0,-28 48-1 0,1 47-1 0,25 14 0 0,34-61-2 0,49-24 1 0,10-37-2 0,-21-33 5 0,-26-13 3 0,-23 1 0 0,0-13-5 0,-11-25-2 0,-1-10-30 0,12 35-106 0,0 0 88 0</inkml:trace>
  <inkml:trace contextRef="#ctx0" brushRef="#br1">7407 12621 57 0,'0'0'8'0,"-24"-23"19"0,24 10 2 0,0 13-21 0,-12 0 0 0,12 47 1 0,0 24-1 0,-11 25-4 0,-1-37-2 0,12-11-1 0,12-25 1 0,-1-10 0 0,1-26 0 0,12-21-1 0,0-14 0 0,0 0-1 0,-1 13 0 0,2 24 1 0,-14 45-1 0,25 14-1 0,0-12 1 0,12-24 1 0,-25-37 0 0,0-34 4 0,-10-12-2 0,-37 12-2 0,-1 22-9 0,15 26-30 0,20-1-43 0,3 1 36 0</inkml:trace>
  <inkml:trace contextRef="#ctx0" brushRef="#br1">7741 12383 38 0,'0'-11'38'0,"0"-50"-8"0,35 38-3 0,25 82-19 0,-1 96 0 0,-11 35-1 0,-36-11 0 0,-36-60 1 0,-23-48-1 0,-1-35-5 0,24-24-1 0,12-12-17 0,12-12-65 0,0-12 12 0</inkml:trace>
  <inkml:trace contextRef="#ctx0" brushRef="#br1">8431 12656 136 0,'-12'-12'19'0,"1"12"16"0,-1 0-18 0,24 0-5 0,-12 12-5 0,0 1 0 0,0-13-5 0,-12 11 1 0,12-11-4 0,0 0 4 0,0 0-1 0,0 0 0 0,0 0-2 0,0 0 1 0</inkml:trace>
  <inkml:trace contextRef="#ctx0" brushRef="#br1">8705 12418 75 0,'0'-25'22'0,"0"15"7"0,-13-14 2 0,13 24-18 0,0 24 2 0,0 23-8 0,-11 25 0 0,0 11-2 0,11 1-1 0,0-13-1 0,-13-12 0 0,2-23 0 0,-1 0 0 0,12-24-1 0,0 0-1 0,23-12 1 0,25 0-1 0,24-12 0 0,-1 12-2 0,-23 0 0 0,-12 0 1 0,-25 0-14 0,-11-12-54 0,12 12-45 0</inkml:trace>
  <inkml:trace contextRef="#ctx0" brushRef="#br1">8670 12644 113 0,'0'0'13'0,"0"-23"4"0,47-13 19 0,25 24-26 0,-1 12-3 0,-35 0-5 0,-23 0-2 0,-13-12-28 0,0 12-45 0,-13-13-8 0</inkml:trace>
  <inkml:trace contextRef="#ctx0" brushRef="#br1">8658 12359 58 0,'-24'-24'13'0,"36"-12"25"0,34 25-18 0,26-2-7 0,-12 1-7 0,-12 0-2 0,-24 12-7 0,0 0-62 0,-12 0-15 0</inkml:trace>
  <inkml:trace contextRef="#ctx0" brushRef="#br1">9420 12156 46 0,'0'-35'8'0,"12"-1"22"0,0 13-1 0,-12 10-11 0,-24 37-8 0,-36 36-3 0,-12 70-4 0,13 37-2 0,11 12-1 0,72-35 2 0,23-39-2 0,14-45 0 0,-38-24 2 0,-11-36 5 0,-12 0-2 0,0-12-5 0,12-12-44 0,12 12-61 0</inkml:trace>
  <inkml:trace contextRef="#ctx0" brushRef="#br1">20518 14526 61 0,'-25'-23'14'0,"-34"10"13"0,48-11-4 0,58 0-18 0,73 12-3 0,35 1 1 0,-37 11-2 0,-58 0 2 0,-72 0 2 0,-71 11-4 0,-60 1 0 0,24-1 0 0,71 2 0 0,60-13-7 0,119 12-75 0,-107-12 37 0</inkml:trace>
  <inkml:trace contextRef="#ctx0" brushRef="#br1">23079 14430 41 0,'-84'-11'14'0,"1"-1"16"0,23 0-2 0,35-1-14 0,38 2-9 0,47-12-4 0,46 23-2 0,-10 0 1 0,-49 0 2 0,-47 0 3 0,-47 11-2 0,-60 1-2 0,-36-12 3 0,25 0-3 0,69 11 0 0,37-11-1 0,73 0 1 0,32 0-2 0,4 0-1 0,-26 0 1 0,-60 0 2 0,-34-11 0 0,-26-1 0 0,15 12 1 0,10 0-3 0,24 12 1 0,-12-1-1 0,12 2-2 0,0-13-5 0,0 0-44 0,0 12 17 0,0-12-11 0</inkml:trace>
  <inkml:trace contextRef="#ctx0" brushRef="#br1">9622 12454 10 0,'-12'0'8'0,"-1"0"4"0,2-11 1 0,0 11 9 0,-1 0-4 0,0-13-2 0,24 1-3 0,22 12-4 0,27 0-4 0,-14 25-1 0,-35-2-2 0,-35 13 3 0,-38 10-3 0,25 4-2 0,36-16 0 0,49 26 1 0,10 1-1 0,-35-27 0 0,-71-10 5 0,-25-11-4 0,13-2-6 0,59-11-60 0,12 12-2 0</inkml:trace>
  <inkml:trace contextRef="#ctx0" brushRef="#br1">9944 12858 72 0,'12'25'44'0,"10"10"-31"0,-22 13-3 0,-34 11-7 0,-26-23-4 0,1-24-38 0,46-12-59 0</inkml:trace>
  <inkml:trace contextRef="#ctx0" brushRef="#br1">10229 12703 94 0,'12'-47'12'0,"-12"35"-7"0,-23 48 6 0,-2 48-4 0,14-1-1 0,47-47 0 0,23-48 0 0,13-60 0 0,-37-24 0 0,-47 37-4 0,-47 36-32 0,11 23-89 0</inkml:trace>
  <inkml:trace contextRef="#ctx0" brushRef="#br1">10502 12275 125 0,'36'60'2'0,"36"107"6"0,-12 23-4 0,-36-24-2 0,-35-58 1 0,-38-49 4 0,2-59-5 0,11-35-51 0,36 24-27 0</inkml:trace>
  <inkml:trace contextRef="#ctx0" brushRef="#br1">11385 12669 132 0,'-36'-13'14'0,"23"13"13"0,38-24-4 0,46 13-16 0,12 11-2 0,13 0-3 0,-13 0 0 0,-23-12-8 0,-36 12-53 0,-14-11-74 0</inkml:trace>
  <inkml:trace contextRef="#ctx0" brushRef="#br1">11611 12430 128 0,'-23'0'13'0,"10"95"20"0,1 36-8 0,24 0-21 0,1-47-2 0,-13-37-50 0,11-36-68 0</inkml:trace>
  <inkml:trace contextRef="#ctx0" brushRef="#br1">12278 12490 76 0,'0'-36'48'0,"0"25"0"0,0 58-26 0,0 48-10 0,0 0-5 0,0-22-2 0,0-52 0 0,0-92 4 0,-12-34-7 0,12-27 0 0,0 13-1 0,12 35-1 0,12 49-3 0,11 35 2 0,12 83 1 0,-11-1 1 0,-36-21-1 0,-47-13 0 0,-24-25-19 0,23-23-70 0,48 0-10 0</inkml:trace>
  <inkml:trace contextRef="#ctx0" brushRef="#br1">12956 12037 120 0,'24'-46'22'0,"-48"67"4"0,-83 123 4 0,-24 59-20 0,84-14-3 0,69-45-5 0,63-49-1 0,9-47-45 0,-58-48-79 0</inkml:trace>
  <inkml:trace contextRef="#ctx0" brushRef="#br1">13217 12383 109 0,'0'-11'18'0,"0"-2"-8"0,-22 13 21 0,-26 24-15 0,-23 23-3 0,12 25-4 0,34 11-5 0,37-36-3 0,48-10 1 0,47-37-1 0,-12 0-5 0,-36-25-44 0,-35 2-87 0</inkml:trace>
  <inkml:trace contextRef="#ctx0" brushRef="#br1">13409 12156 122 0,'0'0'0'0,"-13"-47"31"0,38 59-16 0,46 118-2 0,35 85-6 0,-70-25-2 0,-59-47 8 0,-48-71-6 0,11-48-3 0,37-61-16 0,34-10-67 0,25 23-18 0</inkml:trace>
  <inkml:trace contextRef="#ctx0" brushRef="#br1">14040 12573 189 0,'0'0'0'0,"-25"-48"19"0,25 48-13 0,0-11-3 0,13 22-25 0,-1 1-149 0</inkml:trace>
  <inkml:trace contextRef="#ctx0" brushRef="#br1">14564 12251 109 0,'0'-34'62'0,"-12"21"-50"0,12 37 3 0,-13 70-9 0,-10 14 2 0,0-1-2 0,12-46-1 0,11-15-3 0,34-10 0 0,14-24-1 0,12-1 0 0,-2-11-1 0,3-11-2 0,-14-1-30 0,-23-24-70 0,-24 36 48 0</inkml:trace>
  <inkml:trace contextRef="#ctx0" brushRef="#br1">14528 12477 132 0,'0'0'0'0,"-23"-23"23"0,46 12 0 0,49-2-16 0,10 1-4 0,2 0-3 0,-36-1-52 0,-48 3-63 0</inkml:trace>
  <inkml:trace contextRef="#ctx0" brushRef="#br1">14575 12288 84 0,'-36'-13'43'0,"13"-22"0"0,23-1-18 0,48 12-21 0,47 0-4 0,24 12-2 0,-11 12-54 0,-13 0-53 0</inkml:trace>
  <inkml:trace contextRef="#ctx0" brushRef="#br1">15314 12012 89 0,'12'-10'25'0,"0"-38"21"0,-12 35-7 0,-71 74-32 0,-61 93 0 0,49 37-5 0,83-1 2 0,72-35-3 0,35-36 1 0,-12-95 1 0,-47-24-1 0,-24-24-175 0</inkml:trace>
  <inkml:trace contextRef="#ctx0" brushRef="#br1">15600 12418 125 0,'0'-25'2'0,"-36"-33"0"0,23 45 18 0,3 26 4 0,-26 45-9 0,12 51-8 0,12-38-3 0,36-35-1 0,47-36 1 0,1-72-1 0,-25-11 1 0,-47 1-1 0,-47 45-2 0,-13 37-10 0,13 12-54 0,35 13-65 0</inkml:trace>
  <inkml:trace contextRef="#ctx0" brushRef="#br1">15922 12561 117 0,'10'37'27'0,"-10"34"6"0,-46-37-11 0,-2 3-17 0,-11-13-10 0,35-35-71 0,24-2-3 0</inkml:trace>
  <inkml:trace contextRef="#ctx0" brushRef="#br1">16231 12322 150 0,'0'0'0'0,"25"-47"31"0,-25 71-19 0,0 60-4 0,-13-1-6 0,13-24-8 0,13-23-90 0,-13-36 18 0</inkml:trace>
  <inkml:trace contextRef="#ctx0" brushRef="#br1">16505 12025 157 0,'12'0'29'0,"48"142"-26"0,-2 38 14 0,-69-2-10 0,-108-11-3 0,-37-48-6 0,38-35-95 0,106-73 25 0</inkml:trace>
  <inkml:trace contextRef="#ctx0" brushRef="#br1">6598 13657 28 0,'-12'-12'31'0,"-24"0"9"0,12-12-9 0,0 12-9 0,24 12-7 0,12 0-10 0,60 0 0 0,-1 0-2 0,-23 0-1 0,-14 0-1 0,-9 0 0 0,-14-11-44 0</inkml:trace>
  <inkml:trace contextRef="#ctx0" brushRef="#br1">6419 13787 89 0,'-36'0'20'0,"24"0"8"0,60 0-22 0,47 0-4 0,0 0-1 0,-35-12 4 0,-48 1 14 0,0-1-9 0,-24 12-8 0,12 0-2 0,0 23-128 0</inkml:trace>
  <inkml:trace contextRef="#ctx0" brushRef="#br1">17648 13823 10 0,'0'0'15'0,"0"12"18"0,0-12-15 0,0 0-4 0,0 0 41 0,0 0-47 0,0-12-2 0,12 1-2 0,-12-2 0 0,12 1 1 0,0 0 0 0,12 1 1 0,0-1-1 0,-1 1-1 0,-11-2 0 0,12 13-3 0,12 24 0 0,-12 23-1 0,0 0 1 0,-24 3 1 0,-12-4 1 0,-12-10-2 0,-1-13 1 0,-11-23 1 0,36 0-3 0,-23 0 2 0,23 0-1 0,0 0-2 0,36 13 0 0,12 45 1 0,-12 3 0 0,-36-1 0 0,-12-13 1 0,-48-35 1 0,1 0 0 0,23-12 2 0,12-12 1 0,0 0-2 0,12 12-1 0,12-13-1 0,24 2-44 0,12 11-108 0</inkml:trace>
  <inkml:trace contextRef="#ctx0" brushRef="#br1">17636 14978 53 0,'0'-12'11'0,"0"-12"28"0,-12 24-21 0,12 47-2 0,-12 49-5 0,1 11-4 0,-1-34 0 0,-1-39 2 0,13-22 6 0,-11-47-4 0,22-60-7 0,14-26-2 0,10 16-1 0,-23 21 5 0,0 60 2 0,-24 0-5 0,12 48-3 0,-12 71 1 0,0 13-1 0,12-14 1 0,0-34 0 0,0-36 1 0,0-37 4 0,0-58-4 0,0-23 0 0,24 22-1 0,-24 49-2 0,0 23 0 0,-12 47 1 0,12 24 0 0,-12 0-1 0,12-23 1 0,0-25 1 0,-12-34 1 0,12-36-1 0,0 11-1 0,-11 12 0 0,11 12 1 0,-12 0-2 0,-12 12 0 0,12 0-99 0,12 0 23 0</inkml:trace>
  <inkml:trace contextRef="#ctx0" brushRef="#br1">7383 13490 33 0,'0'-25'37'0,"0"2"-15"0,12-1-2 0,-12 0 3 0,12 13-7 0,12 11-9 0,36 11-3 0,-1 37-2 0,-11 0 1 0,-60-2 8 0,-37 4 1 0,3-27-8 0,33-12-3 0,26 14 0 0,-1-13-10 0,-1 11-39 0,-47 1-67 0</inkml:trace>
  <inkml:trace contextRef="#ctx0" brushRef="#br1">7145 13871 100 0,'-12'0'7'0,"-11"-12"30"0,58-12-12 0,96 1-19 0,37 10-3 0,-38 1 1 0,-60 0 2 0,-57 1 0 0,-1-1-4 0,-24 24-55 0,12 11-38 0</inkml:trace>
  <inkml:trace contextRef="#ctx0" brushRef="#br1">7312 14014 27 0,'0'-13'32'0,"12"-10"3"0,-1-13-14 0,2 24 2 0,-13-1-4 0,12 3-11 0,-12 20-5 0,11 15 2 0,-11 0 0 0,12 9 0 0,-12-21 0 0,0 22-1 0,0-23-3 0,12 12-3 0,12-12 4 0,-12 0 0 0,12-12 1 0,-1-24-2 0,2 11 5 0,-2-10-5 0,1-12 1 0,0 11-2 0,-12 24 2 0,-12 24 0 0,-12 47 1 0,12 24-2 0,-12-23 2 0,12-26 0 0,0-21 1 0,0-25 2 0,0-25-3 0,0 15-37 0,-25-14-127 0</inkml:trace>
  <inkml:trace contextRef="#ctx0" brushRef="#br1">7348 13741 43 0,'0'0'21'0,"-24"-13"17"0,60 13-18 0,11 24-14 0,1-12-1 0,0-1-87 0</inkml:trace>
  <inkml:trace contextRef="#ctx0" brushRef="#br1">8204 13597 37 0,'0'-24'53'0,"0"0"-17"0,13 24-21 0,-1 0 1 0,24 24-6 0,-13 36 1 0,13-2-5 0,-11-8-1 0,-2-16-1 0,-12-22 0 0,2 0 1 0,-13-12-15 0,-13-24-59 0,13 13-13 0</inkml:trace>
  <inkml:trace contextRef="#ctx0" brushRef="#br1">8419 13561 51 0,'0'0'14'0,"0"-25"35"0,-36 62-25 0,-11 58-2 0,-1 1-8 0,13-25-2 0,11-35-5 0,24-24 0 0,-12-12-2 0,12 0 0 0,0-12-43 0,12 12-87 0</inkml:trace>
  <inkml:trace contextRef="#ctx0" brushRef="#br1">8860 13573 56 0,'0'0'16'0,"0"-24"20"0,0 11-12 0,0 3-5 0,-24 10-6 0,0 10-2 0,-11 40-2 0,11-3-2 0,12 0-2 0,12 1-3 0,12-1 0 0,24-10-1 0,-1-14 1 0,13-12 1 0,0-22-1 0,-13-1 0 0,1-12-2 0,-12-11 2 0,0-1-1 0,-12-1 0 0,-12 14 0 0,0-12 0 0,-12-1-1 0,-12-12 1 0,0 14-1 0,-1 21 3 0,-9 13-3 0,-14 13 1 0,-12 8-1 0,48 16-41 0,0-13-76 0</inkml:trace>
  <inkml:trace contextRef="#ctx0" brushRef="#br1">9789 13691 29 0,'0'0'24'0,"-24"-23"4"0,12 12-12 0,0 11 6 0,0 11-4 0,0-11 3 0,36-11 7 0,47-13-24 0,-12 24-1 0,2 0-1 0,-25 12 3 0,-1-12-3 0,1-12 1 0,-12-1-2 0,-24 13 0 0,0 13-14 0,-24 11-50 0,12-13-26 0</inkml:trace>
  <inkml:trace contextRef="#ctx0" brushRef="#br1">9908 13490 44 0,'0'-12'16'0,"24"-12"28"0,-24 24-14 0,0 72-1 0,-12 35-10 0,0-12-9 0,24-36-5 0,0-23 1 0,-12-24-1 0,24-35 1 0,-24 10-48 0,12 13-77 0</inkml:trace>
  <inkml:trace contextRef="#ctx0" brushRef="#br1">10837 13264 89 0,'0'-36'18'0,"0"24"21"0,-12 60-20 0,0 59-5 0,12 0-5 0,12-12-4 0,-12-35-1 0,0-36-20 0,-24-1-117 0</inkml:trace>
  <inkml:trace contextRef="#ctx0" brushRef="#br1">10551 13764 87 0,'0'0'5'0,"-36"0"29"0,23 11-11 0,62 1-6 0,58-12-11 0,24-12-2 0,-47 12 2 0,-49-23 4 0,-11 12-6 0,-1 11-3 0,-10 23-24 0,-26 25-103 0</inkml:trace>
  <inkml:trace contextRef="#ctx0" brushRef="#br1">10551 14085 44 0,'0'0'0'0,"0"-24"37"0,12 1-6 0,12 11-4 0,-12 0-6 0,-1 12-7 0,-11-13-8 0,0 26-4 0,12-1 0 0,-12 34 0 0,0 4-2 0,-12-16 2 0,24-10 0 0,0-11-1 0,12 10 1 0,24-23 1 0,-24-23-1 0,11-2 0 0,-11 2 0 0,0-13-2 0,-12-1 3 0,0 14-3 0,12 12 0 0,-24-1 0 0,12 12 1 0,-12 12-3 0,0 35 2 0,-12 1 0 0,0 23 1 0,12-11 0 0,-12-26 3 0,12-9-2 0,0-13 0 0,0-12 2 0,0 0-3 0,0-12-12 0,0 0-126 0,0 12 89 0</inkml:trace>
  <inkml:trace contextRef="#ctx0" brushRef="#br1">11492 13549 49 0,'0'-13'31'0,"12"3"-5"0,-1-1-7 0,1-2-6 0,24 13-6 0,-11 24 1 0,9 11-2 0,-9 13 0 0,-2-12-2 0,1 10 2 0,0-9-1 0,0-13-1 0,-12-24 2 0,0 0-2 0,0-11-14 0,-12-2-45 0,-12 1-39 0</inkml:trace>
  <inkml:trace contextRef="#ctx0" brushRef="#br1">11754 13465 34 0,'0'0'25'0,"0"0"11"0,-12 0-22 0,-24 61 10 0,-12 10-6 0,12-23-5 0,2-2-5 0,9-9-2 0,1-13-2 0,12-1-1 0,0-11-1 0,1-12 2 0,11 0 0 0,0 0-8 0,0-12-59 0,11 1-27 0</inkml:trace>
  <inkml:trace contextRef="#ctx0" brushRef="#br1">12063 13490 51 0,'0'-25'36'0,"12"2"-6"0,-12 23-13 0,-12 12-7 0,-12 24 2 0,13 10-6 0,-1 15-3 0,24-25-1 0,-1-1 0 0,25-12 0 0,-12 2 0 0,12-13 1 0,0-12-1 0,-2-37 2 0,-9 3-2 0,-1 10-1 0,-12-23 0 0,-12-3 0 0,0 16 1 0,-12-3 1 0,-12 14-1 0,-1 12 0 0,-9 11-2 0,-2 0 2 0,12 11-2 0,-24 25 1 0,24 1-10 0,13-16-55 0,11-21-40 0</inkml:trace>
  <inkml:trace contextRef="#ctx0" brushRef="#br1">12647 13515 83 0,'0'0'8'0,"-12"0"34"0,12-13-17 0,24 13-14 0,46 0 0 0,-9-12-5 0,-2 0-2 0,-23-1-4 0,-13 13 1 0,25 0-1 0,-12 0-7 0,-24 13-29 0,-24 11-74 0</inkml:trace>
  <inkml:trace contextRef="#ctx0" brushRef="#br1">12671 13680 63 0,'0'0'9'0,"-36"0"17"0,36 0-1 0,0 0 0 0,58 0-10 0,14 0-6 0,-1-12-4 0,-22 1-3 0,-1 11-8 0,-13 11-85 0,-11-11 43 0</inkml:trace>
  <inkml:trace contextRef="#ctx0" brushRef="#br1">13468 13478 33 0,'0'0'19'0,"12"-24"19"0,-12 1-8 0,0 23-5 0,0 0-10 0,-12 0-5 0,-11 11-4 0,-1 37-2 0,12-12-1 0,12 11-1 0,0 0 0 0,23-10-1 0,2-14 1 0,-2-12 1 0,25-11-2 0,1 0 1 0,-15 0 0 0,-11-11-1 0,2-12 0 0,-1-1 0 0,-12 0 0 0,0 1 0 0,0-27 0 0,-12 16-1 0,0-3 1 0,-12 3 0 0,0-3 0 0,0 3 1 0,-12 21 1 0,-1 1-1 0,-11 0-1 0,2 12 0 0,-14 12 0 0,12 13-1 0,1 9 1 0,-14 14-1 0,-22 25-22 0,12-15-145 0</inkml:trace>
  <inkml:trace contextRef="#ctx0" brushRef="#br1">2477 12573 130 0,'0'-25'8'0,"0"14"7"0,-12 83 20 0,-1 35-23 0,26 12-8 0,-1-36-3 0,12-11-16 0,-24-37-74 0,-13-35 26 0</inkml:trace>
  <inkml:trace contextRef="#ctx0" brushRef="#br1">2370 12443 94 0,'-95'23'50'0,"0"84"-17"0,58 48-22 0,62 12-11 0,70-12 2 0,36-60-5 0,-12-60 4 0,-1-81-3 0,-9-75 2 0,-50-45 0 0,-59-49 5 0,-72 37 5 0,-24 96 5 0,-10 69-12 0,12 60-5 0,9 72-54 0,61-35-60 0</inkml:trace>
  <inkml:trace contextRef="#ctx0" brushRef="#br1">13396 14133 78 0,'0'-11'4'0,"-58"-14"15"0,22-11 16 0,23 24-16 0,73 1-14 0,48 11-2 0,33 0-1 0,-32 11 1 0,-50-22 0 0,-48-1 0 0,2 24-25 0,-26 35-46 0,-10-47 7 0</inkml:trace>
  <inkml:trace contextRef="#ctx0" brushRef="#br1">13409 14240 55 0,'-120'12'24'0,"38"-12"7"0,70-12-11 0,83-1-12 0,72 2 0 0,25 11-2 0,-86-12 2 0,-58 1-1 0,-24-2-3 0,0 13-26 0,0 13-68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8909 10132 95 0,'0'0'0'0,"-13"-59"14"0,13 47-7 0,0 24 16 0,13 35-5 0,-2 13-7 0,24-1-2 0,-11 14-5 0,12-39-2 0,0-22 2 0,-1-12 2 0,49-23-1 0,11-37-1 0,24 13-1 0,0 10 1 0,-36 3-1 0,-47 34-2 0,-36 0-58 0,11 11-47 0</inkml:trace>
  <inkml:trace contextRef="#ctx0" brushRef="#br0">8122 13775 30 0,'0'0'40'0,"0"0"6"0,0-11-26 0,12 11-6 0,-12 0-6 0,23 11 0 0,-12 13-4 0,14 23-1 0,-1 3 0 0,-12-4-1 0,12-10 0 0,-12 0 0 0,-12-12 1 0,11-1-1 0,1-12 1 0,12-22 0 0,24-12-1 0,0-14 0 0,35-22-2 0,-25 24 1 0,-9-1 0 0,-13 11-1 0,-13 2 1 0,1-1-1 0,0 12-18 0,-1 12-100 0</inkml:trace>
  <inkml:trace contextRef="#ctx0" brushRef="#br0">6358 12835 53 0,'-34'0'27'0,"-14"-11"3"0,0-14 10 0,25 13-17 0,23 12-14 0,46 0 0 0,61-13-4 0,49 13 0 0,-13 13-2 0,-48-13 1 0,-36 12 0 0,-10-24-1 0,-14 12-1 0,-23 0-1 0,-1-13-19 0,2 13-39 0,-13 13-44 0</inkml:trace>
  <inkml:trace contextRef="#ctx0" brushRef="#br0">6264 12883 100 0,'-71'12'20'0,"35"-1"3"0,24-11-4 0,82 0-5 0,62-11-2 0,47-13-6 0,-24 24-2 0,-61-13 3 0,-33 2 0 0,-26-1-2 0,-35-12-3 0,0 24-21 0,0 0-118 0</inkml:trace>
  <inkml:trace contextRef="#ctx0" brushRef="#br0">3835 16371 0 0,'0'0'0'0,"12"0"45"0,-24 0-3 0,0 0-10 0,12-13-6 0,-12 2-6 0,12 11-11 0,36 0-4 0,23 0 0 0,37-12-2 0,23 12-2 0,-12 0 2 0,-48 0-2 0,-11 0 0 0,-24-11 0 0,0-1 1 0,-2 0-13 0,-22 12-36 0,0 0-75 0</inkml:trace>
  <inkml:trace contextRef="#ctx0" brushRef="#br0">3871 16502 44 0,'0'0'0'0,"-48"-12"53"0,12 24-22 0,36-12-15 0,0 0-4 0,60-12-1 0,35 1-4 0,23-14-1 0,-10 13-3 0,-24 12-1 0,-38 0 0 0,3-11 1 0,-25 11 0 0,0-12-1 0,-24 12 2 0,10 0-2 0,-10-11-5 0,-10-2-47 0,-2 1-90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3561 12979 88 0,'-25'-13'11'0,"25"13"9"0,72 0 1 0,83-24-10 0,12 11-3 0,-37-10 2 0,-94 23-2 0,-36 0-4 0,-23 0-9 0,-1 23-123 0</inkml:trace>
  <inkml:trace contextRef="#ctx0" brushRef="#br0">26603 13859 255 0,'0'0'0'0,"-13"0"0"0,-57 24 0 0,-85 0 0 0,-24-1 0 0,-179-11 0 0,-130-47 0 0,-190 24 0 0</inkml:trace>
  <inkml:trace contextRef="#ctx0" brushRef="#br0">26413 14859 255 0,'0'0'0'0</inkml:trace>
  <inkml:trace contextRef="#ctx0" brushRef="#br0">26305 14264 255 0,'0'0'0'0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7789 4928 7 0,'0'-11'32'0,"11"-1"-9"0,-11 24-3 0,0 12-4 0,-11 0-4 0,45-36 1 0,62-36-9 0,59-11-2 0,24 23-74 0,-156 36 34 0</inkml:trace>
  <inkml:trace contextRef="#ctx0" brushRef="#br0">9109 5667 47 0,'-11'-11'24'0,"-1"-1"-6"0,84-36-14 0,58 12-4 0,-22 24-63 0</inkml:trace>
  <inkml:trace contextRef="#ctx0" brushRef="#br0">9526 6596 59 0,'-23'-12'9'0,"-1"-24"14"0,71-10-17 0,60-4-4 0,25 50-71 0</inkml:trace>
  <inkml:trace contextRef="#ctx0" brushRef="#br0">8800 7251 37 0,'-11'-12'16'0,"11"0"-6"0,35-24 8 0,37 1-9 0,23 11-25 0,-47 24-47 0</inkml:trace>
  <inkml:trace contextRef="#ctx0" brushRef="#br0">9109 8049 24 0,'0'0'24'0,"-11"0"-19"0,22-12 15 0,14-24 0 0,22 0-10 0,49-11-95 0</inkml:trace>
  <inkml:trace contextRef="#ctx0" brushRef="#br0">7657 4928 11 0,'23'-11'37'0,"-10"11"-12"0,-13-12-6 0,0 12-14 0,0 0-4 0,23 12 0 0,2 36-1 0,10-12 2 0,-11-1-2 0,-12 1 1 0,-12-12 1 0,0-24 5 0,0-13-1 0,47-34-5 0,13 0 0 0,36-1-2 0,-14 12 2 0,2-12-2 0,0 25 0 0,-37-1 1 0,-35 0-1 0,-12 24 1 0,0 12-2 0,36 24-74 0</inkml:trace>
  <inkml:trace contextRef="#ctx0" brushRef="#br0">8884 5477 25 0,'0'0'34'0,"12"-13"-10"0,1 2-10 0,-2 11-3 0,-11 11-7 0,23 14-3 0,0 21 1 0,-10 4 1 0,-1-16-3 0,0 26 4 0,0-12 1 0,0-12 0 0,-12-25-1 0,12 1 0 0,12-12 1 0,11-23-2 0,25 0-1 0,23-27-2 0,24 4 1 0,12-13-1 0,-11 34 0 0,-50-10 0 0,-22 24 1 0,-11-14 0 0,-25 13 0 0,0-1 0 0,-12 2 0 0,-1 11-2 0,2 11-37 0,22-11-24 0</inkml:trace>
  <inkml:trace contextRef="#ctx0" brushRef="#br0">6394 7501 67 0,'-58'-36'7'0,"-14"11"0"0,13 15 15 0,23 10-3 0,12-11-4 0,24 11-6 0,70-13-5 0,98 1 2 0,118-13 0 0,95 25-3 0,36 0-3 0,-25 13 1 0,-70 24-1 0,-95-16 0 0,-108-8 2 0,-107-13 4 0,-48-23-2 0,-71-1-3 0,-85 0 1 0,-57 24 0 0,-62 0-1 0,-34 12 0 0,25 0 0 0,70 12 0 0,71-14-1 0,36 3 3 0,60-13-2 0,23 0-1 0,47-13 0 0,2 13 0 0,58-10-1 0,60-14 1 0,120 0-3 0,106 11 2 0,73 13 0 0,-1 0 2 0,-36 13 0 0,-107-13-2 0,-96 0 2 0,-118 0 1 0,-48-13 2 0,-25 2-3 0,-21 11-1 0,-14 11-168 0</inkml:trace>
  <inkml:trace contextRef="#ctx0" brushRef="#br0">19101 12002 54 0,'0'-11'1'0,"0"-62"8"0,36 14 14 0,-12 23-13 0,-24 60-9 0,10 36-1 0,3-26 4 0,46-57 4 0,73-59-5 0,22-2-1 0,2 0-2 0,-74 37-3 0,-33 36 1 0,-2 11-1 0,-36 58-9 0,-11-45-65 0</inkml:trace>
  <inkml:trace contextRef="#ctx0" brushRef="#br0">11909 11715 0 0,'0'0'0'0,"-13"-47"0"0,13 10 0 0,0 27 0 0,13 10 0 0,9 35 0 0,27 37 0 0,-26-25 0 0,13-11 0 0,24-36 0 0,35-36 0 0,36-35 0 0,-12 23 0 0,-36-11 0 0,-23 22 0 0,-36 14 0 0,-12-1 0 0,-12 12 0 0,12 12 0 0,0 0 0 0,0 0 0 0,0 0 0 0,0-12 0 0,-2 12 0 0,3-11 0 0,-1 11 0 0,-12-12 0 0,11 12 0 0,2-11 0 0,-13 11 0 0,0 34 0 0,0-22 0 0</inkml:trace>
  <inkml:trace contextRef="#ctx0" brushRef="#br0">16684 15822 34 0,'0'0'0'0,"-13"-10"25"0,13 33-15 0,0 1-5 0,36 12-1 0,36-36 2 0,95-83 3 0,166-72-31 0,-261 119-18 0</inkml:trace>
  <inkml:trace contextRef="#ctx0" brushRef="#br0">20828 16014 108 0,'0'-24'2'0,"-60"-35"4"0,84 0 3 0,190-37-7 0,275-11-27 0,-394 95-28 0</inkml:trace>
  <inkml:trace contextRef="#ctx0" brushRef="#br0">917 4655 18 0,'0'-24'37'0,"0"13"-27"0,12-12-1 0,12-2 0 0,-24 25-1 0,-24 0-4 0,-48 25-1 0,-34-2 0 0,22 12-3 0,25-11 2 0,47-12-1 0,12 12 0 0,12 13-1 0,-12 21 0 0,-12 2 1 0,0-2 0 0,-12 38-3 0,24 0 3 0,-12 22 0 0,0 14 1 0,0-13 1 0,12 24 2 0,0 23 0 0,0 2 1 0,0 21 0 0,0-34-3 0,0-13 0 0,24 13 0 0,-12 0 2 0,12-11-2 0,-12 22-2 0,-12-35 0 0,0-24 2 0,-12 13-1 0,12-1 1 0,0 11-1 0,0 2-1 0,0-13 0 0,0-23 0 0,-12-14 0 0,24-9 2 0,25-39-2 0,20 3 0 0,28-26 2 0,9-11-2 0,-22-11 1 0,-48-2 0 0,-11 13-2 0,-13 13-39 0,-25-2-66 0</inkml:trace>
  <inkml:trace contextRef="#ctx0" brushRef="#br0">8610 6678 33 0,'-36'-10'30'0,"-11"10"6"0,-1-11-15 0,12 11-2 0,24-13-3 0,36 1-10 0,48 12-1 0,71 12-1 0,47-12-2 0,36 0-1 0,-60 13 1 0,-58-13 1 0,-60 11 1 0,-36-11 5 0,-60 0-6 0,-72 0-2 0,-69 0 0 0,-50 10 1 0,25 3-1 0,47-13 0 0,84 0-1 0,47 0 1 0,48 12-2 0,71 0 1 0,108 1 2 0,59-13-1 0,12-25-3 0,-60 13 3 0,-94 12 0 0,-73 0 0 0,-35-13 4 0,-35 13-14 0,-25 37-138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20960 9489 52 0,'-13'-12'10'0,"1"-11"18"0,12 11-17 0,0-1-7 0,0 2 1 0,0-1 8 0,0-12-5 0,-24-13-1 0,12 3-2 0,-12-3-2 0,-11 14 1 0,-1-13 0 0,-12-10 2 0,0 9-2 0,-11 13-2 0,0-11 0 0,-13 10 0 0,1 2 0 0,-13-1-1 0,-11-13 0 0,0 3 0 0,-23 22 0 0,9-13 0 0,3 2 0 0,-26 23 1 0,12-11-1 0,2 11 1 0,-2 11-2 0,2 12 0 0,11 2 1 0,12 11-1 0,0-1-1 0,-1 13 4 0,1 0-3 0,11-1 0 0,25 24 0 0,-13 0 0 0,13-10-1 0,11-1 1 0,13 22 0 0,11-9 0 0,12-15 0 0,-1 39-1 0,13-26 2 0,13 0-1 0,23-12 1 0,11 12 1 0,25 1-2 0,-25-1 0 0,37-11 1 0,-1 11 1 0,23-23 1 0,3-1-2 0,-3 1 1 0,2 0-1 0,23-23 2 0,0-14-1 0,0-1 1 0,12-10-1 0,-1 13-3 0,1-26 4 0,-12-8-3 0,12 8 3 0,-24-24-3 0,11 14 0 0,13-1-2 0,-11-11 4 0,-25-13-2 0,-11 0 1 0,-14 0 1 0,-21 1-2 0,-15 0 0 0,-10-1 1 0,0-24-1 0,0 1 0 0,-24 0 2 0,0-1-3 0,-12 1 2 0,-12 0-1 0,-36 11 1 0,-11-12 1 0,0-11-1 0,-13 22 0 0,-23 15-1 0,-24-2-1 0,-37-11 1 0,-23-1-17 0,13 36-131 0</inkml:trace>
  <inkml:trace contextRef="#ctx0" brushRef="#br0">20304 10572 60 0,'-24'-11'10'0,"12"11"-10"0,-1 0 2 0,13-12 11 0,0 12 8 0,0 0 20 0,13 0-25 0,23 23-11 0,23 2-2 0,12 21 2 0,-12-9 0 0,38-13-2 0,-2 23-1 0,12 0 0 0,12 24 0 0,0-10 0 0,-12 10 2 0,24-11-1 0,-12 24-2 0,24-25 1 0,-23 0 1 0,-25-11 0 0,0-12 0 0,-24-12-1 0,-35-13 1 0,0 1-2 0,-24-24-1 0,-12-11-35 0,12-2-58 0,-12 25 40 0</inkml:trace>
  <inkml:trace contextRef="#ctx0" brushRef="#br0">21720 11097 109 0,'0'0'0'0,"-36"-23"25"0,36 23-6 0,13 0-2 0,-1 11 1 0,12 24-16 0,-1 13 1 0,25 0-1 0,0-14-1 0,-1 16 3 0,1-16-2 0,-24-9 0 0,-12-2-2 0,-12 0 2 0,-36 14 0 0,-35-24 2 0,-25 10-2 0,0-12-1 0,38 13 0 0,-2 0 1 0,35-12 2 0,2-1 1 0,10-11-2 0,13 0 0 0,49 0-119 0,-37 0 44 0</inkml:trace>
  <inkml:trace contextRef="#ctx0" brushRef="#br0">21876 12525 34 0,'-24'0'12'0,"0"0"5"0,24-11 18 0,-12 11-13 0,12 0-9 0,12-12-8 0,0 12-2 0,-12 0 1 0,25 0 0 0,32 0-1 0,28-12-1 0,58-1-1 0,11 13-1 0,1 0 0 0,0-11-1 0,-1 11 1 0,-10 11 4 0,-14-11-2 0,-23 0 1 0,-23 0-1 0,-48 0-1 0,-24-11 1 0,-12 11-5 0,-24 0-14 0,0 0-7 0,-47 11-14 0,-1-11-28 0</inkml:trace>
  <inkml:trace contextRef="#ctx0" brushRef="#br0">22054 12525 51 0,'-12'0'14'0,"-23"12"5"0,11-12 10 0,24 0-12 0,36 0-12 0,35 0-2 0,36 11 1 0,12-11 1 0,24 0-4 0,36 0 1 0,10 13-4 0,-21-13 1 0,-37 0 3 0,-36 0 5 0,-35 0-5 0,-13 0 2 0,-24 0-3 0,-10 0 1 0,-1 0 0 0,-12 0 1 0,0 0-1 0,0 0-3 0,0 0 2 0,0 0-1 0,0 0 2 0,-12 0-3 0,-1 0-28 0,2 0-81 0</inkml:trace>
  <inkml:trace contextRef="#ctx0" brushRef="#br0">19446 10454 65 0,'12'0'10'0,"12"-24"27"0,-24 0-3 0,0 1-12 0,-12-2-10 0,12 2-4 0,0 23-3 0,0 0-1 0,-36 11 1 0,-23 37-2 0,-48 25 0 0,0-2-1 0,-24 0 0 0,-1 13 1 0,2-2-1 0,11 2-1 0,35-13 0 0,0-11 0 0,1-13 0 0,23-23 1 0,13-11-1 0,12-2 0 0,23-11 0 0,0 0 1 0,12-11-1 0,0-26 0 0,24 1 0 0,-1-12-1 0,13 1 0 0,12 10 0 0,-13 3 1 0,-22 10-1 0,-2 0 0 0,1 12 0 0,-12 1 2 0,-12 22-4 0,-12 25 2 0,-23 22 1 0,11-8-2 0,12-3 1 0,-1 0-1 0,15-11 2 0,-2-11-2 0,12 9 1 0,-12-22 0 0,12-12 1 0,24 12-1 0,11-12 0 0,37 0 1 0,-1 0 0 0,24 0-2 0,-23 0-1 0,-36 0 3 0,-13 0-1 0,-23 13 0 0,0-13 2 0,12 0-2 0,-12-13-26 0</inkml:trace>
  <inkml:trace contextRef="#ctx0" brushRef="#br0">7622 11382 33 0,'-12'-23'39'0,"0"-13"-11"0,0 24 4 0,0 1-11 0,0-2-11 0,12 26-8 0,-12 34 3 0,-1 36-3 0,13 13 2 0,0 46-1 0,0 13-1 0,0 24 0 0,13-14-1 0,-13 15 1 0,12-13-2 0,-12-12 2 0,0 11 0 0,-12-22 0 0,12-2-1 0,0-11-1 0,0 0 1 0,-13 1 0 0,13-27 1 0,0 16-1 0,0-16 1 0,0 3-1 0,-11 10-2 0,11-22 1 0,0-12 1 0,0 35 0 0,0-12 0 0,11 60 1 0,-11-96-3 0,13-11 1 0,-13-2 1 0,0 3-2 0,-13-1 0 0,13-13 1 0,0-11 0 0,0-14 1 0,0 3-1 0,13-13 0 0,-1 12 1 0,24-12-1 0,0-1 0 0,35 2 1 0,24-13-1 0,12 0 1 0,36 0-1 0,24-13-1 0,24 13 1 0,11-11 1 0,12 11-1 0,1-12-1 0,11 12 2 0,12 0-1 0,12 12-3 0,24-12 2 0,24 0 2 0,11 0-3 0,25 0 2 0,34-12 0 0,2 1-1 0,23-2 2 0,-1 1-1 0,-22 12 1 0,-14 0-4 0,-21 12 5 0,22 1-1 0,1-13-1 0,10 0-1 0,24 0 2 0,-9-13 0 0,-14 1 2 0,-37 12-1 0,3 0 0 0,-2-12-2 0,0-1 2 0,1 3-1 0,-25 10 1 0,-35 0-2 0,-37 0 3 0,-33 10 1 0,-14-10 1 0,-35 13-1 0,-24-13-2 0,-24-13-2 0,-47-9-16 0,-72-14-73 0,-24 0-5 0</inkml:trace>
  <inkml:trace contextRef="#ctx0" brushRef="#br0">7680 11216 122 0,'-46'-12'11'0,"-2"-13"1"0,36 25 4 0,36 0-6 0,58-11 1 0,74 11-3 0,69-12-5 0,86-12 0 0,58-11 1 0,60 12-4 0,11 10 3 0,36 1-4 0,1 0 2 0,11 12-2 0,-12 0 1 0,13 0 2 0,-1 12-2 0,-24 0 0 0,-36 12 0 0,-11-12 3 0,0-1 2 0,-1 1-4 0,1 13-1 0,13-14 2 0,-25-11-1 0,-13 0-1 0,-47 12 2 0,-34-12 0 0,-37 11-2 0,-25 2 1 0,-10-13 0 0,-13 0-1 0,-35 0 0 0,-37 0 4 0,-35 0-4 0,0-13 1 0,-23 13-1 0,-1 0 0 0,-13 0 1 0,3 0 0 0,-14 0-2 0,1 0 2 0,-1 0-2 0,-35 13 1 0,-12 11 1 0,-12 0 0 0,11 23-2 0,0 13 1 0,2 23 0 0,-1 0-2 0,0 25 3 0,-1-1 0 0,-12 35-2 0,-11 25 0 0,0-24 3 0,-11 36-1 0,-12-1 2 0,-14 13-3 0,1-1 3 0,25 13-4 0,-24-1 5 0,23 1-3 0,-12 12 2 0,12-26-3 0,12-10 1 0,-24 0-1 0,0-14 1 0,12-10 1 0,12 0-1 0,12-11 1 0,-12-25-1 0,0-24 2 0,-24-24-2 0,1-48-1 0,-13-10 0 0,0-37 0 0,-35-36-205 0</inkml:trace>
  <inkml:trace contextRef="#ctx0" brushRef="#br0">19350 10430 61 0,'25'-36'26'0,"-1"0"-1"0,11 1-1 0,-35 11-5 0,0 0-1 0,0 24-6 0,-12 12-8 0,-47 36 3 0,-48 23 0 0,-12 24-1 0,-24 13-2 0,-12-13-4 0,-1 12 2 0,14-24 0 0,23-11 1 0,48-14-3 0,35-21 2 0,12-24-2 0,12-2 2 0,12-22 3 0,-13-2-3 0,13-47-2 0,25 1 1 0,-1-14-2 0,12 27 3 0,0-26-1 0,-1 25 1 0,-23 23-4 0,-1 12 4 0,-11 0-4 0,-11 49 4 0,-25 34-3 0,1 0-2 0,-13 13 4 0,24-13-1 0,-1-24 1 0,15 1-1 0,10-13 0 0,0-23-1 0,46-12 3 0,26-12-2 0,60 0 1 0,-1 1-2 0,-24 11 2 0,-48 0-2 0,-47 0 2 0,-12 0-6 0,11-48-101 0,2 12 14 0</inkml:trace>
  <inkml:trace contextRef="#ctx0" brushRef="#br0">19506 10358 53 0,'0'-23'15'0,"-11"11"-5"0,-14 12 5 0,-23 12 3 0,-47 59 1 0,-48 24-8 0,0 36-5 0,-11 1-3 0,-1-27 1 0,24 4-2 0,11-13 0 0,26-38-1 0,45-22 1 0,38-36 1 0,-1-23-1 0,24-25-1 0,12-25-1 0,12 15 0 0,-12-2 0 0,10 2 1 0,15 8-1 0,-14 16 1 0,-11-3 0 0,-12 26 0 0,-12 11 2 0,-12 0-3 0,-12 23 1 0,-11 36-3 0,-14 12 3 0,15 2-2 0,-3-14 3 0,26-11-2 0,11-23 1 0,0-2-1 0,24-12 2 0,34-11-3 0,38-23 3 0,-11 23-2 0,-15 0 0 0,-34 0 2 0,-24 0 1 0,-12-11-1 0,12-2-14 0,12-11-91 0,-14 11 51 0</inkml:trace>
  <inkml:trace contextRef="#ctx0" brushRef="#br0">18387 10775 32 0,'0'0'25'0,"0"0"-5"0,0-24-4 0,0 24-13 0,11 0 0 0,-11 0 0 0,0-12 27 0,0 12-28 0,0 0 14 0,0 0-10 0,0-12-3 0,13 1-2 0,-13 11 2 0,0-12 2 0,0 12 0 0,11-11-3 0,1 11-2 0,-1-13 1 0,-11 13 8 0,0 0-5 0,0 13-4 0,-11 10 1 0,-1 0-1 0,1 13-2 0,-13 12 2 0,0-2 0 0,12 4 0 0,-1-3 0 0,2-12-1 0,-1 1 2 0,12-12-1 0,-13 0 1 0,13-12-1 0,-11-1 0 0,11 13 1 0,0-24-1 0,-12 13 1 0,12-2-1 0,12-11 0 0,-1 0 1 0,2 0-1 0,23 0 1 0,11 0 0 0,25 0-1 0,11 0 0 0,1 0 0 0,-13 0 0 0,-11 0 0 0,-13 0 0 0,0 0 0 0,-22 0 0 0,-14 0 1 0,-11 0-1 0,0 0 0 0,0 0 0 0,0 12 1 0,0-12 0 0,0 0-1 0,-11 0 0 0,11 11 0 0,0-11 0 0,-12 0 1 0,12 0-1 0,0 0 1 0,-13 0-1 0,13 0 1 0,0 0-1 0,-11 0 0 0,11 0 0 0,0-11 0 0,0 11 1 0,0 0-2 0,0 0 2 0,0-12-4 0,0 12-22 0,0 0-46 0</inkml:trace>
  <inkml:trace contextRef="#ctx0" brushRef="#br0">15135 10501 105 0,'0'-23'2'0,"-11"12"0"0,22 22-3 0,2 96 15 0,-37 59 0 0,12-23-9 0,-1-118-4 0,2 69 4 0,-1-33-2 0,12-50 4 0,-24-47-1 0,-1-23-4 0,3 47-3 0,-2 58 0 0,12 27 1 0,60-38 1 0,23-22 1 0,0-38-15 0,-24-21-110 0</inkml:trace>
  <inkml:trace contextRef="#ctx0" brushRef="#br0">12908 10704 18 0,'0'-11'4'0,"0"-14"-1"0,13 0 7 0,-1 38 20 0,-12 82-9 0,0 48-13 0,35 12-11 0,1-72-61 0</inkml:trace>
  <inkml:trace contextRef="#ctx0" brushRef="#br0">11170 10727 143 0,'-24'12'-2'0,"-35"155"-11"0,59-36-45 0,11-107 13 0</inkml:trace>
  <inkml:trace contextRef="#ctx0" brushRef="#br0">9015 10704 154 0,'0'0'0'0,"-49"107"-13"0,74 12-84 0</inkml:trace>
  <inkml:trace contextRef="#ctx0" brushRef="#br0">20554 8775 45 0,'-24'-37'10'0,"0"14"3"0,24 0 1 0,12-2-3 0,0 14-2 0,0 22 7 0,-12 73-5 0,12-1-7 0,24-24-2 0,-1-46 2 0,72-97 2 0,48-58-3 0,-12 24-1 0,-71 68 1 0,-25 3-1 0,-11 12 0 0,23-13 0 0,-23 23-15 0,-24 25-31 0,-12 25-19 0</inkml:trace>
  <inkml:trace contextRef="#ctx0" brushRef="#br0">20542 8799 78 0,'-12'0'2'0,"-12"0"16"0,11 0-3 0,2 60-3 0,11 11-7 0,24-24 1 0,24-23-1 0,34-71 2 0,86-85-2 0,34-34-3 0,1 22-3 0,-48 50 2 0,-84 58 0 0,-35 11 5 0,-24 14 1 0,0-1-6 0,-12 12 0 0,0 0 0 0,10 12 0 0,3-12 0 0,-13 24-19 0,0-12-92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2322 3465 53 0,'-23'-24'4'0,"-13"12"-4"0,36 12 1 0,0-12 16 0,23-1-2 0,13 13-3 0,36-23-1 0,22 12-2 0,26-1-3 0,23 0-1 0,24-12-2 0,23 1-1 0,13-14 2 0,11 24-2 0,1-8-1 0,-2 8-1 0,14 1 2 0,-2 0-3 0,26-1 0 0,11 2-1 0,-11-1 1 0,-13 1-1 0,0 11 0 0,-13-13 2 0,2 13-2 0,0 0 1 0,-12 0-1 0,-15 0 2 0,-8-12-1 0,-24 12 1 0,-15 12 0 0,-22 1 0 0,-23-13 1 0,-25 11 0 0,-23 1-1 0,-14-12 1 0,-21 0 2 0,-25 0 9 0,-12-12-6 0,12 1-3 0,-13-14-4 0,2 13-42 0</inkml:trace>
  <inkml:trace contextRef="#ctx0" brushRef="#br0">632 1917 77 0,'-36'-48'6'0,"24"13"13"0,24-13-14 0,24 0-2 0,35-11 0 0,11 0 4 0,15 11 6 0,-26 36-4 0,-11 35-5 0,-14 37 0 0,-9 22-2 0,-37 2 1 0,-12 12 2 0,-36 23-1 0,-11-24-4 0,-36 1 0 0,23-37 4 0,47-47 4 0,14-12-2 0,71-25-4 0,11-33 1 0,37 11-1 0,-13-13 0 0,-37 36-3 0,-9 0-4 0,-13 11-41 0,-13-21-36 0,-23-3 33 0</inkml:trace>
  <inkml:trace contextRef="#ctx0" brushRef="#br0">1084 1047 34 0,'-25'0'3'0,"-152"-23"13"0,-14 83 0 0,36 58 2 0,48 49-3 0,71 84-5 0,24 117-15 0,60-95-1 0,35-68 1 0,37-75 10 0,46-107 2 0,49-71-2 0,-1-118-1 0,-12-60-4 0,-94-23-4 0,-98 23 1 0,-80-2 0 0,-85-9 21 0,-59 129 14 0,-12 145-16 0,-84 200-13 0,-178 334-166 0</inkml:trace>
  <inkml:trace contextRef="#ctx0" brushRef="#br0">10480 3299 9 0,'0'0'0'0,"-12"0"7"0,0-13-3 0,12 1 2 0,-12 12 3 0,12-12-1 0,-13 12-3 0,26-13-3 0,-1 3 4 0,0-1-2 0,0 11 5 0,-12-13-2 0,11 13-4 0,13 0-2 0,24 0 1 0,23 0-2 0,1-12 1 0,-13 12 4 0,13-12 1 0,-1-1-3 0,25 13-1 0,11 0-3 0,36-11 2 0,10-1-1 0,28-12-1 0,19 12 2 0,15-11-1 0,0 0-2 0,-13-2 1 0,-11 0 1 0,-12 25 0 0,-36 0 2 0,11-11-3 0,1 11 2 0,-24 0-1 0,-12 0 0 0,12 0 0 0,-24 0 0 0,24 0 0 0,-11-12 2 0,-13 12-1 0,-1-11 0 0,-10 11-1 0,-13 0 1 0,-23-12 3 0,-11 12 3 0,-15 0 2 0,-22-12 5 0,-12 12-1 0,0-24-6 0,0 12-5 0,0 12-6 0,0 12-128 0</inkml:trace>
  <inkml:trace contextRef="#ctx0" brushRef="#br0">7693 12418 50 0,'-24'-12'29'0,"12"-1"-4"0,12 3-6 0,-13 10-3 0,13 0 6 0,13 0 2 0,10 0-20 0,49-11 1 0,48 11-1 0,12-13 1 0,32 13-4 0,17 0 1 0,19 13 0 0,28-13 0 0,22-13-3 0,0 13 3 0,-1 0 3 0,3-12-1 0,-16 0-3 0,3-1 0 0,-24 13 0 0,-61 0-3 0,-23 0 2 0,-59 0 3 0,-36 0-2 0,-14 13 1 0,-9-13-1 0,-26 0-8 0,-45-13-44 0,-73 13-79 0</inkml:trace>
  <inkml:trace contextRef="#ctx0" brushRef="#br0">7562 12656 93 0,'-59'0'5'0,"34"0"19"0,14 0 2 0,11-12-4 0,47 0-10 0,49 1-5 0,59-1-3 0,23 1-2 0,47-14-1 0,15 13-1 0,44-12 1 0,3 1-3 0,-25 11 2 0,-24 0 5 0,-23-1 0 0,-13 13-5 0,-12-11 2 0,-23 11-1 0,-25 0 1 0,-22 0 1 0,-25 0 0 0,-22 0-1 0,-14 0 1 0,-25 0 0 0,-9-12 1 0,-13 1-2 0,-24-14 1 0,-13 13-28 0,-21 12-131 0</inkml:trace>
  <inkml:trace contextRef="#ctx0" brushRef="#br0">14254 13502 33 0,'-24'-24'27'0,"24"0"-6"0,0-12 0 0,0 1 5 0,-11 12-6 0,11 10-5 0,-12 49-6 0,12 23-6 0,0 25 1 0,0-1-1 0,0-12 0 0,0-23-1 0,0-1 0 0,0-10-1 0,0 10 0 0,-13-10 0 0,13-3 1 0,0-22-2 0,25 24 2 0,10-13-1 0,1-10-1 0,24-1 2 0,35 0-2 0,12-12 1 0,12 11-1 0,37 1-1 0,22-12 1 0,48 0 0 0,-24 0 0 0,-166 0 0 0,238 11 1 0,0-11-1 0,12 13 0 0,12-13 0 0,23 0 1 0,0 12-2 0,-11 0 2 0,0 1-1 0,-13-2 0 0,1 1 0 0,-84-12 1 0,-118 0-2 0,225 23-1 0,-24-11 3 0,25 1-1 0,-24-2 0 0,0 12 0 0,-36-10-1 0,0-13 0 0,-37 12 1 0,-46-12 0 0,-36-12 0 0,-71-1 0 0,-14-10 2 0,-33-13 0 0,-1-10-1 0,-1-15 1 0,-23 14-2 0,0-13 2 0,0 2-1 0,0 8 1 0,0 16-1 0,0 34 0 0,0 23-1 0,-11 38-1 0,-1-15 2 0,-1 2-8 0,2 11-164 0</inkml:trace>
  <inkml:trace contextRef="#ctx0" brushRef="#br0">7324 12477 15 0,'0'0'0'0,"0"-11"47"0,-12 11-27 0,12 0-4 0,12 0 36 0,-1 0-43 0,25 0 2 0,0 0-2 0,12-12-2 0,11 12-2 0,1 0-1 0,23 0-1 0,25 0-1 0,-1-11 0 0,-12 11 1 0,-12 0-1 0,13-13 2 0,11 13-2 0,23-12 2 0,14 12-2 0,-1 0-3 0,-13 0 2 0,25 0 1 0,-12 0-4 0,0 0 3 0,12 0-1 0,-12 12-1 0,0-12 2 0,0 0-2 0,0 0 1 0,-25 0 2 0,-22 0-1 0,-1 0 0 0,-23 13 1 0,-26-13 1 0,15 0-1 0,-15 0 0 0,15 11-2 0,-14-11-1 0,-11 12-1 0,-12-12 3 0,-11 11 0 0,-2-11-1 0,-11 0 2 0,12-23-2 0,-24 12-9 0,-60-2-83 0,37 13 3 0</inkml:trace>
  <inkml:trace contextRef="#ctx0" brushRef="#br0">7192 12656 107 0,'0'0'0'0,"-59"-12"6"0,46 12 3 0,3 0 5 0,10 0 2 0,0 0-4 0,35 0 1 0,37-12-4 0,46 1-3 0,25-12-2 0,23-2-1 0,13 0-2 0,23 2 2 0,13 0-4 0,-24-2 2 0,-24 14 2 0,-12-1 0 0,12 1 0 0,-14-2-4 0,3 13 4 0,11-12-1 0,-12 12 0 0,-12-12 0 0,-25 12-2 0,2 0 0 0,-13 12 1 0,-12-12-1 0,0 0 1 0,-11 0 0 0,-13 0 3 0,1 0-2 0,-1 0-2 0,-24-12 0 0,-22 12 1 0,-2 12 0 0,1-12-3 0,-12 0 3 0,-12-12 1 0,0 12-2 0,-36 0-17 0,-23 12-137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6598 4560 44 0,'-48'-47'19'0,"-36"23"-1"0,-24-12 8 0,-10 36-16 0,-25 12-2 0,-35 12-1 0,-14 11-2 0,26 13-2 0,12 23 0 0,11 13-1 0,23 35 0 0,37 0 4 0,36 12 0 0,47-23-4 0,23 22 2 0,61-23-1 0,47 0-1 0,24 1 0 0,11-13 1 0,13-12 0 0,23-35 1 0,13-14 1 0,-1-21 1 0,12-26-2 0,-24-8-1 0,1-16-1 0,-25 1-2 0,1 0-1 0,-13-10 2 0,-34-15-1 0,-12-10 2 0,-61-2-1 0,-35-9 2 0,-24-1-1 0,-24-36 1 0,-1 22-4 0,-22-8 3 0,-36 21-3 0,12-11 2 0,-25 11 0 0,-23 13-1 0,-25 24 1 0,-20-1 2 0,-4 12-3 0,-11 24 2 0,0-13-1 0,-23 14-1 0,-24 22 1 0,0 26 1 0,-12 10-19 0,46 13-135 0</inkml:trace>
  <inkml:trace contextRef="#ctx0" brushRef="#br0">5657 5120 49 0,'0'0'4'0,"-12"-12"13"0,12 0 8 0,0-1-7 0,0 38 5 0,0 34-2 0,-12 12-6 0,12 13-8 0,0-13-5 0,12-23 2 0,0 12-3 0,-12-36 4 0,0 11-3 0,0-23-1 0,13-12-2 0,21 0 7 0,14 0-6 0,-12-12 1 0,10 0-1 0,-10-1-4 0,13 3-49 0,-14-14-64 0</inkml:trace>
  <inkml:trace contextRef="#ctx0" brushRef="#br0">5561 5382 68 0,'-11'0'6'0,"11"-12"17"0,35-12 3 0,37 0-8 0,11 11-11 0,-11 13-8 0,-37-11-42 0,-35 11-39 0</inkml:trace>
  <inkml:trace contextRef="#ctx0" brushRef="#br0">5550 5108 72 0,'0'-36'16'0,"23"0"10"0,37 12-12 0,23 1-11 0,13 12-2 0,-38 22-35 0,-33 1-31 0</inkml:trace>
  <inkml:trace contextRef="#ctx0" brushRef="#br0">6049 5227 81 0,'0'0'0'0,"-23"0"18"0,46-12-2 0,49 1-12 0,12-2-3 0,-25 13-3 0,-11 0-44 0,-36 0-10 0</inkml:trace>
  <inkml:trace contextRef="#ctx0" brushRef="#br0">6097 5359 24 0,'-12'0'10'0,"-24"11"9"0,36-11 9 0,13 0-11 0,22 0-5 0,25 0-9 0,-2 0-2 0,-9-11-45 0,-37 11-7 0</inkml:trace>
  <inkml:trace contextRef="#ctx0" brushRef="#br0">6669 5108 10 0,'-12'-25'20'0,"12"-9"9"0,-12 21 1 0,12 1-7 0,0 12-15 0,-24 36 2 0,1 37-1 0,-2-2-4 0,38 0-3 0,10-12 0 0,13-23-1 0,12-24 2 0,-12-12-1 0,-13-23 1 0,0-50-1 0,-23 2 1 0,0-11-3 0,-36 9 3 0,-10 25 2 0,10 25-2 0,24 23-5 0,-1 23-48 0,2 1-44 0</inkml:trace>
  <inkml:trace contextRef="#ctx0" brushRef="#br0">6884 5154 95 0,'-24'-10'8'0,"24"-1"13"0,0-2-16 0,11 26-74 0,-11-2 30 0</inkml:trace>
  <inkml:trace contextRef="#ctx0" brushRef="#br0">7169 5167 37 0,'0'0'10'0,"0"-13"0"0,12-21 6 0,-1 22-10 0,-11-13 3 0,13 2 0 0,-13-1-2 0,-13 12-1 0,-10-11 1 0,-1 0-1 0,12 10-1 0,-11 13-1 0,-1 0-2 0,12 0 1 0,-12 13 2 0,12 21-2 0,0-10 0 0,0 23-2 0,12-22 0 0,24-13 1 0,0-24 1 0,24 0-3 0,-13-12 1 0,-11 24-1 0,-24 36 8 0,0 23 0 0,-13 1-1 0,13-1-3 0,0 1-2 0,0-13-1 0,0-23 0 0,0-11-33 0,0-2-82 0,0-22 83 0</inkml:trace>
  <inkml:trace contextRef="#ctx0" brushRef="#br0">7360 5036 18 0,'0'0'17'0,"-12"-24"15"0,12 1-10 0,0 12-10 0,0-2 1 0,0 1 0 0,0 12 1 0,0 12-11 0,0 24 5 0,-13 12 0 0,13-1-2 0,0 1-5 0,25-25 2 0,10-11 0 0,25-37 0 0,-12 15-3 0,-25 33 2 0,-12 48 2 0,-22-11 3 0,-1-12-5 0,12-1 0 0,12 1-44 0,-12-25-93 0</inkml:trace>
  <inkml:trace contextRef="#ctx0" brushRef="#br0">6847 5477 58 0,'0'0'9'0,"-11"-13"9"0,11 13-3 0,0-11 49 0,11-1-54 0,-11 12-7 0,13 0-3 0,11 23-139 0</inkml:trace>
  <inkml:trace contextRef="#ctx0" brushRef="#br0">5740 5916 31 0,'-13'0'10'0,"2"-10"7"0,-1-1-5 0,12-2-1 0,0 13 3 0,0-12 4 0,0 12 7 0,0 0-19 0,0 0 2 0,-11 0-3 0,-12 12 1 0,-2 12-1 0,1 23-3 0,-12-11 4 0,1 12-4 0,-13 23 1 0,-1 13-1 0,-9 0 1 0,-14 10-2 0,1 13 2 0,-1 12-1 0,-11 0 2 0,12-1-3 0,-1 3 0 0,-11 9-1 0,-2-11 1 0,3 0 1 0,-13 12-2 0,23-12 1 0,1-23 1 0,-24 11 2 0,22-24-2 0,14 12-1 0,0-22 0 0,11-2 0 0,1-24 3 0,-14 24-2 0,3-23-4 0,22 0 6 0,0-25-2 0,13 0 0 0,12 2 0 0,-14-25-1 0,13 12 1 0,12-24-12 0,37-47-86 0,-3 22 14 0</inkml:trace>
  <inkml:trace contextRef="#ctx0" brushRef="#br0">7288 5834 28 0,'0'0'12'0,"-12"-23"23"0,-1-2-10 0,2 2-5 0,11 23 0 0,0 0-7 0,0 0-3 0,24 35-4 0,12 1 0 0,0 12-2 0,11 11 1 0,13 13-2 0,11 11 0 0,25 13-1 0,11-12 1 0,-13 10-1 0,2 1 0 0,10 13 0 0,26-3-2 0,-1 16 0 0,-11-14 1 0,-1 12 0 0,-25-35 0 0,-10-13 0 0,-12 13 0 0,-1-13 0 0,1 13-1 0,-1-26 0 0,-11 14 0 0,-13-26 0 0,-11-21 1 0,-12 0 1 0,-1-14-2 0,-11-11 2 0,-12 0 0 0,0 0 0 0,-23-11-2 0,-2-2-37 0,2-24-124 0</inkml:trace>
  <inkml:trace contextRef="#ctx0" brushRef="#br0">4704 8525 59 0,'24'-47'25'0,"-12"10"4"0,0 14-5 0,-60 12-9 0,-23-14-6 0,-25 25-2 0,-106 0-1 0,-24 0-4 0,-36 25-3 0,0-2 2 0,0 25 2 0,12-1 3 0,35 24-4 0,24 13-2 0,61 11 0 0,35 12 0 0,59 12 0 0,48 12 1 0,83-12 1 0,72-12 2 0,119 24-2 0,11-47-4 0,12-13 2 0,0-35 2 0,-34-11 4 0,-72-25-4 0,-1-13 0 0,-11-24-1 0,-36-10 1 0,-25-11 0 0,-23 8 1 0,-23-32-2 0,-36-12 1 0,-14-15 2 0,-44-21 0 0,-50-25 0 0,0 0-2 0,-23 24-3 0,-13 12 2 0,-47 24-1 0,-47-1 1 0,-37 48-1 0,-9 25-3 0,-3 35-53 0,84 47-94 0</inkml:trace>
  <inkml:trace contextRef="#ctx0" brushRef="#br0">9669 7750 74 0,'25'-23'7'0,"10"-36"13"0,-11 11 7 0,-48 23-13 0,-47 2-2 0,-36 23-1 0,-48 0 0 0,-12 36-1 0,-11 35-7 0,11 50 1 0,11 9-1 0,38 0-2 0,35 25 1 0,47-13-2 0,36 13-1 0,24-11 2 0,59-37 0 0,47 0 1 0,62-23 1 0,46-13-2 0,24-35 0 0,-13-1 2 0,2-23-3 0,-14-12 1 0,-10-12 1 0,-37-36-3 0,-22 1-1 0,-27-11 1 0,-44-26 4 0,-15-12-1 0,-33-34 2 0,-49-14-2 0,-24 12 1 0,-35 2-1 0,-37 0 2 0,-11-14-5 0,-12 25 2 0,-49 1 2 0,-32 34-1 0,-63 47-2 0,-34 26 2 0,-27 47-3 0,15 60-52 0,179-12-83 0</inkml:trace>
  <inkml:trace contextRef="#ctx0" brushRef="#br0">608 8346 61 0,'-12'-12'14'0,"0"-11"15"0,12 11-3 0,0-1-6 0,0 13-6 0,24 13-7 0,0 22-1 0,11 13-6 0,1 0 3 0,0-13-1 0,-1 1 1 0,12-25-2 0,-11-11 1 0,12-23-2 0,-24-1 1 0,0-23 0 0,-11-1 2 0,-13 1-2 0,-25-1 0 0,13 25-4 0,12 23 5 0,0 0-1 0,-12 71 4 0,-12 36-5 0,13 12 5 0,-14-12-1 0,14-36-1 0,11-35-1 0,-12-24 0 0,12-24-12 0,23-24-66 0,2 13-35 0</inkml:trace>
  <inkml:trace contextRef="#ctx0" brushRef="#br0">1215 8501 42 0,'0'0'9'0,"-13"-12"13"0,2 12 20 0,-1-11-12 0,-1 11-10 0,13 0-10 0,49 0-4 0,10-13-3 0,-11 13-2 0,-25 0-2 0,2 0-37 0,-1 0-37 0,-24 0 34 0</inkml:trace>
  <inkml:trace contextRef="#ctx0" brushRef="#br0">1215 8620 49 0,'-36'13'20'0,"23"-2"2"0,26-11-2 0,35 0-2 0,23 0-5 0,-11 0-13 0,11 0-57 0,-59 0 0 0</inkml:trace>
  <inkml:trace contextRef="#ctx0" brushRef="#br0">1882 8286 41 0,'0'-11'22'0,"-11"-25"10"0,-14 24-9 0,13 0-7 0,-12 12 2 0,1 24-5 0,-13 23-5 0,0 24-5 0,24 13-3 0,12 12 1 0,23 11-2 0,26-24 2 0,-2-47-1 0,13-24 2 0,-24-36 1 0,-24-35-1 0,-37 23 0 0,-34 36 1 0,-12 24-4 0,-1 23-35 0,13 14-87 0</inkml:trace>
  <inkml:trace contextRef="#ctx0" brushRef="#br0">821 9299 49 0,'-23'0'12'0,"10"0"22"0,2 36-1 0,0 47-4 0,-1 24-15 0,12-11-10 0,-12-25-2 0,0-12-4 0,-12-34-47 0,24-50-64 0</inkml:trace>
  <inkml:trace contextRef="#ctx0" brushRef="#br0">703 9418 61 0,'0'-23'13'0,"11"10"22"0,14 1-12 0,21 37-5 0,-21 34-2 0,11 0-6 0,-25 1-6 0,37-25-3 0,0 1-1 0,24-12-28 0,-25-37-32 0,-23-21-9 0</inkml:trace>
  <inkml:trace contextRef="#ctx0" brushRef="#br0">1144 9299 61 0,'0'0'0'0,"-36"-12"34"0,12 36 4 0,-12 60-11 0,36 10-18 0,11-22-7 0,2-12-13 0,-1-26-61 0,-12-34 12 0</inkml:trace>
  <inkml:trace contextRef="#ctx0" brushRef="#br0">1322 9489 87 0,'-11'-23'21'0,"34"-1"-9"0,24 24 5 0,25-13-14 0,-12 13-4 0,-26 0-41 0,-9 13-47 0</inkml:trace>
  <inkml:trace contextRef="#ctx0" brushRef="#br0">1322 9608 68 0,'-24'0'34'0,"48"-12"-9"0,24 0-14 0,47 1-9 0,-23-1-24 0,-26 12-82 0</inkml:trace>
  <inkml:trace contextRef="#ctx0" brushRef="#br0">1751 9442 54 0,'-12'-13'38'0,"-1"-34"-20"0,13 23 8 0,25 1-15 0,-14 12 2 0,14-2-1 0,22 1-5 0,37 37 0 0,-61 9-6 0,-11 3 1 0,-12 10 1 0,0 11-2 0,-12-8 1 0,-11-4 0 0,-1-10 0 0,1 0 1 0,-2-12 0 0,25-11-1 0,0-2 0 0,12-11 1 0,24 0-1 0,35-11-1 0,60-2-9 0,36 13-182 0</inkml:trace>
  <inkml:trace contextRef="#ctx0" brushRef="#br0">11694 7691 19 0,'-12'0'1'0,"-12"-12"-2"0,24 1-16 0</inkml:trace>
  <inkml:trace contextRef="#ctx0" brushRef="#br0">11563 7645 26 0,'0'0'0'0,"0"-13"36"0,12 1-11 0,1-13-11 0,10 25-2 0,-12 0 0 0,-11 13 5 0,0 11-7 0,25 12-3 0,10-1-4 0,1 1 2 0,24 0-3 0,-14 10 0 0,3-33-1 0,-26-1 2 0,-10-24-2 0,9-11 1 0,-9-13-2 0,10 11 1 0,-10-9-1 0,-13 21 1 0,-13-22 0 0,2 12-1 0,11 10 1 0,0 1-2 0,0 12 1 0,0 0 3 0,-12 48-4 0,-1 34 2 0,-9 26 0 0,22-1 2 0,-13-23 0 0,2-49 0 0,11-22-3 0,0-13 1 0,-25 23 0 0,25-23 3 0,0-12-4 0,13-12-26 0,-1 0-47 0,-1 24 2 0</inkml:trace>
  <inkml:trace contextRef="#ctx0" brushRef="#br0">12205 7882 53 0,'-11'0'17'0,"-1"-11"13"0,24 11-2 0,24-13-6 0,36 13-13 0,-13-12-7 0,-11 12-5 0,-25 0-17 0,2 0-20 0,-25 0-44 0</inkml:trace>
  <inkml:trace contextRef="#ctx0" brushRef="#br0">12230 8001 52 0,'-59'12'25'0,"36"1"-9"0,34-13 3 0,35 0-3 0,39-13-9 0,9 1-5 0,-21 12-40 0,-39-12-41 0</inkml:trace>
  <inkml:trace contextRef="#ctx0" brushRef="#br0">12659 7750 64 0,'0'-11'5'0,"-12"-12"1"0,36-2 5 0,-12 2 7 0,11 11 0 0,0 1-3 0,2-2-3 0,23 1-5 0,11 12 0 0,-23 25-1 0,-25 9-2 0,-47 26 1 0,-22 1-2 0,34-27-1 0,59 14-3 0,37 12 1 0,-13-13 0 0,-59-10 1 0,-48-14 6 0,-46-12-3 0,34 1-5 0,48 0-51 0,24 12-61 0</inkml:trace>
  <inkml:trace contextRef="#ctx0" brushRef="#br0">11766 8788 37 0,'0'0'0'0,"0"-25"26"0,12 13-1 0,-2 36 0 0,-10 60-11 0,0 11-6 0,-10-12-4 0,10-47-2 0,-12-13 1 0,0-46 1 0,12-25-3 0,0-23 0 0,0-1-1 0,0 12 1 0,24 1-1 0,-1 11 1 0,-11 37-2 0,12 34 1 0,-12 49-1 0,24 22 1 0,23-10 0 0,13-36 0 0,-25-48 2 0,1-61 0 0,-24-44 0 0,-24 9 0 0,0 60-2 0,0 13-14 0,0 23-64 0,13 11 26 0</inkml:trace>
  <inkml:trace contextRef="#ctx0" brushRef="#br0">12384 8834 66 0,'-11'0'7'0,"35"-23"3"0,47 11-10 0,1 12-43 0,-49 0 9 0</inkml:trace>
  <inkml:trace contextRef="#ctx0" brushRef="#br0">12457 8918 51 0,'-25'0'13'0,"-10"0"10"0,58 0-12 0,61-25-10 0,47 2-58 0,-107 23 25 0</inkml:trace>
  <inkml:trace contextRef="#ctx0" brushRef="#br0">12897 8644 66 0,'0'0'11'0,"-12"-24"20"0,24 12 3 0,12-13-14 0,23 15-7 0,2 10-4 0,-15 10-4 0,-9 40-1 0,-14-3-2 0,-22 0 0 0,-37 1 0 0,0-24 1 0,48 11-4 0,48 13 0 0,23 13 1 0,-35-15 0 0,-61-34 7 0,-105 1 1 0,-25 10-8 0,36 1-31 0,106-12-134 0</inkml:trace>
  <inkml:trace contextRef="#ctx0" brushRef="#br0">5895 3965 42 0,'-12'-36'30'0,"12"24"-15"0,-13 24 5 0,-10 83 3 0,-1 36-12 0,1-36-4 0,-1-35 2 0,0-36-2 0,12-37-1 0,-1-46-4 0,26-37-2 0,11-34-1 0,12 0 0 0,23-2 0 0,-23 61 2 0,-12 71 0 0,11 48 1 0,-10 47 1 0,22 49 0 0,-11-26 1 0,11-10-3 0,-35-26-5 0,-12-34-51 0,-47-23-55 0</inkml:trace>
  <inkml:trace contextRef="#ctx0" brushRef="#br0">5633 4250 69 0,'0'0'0'0,"-24"-23"17"0,72-13-1 0,71 0-9 0,24 1-20 0,-36 23-70 0</inkml:trace>
  <inkml:trace contextRef="#ctx0" brushRef="#br0">6371 3858 68 0,'-13'-48'37'0,"13"12"-29"0,25 60 9 0,-1 24-5 0,-24 96 4 0,12-39-9 0,-1-21-1 0,-11-36-3 0,0-36 3 0,0-60-3 0,-11-35 0 0,11-48-3 0,0 12-2 0,0 46 2 0,-12 39 1 0,12 22-2 0,12 35 1 0,-1 73 0 0,14 23 2 0,-14-35 0 0,1-37 0 0,-12-35-1 0,-12-24 4 0,-11-72-5 0,-1-34-1 0,-1 47 0 0,14 34 2 0,-1 37-70 0,-1 0-49 0</inkml:trace>
  <inkml:trace contextRef="#ctx0" brushRef="#br0">4645 8943 41 0,'0'0'0'0,"-25"-37"-25"0</inkml:trace>
  <inkml:trace contextRef="#ctx0" brushRef="#br0">5061 5679 25 0,'-12'11'6'0,"-23"-11"1"0,11 13 9 0,12-13-7 0,-1 12-2 0,13-12-2 0,25 0 7 0,22 0 0 0,49-25-3 0,59 2-3 0,23 23-2 0,13 0-3 0,22 12 1 0,26-12 0 0,23-12 2 0,12 12 3 0,-12 0-2 0,0 0-2 0,-12 0-2 0,-35 0 2 0,-37 0 1 0,-59 0 2 0,-59 0-4 0,-26 0 0 0,-9-11-1 0,-25 11-2 0,-12-12-46 0,-71 12-46 0</inkml:trace>
  <inkml:trace contextRef="#ctx0" brushRef="#br0">4609 5845 46 0,'-25'0'8'0,"14"0"2"0,22 0 11 0,50 0-5 0,22 0-3 0,36-11-5 0,35-1 1 0,49-12-3 0,35 12-4 0,24 0-1 0,-12 12 2 0,24 0 2 0,0-11 1 0,238-1 0 0,-297 1-7 0,0-2 2 0,-37 1 3 0,-24 0 0 0,-58 12-1 0,-25 0 1 0,-23 0-1 0,-14 12 1 0,-21-12 0 0,-13-12 1 0,0-1-5 0,-34 2-44 0,21 22-69 0</inkml:trace>
  <inkml:trace contextRef="#ctx0" brushRef="#br0">8300 4547 71 0,'-12'-34'5'0,"0"22"4"0,1 24 14 0,-50 72-1 0,25 10-5 0,14 25-7 0,22-1-3 0,0-10-4 0,11-48 2 0,25-36 0 0,11 0 0 0,25-35-2 0,24-14-1 0,11-11-2 0,-1 0-14 0,-46 24-36 0,-49-11-56 0</inkml:trace>
  <inkml:trace contextRef="#ctx0" brushRef="#br0">8146 4810 62 0,'0'0'0'0,"11"-24"7"0,72-10 11 0,26-3-9 0,-27 24-8 0,-22 13-35 0,-60 0-17 0</inkml:trace>
  <inkml:trace contextRef="#ctx0" brushRef="#br0">8122 4643 52 0,'-25'-23'18'0,"2"0"-8"0,59-50 2 0,71 2-8 0,48 35-7 0,0 24-77 0</inkml:trace>
  <inkml:trace contextRef="#ctx0" brushRef="#br0">9063 4227 35 0,'10'-24'9'0,"15"-13"22"0,-25 37-6 0,-83 84 0 0,-23 71-1 0,57 24-15 0,61-36-5 0,48-24-2 0,11-48 0 0,-11-23-1 0,-14-35-18 0,-10-50-61 0,-36 13 20 0</inkml:trace>
  <inkml:trace contextRef="#ctx0" brushRef="#br0">9454 4392 75 0,'-10'-21'14'0,"10"-16"7"0,10 13 4 0,-32 35-6 0,-38 26-13 0,1 10-2 0,11 1-1 0,35-12-3 0,26-1 1 0,35-12 0 0,23 27 0 0,-11-4-1 0,-25-10 1 0,-47 0 1 0,-35-24 7 0,-25 0-2 0,25-12-3 0,11 0-2 0,36-12-3 0,0 12-38 0,48-12-98 0</inkml:trace>
  <inkml:trace contextRef="#ctx0" brushRef="#br0">9432 4143 52 0,'-24'-48'27'0,"70"37"-20"0,63 70 16 0,-3 132-1 0,-10 59-9 0,-49-48-4 0,-47-47 2 0,-34-72 8 0,-39-47-10 0,-22-36-4 0,24-59-8 0,47-14-139 0</inkml:trace>
  <inkml:trace contextRef="#ctx0" brushRef="#br0">2418 10693 24 0,'0'-25'33'0,"0"0"5"0,0 2-9 0,0 12-8 0,13 11-10 0,-13 11-6 0,0 62 0 0,-13 9-1 0,1 2-1 0,0-13 2 0,0 0-1 0,12-23-2 0,-12 0 0 0,12-25 1 0,12 2-1 0,0-14 2 0,12-11 2 0,23 0-4 0,25-11 0 0,-1-2 0 0,-35 1-2 0,0 0-5 0,-24 1-23 0,-1-1-63 0,-11 1 38 0</inkml:trace>
  <inkml:trace contextRef="#ctx0" brushRef="#br0">2322 10942 74 0,'0'0'0'0,"-36"-36"19"0,36 12 22 0,60 11-29 0,59-8-7 0,-23-4-1 0,-26 13-3 0,-57-1-14 0,-1 13-34 0,-24-11-44 0</inkml:trace>
  <inkml:trace contextRef="#ctx0" brushRef="#br0">2394 10656 45 0,'-24'-36'19'0,"0"-12"19"0,24 25-11 0,48-1-14 0,35 12-5 0,13 0-2 0,-13 12 0 0,-59-13 0 0,-12 13 2 0,-12-10-5 0,0 10-2 0,0-11-8 0,23 11-71 0,2 0-4 0</inkml:trace>
  <inkml:trace contextRef="#ctx0" brushRef="#br0">3227 10346 15 0,'12'-11'8'0,"36"-37"12"0,-24 0 12 0,-1 25-11 0,-10-2 1 0,-13 14-9 0,0-1-4 0,-13 12-7 0,-46 48 1 0,-25 48 1 0,-10 34 0 0,-2 60-1 0,49 37-1 0,59-25 0 0,59-47-2 0,11-48 0 0,-21-48 2 0,-14-36-1 0,-11-10 2 0,1-37 0 0,-14 1-3 0,-23-1-21 0,-12 24-111 0</inkml:trace>
  <inkml:trace contextRef="#ctx0" brushRef="#br0">3620 10585 34 0,'48'-84'30'0,"-48"61"6"0,-12 23-22 0,-36 23 0 0,-11 25-6 0,0 35-2 0,-1 24-4 0,36 13 0 0,11-26-2 0,50-10 1 0,33-47 1 0,27-37 0 0,-38-25 0 0,-23-23 0 0,-36 0 2 0,-36 14-1 0,-35 34-2 0,-14 23-1 0,15 25-9 0,70 11-39 0,36 12-52 0</inkml:trace>
  <inkml:trace contextRef="#ctx0" brushRef="#br0">3906 11024 67 0,'0'0'0'0,"60"-11"17"0,-24 59 25 0,-60 23-28 0,-48 1-6 0,13-26-7 0,59-33-1 0,-36 24-28 0,36-26-77 0</inkml:trace>
  <inkml:trace contextRef="#ctx0" brushRef="#br0">4156 10549 78 0,'0'-24'17'0,"12"-13"1"0,25 16 13 0,10 32-25 0,-1 36 1 0,-9 13-4 0,-37 11 0 0,-12 0 0 0,-24-23-1 0,-12 12 0 0,14-36 0 0,21-14-2 0,1-10 3 0,48 0 0 0,46-34 0 0,25 22-3 0,-35-13 3 0,-36 14-4 0,-12 11-12 0,0-12-63 0,-24 12-6 0</inkml:trace>
  <inkml:trace contextRef="#ctx0" brushRef="#br0">4704 10157 124 0,'12'0'-1'0,"48"118"7"0,-14 95 5 0,3 50-5 0,-73-24-4 0,-47-84 6 0,-37-60-3 0,37-60-3 0,47-35-7 0,60-46-133 0</inkml:trace>
  <inkml:trace contextRef="#ctx0" brushRef="#br0">9694 10335 25 0,'-12'-73'19'0,"24"27"10"0,-1 21 4 0,1 62-14 0,-24 70-8 0,1 0-5 0,-1-24-2 0,12-11-1 0,0-26 0 0,0-9 1 0,0-13-2 0,0-1 0 0,35-23 0 0,26 0 0 0,21-11-2 0,2-12 0 0,-25-2-16 0,-35 13-46 0,-24-1-14 0</inkml:trace>
  <inkml:trace contextRef="#ctx0" brushRef="#br0">9586 10467 64 0,'0'0'0'0,"-11"-13"17"0,46-11 15 0,49 0-12 0,59 1-17 0,-36 10-21 0,-73 13-43 0,-34-12 17 0</inkml:trace>
  <inkml:trace contextRef="#ctx0" brushRef="#br0">9586 10275 58 0,'-11'-24'18'0,"-1"-11"13"0,71-13-4 0,48 0-20 0,35 14-19 0,14 9-96 0</inkml:trace>
  <inkml:trace contextRef="#ctx0" brushRef="#br0">10717 9763 86 0,'-11'-24'7'0,"-12"24"8"0,-73 60 18 0,-23 95-16 0,35 48-8 0,59-25-5 0,74-35-3 0,23-36 0 0,22-49-2 0,2-33-47 0,-49-50-59 0</inkml:trace>
  <inkml:trace contextRef="#ctx0" brushRef="#br0">10801 10132 39 0,'-12'-25'33'0,"12"4"-5"0,24-4 0 0,12 13-16 0,-12 12-4 0,-1 12-3 0,-23 24-1 0,0 11-1 0,-23 0-1 0,23-10-2 0,35 10 1 0,12 1-1 0,-11-1 0 0,-23-11 6 0,-73-12 1 0,-23-12-5 0,11 13-4 0,48-25-42 0,24 0-68 0</inkml:trace>
  <inkml:trace contextRef="#ctx0" brushRef="#br0">11254 10467 95 0,'23'11'10'0,"13"72"25"0,-24-1-12 0,-71-9-13 0,-25-14-7 0,36-23-12 0,37-24-84 0,11-24 44 0</inkml:trace>
  <inkml:trace contextRef="#ctx0" brushRef="#br0">11456 10073 129 0,'-13'-24'17'0,"2"11"23"0,11-10-17 0,0 23-18 0,11 0-3 0,2-11 0 0,23 22-2 0,23 12 2 0,1 38-2 0,-49 10 1 0,-11 0 3 0,-59-23 2 0,11-12-5 0,48-13 0 0,48 25-2 0,11 0 2 0,-46-2-1 0,-37-33 2 0,-83-13-39 0,59-34-127 0</inkml:trace>
  <inkml:trace contextRef="#ctx0" brushRef="#br0">11909 9787 155 0,'11'48'4'0,"49"142"29"0,-1 47-12 0,-47-21-10 0,-60-62-7 0,-35-22 0 0,-36-73-25 0,48-47-142 0</inkml:trace>
  <inkml:trace contextRef="#ctx0" brushRef="#br0">1120 12133 104 0,'-36'0'12'0,"0"-12"23"0,36 12-11 0,36 0-19 0,59 0 0 0,13 0-3 0,11 0-1 0,-60-12-8 0,-23 12-62 0,-36 0-24 0</inkml:trace>
  <inkml:trace contextRef="#ctx0" brushRef="#br0">1072 12275 71 0,'-13'0'16'0,"-21"24"5"0,34-24 21 0,83 0-22 0,47 0-12 0,2-11-4 0,-25-14-16 0,-47 25-131 0</inkml:trace>
  <inkml:trace contextRef="#ctx0" brushRef="#br0">3097 8906 44 0,'0'0'0'0,"-36"-36"22"0,36 12 3 0,-13 24-13 0,2 36 10 0,-25 46-9 0,11-9-7 0,25-2-3 0,36-23 0 0,13-12 0 0,-2-25-1 0,-11-11 1 0,0-34 1 0,-25-3-4 0,-11-10 8 0,-11-24 3 0,-37 11-7 0,1 12-1 0,10 12-1 0,14 25-2 0,-13 11-4 0,23 23-71 0,26-12-24 0</inkml:trace>
  <inkml:trace contextRef="#ctx0" brushRef="#br0">3466 9001 108 0,'0'0'0'0,"-48"-37"38"0,23 37-41 0,25 0-118 0</inkml:trace>
  <inkml:trace contextRef="#ctx0" brushRef="#br0">3978 8906 60 0,'-12'-13'2'0,"12"-34"1"0,0 23 14 0,-13-10 5 0,-10 9-1 0,-13 0-10 0,-11 14-4 0,-1 11-4 0,-11 11 1 0,23 2-1 0,36 24-2 0,24 9-1 0,35 13 1 0,25 12-1 0,-25 2-1 0,-47-14 2 0,-73-23 1 0,-33-12 0 0,22-48 3 0,25-12 0 0,47-35 2 0,60 10-5 0,47 15-2 0,24 21-9 0,-24 25-81 0,-95 0 42 0</inkml:trace>
  <inkml:trace contextRef="#ctx0" brushRef="#br0">4323 8704 82 0,'0'0'6'0,"12"0"28"0,-24 59 1 0,-24 48-21 0,24-13-10 0,24 3-2 0,12-14-31 0,0-47-80 0</inkml:trace>
  <inkml:trace contextRef="#ctx0" brushRef="#br0">4584 8775 121 0,'0'0'6'0,"-11"36"14"0,-1 46 3 0,24 26-18 0,35 23-1 0,-47 0-130 0,0-120 86 0</inkml:trace>
  <inkml:trace contextRef="#ctx0" brushRef="#br0">2452 12537 56 0,'-70'0'36'0,"22"0"-8"0,0-12 3 0,48 12-21 0,60-11-6 0,46 11 3 0,3-12 1 0,-75 12-2 0,-34 0-5 0,-34 0-41 0,22 12-85 0</inkml:trace>
  <inkml:trace contextRef="#ctx0" brushRef="#br0">3608 11954 108 0,'0'0'0'0,"12"-72"15"0,-24 49 16 0,-24 23-23 0,-23 48 2 0,-24 36-4 0,0 21-3 0,23 27-2 0,48-25-4 0,71-12 2 0,25-35 3 0,-24-60 0 0,-38-24 2 0,-9-36 1 0,-36 26-2 0,-13 21-1 0,-12 13-4 0,-11 34-39 0,23 27-59 0,36-61 64 0</inkml:trace>
  <inkml:trace contextRef="#ctx0" brushRef="#br0">3012 12847 84 0,'-46'0'5'0,"34"0"10"0,83-12 7 0,95-12-1 0,49-13-8 0,-13 3-7 0,-82 22-4 0,-97 12-40 0,-34 12-82 0</inkml:trace>
  <inkml:trace contextRef="#ctx0" brushRef="#br0">3466 13276 86 0,'0'-24'9'0,"0"-12"5"0,24 0 8 0,-24 11-13 0,0-9 0 0,-12-3-4 0,0 14-2 0,-12 12 1 0,0-2-2 0,-24 13-1 0,12 0 2 0,2 24-1 0,21 12-2 0,26 12 0 0,46 23 0 0,24 12-2 0,0 1 2 0,-72-13 0 0,-69-47 3 0,-50-12-1 0,38-37 2 0,33-46-3 0,61 0 0 0,48-13-9 0,35 0-74 0,-73 50 9 0</inkml:trace>
  <inkml:trace contextRef="#ctx0" brushRef="#br0">4228 12716 54 0,'-12'-13'27'0,"1"2"-23"0,34-12 19 0,1-25-5 0,-1-36-3 0,0-60-8 0,-10-32-4 0,-13 92 1 0,0 47 1 0,-13 26 1 0,13 22-6 0,-11 73 2 0,-12 24-3 0,11 22 1 0,12-11-1 0,35-24 0 0,-11-47 2 0,24-36 1 0,-2-60 2 0,3-11-2 0,-26 22-1 0,2 26-1 0,-25 22 0 0,24 39-1 0,-24-16 1 0,24 3 0 0,-1-14 0 0,-12-23 1 0,25-48 0 0,-11-11 0 0,-25-12 0 0,-12 23-1 0,-24 25 0 0,0-2 2 0,1 25-5 0,11 25 2 0,12 22 0 0,24 0 0 0,23-11 1 0,25-11-1 0,23-14 1 0,23-35 0 0,-9-13 3 0,-38 3-2 0,-36-14 1 0,-23 12-1 0,-11-1 0 0,-1 27-2 0,-1 57-2 0,2 60-1 0,22 25 3 0,2 10 0 0,-37-70 2 0,-36-49 0 0,1-23-1 0,46-71-56 0,26 10-51 0</inkml:trace>
  <inkml:trace contextRef="#ctx0" brushRef="#br0">5633 11954 38 0,'0'-72'23'0,"12"13"11"0,0 35 6 0,-24 36-25 0,-60 95-1 0,1 24-8 0,47-24-5 0,60-23-1 0,23-61 3 0,-11-35 1 0,-24-47 1 0,-48 23-4 0,-47 36-13 0,-1 36-52 0,47 0-28 0</inkml:trace>
  <inkml:trace contextRef="#ctx0" brushRef="#br0">5252 12548 67 0,'-12'0'30'0,"-24"25"-7"0,72-25 12 0,106-25-26 0,61-9-5 0,-72 22-2 0,-71 0-35 0,-48 24-77 0</inkml:trace>
  <inkml:trace contextRef="#ctx0" brushRef="#br0">5693 12929 79 0,'0'0'0'0,"11"-34"10"0,12-26 16 0,-23 24-13 0,-46 11 4 0,-2 15-4 0,12 20-10 0,36 40-3 0,48 32 0 0,0 14-1 0,-37-37 2 0,-70-23 6 0,-13-49 5 0,37-46-4 0,106-24-8 0,72 24-29 0,-12 34-107 0</inkml:trace>
  <inkml:trace contextRef="#ctx0" brushRef="#br0">6490 12393 131 0,'-47'-21'13'0,"59"8"6"0,72 1-14 0,106 0-20 0,-48-1-117 0</inkml:trace>
  <inkml:trace contextRef="#ctx0" brushRef="#br0">7395 11859 125 0,'0'0'0'0,"-12"-36"4"0,48-12 14 0,48 36-2 0,47 108-3 0,-131-14-7 0,-60 2-1 0,-11-47-2 0,46-3-1 0,38-21-1 0,58-13 2 0,36-13-4 0,0 13-11 0,-24 0-43 0,-35 13-27 0,-48-13 50 0</inkml:trace>
  <inkml:trace contextRef="#ctx0" brushRef="#br0">7288 12466 56 0,'-83'36'44'0,"59"-13"-18"0,72-23 0 0,106 0-17 0,49-11 1 0,11 11-7 0,-71-12-11 0,-119 0-68 0,-36 12 9 0</inkml:trace>
  <inkml:trace contextRef="#ctx0" brushRef="#br0">7526 12979 80 0,'0'-13'15'0,"11"-11"-9"0,2 0 24 0,-13-11-13 0,-13-1 0 0,-21 13-8 0,22 10-6 0,-12 13-2 0,12 0-1 0,-12 13 0 0,0 21 0 0,0 3 0 0,12-3 1 0,60 27-1 0,47-1-1 0,13 11 0 0,-61-24 1 0,-72-23 3 0,-69-11 0 0,-1-50-1 0,71-34 2 0,60-24-3 0,34 22-7 0,37-21-58 0,-58 46-47 0</inkml:trace>
  <inkml:trace contextRef="#ctx0" brushRef="#br0">8467 11728 98 0,'-12'-36'40'0,"0"84"-34"0,-12 82 14 0,1 49-14 0,23-36-3 0,12-24-3 0,-12-37-19 0,0-45-35 0,0-84-22 0</inkml:trace>
  <inkml:trace contextRef="#ctx0" brushRef="#br0">8515 12156 39 0,'12'-12'21'0,"-12"1"10"0,22 45-1 0,-9 27-12 0,10-26-5 0,-10 1-8 0,10 0-4 0,-10-24 2 0,-13-12 1 0,12-36 0 0,-1-12-5 0,-34 13 3 0,-13 11-2 0,-13 0 1 0,27 24-2 0,10 0 0 0,59 24 0 0,48-11 1 0,25-2 1 0,-1-47-1 0,-36 0 2 0,-96 24 5 0,-21 35-7 0,11 73-1 0,23 13 2 0,11-15-4 0,-22-35 1 0,-38-36-21 0,25-81-61 0,24 45 39 0</inkml:trace>
  <inkml:trace contextRef="#ctx0" brushRef="#br0">9218 11870 90 0,'23'-59'34'0,"13"34"-12"0,0 75-3 0,-1 68-12 0,-23-35 1 0,-12-35-3 0,24-37-1 0,82-45-14 0,1 9-76 0,-82 37 4 0</inkml:trace>
  <inkml:trace contextRef="#ctx0" brushRef="#br0">9265 12275 65 0,'-47'13'34'0,"22"-2"-1"0,73-11-18 0,143-24-27 0,35 24-101 0</inkml:trace>
  <inkml:trace contextRef="#ctx0" brushRef="#br0">9467 12632 53 0,'0'0'0'0,"-23"-47"35"0,23 10 6 0,-36 37-27 0,0 25-9 0,24 34-3 0,72 12-1 0,-1 13 1 0,-48-60 0 0,-47-24 7 0,-58-83 0 0,58-24-5 0,132 11-35 0,10 73-88 0</inkml:trace>
  <inkml:trace contextRef="#ctx0" brushRef="#br0">4311 14466 164 0,'-24'-13'1'0,"24"-10"-11"0,108 0 12 0,81 11-30 0,-45 12-57 0,-132 0 53 0</inkml:trace>
  <inkml:trace contextRef="#ctx0" brushRef="#br0">4383 14537 50 0,'-36'0'26'0,"-36"37"-2"0,72-37 1 0,108-13-24 0,142-58-49 0,-48 34-22 0</inkml:trace>
  <inkml:trace contextRef="#ctx0" brushRef="#br0">5489 14227 99 0,'-70'-11'31'0,"10"47"-11"0,24 60-15 0,48-2-4 0,60-33 2 0,46-50 0 0,-10-72 1 0,-60-81 0 0,-59 24-1 0,-86 70-5 0,-23 36-61 0,86 12-25 0</inkml:trace>
  <inkml:trace contextRef="#ctx0" brushRef="#br0">5812 14298 188 0,'0'0'0'0,"-36"-10"10"0,24-14-8 0,36 12-120 0,-24 12 64 0</inkml:trace>
  <inkml:trace contextRef="#ctx0" brushRef="#br0">6502 14156 93 0,'0'-47'9'0,"-12"-13"29"0,-23 25-15 0,-1 11-6 0,-25 24-12 0,27 24-3 0,34 11-2 0,47 49-2 0,12 10 2 0,-23-10-1 0,-95-36 3 0,-24-59 7 0,23-60 2 0,83-26-10 0,84 62-43 0,13 23-110 0</inkml:trace>
  <inkml:trace contextRef="#ctx0" brushRef="#br0">6800 14014 92 0,'0'-13'20'0,"-25"2"2"0,25 47-11 0,-11 71-11 0,11 0-18 0,0 1-52 0,0-85 19 0</inkml:trace>
  <inkml:trace contextRef="#ctx0" brushRef="#br0">6979 14085 96 0,'0'0'5'0,"0"37"20"0,11 45-13 0,13 25-15 0,-12 24-85 0,-12-107 51 0</inkml:trace>
  <inkml:trace contextRef="#ctx0" brushRef="#br0">5800 14597 115 0,'-12'-23'21'0,"0"23"-9"0,24 0-37 0,0 23-80 0</inkml:trace>
  <inkml:trace contextRef="#ctx0" brushRef="#br0">4871 15085 132 0,'-60'-12'8'0,"71"-1"13"0,132-21-12 0,192-26 4 0,212 36-5 0,96 24-8 0,-95 24 1 0,-238-1 12 0,-227-34 3 0,-83-12-8 0,0-2-20 0,-60 25-118 0,49 0 70 0</inkml:trace>
  <inkml:trace contextRef="#ctx0" brushRef="#br0">10456 11204 69 0,'-131'-12'4'0,"83"24"-5"0,-36 0-5 0,1 1 24 0,12-13 7 0,0 11-13 0,23 12-8 0,36 1-1 0,72-24 4 0,154 0-4 0,106-37-1 0,74 3 2 0,-13 10 3 0,-70 11-5 0,-145 2-1 0,-96 22-14 0,-70-11-43 0,-36 13-8 0</inkml:trace>
  <inkml:trace contextRef="#ctx0" brushRef="#br0">10338 11382 100 0,'-109'12'4'0,"-10"24"-3"0,84-24 11 0,59-12 10 0,142-37-9 0,179-9-8 0,84-2 1 0,-25 37-1 0,-81-2 3 0,-73 13 0 0,-95-24-5 0,-72 1-1 0,-83 23 0 0,-72-11-22 0,-11 22-115 0</inkml:trace>
  <inkml:trace contextRef="#ctx0" brushRef="#br0">9729 8323 103 0,'-12'-37'16'0,"-11"-22"13"0,34 47-17 0,13 24 2 0,12 95 1 0,-12 48-7 0,-1-11-5 0,-10-50 2 0,-26-46 4 0,13-48 6 0,-11-71-9 0,-1-84-4 0,35-37-2 0,-10 110 1 0,-13 59-1 0,-13 46 1 0,-10 25-1 0,23 11 0 0,12 24-48 0,12-36-109 0</inkml:trace>
  <inkml:trace contextRef="#ctx0" brushRef="#br0">16303 6251 58 0,'0'-25'11'0,"0"-57"0"0,-13 9 3 0,-21 27 3 0,-3-2 1 0,-22 24-1 0,10 24-8 0,-45 72-2 0,-13 70-2 0,23 25-5 0,49 12 2 0,46-24-1 0,73-48 2 0,34-60-2 0,2-47 2 0,-13-71-1 0,-12-23 2 0,-47 69-7 0,-48 71 6 0,-25 38-2 0,-9 24 1 0,9-1-7 0,-9-12-33 0,-15-24-29 0,37-71 25 0</inkml:trace>
  <inkml:trace contextRef="#ctx0" brushRef="#br0">16136 6678 67 0,'0'0'0'0,"36"-94"45"0,59 35-31 0,36 47-27 0,-37 12-79 0</inkml:trace>
  <inkml:trace contextRef="#ctx0" brushRef="#br0">16922 6799 27 0,'12'-37'45'0,"-12"-22"-19"0,0 0-7 0,0 11-2 0,-12 0 0 0,-1 2-7 0,2 21-4 0,-50 25-5 0,-33 83 2 0,-1 25 3 0,24-1-3 0,47-24-1 0,24-35-1 0,35-25 3 0,37-46-1 0,-13-61-1 0,25 1 0 0,-25 47-2 0,-35 24 0 0,-12 12 0 0,-12 0 0 0,0 24 0 0,11 23 1 0,2-10-1 0,11-3 0 0,10-21 0 0,2-13 0 0,25-24 1 0,10-11-2 0,-11-24 2 0,11 9-1 0,1 16 0 0,-37 10-2 0,-35 24 2 0,0 24 2 0,0 10-2 0,-12 3 0 0,-1 10 0 0,26-10 0 0,23-26 1 0,12-11-1 0,0-35 0 0,22-1 1 0,-22 12-1 0,24 12 0 0,-24 12 0 0,-14 36 0 0,-21 0 0 0,-26-12 1 0,2-24 3 0,-1-24 0 0,35-36-3 0,26 23-1 0,-13 50-1 0,-1 35 1 0,24 23-1 0,1-23 1 0,-36-36-16 0,-24-24-35 0,-24-24-54 0</inkml:trace>
  <inkml:trace contextRef="#ctx0" brushRef="#br0">17708 6251 142 0,'-12'-12'6'0,"-36"-24"-2"0,96 48-41 0,-23-12-36 0</inkml:trace>
  <inkml:trace contextRef="#ctx0" brushRef="#br0">14588 6334 72 0,'-24'-12'11'0,"48"0"2"0,70-22 11 0,74 9-12 0,58-11-5 0,-60 13-5 0,-94 10 1 0,-72-11 6 0,-72 1-4 0,-22 12-1 0,9 57-2 0,27 74 0 0,22 11 1 0,36 11 1 0,0-34-3 0,-12-25 1 0,-24-24 1 0,-11-47 0 0,23-1-1 0,24-11 5 0,24-11-4 0,71-24-2 0,60 10 0 0,-24 14-2 0,-84 22-52 0,-23 2-51 0</inkml:trace>
  <inkml:trace contextRef="#ctx0" brushRef="#br0">18494 6502 161 0,'-49'-25'1'0,"110"25"-3"0,105-36 2 0,-23 13-1 0,-36 23-13 0,-47 11-43 0,-37 1-20 0</inkml:trace>
  <inkml:trace contextRef="#ctx0" brushRef="#br0">18470 6822 112 0,'-59'-12'18'0,"59"1"-18"0,106-13 10 0,37 0 3 0,36 12-6 0,-72 1-6 0,-84 22-5 0,2 1-31 0,-1-1-77 0</inkml:trace>
  <inkml:trace contextRef="#ctx0" brushRef="#br0">20434 6071 56 0,'-23'-58'12'0,"-1"22"-7"0,0 0 19 0,0 11 2 0,-24 25-5 0,-24 73-11 0,14 34-3 0,-2 0-3 0,37-13-1 0,23 3-2 0,34-26 1 0,27-23 0 0,21-25 1 0,14-46-1 0,-13-13-2 0,1-12 1 0,-48-23 0 0,-12 0 0 0,-12-24 0 0,-36-1 0 0,-36 0 1 0,-23 25-1 0,-1 48 1 0,13 23-2 0,11 47-18 0,49 13-46 0,11-25-16 0</inkml:trace>
  <inkml:trace contextRef="#ctx0" brushRef="#br0">21196 6155 129 0,'-36'-23'8'0,"25"23"20"0,-1-11-15 0,12-2-8 0,12 13-4 0,-1 0-5 0,2 36-59 0,-13-25-35 0</inkml:trace>
  <inkml:trace contextRef="#ctx0" brushRef="#br0">22126 6025 98 0,'0'-25'8'0,"-12"14"-1"0,48-25 8 0,-25 12-6 0,13-23-2 0,-24 10-2 0,-12 3-1 0,-24-14-1 0,-23 12-2 0,-12 12 1 0,11 0-1 0,1 24 2 0,-13 24-4 0,1 13 3 0,23 9-3 0,24 13 1 0,12-9-1 0,35-4 4 0,38-21-4 0,10-25 3 0,12-13 0 0,-11-24-2 0,11-9 0 0,-11 21 1 0,-25 25 0 0,-23 25 0 0,-24 58 2 0,0 48 1 0,0 11-1 0,13-46 0 0,-2-48 1 0,-11-24-1 0,0-24-6 0,0-24-46 0,0-24-63 0</inkml:trace>
  <inkml:trace contextRef="#ctx0" brushRef="#br0">22781 5740 33 0,'0'0'0'0,"0"-25"39"0,0-11-13 0,0 24 0 0,0-11-2 0,0 23-15 0,12 12-8 0,-12 11 2 0,-12 13 1 0,-12 12 0 0,1 11-1 0,23 14-2 0,0-2 0 0,11-24 0 0,25 0-1 0,-1-23 2 0,37-24-2 0,10-24 1 0,-21-11 0 0,-13 10-2 0,-25 2 2 0,1-1 0 0,-24 24-2 0,12 47 2 0,-24 37-1 0,12 24 2 0,-13-24 0 0,13-38 1 0,0-21 3 0,0-14-4 0,0-11-37 0,25-24-88 0</inkml:trace>
  <inkml:trace contextRef="#ctx0" brushRef="#br0">24341 6132 68 0,'-60'-24'16'0,"-11"12"15"0,-1 0-6 0,-12 12-13 0,1 0-10 0,23 0 3 0,49 0-2 0,35 0 1 0,83 0-2 0,24 0 0 0,-12 0-3 0,-47-13 5 0,-37 13 0 0,-35-11 4 0,-47-1-8 0,-84 12 1 0,-36 0-1 0,-1 0-2 0,74 0 3 0,70 0-1 0,60 0 0 0,82 0 1 0,73 0 1 0,-24 12-2 0,-60-1-1 0,-35-11 1 0,-60 0 0 0,-24 13 0 0,-60-13 1 0,-48 0-1 0,14 0 1 0,23 0-1 0,47 0-2 0,23-13-24 0,38 13-106 0</inkml:trace>
  <inkml:trace contextRef="#ctx0" brushRef="#br0">4942 8537 16 0,'0'0'11'0,"23"-25"24"0,-10 14-7 0,-13-1 1 0,0 1-7 0,0-2-6 0,-13 1-5 0,2 0-7 0,11-11-2 0,-12 12 1 0,-23-2-1 0,-25 1 0 0,-11 0 2 0,-1-24 0 0,1 25-1 0,-12-1-1 0,-1 12-1 0,-11-12 1 0,-12-1-2 0,-13 26 1 0,-22-1-1 0,11-24 0 0,11 12 2 0,14 0-1 0,10 0 0 0,-11 24 0 0,-12-1-1 0,0 13 1 0,0-11 3 0,0 21-3 0,23-10-1 0,25 12 0 0,-25 11-1 0,24 1 1 0,14-1 0 0,10 1 0 0,24-1-1 0,0 25 0 0,-1 12 1 0,4-14 0 0,21-9-1 0,21 9 2 0,15-9 0 0,1 9 0 0,33-11 0 0,2-11 2 0,24-24 0 0,23 12-1 0,0-14-2 0,-1 16 1 0,2-29-4 0,0-8 5 0,11 11 0 0,-1-11-1 0,-10-2 0 0,0-11 1 0,-2-11 0 0,0-2 2 0,2-24-1 0,-1 27-3 0,0-14 2 0,-12-13-2 0,-12 14 2 0,1-1-1 0,-1 12 0 0,-13-11-1 0,3-13 1 0,-14-1 1 0,-12 3-2 0,25-3 1 0,-36 3-1 0,-14-16 1 0,2-8-1 0,-11-2 2 0,-25 2-1 0,-12-15 1 0,-37-22-3 0,15 0 3 0,-14 23-2 0,0 13 1 0,-11-12-1 0,-13-13 0 0,1 37-2 0,22 23 3 0,15 0-1 0,10 11 0 0,0 2-1 0,12 11 0 0,-1 0-2 0,2 11 1 0,11-11 1 0,-12 0 0 0,-22 0 2 0,9 0-1 0,1 0 1 0,-12 0-1 0,12-11 1 0,13 11-5 0,22 24-68 0,1-12-76 0</inkml:trace>
  <inkml:trace contextRef="#ctx0" brushRef="#br0">16469 7871 40 0,'59'-50'51'0,"-34"40"-23"0,-25-1 2 0,-48-2-19 0,-47 37-7 0,-25-1-1 0,13 1-3 0,12-11 0 0,48 10 1 0,23-23 2 0,0 24-1 0,24 0 1 0,0 23 0 0,0 36 0 0,-12 13-1 0,12 35 3 0,-13 11-3 0,26 25 1 0,10-12-3 0,2-12 3 0,-25-1-2 0,-12 2 3 0,12-25-2 0,0 12-1 0,12 0-2 0,0-24 3 0,0-24-1 0,10 1 0 0,27-50 0 0,22-21 1 0,49-13-1 0,34-24 0 0,1 1 0 0,-24 23 0 0,-49-12 0 0,-69 12 1 0,-13 0-2 0,-23-12-68 0,23-1-38 0</inkml:trace>
  <inkml:trace contextRef="#ctx0" brushRef="#br0">3847 7406 40 0,'0'0'0'0,"0"-24"31"0,13 11-8 0,-13 2-8 0,11-25 2 0,-11 1-10 0,-11 23-2 0,-14 1-4 0,1 11 0 0,-12 11-1 0,-11 24 3 0,23 24-3 0,24-9 1 0,36 8-3 0,23-11 2 0,-11 13 1 0,-35 1 0 0,-38-15 1 0,-35-21 4 0,13-25 5 0,11-48-5 0,48-12-6 0,59 13-15 0,14-1-39 0,-51 36-28 0</inkml:trace>
  <inkml:trace contextRef="#ctx0" brushRef="#br0">3608 7084 15 0,'0'0'0'0,"-108"25"17"0,50 46 1 0,34 36-5 0,24 36-2 0,36 22-7 0,59-10-3 0,24-47 0 0,24-61 0 0,-1-70 0 0,-10-72 2 0,-25-36 0 0,-71-24-2 0,-36-24 0 0,-72 13 0 0,-47 23 6 0,-58 84 3 0,-27 93-8 0,14 87-2 0,58 9-8 0,121 50-50 0,11-146 25 0</inkml:trace>
  <inkml:trace contextRef="#ctx0" brushRef="#br0">9396 6858 42 0,'-48'-36'12'0,"48"13"0"0,0-1 0 0,0 24 4 0,-12 24-11 0,-11 47-1 0,-2 36-2 0,25-12-2 0,25-24 2 0,-2-34-1 0,13-14 2 0,-12-35 0 0,24-36 2 0,-25 14 0 0,-23 9 2 0,-47 13-6 0,-37 36-3 0,13 12-13 0,24 0-29 0,47-24-21 0</inkml:trace>
  <inkml:trace contextRef="#ctx0" brushRef="#br0">9301 6739 58 0,'-60'-71'4'0,"37"23"-3"0,-14 48 7 0,-22 48 8 0,-12 59-5 0,23 47-8 0,36 1-1 0,60-25-2 0,35-22 2 0,24-36-1 0,36-36 1 0,11-47-1 0,-34-62 1 0,-13-46-1 0,-59-36 1 0,-60-59 3 0,-83 59 5 0,-48 84-6 0,-36 107-3 0,-59 71-9 0,-12 59-98 0</inkml:trace>
  <inkml:trace contextRef="#ctx0" brushRef="#br0">16909 8263 6 0,'13'0'24'0,"23"0"-8"0,11-11-3 0,-11 11-5 0,-12 0 0 0,-12 0 5 0,-1-13-4 0,1-11-4 0,0-10-3 0,0-3 1 0,-12 24-2 0,0-21 1 0,-24 9-1 0,-11 2 2 0,-14 11-2 0,13 1 2 0,2 11-2 0,10 23 0 0,11 0-2 0,2 13 1 0,-14 0 0 0,25 12 0 0,13-13 0 0,35 13 1 0,11 0-4 0,-11 11 4 0,-37-11-1 0,-11 0 1 0,-36-25 1 0,-11 1 0 0,-13-12 1 0,1-37-1 0,36-9 1 0,23-14-1 0,35 12-2 0,37-12 0 0,-13 13 0 0,-36-13 3 0,-23 12-3 0,-23 24-23 0,23 12-39 0,0 12 19 0</inkml:trace>
  <inkml:trace contextRef="#ctx0" brushRef="#br0">16492 8846 57 0,'-11'0'5'0,"-1"-12"1"0,71-11 18 0,61-25-3 0,69 12-11 0,3 13-5 0,-37-1-2 0,-72 11 0 0,-47 2-2 0,-36 11-4 0,0 0-28 0,-36 36-48 0</inkml:trace>
  <inkml:trace contextRef="#ctx0" brushRef="#br0">16731 9001 82 0,'0'-12'5'0,"12"-13"-2"0,0 38 14 0,-24 58 0 0,12 0-9 0,36 25-2 0,-12-24-3 0,-11 11-1 0,-13-24-1 0,-25-11-7 0,13-36-35 0</inkml:trace>
  <inkml:trace contextRef="#ctx0" brushRef="#br0">17016 9073 52 0,'0'0'0'0,"-11"-48"29"0,22 12-18 0,-11 24 11 0,0 12-15 0,13 12 1 0,-13 24-4 0,12 0-2 0,-12 11-2 0,0 1 1 0,11-12-1 0,14-13 1 0,10-11 0 0,1-12-1 0,-23-12 3 0,10-11-1 0,13-13-2 0,-13-1 1 0,-12 3 0 0,2 22-3 0,-13 0 5 0,12 12-3 0,-12 71-1 0,0 24 1 0,0 2 3 0,12-39 2 0,-12-22-1 0,0-25-1 0,0-22 2 0,-24-1-21 0,0 12-59 0,24 0 12 0</inkml:trace>
  <inkml:trace contextRef="#ctx0" brushRef="#br0">17827 8252 16 0,'0'0'0'0,"0"-37"2"0,36 14-8 0,-1 12 7 0,-23-2 25 0,-12-11-4 0,0 11 1 0,-12 2-5 0,24 47-10 0,-1 23-4 0,-22 37-1 0,-14-13 1 0,3-12 0 0,10-11-2 0,0-2 0 0,0-8 0 0,12-27-1 0,0-12 1 0,12 2 0 0,0-13 1 0,12 12-1 0,22-12-1 0,15-12 0 0,-2 12-1 0,-23 0 1 0,12 0 0 0,-25-13-1 0,1 2 2 0,-24-1-10 0,12 12-35 0,-24 0-44 0</inkml:trace>
  <inkml:trace contextRef="#ctx0" brushRef="#br0">17803 8430 38 0,'-12'-23'24'0,"12"-14"3"0,23 13-6 0,26 12-16 0,22 1-2 0,-12-1-3 0,1 0-1 0,-24 12-20 0,-12-13-39 0,-24 2 32 0</inkml:trace>
  <inkml:trace contextRef="#ctx0" brushRef="#br0">17827 8168 58 0,'-24'-37'15'0,"48"3"2"0,47-3-2 0,24 14-9 0,-11 12-5 0,-13 11-13 0,-35 23-46 0,-36-23 26 0</inkml:trace>
  <inkml:trace contextRef="#ctx0" brushRef="#br0">18720 7894 62 0,'-12'-36'18'0,"24"12"-14"0,0 24 8 0,-61 24 1 0,-21 48-4 0,-2 47-1 0,25 24-5 0,34-12-3 0,26-13 0 0,-1-34 1 0,23-26 0 0,-11-21-25 0,24-24-74 0</inkml:trace>
  <inkml:trace contextRef="#ctx0" brushRef="#br0">19005 8072 15 0,'25'-35'28'0,"-25"-1"37"0,-72 95-53 0,12 25-5 0,24 24-5 0,49-14-3 0,23-33 0 0,22-38 4 0,-22-46 3 0,-11-38 0 0,-25 26-4 0,-48 10-2 0,-12 38-31 0,0 22-46 0,60-35 48 0</inkml:trace>
  <inkml:trace contextRef="#ctx0" brushRef="#br0">19125 8418 51 0,'12'35'17'0,"47"49"4"0,-12-13-2 0,-58-35-10 0,-50 0-10 0,3-24-53 0,46 0 3 0</inkml:trace>
  <inkml:trace contextRef="#ctx0" brushRef="#br0">19363 8131 69 0,'0'-47'6'0,"107"12"2"0,-23 35 10 0,-37 35-4 0,-11 25-5 0,-36-12-6 0,-36 23 1 0,-23-23-3 0,-1-2 2 0,24-9-1 0,36-24 1 0,0-2 0 0,24 1 4 0,48-12-5 0,-1-12-2 0,11 1 0 0,-21 11-1 0,-14-13-10 0,-23 13-34 0,-24-12-47 0</inkml:trace>
  <inkml:trace contextRef="#ctx0" brushRef="#br0">19792 7821 22 0,'0'0'0'0,"59"-10"35"0,13 57-2 0,-25 84-16 0,1 61-7 0,-36 9-4 0,-48-46-1 0,-23-36 0 0,-13-60-3 0,36-11-1 0,12-23 0 0,24-25-1 0,0-13-30 0,-11-35-66 0</inkml:trace>
  <inkml:trace contextRef="#ctx0" brushRef="#br0">20600 8299 61 0,'-10'0'4'0,"-14"-13"15"0,36 13-5 0,23-11-2 0,49 11-6 0,34 0-2 0,2-12-1 0,-25 1-1 0,-23 11-2 0,-50 0-15 0,-22 0-19 0,-10 11-38 0</inkml:trace>
  <inkml:trace contextRef="#ctx0" brushRef="#br0">20887 8072 33 0,'0'-12'17'0,"0"-22"-1"0,36 45 5 0,-36 72-1 0,0 36-8 0,-12-12-4 0,12-35-2 0,0-25-2 0,12-11-1 0,12-25-1 0,-11 2-1 0,-2-13-4 0,-11-13-16 0,23 2-42 0,-23-1 10 0</inkml:trace>
  <inkml:trace contextRef="#ctx0" brushRef="#br0">21888 7871 23 0,'0'-13'8'0,"11"-58"11"0,12 11-1 0,-23 24 6 0,-34 24-10 0,-26 60-9 0,-23 46-1 0,35 15-4 0,35-13 1 0,49-14 0 0,24-46 1 0,-12-36 5 0,0-24 0 0,-25-24-2 0,-23 13-2 0,-34 11-1 0,-15 12-2 0,-11 48-13 0,49 35-43 0,22-11-16 0</inkml:trace>
  <inkml:trace contextRef="#ctx0" brushRef="#br0">21447 8453 58 0,'-48'0'5'0,"84"0"11"0,59 0 11 0,59-23-14 0,50 11-4 0,-27 1-4 0,-69-2-3 0,-60 13-10 0,-48 24-42 0,-11-1-22 0</inkml:trace>
  <inkml:trace contextRef="#ctx0" brushRef="#br0">21590 8799 84 0,'0'0'0'0,"-24"-61"16"0,48 50-8 0,-12 35 0 0,-12 24 1 0,0 23-2 0,-12 2 0 0,12-15-3 0,0-11-2 0,-13-10-3 0,2-3-18 0,-1-9-61 0,12-25 50 0</inkml:trace>
  <inkml:trace contextRef="#ctx0" brushRef="#br0">21911 8788 52 0,'-12'-25'17'0,"12"0"16"0,0 14-12 0,0 11-14 0,12 0-6 0,-1 36-1 0,-11 0 0 0,0-1 0 0,0 13 1 0,0-24-1 0,37-12 2 0,11 0-1 0,10-36 0 0,-9 0 1 0,-37 24 3 0,-1 24-4 0,2 47 1 0,-2 0-1 0,-11-23 1 0,-11-25 0 0,-2-10-23 0,13-1-55 0,13-24 26 0</inkml:trace>
  <inkml:trace contextRef="#ctx0" brushRef="#br0">22840 7953 43 0,'0'-11'10'0,"12"-13"8"0,12 24 2 0,-36 35-5 0,-12 38-7 0,11 21-2 0,13 1-1 0,0-11 0 0,0-37 0 0,25-23 0 0,35-12-2 0,34-12-4 0,-21-12-13 0,-39-1-13 0,-34-21-32 0,-11 22 21 0</inkml:trace>
  <inkml:trace contextRef="#ctx0" brushRef="#br0">22816 8168 44 0,'-23'0'8'0,"-13"-37"13"0,72 26-18 0,35-1-2 0,35 12-6 0,-21-11-36 0,-74-2 13 0</inkml:trace>
  <inkml:trace contextRef="#ctx0" brushRef="#br0">22816 7953 66 0,'0'-23'16'0,"96"-25"-11"0,34 24-7 0,13 24-20 0,-47 0-17 0,-83 0 19 0</inkml:trace>
  <inkml:trace contextRef="#ctx0" brushRef="#br0">23769 7584 55 0,'-48'-35'20'0,"13"35"-2"0,-37 59-10 0,-23 83 2 0,23 38-3 0,61-13-4 0,46-37 0 0,37-23 0 0,24-47-12 0,-3-47-46 0,-56-38-2 0</inkml:trace>
  <inkml:trace contextRef="#ctx0" brushRef="#br0">23817 8013 8 0,'0'0'0'0,"-12"-60"2"0,36 37 11 0,-24-2 21 0,10 2-9 0,3 12-8 0,-1-2-12 0,12 26-3 0,-12 34-3 0,-12 11 3 0,11-8 0 0,25-4 0 0,24 13-1 0,-36 2-1 0,-24-26 1 0,-47-10 7 0,-37-14-3 0,36-11-5 0,13 12-12 0,11-1-63 0,12 2 46 0</inkml:trace>
  <inkml:trace contextRef="#ctx0" brushRef="#br0">24150 8299 31 0,'0'0'6'0,"12"47"30"0,-12 25-11 0,-36-37-17 0,-11 1-11 0,-1 0-56 0,35-36 20 0</inkml:trace>
  <inkml:trace contextRef="#ctx0" brushRef="#br0">24341 7846 16 0,'0'-12'34'0,"22"-1"-4"0,-22 13-10 0,0 0-14 0,13 13-3 0,-13 35-1 0,12-12-1 0,35 11 0 0,13 1-1 0,-24-1 1 0,-48-10 5 0,-36-14 3 0,-11-12-6 0,35 2-3 0,-1-1-33 0,3 13-42 0,10-25 53 0</inkml:trace>
  <inkml:trace contextRef="#ctx0" brushRef="#br0">24555 7645 50 0,'59'-37'7'0,"84"74"12"0,-24 118-1 0,-83 21-2 0,-48-8-4 0,-47-60-9 0,-38-49-3 0,3 0-45 0,70-35-33 0</inkml:trace>
  <inkml:trace contextRef="#ctx0" brushRef="#br0">24841 7335 55 0,'-48'-37'10'0,"35"26"-7"0,74 11 2 0,46 23 15 0,12 2-12 0,-48-14 2 0,-35-11 5 0,-36-11-6 0,12 11-8 0,12 34 0 0,12 37-1 0,-1 61 1 0,-35 71 1 0,-35 48 0 0,-13-2-2 0,36-23 0 0,24-35 1 0,0-72 0 0,-24-60 6 0,-48-36 4 0,-59-23-8 0,-84 0-7 0,-106 61-85 0,250-51 36 0</inkml:trace>
  <inkml:trace contextRef="#ctx0" brushRef="#br0">16934 9751 34 0,'-36'0'19'0,"-12"-12"7"0,25 12-4 0,12-13-7 0,93 3-8 0,49-14-3 0,12 12-1 0,-36 12-2 0,-71 0 0 0,-48 25 1 0,-60-14 2 0,-71-1-3 0,-23 3 1 0,-1-1-1 0,60-12 1 0,71 0 0 0,72 0-1 0,262-25 0 0,-215 25-1 0,108 0 1 0,-157 0-2 0,-34 0 4 0,-82 13-2 0,-61-1 0 0,-13 13-1 0,26-2 0 0,71-12 0 0,59-11 1 0,59-11-1 0,84-1 0 0,0 1 0 0,-11 11-1 0,-62 0 2 0,-70 0-1 0,-47 11 0 0,-60 1 1 0,-12-1-2 0,34 2 2 0,49-26-1 0,61 13 1 0,59-23-2 0,35 23 2 0,-12 0-3 0,-48 0 3 0,-59 0-2 0,0 0 2 0,-23 0-1 0,10 0 1 0,-10-11-2 0,23 11 2 0,-11 11-1 0,11-11 0 0,-13 12 0 0,13-12 0 0,0 11 0 0,-12-11 0 0,0 13-1 0,12-13 2 0,0 0-1 0,-12 0-1 0,0 12 2 0,0-12-1 0,1 0 1 0,11 0-2 0,0 0 1 0,0 12 0 0,0-12 0 0,0 11 0 0,-12-11 0 0,12 12 0 0,0-12 0 0,0 0 0 0,0 0 0 0,0 0 0 0,0 0 0 0,0 0 0 0,-13 0 0 0,13 11 0 0,0-11 0 0,0 0 0 0,0 0 0 0,0 0-1 0,13 13-34 0,-1-1-57 0</inkml:trace>
  <inkml:trace contextRef="#ctx0" brushRef="#br0">18315 9263 33 0,'0'0'0'0,"-24"-23"23"0,-1 10-9 0,-21 1 7 0,-2 12-6 0,-11 12-5 0,35-12-4 0,48 0-2 0,119-24-1 0,82-10 0 0,62 21-3 0,-25 13 1 0,-49 0 0 0,-45-24 0 0,-73 0 1 0,-47 12-2 0,-48 12 1 0,-108 12-4 0,-82 24 0 0,-13-11 3 0,-11-14 1 0,24 12-1 0,-1 1 1 0,60 0-1 0,36-12 0 0,71-12 0 0,24 0 1 0,83-12 0 0,48-12 1 0,73 0-2 0,9 13-1 0,-22-1 1 0,-72 12-1 0,-61 12 2 0,-33-12 0 0,-25 0 0 0,0 0 0 0,0-12 0 0,11 12 0 0,2 0-2 0,-13 0 1 0,0 0 0 0,12 0 1 0,-12 0 0 0,0 12-37 0,12 11-60 0</inkml:trace>
  <inkml:trace contextRef="#ctx0" brushRef="#br0">21756 9644 6 0,'-47'0'13'0,"-1"-12"7"0,24 1-2 0,0-2-1 0,24 13-4 0,37-12-9 0,46 0-2 0,24 12-1 0,-12 0 2 0,-47-11 2 0,-36-1 1 0,-24 12 0 0,-12 0-5 0,-47 12-1 0,-25 11 1 0,-23-11 0 0,36 1 0 0,11-13-1 0,49 0 1 0,23 0-1 0,46 0 2 0,63-13-2 0,33 1 1 0,-12 0-2 0,-57 12 1 0,-61 0 0 0,-36 12 2 0,-37 0-2 0,-9-12 2 0,10 13-3 0,24-13 3 0,36 0-1 0,12 0-1 0,0 0 0 0,0 0 0 0,-12 0-2 0,12 0-16 0,24 0-29 0,0 0-3 0</inkml:trace>
  <inkml:trace contextRef="#ctx0" brushRef="#br0">20697 8299 49 0,'0'0'0'0,"-97"-36"21"0,87 36-11 0,10 0 4 0,23 0 0 0,85 0-8 0,22-11-2 0,133-2-2 0,-240 26-1 0,-70 10 3 0,-72-12-2 0,-24 2-1 0,0-1 1 0,12 0-1 0,11-1 0 0,86-11 0 0,68 0 0 0,86-11-2 0,47-1 1 0,-25 0 0 0,-58-1 1 0,-71 26-2 0,-13-13-22 0,-37 12-35 0,13-12 17 0</inkml:trace>
  <inkml:trace contextRef="#ctx0" brushRef="#br0">20804 8097 46 0,'11'-48'17'0,"2"12"4"0,22 24-5 0,-23 71-4 0,-12 83-5 0,-12 13-3 0,12-23 0 0,0-38-1 0,-12-57 1 0,12-61 7 0,12-71-8 0,0-72-1 0,0-36-1 0,-24 85 0 0,0 70 0 0,0 36-2 0,12 60-1 0,0 95 1 0,36 36 0 0,-12-13 0 0,-24-59 1 0,-24-47 1 0,0-60 2 0,1-107-1 0,34-96 0 0,1-12 0 0,0 144-2 0,-24 179-3 0,0 23 1 0,1 0 3 0,22-49-1 0,-22-32-6 0,11-16-51 0,0-34-18 0</inkml:trace>
  <inkml:trace contextRef="#ctx0" brushRef="#br0">20518 8370 36 0,'0'0'7'0,"-59"-24"22"0,47 1-6 0,58-1-8 0,86 0-6 0,58 1-8 0,1 23 1 0,-73 0 0 0,-69-13 1 0,-37 1 0 0,-12 12-3 0,-25 0-25 0,-11 36-57 0</inkml:trace>
  <inkml:trace contextRef="#ctx0" brushRef="#br0">15541 12180 50 0,'-12'-13'18'0,"0"-21"-12"0,0 10 18 0,24 48-7 0,0 94-6 0,-12 37-2 0,-24-24-1 0,0-24-2 0,12-23-3 0,24-38 0 0,24-21-1 0,59-25 1 0,12-12-1 0,-12-22-2 0,-35-3-15 0,-36-10-44 0,-12 10-20 0</inkml:trace>
  <inkml:trace contextRef="#ctx0" brushRef="#br0">15529 12490 67 0,'-12'0'15'0,"-48"-24"-2"0,60 1 11 0,107-37-16 0,36 36-21 0,-24-13-48 0,-107 37 29 0</inkml:trace>
  <inkml:trace contextRef="#ctx0" brushRef="#br0">15505 12217 47 0,'-36'-50'58'0,"48"4"-35"0,83-13-10 0,59 9-16 0,-46 29-65 0,-72 21 12 0</inkml:trace>
  <inkml:trace contextRef="#ctx0" brushRef="#br0">16601 11763 143 0,'0'-23'10'0,"-24"-36"2"0,24 46 19 0,-24 60-24 0,-48 132 3 0,-11 60-2 0,59 0-6 0,48-50-1 0,47-58-2 0,1-36 2 0,-25-71 1 0,-23-24-24 0,12-37-145 0</inkml:trace>
  <inkml:trace contextRef="#ctx0" brushRef="#br0">17029 12133 77 0,'12'-37'34'0,"24"3"-4"0,-36 21-7 0,-25 1-16 0,-58 37-3 0,23 9-1 0,37 14-3 0,46 12-1 0,73 11 2 0,11 13-3 0,-47-25 1 0,-71-23 2 0,-73 0 3 0,0-24-19 0,37-24-52 0,35-24-14 0</inkml:trace>
  <inkml:trace contextRef="#ctx0" brushRef="#br0">17327 11823 86 0,'34'0'32'0,"27"155"-24"0,-14 71 9 0,-47-12-9 0,-23-47-7 0,-1-72-17 0,35-35-105 0</inkml:trace>
  <inkml:trace contextRef="#ctx0" brushRef="#br0">18672 12180 172 0,'-143'-24'20'0,"25"24"-14"0,118 0 8 0,106-23-11 0,109-1-1 0,-25 24-3 0,-118 0-2 0,-97 0-61 0,2 12-57 0</inkml:trace>
  <inkml:trace contextRef="#ctx0" brushRef="#br0">19899 11549 87 0,'0'0'0'0,"-59"-23"59"0,46 10-34 0,60-11-10 0,134 1-6 0,44-1-3 0,-23 0-1 0,-94 11-6 0,-73 2-3 0,-24 11-46 0,-47 24-69 0</inkml:trace>
  <inkml:trace contextRef="#ctx0" brushRef="#br0">19827 11610 121 0,'-71'-25'26'0,"59"25"7"0,12 0-20 0,36 25-4 0,47 9-1 0,24 3-3 0,35-3-4 0,1 3 1 0,-71 10-2 0,-48 1 1 0,-36-1 3 0,-36 25-3 0,-35-1 0 0,-24-12-1 0,12 12 1 0,12 2-2 0,11 9 3 0,-12-21-4 0,37-14 4 0,22-23-4 0,15-12 3 0,56-1-1 0,74-34 2 0,84-13-3 0,21 24 3 0,-23 12-4 0,-71 0 3 0,-83 0 0 0,-24 0 1 0,-37 0-215 0</inkml:trace>
  <inkml:trace contextRef="#ctx0" brushRef="#br0">21459 11573 27 0,'0'0'0'0,"0"-13"26"0,0 2 1 0,12-12-10 0,0 10 0 0,0 1-3 0,-12 12 7 0,0 12-18 0,0 1-1 0,0-13 0 0,0 0 1 0,0-13-3 0,0 13-3 0,-12 13-81 0,12-13 38 0</inkml:trace>
  <inkml:trace contextRef="#ctx0" brushRef="#br0">21471 11549 15 0,'0'-12'23'0,"0"12"21"0,0-24-14 0,0 24-3 0,12 0-16 0,-12 47-1 0,0 37-3 0,0 24-3 0,12-1-2 0,11-25 0 0,-11-45-2 0,-1-24 4 0,2-38 2 0,-1-47-4 0,12-11-1 0,-1 58-1 0,-10 14-1 0,-2 47 1 0,13 23 0 0,12-11 0 0,0-12 0 0,35-36 2 0,-35-60 0 0,-11 2 0 0,-38-3 0 0,-11 38-2 0,-12 23-1 0,36 23-1 0,60-12 2 0,166-57-9 0,-131-38 4 0,-47-23 4 0,-48-12 10 0,-36 83 1 0,-12 60-9 0,25 71 1 0,10 23-1 0,49-9-2 0,0-13-37 0,-24-25-96 0</inkml:trace>
  <inkml:trace contextRef="#ctx0" brushRef="#br0">22126 11631 126 0,'0'0'0'0,"-36"-46"35"0,47 10-17 0,98 0-19 0,45 24-65 0,-83 12-28 0</inkml:trace>
  <inkml:trace contextRef="#ctx0" brushRef="#br0">22673 11728 81 0,'-12'0'6'0,"-35"0"0"0,71-13 6 0,35-10-5 0,1-13 3 0,-24 1-3 0,-25-1-2 0,-11 0 6 0,-23 24 1 0,-13 35-8 0,0 27-1 0,0-4-1 0,36 13-1 0,24-22-2 0,36-26 3 0,23-34-2 0,-23 11 0 0,-48 24 0 0,0 47 7 0,-2-22-3 0,-10-26 1 0,49-35 1 0,-1-47-4 0,23-13-4 0,-35 60 2 0,-25 36-2 0,2 36 2 0,22 0 0 0,37-48 1 0,10-24 1 0,-9-36-1 0,-14-48 0 0,-12-34-1 0,-34 58 0 0,-26 84 0 0,2 25 1 0,-14 71-1 0,25 22-2 0,13-10-35 0,-13-14-42 0,0-70 24 0</inkml:trace>
  <inkml:trace contextRef="#ctx0" brushRef="#br0">23458 11597 53 0,'-11'-37'21'0,"11"3"4"0,60 9 2 0,11 25-15 0,1 0-5 0,-13 25-2 0,-23-2 2 0,0 1-2 0,-36 0-2 0,-12 0 0 0,0-24 0 0,0 0-1 0,36-24-3 0,36 0 1 0,-1 0 2 0,-36 24-3 0,2 24 2 0,-25 13 0 0,11-16 1 0,37-8 1 0,-12-13 2 0,-36-34-1 0,-24-3-6 0,-12 24-1 0,25 2 3 0,35-1-7 0,46-12-1 0,2 12 4 0,-72 12 6 0,0 72 6 0,0 11-3 0,12 1-2 0,12-49 1 0,0-35 3 0,0-71-2 0,11-23-4 0,1 57-1 0,-36 49-3 0,0 47 2 0,11 12 1 0,-11-34 1 0,-11-26-5 0,-1-34-42 0,12-25-78 0</inkml:trace>
  <inkml:trace contextRef="#ctx0" brushRef="#br0">24245 11455 58 0,'-12'0'16'0,"-11"-25"28"0,46 13-25 0,36-1-12 0,12 50 4 0,-35 47 6 0,-23-13-9 0,-72-24 1 0,-61-23-17 0,49-24-57 0,71 0-17 0</inkml:trace>
  <inkml:trace contextRef="#ctx0" brushRef="#br0">24519 11405 112 0,'0'-23'16'0,"0"12"10"0,0 34-9 0,12 38-11 0,35-15-1 0,13-34 0 0,36-24 1 0,-37 0-4 0,-59 36 0 0,-36 73 5 0,13 21-7 0,11-10-39 0,-60-37-97 0</inkml:trace>
  <inkml:trace contextRef="#ctx0" brushRef="#br0">23197 12288 117 0,'0'0'15'0,"-23"34"-10"0,-2 16 17 0,50-4-16 0,10-21 0 0,1-62 0 0,-48-47-5 0,-24 2 0 0,24 34-1 0,72 23-4 0,23 98 2 0,-24 80 4 0,-34 2 3 0,-73-34 8 0,12-87 7 0,25-68-8 0,106-98-14 0,59-12-47 0,-94 123-105 0</inkml:trace>
  <inkml:trace contextRef="#ctx0" brushRef="#br0">22328 13025 91 0,'0'0'3'0,"-48"0"1"0,-11 96 4 0,11 11-3 0,25-25-6 0,46-21 3 0,48-49-1 0,25-24 0 0,-1-60-5 0,-11-35-1 0,-37-48-1 0,-11 24 6 0,-24 49 3 0,-1 45 5 0,-11 37-5 0,0 71 5 0,-11 50-2 0,-1 9 0 0,-1-23-2 0,13-47-4 0,0-49 2 0,49-59 3 0,-2-11-4 0,-11 47-2 0,0 60 1 0,23 12-2 0,13-37 2 0,-1-46 0 0,-11-48 2 0,-24 46-4 0,-36 25 2 0,11 48 1 0,36-12-6 0,2-13-55 0,-37-23-1 0</inkml:trace>
  <inkml:trace contextRef="#ctx0" brushRef="#br0">23138 12942 70 0,'-36'-24'24'0,"13"1"-17"0,23 34-46 0,23 1-14 0</inkml:trace>
  <inkml:trace contextRef="#ctx0" brushRef="#br0">23412 12871 73 0,'0'0'0'0,"-48"-118"33"0,48 93-10 0,12 96-11 0,-24 59-5 0,12 14-7 0,36-12-36 0,-12-61-70 0</inkml:trace>
  <inkml:trace contextRef="#ctx0" brushRef="#br0">23639 13155 35 0,'11'-21'19'0,"12"-16"8"0,-10 1 6 0,-26 25-21 0,-34 11-10 0,-24 47 2 0,10 1-3 0,50-1-1 0,35-11 0 0,35-25-2 0,1-58 0 0,-24-36 3 0,-12-60-2 0,-1 35 0 0,-23 37 2 0,0 37 0 0,0 34 2 0,0 21-4 0,-11 40 3 0,11 22-3 0,11 1 1 0,25-25 0 0,0-47 1 0,22-35 0 0,-9-2-1 0,-1 50 0 0,-13 34-1 0,-22-13 2 0,-13-21-1 0,0-37 4 0,23-35-4 0,13 10 1 0,-12 37-3 0,-1 0 3 0,1 0-1 0,12-11 1 0,24-25-2 0,-37 12 2 0,-11 24-3 0,-1 37 3 0,25-14-3 0,48-23 4 0,24-23-7 0,-61 10 6 0,-47 26-6 0,0 10 6 0,72-12-13 0,69-22-88 0</inkml:trace>
  <inkml:trace contextRef="#ctx0" brushRef="#br0">6967 16408 72 0,'-24'-50'19'0,"12"146"4"0,24 59-16 0,-1 0-3 0,2-36-2 0,-13-24 0 0,-24-47 0 0,-1-59 4 0,2-121-1 0,-1-70-2 0,24 11-1 0,0 48 0 0,0 60-1 0,24 47-1 0,24 24 0 0,-1 60 0 0,1 23 1 0,13 13-2 0,-27-1 1 0,-22-23-1 0,-1-38 2 0,2-44 3 0,23-74-1 0,35-35-1 0,-23 36-3 0,11 48 1 0,-23 47 0 0,12 60 0 0,11 58 0 0,-35 13-2 0,-12-24 2 0,-24-23 0 0,-24-25 0 0,25-22-66 0,11-37 4 0</inkml:trace>
  <inkml:trace contextRef="#ctx0" brushRef="#br0">8061 16584 34 0,'0'-10'2'0,"0"-38"13"0,13-24 8 0,-26 26-7 0,-10 21 0 0,-24 25-5 0,-25 48-4 0,1 23-2 0,23 11-5 0,24-9 2 0,37-37-2 0,46-24 3 0,12-83-1 0,-23 21-2 0,-24 50 3 0,-11 37 6 0,8 10-6 0,4 13-3 0,-14-12-30 0,25-24-80 0</inkml:trace>
  <inkml:trace contextRef="#ctx0" brushRef="#br0">8276 16502 48 0,'0'-36'33'0,"24"24"4"0,36 37-28 0,-1 22-8 0,13 11-1 0,-14 3 0 0,-22-38-59 0,-23-23-7 0</inkml:trace>
  <inkml:trace contextRef="#ctx0" brushRef="#br0">8681 16454 47 0,'-47'0'31'0,"-38"84"11"0,-9 12-30 0,22 9-10 0,25 3-49 0,35-84-24 0</inkml:trace>
  <inkml:trace contextRef="#ctx0" brushRef="#br0">8884 16621 81 0,'0'0'33'0,"0"-24"-15"0,0 11-6 0,-12 13-24 0,12 13-96 0</inkml:trace>
  <inkml:trace contextRef="#ctx0" brushRef="#br0">9812 16085 72 0,'-11'-12'10'0,"35"12"-11"0,95-23 4 0,36-13-1 0,-36-12 0 0,-84 1 2 0,-70 23 9 0,-37 12 0 0,12 83-8 0,24 73-2 0,36 11-3 0,0-13 0 0,0-24-1 0,-47-47 0 0,-12-58 2 0,-25-13-1 0,13 0 4 0,60 0 0 0,70 0-1 0,82-23-3 0,38-13-3 0,2-23-84 0,-160 46 52 0</inkml:trace>
  <inkml:trace contextRef="#ctx0" brushRef="#br0">10538 16358 44 0,'-11'-11'51'0,"11"11"-16"0,0-12-27 0,24 12-12 0,12 12-108 0</inkml:trace>
  <inkml:trace contextRef="#ctx0" brushRef="#br0">11622 15872 32 0,'25'-60'5'0,"-2"-24"19"0,-35 2 3 0,-24 45-5 0,-23 74-12 0,-12 105-5 0,-1 36 1 0,48 25-4 0,48-60-1 0,48-60-1 0,-1-70 3 0,24-109 0 0,-35 12-1 0,-60 72-1 0,-12 83 2 0,-12 25-2 0,24 0-3 0,-12-13-55 0,12-61-21 0</inkml:trace>
  <inkml:trace contextRef="#ctx0" brushRef="#br0">11515 16253 80 0,'-11'-13'3'0,"22"-46"24"0,96 10-21 0,72 26-18 0,-60 23-70 0</inkml:trace>
  <inkml:trace contextRef="#ctx0" brushRef="#br0">12420 16419 30 0,'12'-48'13'0,"0"12"-9"0,12-59 13 0,-12 12 5 0,-24 35-5 0,-12 24-8 0,-36 24-6 0,1 36-1 0,12 36-1 0,11-1-1 0,12 0 0 0,36-23 0 0,12-23 0 0,24-50 0 0,-2-23 0 0,3-11 0 0,-2 23 2 0,-34-1 1 0,10 15 3 0,-23 22-4 0,0 0-1 0,0 47-2 0,11 1 2 0,2-12-1 0,10 10 0 0,37-21 0 0,0-25 0 0,22-25 0 0,-21-21 0 0,-15-2 0 0,-10 12 2 0,-11 24 4 0,-14 12-2 0,-11 37-2 0,13-3 0 0,-13 3-1 0,12-14-1 0,35-23 2 0,37-35-1 0,-38 10-1 0,3 38-1 0,-25 22 2 0,0-12 0 0,11-23-2 0,12 0 2 0,2-34-10 0,-38 22-22 0,2-24-40 0,-13 36 39 0</inkml:trace>
  <inkml:trace contextRef="#ctx0" brushRef="#br0">13087 15800 64 0,'-70'-24'18'0,"45"36"-10"0,13 22-92 0</inkml:trace>
  <inkml:trace contextRef="#ctx0" brushRef="#br0">5431 15800 122 0,'0'0'0'0,"22"12"-2"0,14 285 4 0,-11 84 3 0,-14 0-4 0,25-107-2 0,-24-95-2 0,0-96-2 0,0-131-80 0,0 25 57 0</inkml:trace>
  <inkml:trace contextRef="#ctx0" brushRef="#br0">5240 15895 30 0,'-83'-60'12'0,"11"-11"3"0,60 24 10 0,108-13-16 0,130 24-3 0,167-12-4 0,238-23-1 0,274-36-2 0,202-23 1 0,95 22-1 0,-34 36-1 0,-156 25 3 0,-178-13 3 0,-156 12-2 0,-142 48 0 0,-178 25 2 0,-204 22 3 0,-106 72-3 0,-60 143 0 0,-12 143-3 0,48 35 0 0,12-59 5 0,1-71-1 0,-14-72-4 0,-23-59-3 0,0-96-7 0,-108-106-107 0</inkml:trace>
  <inkml:trace contextRef="#ctx0" brushRef="#br0">5204 17656 45 0,'-71'-11'13'0,"11"-12"20"0,72-2-17 0,95 13-9 0,108 1 1 0,142-1-2 0,191-12-7 0,321 0 0 0,262-23-6 0,-59 10 11 0,46-10-2 0,-32 35-1 0,-63 12 2 0,-166 0 0 0,-213-12 2 0,-217-1 2 0,-200 3 3 0,-179-14 3 0,-84-13-6 0,-47 3-8 0,-12 21-5 0,23 1-124 0</inkml:trace>
  <inkml:trace contextRef="#ctx0" brushRef="#br0">16075 14574 46 0,'13'-25'8'0,"-13"-10"20"0,0 35 0 0,-24 60-15 0,1 70-3 0,11 0-5 0,12-34-1 0,12-37-1 0,11-10-1 0,13-27 1 0,11-22 0 0,25 0-1 0,-1-10-1 0,1-14-1 0,-24 12 0 0,-24-13-17 0,-2 14-45 0,-22-1-1 0</inkml:trace>
  <inkml:trace contextRef="#ctx0" brushRef="#br0">15968 14834 47 0,'-23'-34'26'0,"23"-3"-9"0,96-10-9 0,35 10-6 0,-24 27-5 0,-83-14-35 0,-24 12-10 0</inkml:trace>
  <inkml:trace contextRef="#ctx0" brushRef="#br0">16075 14561 31 0,'-11'-24'17'0,"-12"-10"7"0,46-3-3 0,37-10-13 0,23 10-6 0,0 14-23 0,1 12-49 0</inkml:trace>
  <inkml:trace contextRef="#ctx0" brushRef="#br0">17088 14323 61 0,'12'-35'13'0,"-12"11"20"0,0 24-9 0,-59 34-15 0,-36 75-4 0,22-2-2 0,37 12-1 0,15-12-2 0,42-13 0 0,40-21 1 0,21-62 0 0,3-22-23 0,-50-25-90 0</inkml:trace>
  <inkml:trace contextRef="#ctx0" brushRef="#br0">17327 14561 36 0,'24'-47'21'0,"-1"11"15"0,-23 11-8 0,-23 25-15 0,-49 37-6 0,36-1-4 0,24-1-2 0,35 12 0 0,74 14-1 0,-38-1 0 0,-36-26 1 0,-46-9 4 0,-36-13-3 0,11-12-14 0,36-24-51 0,36 0-5 0</inkml:trace>
  <inkml:trace contextRef="#ctx0" brushRef="#br0">17612 14252 73 0,'0'0'0'0,"12"-12"24"0,48 131-1 0,0 59-11 0,-60-11-6 0,-48-48-1 0,-36-35-5 0,48-36-54 0,36-48-23 0</inkml:trace>
  <inkml:trace contextRef="#ctx0" brushRef="#br0">15683 15359 73 0,'-60'0'10'0,"-94"-12"15"0,129 12 3 0,132-11-26 0,192-49 0 0,154-1-1 0,-1 27 0 0,-71 34 1 0,-143-24-1 0,-143 11 3 0,-71-10-1 0,-11 12-2 0,-2 11-21 0,-22 23-36 0,-26 13-6 0</inkml:trace>
  <inkml:trace contextRef="#ctx0" brushRef="#br0">15696 15550 77 0,'-132'0'11'0,"109"0"15"0,154-25-17 0,190-46-4 0,178 0-1 0,50 24-2 0,-121 34 3 0,-176-11 3 0,-195 24 5 0,-44-11-3 0,-37-1-8 0,-35 12-5 0,23 23-43 0,24 1-71 0</inkml:trace>
  <inkml:trace contextRef="#ctx0" brushRef="#br0">18732 14800 38 0,'-36'-24'22'0,"0"11"2"0,25 2 1 0,-1 11-10 0,1 0-4 0,11 0-3 0,0 0-3 0,23 0 0 0,48-12-3 0,-11 1-1 0,-14 11 1 0,-46 0 2 0,0 0 0 0,-46 0-3 0,-26 11 0 0,1 1-1 0,11-1 1 0,12 2-1 0,36-13 1 0,48 0 0 0,48-13-1 0,47-10 1 0,-37 23-1 0,-45 0-1 0,-38 0 2 0,-35 0 2 0,-59 12-1 0,-24-1-2 0,12 14 0 0,83-13 0 0,37-12 1 0,69 0-1 0,25 0 0 0,-47-12-2 0,-48 12 2 0,-37 0-4 0,2 0-58 0,35 12-32 0</inkml:trace>
  <inkml:trace contextRef="#ctx0" brushRef="#br0">20327 14478 34 0,'0'-48'31'0,"0"13"1"0,12 22-9 0,-12 38-15 0,0 34 1 0,-23 24-2 0,-2 13-2 0,25-1-1 0,0-24-2 0,13-11 2 0,-1-13-2 0,11-23 1 0,25-24 0 0,35 0-2 0,1-24 0 0,-25 1-1 0,-36-13-3 0,2 24-24 0,-1-12-37 0,-12 12 1 0</inkml:trace>
  <inkml:trace contextRef="#ctx0" brushRef="#br0">20387 14740 59 0,'0'-11'18'0,"24"-26"9"0,24 3-11 0,47 9-13 0,-36 13-13 0,-23-1-32 0,-36 2-18 0</inkml:trace>
  <inkml:trace contextRef="#ctx0" brushRef="#br0">20363 14490 39 0,'0'0'0'0,"-36"-60"44"0,36 25-14 0,73-1-14 0,-3 25-7 0,2-2-6 0,-14 1-4 0,39 12-33 0,-26 0-47 0</inkml:trace>
  <inkml:trace contextRef="#ctx0" brushRef="#br0">21339 14277 40 0,'0'0'0'0,"13"-50"50"0,-73 87-20 0,-72 106-13 0,-11 47-9 0,97 1-6 0,92-49-1 0,39-70-1 0,9-48-41 0,-34-61-48 0</inkml:trace>
  <inkml:trace contextRef="#ctx0" brushRef="#br0">21554 14574 52 0,'0'0'14'0,"0"-25"28"0,-13 25-15 0,-57 12-18 0,-2 12-3 0,37 24-2 0,23-2-2 0,24 4 0 0,35-3-1 0,13-23-1 0,10-13-24 0,2-22-47 0,-48-13 21 0</inkml:trace>
  <inkml:trace contextRef="#ctx0" brushRef="#br0">21876 14311 65 0,'12'0'12'0,"11"60"11"0,1 106-4 0,-12 26-8 0,-48-26-5 0,-47-72-1 0,11-57-5 0,61-25-57 0,22-24-7 0</inkml:trace>
  <inkml:trace contextRef="#ctx0" brushRef="#br0">20232 15347 63 0,'-71'-24'24'0,"-1"24"8"0,49 0-11 0,94 0-16 0,167-35-2 0,108 12-2 0,23 23 1 0,-84 0-1 0,-119 0 1 0,-105 0 0 0,-13 0-1 0,-37-13-10 0,-22 26-32 0,-62 21-54 0</inkml:trace>
  <inkml:trace contextRef="#ctx0" brushRef="#br0">20400 15478 42 0,'-61'0'30'0,"-117"-12"-8"0,106 0 12 0,84-11-22 0,119-13-7 0,143 11-1 0,95 2-1 0,12 23-2 0,-96 0-1 0,-142 0 1 0,-107-11 1 0,-47-2-2 0,-85 1-7 0,-70 24-2 0,-49 12 3 0,-34 12 5 0,-26-12 4 0,49-12 5 0,83-12-2 0,120 0 0 0,82 0-4 0,156-36-4 0,118 23 2 0,12 2 1 0,-95 11 1 0,-131-12 0 0,-106 1 1 0,-13-2-32 0,0 13-91 0</inkml:trace>
  <inkml:trace contextRef="#ctx0" brushRef="#br0">15683 14227 74 0,'0'-34'3'0,"-47"-26"22"0,-13 131-4 0,-35 178-6 0,47 98-9 0,59-14-1 0,14-83-2 0,-13-95 0 0,-49-72 0 0,-9-71-5 0,35-120-36 0,34-81-62 0</inkml:trace>
  <inkml:trace contextRef="#ctx0" brushRef="#br0">15421 14097 63 0,'-23'-48'7'0,"23"13"8"0,107-12 2 0,131 10-11 0,119-10-3 0,71 23-3 0,2 24 1 0,-73 0-1 0,-60 0 3 0,-58-13 4 0,-97 13 0 0,-69-11 0 0,-26-1-1 0,-12 12-4 0,13 23 0 0,0 48-1 0,-1 73 0 0,-11 83 4 0,-25 59 0 0,-34-1 1 0,10-34-1 0,2-62-3 0,11-57 1 0,11-61-1 0,-11-48 0 0,0-23-3 0,-11-34-33 0,-36-3-95 0</inkml:trace>
  <inkml:trace contextRef="#ctx0" brushRef="#br0">15755 15609 62 0,'-132'-13'13'0,"26"26"9"0,70-13 3 0,36 0-19 0,70 12 1 0,122-12-2 0,140-48-1 0,157 0-2 0,35 37-1 0,-72 11 0 0,-117 0-1 0,-144 0 2 0,-132-23 0 0,-59-2-5 0,-36 25-67 0,0 12 8 0</inkml:trace>
  <inkml:trace contextRef="#ctx0" brushRef="#br0">16398 15954 64 0,'-12'-35'10'0,"12"-37"16"0,-12 60 1 0,-36 96-18 0,-11 106-3 0,23 1-4 0,61-25 0 0,9-48 0 0,-45-34 0 0,-49-13-18 0,-35-46-44 0,59-50-2 0</inkml:trace>
  <inkml:trace contextRef="#ctx0" brushRef="#br0">16017 16419 44 0,'0'-11'21'0,"12"-39"-2"0,59 16 3 0,85-3-12 0,22 14-2 0,-48 35 4 0,-82 36-1 0,-48 23-2 0,-35 0-7 0,11-11-14 0,-1-12-38 0,2-48-29 0</inkml:trace>
  <inkml:trace contextRef="#ctx0" brushRef="#br0">16601 16038 92 0,'0'-24'3'0,"-24"-24"12"0,11 48-23 0,37 36-81 0</inkml:trace>
  <inkml:trace contextRef="#ctx0" brushRef="#br0">16827 16132 113 0,'-11'0'5'0,"-2"71"5"0,83 2 1 0,15-25-9 0,-27 11-20 0,-33-47-18 0,-25-60 2 0,24-46 32 0,-12 44 39 0,-37 50-5 0,-47 73-18 0,1 9-13 0,48 2-36 0,46-47-53 0</inkml:trace>
  <inkml:trace contextRef="#ctx0" brushRef="#br0">17220 16287 76 0,'0'0'7'0,"34"0"18"0,51-34-8 0,-14-3-14 0,-23-10 2 0,-48 35 9 0,-61 12-7 0,-21 36-5 0,21 35-1 0,50 0-1 0,71-11-10 0,47-47-14 0,12-26 3 0,24-35 13 0,-12-12 8 0,-24 26 16 0,-83 9 9 0,-60 25-16 0,-48 48-6 0,2 11-2 0,58-11-1 0,60-36-3 0,47-60 2 0,-12-46 2 0,1-50 3 0,-37 62 11 0,-47 82-7 0,-35 94-7 0,35 25 0 0,-1-24-3 0,13-11-38 0,-23-49-76 0</inkml:trace>
  <inkml:trace contextRef="#ctx0" brushRef="#br0">20804 16408 29 0,'0'-37'21'0,"24"-47"17"0,-12 25 0 0,-12 47-28 0,11 83-2 0,1 25-4 0,12-13-1 0,-12-23-1 0,0-48 0 0,-12-12 4 0,12-72-2 0,25-11-3 0,9 12 0 0,1 23-2 0,2 37 1 0,-14 45 1 0,1 26 0 0,-13 24-1 0,2-25 2 0,-25-36-1 0,11-10 2 0,-11-49 0 0,36-46-2 0,24 9-1 0,-13 38 0 0,-23 35-2 0,0 47 2 0,0 14-1 0,0-3 1 0,-24-11-17 0,0 2-34 0,-12-27-40 0</inkml:trace>
  <inkml:trace contextRef="#ctx0" brushRef="#br0">21697 16408 47 0,'23'-50'32'0,"25"-8"7"0,-24 34-18 0,0 12-16 0,-24 48-1 0,0 11-2 0,0 14 0 0,0-15-2 0,36 2 0 0,0-37 0 0,23-11 1 0,-11-34 0 0,11-26 0 0,-12 12-1 0,-11 1 6 0,0 47-4 0,-24 23 0 0,0 38-1 0,-12-27 1 0,0-10-1 0,13-36 2 0,57-47 0 0,-10 22-2 0,-36 37-4 0,-24 37 4 0,12 10 0 0,12-10-2 0,-36-26-18 0,0-22-26 0,0-60-25 0,12 58 40 0</inkml:trace>
  <inkml:trace contextRef="#ctx0" brushRef="#br0">22340 16027 60 0,'-12'-13'15'0,"-24"-24"5"0,24 62-32 0,12 23-54 0</inkml:trace>
  <inkml:trace contextRef="#ctx0" brushRef="#br0">21124 16978 67 0,'-130'-13'45'0,"-1"13"-24"0,108-22 0 0,130-2-19 0,178-24 1 0,133 24 2 0,82 0-1 0,-108 36-2 0,-200-12-1 0,-181-12-4 0,-47-11-25 0,-107 23-37 0,-13 0-1 0</inkml:trace>
  <inkml:trace contextRef="#ctx0" brushRef="#br0">20779 17038 62 0,'-154'0'13'0,"22"11"1"0,98-11 19 0,129-11-25 0,155-12 3 0,142-2 1 0,538 0 3 0,-656 25-10 0,-155-10 4 0,-107 10-1 0,-12-24-9 0,0 12-27 0,-12 0-117 0</inkml:trace>
  <inkml:trace contextRef="#ctx0" brushRef="#br0">21399 17585 61 0,'0'-71'25'0,"0"47"5"0,0 85-11 0,-24 128-26 0,13 3-6 0,11-74 10 0,0-47 3 0,0 13-14 0,0-60-17 0,-12-167-12 0,35-84 36 0,-11 13 25 0,-35-35 28 0,-2 177-12 0,25 48-25 0,60 70-9 0,71 75-3 0,-35-37 17 0,-61-26-3 0,-94-34-6 0,-72-1-11 0,47-23-57 0,72-11-9 0</inkml:trace>
  <inkml:trace contextRef="#ctx0" brushRef="#br0">21756 17443 34 0,'12'-36'7'0,"36"-47"11"0,-24 34 30 0,-12 38-30 0,-24 59-3 0,-36 47-11 0,24-12-5 0,24-22 12 0,24-27-14 0,24-10 4 0,0-24 3 0,-14-35 1 0,15-25-15 0,-13 13 13 0,-1 10 2 0,1 3-1 0,-13 34-2 0,-23 0-1 0,-11 23-1 0,11 25-1 0,-12-1-2 0,24-23 14 0,24 12-11 0,-12-36 0 0,-13 0 2 0,61-60-13 0,-36 13 15 0,-1 10-3 0,13 26-1 0,10 35-2 0,-22 0 0 0,-23-13 1 0,-13 12 1 0,-13-23 0 0,13 0 1 0,13-34 1 0,10-3 1 0,2 3-2 0,10 9 0 0,1 25-1 0,24 0-1 0,-1 25 1 0,-11-2-1 0,-36-12 0 0,-35 2 1 0,23-13 0 0,0-13 1 0,23-21-1 0,-12 9-5 0,-11 25-21 0,0-12-38 0,0 24-7 0</inkml:trace>
  <inkml:trace contextRef="#ctx0" brushRef="#br0">22864 17346 16 0,'0'0'22'0,"0"0"-6"0,12 0 6 0,0 25-7 0,34-25-6 0,3 0-1 0,-13-25-2 0,-13-21 1 0,-23 10 1 0,-36 24 0 0,-11 60-7 0,22 35-4 0,15 1-1 0,45-37 9 0,12-35 3 0,60-24-11 0,-35-47 5 0,-24 23-28 0,-36 36-83 0</inkml:trace>
  <inkml:trace contextRef="#ctx0" brushRef="#br0">20732 17346 20 0,'-47'-22'24'0,"11"10"0"0,12 46-3 0,-11 87-9 0,23-3-1 0,0 37-18 0,46-47 2 0,74-37 4 0,95-24 0 0,118-35 2 0,97-12 1 0,33 0-2 0,14-12 1 0,-72 1 2 0,-71-37 3 0,-60-23 3 0,-84-48 4 0,-70-108-9 0,-156 49 1 0,-131 23 0 0,-142 0-2 0,-60-12 2 0,-84 84-2 0,-11 83 0 0,22 71-3 0,39 71-1 0,81 86-4 0,132 22-7 0,154-108 11 0,72 37-13 0,143-36 0 0,119-36 4 0,130-71 4 0,144-49-82 0,-441 13 78 0</inkml:trace>
  <inkml:trace contextRef="#ctx0" brushRef="#br0">20197 15502 42 0,'-24'-11'6'0,"-60"-2"11"0,50-11 11 0,21 11-6 0,13 3-12 0,70-2-3 0,73 0-3 0,61-12-4 0,58 24-2 0,-36 0 2 0,-36 12 0 0,-71 0 1 0,-59-24-1 0,-24 0 2 0,-13-1 0 0,-23 2 1 0,-11-1-2 0,-73 12 0 0,-72 0-1 0,-57 23 1 0,-26 2-1 0,26-1 3 0,70-12-2 0,71-12 0 0,36 0-1 0,36-12 2 0,24 0-1 0,71-12 0 0,96 0-4 0,95 12 2 0,0 1 1 0,-48 11-1 0,-95 0 1 0,-73 0 0 0,-45 0 1 0,-37 0-1 0,-71 0 0 0,-72 11-2 0,-59 1 2 0,-48-1-1 0,0-11 2 0,35 13 2 0,61-1-2 0,70-12-1 0,85 0 1 0,70 0-1 0,108-12 0 0,95-24-3 0,35 12 3 0,13 12-1 0,-119 12 0 0,-84-12 1 0,-48 12 0 0,-48-11 0 0,-11 11 1 0,-11-12-1 0,-24 12 0 0,-49 0-1 0,-35-11 1 0,-13 11 0 0,25 0-1 0,37 0 2 0,47 0-1 0,23 0 0 0,93 0-1 0,86-13 1 0,24 1-2 0,-61 12 3 0,-58 0-2 0,-61-12 2 0,-23 12-1 0,0-13 0 0,0 13 0 0,0 0 0 0,0 0-2 0,0 13 3 0,-11-13-1 0,11 12 1 0,0-12-3 0,-12 0-7 0,12 12-4 0,0-24-6 0,0 12-28 0,-11 0 10 0</inkml:trace>
  <inkml:trace contextRef="#ctx0" brushRef="#br0">15862 15573 28 0,'-132'-11'15'0,"50"11"4"0,34-24 2 0,12 11-3 0,23 13-4 0,38-11-10 0,94-12 0 0,72 10 0 0,83 13-2 0,47 13-2 0,25-2 2 0,-25 1 0 0,-23-12 1 0,-84 11-2 0,-96 2 1 0,-105-13 1 0,-13 0 2 0,-70 0-4 0,-111 0-1 0,-68 0 0 0,-73-13 0 0,-59 13 0 0,0 0 0 0,36 13 0 0,70-1-1 0,75-12 2 0,115 0-1 0,61 0 0 0,48 12 0 0,61-12 0 0,92-12 0 0,121-13 2 0,119 2-1 0,35-1 0 0,-22 0-1 0,-98 24 1 0,-93 12-1 0,-132-12 1 0,-107 0 1 0,-84-12-2 0,-154 12 0 0,-95 0 0 0,-35 12 0 0,8 13 0 0,28-2 0 0,70 1 0 0,95 0-2 0,84-13 2 0,71 1 0 0,24-1 0 0,48-11 0 0,47-11 2 0,95-12-1 0,96-1-1 0,58 11 0 0,14 2 0 0,-24 11 0 0,-73 0 1 0,-83-12-1 0,-94 1 0 0,-60-14 1 0,-36 0 0 0,0 15-1 0,0 10 0 0,11-12 1 0,-11 12-2 0,13 0 2 0,-13 0-1 0,0 0 0 0,0 0-1 0,0 0 2 0,12 0-1 0,-12-12 0 0,11 12-1 0,-11 0 2 0,0 0-1 0,0 0 0 0,0 0 0 0,0 0 0 0,0 0-1 0,12 0 2 0,-12 0-2 0,0 0 3 0,0 0-3 0,0 0 1 0,12 0-1 0,-12 0 1 0,0 0 1 0,12 0-2 0,-12 0 0 0,0 0 1 0,0 0 1 0,0 0-1 0,0 0-1 0,0 0 1 0,-12 0-140 0</inkml:trace>
  <inkml:trace contextRef="#ctx0" brushRef="#br0">20434 15395 16 0,'-34'-12'16'0,"-75"12"2"0,15 0 0 0,34 0-3 0,35 0 1 0,25 0-7 0,96-13-1 0,107-21-2 0,107-3-6 0,22 26 1 0,-57 11-1 0,-85 0 0 0,-106 0 4 0,-73-23 6 0,-34 10-7 0,-62 1-2 0,-92 37 0 0,-85 9-1 0,-36 14 1 0,12-25 2 0,48-10-1 0,106-1-1 0,109-24 0 0,131-24-2 0,165 0 0 0,120 13 0 0,-35 11 0 0,-96 24-1 0,-143-1 3 0,-108-11 2 0,-47 0-2 0,-94 0-1 0,-108 12 2 0,-72 13-1 0,-23-2 0 0,58 1 2 0,109-12-2 0,130-12-1 0,120 0 0 0,154-25-2 0,130 2-1 0,-10 23 2 0,-96 0 0 0,-131 0 1 0,-71-11 0 0,-48-14 1 0,-1 2-1 0,-11 11 0 0,-11 12 1 0,11 0-2 0,-12 0 1 0,-1 12 0 0,13-12 0 0,0 0 0 0,0 0 1 0,13 0-1 0,-1 0 0 0,-1 0 0 0,13 0 0 0,-24 0 0 0,13 0 0 0,-2 0 0 0,1 0 0 0,-1 0 0 0,2 0 0 0,-1 0 0 0,12 0 0 0,-12 0 0 0,-1 0 0 0,1-12 0 0,0 12 0 0,0-11 0 0,0 11 0 0,-12 0 0 0,0 0 0 0,12 0 0 0,-12-13-1 0,0 13-8 0,0-12 8 0,0 12 1 0,0 0-1 0,12 0 0 0,-12 0 0 0,0 0 0 0,0 0 2 0,0 0-2 0,0-12 1 0,0 12-1 0,0 0-1 0,0 12 1 0,0-12 1 0,0 0-1 0,0 0-1 0,0 0-1 0,0 12 3 0,0 1-1 0,-12-13 1 0,12 11-2 0,0-11 0 0,0 0 0 0,0 0 3 0,0 0-2 0,0-11-5 0,0 11-7 0,12 0 1 0,-12 0-10 0,0 0-5 0,0 0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  <inkml:brush xml:id="br1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20851 3023 11 0,'0'-11'1'0,"-23"-24"3"0,10-13 12 0,13 24-3 0,0 0-2 0,13 1-2 0,-1 23-6 0,11 60 1 0,-11 58 3 0,-12 49 1 0,12 11-1 0,24-47-4 0,1-34 0 0,-14-39-1 0,-12-11 0 0,-11-22-8 0,-11-25-40 0,-1-12 0 0</inkml:trace>
  <inkml:trace contextRef="#ctx0" brushRef="#br0">20661 3512 35 0,'-12'-24'10'0,"-24"24"2"0,23 12-4 0,26 36-1 0,59 0 0 0,22-14 0 0,-10 3-4 0,-36-1 0 0,-12 0-1 0,-12-13 0 0,-12-23-9 0,-1-23-25 0,1-13-18 0</inkml:trace>
  <inkml:trace contextRef="#ctx0" brushRef="#br0">21244 3346 41 0,'0'0'6'0,"-12"24"12"0,-24 83-8 0,0 0-1 0,25-11-4 0,11-37-2 0,0-36-1 0,0 0-79 0</inkml:trace>
  <inkml:trace contextRef="#ctx0" brushRef="#br0">10491 1191 0 0,'0'0'0'0,"-11"-12"2"0,11 1 1 0,11 11 1 0,-11 0 0 0,11 0 4 0,-11-13 3 0,0 13-10 0,0-12 0 0,0 12 0 0,0-12 0 0,0-1 2 0,0-10-1 0,0 12 0 0,-22-13 0 0,-2 0 0 0,-1 12-1 0,2-12-1 0,-1 12 1 0,-11 12 0 0,-1 12 0 0,0 12 0 0,0 24 2 0,-12-2 2 0,1 4-1 0,11-4 0 0,25-10-2 0,11 0-2 0,47-24 1 0,13-12-2 0,-1-12-1 0,-23-12 1 0,1-12 0 0,-26 1-1 0,-1 12 1 0,3-2-1 0,10 13 1 0,2-1 0 0,-25 13 1 0,11 0 0 0,2 25 1 0,-1 34 3 0,34 49 2 0,-21-1-2 0,-1-25 1 0,-24-32 4 0,-49-16 3 0,-9-10-3 0,-14-24-5 0,1 0-1 0,23-12-2 0,24 12-21 0,13 0-47 0,34-12 37 0</inkml:trace>
  <inkml:trace contextRef="#ctx0" brushRef="#br0">10955 1381 19 0,'-36'-12'6'0,"0"12"2"0,36 0 3 0,0 12 1 0,0 1-3 0,13-2-3 0,-13-11-4 0,-13 12 0 0,-9-1-28 0,10 2-16 0,36-13 35 0</inkml:trace>
  <inkml:trace contextRef="#ctx0" brushRef="#br0">9633 1298 0 0,'0'0'0'0,"-11"-12"0"0,11-1 1 0,11 13 6 0,-11-11 4 0,-11 11-4 0,11 24-1 0,-12-12-2 0,12 0 0 0,0-12 2 0,0 0 1 0,0 0 2 0,0-12-3 0,0 12-5 0,-13 0 0 0,13-12 2 0,-11 24 0 0,0 24 2 0,-25 24-1 0,0 11 1 0,12 13-1 0,35 10-6 0,50-22 1 0,-2-49 3 0,13-11-2 0,-25-58 3 0,-23-15 3 0,-24-22-1 0,-24-36-5 0,-23 1 0 0,-2 57-1 0,26 49-17 0,23 12-39 0,23 23 26 0</inkml:trace>
  <inkml:trace contextRef="#ctx0" brushRef="#br0">10146 1572 33 0,'-23'-12'25'0,"-14"1"-20"0,14 11 12 0,23 0-12 0,0 0-16 0,23 11-53 0,-23-11 54 0</inkml:trace>
  <inkml:trace contextRef="#ctx0" brushRef="#br0">10789 1024 0 0,'0'0'0'0,"0"0"1"0,0-11 2 0,0 11-1 0,0 0 3 0,-13 23 1 0,13 13 0 0,-11 10 1 0,11 4-1 0,0-4-1 0,48 38 2 0,-24-59-5 0,-24-4 1 0,12 4 0 0,0-13-1 0,10 1 0 0,3-2 0 0,-1-11-2 0,-1 0 0 0,13-11 0 0,12-2 0 0,0-24-1 0,-12 16 1 0,-25-4-1 0,-11-11 1 0,0 13 0 0,-11-2 2 0,-1 13-2 0,-1 1 1 0,13 11-1 0,0 23 0 0,13 49 5 0,-1 36 1 0,23 22 2 0,13 25-7 0,-24-72 5 0,-24-36 1 0,0-22 1 0,0-25-2 0,-12 0-2 0,0-36-18 0,12-12-86 0</inkml:trace>
  <inkml:trace contextRef="#ctx0" brushRef="#br0">12111 1369 0 0,'-12'0'0'0,"-71"0"3"0,-2-12 6 0,39 12 7 0,-15 0-2 0,38 0-7 0,23 0-4 0,23 12 1 0,49-12-1 0,24 0-1 0,-13 0 0 0,1-12 2 0,-25-1-1 0,-11 3 1 0,-36 10 0 0,0 0-3 0,10 10-80 0</inkml:trace>
  <inkml:trace contextRef="#ctx0" brushRef="#br0">13135 1084 0 0,'0'0'0'0,"12"0"0"0,-24-12 3 0,0 0 2 0,-1 12 0 0,-21 0 0 0,-25 24-1 0,10 10 0 0,14 27 0 0,-1 22 2 0,0-1 2 0,11 15-1 0,25-26 1 0,36-23-1 0,36-25-2 0,1-23-1 0,-14-23-2 0,-12-38-1 0,13 3-2 0,-1-14 0 0,13 13 1 0,-24-1-1 0,-25 12 0 0,-23 1-1 0,-36 23-1 0,1-12 1 0,-26 13-1 0,3 23 0 0,-14 12 1 0,0 11 1 0,1 13 3 0,-1 12-2 0,25 11 2 0,11 1 2 0,1 11 1 0,35 1-1 0,35-26 3 0,37 4-2 0,11-27-1 0,1-12 0 0,-1-11 0 0,0-47-1 0,-24-1-4 0,-23-23 0 0,-12 11-2 0,-24-24 0 0,-11 25-1 0,-38 24 0 0,2 11-1 0,12 0 2 0,-25 24 0 0,0 0 1 0,-10 24 1 0,-14 23 1 0,23 13 2 0,25 1 1 0,25 10 3 0,22-12-2 0,14 0 1 0,35-22 0 0,11-14-3 0,13-23 2 0,-1 0 0 0,0-36-2 0,-36-1-4 0,2-21 1 0,-25-14-1 0,-13 1-1 0,-22-1 1 0,-26 25-3 0,-22 36 2 0,-24-2 0 0,10 13 1 0,14 0-7 0,25 24-56 0,34-24 55 0</inkml:trace>
  <inkml:trace contextRef="#ctx0" brushRef="#br0">8097 1869 10 0,'-47'0'6'0,"35"0"2"0,12 0 5 0,23-12-5 0,50 1 2 0,46-1-4 0,11-13-3 0,-10 2-2 0,-38 12-2 0,-46-2-12 0,-23 13-10 0,-13 0 7 0,-36 36 4 0</inkml:trace>
  <inkml:trace contextRef="#ctx0" brushRef="#br0">8074 2106 6 0,'-83'25'7'0,"35"-13"1"0,36-12-2 0,85 0 6 0,57-37 2 0,60-9-4 0,-11-2-7 0,-48 24-2 0,-84 12-10 0,-58 12-25 0,-25 12 10 0</inkml:trace>
  <inkml:trace contextRef="#ctx0" brushRef="#br0">6074 2119 1 0,'-12'-59'1'0,"-1"11"3"0,2 12 9 0,-1 36-2 0,24 96 6 0,-1 47-6 0,25 11-3 0,0-57-2 0,-12-51-1 0,-24-34 2 0,0-49 3 0,-24-57-10 0,-12-49-4 0,25 12 0 0,11 60 1 0,11 24 1 0,1 34 0 0,24 37 2 0,12 49 3 0,11 9 1 0,13-22-3 0,-26-26 0 0,-21-34 0 0,-1-34 0 0,-1-62-2 0,-10-11-2 0,-1 47 2 0,11 49-1 0,13 34 0 0,12 73 6 0,22-12-2 0,-21-13 2 0,-13 0-3 0,-24-12-16 0,-12 0-24 0,-12-34 1 0</inkml:trace>
  <inkml:trace contextRef="#ctx0" brushRef="#br0">6990 2119 7 0,'0'-13'1'0,"-36"-21"2"0,25 22 2 0,-1 0-1 0,-1 36 0 0,-21 23 6 0,-14 24-3 0,23-23-4 0,25-25 0 0,0-10 3 0,13-60-2 0,34-24-5 0,-23 34 5 0,-1 24 0 0,26 38 1 0,-2 0-2 0,-11-2-1 0,24-12-5 0,-25 2-13 0,1-26 1 0,-12-21 6 0,0-26 7 0,-12 12 1 0,-12 12 8 0,11 36-2 0,0 60 1 0,14-1-2 0,11-11-1 0,23 0-5 0,-47-37-6 0,-12-22-4 0,0-1-13 0,0 12 19 0</inkml:trace>
  <inkml:trace contextRef="#ctx0" brushRef="#br0">7252 2001 21 0,'0'0'2'0,"0"0"0"0,11 34 3 0,38 16 7 0,-1-4-3 0,11-21-4 0,0-14-2 0,-11-11-10 0,-48-11-10 0,0-26-3 0,-12 3 13 0,-24-27 7 0,13 13 6 0,-13 36 4 0,-23 96 2 0,-13 11-6 0,36 0-3 0,25-22-12 0,-1-2-20 0,12-60 22 0</inkml:trace>
  <inkml:trace contextRef="#ctx0" brushRef="#br0">6324 3155 26 0,'-119'23'11'0,"23"14"-8"0,84-37 12 0,120-48 1 0,130-59-5 0,107-48-7 0,59 13-4 0,-93 58 4 0,-134 36-4 0,-116 36 1 0,-61 1-12 0,-72-13-29 0,-47 48 0 0</inkml:trace>
  <inkml:trace contextRef="#ctx0" brushRef="#br0">6157 3249 25 0,'-108'37'16'0,"38"-1"-12"0,81-36 6 0,108-73 4 0,119-45-1 0,72-13-8 0,0 24-2 0,-108 36-1 0,-142 46 1 0,-60 38 1 0,-37-1-22 0,-35 47-62 0</inkml:trace>
  <inkml:trace contextRef="#ctx0" brushRef="#br0">12921 2274 12 0,'-60'-13'3'0,"13"26"0"0,11-13 3 0,36 0-1 0,12 0 3 0,70-24 0 0,74-23-3 0,33 0-1 0,3-3-1 0,-24 16 2 0,-98 22-3 0,-58 12 1 0,-37 12 3 0,-69 12-5 0,-61 23 0 0,-47 0-2 0,11 1 2 0,60-25 4 0,106-23 1 0,50-11-6 0,106-24 1 0,48-24 1 0,23 9-1 0,-23 4 0 0,-97 21-1 0,-69 25 5 0,-72 13-1 0,-84 11-3 0,-24 10 0 0,24-9-1 0,107-13 2 0,36-12-2 0,72 0 0 0,46-24 1 0,38-10 1 0,-3 9-2 0,-56 0 0 0,-97 14 1 0,-12 11 1 0,-73 24-2 0,-21 0 2 0,-1 0-2 0,60-14 0 0,47 3-1 0,47-26 1 0,60-8 1 0,12-16 0 0,-23-10 1 0,-13 10-3 0,-71 14 4 0,-24 23-4 0,-108 60-43 0,61-1-24 0</inkml:trace>
  <inkml:trace contextRef="#ctx0" brushRef="#br0">22197 3274 16 0,'-12'-46'23'0,"12"9"4"0,0 37-10 0,0 24-6 0,12 47-1 0,-12 1-3 0,13-1-1 0,-26-12-3 0,-23 1 3 0,12 1-3 0,13-15-1 0,11-21 0 0,11-14 0 0,13 1 0 0,25-35 4 0,21-14-6 0,14 3 0 0,-25 9-1 0,-36 25-4 0,-10-12-34 0,-13 12-18 0,-13-13 17 0</inkml:trace>
  <inkml:trace contextRef="#ctx0" brushRef="#br0">22137 3500 16 0,'-23'-12'22'0,"23"-11"3"0,47-25-4 0,36 1-6 0,13 10-13 0,-36 26-5 0,-25-1-21 0,-24 12-16 0,-22-11 7 0</inkml:trace>
  <inkml:trace contextRef="#ctx0" brushRef="#br0">22292 3262 4 0,'-59'-23'21'0,"23"-25"8"0,36 1-8 0,60-1-6 0,47-12-6 0,11 13-4 0,-47 23-3 0,-58 11-3 0,-13 26-36 0,0 11-26 0</inkml:trace>
  <inkml:trace contextRef="#ctx0" brushRef="#br0">23055 2726 37 0,'11'-11'1'0,"2"-49"22"0,-26 36 7 0,-11 48-23 0,-59 118-1 0,0 121 2 0,59-1-2 0,72-59-4 0,47-85-1 0,-24-58 2 0,-24-36 0 0,-22-48 2 0,-25 1-14 0,-12 10-48 0,-1 1 3 0</inkml:trace>
  <inkml:trace contextRef="#ctx0" brushRef="#br0">23519 3012 7 0,'0'0'0'0,"0"0"50"0,11 0-43 0,14 0 1 0,-14-12-2 0,1 1-1 0,0-13-3 0,0 11 0 0,-12 2-1 0,12-12 2 0,-12-2 0 0,0 0 0 0,-12 4 0 0,0-4-1 0,0 0-1 0,-23-9 2 0,11 21 0 0,-12 13-2 0,-11 0 1 0,-2 24-1 0,13 12 0 0,13 12 0 0,0 12 0 0,-1-13 0 0,12 0-1 0,12-23 1 0,25-12-1 0,9 0 0 0,14-36 0 0,-12-12 0 0,23 13 0 0,-36-13 0 0,2-12 0 0,-14 13 0 0,14 11 0 0,-25 83 3 0,0 48 0 0,0 0 1 0,11-11 0 0,-11-37 0 0,0-47 0 0,0 0-1 0,0-24 1 0,0-13-13 0,0 15-52 0</inkml:trace>
  <inkml:trace contextRef="#ctx0" brushRef="#br0">23984 3191 36 0,'0'0'5'0,"0"48"17"0,-13 35 8 0,-11 24-14 0,1-36-8 0,-1-23-5 0,-1-24 0 0,2-24-29 0,0-36-69 0</inkml:trace>
  <inkml:trace contextRef="#ctx0" brushRef="#br0">24256 2786 24 0,'0'-36'15'0,"0"1"20"0,0 23-18 0,0 35-13 0,-11 25 2 0,-1 12-4 0,12-26 0 0,23-21-1 0,2-1 0 0,23-12-1 0,-1 36 1 0,-11 24-2 0,-13-13 5 0,-10 1 2 0,-13-13 4 0,-36-10-2 0,0-2-3 0,1-12-4 0,11-11 2 0,-1-23-10 0,14-13-27 0,22 1-36 0,-11 35 40 0</inkml:trace>
  <inkml:trace contextRef="#ctx0" brushRef="#br0">24256 2774 25 0,'-11'-11'15'0,"-12"-26"29"0,23 14-21 0,23-1-13 0,37 0-6 0,-12 11 0 0,-13 13-3 0,1 0-1 0,-12 0-37 0,12 13-49 0</inkml:trace>
  <inkml:trace contextRef="#ctx0" brushRef="#br0">24638 2298 28 0,'0'-24'19'0,"-12"0"11"0,24 60-18 0,60 131 3 0,34 106 1 0,-57 24-8 0,-49-81 3 0,-72-74 2 0,1-58-10 0,11-37-15 0,48-34-70 0</inkml:trace>
  <inkml:trace contextRef="#ctx0" brushRef="#br0">22542 4823 15 0,'-23'0'16'0,"-1"-13"9"0,0 13-3 0,24 0-4 0,0-12-8 0,24 0-7 0,47-22 0 0,24 9 0 0,-22 0-2 0,-14 14 0 0,-12-1 0 0,-11 1-1 0,-12 11-13 0,0 0-55 0,-24 0 34 0</inkml:trace>
  <inkml:trace contextRef="#ctx0" brushRef="#br0">22553 4989 36 0,'-22'0'4'0,"-63"35"21"0,85-23-15 0,61-24 0 0,70-34-2 0,12-4-1 0,-36 16-1 0,-71 22 0 0,-26 0 0 0,-10 12-5 0,0 0 0 0,36 0-11 0,-11 0-26 0,-1 0-31 0</inkml:trace>
  <inkml:trace contextRef="#ctx0" brushRef="#br0">23387 4547 15 0,'13'-11'6'0,"-13"-36"17"0,0 11 4 0,0 36-9 0,-24 23-10 0,12 73 0 0,-1 11-2 0,13 12-2 0,25-35-2 0,11-38 0 0,-1-21 0 0,1-13 0 0,11-36 1 0,-11-35 0 0,-24-13-1 0,0-23 2 0,-36 11 3 0,-12-11-3 0,-11 12-2 0,-12 47-1 0,22 48-2 0,-10 48-9 0,47 11-40 0,47-11-33 0</inkml:trace>
  <inkml:trace contextRef="#ctx0" brushRef="#br0">23971 4597 41 0,'0'0'0'0,"-11"11"22"0,-2 12 15 0,13-11-20 0,0 0-2 0,0-24-9 0,0 0-2 0,-11 24 0 0,11 13-1 0,0-25-1 0,11-13 1 0,-11-22-1 0,0 23-26 0,0 12-78 0,13 0 76 0</inkml:trace>
  <inkml:trace contextRef="#ctx0" brushRef="#br0">24317 4405 26 0,'0'-13'13'0,"0"13"17"0,0-10-10 0,24-14-4 0,-2 0-8 0,-9-12-1 0,-13 12-1 0,0-11-1 0,0-1-1 0,-23 12-1 0,-1 0 1 0,-13 12-2 0,-10 12 0 0,12 0-1 0,-1 23-1 0,0 14 2 0,0-1-1 0,13 23-1 0,-2 1 0 0,14-13 1 0,22-23-1 0,25-11 0 0,12-26-1 0,13-24 2 0,-15 3 0 0,1 10 0 0,-22 11-1 0,-1 50 2 0,-2 10 2 0,-9 24 0 0,-13 13-1 0,0-24-1 0,12-12-2 0,-12-25-2 0,0 1-27 0,11-12-43 0,-11-12 13 0</inkml:trace>
  <inkml:trace contextRef="#ctx0" brushRef="#br0">24662 4120 19 0,'12'-36'10'0,"0"0"19"0,-12 12-10 0,0 1-3 0,0 12-2 0,0-2-2 0,0 13-4 0,0 0-9 0,0 24 4 0,0 23-1 0,-12 25 1 0,12-1 0 0,12-12 4 0,0-22-4 0,12-14 0 0,11-23 1 0,13-23-1 0,-12 23 1 0,-25 71 4 0,2 13-1 0,-26 10-4 0,13-33-3 0,0-27-8 0,24-10-49 0,-11-11-51 0</inkml:trace>
  <inkml:trace contextRef="#ctx0" brushRef="#br0">23294 5715 79 0,'-156'48'29'0,"60"0"0"0,96-37-15 0,143-70-8 0,191-96 0 0,118-12-3 0,-47 24-3 0,-131 60 3 0,-131 35 3 0,-71 25-3 0,-25-1-2 0,-23 24-17 0,-37 0-53 0,-34 34-16 0</inkml:trace>
  <inkml:trace contextRef="#ctx0" brushRef="#br0">23351 5858 74 0,'0'0'0'0,"-225"83"16"0,118-35 8 0,107-37-16 0,155-82-2 0,178-72-5 0,96-11 5 0,-60 47-3 0,-179 59 3 0,-107 12 4 0,-47 12-2 0,-36 12 2 0,0 12-9 0,-11 0-15 0,11 12-100 0,0-12 76 0</inkml:trace>
  <inkml:trace contextRef="#ctx0" brushRef="#br1">2394 5596 0 0,'0'0'2'0,"0"-11"19"0,0 11 7 0,0-13-7 0,0 1-6 0,0 12-11 0,12 12-1 0,24 24-1 0,-26 12 0 0,15 11 2 0,-14-23 2 0,2-13-2 0,-1-23 1 0,12 12-1 0,23-35-1 0,49-25-2 0,59-23 0 0,-1-1-1 0,-11 1 2 0,-24 23 2 0,-47 12 2 0,-36 12-4 0,-25-10 0 0,1 9-1 0,-12 25-1 0,24 36-33 0,12-1-51 0</inkml:trace>
  <inkml:trace contextRef="#ctx0" brushRef="#br1">2180 6525 41 0,'0'0'6'0,"-37"-23"18"0,37 10-7 0,0 13-10 0,13 0-3 0,11 13 1 0,-1 10 0 0,-12 0 1 0,14 13-3 0,-14 12-1 0,14-12 1 0,-14-1 1 0,2-10 0 0,-1-14-1 0,11-11 0 0,49-48 1 0,59-23-3 0,47-13 0 0,1 0-1 0,-36 26 0 0,-48 11 2 0,-72 22 1 0,-10 25 1 0,-13 0-4 0,36 12-33 0,-13 1-45 0</inkml:trace>
  <inkml:trace contextRef="#ctx0" brushRef="#br1">2286 12025 34 0,'0'0'0'0,"-72"-23"18"0,50 12 5 0,10-2-8 0,24 26-9 0,-1 45-1 0,25-11 0 0,-12 13-1 0,12-12-2 0,-13-12 1 0,1-13 0 0,0-11 1 0,37-36 0 0,45-60 0 0,72-34-2 0,13-13 1 0,-24 24-2 0,-60 36-1 0,-24 12 4 0,-23 9-5 0,-1 16 2 0,1 22-16 0,-48 58-93 0</inkml:trace>
  <inkml:trace contextRef="#ctx0" brushRef="#br1">2049 12942 9 0,'0'0'30'0,"-12"-13"-2"0,12-10-11 0,0 23-8 0,24 0-5 0,-14 12-2 0,-10 12-1 0,13 0 1 0,-1 12-2 0,-1-13 1 0,2-11 0 0,10-12 0 0,14-12 4 0,33-47-3 0,62-24-1 0,35-26 0 0,24 4 1 0,-25 9-1 0,-47 37 0 0,-59 22 0 0,-37 26 0 0,1-1-1 0,-12 24-15 0,12 12-62 0</inkml:trace>
  <inkml:trace contextRef="#ctx0" brushRef="#br1">2071 14526 36 0,'0'0'8'0,"-22"-12"11"0,22 12-6 0,12 0-11 0,11 12-2 0,0 23 0 0,2 1 0 0,-1 25 0 0,0-15 0 0,-1-10 0 0,49-36 1 0,11-61-1 0,47-21 1 0,26-25 0 0,-1-1-1 0,-36 37 0 0,11 37-8 0,-81 21-56 0</inkml:trace>
  <inkml:trace contextRef="#ctx0" brushRef="#br1">7038 3630 15 0,'-36'-34'24'0,"-12"34"-16"0,-11 34 7 0,-61 63 8 0,-34 45-7 0,-1 25-2 0,13-12-7 0,58-48 0 0,37-47 0 0,23-26-1 0,12-9-3 0,0-25-2 0,24-12-27 0,24-22-55 0,-24 21 48 0</inkml:trace>
  <inkml:trace contextRef="#ctx0" brushRef="#br1">6276 3643 51 0,'-25'-34'24'0,"2"21"-12"0,35 1-6 0,-1 0 5 0,14 36-3 0,35 35 0 0,23 37-3 0,24-1 0 0,-1-1 2 0,-21 27-1 0,-14-27 0 0,-12-10-4 0,-22-25 5 0,-14-36-3 0,-12-10 1 0,-11-37-1 0,-23-24-28 0,23 2-117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2358 7679 43 0,'0'-118'23'0,"0"94"1"0,0 82-17 0,0 110 8 0,-12 58-5 0,24-13-5 0,0-58 0 0,-12-59-1 0,-12-48 1 0,0-37-46 0,24-58-37 0</inkml:trace>
  <inkml:trace contextRef="#ctx0" brushRef="#br0">2299 7513 75 0,'-24'-36'7'0,"-1"12"-7"0,25 1 13 0,36 12-5 0,84-2-7 0,94 1 3 0,72 0 0 0,83 12-3 0,71-13 2 0,73 2 2 0,-13 11-5 0,-59 24 1 0,-121 0 2 0,-116 0-3 0,-85-24 3 0,23-11-3 0,25-14 0 0,-37 25-1 0,-45 0 4 0,-63-12 1 0,-9 12 4 0,-1 12-8 0,24 47 1 0,0 72 1 0,-1 48 5 0,-11 23-2 0,1-36 0 0,-25-22-3 0,11-49 2 0,-22-24 2 0,-73-47-25 0,12-11-91 0</inkml:trace>
  <inkml:trace contextRef="#ctx0" brushRef="#br0">2513 8704 39 0,'-48'-12'3'0,"-35"-13"2"0,12 14 19 0,35-12-4 0,24-2 5 0,12 0-13 0,36 15-5 0,-1-1-2 0,25 11-3 0,11-13 2 0,48 1 2 0,60-13 0 0,83 2-2 0,60-13-5 0,10 24 4 0,-21 12 1 0,-3-11 2 0,50 11-3 0,12 11 1 0,-37 1-1 0,-47 0-2 0,-84-12 0 0,-47 0 0 0,-36-24-1 0,-12 13 0 0,-23-1 1 0,-25 1-1 0,-11-14 1 0,-12 0-1 0,-13 2 1 0,1-12-2 0,-12-12 1 0,-36 34-24 0,-11 13-100 0</inkml:trace>
  <inkml:trace contextRef="#ctx0" brushRef="#br0">8134 9692 91 0,'-37'-24'5'0,"26"11"-3"0,59 2 8 0,47-1-8 0,12 1-2 0,0 22-45 0,-83-11-5 0</inkml:trace>
  <inkml:trace contextRef="#ctx0" brushRef="#br0">8004 9858 73 0,'-25'0'5'0,"13"0"-5"0,83-23 1 0,72-2-9 0,59 2-27 0,-166 23 8 0</inkml:trace>
  <inkml:trace contextRef="#ctx0" brushRef="#br0">9015 9608 43 0,'12'-35'15'0,"0"-38"-1"0,12 15 21 0,-24 22-6 0,-12 48-20 0,-36 47-6 0,0 25 0 0,36-1-2 0,24 12-1 0,24-24-1 0,24-23 2 0,-13-36 1 0,13-24 1 0,-13-47-2 0,0-24 2 0,-34-1 0 0,-13 2 3 0,-24-2-3 0,-24 24-2 0,0 36-1 0,-24 12-9 0,26 37-30 0,22 46-72 0</inkml:trace>
  <inkml:trace contextRef="#ctx0" brushRef="#br0">9646 9596 106 0,'-13'-12'4'0,"-23"-11"22"0,36 12-2 0,-11-14-18 0,22 25-6 0,14 0-22 0,-1 12-61 0,-24 1 40 0</inkml:trace>
  <inkml:trace contextRef="#ctx0" brushRef="#br0">10086 9573 31 0,'0'-12'12'0,"24"-12"9"0,-11 0 7 0,-2 0-9 0,-11-11-3 0,12-1-8 0,-12 13-4 0,-12-14 0 0,1 14 0 0,-13 12-1 0,11-14 1 0,-10 13-2 0,-1-1-1 0,-12 13-1 0,1 13 1 0,-1-1-1 0,-12 24 1 0,35-1-1 0,-10 1 0 0,12 12 0 0,22-13 0 0,1-24 0 0,24 2 1 0,12-26 0 0,11 2-1 0,-12-24 1 0,-11-1-1 0,-12 13 1 0,0 10 0 0,-12 13 0 0,-1 13 0 0,-11 58 1 0,13 13 2 0,-13 10-1 0,0-22 1 0,12-12-2 0,-12-13-1 0,11-23-1 0,-11-13-20 0,-11-11-35 0,-14 12-40 0</inkml:trace>
  <inkml:trace contextRef="#ctx0" brushRef="#br0">10420 9311 40 0,'0'-24'17'0,"24"-12"6"0,-24 12-2 0,12 12-4 0,-12 0-5 0,12 1-3 0,-12 11-5 0,0 23 1 0,0 25-1 0,-12 0 2 0,0 23-4 0,12-11 1 0,0-2-1 0,24-8 0 0,10-39 0 0,38-22 2 0,-12-14-3 0,-24 25 1 0,-36 36 7 0,0 24-2 0,0-1-4 0,0 0-3 0,0-11-2 0,0 0-32 0,0-13-110 0</inkml:trace>
  <inkml:trace contextRef="#ctx0" brushRef="#br0">8646 10191 87 0,'-84'-11'9'0,"37"-1"-4"0,35 12 9 0,12 0-6 0,59 12 6 0,107-35 0 0,157-2-8 0,116 0-2 0,-9 38-4 0,-61-13 6 0,-71 12-1 0,-72-12-4 0,-120 12 0 0,-81-12 1 0,-37-12-4 0,-59 0-33 0,-73-1-87 0</inkml:trace>
  <inkml:trace contextRef="#ctx0" brushRef="#br0">8539 10239 57 0,'-24'0'17'0,"-108"12"-14"0,85-1 18 0,47 2-9 0,72-26 10 0,141-21-5 0,157 10-7 0,83 11-4 0,11 13-3 0,-59 0 0 0,-119 0-1 0,-120-11 6 0,-106-1-2 0,-48-12 3 0,-12 12-8 0,-12-13-8 0,-12 4-56 0,12 21-31 0</inkml:trace>
  <inkml:trace contextRef="#ctx0" brushRef="#br0">11134 11394 90 0,'-47'-35'18'0,"-96"-13"-12"0,118 37 6 0,25-2-2 0,72-11-2 0,107 11-2 0,36 3-3 0,-1 20-2 0,-59 3 2 0,-49-13-1 0,-81 0 1 0,-73-13-1 0,-83 13-3 0,-71 0 0 0,-36 0 3 0,47 13-2 0,60-13 0 0,83 0 2 0,71-13-1 0,133-8 1 0,105-4-2 0,14 25 1 0,-98 12 0 0,-69 1 2 0,-95-13 1 0,-13 0-6 0,-85 11-149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  <inkml:brush xml:id="br1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2001 4310 11 0,'0'-23'16'0,"-24"10"-6"0,0-11 2 0,12 24-1 0,12-11-3 0,0 11 3 0,0 23 3 0,0 36-8 0,12 49-3 0,12 35 0 0,-12 24 2 0,12 47-2 0,0 37 1 0,0 9-2 0,-14-9 3 0,15-25 4 0,-1 12-4 0,12-11-2 0,0-13 0 0,-25-59 2 0,0-24 1 0,-11 1-3 0,0-61-1 0,0-37-2 0,-11-45-27 0,0-120-98 0</inkml:trace>
  <inkml:trace contextRef="#ctx0" brushRef="#br0">1775 4227 39 0,'0'-36'9'0,"-13"11"-4"0,13-9 10 0,25-3 5 0,10 26-5 0,14-12-3 0,33 10-4 0,36 13-1 0,25 13-2 0,49-2-2 0,33 1-1 0,50-1-1 0,10-11 0 0,37 0-1 0,25 0-1 0,9 0 4 0,25 0-4 0,0 0 1 0,-24 0 0 0,-71 0-1 0,-24 0 2 0,-48 0-1 0,-24 0-1 0,-22-11 2 0,-50 11-1 0,-34 0 0 0,-36 0 0 0,-36 0 2 0,10 11 1 0,3 2-2 0,11 34 1 0,-12 14-4 0,-1 44 5 0,1 63-2 0,-24 34 0 0,0 60 1 0,13 0 3 0,10 24-2 0,13-13-1 0,0-10 1 0,-25-13 0 0,25-48-1 0,-24-23 1 0,12-14-3 0,-12-44-3 0,-48-16-52 0,-23-68-43 0</inkml:trace>
  <inkml:trace contextRef="#ctx0" brushRef="#br0">2286 7227 1 0,'0'0'8'0,"-11"0"8"0,-1-13 5 0,12 2-8 0,0 11-7 0,-13 11-1 0,13 26 3 0,-11-1 0 0,11 12 1 0,24 11-4 0,12 12-1 0,35-23-3 0,11-12 1 0,27-13 0 0,45 0 1 0,37-10-1 0,22-1 0 0,50-12-4 0,23-12 4 0,-1 12-1 0,-10 0 2 0,-1 12-3 0,-11 0 0 0,33 1 5 0,14-13-4 0,0 0 0 0,-37 11-1 0,-46 1 0 0,-50-1 0 0,-21-11-1 0,-25-11 2 0,-37-12 0 0,-22-2-1 0,-12-11 0 0,12 1 0 0,-13-1 1 0,1-12 0 0,-36-11 1 0,0-1 2 0,-24-35 3 0,-11-24-2 0,-2 25 0 0,13 10-8 0,-36 0-80 0,12 47 22 0</inkml:trace>
  <inkml:trace contextRef="#ctx0" brushRef="#br0">4490 4262 11 0,'12'-12'27'0,"-12"1"-8"0,0-25 1 0,11-12-13 0,26 25-8 0,-14-1 1 0,-23 11 1 0,-23 13 12 0,-14 0 7 0,26 0-6 0,-1 0-12 0,12 13 5 0,0 22-2 0,23 38 0 0,1 32-3 0,-11 87 2 0,10 34-2 0,1 107 2 0,-1 36-4 0,-23 12 2 0,13-11 0 0,22-49 3 0,25-12-4 0,11-47 2 0,-23-71-2 0,-12-13 5 0,-24-36-2 0,-12-34 0 0,0-61-6 0,-12-47-43 0,-13-59-71 0</inkml:trace>
  <inkml:trace contextRef="#ctx0" brushRef="#br0">2071 5966 31 0,'0'0'3'0,"-22"-25"9"0,-14 25 3 0,0-12 7 0,24-1-5 0,12 3-8 0,24 10-3 0,24-11 1 0,47-2-2 0,59-24-2 0,61 14-2 0,58-1-1 0,50-11 0 0,-2 23 2 0,24 1-1 0,1-2 2 0,11 1 0 0,12 12-2 0,0 0 0 0,-12 0-1 0,-23-12 0 0,-72 12 0 0,-61 0 0 0,-33 0 0 0,-49 0 1 0,-12 0-1 0,1-13 0 0,-25 13 0 0,-36 0 0 0,-11 0 2 0,-24 0 3 0,-12 0-1 0,0-23-3 0,0 12-3 0,-12-1-38 0,-12 0-64 0</inkml:trace>
  <inkml:trace contextRef="#ctx0" brushRef="#br0">785 4905 45 0,'-58'0'17'0,"45"0"-1"0,26-11 2 0,-13 11 0 0,0 11-7 0,0 49-4 0,0 11 0 0,-13 13-2 0,2 11-1 0,11-1 0 0,11-21 0 0,2-14-2 0,-1-23 0 0,0-24 0 0,0-37 7 0,10-22-8 0,14 12-1 0,-11-13 1 0,11-35-1 0,-13 47 0 0,1 12 0 0,0 12 0 0,0 48-1 0,24 35 0 0,11-11 1 0,1-13 1 0,-2-35-1 0,-33-12 2 0,11-59 0 0,-12-36-1 0,-13 11 4 0,-11 13 1 0,0 11-2 0,-11 25-4 0,11 12-1 0,0 34-35 0,-13 49-98 0</inkml:trace>
  <inkml:trace contextRef="#ctx0" brushRef="#br0">1501 6620 26 0,'0'0'18'0,"-12"12"1"0,12-12 14 0,0 0-1 0,-12 0-16 0,12-12-6 0,12-12-5 0,0 12-1 0,-12-12-3 0,0 24 3 0,-12 0-2 0,-24-12 0 0,-11 12 0 0,-14 0 0 0,-10 25-1 0,-12 9 0 0,12 16 2 0,10-4-3 0,38 2 1 0,0 0-2 0,35-1 2 0,22-10-1 0,51-3 0 0,-2 3-1 0,24 10 0 0,0 11 1 0,-35 3-1 0,-25-13 3 0,-35 11-2 0,-58-11 3 0,-39-25 5 0,-45 1-1 0,21-11 3 0,39-13-4 0,34 0-1 0,12-13-3 0,24 1-2 0,-13 12-16 0,-21 25-72 0,22-14-20 0</inkml:trace>
  <inkml:trace contextRef="#ctx0" brushRef="#br0">1608 953 9 0,'0'-11'7'0,"-25"-14"3"0,14 0 1 0,11 25-5 0,11 13 8 0,-11 70-1 0,0 47-3 0,0 2-5 0,13-13 2 0,-13-35 0 0,0-61-3 0,12-11 3 0,-1-59-4 0,26-37-5 0,-3 0 1 0,2 2 0 0,-11 70 2 0,-1 59 1 0,23 25 0 0,25 24 1 0,-1-25 0 0,-23-48 0 0,0-12 1 0,-25-45 0 0,0-50-4 0,2-47-1 0,-1-1-2 0,-24 61 2 0,0 37-1 0,0 34-1 0,0 34 4 0,12 37 3 0,12 13-3 0,23 0 1 0,0-13 0 0,13-34 5 0,0-26-5 0,11-47 0 0,1-23-3 0,-26-1 1 0,3 12 0 0,-26 14 1 0,2 21-4 0,-14 26 3 0,1 10 2 0,13 25-2 0,-2-1 3 0,1-10-2 0,24-16 0 0,11-8-2 0,13-13 2 0,23-34-1 0,-1-3 1 0,-10 13 0 0,-48 12-2 0,-11 12 1 0,-2 23 3 0,-23 14 0 0,0-37 2 0,0 0 2 0,0-24-4 0,11-36-5 0,25 13 1 0,24 23-2 0,0 37 2 0,-14 33 1 0,-10-10 0 0,-11-13-13 0,-37 2-42 0,-48-13-35 0</inkml:trace>
  <inkml:trace contextRef="#ctx0" brushRef="#br0">2966 845 76 0,'0'-24'-2'0,"0"13"-70"0</inkml:trace>
  <inkml:trace contextRef="#ctx0" brushRef="#br0">3953 1168 44 0,'13'0'5'0,"11"0"-7"0,-1-37 1 0,-12-22 13 0,-22 11 5 0,-36 37-11 0,-38 34-2 0,3 48 1 0,23 1 0 0,47-12-2 0,47-26-1 0,49-21-4 0,11-60-2 0,-13-37 1 0,-33-47-3 0,-49 24 5 0,0 11 13 0,-13 37-9 0,2 107 2 0,-14 142 3 0,38-35-3 0,10-12-1 0,-10-13-27 0,-37-22-53 0,12-95 56 0</inkml:trace>
  <inkml:trace contextRef="#ctx0" brushRef="#br0">560 2167 120 0,'-24'0'1'0,"-179"48"-7"0,167-25 3 0,192-46 15 0,189-73 8 0,227-47-22 0,285-11 4 0,155 47-2 0,-191 46-9 0,-165 38-4 0,-62 12 5 0,-247 11 13 0,-228 0 10 0,-107-13-1 0,-24-22-14 0,-24-13-17 0,-47 36-96 0,59 12 95 0</inkml:trace>
  <inkml:trace contextRef="#ctx0" brushRef="#br0">2894 3023 3 0,'0'0'2'0,"-12"-11"4"0,0-12 12 0,12 11 8 0,-12-13-5 0,0 2-4 0,12 12 2 0,-11-2-5 0,11 26-8 0,23 34-2 0,13 11 1 0,0 26-2 0,10-36-2 0,-10-12 3 0,13-12-1 0,-2-24 0 0,13-24-1 0,-24-12 1 0,-1-12-1 0,13 1-1 0,-12-1 0 0,0 1 0 0,-25 11 3 0,1 12-1 0,-24 12 0 0,12 12-3 0,-23 96-1 0,-13 70 2 0,-12 25 1 0,12-37 0 0,13-58 3 0,23-25-2 0,0-35-2 0,0-25-2 0,-13-22-34 0,13-12-85 0</inkml:trace>
  <inkml:trace contextRef="#ctx0" brushRef="#br0">5502 3096 18 0,'0'-23'14'0,"0"-14"7"0,0 24-1 0,-13 13-1 0,2 61 2 0,-14 33-10 0,3 14-3 0,22-24-4 0,-12-13 0 0,12-35-2 0,-12-25 2 0,0-11 1 0,-1-23-3 0,2-25 1 0,-1-11-2 0,12-25-2 0,0 1-1 0,0-1 2 0,12 13 0 0,-1 24 1 0,-11 23 1 0,13 11-1 0,-1 13-1 0,12 25-1 0,11 34 1 0,13 49 1 0,23-3 1 0,14-21 0 0,-15-36-2 0,2-12 1 0,-25-36-1 0,-11-13 4 0,-12-21-1 0,-12-14-3 0,11-35 0 0,-11-25 2 0,1-11-2 0,-2 59 5 0,-11 13-3 0,12 10-1 0,-12 27 0 0,0-1 0 0,0 11 0 0,0 0-54 0,-23 11-75 0</inkml:trace>
  <inkml:trace contextRef="#ctx0" brushRef="#br0">7705 4798 15 0,'0'0'8'0,"-25"-25"17"0,14 15 3 0,11 10-17 0,0 0-9 0,0 0 13 0,0-11-2 0,0 11-3 0,0-13-4 0,0 13-5 0,11-12-1 0,-11 0 3 0,0 12 2 0,0-13-1 0,13 2 0 0,-1-12-1 0,-1 10-1 0,-11-11 0 0,0 1 0 0,0-13 1 0,-11 11-2 0,11 2 0 0,-12 0 0 0,-1-2-1 0,2 2 1 0,-14-1 0 0,-9 0-2 0,-2 24 2 0,-1 0-1 0,3 0 0 0,-14 24 0 0,0 12 0 0,12 0 0 0,13-1 1 0,23-11-1 0,0 0 0 0,23 23 0 0,37-10 1 0,0 10-1 0,11 1 1 0,1-1-1 0,10 13 1 0,-9-2-1 0,-50 3 1 0,-23-1 0 0,-47-13 0 0,-25-23 1 0,1 0 0 0,23-24-1 0,0-24 1 0,25-13-1 0,11 3 0 0,12-26 0 0,-13 24-2 0,13 0 0 0,25 1 1 0,22-1 0 0,1 13-1 0,-2 10 2 0,-10 1-2 0,-11 12 1 0,-25-12 1 0,0 12-10 0,11 0-35 0,-11 37-56 0</inkml:trace>
  <inkml:trace contextRef="#ctx0" brushRef="#br0">7979 6632 31 0,'-12'-25'43'0,"0"14"-24"0,12-1-6 0,12 1 2 0,-12 11 4 0,0 0-7 0,-24-13-4 0,0 13-4 0,-11 0 2 0,-1 0-2 0,-12 24-2 0,13 12-3 0,-14 1 3 0,2 9-1 0,12 2 3 0,11 0-3 0,0-1 0 0,24 24-2 0,-12 0 5 0,12-10-2 0,12-14 1 0,0-11-2 0,24 0 1 0,10-13-2 0,26 0 1 0,-24-10 0 0,0-1 1 0,-1-24-1 0,1-1 0 0,0-10-2 0,-24-12 2 0,-14-1 1 0,-10 12-1 0,-10-13-1 0,-1 16 1 0,-2 8-1 0,-11 1 0 0,0 12 0 0,-12 0 0 0,1 12 0 0,-14 1 1 0,15 8-1 0,-3-8-1 0,1 11-6 0,-11 12-60 0,0-25-40 0</inkml:trace>
  <inkml:trace contextRef="#ctx0" brushRef="#br0">3679 4668 9 0,'36'-13'14'0,"-23"-11"7"0,-26 1 3 0,-10-1-6 0,-13 12-5 0,12 12-9 0,0 25-2 0,-12-2 4 0,-23 36 2 0,-12 35-4 0,22 15-2 0,15 21 3 0,22-9-2 0,24-27-1 0,35 13-2 0,13-36 1 0,23-35 2 0,83-13-1 0,-94-34-1 0,-36-12 0 0,-12-14 0 0,-24 14 1 0,-12-1-1 0,-24 0 4 0,-12 11-2 0,-11 2 0 0,-1 35-2 0,-11 0 1 0,23 12-3 0,1 12-19 0,23 11-51 0,24-59 28 0</inkml:trace>
  <inkml:trace contextRef="#ctx0" brushRef="#br0">5489 4773 23 0,'0'0'5'0,"-11"0"8"0,11 0 6 0,-12-21-5 0,12-4 0 0,0-11 0 0,0 13-3 0,12-2-5 0,-1 2 1 0,2 11-1 0,23 1 0 0,-1-2-3 0,25 1-1 0,11 24 1 0,13 12-1 0,-49 11-1 0,-11 13 1 0,-37 24 0 0,-9-1 1 0,-14 0-2 0,-13 13 1 0,-8-13-2 0,8-11 2 0,-11-13-1 0,1-10 0 0,10-3 0 0,15-9 0 0,22-13 0 0,12-12-1 0,35 0 1 0,48 0 0 0,37 0-2 0,11-12 2 0,-12 12 0 0,-35 0-1 0,-37-12 3 0,-35 12 0 0,-12 0-2 0,0-13-22 0,11 13-85 0,-11 0 70 0</inkml:trace>
  <inkml:trace contextRef="#ctx0" brushRef="#br0">3275 6489 42 0,'0'0'0'0,"0"0"2"0,-36 0 13 0,36-12 10 0,-12 24-12 0,-11 24-1 0,-1-13-3 0,-1-23-4 0,25 0 2 0,0-12-2 0,0 1-2 0,25-12-2 0,-14-2 0 0,2 0-1 0,-13-9 2 0,12-3-1 0,-1 14 1 0,1-1-1 0,0 0 0 0,0 1 1 0,12 12-1 0,-24-2 0 0,24 1 0 0,12 0 0 0,-1 12-1 0,1 12 1 0,-12 0-1 0,12 12 0 0,-1 11 1 0,1 13-1 0,0 0 1 0,-36 11-1 0,0-11 2 0,-49 0 1 0,-21-25-1 0,10 1 0 0,13-12 0 0,22-12-1 0,25 0 0 0,13 0 1 0,22 25-2 0,13 21 0 0,-12 26-1 0,-24-1 1 0,-12-11 0 0,-48-25 1 0,-23-11 2 0,-25-12 1 0,49-12-1 0,22 0 0 0,25 0-1 0,-11 11-38 0,22 2-41 0,-11-13 34 0</inkml:trace>
  <inkml:trace contextRef="#ctx0" brushRef="#br0">5670 6418 24 0,'0'0'9'0,"-13"0"-1"0,13 0 10 0,0 0 0 0,0 11-7 0,0-11-4 0,0 0-1 0,13 0 2 0,-2 0-6 0,-11 0-1 0,0-11 1 0,12-1 1 0,-12 12-2 0,11-12 0 0,1-1 2 0,-12 2-1 0,11-12 2 0,-11 10 0 0,13 1-2 0,-1 0-1 0,0-1 0 0,0 3 2 0,0-1 0 0,0-2-1 0,11 1 0 0,1 12-2 0,12-12 3 0,-13 12-3 0,2 0 1 0,-2 0 0 0,2 0 0 0,22 0-3 0,-24 24 3 0,13 10-1 0,-24 3 0 0,0 10 0 0,-12 1 1 0,0 0-1 0,0 11 1 0,-12-22 0 0,-36 10 1 0,12-23 1 0,-11 0-2 0,12-14 1 0,23 3-1 0,-1-13 0 0,26 0 3 0,-1 0-4 0,23-13 0 0,12 26 0 0,25-1 0 0,-24 24-1 0,-12 12 1 0,-36 11 0 0,12-22-1 0,-12 9 1 0,-12 13 0 0,-24-9 0 0,-23-29 1 0,11-8 0 0,1-1-1 0,34-12 0 0,1 0 2 0,12-12-1 0,-12-1 1 0,12 3-19 0,24-1-98 0</inkml:trace>
  <inkml:trace contextRef="#ctx0" brushRef="#br0">2168 9382 27 0,'-12'-12'7'0,"12"-13"11"0,12 4 6 0,0 8-4 0,-12 13-4 0,0 13-3 0,0 8-2 0,0 29-4 0,-12 21 0 0,0 0-1 0,-12 0-2 0,-1 1 2 0,14-13-4 0,11 1 1 0,0-12 0 0,0-14-2 0,11-9 1 0,-11 0 0 0,25-14 0 0,11-11 1 0,10 0-2 0,-10 0 1 0,13 0-3 0,-26 0 1 0,13 0 0 0,12-11-3 0,-12-14-38 0,-13 13-49 0,-23 12 56 0</inkml:trace>
  <inkml:trace contextRef="#ctx0" brushRef="#br0">2071 9716 68 0,'-34'-11'5'0,"-2"11"8"0,48-25 15 0,71 13-17 0,48-12-4 0,-12 12-6 0,-59 24-16 0,-60 12-85 0</inkml:trace>
  <inkml:trace contextRef="#ctx0" brushRef="#br0">2107 9537 68 0,'-23'-37'9'0,"10"-21"14"0,49 22 4 0,37 0-23 0,-14 24-2 0,13-1-9 0,-1 3-63 0,-59 10 35 0</inkml:trace>
  <inkml:trace contextRef="#ctx0" brushRef="#br0">2989 9025 55 0,'0'-36'5'0,"-13"11"7"0,13 15 12 0,-10 20-10 0,-38 63 4 0,0 46-7 0,-35 70-4 0,11 16-5 0,72-50 0 0,48-50 0 0,35-21 1 0,1-47 0 0,-25-14-1 0,-23-35-2 0,0-36-71 0,-24 35 5 0</inkml:trace>
  <inkml:trace contextRef="#ctx0" brushRef="#br0">3168 9382 8 0,'0'0'2'0,"0"-24"20"0,0 11-4 0,-13 3-2 0,2 10 4 0,11-11-4 0,0 22-6 0,11 12 1 0,-34 61 2 0,-1 24-6 0,1-14-5 0,11-22 1 0,47-37 0 0,1-23 1 0,0-59 0 0,0-25-6 0,11 12 4 0,-35 26-2 0,0 34 1 0,-12 46-1 0,13 13 0 0,10 12 0 0,13-10 0 0,23-38 0 0,-23-34 3 0,10-62 0 0,-10-57-1 0,-11 34-1 0,-25 38 1 0,-25 11-2 0,14 47-1 0,-1 23 0 0,-1 48 2 0,13 1-3 0,36-1 2 0,0-11 0 0,37-13 0 0,10-47 0 0,-12-23 0 0,11-25 0 0,-46 1 0 0,-11 10 1 0,-25 3-1 0,-12 9 0 0,-12 25 0 0,-1 36-1 0,15-1 1 0,10 13-1 0,23 0 1 0,36-14 0 0,37-9 2 0,-13-25-30 0,13-12-26 0,-49-1-19 0</inkml:trace>
  <inkml:trace contextRef="#ctx0" brushRef="#br0">4502 9596 18 0,'0'-23'16'0,"0"0"-2"0,-12-2-4 0,-1 0 1 0,2 14-1 0,-25 11-2 0,-11 24 5 0,-1 13-2 0,11-3-4 0,14 14-5 0,35-25 0 0,12-10 3 0,24-37-2 0,-12-12-2 0,-13 24 0 0,-11 0 1 0,-1 24 1 0,14 24 1 0,-1 0-1 0,23-12-1 0,0 0 0 0,14-35 1 0,-26-39 0 0,25-44-1 0,-14-13-1 0,-21 11 0 0,-14 25 0 0,-11-1-1 0,0 49 1 0,13 23-2 0,-13 48 1 0,0 36 1 0,-24 21 1 0,-1-9-1 0,4-48 1 0,21-25-1 0,0-23 3 0,46-35-2 0,1-1-1 0,13 0 0 0,-36 13-1 0,-1-1 0 0,-23 24 0 0,-36 24 0 0,-10 10 0 0,21 16 0 0,14-16 0 0,47 3-1 0,23-3 3 0,13-9-18 0,-25-37-60 0,-47-1 18 0</inkml:trace>
  <inkml:trace contextRef="#ctx0" brushRef="#br0">5169 9156 74 0,'0'0'5'0,"0"107"2"0,23 25 27 0,1 10-20 0,-12-35-7 0,-48-35-2 0,-23-37 0 0,23-35-69 0,49-12-11 0</inkml:trace>
  <inkml:trace contextRef="#ctx0" brushRef="#br0">5621 9382 95 0,'-24'0'3'0,"48"0"1"0,25-12 17 0,8 24-13 0,16 1-5 0,-14-13-1 0,-12 11-24 0,-22-11-51 0,-25 0 45 0</inkml:trace>
  <inkml:trace contextRef="#ctx0" brushRef="#br0">5597 9584 34 0,'-12'0'26'0,"-23"0"-15"0,70 12 16 0,37-12-16 0,23 0 0 0,-13 0 4 0,-57 0-2 0,-14 0-10 0,-22 0-34 0,-14 0-61 0</inkml:trace>
  <inkml:trace contextRef="#ctx0" brushRef="#br0">6145 9169 26 0,'0'0'15'0,"0"-25"4"0,12 13 4 0,-12 12-9 0,0 48 10 0,-12 23-9 0,0 13-7 0,0-13-2 0,12 0-3 0,0-23 1 0,-12 0 0 0,0-13-1 0,12-11-1 0,0-12 0 0,0-12 0 0,24 0 2 0,12 0-3 0,22 0 0 0,-9 0 0 0,-1-12 1 0,-2 12-2 0,-21 0 0 0,-14 0-12 0,2-11-22 0,-13-2-27 0,0 1 5 0</inkml:trace>
  <inkml:trace contextRef="#ctx0" brushRef="#br0">6109 9442 54 0,'0'0'15'0,"-24"-24"5"0,36 12 7 0,48-12-11 0,34 0-10 0,13 11-4 0,-58 13-12 0,-37 0-26 0,-37-10-17 0,25 10 25 0</inkml:trace>
  <inkml:trace contextRef="#ctx0" brushRef="#br0">6133 9227 48 0,'-24'-12'25'0,"24"-23"-6"0,24-1 8 0,36 11-11 0,23 14-5 0,-12-1-7 0,-60 12-6 0,2 0-21 0,-1 12-27 0,-1-12-12 0</inkml:trace>
  <inkml:trace contextRef="#ctx0" brushRef="#br0">7074 9037 36 0,'0'0'10'0,"12"-36"8"0,1-1 18 0,-13 37-10 0,0 13-14 0,-49 71 1 0,-34 58-6 0,0 13 0 0,46 0-4 0,61-36 0 0,23-35 0 0,14-37-1 0,-26-23 0 0,-11-24 0 0,-24 0-5 0,12-11-27 0,-12-14-37 0,12 13 2 0</inkml:trace>
  <inkml:trace contextRef="#ctx0" brushRef="#br0">7562 9227 60 0,'12'-12'11'0,"0"-34"10"0,0 21 16 0,-12 0-19 0,0 25-11 0,-36 25-1 0,-35 23 0 0,24 34-3 0,22 2-3 0,25 12 0 0,59-13 1 0,0-36-1 0,-22-35 2 0,11-12-1 0,-26-35 1 0,-9-26 0 0,-48 27-1 0,-1 10 0 0,-47 48-2 0,-13 10-8 0,24 16-26 0,61 8-31 0,11-34 13 0</inkml:trace>
  <inkml:trace contextRef="#ctx0" brushRef="#br0">7907 9608 83 0,'0'0'0'0,"36"0"29"0,-12 36-9 0,-36 25 3 0,-36 10-14 0,-11-24-6 0,11-12-13 0,37-12-55 0,-2-10-11 0</inkml:trace>
  <inkml:trace contextRef="#ctx0" brushRef="#br0">8038 9180 63 0,'12'-36'21'0,"35"0"-12"0,13 24 21 0,-24 24-15 0,0 36-2 0,-25 11-5 0,2 0-3 0,-26-9-1 0,-34 8 1 0,0-11-2 0,-2 1 0 0,26-25-3 0,10-10 2 0,26-13 0 0,23 0 1 0,58-13-4 0,2 2 2 0,-13 11 0 0,-35 0 0 0,0-12-1 0,-24 1-8 0,-12 11-47 0,-24-24-62 0</inkml:trace>
  <inkml:trace contextRef="#ctx0" brushRef="#br0">8549 8751 79 0,'-10'-24'10'0,"10"1"3"0,23 11 5 0,13 35-4 0,47 73-2 0,-11 57-4 0,-13 63-1 0,-47 10-2 0,-59-48 0 0,-38-57-1 0,3-27 0 0,11-35 0 0,35-11-1 0,24-36-1 0,12 1 1 0,-12-26-1 0,12 1-23 0,-12 0-80 0,12 12 53 0</inkml:trace>
  <inkml:trace contextRef="#ctx0" brushRef="#br0">9372 9500 23 0,'-12'0'25'0,"-12"-11"3"0,12-1-3 0,1 12-4 0,22 0 4 0,25-11-15 0,36-1-2 0,-1 12-4 0,-11 0-2 0,-37 0-1 0,1-12 0 0,-1 12-6 0,2-13-15 0,-14 13-25 0,-11 25-44 0</inkml:trace>
  <inkml:trace contextRef="#ctx0" brushRef="#br0">9313 9716 51 0,'0'0'0'0,"-36"0"17"0,11 10 21 0,38-10-17 0,23-10-2 0,47-1-5 0,36-14-5 0,-36 13-6 0,-59 12-1 0,-12 0 2 0,-12 0-2 0,0-13-1 0,0 13-3 0,0 0-20 0,0 0-38 0,11 13-12 0</inkml:trace>
  <inkml:trace contextRef="#ctx0" brushRef="#br0">10502 9085 20 0,'0'-12'17'0,"0"0"11"0,0-1-12 0,-11 2-1 0,11 11-1 0,-23-12 0 0,11 12-5 0,-36 23 0 0,12 48-5 0,2 13 0 0,9 12-2 0,37 0-1 0,1-14 2 0,33-9-1 0,-10-39 0 0,0-22 3 0,10-35-2 0,15-25-1 0,-14-11 0 0,-23-25-2 0,-24-11 3 0,-12 0 3 0,-36 35-3 0,-11 13 1 0,12 23-3 0,-1 11-2 0,12 13-15 0,-10 37-24 0,33 22-21 0,13-47 8 0</inkml:trace>
  <inkml:trace contextRef="#ctx0" brushRef="#br0">10980 9263 101 0,'0'-12'6'0,"-25"1"31"0,14-2-13 0,11 1-22 0,11 12-8 0,2 0-48 0,-1 0-35 0</inkml:trace>
  <inkml:trace contextRef="#ctx0" brushRef="#br0">11349 9203 58 0,'0'-11'18'0,"24"-12"1"0,10-14 11 0,-9 1-18 0,-1 13-4 0,-24-13-4 0,-13 0-1 0,2-1-1 0,-14 27 0 0,-9-1-1 0,-14 11 1 0,0 0-1 0,1 21 0 0,23 29-1 0,24-16 0 0,12 26 0 0,24 12 1 0,23-1-2 0,-11 2-1 0,-24-15 2 0,-24 2 1 0,-60-36 3 0,-11-24-1 0,11-24-1 0,36-48 0 0,24 26 0 0,36-4-2 0,35-9-1 0,48 24-33 0,-36 11-55 0,-70 24 55 0</inkml:trace>
  <inkml:trace contextRef="#ctx0" brushRef="#br0">11778 8943 89 0,'0'-25'22'0,"0"13"22"0,0 36-30 0,0 71-6 0,0 12 0 0,10-12-4 0,-10-11-3 0,13-13-1 0,-13-11-12 0,0-36-34 0,12-24-64 0</inkml:trace>
  <inkml:trace contextRef="#ctx0" brushRef="#br0">12205 8989 64 0,'0'-25'9'0,"25"-9"23"0,-1 22 3 0,-24 12-21 0,0 59-4 0,-24 49-1 0,-1 22-3 0,14-10-1 0,11-13-1 0,0-49 1 0,0-21-2 0,0-24 0 0,11-26 3 0,-11-11-10 0,-11 11-31 0,-12-10-106 0</inkml:trace>
  <inkml:trace contextRef="#ctx0" brushRef="#br0">2631 11192 83 0,'0'-13'3'0,"0"-10"5"0,0 12 22 0,0 58-11 0,0 36-2 0,0 36-8 0,0-24-3 0,0-11-1 0,13-36-5 0,-13-13 3 0,23-23-1 0,13-12 1 0,24-12-3 0,0 0 1 0,-13-1-3 0,-11-8-13 0,-24 8-34 0,-12-11-55 0</inkml:trace>
  <inkml:trace contextRef="#ctx0" brushRef="#br0">2608 11405 76 0,'-13'-11'15'0,"26"-12"-12"0,71-14 7 0,47 14-11 0,-48 12-44 0,-83 11 1 0</inkml:trace>
  <inkml:trace contextRef="#ctx0" brushRef="#br0">2631 11250 48 0,'0'0'0'0,"-23"-34"27"0,46-14 2 0,49 12-9 0,24-11-10 0,-1 23-23 0,-47 24-86 0</inkml:trace>
  <inkml:trace contextRef="#ctx0" brushRef="#br0">3679 10953 86 0,'25'-34'9'0,"-1"-3"7"0,-1 3 13 0,-11 9-14 0,-12 13-4 0,-12 12-8 0,-24 58-2 0,-34 63 1 0,-14 45-1 0,48 1-1 0,47-24-1 0,38-24 0 0,-2-60 2 0,0-35 1 0,-34-24 2 0,-1 0-2 0,-24-12-30 0,12-13-59 0,-13 25 44 0</inkml:trace>
  <inkml:trace contextRef="#ctx0" brushRef="#br0">4073 11263 82 0,'0'0'0'0,"12"-34"22"0,-1 9-7 0,14 0-3 0,-25 14 1 0,0 11-1 0,0-12-4 0,-12 1-4 0,-12 11-2 0,-12 11-2 0,-11 12-2 0,11 14 3 0,12 10-1 0,24-10-1 0,71 10 2 0,1 0 0 0,-13 1 0 0,-47-24-1 0,-36-12 9 0,-23 11-5 0,-36-11-5 0,23 1-17 0,35-2-43 0,25 1-26 0</inkml:trace>
  <inkml:trace contextRef="#ctx0" brushRef="#br0">4441 10990 109 0,'0'0'0'0,"0"-48"11"0,0 48 16 0,0 95-12 0,-11 47-8 0,11-21-5 0,0-27-5 0,0-22-47 0,-12-49-44 0</inkml:trace>
  <inkml:trace contextRef="#ctx0" brushRef="#br0">4298 11192 91 0,'0'0'0'0,"0"-24"7"0,25 12 14 0,35 12-8 0,59 0-2 0,-24 12-6 0,-24 12-2 0,-23 13-1 0,-36-3 0 0,-24 3-1 0,-36-3 0 0,13-9-1 0,22-25-1 0,38-36-3 0,46-12 3 0,24 23 0 0,-23-9 6 0,-37 22 2 0,-11 24-3 0,-12 12-2 0,-1 11-2 0,2-10 1 0,23 9-1 0,-1-34 2 0,-11 0 0 0,-12-34-1 0,-24-16-2 0,-24 16-1 0,-11 10 2 0,11 11-1 0,24 2 2 0,24-1-3 0,12 1 2 0,24 11-1 0,-1 0 3 0,-10 0-2 0,10 0 2 0,12 11-2 0,-23 12 1 0,-24 27-1 0,0-16 1 0,-12-22 0 0,0-12 2 0,24-25-2 0,-1-9 1 0,13-3-2 0,-13 26 0 0,2-1-1 0,-1 35 2 0,23 2-1 0,13-13 0 0,-1-12 1 0,14-24-1 0,-27 0 1 0,-35 12 2 0,-11 24-2 0,13 60 0 0,23 22-2 0,-12 14 1 0,-36-37 0 0,-60-35-10 0,-11-36-34 0,35-71-29 0,48 48 34 0</inkml:trace>
  <inkml:trace contextRef="#ctx0" brushRef="#br0">5740 10727 137 0,'12'48'8'0,"36"119"14"0,-1 36-11 0,-24-37-9 0,-34-35 1 0,-36-72-24 0,23-47-109 0</inkml:trace>
  <inkml:trace contextRef="#ctx0" brushRef="#br0">6371 11024 114 0,'0'0'0'0,"-13"-34"49"0,38 22-39 0,22 24-9 0,49-1-32 0,-24 1-51 0,-72-12 42 0</inkml:trace>
  <inkml:trace contextRef="#ctx0" brushRef="#br0">6324 11085 68 0,'0'0'0'0,"-96"35"47"0,108-23-14 0,95 1-19 0,85-2-23 0,-14 1-115 0</inkml:trace>
  <inkml:trace contextRef="#ctx0" brushRef="#br0">7610 10764 105 0,'0'-48'12'0,"0"36"26"0,0 59-22 0,0 37-9 0,-12 23 0 0,-12 0-3 0,12-24 2 0,0-11 0 0,24-26-3 0,36-9-1 0,22-13 0 0,26-1-1 0,23-23-4 0,-47-23-30 0,-72-13-47 0,-12 24-2 0</inkml:trace>
  <inkml:trace contextRef="#ctx0" brushRef="#br0">7537 11097 83 0,'-23'-23'25'0,"46"10"2"0,62-24-16 0,45 26-11 0,-59-1-43 0,-58 1-34 0</inkml:trace>
  <inkml:trace contextRef="#ctx0" brushRef="#br0">7526 10894 64 0,'0'-25'28'0,"-12"4"10"0,35-16-5 0,62 1-25 0,34 12-6 0,24 12-36 0,-23 0-83 0</inkml:trace>
  <inkml:trace contextRef="#ctx0" brushRef="#br0">8585 10488 103 0,'0'-34'14'0,"-58"34"16"0,-38 95-12 0,-23 49-8 0,60 11-1 0,71-2-8 0,47-22 0 0,36-34 0 0,1-63-18 0,10-22-91 0,-81-24 64 0</inkml:trace>
  <inkml:trace contextRef="#ctx0" brushRef="#br0">8753 10811 62 0,'0'0'0'0,"-12"-36"28"0,12 12 10 0,36 0-4 0,-1 13-28 0,1 22-5 0,0 13 0 0,-24 12 3 0,-12 12-2 0,-36-1 2 0,0 1-2 0,36-25-2 0,60 25 1 0,11 25-1 0,-35-15-2 0,-36-22 8 0,-71-12 2 0,-25-12-7 0,36-12-22 0,60 12-46 0,25-12-22 0</inkml:trace>
  <inkml:trace contextRef="#ctx0" brushRef="#br0">9109 11192 72 0,'36'0'21'0,"48"48"16"0,-36-1-9 0,-37 0-13 0,-58-10-9 0,-49-14-15 0,24-12-62 0,50-11-12 0</inkml:trace>
  <inkml:trace contextRef="#ctx0" brushRef="#br0">9515 10798 68 0,'0'-23'10'0,"-12"-1"21"0,24-11 1 0,12 23-19 0,23 12-7 0,-11 35-2 0,-12 1 2 0,-37 37-1 0,2-27-2 0,11 2 0 0,47 11-4 0,37 25 0 0,-48-13 2 0,-47-35 5 0,-50-24 1 0,13 0-6 0,25-24-29 0,-1 0-55 0,12-12 15 0</inkml:trace>
  <inkml:trace contextRef="#ctx0" brushRef="#br0">10014 10478 123 0,'0'0'0'0,"61"107"20"0,34 83 6 0,-47 36-17 0,-48-82-3 0,-72-2-3 0,-24-58-10 0,14-37-65 0,58-35-18 0</inkml:trace>
  <inkml:trace contextRef="#ctx0" brushRef="#br0">10861 10882 132 0,'0'-13'3'0,"0"3"-1"0,71-1 10 0,72-2-6 0,12 13-10 0,-49 0-30 0,-57 13-25 0,-49-13 23 0</inkml:trace>
  <inkml:trace contextRef="#ctx0" brushRef="#br0">10980 11085 47 0,'-12'12'8'0,"-37"-1"22"0,38-11 16 0,11 0-20 0,47-11-18 0,60-12-6 0,37 10-24 0,-25 1-91 0</inkml:trace>
  <inkml:trace contextRef="#ctx0" brushRef="#br0">12028 10632 78 0,'0'-35'26'0,"0"23"11"0,11 47-21 0,-22 84-4 0,-14 24-6 0,25-24-4 0,0-12-4 0,0-47-35 0,0-24-80 0</inkml:trace>
  <inkml:trace contextRef="#ctx0" brushRef="#br0">12278 10978 110 0,'0'-12'16'0,"0"-12"10"0,12 12-14 0,-12 1-23 0,22-2-71 0,-22 26 28 0</inkml:trace>
  <inkml:trace contextRef="#ctx0" brushRef="#br0">12671 10835 65 0,'12'-24'48'0,"-24"48"-4"0,12 35-40 0,22 0-2 0,27 12-1 0,23-34 1 0,-25-24 2 0,-11-50-1 0,11-34 1 0,-23-1 5 0,-24-11 0 0,-12-1-3 0,-36 25-3 0,-11 34-2 0,-36 25-5 0,-12 50-46 0,59 8-86 0</inkml:trace>
  <inkml:trace contextRef="#ctx0" brushRef="#br0">2501 13859 13 0,'-13'-13'7'0,"13"13"-4"0,0 0-8 0</inkml:trace>
  <inkml:trace contextRef="#ctx0" brushRef="#br0">9015 2167 20 0,'0'-48'10'0,"12"25"-2"0,0 12 5 0,-12 32 13 0,-24 76-5 0,0 22-9 0,-1 119 2 0,38-156-10 0,-1-21 2 0,12-38-3 0,24-11 3 0,-2-24-6 0,15 1 3 0,-13-1-7 0,-1 1-10 0,-11-2-23 0,-1 1-18 0,-23 0 19 0</inkml:trace>
  <inkml:trace contextRef="#ctx0" brushRef="#br0">8884 2512 29 0,'-24'-35'16'0,"73"24"-15"0,81-26 1 0,24 24-1 0,-34 2-8 0,-49-1-19 0,-59 1 11 0</inkml:trace>
  <inkml:trace contextRef="#ctx0" brushRef="#br0">9051 2261 24 0,'-60'-34'22'0,"1"-3"-2"0,93 3-9 0,73-3-6 0,61 3-3 0,-1 9-35 0,-72 13-15 0</inkml:trace>
  <inkml:trace contextRef="#ctx0" brushRef="#br0">9871 1798 41 0,'0'-12'10'0,"13"1"-9"0,-26 45 10 0,-69 98 14 0,-74 70-1 0,62-11-12 0,81-25-6 0,97-58 1 0,23-49-3 0,13-47-17 0,-37-60-46 0,-35 1-9 0</inkml:trace>
  <inkml:trace contextRef="#ctx0" brushRef="#br0">10110 2203 30 0,'13'-13'3'0,"-13"2"6"0,0-1 24 0,-24 12-4 0,-25 36-14 0,26-1-12 0,10 13-2 0,49-12-1 0,0 24 1 0,-12-13 0 0,-24 11 6 0,-11-21 3 0,-25-24-1 0,-13-13-10 0,3 0-29 0,-14-37-38 0,36-10 16 0</inkml:trace>
  <inkml:trace contextRef="#ctx0" brushRef="#br0">10241 1941 26 0,'12'0'8'0,"12"35"10"0,0 85 3 0,24 70-5 0,-38 11 1 0,-10-46-4 0,-46-59-5 0,-38-60-6 0,12-47-40 0,72-85-49 0</inkml:trace>
  <inkml:trace contextRef="#ctx0" brushRef="#br0">10706 2238 41 0,'-12'0'23'0,"-36"-23"-10"0,60 23-7 0,36 0 1 0,22 0-1 0,3-12-6 0,10 12-3 0,-35 0-26 0,-13 24-19 0,-35-24 33 0</inkml:trace>
  <inkml:trace contextRef="#ctx0" brushRef="#br0">10646 2453 64 0,'0'0'0'0,"-95"-12"22"0,95 0-15 0,83-1-10 0,36-10 3 0,36 12-22 0,24-2-22 0,-36 1 20 0</inkml:trace>
  <inkml:trace contextRef="#ctx0" brushRef="#br0">11349 2250 0 0,'0'-47'12'0,"-13"-13"10"0,-10 36 8 0,10 11-12 0,-10 63-10 0,0 55 1 0,12 16-3 0,22-26-1 0,24-24 1 0,25-35-2 0,-2-49-1 0,-9-34 0 0,-26-48-3 0,-10-23 0 0,-37 10 1 0,-1 72 1 0,-11 25-5 0,-10 11-18 0,-2 23-37 0,24 1 11 0</inkml:trace>
  <inkml:trace contextRef="#ctx0" brushRef="#br0">11754 2227 83 0,'-12'-24'13'0,"-12"24"-9"0,36 0-4 0,-24 0-80 0,12 0 65 0</inkml:trace>
  <inkml:trace contextRef="#ctx0" brushRef="#br0">12111 2190 19 0,'0'-11'7'0,"24"-12"-2"0,-11 10 12 0,-13-11 4 0,0 1-7 0,0-1-10 0,-25 0-1 0,1 11 0 0,0 13-1 0,-12 13 1 0,0-1 0 0,-11 34-1 0,11-9 1 0,12 10-1 0,13-10-1 0,22-37 2 0,24 0 0 0,26-37-2 0,-14 26-1 0,-11 11 1 0,-12 48 3 0,-24 23 4 0,12 0-3 0,0 1-1 0,0-1 2 0,-12-35-4 0,-12-24-9 0,0-1-26 0,0-22-32 0,0-12 25 0</inkml:trace>
  <inkml:trace contextRef="#ctx0" brushRef="#br0">12361 2085 15 0,'0'0'0'0,"-13"-37"15"0,26 13-10 0,-13 12 6 0,0 1 6 0,0 11-3 0,0 11-3 0,-13 37-7 0,2 11 1 0,-1 25-1 0,12-26 2 0,23-21 0 0,13-37 2 0,24-24-3 0,-36 11-1 0,-1 50-1 0,-10 34 2 0,-1 26 1 0,-12-39 1 0,11-11-5 0,2-22-13 0,-13-2-47 0,-13-11-23 0</inkml:trace>
  <inkml:trace contextRef="#ctx0" brushRef="#br0">11051 2905 49 0,'-190'0'20'0,"59"24"-7"0,95-12 10 0,84-12-10 0,142-12-6 0,144-12-2 0,94 12-2 0,-23 12 1 0,-60-12 2 0,-96 12 4 0,-117-13-1 0,-96 13 3 0,-36-10-4 0,-47-14-10 0,-25 0-38 0,-23 24-87 0</inkml:trace>
  <inkml:trace contextRef="#ctx0" brushRef="#br0">3645 13917 82 0,'-25'-21'13'0,"-10"8"0"0,35 13 10 0,60 0-10 0,35 0-3 0,25 0-6 0,-14 0 2 0,-59-12-1 0,-47-13 1 0,-23-9-4 0,-14 21-1 0,1 13-2 0,0 84 1 0,26 47 0 0,10 11 0 0,23-21 0 0,-23-27-1 0,-34-35 0 0,-39-47 0 0,14-12 1 0,10-12 2 0,49 12 0 0,49 0 0 0,46 0 0 0,12-23 1 0,-59 11-1 0,-36-1-16 0,-12 2-137 0</inkml:trace>
  <inkml:trace contextRef="#ctx0" brushRef="#br0">4871 13752 90 0,'-13'-61'44'0,"2"27"-35"0,-25 22 9 0,-23 47-8 0,-13 49-3 0,1 48-3 0,23-2-3 0,37-11 0 0,45-24 0 0,50-47-1 0,0-13 1 0,-1-35-2 0,-23-35 2 0,-13-26 0 0,-11 2-1 0,-24 36 2 0,-37 58 2 0,-11 37-3 0,25-26-1 0,11 15-5 0,0-38-41 0,0-23-76 0</inkml:trace>
  <inkml:trace contextRef="#ctx0" brushRef="#br0">4799 14145 128 0,'-23'-36'22'0,"58"12"1"0,49 0-12 0,-1 24-9 0,-60 11-17 0,-10 2-126 0</inkml:trace>
  <inkml:trace contextRef="#ctx0" brushRef="#br0">6169 13228 150 0,'-12'-60'13'0,"-12"13"-9"0,12 23 14 0,0 36-16 0,-84 84 4 0,-34 93-1 0,-13 62-2 0,73 0-5 0,81-14 0 0,84-47 2 0,24-47 1 0,-72-60 0 0,-35-58 21 0,-12-25-11 0,0-13-8 0,0 13-1 0,0-12-1 0,0 12 0 0,0-12-19 0,-12-11-114 0,12 23 72 0</inkml:trace>
  <inkml:trace contextRef="#ctx0" brushRef="#br0">6598 13691 57 0,'0'0'0'0,"-12"-11"32"0,24-1 1 0,-1 12-23 0,-11 0-2 0,23 0-3 0,-10-11 1 0,-1-1-3 0,0 0 2 0,-12-1-3 0,12 2-1 0,-12-12 0 0,0-2 1 0,-24 13-1 0,12-1 2 0,-24 13-4 0,13 0 3 0,-13 13-3 0,0-1 3 0,-23 36-2 0,11 0 0 0,12-1 0 0,12 1 0 0,24-13 0 0,11-10 0 0,2-14 1 0,23 1-1 0,12-1 0 0,-1 14-2 0,24 11 2 0,-12 11 0 0,-22 0 0 0,-25 1-1 0,-24 0 0 0,-36 0 2 0,-11-25 1 0,11-11 3 0,0-12 1 0,37-12-2 0,-1 0-1 0,12 1-3 0,0 11 1 0,0 0-1 0,12-12-17 0,11 12-59 0,1 0-9 0</inkml:trace>
  <inkml:trace contextRef="#ctx0" brushRef="#br0">7312 14168 11 0,'0'0'0'0,"0"-12"7"0,0 1-6 0,12 11-1 0,-12 0 9 0,0 0 37 0,0-12-17 0,0 1-6 0,11 11-6 0,14-13-6 0,-25 1-5 0,0 12-3 0,0 36 0 0,-12 47-1 0,-24 36 0 0,-24-1 1 0,13-22 1 0,-2-37-1 0,26-34-1 0,10 0 0 0,3-25-1 0,10 11 1 0,0-11 0 0,0-11-2 0,-11 11-7 0,11-13-30 0,11-11-97 0</inkml:trace>
  <inkml:trace contextRef="#ctx0" brushRef="#br0">7943 13680 34 0,'0'-35'18'0,"0"-37"15"0,12 25-2 0,12 11-12 0,-24 36-11 0,0 71-1 0,0 36-1 0,0 12-4 0,12-23-1 0,1-25 0 0,-2-35 1 0,-1-25 2 0,-10-70 0 0,36-37-3 0,-11 14 0 0,-1 46-1 0,0 12 0 0,-1 36-2 0,1 59 1 0,12 1 1 0,-13-1 0 0,25-23 0 0,-12-36 1 0,0-35 0 0,0-73 1 0,-13-23-1 0,1 12 0 0,-24 23-1 0,0 59 0 0,0 86-2 0,-12 22 3 0,12-11-2 0,12 11 1 0,24-22 0 0,24-27 0 0,-1-22 1 0,13-37 0 0,-25-21-2 0,13-2 3 0,-13 0-3 0,-35 14 2 0,-12 21 0 0,12 1 2 0,-12 12-2 0,0 25-1 0,0 9-1 0,12 14 1 0,12-12 0 0,12 1 1 0,10-37-1 0,3-13-1 0,-1-24 0 0,-25 26 1 0,0-1 1 0,13 24-1 0,-36-12 0 0,13 0 0 0,-1-36 0 0,36-11 2 0,-14 36-3 0,15 11 1 0,-26 23-1 0,13 12 2 0,-12 1-4 0,-24-25-20 0,-12-11-36 0,-24-34-27 0</inkml:trace>
  <inkml:trace contextRef="#ctx0" brushRef="#br0">9265 13323 64 0,'0'0'0'0,"-36"-24"28"0,25 24-38 0,22 48-69 0</inkml:trace>
  <inkml:trace contextRef="#ctx0" brushRef="#br0">9778 13787 31 0,'82'0'11'0,"-34"-35"-2"0,-36-26 20 0,-36 15 5 0,-24 21-10 0,-11 14-9 0,-13 22-10 0,24 37-3 0,1 12-1 0,35-13-1 0,12 13 0 0,36-36 0 0,12-24-3 0,23-36 3 0,-11-23 0 0,-1-37 0 0,1-70 1 0,-36-13 0 0,-14 48 2 0,-10 107 0 0,0 72-2 0,-34 71 3 0,22 24 2 0,12-24-5 0,12-25-2 0,-12-44-21 0,12-39-46 0,-12-11-5 0</inkml:trace>
  <inkml:trace contextRef="#ctx0" brushRef="#br0">10170 13061 105 0,'0'-36'8'0,"59"61"10"0,13 80-13 0,35 171 0 0,-84-39 1 0,-70-70 3 0,-60-60 3 0,0-59-6 0,60-37-5 0,34 2-10 0,13-13-57 0,0 0-1 0</inkml:trace>
  <inkml:trace contextRef="#ctx0" brushRef="#br0">11182 13454 95 0,'-36'0'13'0,"1"0"21"0,35 0-17 0,47-12-10 0,84 1 2 0,48-14-4 0,-48 25-4 0,-83 0 1 0,-25-12-2 0,-23 1-6 0,0-1-14 0,-12 24-59 0,-11 11 7 0</inkml:trace>
  <inkml:trace contextRef="#ctx0" brushRef="#br0">11313 13620 52 0,'-36'13'21'0,"-95"34"21"0,83-36-19 0,48 2-13 0,84-13 2 0,95-24 0 0,23 1-3 0,-83 23-4 0,-107 0 2 0,-36 0-5 0,-11-12-10 0,11 12-23 0,1 12-56 0,23-1 44 0</inkml:trace>
  <inkml:trace contextRef="#ctx0" brushRef="#br0">12836 13228 9 0,'0'-12'15'0,"0"1"-3"0,13-14 12 0,-1 0 3 0,-12 25-12 0,11 84-3 0,-11 37-5 0,0 9 1 0,0-23-2 0,0-24-1 0,0-47-1 0,0-11-2 0,25-14 1 0,11 1-2 0,35-24 0 0,-24 12-1 0,1-11-1 0,-12 11-15 0,-24 0-25 0,-12-13-40 0</inkml:trace>
  <inkml:trace contextRef="#ctx0" brushRef="#br0">12790 13526 71 0,'0'-11'10'0,"35"-26"4"0,61-10 11 0,11 10-25 0,-36 14-26 0,-60 12-62 0</inkml:trace>
  <inkml:trace contextRef="#ctx0" brushRef="#br0">12849 13264 50 0,'0'0'0'0,"-35"-59"41"0,46 9-16 0,49-8-11 0,35 22-15 0,1 25-20 0,-1-2-41 0,-71 13 22 0</inkml:trace>
  <inkml:trace contextRef="#ctx0" brushRef="#br0">13849 12787 84 0,'0'-23'3'0,"-11"-1"-2"0,-37 37 15 0,-35 105 0 0,10 61-4 0,50 35-6 0,46-47-4 0,50-37 0 0,10-46-2 0,12-61-22 0,-35-58-95 0</inkml:trace>
  <inkml:trace contextRef="#ctx0" brushRef="#br0">14337 13061 102 0,'0'-11'11'0,"0"-14"11"0,0 13-5 0,-11 12-11 0,-37 24-3 0,13 12-3 0,22 25 1 0,26-3-2 0,58 26 1 0,12-25-1 0,-23-11 4 0,-72-25 7 0,-48-11-4 0,-35-12-8 0,35-24-23 0,49-23-60 0,11 35 27 0</inkml:trace>
  <inkml:trace contextRef="#ctx0" brushRef="#br0">14635 12753 106 0,'0'0'0'0,"72"11"12"0,48 120 11 0,-14 71-10 0,-70-23-5 0,-72-49 0 0,-36-46-6 0,13-48-13 0,35-60-69 0,24 12 10 0</inkml:trace>
  <inkml:trace contextRef="#ctx0" brushRef="#br0">15493 13050 148 0,'-106'-37'13'0,"69"37"-8"0,49-11 3 0,107-1-5 0,83 12-3 0,-47 0 3 0,-95 0 1 0,-72 0-10 0,0 0-55 0,12 12-22 0</inkml:trace>
  <inkml:trace contextRef="#ctx0" brushRef="#br0">16719 12275 105 0,'0'-12'16'0,"24"-11"-7"0,-48 23 59 0,-35 0-62 0,-48 23-5 0,-12 25-2 0,0 0 2 0,47-1 1 0,48-35-3 0,24 13 2 0,0-14-1 0,12 37 3 0,-12 11 1 0,0 12-1 0,0 25-2 0,25 23 2 0,-14 13-2 0,1 34 2 0,-1-1-4 0,-11 3 1 0,0-1 1 0,0-25-1 0,0 1 1 0,-11-1-2 0,-1-10 2 0,-12-38-1 0,24-44 1 0,0-27 0 0,24 1 1 0,35-24-1 0,49 0 0 0,35 0-1 0,-24 0 0 0,-60 12 1 0,-47 0-1 0,-12-12-1 0,0 0-21 0,0-48-84 0,0 25 28 0</inkml:trace>
  <inkml:trace contextRef="#ctx0" brushRef="#br0">17208 12858 68 0,'-13'-11'20'0,"13"-1"5"0,13-12-6 0,10-13-12 0,0-9-5 0,2-26 1 0,-13 25 0 0,-12-1 1 0,-24 12-1 0,-12 13 0 0,-11 11-3 0,11 12 1 0,-12 12-2 0,0 23 2 0,25 13-1 0,10 11-1 0,38 13 2 0,22 11-2 0,26-11 1 0,-14-1-1 0,-48-11 3 0,-34-25-3 0,-37-11 4 0,0-24-1 0,13-48 1 0,35 1-3 0,48-13 0 0,47 1-12 0,12 36-30 0,-47 23-21 0,-36 0 28 0</inkml:trace>
  <inkml:trace contextRef="#ctx0" brushRef="#br0">16779 13205 89 0,'-24'0'10'0,"0"0"1"0,48 0 15 0,107-25-10 0,71 0-9 0,25 4 0 0,-36 8-3 0,-85 1-3 0,-82 0-1 0,-24 12-15 0,-35 12-39 0,-1 24-36 0</inkml:trace>
  <inkml:trace contextRef="#ctx0" brushRef="#br0">17005 13526 100 0,'0'-36'20'0,"0"11"2"0,11 14-4 0,2 35-9 0,-1 71 0 0,-12 12-2 0,0 0-4 0,0-23-2 0,-12-48-11 0,12-13-37 0,12-36-58 0</inkml:trace>
  <inkml:trace contextRef="#ctx0" brushRef="#br0">17315 13515 53 0,'0'-61'42'0,"36"1"-23"0,-13 37-1 0,-23 12-6 0,0 11-2 0,0 11-7 0,0 12 0 0,0 1-1 0,-13 12-1 0,3 0 0 0,-2 23 0 0,12 1 2 0,12-24-3 0,11-1 0 0,13-11 1 0,0-24 1 0,11-36 0 0,13 1-1 0,-12 11-1 0,-1 35 0 0,-35 49 1 0,0 47 3 0,-12 2-2 0,12-27 1 0,0-34-3 0,-12-25 3 0,0-23-7 0,0-23-29 0,12-36-108 0</inkml:trace>
  <inkml:trace contextRef="#ctx0" brushRef="#br0">17993 12906 27 0,'0'-11'15'0,"0"-37"21"0,12 12 12 0,12 12-26 0,0 24-17 0,23 71 2 0,25 37-4 0,0-13-2 0,-37-35-2 0,-12-13-19 0,-23-47-21 0,-23-34-50 0</inkml:trace>
  <inkml:trace contextRef="#ctx0" brushRef="#br0">18256 12871 70 0,'-36'-13'37'0,"-12"61"-13"0,-24 36-8 0,25-1-13 0,11-22-5 0,24-15-28 0,48-34-43 0,-24-12 39 0</inkml:trace>
  <inkml:trace contextRef="#ctx0" brushRef="#br0">18839 12680 77 0,'0'-11'17'0,"23"-60"35"0,-10 21-43 0,-1 4-6 0,-24 10-1 0,-12 0 0 0,-24 12-2 0,1 11 0 0,-1 26 0 0,12 35 1 0,13 12-2 0,11 11 1 0,47-12 0 0,25 25 0 0,11 12-1 0,-35-37 0 0,-49-13 2 0,-45-21 1 0,10-37-1 0,11-35 1 0,26-1-1 0,22-12 0 0,50 13-14 0,34-1-44 0,-23 25-31 0</inkml:trace>
  <inkml:trace contextRef="#ctx0" brushRef="#br0">19256 12621 45 0,'0'-12'15'0,"12"1"27"0,-12-14 2 0,12-11-27 0,-12 24-17 0,0 12-17 0,0 36-65 0,0-24 40 0</inkml:trace>
  <inkml:trace contextRef="#ctx0" brushRef="#br0">18434 12774 94 0,'0'-34'64'0,"0"34"-52"0,0 0 14 0,0 13-11 0,0-13-2 0,0 21 0 0,-12 16-12 0,12-24 0 0,12-13 3 0,-1-37-1 0,-11-10-2 0,-11 47-6 0,-1 34-34 0,60-9-79 0,-37-25 66 0</inkml:trace>
  <inkml:trace contextRef="#ctx0" brushRef="#br0">19292 12537 125 0,'0'-12'16'0,"-12"-23"29"0,12 35-25 0,23 58-6 0,13 63-7 0,-25-16-5 0,-11-21-2 0,0-24-17 0,0-36-60 0,0-24-20 0</inkml:trace>
  <inkml:trace contextRef="#ctx0" brushRef="#br0">19506 12514 94 0,'0'0'0'0,"-11"-24"30"0,22 95-11 0,12 48-4 0,2 0-13 0,-25-23-2 0,11-37-33 0,-11-34-79 0</inkml:trace>
  <inkml:trace contextRef="#ctx0" brushRef="#br0">20185 12753 98 0,'-12'0'17'0,"-49"-13"31"0,27 13-7 0,22 0-26 0,47-12-6 0,96-13-4 0,37 14-1 0,-38 11-5 0,-47 0-21 0,-60-12-50 0,-34-12-35 0</inkml:trace>
  <inkml:trace contextRef="#ctx0" brushRef="#br0">20493 12490 64 0,'-34'12'42'0,"9"84"-18"0,14 34-6 0,11 0-14 0,11-34-4 0,14-48-30 0,34-37-63 0</inkml:trace>
  <inkml:trace contextRef="#ctx0" brushRef="#br0">21518 12167 90 0,'12'-23'30'0,"-1"0"7"0,2-2-3 0,-37 14-18 0,-11 59-12 0,-25 70-2 0,12 14-1 0,36-13-1 0,36-48 3 0,36-35 0 0,11-60 2 0,-47-36 1 0,-48 12-2 0,-59 37-4 0,0 22-17 0,47 26-43 0,13-3-69 0</inkml:trace>
  <inkml:trace contextRef="#ctx0" brushRef="#br0">21078 12811 96 0,'0'0'0'0,"-107"24"33"0,83 12-21 0,71-36 7 0,132-24-12 0,83 1-1 0,-13-2-1 0,-68 13-4 0,-124 12-4 0,-68 12-34 0,-60 24-83 0</inkml:trace>
  <inkml:trace contextRef="#ctx0" brushRef="#br0">21114 13145 68 0,'0'-24'33'0,"10"-24"-16"0,15 25 3 0,-25 34-5 0,0 37-5 0,0 35-1 0,0 1-4 0,11-13-4 0,-11 0-1 0,0-11-16 0,0-23-48 0,0-37-31 0</inkml:trace>
  <inkml:trace contextRef="#ctx0" brushRef="#br0">21447 13121 41 0,'0'0'0'0,"0"-48"21"0,24 25 17 0,-12-2-8 0,0 13-17 0,-2 12-6 0,3 0-4 0,-13 12 1 0,0 24 0 0,0 0-2 0,0 12-2 0,12 12 0 0,-1-13-2 0,25-23 3 0,37-36 1 0,-3-24 0 0,-22 36-2 0,0 48-1 0,-24 36 2 0,-24-13 0 0,0-12-4 0,0-23-35 0,25-26-86 0</inkml:trace>
  <inkml:trace contextRef="#ctx0" brushRef="#br0">22304 12561 68 0,'0'-36'32'0,"60"13"-17"0,11 58 3 0,1 49-9 0,-13-2-8 0,-23-11-11 0,-36-58-32 0,-13-26-18 0,13 13 35 0</inkml:trace>
  <inkml:trace contextRef="#ctx0" brushRef="#br0">22589 12548 40 0,'0'0'0'0,"-36"13"45"0,-22 58-14 0,-2 25-23 0,13-25-17 0,23-12-60 0,12-46 34 0</inkml:trace>
  <inkml:trace contextRef="#ctx0" brushRef="#br0">23006 12228 95 0,'0'0'0'0,"-11"-24"7"0,11 83 11 0,0 50-2 0,24-4-14 0,-12-9-3 0,-24-25-37 0,-1-23-52 0</inkml:trace>
  <inkml:trace contextRef="#ctx0" brushRef="#br0">23257 12548 107 0,'0'-23'10'0,"-12"12"1"0,24-1-16 0,0 12-80 0,0 0 54 0</inkml:trace>
  <inkml:trace contextRef="#ctx0" brushRef="#br0">23709 12406 67 0,'0'-13'9'0,"0"3"18"0,-36 57-5 0,13 37-18 0,35-13 1 0,58-24 0 0,15-47 0 0,-14-47 6 0,-48-36-5 0,-46 11-5 0,-60 35-24 0,-13 37-65 0,85 0 49 0</inkml:trace>
  <inkml:trace contextRef="#ctx0" brushRef="#br0">23924 11941 91 0,'0'0'2'0,"83"-34"-1"0,48 21 19 0,-36 49-6 0,-59 46-1 0,-36 39-1 0,-24 57-7 0,24 25-2 0,36 11-3 0,-12-47 1 0,12-49 2 0,-36-58 4 0,-36-36 1 0,-95-12-5 0,-36 0-14 0,-35 1-71 0,129-2 4 0</inkml:trace>
  <inkml:trace contextRef="#ctx0" brushRef="#br0">13028 13490 58 0,'0'0'0'0,"-36"-25"5"0,0 14 0 0,-23-1 25 0,34 1-16 0,61 11-9 0,155-37-2 0,142-10 3 0,96 23-3 0,11 0 2 0,-34 1-1 0,-156 11-1 0,-144-13 0 0,-93 14-6 0,-72-1-71 0,-1 12 15 0</inkml:trace>
  <inkml:trace contextRef="#ctx0" brushRef="#br0">13230 12217 113 0,'0'0'0'0,"0"-73"30"0,0 62-10 0,-13 45-3 0,-33 98-7 0,10 12-4 0,36-39-3 0,36-32 1 0,23-62 4 0,13-45-2 0,-12-50 0 0,-49-12 0 0,-35-23-4 0,-36 71-2 0,-12 25-24 0,14 35-61 0,46-1-10 0</inkml:trace>
  <inkml:trace contextRef="#ctx0" brushRef="#br0">13552 12288 133 0,'0'-13'39'0,"25"-11"-30"0,-14 13-5 0,-11-1-29 0,10 12-107 0</inkml:trace>
  <inkml:trace contextRef="#ctx0" brushRef="#br0">14135 12251 95 0,'0'-23'32'0,"12"-13"-19"0,-1 0 10 0,-11 13-16 0,-11-1 2 0,-24 0-3 0,11 1-3 0,12 23-2 0,-12 0 1 0,-24 0 1 0,0 23 1 0,1 1-2 0,11 23-1 0,12 14-1 0,24-27 2 0,36-10-2 0,35-36 1 0,13-23 0 0,-24 35 1 0,-13 35 3 0,-36 37 2 0,2 11-3 0,-13-11-3 0,-13-14-7 0,13-8-45 0,0-16-87 0</inkml:trace>
  <inkml:trace contextRef="#ctx0" brushRef="#br0">14445 12012 93 0,'0'-21'16'0,"12"-4"11"0,0 13 0 0,1-1-17 0,-2 13-2 0,-11 37 0 0,-11 10 1 0,-2 24-3 0,-11-11-4 0,36-12-1 0,24-35 2 0,23-13-3 0,-23 46 3 0,-12 38 5 0,-24-1-1 0,-12-23-7 0,12-13-16 0,0-11-124 0,0-36 88 0</inkml:trace>
  <inkml:trace contextRef="#ctx0" brushRef="#br0">12397 16300 72 0,'-24'-24'29'0,"-12"12"20"0,-11 12-17 0,23-11-15 0,12-2-7 0,36 13-7 0,71 0-3 0,48 13 1 0,-12-2 0 0,-36-11-1 0,-35 0-8 0,-37 12-34 0,-23 12-44 0,-23-12 20 0</inkml:trace>
  <inkml:trace contextRef="#ctx0" brushRef="#br0">12348 16584 63 0,'-154'50'57'0,"59"-27"-16"0,71-12-22 0,120 2-11 0,142-37-2 0,12 1 1 0,-84-2 2 0,-119 13 0 0,-58-1-7 0,-48 13-15 0,-14 13-90 0,62-13 39 0</inkml:trace>
  <inkml:trace contextRef="#ctx0" brushRef="#br1">12944 1344 0 0,'-11'-10'1'0,"-1"-14"0"0,12 12 0 0,12 0 2 0,-1 12 0 0,1 0 0 0,12 24 1 0,13 0 0 0,-14-1 1 0,1 1-1 0,-12-11-2 0,-1-2 2 0,37-11 2 0,34-36-3 0,26-23 1 0,12-12 0 0,-25 23 1 0,-47 25 2 0,-25-2-1 0,-11 13-5 0,-1 12 0 0,2-13-2 0,10 26-20 0,2 11-14 0,-25-11 20 0</inkml:trace>
  <inkml:trace contextRef="#ctx0" brushRef="#br1">12933 1822 3 0,'-25'-13'5'0,"14"13"1"0,-1 0 0 0,12 0 10 0,0 37-6 0,12-3-3 0,-12-9-4 0,0-25-1 0,24 25 3 0,11-25 1 0,37-25-3 0,23-11-1 0,12-11 0 0,1-25 0 0,-37 26 5 0,-12 9-2 0,13 1-1 0,-24 25-2 0,-25-2-1 0,-11 1 0 0,-1 12 1 0,2 12-14 0,47 1-65 0</inkml:trace>
  <inkml:trace contextRef="#ctx0" brushRef="#br1">12872 5309 21 0,'0'0'2'0,"-11"-11"0"0,-1-1 10 0,12 24-11 0,36 24 2 0,-13 0 5 0,13-13 4 0,96-34-3 0,-1-73-7 0,24 1 3 0,-25 22-2 0,-58 15-1 0,-25 34-1 0,1-12 0 0,0 12-8 0,-14 35-39 0,-34-10 17 0</inkml:trace>
  <inkml:trace contextRef="#ctx0" brushRef="#br1">12968 5751 34 0,'-24'-24'8'0,"24"24"-4"0,24 24 2 0,12-1 3 0,-12 14 1 0,12-3-5 0,-13 3-4 0,0-24 2 0,26-2 1 0,9-47 0 0,50-60-5 0,12 25 3 0,-13 12 0 0,-25 0 0 0,-21 22-1 0,-26 24 0 0,-11 3 0 0,-12 20-13 0,12 27-70 0</inkml:trace>
  <inkml:trace contextRef="#ctx0" brushRef="#br1">12872 7109 22 0,'-11'-13'2'0,"-25"13"13"0,36 0-6 0,0 13 5 0,0 21 0 0,24 3-7 0,-1-14-2 0,-10 1-1 0,23-37 2 0,60-33-4 0,46-38-2 0,24-12 1 0,-11 14 0 0,-24 22 2 0,-59 13 4 0,-36 35-4 0,-14 0-2 0,3 47-48 0,-25-23-1 0</inkml:trace>
  <inkml:trace contextRef="#ctx0" brushRef="#br1">15576 119 0 0,'0'0'0'0,"0"-23"0"0,0-2 1 0,11 2 0 0,-11 11 1 0,0 12-1 0,-11 35 0 0,-48 37 3 0,-14 23-2 0,3 12 0 0,-2-23 1 0,1-25-1 0,12-11 0 0,22-12-2 0,14-26 0 0,23 3-13 0,0-13 5 0</inkml:trace>
  <inkml:trace contextRef="#ctx0" brushRef="#br1">15159 251 0 0,'0'0'0'0,"-11"-13"5"0,-13 13-4 0,12-12-1 0,24 24 0 0,23 35 2 0,1 24 1 0,59 73 0 0,-35-62-1 0,0-9-1 0,-26-14 3 0,-21-11 2 0,-1-23-4 0,-12-14-1 0,0 1-16 0,0-12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  <inkml:brush xml:id="br1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4978 1725 0 0,'0'0'0'0,"0"-82"8"0,12 46 7 0,-12 1 0 0,-12-1-1 0,12-1 1 0,0 14 2 0,0 0-1 0,0 46-9 0,0 155 5 0,12 25-4 0,-1-25-3 0,-11-70 0 0,13-13-12 0,-1-47-45 0,-24-36-22 0</inkml:trace>
  <inkml:trace contextRef="#ctx0" brushRef="#br0">4918 2048 58 0,'-35'-13'5'0,"-62"13"3"0,63 0 12 0,58 0-13 0,71 0-4 0,35-11-2 0,-21-1-2 0,-86 1 1 0,72-26-1 0,-23-22 2 0,-26-12-3 0,-10-13-1 0,-11 1 1 0,-25 36 6 0,0-1 7 0,0 25-3 0,0 69-5 0,-12 145 1 0,24-24 0 0,12-24-28 0,-13-36-52 0,-11-83 52 0</inkml:trace>
  <inkml:trace contextRef="#ctx0" brushRef="#br0">5800 1857 40 0,'0'0'0'0,"-36"-35"10"0,24 22-6 0,12 2 14 0,0 22 8 0,-12 60-16 0,12 25-3 0,-13-12-1 0,38-25-3 0,-1-22 1 0,0-26-1 0,10-47 1 0,2-23-4 0,0-12-2 0,0 11 1 0,-12 36 2 0,-24 24 0 0,13 59 2 0,-2 25 1 0,12-1-5 0,-10-11-37 0,-1-1-43 0,-12-71 62 0</inkml:trace>
  <inkml:trace contextRef="#ctx0" brushRef="#br0">6240 2001 49 0,'0'-25'2'0,"11"2"-2"0,14 23 7 0,-14 11 14 0,-11 13-6 0,13 12-7 0,-13 0-3 0,0 0-2 0,-13-13-1 0,13-11 0 0,0-12 3 0,0-12-3 0,0-22-2 0,13-16 0 0,11 16-1 0,10-26 0 0,15 49 0 0,10-2 1 0,-23 37 0 0,1 11 2 0,-26 13-1 0,1-12 2 0,-12-11-2 0,0-14 0 0,0-11 2 0,24-24-1 0,-1-13-4 0,37-10 2 0,-12 23-2 0,-1 1 3 0,-11 12-4 0,11 22 5 0,-23 24-2 0,0-10 1 0,-12 9 0 0,-1-9 1 0,14 0-3 0,11-38 3 0,11-11-4 0,13-12 2 0,-13 0 0 0,12 13-1 0,-10 34 0 0,-14 26 2 0,-35 10 0 0,0 1 0 0,-13-1-24 0,13-23-43 0,0-24 30 0</inkml:trace>
  <inkml:trace contextRef="#ctx0" brushRef="#br0">7348 1750 17 0,'0'-25'0'0,"0"38"-17"0</inkml:trace>
  <inkml:trace contextRef="#ctx0" brushRef="#br0">7848 1941 32 0,'0'0'0'0,"-12"-11"20"0,-1-14-19 0,13-23 7 0,-34 25 11 0,-50 23-14 0,-11 35-4 0,22 37 2 0,39-1-2 0,34-23-1 0,34-12-2 0,3-26 1 0,11-44 1 0,-1-37-1 0,0-50-3 0,2 3 1 0,-25 10 2 0,-1 74 5 0,-12 9-4 0,-11 13 3 0,0 49-2 0,-11 58-3 0,11-1 6 0,0 2-1 0,11-13 1 0,25-36-2 0,0-22 1 0,24-25-1 0,23-12 0 0,-11-35-1 0,-1-1 3 0,-23 0-4 0,-12 23 0 0,-13 14 0 0,-23 35 1 0,0 13 1 0,-23 34 1 0,23-37-2 0,23 16 1 0,25-39-1 0,-1-1 0 0,1-20-5 0,12-26-17 0,-2 0-38 0,-45 24 23 0</inkml:trace>
  <inkml:trace contextRef="#ctx0" brushRef="#br0">8360 1643 80 0,'-36'-36'5'0,"-12"1"-11"0,84 23-39 0,1 12 12 0</inkml:trace>
  <inkml:trace contextRef="#ctx0" brushRef="#br0">8717 1357 24 0,'0'-34'12'0,"0"-16"8"0,0 50-5 0,-12 96 3 0,-1 118-11 0,13 12-4 0,0-71-9 0,0-23-44 0,-22-85 7 0</inkml:trace>
  <inkml:trace contextRef="#ctx0" brushRef="#br0">8479 1691 20 0,'-12'0'7'0,"0"-12"-3"0,72 24-1 0,46 12 2 0,14-14 2 0,-1-10-3 0,-47-34 3 0,-61 22 10 0,12-24-9 0,14 24-8 0,-13 1 9 0,-12-2-7 0,-12 1 10 0,0 12-8 0,-12 59-10 0,12 25 9 0,36-36 0 0,23-36 0 0,12-12 0 0,-12-36-1 0,-34 24 2 0,-14 84 2 0,-11 47-1 0,-11 0-1 0,-1-23-7 0,-60-14-59 0,-12-46 1 0</inkml:trace>
  <inkml:trace contextRef="#ctx0" brushRef="#br0">3966 2929 121 0,'-106'0'6'0,"-264"60"-2"0,191-26 5 0,179-9 4 0,225-37-5 0,205-47-6 0,213-13-1 0,48-11-7 0,439-36-2 0,-284 35 6 0,274 2 8 0,-335 57-1 0,-225 0 4 0,-215 4-1 0,-142-16 1 0,-120 1-2 0,-83 0-3 0,-13 13-5 0,-57 11-27 0,-109 59-131 0</inkml:trace>
  <inkml:trace contextRef="#ctx0" brushRef="#br0">1846 4584 47 0,'-12'-12'4'0,"-35"-59"1"0,47-1 19 0,-12 48 3 0,12 11-15 0,0 38-8 0,23 82 3 0,1 71 0 0,-24 132 3 0,0 95-4 0,12 23 2 0,12 3-5 0,12 8 1 0,-12 14-1 0,23-84 0 0,-35-85 3 0,0-92 2 0,-36-37-2 0,12-24-3 0,-11-96-10 0,23-46-33 0,-25-73-87 0</inkml:trace>
  <inkml:trace contextRef="#ctx0" brushRef="#br0">1513 4524 60 0,'-12'-59'13'0,"0"23"2"0,49 24-1 0,56 0-2 0,63 24-3 0,94-12-4 0,107-12-2 0,96-1-1 0,71-8 1 0,47 21-3 0,-24 0 2 0,-34 21-1 0,-72 4-1 0,-60-13 1 0,-60 1-1 0,-96-2-1 0,-57-22 3 0,-62-2 4 0,-21 13-1 0,-14 13-3 0,-35 10-2 0,-13 13 1 0,-10 10 0 0,-2 38 0 0,-11 58 2 0,-24 86-1 0,-12 105 0 0,-11 48 0 0,12 36 0 0,23-13 1 0,12-23 0 0,22-47 0 0,3-61-2 0,-14-47 2 0,-22-46-3 0,-36-84-12 0,-61-85-45 0,-11-35-35 0</inkml:trace>
  <inkml:trace contextRef="#ctx0" brushRef="#br0">1834 8512 67 0,'0'0'0'0,"-24"-34"13"0,24 9 1 0,0 13 6 0,0-11 3 0,0-1-11 0,61 0-8 0,57 11-2 0,61-10 2 0,105 12-3 0,63-1 2 0,34 12-4 0,24 12 1 0,12-12 2 0,-14 11 0 0,-22-11 1 0,-46-11 3 0,-49-1-3 0,-23 0-1 0,-27-1-4 0,-21 2 3 0,-36-1-1 0,-36-12 1 0,-47-13-2 0,-49 3 8 0,-1-3 1 0,-21 3-2 0,-1-14-2 0,0-25-1 0,-12 15-2 0,-24 45-73 0,0 13-29 0</inkml:trace>
  <inkml:trace contextRef="#ctx0" brushRef="#br0">4205 4560 14 0,'0'0'0'0,"-37"-84"27"0,37-10-4 0,0 22-6 0,12 49-4 0,-12-2-4 0,0 25-1 0,0 36-4 0,0 37-3 0,25 21 1 0,-14 13-2 0,12 23 1 0,-23 25 0 0,13 37 4 0,10 22-4 0,0 12 2 0,-10 25 0 0,11 9 1 0,-12-21-1 0,12 11 2 0,10-11 2 0,2 10-4 0,0-35 0 0,13-23 1 0,-38-1 1 0,2-23-1 0,-13-1-2 0,11-45-1 0,-11-16 1 0,0-9-1 0,0-12 3 0,12-25-4 0,-12-22 0 0,11-26-1 0,-11-47-52 0,-11-23-53 0</inkml:trace>
  <inkml:trace contextRef="#ctx0" brushRef="#br0">1930 6370 0 0,'0'0'0'0,"-72"0"4"0,48 0 27 0,0 11-6 0,12-11-7 0,24 13-2 0,0-1-4 0,37 0-3 0,21-24-1 0,50-13-3 0,69 2-1 0,86-1-1 0,70 0-1 0,24 1-2 0,0-1 1 0,-35 24 3 0,-60 0 2 0,-13 0-3 0,14 0-1 0,34 0 3 0,-11 0-5 0,-36 0 2 0,-24 0-1 0,-35-12 3 0,-1 12-3 0,-11 0 1 0,-14 0-1 0,-57 0-1 0,-12-12 0 0,-25 12 1 0,-12 0 0 0,-23 0 3 0,-24 0-3 0,-11 0 3 0,-13 0-3 0,11-13 1 0,-1-10-14 0,-10 12-97 0,0-2 61 0</inkml:trace>
  <inkml:trace contextRef="#ctx0" brushRef="#br0">798 5393 19 0,'-24'-71'3'0,"24"12"5"0,36 11 16 0,-25 37-2 0,2 58-3 0,-13 72-10 0,12 12-4 0,-1-13-2 0,-11-10-1 0,-36-24-20 0,-22-37-26 0,46-35-2 0</inkml:trace>
  <inkml:trace contextRef="#ctx0" brushRef="#br0">691 5656 57 0,'-13'-12'3'0,"-33"0"0"0,69-1 7 0,61 13-1 0,47 0-4 0,12-11-2 0,-24-12-2 0,-72-27 2 0,-24-8 1 0,-10-37 2 0,-1 35 4 0,-1 47-4 0,-11 50-4 0,-11 34 0 0,11 13-1 0,-12 11-2 0,-37 60-54 0,15-72-3 0</inkml:trace>
  <inkml:trace contextRef="#ctx0" brushRef="#br0">953 7440 58 0,'-36'-46'27'0,"12"34"-27"0,24-1 15 0,0 13 5 0,-11 50-6 0,-1 32-5 0,24 1-5 0,-12-11-1 0,0-37 1 0,0-10-1 0,0-25 1 0,0-37-2 0,0-10-1 0,11-13 0 0,-11 12 1 0,-11-23-3 0,11 0 1 0,23 11-3 0,1 25 5 0,0 23-3 0,-11 12 4 0,10 12-3 0,36 47 0 0,25 14-2 0,-25 9 6 0,13-34-5 0,-1-13 1 0,-24-24 1 0,-11-34 1 0,-24-48 0 0,0-48-3 0,-12-24 2 0,12 60 0 0,-12 47 1 0,0 25-1 0,0 11-5 0,0 23-64 0,12-12-24 0</inkml:trace>
  <inkml:trace contextRef="#ctx0" brushRef="#br0">2703 3525 4 0,'-11'-25'5'0,"-1"13"3"0,-1-11 11 0,2-1 0 0,-1 12-5 0,-1 0-2 0,13 12-3 0,13 37 1 0,10 34-5 0,13-24-4 0,35 11 1 0,-10-8-1 0,-2-16 0 0,-11-21 1 0,-24-26 0 0,-1-21 1 0,-11-26-1 0,12-12 0 0,-1 24 0 0,2-11 1 0,-25 22 0 0,-12 145-1 0,-24 71 0 0,0-1-1 0,13-36 0 0,-1-45 0 0,24-39-5 0,24-33-50 0,35-50-22 0</inkml:trace>
  <inkml:trace contextRef="#ctx0" brushRef="#br0">5681 3714 69 0,'-11'-59'2'0,"-2"59"0"0,1 36 13 0,-12 47-1 0,12 1-4 0,36-2-3 0,-12-21-2 0,0-26-2 0,-12-23-1 0,0-12 4 0,13-37-4 0,-13 16-2 0,-13-29 0 0,13 3 0 0,13-36-1 0,-2 0 2 0,1 23-1 0,-1 2 1 0,1 21-1 0,-1 24 0 0,14 26-1 0,23 58 3 0,-1 13-3 0,-11-1 2 0,12 13-1 0,11-25 1 0,13-24 0 0,-25-35 0 0,-11-24-2 0,-24-22 2 0,0-27-3 0,12-10 3 0,-12-36-2 0,11 23 2 0,-11 37-2 0,-12 11 1 0,-12 11-1 0,-1 2 2 0,13 12-2 0,13 11 1 0,-13 0-40 0,-35 34-51 0</inkml:trace>
  <inkml:trace contextRef="#ctx0" brushRef="#br0">703 5204 5 0,'0'0'4'0,"-25"-37"11"0,14 14 4 0,11 12-10 0,11 22 0 0,-11 60 6 0,-23 84-3 0,-11 35-2 0,21-35-5 0,37-48-1 0,11-59-2 0,-24-23 3 0,-11-50 0 0,-23-82-2 0,23-71-4 0,23-14 1 0,13 62 3 0,-11 21-2 0,-25 51-1 0,0 45 0 0,0 84 1 0,-12 134 2 0,-12 21-3 0,24-37 5 0,24-68-1 0,-24-50 0 0,0-60 2 0,-24-82-5 0,-1-95-2 0,14-39 0 0,35 52 2 0,-12 57 0 0,-12 85-3 0,0 95 0 0,0 105 1 0,0 14 3 0,0-59-1 0,0-62 0 0,-12-59 2 0,-1-70-3 0,2-108 0 0,47-47-3 0,12 120 2 0,-48 69-6 0,0 13-12 0,12 47-42 0,-1-23 7 0</inkml:trace>
  <inkml:trace contextRef="#ctx0" brushRef="#br0">621 5727 50 0,'-49'-37'6'0,"1"37"-2"0,36 0 15 0,72-11-9 0,46-1 1 0,73-36-3 0,0 25-4 0,-59 12 1 0,-97-2 3 0,-46-11 0 0,-25-10-7 0,-12-27 2 0,48 1-4 0,1-24 2 0,34-10 0 0,-12 12 0 0,2 32 0 0,-13 39 0 0,0 59-1 0,0 95 1 0,12 47 1 0,12-11 0 0,-12-48 1 0,0-60 0 0,-12-60 2 0,-12-70 0 0,-12-83-4 0,36-61-2 0,12 37 2 0,-12 82-2 0,-12 47 1 0,0 37 0 0,12 109-1 0,-12 69 0 0,0-11 2 0,0-24-2 0,0-72 4 0,0-59-1 0,-12-60 1 0,-12-94-5 0,12-61 2 0,0 37 1 0,12 106-1 0,-12 49-1 0,0 93-1 0,12 73 1 0,24 12 1 0,-12-12 1 0,0-36 1 0,0-72-1 0,-12-35 1 0,0-47-2 0,-12-1-1 0,12 24-19 0,-12 12-40 0,24 0-18 0</inkml:trace>
  <inkml:trace contextRef="#ctx0" brushRef="#br0">7859 5108 1 0,'0'0'0'0,"-23"-12"19"0,10-1-2 0,13 2-5 0,0 11-3 0,-11 0-5 0,-1-12 1 0,-12 12 0 0,-11-24 6 0,10 12-5 0,14 12-1 0,11 0-3 0,24-12 0 0,47 12-1 0,1 0 0 0,23 0-1 0,-12 12 1 0,-36-12 1 0,-22-12 5 0,-13 1 1 0,-12-1-4 0,12 1-3 0,-12 22-1 0,0 60 2 0,-12 60 1 0,0 24-1 0,12-37-1 0,-12-34 1 0,12-24-1 0,0-24-13 0,-13-24-26 0,-10-24-24 0,23 12 43 0</inkml:trace>
  <inkml:trace contextRef="#ctx0" brushRef="#br0">7705 5417 50 0,'-36'-24'22'0,"-35"1"-15"0,107 12-1 0,106-14 4 0,263 25 0 0,-274 12-4 0,-71-12 3 0,-60-12 0 0,0 0-6 0,0 12-10 0,11 0-28 0,-22 24-45 0</inkml:trace>
  <inkml:trace contextRef="#ctx0" brushRef="#br0">7431 7025 27 0,'-24'-37'29'0,"-12"37"-11"0,36-11 3 0,0 11-5 0,0 0-4 0,-23-12-2 0,10 1-2 0,2-14-3 0,11 2-2 0,36 11-2 0,35 1-1 0,35 11 0 0,26 0 1 0,11 11-1 0,-60 1 0 0,-47-12 3 0,-36-12 5 0,0-12-3 0,0 0-2 0,0 24-3 0,0 60 1 0,-24 59-1 0,-11 12 0 0,22 23 1 0,2-24 0 0,11-33 0 0,0-39 1 0,-12-33-1 0,-1-25-5 0,13-36-17 0,13-24-16 0,-13 26-19 0,0 21 18 0</inkml:trace>
  <inkml:trace contextRef="#ctx0" brushRef="#br0">7610 7346 53 0,'-24'-24'19'0,"-36"0"-1"0,60 13 6 0,60-12-15 0,70 10-1 0,26 13 1 0,-37 0-3 0,-49-12 2 0,-34 0-1 0,-11-1-4 0,-13-10-3 0,-12 23-22 0,12 0-95 0</inkml:trace>
  <inkml:trace contextRef="#ctx0" brushRef="#br0">2537 5227 0 0,'12'0'10'0,"-12"0"-3"0,0 0 24 0,-12-12-27 0,12 12-1 0,0 0 2 0,0-11 1 0,-12 11-1 0,12 0 0 0,-12-13 0 0,12 13-1 0,0-12 1 0,0 0-2 0,0-1 0 0,0 13-1 0,0-10-1 0,0-1 1 0,12 11-1 0,-12-13 0 0,12 1-1 0,0 0 1 0,0 12-1 0,0-13 1 0,-1-10-1 0,0 12 0 0,2-2 1 0,10 1-1 0,-10 12 2 0,-1-12 0 0,12 1-1 0,11 11 0 0,1-12 0 0,0 12-1 0,-13 0 0 0,2 12 1 0,-2-1-1 0,13 1 0 0,-12 13 0 0,0-2 0 0,-12 1 0 0,0 13 2 0,-12-3-2 0,-12 3 1 0,-12 10 1 0,-24-23-1 0,12 23 0 0,0-23 0 0,-11 0 0 0,24-12 0 0,10-12 0 0,13 0-1 0,13 0 3 0,10 0-3 0,13 0 0 0,11 0 0 0,25 23-1 0,11 25 1 0,-11 13 0 0,-26 10 0 0,-10 0 0 0,-23-12 0 0,-49 0 2 0,-35-22 3 0,-14-26-1 0,27-11 0 0,10 0-1 0,24 0-2 0,13 0 2 0,-14 0-1 0,2 0 1 0,10 0-3 0,2-11 2 0,-1-2-37 0,12 13-56 0</inkml:trace>
  <inkml:trace contextRef="#ctx0" brushRef="#br0">5310 4989 4 0,'0'0'11'0,"0"-24"8"0,0-13 0 0,-10 26 0 0,10-12-6 0,-12 23-5 0,12 11 0 0,0 49-1 0,0 24-1 0,-24 21-4 0,0 4 1 0,0-13-1 0,0-25 2 0,1-12-2 0,-2-13 2 0,2 4-4 0,23-27 2 0,0-12 0 0,12-11 2 0,35 0-2 0,25 0-1 0,22 0-1 0,-9-11 0 0,-27-1 1 0,-9 12-1 0,-26-11 1 0,1-14-1 0,0-10 1 0,0-1-1 0,-12 0 1 0,-12 0-1 0,-24-11 1 0,12-1-1 0,0 1 1 0,12 23-1 0,0 0 2 0,0 12-2 0,0 12 1 0,0 0-1 0,0 60 0 0,0 35 0 0,0 12 0 0,12 12 1 0,-12-25 0 0,0 2 3 0,0-37-2 0,12 2 1 0,-12-38 0 0,0-23 0 0,0 0 0 0,0-13-2 0,-12-21-9 0,0 22-94 0,12 12 55 0</inkml:trace>
  <inkml:trace contextRef="#ctx0" brushRef="#br0">3418 7038 13 0,'0'0'13'0,"-12"-13"-3"0,12 1 11 0,-13 0-9 0,13 12-3 0,-11 0 9 0,-1 0-12 0,-11 0 1 0,-1-13-2 0,-12 13 1 0,-24 25-4 0,13 11 3 0,-1-1-3 0,1 24-1 0,-1 12 0 0,0 37 1 0,13-11-1 0,11-15 2 0,36-22-2 0,0-1 0 0,23-23 0 0,1-1-1 0,0-10 2 0,22-14-1 0,3-11-1 0,10-11 0 0,-11-14 1 0,-12-21-1 0,-25 21 2 0,-12-11-2 0,-11 13 1 0,-11-14 0 0,-1-10 1 0,-11 35-3 0,-13-13 3 0,-12 38-2 0,1-13 2 0,-1 24 2 0,-1 0-5 0,3 24-2 0,-2-2-22 0,-1 4-18 0,27-27-29 0</inkml:trace>
  <inkml:trace contextRef="#ctx0" brushRef="#br0">5489 7096 46 0,'0'0'0'0,"0"-47"20"0,13 23-2 0,-1 12 0 0,-12 24-6 0,11 47-2 0,-22 25-4 0,11 23 0 0,-12 0-2 0,12-12 1 0,0-35-2 0,0-36 1 0,0-13-1 0,12-22 1 0,-1-37-1 0,2-25-2 0,-13-21-1 0,12-1 1 0,11 24 0 0,-11 11 0 0,12 12-2 0,-24 25 2 0,0 12-1 0,0 11-1 0,0 21 0 0,0 4 1 0,0-13 0 0,0 1 0 0,0-13-28 0,0 11-81 0</inkml:trace>
  <inkml:trace contextRef="#ctx0" brushRef="#br0">1381 10107 0 0,'-11'0'0'0,"-1"0"0"0</inkml:trace>
  <inkml:trace contextRef="#ctx0" brushRef="#br0">1345 9870 8 0,'0'-12'11'0,"-11"-11"8"0,-1 11 4 0,1-12-5 0,11 24-3 0,0 0-11 0,11 36 3 0,-11 35 1 0,0 0 1 0,-11 13-3 0,11 23 0 0,0-13-1 0,0-10-1 0,11-13-1 0,-11-10-1 0,-11-14 2 0,-2-11-1 0,13 0 2 0,0-13-2 0,13-23-2 0,21 12 0 0,15-1 0 0,10-11 1 0,14 0-1 0,-16-11-2 0,-8 11-1 0,-25-12-16 0,-12 1-48 0,-12-13-8 0</inkml:trace>
  <inkml:trace contextRef="#ctx0" brushRef="#br0">1166 10346 49 0,'0'0'0'0,"-22"-23"23"0,22-1-7 0,47 12-5 0,-23 0-8 0,59-12 8 0,0 12-5 0,-35 1-5 0,-12-1 2 0,-24 0-12 0,0-12-46 0,0 24 4 0</inkml:trace>
  <inkml:trace contextRef="#ctx0" brushRef="#br0">1287 9906 47 0,'0'-12'8'0,"-13"-12"6"0,13-11 19 0,37 10-24 0,46 2 3 0,36 12-4 0,-24-2 1 0,-59 13-2 0,-24 0-2 0,0-12 0 0,-1-13-4 0,0 15 0 0,-11 10-1 0,13 0 0 0,-13 0 0 0,0 0 1 0,12 0-2 0,-12 0 1 0,11 10-25 0,14 3-59 0,-1-13 37 0</inkml:trace>
  <inkml:trace contextRef="#ctx0" brushRef="#br0">2192 9739 9 0,'11'-13'2'0,"49"-45"17"0,-1-2 15 0,-23 13-10 0,-24 23 0 0,-12 12-9 0,-36 48-7 0,-48 95-1 0,-23 58-3 0,48 62-1 0,46-48-2 0,85-50 0 0,24-44 0 0,11-74-1 0,-47-47 3 0,-60-23-17 0,-12-1-53 0,0 12 1 0</inkml:trace>
  <inkml:trace contextRef="#ctx0" brushRef="#br0">2727 10002 65 0,'0'-37'6'0,"-12"14"23"0,12-1-6 0,0 24-13 0,0 0-1 0,-35 13-5 0,-25 21 2 0,1 3-5 0,11-3 2 0,36 16-4 0,12-16 1 0,60 14 0 0,23 12 1 0,13 11-1 0,-37-12 1 0,-59-11 1 0,-72-24 6 0,-11-24-5 0,23 0-1 0,37-13-4 0,23-10-35 0,34-13-70 0</inkml:trace>
  <inkml:trace contextRef="#ctx0" brushRef="#br0">2976 9716 68 0,'0'-11'44'0,"13"-39"-42"0,46 87 10 0,-10 118-3 0,-2 59-2 0,-36-13 1 0,-34-69 0 0,-24-59-2 0,-13-27-2 0,24-46-2 0,23-25-9 0,38-33-77 0,-1 34 19 0</inkml:trace>
  <inkml:trace contextRef="#ctx0" brushRef="#br0">3728 10002 65 0,'0'-13'7'0,"-36"1"6"0,36 0 20 0,23 1-26 0,37 11 0 0,36 0-3 0,23 0-1 0,-24 0 1 0,-48 0-3 0,-35 0-15 0,-12 0-38 0,0 11-9 0</inkml:trace>
  <inkml:trace contextRef="#ctx0" brushRef="#br0">3728 10228 63 0,'0'0'0'0,"-49"0"9"0,49 0 25 0,61-12-27 0,59 12 2 0,10-12 0 0,-60 12-2 0,-70-13-2 0,-23 13-22 0,23 0-58 0,0 0 38 0</inkml:trace>
  <inkml:trace contextRef="#ctx0" brushRef="#br0">4907 9847 56 0,'0'-12'4'0,"11"-24"8"0,-11 0 24 0,0 24-19 0,-23 24-8 0,-14 60-2 0,1-1-4 0,25 0-1 0,35 13-1 0,12-25 1 0,22-11-1 0,3-36 1 0,-14-12-1 0,1-36 2 0,-23-1-2 0,9-21 0 0,-9 11-1 0,-25-13 1 0,-12 12 0 0,-24-11 0 0,0 34 0 0,-12 2 0 0,1 12-2 0,11-2 1 0,0 26-3 0,-24 21-17 0,13 3-29 0,22-3-38 0</inkml:trace>
  <inkml:trace contextRef="#ctx0" brushRef="#br0">5478 9881 111 0,'-36'-11'5'0,"25"-12"25"0,-1 23-22 0,24-12-6 0,-1 12-4 0,-11 12-53 0,0-1-19 0</inkml:trace>
  <inkml:trace contextRef="#ctx0" brushRef="#br0">6049 9799 55 0,'13'-12'6'0,"10"1"13"0,-11-2 3 0,0 1-9 0,-12 0-4 0,0-11-4 0,0-1-2 0,0-13-1 0,-24 14-1 0,1-1 1 0,-13 0 1 0,-11 24-3 0,10 0 0 0,1 0 1 0,-23 37 1 0,0-3-2 0,23 3 1 0,24-3-2 0,24 3 2 0,24-13 0 0,10-24 0 0,3 0-1 0,-1-24 1 0,11 12-1 0,-23 0 0 0,-24 24 1 0,-1 36 2 0,-11 47 0 0,0 24 1 0,0-25 1 0,0-21-2 0,-11-37-1 0,-1-24-5 0,-1-12-42 0,2-37-61 0</inkml:trace>
  <inkml:trace contextRef="#ctx0" brushRef="#br0">6324 9776 51 0,'12'-37'22'0,"-1"14"3"0,13 12 4 0,-12-2-14 0,-12 26-2 0,-12 33-10 0,12 2-1 0,-13 0 0 0,13 11-1 0,13-23 0 0,-1-1 0 0,24-10-1 0,11-2 1 0,-11-23 0 0,12-23 0 0,-12-2 0 0,-13-10 0 0,0-1-1 0,2 11 1 0,-1 14-1 0,-24-1 0 0,12 24 0 0,-12 36 1 0,-12 23 0 0,0 26 1 0,12-3 0 0,0 1 0 0,0-47 1 0,0-13-1 0,0-23 1 0,0-12 0 0,12-12-1 0,0-11-1 0,-12 0-10 0,0-2-90 0,0 13 43 0</inkml:trace>
  <inkml:trace contextRef="#ctx0" brushRef="#br0">1322 12002 10 0,'0'0'5'0,"0"-24"11"0,12 12 15 0,-1-13-9 0,-11 25 4 0,13 96-1 0,-13-12-20 0,-13-1-2 0,13-12 1 0,-23 1 1 0,-1-13-1 0,13-11-3 0,11-12 1 0,24-1 1 0,23-35-1 0,1 0 0 0,-13-11 0 0,1 11-1 0,-12 0 0 0,1-12-1 0,-4 12-1 0,-8-12-1 0,-13 12 2 0,0 0-8 0,0-13-29 0,-23 2-80 0</inkml:trace>
  <inkml:trace contextRef="#ctx0" brushRef="#br0">1251 12288 31 0,'0'0'23'0,"0"0"7"0,0 0-13 0,36-13 1 0,35-11-6 0,12 1-5 0,-23 23-3 0,-24 0-4 0,-26-11 1 0,3 11-4 0,-1-13-27 0,-24 13-39 0,12 0 41 0</inkml:trace>
  <inkml:trace contextRef="#ctx0" brushRef="#br0">1251 12049 34 0,'-24'-12'24'0,"24"-13"-6"0,47 4 2 0,24 8-2 0,25 1-5 0,-36 0-4 0,-14-1-6 0,-21 13-2 0,-14-11 0 0,2 11 0 0,10-12-2 0,-10 12-33 0,-1 0-64 0</inkml:trace>
  <inkml:trace contextRef="#ctx0" brushRef="#br0">2370 11823 59 0,'24'-37'7'0,"-12"3"1"0,13 10 8 0,-25 0 1 0,0 12 1 0,0 12-10 0,-25 12-4 0,1 12-1 0,-12 34 1 0,-24 26-2 0,1 48 2 0,0 22-3 0,23 37-1 0,36-24-1 0,60-25 1 0,23-24-2 0,0-34 4 0,-10-47-2 0,-39-26 3 0,-22-11-1 0,-12-23 1 0,0 11-5 0,0-1-21 0,11 2-56 0,2 11 32 0</inkml:trace>
  <inkml:trace contextRef="#ctx0" brushRef="#br0">2644 12073 4 0,'0'-24'7'0,"0"0"4"0,12 1 11 0,-12-1 2 0,0 24-1 0,-12 13-14 0,12 69 2 0,0 25-3 0,12-12-4 0,-12-11-4 0,0-37-4 0,-12-10-36 0,-1-37-34 0</inkml:trace>
  <inkml:trace contextRef="#ctx0" brushRef="#br0">2584 12275 52 0,'0'0'2'0,"24"-12"0"0,24 0 8 0,23 12 1 0,12-11-2 0,-23-1-5 0,-24-12-2 0,-24-13 5 0,24-21-2 0,-14 11 3 0,3 10 4 0,-14 24 0 0,-11 26-7 0,-23 83 0 0,10 11-4 0,3-13 0 0,10-23-3 0,0-21-22 0,10-39-38 0,3-22 7 0</inkml:trace>
  <inkml:trace contextRef="#ctx0" brushRef="#br0">3239 12217 47 0,'0'0'0'0,"-23"-13"27"0,46 1-4 0,25 0-16 0,47-1-5 0,-35 2-3 0,-24 11-31 0,-36 11-29 0</inkml:trace>
  <inkml:trace contextRef="#ctx0" brushRef="#br0">3263 12311 28 0,'0'0'0'0,"-72"24"15"0,72-24 17 0,36-13-26 0,60-10-5 0,35-13-16 0,0 13-46 0</inkml:trace>
  <inkml:trace contextRef="#ctx0" brushRef="#br0">3811 11859 37 0,'0'0'0'0,"12"-60"24"0,0 47 4 0,0 86-6 0,-24 46-5 0,0 12-10 0,12-36-1 0,12-48-5 0,0-35 3 0,1-58 2 0,21-38-3 0,-11 24-2 0,2 36-1 0,-1 24 0 0,-12 36-1 0,12 0 2 0,11 10 0 0,1-21 0 0,0-13 0 0,35-36 0 0,-12-23 0 0,-23 35 0 0,-13 12-1 0,2 23 1 0,-13 25-1 0,0-12 1 0,0 11-9 0,-12-23-29 0,0-48-75 0</inkml:trace>
  <inkml:trace contextRef="#ctx0" brushRef="#br0">4383 11882 73 0,'0'-35'14'0,"-12"24"-13"0,24-2-15 0,23 37-47 0</inkml:trace>
  <inkml:trace contextRef="#ctx0" brushRef="#br0">4716 12167 23 0,'12'-23'9'0,"25"0"1"0,-16-2 10 0,-8-9-1 0,-13 21-2 0,-13-11-7 0,3 1-4 0,-14 12-1 0,0 11 1 0,12 0 0 0,-12-13-2 0,0 26-1 0,-24 21-2 0,1 14 0 0,11 0-1 0,36-13 1 0,24-35 1 0,24-12-1 0,11 1-1 0,-35 70 0 0,12 37 0 0,-12-12 2 0,-36-2-2 0,-48-34 0 0,-23-36-12 0,23-36-49 0,49-12-5 0</inkml:trace>
  <inkml:trace contextRef="#ctx0" brushRef="#br0">4918 11692 158 0,'0'-24'4'0,"24"37"-4"0,24 92 20 0,-12 75-13 0,-1-50 3 0,-35-34-5 0,0-71 1 0,12-75 1 0,48-44-5 0,-1 70-2 0,-47 71 0 0,-12 37 1 0,0 11-1 0,24-35-11 0,12-48-41 0,0-48-92 0</inkml:trace>
  <inkml:trace contextRef="#ctx0" brushRef="#br0">5442 11466 132 0,'11'-11'20'0,"25"45"-22"0,36 158 21 0,12 81-14 0,-59-35 2 0,-110-71 2 0,-69-96-5 0,82-47-18 0,95-35-131 0</inkml:trace>
  <inkml:trace contextRef="#ctx0" brushRef="#br0">6347 11847 84 0,'-60'-24'73'0,"37"24"-48"0,23-12-4 0,72 0-17 0,47 12-1 0,-1 12-2 0,-22-12-9 0,-36 12-48 0,-50 1-66 0</inkml:trace>
  <inkml:trace contextRef="#ctx0" brushRef="#br0">6394 11991 84 0,'-82'11'33'0,"46"12"3"0,47-11-7 0,85 0-18 0,47-12-3 0,0 0 2 0,-83 0-2 0,-50-12-4 0,-32 0-14 0,-2 12-36 0,0 12-87 0</inkml:trace>
  <inkml:trace contextRef="#ctx0" brushRef="#br0">7598 11656 20 0,'-12'-35'8'0,"12"11"22"0,0 12-5 0,0 0 4 0,0 12-11 0,0 58-7 0,-12 15-4 0,12 9-3 0,-12 2 0 0,0-13-2 0,-1-10 3 0,13-26-3 0,-11-10 1 0,11-14-2 0,11 1 1 0,26-12 1 0,23 0-2 0,47-12 0 0,-25 1 0 0,-21 11-2 0,-50-13-11 0,-11-11-21 0,12 1-43 0,-12-1 31 0</inkml:trace>
  <inkml:trace contextRef="#ctx0" brushRef="#br0">7537 11836 55 0,'-11'-25'23'0,"-12"0"1"0,57-9-1 0,73-3-17 0,25 14-4 0,-60 23-29 0,-48-11-33 0,-24 11 24 0</inkml:trace>
  <inkml:trace contextRef="#ctx0" brushRef="#br0">7622 11585 22 0,'-36'-25'30'0,"24"-22"-3"0,48-11-1 0,47 33-14 0,36 0-10 0,-24 25-42 0,-47 0-30 0</inkml:trace>
  <inkml:trace contextRef="#ctx0" brushRef="#br0">8383 11179 85 0,'13'-11'4'0,"-13"-12"14"0,-47 23 3 0,-14 95-11 0,-23 83 0 0,37 35-4 0,36-21-4 0,58-37-1 0,36-60-1 0,13-72-9 0,11-57-72 0,-83-3 22 0</inkml:trace>
  <inkml:trace contextRef="#ctx0" brushRef="#br0">8621 11442 42 0,'0'0'15'0,"-23"-24"-2"0,23 0 15 0,12 12-10 0,-1 1-1 0,-11 11-7 0,13 0-6 0,23 0-3 0,11 0 0 0,-11 23 1 0,-12 25 1 0,-24-12 2 0,0-1-2 0,-24 12 0 0,-1-10-3 0,14-13 2 0,11-24-3 0,0 10 2 0,47 27-2 0,13 10 2 0,-12 24-2 0,-36-34 2 0,-60-1 1 0,-24-25 4 0,36-11 0 0,13-11 0 0,10-1-5 0,13 1-1 0,0 11-4 0,-11-13-18 0,22 13-130 0</inkml:trace>
  <inkml:trace contextRef="#ctx0" brushRef="#br0">9288 11823 32 0,'0'0'28'0,"0"13"10"0,-11 45-13 0,-25 26-14 0,0-37-6 0,1 1-2 0,-1 0-2 0,0-36-12 0,11-1-30 0,15-22-48 0</inkml:trace>
  <inkml:trace contextRef="#ctx0" brushRef="#br0">9526 11478 6 0,'0'-12'12'0,"13"-12"11"0,-13 0-4 0,12 11-1 0,0 2 1 0,0-1-1 0,-12 12-4 0,0 0-10 0,0 23-1 0,-12 14 1 0,0 22 1 0,0 0-1 0,-1-9-2 0,13 8 0 0,13-22-2 0,11-12 1 0,10-24 1 0,15-24 1 0,22-24-2 0,-35 13 4 0,-24 24 0 0,-12 22-1 0,13 49-3 0,-13-1 0 0,0 0-4 0,11 1-22 0,-11-12-28 0,0-37-23 0,0-22 58 0</inkml:trace>
  <inkml:trace contextRef="#ctx0" brushRef="#br0">10003 11240 96 0,'0'0'3'0,"36"10"2"0,-12 111 19 0,-1 105-15 0,-10 0-1 0,-26-24-3 0,-34-83 1 0,-1-46-3 0,13-62-1 0,23-59-28 0,12-23-77 0,12 47 75 0</inkml:trace>
  <inkml:trace contextRef="#ctx0" brushRef="#br0">10896 11597 99 0,'0'0'0'0,"-59"-24"25"0,35 11 9 0,24 13-11 0,12 0-15 0,36-11 1 0,34 11-2 0,14 0-3 0,-13-12-2 0,-23 1-2 0,-11 11-4 0,-15-13-28 0,-34 13-32 0,0 0-30 0</inkml:trace>
  <inkml:trace contextRef="#ctx0" brushRef="#br0">10883 11715 81 0,'0'0'0'0,"-46"0"36"0,22 13 5 0,48-13-27 0,47-13-3 0,49 2 0 0,-14 11-3 0,-34 0 0 0,-48 0-2 0,-24-12-1 0,0 12-4 0,13-11-5 0,-13 11-28 0,0 23-65 0,0-23 42 0</inkml:trace>
  <inkml:trace contextRef="#ctx0" brushRef="#br0">12135 11489 12 0,'0'0'9'0,"-24"0"14"0,-12 0 10 0,0 0 4 0,-23 0-18 0,35 12-13 0,24-12-3 0,47 0 0 0,73-23-1 0,11 11 1 0,-37-12 0 0,-81 24 1 0,-13 0-36 0,0 0-44 0,0 0 47 0</inkml:trace>
  <inkml:trace contextRef="#ctx0" brushRef="#br0">12729 11132 14 0,'0'0'0'0,"0"0"11"0,-11 0 4 0,-1 0 3 0,12 13-8 0,0-13-1 0,0 0-3 0,0 0 7 0,0 0-8 0,-13 0 0 0,13 0-1 0,0 0-2 0,0 0-2 0,0 0 2 0,0 0 0 0,0 0-1 0,0-13 1 0,0 1 0 0,0 12-2 0,0-12 1 0,13 12-1 0,-13-11 0 0,12 11 2 0,-12-12 0 0,11 12 1 0,-11-11-3 0,13-2 1 0,-1 1 0 0,-12 12 1 0,11-12 0 0,-11-1 1 0,13 2-2 0,-1 11 0 0,-12-12 0 0,24 1 1 0,-13 11-2 0,0-12 3 0,2 12-3 0,-1-12 1 0,-1 12 0 0,25 0 0 0,0 0-3 0,-12 24 3 0,0 10-2 0,1 3 1 0,-14 22 1 0,1-23 0 0,-12 0 0 0,-36 1 0 0,0-16 0 0,1-8 0 0,-1-1 1 0,11 0-1 0,14 1-1 0,22-13 0 0,25 11-2 0,24 49 2 0,0 11-1 0,-24-12 0 0,-36 0 0 0,-72-34 5 0,1-13 3 0,-1-24 0 0,37-13-5 0,23 25-1 0,12-11-9 0,34 22-44 0,-21-11-34 0</inkml:trace>
  <inkml:trace contextRef="#ctx0" brushRef="#br0">12420 11918 35 0,'-47'0'18'0,"11"0"-5"0,11-11 5 0,15 11-6 0,10 0 9 0,10 0-15 0,-10 0-5 0,13-13 2 0,-1 13-2 0,-1 0 0 0,-11 0 0 0,0 0 0 0,13 0 1 0,10 0-2 0,37-12 1 0,36-11 0 0,47 11 2 0,23-12-3 0,-11 24-2 0,-12 0 2 0,-37 0 3 0,-21-12 2 0,-50 0 1 0,-12-1-3 0,-10 13-2 0,10 0-5 0,-10 0-36 0,-1 13-65 0</inkml:trace>
  <inkml:trace contextRef="#ctx0" brushRef="#br0">12790 12096 51 0,'-25'0'12'0,"-22"0"9"0,35-11 8 0,35-1-21 0,62-24-2 0,22 11 0 0,-24 15 2 0,-59 45 3 0,-24 72 0 0,-36 24-4 0,24 0-2 0,12-23-4 0,0-13-9 0,0-48-31 0,0-34-65 0,-12-13 81 0</inkml:trace>
  <inkml:trace contextRef="#ctx0" brushRef="#br0">12659 12406 75 0,'-24'-13'11'0,"24"13"13"0,58-34-10 0,85-3-12 0,49-10-31 0,-49 12-65 0</inkml:trace>
  <inkml:trace contextRef="#ctx0" brushRef="#br0">13873 11775 33 0,'0'0'7'0,"24"-35"9"0,35-49 12 0,0-23-14 0,-22-24-7 0,-25-12-4 0,-12 36-1 0,-12 47 2 0,-12 49 4 0,11 11-4 0,2 71-1 0,-1 61 1 0,1 34-2 0,22-35-2 0,25-47 1 0,24-50 2 0,10-57 0 0,2-59-1 0,-12 9-2 0,-36 49 1 0,-24 37-1 0,12 34 0 0,-1 1 0 0,14-13 0 0,10-10 2 0,13-38-1 0,-11-24 1 0,-26-21-1 0,-22 11 0 0,-26-1-1 0,1 12 2 0,0 12-2 0,0 24-1 0,0 24 0 0,13 23-1 0,23-10 2 0,48-14 0 0,11 1-1 0,38-12 2 0,-4 0-3 0,14-24 4 0,-11-13-2 0,-13-9 0 0,-35-3 0 0,-12-10 1 0,-36 23-1 0,0 0 1 0,-12 1-1 0,-12 11-1 0,12 24 0 0,-24 47 1 0,36 37 0 0,25 46 0 0,22 1 0 0,-47-36 0 0,-59-34 3 0,-13-62-8 0,36-35-50 0,36-24-17 0</inkml:trace>
  <inkml:trace contextRef="#ctx0" brushRef="#br0">15648 10835 52 0,'0'-12'37'0,"-12"0"6"0,12-1-8 0,36 13-24 0,35 13-6 0,24 45-1 0,-47 39 2 0,-48-2 3 0,-72-24-1 0,13-47-3 0,59-12-3 0,24 24-2 0,11 10-1 0,-23-9 2 0,-83-1 2 0,-25-36-7 0,24 0-34 0,14 11-73 0,58-11 67 0</inkml:trace>
  <inkml:trace contextRef="#ctx0" brushRef="#br0">15290 11597 99 0,'-59'13'20'0,"47"8"-10"0,119-55 4 0,143-26-7 0,36 36-1 0,-24 12-2 0,-107 12-3 0,-96 0-20 0,-59 0-69 0,0 12 48 0</inkml:trace>
  <inkml:trace contextRef="#ctx0" brushRef="#br0">15755 11775 103 0,'-72'11'8'0,"61"2"1"0,46-1 13 0,60 59-12 0,1 49-6 0,-72-1-3 0,-24-12-4 0,-48-36-32 0,-24-23-34 0,49-48 27 0</inkml:trace>
  <inkml:trace contextRef="#ctx0" brushRef="#br0">15551 12144 90 0,'-58'-11'40'0,"58"-1"-24"0,94-36-13 0,121 0-29 0,-72 25-78 0</inkml:trace>
  <inkml:trace contextRef="#ctx0" brushRef="#br0">17016 11455 163 0,'-82'-61'32'0,"70"49"-34"0,178-11 2 0,37 11-2 0,-25 12-7 0,-94 24-82 0,-84-24 32 0</inkml:trace>
  <inkml:trace contextRef="#ctx0" brushRef="#br0">17755 10620 79 0,'0'0'8'0,"-23"-35"0"0,23-1 26 0,23 25-3 0,-11-14-10 0,-1 13-5 0,-11 36-9 0,0 12-4 0,0 23-1 0,-11 14 0 0,11-2-2 0,0-12 0 0,36-34 1 0,36-14 2 0,10-47-2 0,-10 24 2 0,-24 36 3 0,-36 47 3 0,-24 13-4 0,12-13-4 0,-24-12-11 0,24 0-58 0,-12-22-59 0</inkml:trace>
  <inkml:trace contextRef="#ctx0" brushRef="#br0">17612 11347 104 0,'-95'12'12'0,"71"11"8"0,71-23-1 0,134-35-11 0,80-1-5 0,-23 25-2 0,-84 11-10 0,-83 0-64 0,-71 0 18 0</inkml:trace>
  <inkml:trace contextRef="#ctx0" brushRef="#br0">17803 11610 79 0,'-36'0'14'0,"-35"11"-5"0,83-1 10 0,83-20-13 0,72 33 0 0,-60 73 1 0,-95 34 0 0,-35 2-3 0,-2-49-14 0,-23-12-48 0,25-47-12 0</inkml:trace>
  <inkml:trace contextRef="#ctx0" brushRef="#br0">17708 11978 116 0,'-60'-37'16'0,"96"-10"-10"0,83 12 1 0,131-13-30 0,-95 36-80 0</inkml:trace>
  <inkml:trace contextRef="#ctx0" brushRef="#br0">19041 10693 118 0,'-36'-50'0'0,"61"75"-3"0,-2 105 14 0,-35 62-3 0,24-14-7 0,12-59-5 0,24-59-45 0,-12-36-25 0</inkml:trace>
  <inkml:trace contextRef="#ctx0" brushRef="#br0">19232 11037 68 0,'0'-24'53'0,"-12"35"-50"0,35 62 7 0,-23-2 6 0,13-10-12 0,23-15-3 0,11-21 2 0,0-25-2 0,-22-25 0 0,-14-46-2 0,-22-25 1 0,-37 49-1 0,-12 23 2 0,13 24-1 0,23 48 1 0,12-1-2 0,60 0 2 0,47-22-1 0,37-13 0 0,-2-24 1 0,-11-24-1 0,-47-24 2 0,-61 13 2 0,-46 35-2 0,-13 83-3 0,35 49 1 0,38 34-1 0,22-22 1 0,-70-48-1 0,-72-63 3 0,11-67-13 0,71-73-77 0,13 83 44 0</inkml:trace>
  <inkml:trace contextRef="#ctx0" brushRef="#br0">20255 10609 114 0,'-23'-37'19'0,"23"26"-16"0,-13-1 21 0,2 1-4 0,11-14-3 0,11 0 1 0,-11 25-12 0,0 50-2 0,0 32-1 0,0 14 1 0,13-14-2 0,23-32 0 0,12-39 2 0,23-47-2 0,1 11-3 0,-49 50 3 0,1 46-2 0,-24-12 2 0,0 1-28 0,-13 1-90 0,2-50 60 0</inkml:trace>
  <inkml:trace contextRef="#ctx0" brushRef="#br0">20161 11204 158 0,'-36'0'25'0,"0"-12"-12"0,132-12 5 0,94 1-12 0,48 23-6 0,-72 0 0 0,-105 11-35 0,-86-11-95 0,25 0 91 0</inkml:trace>
  <inkml:trace contextRef="#ctx0" brushRef="#br0">20268 11442 123 0,'-95'0'35'0,"59"0"-11"0,72-12-9 0,82-24-8 0,38 36 6 0,-49 61 0 0,-83 33-3 0,-24 25-5 0,-36-12-4 0,12-12-16 0,-12-11-61 0,-12-47-52 0</inkml:trace>
  <inkml:trace contextRef="#ctx0" brushRef="#br0">20173 11752 91 0,'-48'-37'46'0,"60"26"-34"0,131-12-1 0,83 10-7 0,-24 26-6 0,-118-13-47 0,-97 0-53 0</inkml:trace>
  <inkml:trace contextRef="#ctx0" brushRef="#br0">16755 11145 133 0,'-71'-37'12'0,"58"26"-1"0,13 11 3 0,13 0-12 0,82 0 0 0,48-12-1 0,-49 1 0 0,-58 11 1 0,-59 0 5 0,-60 0-5 0,-72 11-2 0,48 1 1 0,71-12-1 0,59 11 1 0,61-22-2 0,47 22 2 0,-48-11-3 0,-47 12-71 0,-36-12-20 0</inkml:trace>
  <inkml:trace contextRef="#ctx0" brushRef="#br0">21554 11037 126 0,'-49'-13'21'0,"27"13"21"0,10-23-19 0,36 12-16 0,94-1-3 0,-11 12-3 0,13 0-1 0,-61 12-1 0,-11-1-31 0,-36 1-26 0,-24 12-8 0,0-12 25 0</inkml:trace>
  <inkml:trace contextRef="#ctx0" brushRef="#br0">21637 11145 32 0,'0'0'0'0,"-142"23"61"0,58-12-21 0,60 2-9 0,60-13-15 0,71 0-4 0,36 0-3 0,-36 0-6 0,-71 0-2 0,-36 12-77 0,0-12-28 0</inkml:trace>
  <inkml:trace contextRef="#ctx0" brushRef="#br0">1690 14227 38 0,'0'-23'41'0,"0"-25"-3"0,13 25 0 0,-1 35-19 0,-12 59-1 0,0 24-7 0,-12 47-3 0,-1-34-4 0,13-24-1 0,25-37 1 0,22-23-1 0,25-24 0 0,35-24-2 0,-11-23-2 0,-26 10-16 0,-57 26-47 0,-13-12-47 0</inkml:trace>
  <inkml:trace contextRef="#ctx0" brushRef="#br0">1739 14453 108 0,'-36'-23'23'0,"48"-12"12"0,71-1-31 0,49 0-4 0,-13 1-27 0,-84 11-46 0,-35 24 16 0</inkml:trace>
  <inkml:trace contextRef="#ctx0" brushRef="#br0">1762 14216 35 0,'-11'-12'12'0,"-25"-36"41"0,60 1-16 0,35-1-9 0,37 1-19 0,23 0-9 0,24 22-54 0,-60 13-32 0</inkml:trace>
  <inkml:trace contextRef="#ctx0" brushRef="#br0">2870 13787 125 0,'-47'12'39'0,"-73"72"-1"0,-58 155-22 0,141-13-15 0,133 0-2 0,23-71-1 0,48 0-4 0,-107-132 4 0,-48-23-9 0,0-36-106 0,-12 24 65 0</inkml:trace>
  <inkml:trace contextRef="#ctx0" brushRef="#br0">3168 14145 60 0,'0'0'0'0,"0"-48"45"0,-13 36-2 0,-10 107-18 0,-1 48-13 0,13 12-9 0,11-48-8 0,-12-23-52 0,12-61-34 0</inkml:trace>
  <inkml:trace contextRef="#ctx0" brushRef="#br0">3037 14430 96 0,'-12'0'15'0,"12"-11"-9"0,72-1 6 0,47-24-9 0,-24-24 1 0,-47-24 28 0,-37 50 7 0,-34 45-26 0,-1 83-6 0,12 50-6 0,35-25-6 0,-10-22-58 0,22-51-82 0</inkml:trace>
  <inkml:trace contextRef="#ctx0" brushRef="#br0">3715 14395 118 0,'48'-47'13'0,"24"22"-1"0,-1 25-82 0,-60 12 14 0</inkml:trace>
  <inkml:trace contextRef="#ctx0" brushRef="#br0">3740 14466 71 0,'-12'12'14'0,"-60"24"35"0,72-13-16 0,95-23-21 0,96-11-39 0,-84-12-80 0</inkml:trace>
  <inkml:trace contextRef="#ctx0" brushRef="#br0">4692 14026 105 0,'0'0'6'0,"-47"23"41"0,-25 73-10 0,12 23-26 0,37-24-8 0,10-12-14 0,13-35-66 0,0-35-7 0</inkml:trace>
  <inkml:trace contextRef="#ctx0" brushRef="#br0">4502 14049 107 0,'0'0'0'0,"0"-23"63"0,11 35-32 0,26 72-18 0,33 21-4 0,14-9-7 0,-12-24-10 0,10-37-35 0,-22-70-22 0,0-83 12 0,-24-37 70 0,-36 105 69 0,-36 63-43 0,0 70-24 0,1 37-12 0,35-13-5 0,11-12-27 0,13-48-81 0,-1-47 31 0</inkml:trace>
  <inkml:trace contextRef="#ctx0" brushRef="#br0">5240 13775 133 0,'12'-23'38'0,"36"83"-12"0,11 106-8 0,-11 49-13 0,-48-13-1 0,-97-48-1 0,-9-45-27 0,71-63-140 0</inkml:trace>
  <inkml:trace contextRef="#ctx0" brushRef="#br0">6430 14180 173 0,'0'0'0'0,"-59"-12"15"0,71 0 10 0,71 24-19 0,60-12-8 0,-13 12-61 0,-94 1-45 0</inkml:trace>
  <inkml:trace contextRef="#ctx0" brushRef="#br0">6430 14348 81 0,'-59'0'50'0,"24"23"-7"0,106-12-17 0,84 2-23 0,12 11-5 0,-85-24-56 0,-46 11-52 0</inkml:trace>
  <inkml:trace contextRef="#ctx0" brushRef="#br0">7644 13896 37 0,'0'0'7'0,"0"-50"20"0,25-9 11 0,-1 36 10 0,-24 0-7 0,0 23-27 0,-13 71-4 0,-23 34-4 0,26 16-2 0,-2-3-4 0,12-22 3 0,-12-37 1 0,24-22-1 0,23-14-1 0,24-23 1 0,25 0-1 0,-12-12-1 0,-25 1-1 0,1-14-15 0,-24 13-46 0,0-11-76 0</inkml:trace>
  <inkml:trace contextRef="#ctx0" brushRef="#br0">7598 14168 106 0,'0'-12'12'0,"-24"-11"29"0,48-1-16 0,71 0-19 0,35 0-1 0,-34 12-18 0,-48-11-65 0,-48 11 13 0</inkml:trace>
  <inkml:trace contextRef="#ctx0" brushRef="#br0">7741 13896 90 0,'-25'-13'10'0,"-34"-11"39"0,46 0-13 0,74 1-27 0,57 10-2 0,-22 13-2 0,-48 0-2 0,-24 0-3 0,0 0-36 0,11 13-84 0</inkml:trace>
  <inkml:trace contextRef="#ctx0" brushRef="#br0">8872 13536 105 0,'24'-58'34'0,"-36"34"15"0,-60 106-32 0,-70 110-5 0,34 34-6 0,108-12-7 0,48-47 2 0,12-49 0 0,-13-68-4 0,13-75-50 0,-13-34-73 0</inkml:trace>
  <inkml:trace contextRef="#ctx0" brushRef="#br0">9241 13764 92 0,'0'-36'30'0,"11"-1"24"0,-22 37-26 0,-72 96-17 0,-2 47-5 0,63 12-8 0,44-47 3 0,50-74 2 0,-12-57 3 0,-13-72-1 0,-58 24 5 0,-72 59-9 0,-12 47-12 0,83 13-67 0,34-24-39 0</inkml:trace>
  <inkml:trace contextRef="#ctx0" brushRef="#br0">9526 14097 116 0,'37'12'21'0,"22"47"27"0,-48 25-23 0,-69-38-16 0,-27 15-18 0,49-1-114 0,36-60 68 0</inkml:trace>
  <inkml:trace contextRef="#ctx0" brushRef="#br0">9944 13764 141 0,'12'-12'24'0,"35"12"1"0,0 71-2 0,-34 48-16 0,-13-12-5 0,-24-34-36 0,-12-27-135 0</inkml:trace>
  <inkml:trace contextRef="#ctx0" brushRef="#br0">10277 13490 123 0,'12'0'46'0,"48"155"-25"0,11 83-1 0,-47 12-13 0,-84-60-2 0,-47-60-2 0,-47-46-19 0,70-60-141 0</inkml:trace>
  <inkml:trace contextRef="#ctx0" brushRef="#br0">11396 13978 115 0,'-11'-11'11'0,"-1"11"25"0,35-13-27 0,73 26-9 0,34-13-27 0,-46 0-60 0,-84 0 51 0</inkml:trace>
  <inkml:trace contextRef="#ctx0" brushRef="#br0">11443 14072 57 0,'-23'25'16'0,"-36"23"23"0,59-13-4 0,82-22-16 0,63-26-16 0,-27 1-6 0,-82-11-70 0,-36 23 18 0</inkml:trace>
  <inkml:trace contextRef="#ctx0" brushRef="#br0">12765 14061 103 0,'-82'-23'48'0,"22"-1"-25"0,36 24-4 0,108-13-9 0,94 2-5 0,1-1-2 0,-120 12-1 0,-71 0-2 0,-47 12-54 0,48-12-87 0</inkml:trace>
  <inkml:trace contextRef="#ctx0" brushRef="#br0">13777 13549 72 0,'-36'-23'42'0,"-46"70"-7"0,-37 84-17 0,47-12-13 0,96 0-2 0,82-47 0 0,-34-72 0 0,-12-60 6 0,-60 13-1 0,-96 23-8 0,2 48-14 0,70 47-48 0,48-23-36 0</inkml:trace>
  <inkml:trace contextRef="#ctx0" brushRef="#br0">13385 14264 114 0,'-96'0'31'0,"37"0"-2"0,82 0-15 0,109-12-6 0,71-24-4 0,-25 13 0 0,-71-2-3 0,-58 13-17 0,-38 24-61 0,-11 0-6 0</inkml:trace>
  <inkml:trace contextRef="#ctx0" brushRef="#br0">13445 14466 26 0,'0'0'0'0,"-36"0"24"0,23-13 7 0,26 2-4 0,35-1-9 0,35 12-9 0,-12 23-3 0,-23 38-1 0,-37 10-3 0,-11-11-1 0,0-1-13 0,13 0-43 0,-26-46-12 0</inkml:trace>
  <inkml:trace contextRef="#ctx0" brushRef="#br0">13432 14740 62 0,'-23'-11'33'0,"10"-2"-8"0,85-24-13 0,94 3-9 0,-46 22-33 0,-72 0-63 0</inkml:trace>
  <inkml:trace contextRef="#ctx0" brushRef="#br0">14659 13752 89 0,'0'-24'10'0,"0"-71"26"0,12 82 2 0,-1 97-19 0,-11 58-10 0,0-10-7 0,0-13-5 0,13-36-30 0,10-47-40 0,2-36 0 0</inkml:trace>
  <inkml:trace contextRef="#ctx0" brushRef="#br0">14850 14014 72 0,'0'-24'46'0,"0"12"-9"0,11 35-21 0,2 25-7 0,10 0-4 0,1 0-3 0,12-13-2 0,0-22 3 0,-12-26 0 0,22-34-1 0,-33-14-1 0,-26 3 1 0,-33 22-3 0,-2 12 2 0,12 12 0 0,24 12-2 0,12 12 0 0,0 12 2 0,12 12-2 0,12-12 1 0,24-1 1 0,23-23-1 0,36-12 0 0,-12-11 0 0,-35 11 0 0,-36-12 1 0,12-24 0 0,-13 13 2 0,0 11-1 0,-23 0-2 0,0 0 1 0,-34 12 0 0,-2 12 0 0,0 23-1 0,24 48-1 0,12 61-1 0,12-1 3 0,-12-23 0 0,-12-61 1 0,-24-23-7 0,36-24-66 0,24-24-45 0</inkml:trace>
  <inkml:trace contextRef="#ctx0" brushRef="#br0">15993 13418 103 0,'-25'-35'41'0,"25"12"-5"0,-11-2-23 0,47 13-11 0,0-1-1 0,-24 13 3 0,0-11 8 0,-24-1-5 0,-25 48-5 0,-22 59 0 0,12 13-1 0,35-1 0 0,36-12 0 0,47-59 1 0,12-36 1 0,-23-48 0 0,-60-23 0 0,-71 35-1 0,-37 47-6 0,61 37-36 0,71 12-63 0,-14-36 49 0</inkml:trace>
  <inkml:trace contextRef="#ctx0" brushRef="#br0">15838 13990 130 0,'-72'24'36'0,"49"-12"-11"0,94-12-8 0,119-36-14 0,1 0-1 0,-71 12-17 0,-97 24-53 0,-23 12-29 0</inkml:trace>
  <inkml:trace contextRef="#ctx0" brushRef="#br0">16064 14168 85 0,'-60'-12'67'0,"1"12"-26"0,82-11-31 0,120 34-6 0,-23 49 1 0,-84 23 0 0,-36 0-3 0,-48-22-20 0,-11-2-48 0,23-60-39 0</inkml:trace>
  <inkml:trace contextRef="#ctx0" brushRef="#br0">15957 14514 90 0,'0'-11'53'0,"11"-2"-18"0,85-24-21 0,83-21-24 0,-24 11-135 0</inkml:trace>
  <inkml:trace contextRef="#ctx0" brushRef="#br0">17254 13990 187 0,'-93'-36'4'0,"104"24"3"0,132-23-2 0,71 24-35 0,-95 22-126 0</inkml:trace>
  <inkml:trace contextRef="#ctx0" brushRef="#br0">18422 13287 61 0,'12'-59'79'0,"-1"47"-29"0,-22 83-31 0,-12 84-15 0,23-48-5 0,0 24-61 0,-24-70-54 0</inkml:trace>
  <inkml:trace contextRef="#ctx0" brushRef="#br0">18066 13896 113 0,'-13'0'20'0,"-23"0"10"0,96 0-4 0,154-37-18 0,60 1-7 0,-71 25-49 0,-120 11-68 0</inkml:trace>
  <inkml:trace contextRef="#ctx0" brushRef="#br0">18338 14049 110 0,'-47'0'21'0,"-36"0"19"0,71 0-17 0,107-11-17 0,72-1-3 0,-48 58 4 0,-95 50 6 0,-48 24-8 0,0-13-8 0,12-12-47 0,0-48-86 0</inkml:trace>
  <inkml:trace contextRef="#ctx0" brushRef="#br0">18266 14419 144 0,'0'0'0'0,"-70"-60"44"0,118 12-28 0,142-23-14 0,96-1-102 0,-238 49 34 0</inkml:trace>
  <inkml:trace contextRef="#ctx0" brushRef="#br0">19399 13347 139 0,'0'0'0'0,"-13"-48"34"0,2 120-8 0,-14 83-12 0,2 10-11 0,35-44-6 0,-1-37-31 0,2-73-34 0,10-47-19 0</inkml:trace>
  <inkml:trace contextRef="#ctx0" brushRef="#br0">19506 13573 112 0,'-11'-12'39'0,"11"24"-9"0,11 60-12 0,1-1-10 0,24 0-5 0,11-23-2 0,1-24 1 0,-2-12 0 0,-10-37 1 0,-36-34-1 0,-23 0-1 0,-24-1 0 0,-13 37-1 0,24-2 0 0,13 25-1 0,23 25 1 0,0-13 0 0,35 11 0 0,25-23 0 0,34 0 0 0,15-35-1 0,-14 10 2 0,-72-22 0 0,-23 23 1 0,-23 24 0 0,11 48-3 0,24 71 0 0,23 11 1 0,-11-9-1 0,-60-62 3 0,-59-24 0 0,59-47-26 0,49-70-70 0,21 45 18 0</inkml:trace>
  <inkml:trace contextRef="#ctx0" brushRef="#br0">20459 13097 165 0,'0'0'0'0,"-25"24"16"0,14 94-3 0,35 14-10 0,-12 12-48 0,-12-50-65 0</inkml:trace>
  <inkml:trace contextRef="#ctx0" brushRef="#br0">20244 13752 127 0,'-12'-11'28'0,"-1"11"9"0,98-50-28 0,104 16-7 0,-21 10-18 0,-108 24-62 0,-60 0 7 0</inkml:trace>
  <inkml:trace contextRef="#ctx0" brushRef="#br0">20375 13883 113 0,'0'0'0'0,"-71"-12"74"0,71 12-51 0,107-12-17 0,24 60-7 0,-73 59 1 0,-68 12 3 0,-38-25-5 0,-12 2-52 0,25-60-63 0</inkml:trace>
  <inkml:trace contextRef="#ctx0" brushRef="#br0">20316 14216 105 0,'-12'-23'59'0,"-12"-2"-19"0,71-10-30 0,119 11-13 0,13 0-169 0</inkml:trace>
  <inkml:trace contextRef="#ctx0" brushRef="#br0">21328 13645 83 0,'-23'-12'25'0,"-26"-12"17"0,73 12-13 0,60-24-23 0,57 24-6 0,4 12-63 0,-98 12-25 0</inkml:trace>
  <inkml:trace contextRef="#ctx0" brushRef="#br0">21196 13752 95 0,'0'0'0'0,"-47"12"34"0,83-12-3 0,131-23-31 0,71 23-121 0</inkml:trace>
  <inkml:trace contextRef="#ctx0" brushRef="#br0">3334 16431 94 0,'-11'-12'16'0,"-37"-24"29"0,24 11-3 0,48 14-35 0,71 11-3 0,71 0-2 0,-10-12-1 0,-85-11 1 0,-59-2 5 0,-24-9-1 0,-11 21-5 0,11 1-1 0,-12 37-1 0,-1 80 0 0,14 27-1 0,11-13 2 0,0-12-2 0,-36-34-6 0,-35-39 3 0,10-34 5 0,-21-11 0 0,11 11 6 0,58 11-2 0,72-11-1 0,73-23 0 0,11-13-3 0,-71 24-10 0,-49-1-95 0,1 13 22 0</inkml:trace>
  <inkml:trace contextRef="#ctx0" brushRef="#br0">4359 16181 115 0,'0'-60'45'0,"-12"37"5"0,-37 57-36 0,-44 98-5 0,20 23-8 0,62 0-1 0,46-36 1 0,61-48-1 0,-1-71 2 0,-1-83 1 0,-45 36-2 0,-49 47 8 0,-13 47-4 0,-10 61-5 0,-13-14 0 0,13 1-26 0,23-47-103 0,0-48 70 0</inkml:trace>
  <inkml:trace contextRef="#ctx0" brushRef="#br0">4323 16550 156 0,'0'0'0'0,"-36"-24"48"0,60 0-28 0,95 12-16 0,12 12-21 0,-12 0-144 0</inkml:trace>
  <inkml:trace contextRef="#ctx0" brushRef="#br0">5407 16513 186 0,'0'0'3'0,"-12"-23"24"0,59 23-17 0,72 0-10 0,-10 0-67 0,-63 12-67 0</inkml:trace>
  <inkml:trace contextRef="#ctx0" brushRef="#br0">5407 16681 135 0,'0'0'0'0,"-84"35"48"0,84-23-15 0,130-1-21 0,110-11-9 0,-50-11-3 0,-142-1 5 0,-60 1-34 0,-48-1-134 0</inkml:trace>
  <inkml:trace contextRef="#ctx0" brushRef="#br0">22673 10859 6 0,'0'-11'5'0,"0"11"10"0,12-13-12 0,0 1 1 0,12 0 5 0,-24-12 11 0,0 24-5 0,-12-12 0 0,0 12-1 0,12-24 2 0,12 12 8 0,-12 0-1 0,0 12-7 0,0 12-11 0,-24 47 1 0,12 37-4 0,-11-12 1 0,11-1-1 0,35 1-2 0,1-37 1 0,25-35 1 0,-15 0 0 0,14-24 0 0,12-24 0 0,-36-24 2 0,-12-11 2 0,-24-13 0 0,-12 0-2 0,-25 26 2 0,26 22-5 0,-13 25-2 0,-11 11-12 0,11 34-33 0,24 16-64 0,12-39 65 0</inkml:trace>
  <inkml:trace contextRef="#ctx0" brushRef="#br0">23233 10894 166 0,'0'-25'10'0,"-12"15"16"0,0-14-21 0,12 24-23 0,24 13-89 0,-12-13 55 0</inkml:trace>
  <inkml:trace contextRef="#ctx0" brushRef="#br0">23875 10823 81 0,'0'0'12'0,"25"-25"-10"0,22 14 12 0,-34-1 0 0,-2-12 0 0,2 0 0 0,-13-10-7 0,0-3-2 0,0 13 0 0,-13 1 1 0,-11 11-1 0,13-13-1 0,-14 14-2 0,2 11-2 0,-13-12 0 0,1 24 2 0,-13-1 0 0,0 14-2 0,13 21 0 0,22-9 0 0,13-13 0 0,36-24 2 0,24 0 1 0,10-24-2 0,-21 24 2 0,-13 24 0 0,-13 70 8 0,-23 14-2 0,0-13-4 0,-11-22-2 0,-1-27-2 0,-1-21-23 0,13-25-88 0,0 0 26 0</inkml:trace>
  <inkml:trace contextRef="#ctx0" brushRef="#br0">24471 10859 94 0,'-11'-11'20'0,"22"-26"1"0,2 13-2 0,10 1-10 0,-11-14 7 0,-12-10-6 0,-24 10-3 0,-11 3-5 0,-1 22-1 0,0 12 1 0,1 12-2 0,-1 11 0 0,0 38 0 0,36 10 1 0,36 13 2 0,0 10-4 0,-13-23 0 0,-46-35 3 0,-38-36 4 0,2-36 4 0,48-24-7 0,34-11-1 0,37 12-6 0,34 23-30 0,14 0-59 0,-71 12 19 0</inkml:trace>
  <inkml:trace contextRef="#ctx0" brushRef="#br0">24900 10620 95 0,'0'0'7'0,"-11"0"38"0,-2 12-17 0,2 24-17 0,22 12-5 0,25 23 2 0,-12 1-2 0,-12-12 6 0,-12-13-5 0,0-23-7 0,-25-13-6 0,-33-22-28 0,-2-37-51 0,24 12 5 0</inkml:trace>
  <inkml:trace contextRef="#ctx0" brushRef="#br0">24841 10561 110 0,'0'0'0'0,"107"-23"60"0,36-14-19 0,-24 14-24 0,-71 12-9 0,-13-2-4 0,-11 13-10 0,24 13-59 0,-24-2-81 0</inkml:trace>
  <inkml:trace contextRef="#ctx0" brushRef="#br0">22210 13431 3 0,'0'0'3'0,"11"-13"-1"0,12-11 23 0,25-10 7 0,-24-3-2 0,-12 24-8 0,-12 13-11 0,-12 13-8 0,0 35 0 0,0 12 0 0,0 24 0 0,12 10-1 0,0-23-1 0,12-23 0 0,12-24 1 0,24-12 0 0,-2-12 0 0,-10-23 0 0,-11-14 1 0,-14-10 1 0,-11-13-1 0,0-11-1 0,0 23 0 0,-11 1-1 0,-14-1 1 0,-11 25-2 0,2 10 0 0,-14 13-9 0,12 13-28 0,13 21-50 0,23-22 57 0</inkml:trace>
  <inkml:trace contextRef="#ctx0" brushRef="#br0">22970 13418 112 0,'-23'-47'68'0,"-36"23"-63"0,35 0-1 0,36 24-14 0,24-13-77 0,-14 13 15 0</inkml:trace>
  <inkml:trace contextRef="#ctx0" brushRef="#br0">23400 13134 14 0,'12'-25'23'0,"23"-11"-1"0,-24 13 10 0,2 10-16 0,-26 37 0 0,-9-1-11 0,-2 14-2 0,12-3-2 0,12-9 0 0,36 0-1 0,11 22-1 0,13 11 1 0,-25-21 3 0,-11-1 2 0,-24-13 0 0,-12 2-1 0,-48 9-5 0,-12-9-28 0,14-13-46 0,45-24 33 0</inkml:trace>
  <inkml:trace contextRef="#ctx0" brushRef="#br0">23424 13134 81 0,'0'-13'5'0,"34"-47"15"0,27 12-10 0,34 25-9 0,12 23-22 0,-11 35-48 0,-74-23 45 0</inkml:trace>
  <inkml:trace contextRef="#ctx0" brushRef="#br0">24233 13239 52 0,'0'0'5'0,"12"-11"15"0,-1-12 0 0,14 10-9 0,11-11-6 0,-24 1 1 0,-12-13 5 0,-12 0 1 0,-13 0-4 0,2 24-2 0,-1-11-1 0,-11 23-2 0,-37 11-2 0,-12 37 2 0,25 12-3 0,35-13-1 0,24-10 2 0,60-37 5 0,23-13-4 0,-11 13-1 0,-25 60 6 0,-35 59 3 0,-1-12-5 0,-11-24-3 0,0-11-28 0,0-37-83 0,0-35 62 0</inkml:trace>
  <inkml:trace contextRef="#ctx0" brushRef="#br0">24531 13205 107 0,'0'0'0'0,"0"-50"34"0,13 40-4 0,-2-14-14 0,37 12-12 0,35 37-3 0,-12 9 2 0,-35 26 0 0,-36 11 7 0,-36 1-3 0,1-25-3 0,-1-23 0 0,12-1-1 0,0 2 0 0,0-13 2 0,13-12 1 0,46-24 3 0,84 11-8 0,83 13-11 0,25 37-125 0,-191-37 67 0</inkml:trace>
  <inkml:trace contextRef="#ctx0" brushRef="#br0">7002 16312 35 0,'12'-59'49'0,"-12"34"-12"0,0 13-7 0,-12 49-16 0,-23 68-1 0,-1 39-7 0,36-1-5 0,36-60 1 0,23-59 0 0,1-48 2 0,-1-59 0 0,-23-24-3 0,-12-36 4 0,-37 35-2 0,-46 74-1 0,-24 9-8 0,35 37-31 0,60 1-98 0</inkml:trace>
  <inkml:trace contextRef="#ctx0" brushRef="#br0">7537 16228 142 0,'0'-12'11'0,"13"-23"25"0,-13 23-26 0,0 12-16 0,24 34-106 0,-12-21 58 0</inkml:trace>
  <inkml:trace contextRef="#ctx0" brushRef="#br0">8204 16335 38 0,'0'0'33'0,"-11"-48"-6"0,35 25 3 0,24-1-12 0,-37 0-3 0,13-11-5 0,-24-1-4 0,0 0-3 0,0 0 1 0,0 13-1 0,-24 0-1 0,1 10-1 0,-1 13-1 0,-1 0 1 0,-11 13-1 0,2 10 3 0,-14 25-2 0,12-14 0 0,1 15-1 0,11-2 0 0,24-11 0 0,13-13 0 0,21-10 1 0,38-37 0 0,-1 1-3 0,-35-2 3 0,-13 37 3 0,2 35 3 0,-25 49-1 0,-12-13-2 0,-12-11-3 0,-1-13 0 0,2-11-25 0,10-12-73 0,13-36 22 0</inkml:trace>
  <inkml:trace contextRef="#ctx0" brushRef="#br0">8527 16132 49 0,'0'-11'18'0,"22"-37"17"0,3 25-6 0,-14 0-3 0,-11 23-10 0,0 0-9 0,-11 11-4 0,-14 36 1 0,3 0-3 0,10-10 0 0,0 10 0 0,0 1-1 0,12-12 1 0,12-1-2 0,12 1 2 0,11-24 0 0,13-12 1 0,12-25-2 0,-13-9 3 0,0-14-3 0,-22 36 5 0,-25 1 0 0,0 70-2 0,-12 48 0 0,-24 24 1 0,12-36-1 0,12-12-1 0,-1-47 0 0,13-11 0 0,0-25-2 0,0 0 3 0,25-25-7 0,-25 0-36 0,-25 2-121 0</inkml:trace>
  <inkml:trace contextRef="#ctx0" brushRef="#br0">9884 16431 57 0,'0'0'17'0,"-47"-23"10"0,11 23 17 0,-12-13-25 0,24 13-9 0,24 13-5 0,36-13 1 0,59 0-4 0,36 0-1 0,1-13 0 0,-26 13-1 0,-58 13 1 0,-48-13 5 0,0 0 0 0,-71 11-6 0,-36 1 1 0,-14-1 0 0,14 13 1 0,48-11 0 0,36-13 0 0,23 0 0 0,59 0-4 0,25 0 1 0,11 0 1 0,-23 0 0 0,-25-13 0 0,-23 1 0 0,-24 12-29 0,-24 12-130 0</inkml:trace>
  <inkml:trace contextRef="#ctx0" brushRef="#br0">11599 15395 66 0,'23'-36'16'0,"2"13"18"0,-14-2-8 0,-11 13-9 0,-59 12-11 0,-36 0-3 0,-36 12-1 0,35 13-1 0,49-14 0 0,23 12 0 0,0-10 0 0,12 11 2 0,0 0 1 0,12-1 0 0,-12 14-1 0,0 22-2 0,1 24 1 0,-1 24-1 0,-1 36 1 0,2 35 0 0,-1 14 0 0,-1-14-1 0,-10 0-1 0,-1-11 0 0,0-12-1 0,1-12 1 0,-1-13-2 0,-1-10 0 0,2-14-1 0,10-22 15 0,-9-13-14 0,10 0-1 0,0-10 0 0,24-26 4 0,12-23 0 0,-14-12-1 0,75 0 2 0,9-24 0 0,-10 1 0 0,-24 11-2 0,-36 12 1 0,-11-12-1 0,-2 0-60 0,-11 12-66 0</inkml:trace>
  <inkml:trace contextRef="#ctx0" brushRef="#br0">11742 15883 4 0,'0'0'0'0,"0"-11"6"0,0 11-6 0,0 0 1 0,0 0-1 0,0 11-1 0,0-11 1 0,0 0-1 0,0 12-1 0,0-12 0 0,0 0 3 0,0 0 1 0,-12 0 0 0,12 11-2 0,-12-11 0 0,12 0 0 0,0 0 0 0,0 0 1 0,0 0 0 0,0 0 2 0,0 0-2 0,-12 0-1 0,12 13 1 0,0-13 0 0,0 0-2 0,0 0 2 0,0 0 0 0,0 0-2 0,0 0 1 0,0 0-1 0,0 0 0 0,0 12 1 0,0-12 0 0,0 0 0 0,0 0 1 0,0 0 0 0,0-12 0 0,0 12-1 0,0 0 0 0,0-13 0 0,12 13 0 0,-12 13 0 0,0-13-2 0,0 0 2 0,0 0 1 0,-12 0-1 0,12 0 0 0,0 12-1 0,0-12-1 0,0 12 2 0,-12-12-3 0,12 0-1 0,0 11-3 0</inkml:trace>
  <inkml:trace contextRef="#ctx0" brushRef="#br0">11682 15977 1 0,'0'-11'3'0,"0"11"-1"0,0-12 0 0,0 12-2 0,0 0 0 0,12 0 0 0</inkml:trace>
  <inkml:trace contextRef="#ctx0" brushRef="#br0">4239 12764 64 0,'-34'-24'18'0,"-39"12"0"0,14 0 17 0,35-1-17 0,48 2-11 0,71-12-3 0,72 10 3 0,24 1 0 0,-72 12 2 0,-96 0-2 0,-46 0 0 0,-72 0-8 0,-72 12 0 0,12 12 1 0,23-1-1 0,38 2 0 0,45-25 1 0,62-12 1 0,94-24 1 0,84 12 1 0,22 12-1 0,-45 0-1 0,-85 1 1 0,-83 11 0 0,-83 0-2 0,-72 23-1 0,-24 2 1 0,48-2-1 0,83-12-1 0,72-11 3 0,95-11 1 0,83-1-1 0,-11 1 0 0,-60 11 0 0,-119-13 1 0,-58 13-1 0,-74 0-2 0,-23 0 1 0,24 0 0 0,47 0 0 0,48 0 0 0,72 0-1 0,22 0 2 0,15-12-1 0,-62 12 0 0,-23 0-7 0,0 0-48 0,-23 0-71 0</inkml:trace>
  <inkml:trace contextRef="#ctx0" brushRef="#br0">8396 4572 22 0,'-108'-48'23'0,"-70"37"-8"0,-13 58-3 0,-12 36 0 0,49 60 3 0,36 72-7 0,69 59-3 0,73-1-2 0,71-35-1 0,48-71 1 0,59-60-1 0,49-83 1 0,22-95-2 0,-10-47 1 0,-85-62 1 0,-93-82-1 0,-74-37 1 0,-107 15 4 0,-71 69 1 0,-71 96-6 0,-35 107-2 0,11 48-11 0,35 95-41 0,96 24-32 0</inkml:trace>
  <inkml:trace contextRef="#ctx0" brushRef="#br0">11754 15883 24 0,'-12'0'34'0,"-24"-24"-7"0,12 12 0 0,12 12 1 0,0 0-7 0,12 0-11 0,0 0-8 0,24 0 2 0,72 12-1 0,22-12-2 0,-47-12 1 0,-35-13 5 0,-23 15 2 0,-13 10-5 0,-13 83-1 0,-10 60 1 0,-1-12 0 0,24-47-2 0,0-37 0 0,0 0-8 0,0-36-29 0,0-22-39 0,0-12 3 0</inkml:trace>
  <inkml:trace contextRef="#ctx0" brushRef="#br0">11788 16145 87 0,'-22'-24'15'0,"-50"1"28"0,48-2-12 0,72 13-26 0,83 1-2 0,48 11 2 0,-36-12-1 0,-60 1 0 0,-59-14-1 0,0 25-15 0,-14 0-44 0,-10 25-54 0</inkml:trace>
  <inkml:trace contextRef="#ctx0" brushRef="#br0">11432 16584 96 0,'-47'0'11'0,"-2"0"29"0,62 0-15 0,94-10-18 0,107-2 1 0,47-12-1 0,-44 24-3 0,-53 0 3 0,-67-12-3 0,-74-1-2 0,-11 13-4 0,1-11-68 0,10 11-38 0</inkml:trace>
  <inkml:trace contextRef="#ctx0" brushRef="#br0">11575 16835 71 0,'0'-35'24'0,"13"-26"28"0,10 50-26 0,-12 59-10 0,2 70-2 0,-26-22-7 0,-10 0-4 0,-1-37-4 0,12 0-7 0,12-47-42 0,12 0-42 0,-12-12 51 0</inkml:trace>
  <inkml:trace contextRef="#ctx0" brushRef="#br0">11885 16965 68 0,'0'-10'17'0,"35"-85"11"0,1 35 9 0,-12 24-17 0,-24 11-2 0,0 25-8 0,0 0-7 0,0 13 0 0,-13 24 0 0,2 9 0 0,-1 2-2 0,-1 24 0 0,13-25 0 0,13 0-1 0,10-22 0 0,13-25 2 0,24 0-1 0,-12-12 1 0,0-12 0 0,-2 1 0 0,3-2 3 0,-37 25-3 0,0 59 3 0,-36 37 0 0,-12 11-4 0,12-35-1 0,12-37 0 0,12-11-1 0,0-24 0 0,0 0-6 0,-11 0-43 0,11-24-105 0</inkml:trace>
  <inkml:trace contextRef="#ctx0" brushRef="#br0">13195 16335 159 0,'0'-11'3'0,"-24"-1"18"0,12 0 6 0,12-1-18 0,24 13-5 0,-12 13-1 0,0-1-3 0,-2 0-33 0,15-1-138 0</inkml:trace>
  <inkml:trace contextRef="#ctx0" brushRef="#br0">13338 15954 45 0,'0'-48'17'0,"24"-36"19"0,-1 13 2 0,-12 48-6 0,-45 95-22 0,-50 118 1 0,23 23-7 0,51-33-4 0,33-50 1 0,36-46-1 0,-23-60 2 0,-12-24 1 0,-11-37-19 0,46 3-79 0,-23 10 21 0</inkml:trace>
  <inkml:trace contextRef="#ctx0" brushRef="#br0">13813 16098 63 0,'0'-25'13'0,"0"-10"15"0,13 11 13 0,-13 24-24 0,-13 59-4 0,-10 25-6 0,-1-1-5 0,24-11 0 0,36-26-1 0,11-9 0 0,1-24 1 0,0-13 0 0,-1-61 2 0,-24 14 0 0,-23-13 1 0,0-35 1 0,-34 35-2 0,-14 25-4 0,0 23-3 0,12 24-26 0,25-1-39 0,11 13-18 0</inkml:trace>
  <inkml:trace contextRef="#ctx0" brushRef="#br0">14385 16193 156 0,'0'0'4'0,"0"-24"21"0,0 0-4 0,-12 24-19 0,12-13-1 0,0 13-9 0,24 13-53 0,24-13-58 0</inkml:trace>
  <inkml:trace contextRef="#ctx0" brushRef="#br0">14945 16050 76 0,'-12'0'19'0,"12"-23"22"0,0 23-19 0,12-25-11 0,-12 13-4 0,0-24-4 0,0 1 0 0,-12-1 0 0,-12 0-1 0,1 24-1 0,-13-1 0 0,0 13 0 0,0 0-1 0,1 13 3 0,-13 24-2 0,-12 22 0 0,13 0 0 0,34-11-1 0,13-13 1 0,60-35 0 0,36-23 1 0,-25 11-2 0,-23 59 2 0,-12 49 3 0,-25-24-1 0,-22-13-2 0,-14 0-2 0,2-22-26 0,23-14-66 0,23-23 20 0</inkml:trace>
  <inkml:trace contextRef="#ctx0" brushRef="#br0">15433 16085 78 0,'0'-24'25'0,"0"-47"-1"0,24 24 4 0,-12 23-16 0,-37 0-4 0,-21 24-4 0,-14 24 0 0,12 11-2 0,25 13-2 0,34 23 0 0,37 25 0 0,-12-25-1 0,-24-11 1 0,-36-25 3 0,-48-23 0 0,36-35 0 0,25-25-1 0,82-35-3 0,25 11-11 0,-1 12-29 0,-24 37-39 0,-71 23 41 0</inkml:trace>
  <inkml:trace contextRef="#ctx0" brushRef="#br0">15730 15954 79 0,'0'0'0'0,"13"-23"46"0,-1 11-4 0,-12 70-24 0,0 26-13 0,36 12-2 0,-13-25-2 0,-23-35 0 0,-35-13-10 0,-37-23-34 0,37-34-77 0</inkml:trace>
  <inkml:trace contextRef="#ctx0" brushRef="#br0">15779 15872 77 0,'47'-50'32'0,"13"4"-6"0,-1-2-23 0,13 12-6 0,11 13 2 0,-23 23 0 0,-25 11 2 0,-23-11 0 0,-12 12-32 0,0 0-47 0</inkml:trace>
  <inkml:trace contextRef="#ctx0" brushRef="#br0">16349 15478 81 0,'0'0'0'0,"-11"-37"32"0,35 27 2 0,48 93-19 0,-1 107-6 0,-23 49 3 0,-48-50-3 0,-84-68 0 0,-23-50-7 0,12-37-14 0,47-21-147 0</inkml:trace>
  <inkml:trace contextRef="#ctx0" brushRef="#br0">17279 15966 81 0,'-12'-12'25'0,"-35"-11"21"0,-1 11-13 0,37-1-16 0,70 13-11 0,60-11-3 0,35 11-1 0,-23 11-1 0,-34-11-13 0,-74 0-41 0,-35-23-59 0</inkml:trace>
  <inkml:trace contextRef="#ctx0" brushRef="#br0">17624 15717 111 0,'0'0'0'0,"-59"105"35"0,23 4-8 0,24-2-19 0,-12-24-9 0,0-23-66 0,24-38-7 0</inkml:trace>
  <inkml:trace contextRef="#ctx0" brushRef="#br0">18529 15525 68 0,'-48'-11'52'0,"-35"-1"-21"0,48 1-12 0,70 11-14 0,96 11-2 0,36-22 2 0,-60 11-1 0,-84 23 5 0,-59 84 3 0,2 12-7 0,10-12-4 0,12-11-1 0,-25-12-35 0,3-13-56 0,22-71 17 0</inkml:trace>
  <inkml:trace contextRef="#ctx0" brushRef="#br0">18470 15906 98 0,'-48'-34'38'0,"37"9"3"0,70 0-27 0,108 15-7 0,35-14-2 0,-23 24 0 0,-84-12-3 0,-47 0-4 0,-2 12-45 0,-21 24-83 0</inkml:trace>
  <inkml:trace contextRef="#ctx0" brushRef="#br0">18565 16228 109 0,'-120'0'48'0,"62"12"-21"0,58 1-12 0,94-13-8 0,97 0-2 0,24-25-2 0,-37 13 0 0,-82-1-2 0,-50-9 1 0,-21 10-3 0,-14 12-53 0,2 12-79 0</inkml:trace>
  <inkml:trace contextRef="#ctx0" brushRef="#br0">18708 16645 143 0,'0'-36'24'0,"0"36"1"0,0 48-10 0,-12 107-3 0,-1-24-7 0,2-36-5 0,-12-36-9 0,11-36-53 0,12-23-61 0</inkml:trace>
  <inkml:trace contextRef="#ctx0" brushRef="#br0">18969 16728 62 0,'0'-35'22'0,"13"-1"19"0,-1 0-4 0,12 12-17 0,-1 11-7 0,-11 3-5 0,0 10-5 0,0 0-1 0,-12 10 3 0,-12 3 1 0,0 24-2 0,0 10-1 0,-11 11-1 0,23-8-3 0,23-27 4 0,49-23-3 0,-14 35 0 0,-22 12 0 0,-47 2 2 0,-14-2-7 0,-21-22-45 0,22-14-105 0</inkml:trace>
  <inkml:trace contextRef="#ctx0" brushRef="#br0">20304 15169 137 0,'0'0'0'0,"12"-59"23"0,-109 153-2 0,-92 156-6 0,69 13-12 0,120-49-1 0,96-47-3 0,46-49-26 0,-35-70-113 0</inkml:trace>
  <inkml:trace contextRef="#ctx0" brushRef="#br0">20566 15751 87 0,'0'-71'38'0,"0"48"-2"0,-60 94-21 0,1 73-7 0,46-14-5 0,49-47-1 0,36-59 2 0,-1-95-1 0,-23-48 6 0,-60-36-5 0,-71 48-15 0,23 71-67 0,47 24-15 0</inkml:trace>
  <inkml:trace contextRef="#ctx0" brushRef="#br0">20923 15657 154 0,'12'-24'24'0,"-24"0"-5"0,0 0-19 0,24 24-71 0,36 0-28 0</inkml:trace>
  <inkml:trace contextRef="#ctx0" brushRef="#br0">21447 15596 86 0,'-12'-23'33'0,"0"23"-4"0,-24 23-2 0,-23 38-15 0,59-1-9 0,71-1-2 0,25 24 0 0,-73-11-1 0,-58-13 4 0,-84-11-22 0,47-36-56 0,60-35-14 0</inkml:trace>
  <inkml:trace contextRef="#ctx0" brushRef="#br0">21387 15609 72 0,'36'-71'58'0,"36"24"-40"0,46 22-19 0,14 13-89 0,-109 12 50 0</inkml:trace>
  <inkml:trace contextRef="#ctx0" brushRef="#br0">22114 15692 56 0,'0'-12'6'0,"36"-35"8"0,-1-1 13 0,-23 13 3 0,-24-1-11 0,12 0-9 0,-24 24-4 0,0 0-2 0,-23 12 0 0,-14 12 2 0,3 24-2 0,-2 0-1 0,14 11-2 0,46-11 0 0,46-24 1 0,38-36-1 0,-25 24 0 0,-23 48 2 0,-25 35 3 0,-22-11-4 0,-1-12-4 0,-1-26-42 0,2-9-104 0</inkml:trace>
  <inkml:trace contextRef="#ctx0" brushRef="#br0">22328 15609 114 0,'36'-59'31'0,"23"23"-6"0,-11 47-9 0,-24 49-9 0,-24 24 0 0,0-13-2 0,-36-11 1 0,-47-13 1 0,35-22-1 0,12-2-3 0,48-23 1 0,48 0-3 0,58-12-1 0,2-12-8 0,-37-13-46 0,-34 15-93 0</inkml:trace>
  <inkml:trace contextRef="#ctx0" brushRef="#br0">22970 15359 138 0,'0'36'1'0,"36"131"15"0,-23 11 1 0,-62-35-10 0,-94-60-11 0,-11-11-140 0</inkml:trace>
  <inkml:trace contextRef="#ctx0" brushRef="#br0">23221 14895 114 0,'-36'-36'32'0,"48"24"-30"0,72 24 3 0,93 24 2 0,4 24 0 0,-111-13 2 0,-70 1 6 0,0 83-5 0,-36 95-5 0,2 59-3 0,-15-11-1 0,14-24-1 0,-13-108 2 0,-23-46 8 0,-25-60 1 0,-95-13-7 0,-154 14-8 0,94 34-127 0,229-47 63 0</inkml:trace>
  <inkml:trace contextRef="#ctx0" brushRef="#br0">346 6429 98 0,'-13'-11'4'0,"-59"-37"-1"0,97 25 1 0,70-2 6 0,60 0 3 0,23 15 2 0,-22-14-5 0,-60 24-5 0,-26 0-4 0,2 13 0 0,-48-13-35 0,-12 34-87 0</inkml:trace>
  <inkml:trace contextRef="#ctx0" brushRef="#br0">440 8060 100 0,'-11'0'2'0,"-85"37"0"0,13-14 21 0,60-23 2 0,57 0-16 0,111 0-2 0,70 0 1 0,10-12 0 0,-58 1-3 0,-60-2 0 0,-71 13-1 0,-26 0 0 0,-44 0-9 0,-2 0-96 0,36 0 39 0</inkml:trace>
  <inkml:trace contextRef="#ctx0" brushRef="#br0">10622 17740 11 0,'0'0'18'0,"0"-13"-10"0,0 26 9 0,0 11-6 0,0 23-9 0,12 1-5 0,0 12 1 0,-12-1-3 0,12-11 2 0,0-12 0 0,1 0 1 0,-2-26 7 0,1 15-4 0,-1 0-1 0,14-2-1 0,22-12 1 0,1 2 0 0,23-1 1 0,36-12-1 0,24 0 2 0,23-12 0 0,121-24-4 0,70-12 0 0,-47 25 5 0,11 11-1 0,13-12-1 0,12-1 2 0,35 2-1 0,24 12-1 0,-1-2-1 0,25 1-2 0,24 0 2 0,12-11 1 0,35-13 2 0,0 11 3 0,0 14 1 0,1 11-3 0,-1 0-3 0,12 0-5 0,0 11 3 0,48 14-3 0,-84 0 3 0,1-2 2 0,22-46 3 0,26-38 3 0,-60 14-4 0,-120-13 0 0,-107 1 6 0,-59 10-1 0,0 15-5 0,23 9-1 0,2 13-1 0,-28-11 0 0,-20-13-6 0,-107-12 10 0,-14 0-12 0,-23-23-28 0,24 24 15 0,-1-13 12 0,13 24 12 0,-24-23 7 0,-12 47 2 0,0 12-4 0,0 48-3 0,-48 118-1 0,-47 1-35 0,59-119-24 0</inkml:trace>
  <inkml:trace contextRef="#ctx0" brushRef="#br0">3370 17656 78 0,'-59'-23'60'0,"-61"-13"-22"0,84 24-22 0,108 1-16 0,119-25 0 0,131-1-12 0,-145 37 13 0,-92 13-12 0,-63 11-39 0,-44 12-13 0,-14-13 18 0</inkml:trace>
  <inkml:trace contextRef="#ctx0" brushRef="#br0">3334 17811 40 0,'0'0'0'0,"-130"0"68"0,-1 0-33 0,119 0-18 0,142-23-16 0,179-25 6 0,85-11-1 0,-13 23 5 0,-130 13-9 0,-193 34-6 0,-81 25-54 0,-1-12-47 0</inkml:trace>
  <inkml:trace contextRef="#ctx0" brushRef="#br0">7371 17336 61 0,'-36'-12'15'0,"-82"0"-5"0,70 12 17 0,60 0-15 0,178 12-7 0,96-12 0 0,36-12 1 0,-48 12 2 0,-191 0-5 0,-131 24-8 0,-23-1-42 0,47 1-44 0</inkml:trace>
  <inkml:trace contextRef="#ctx0" brushRef="#br1">23066 1118 1 0,'-11'0'1'0,"11"0"1"0,-13-11 3 0,13-1-2 0,0-11 2 0,13 11-3 0,11-1 1 0,10 13 1 0,2 0 0 0,12 0-2 0,0-11 0 0,1-1-3 0,8 12 2 0,-8 0-1 0,-2 0 1 0,0 0-2 0,2 12 1 0,10-12 1 0,12 0-2 0,1 11 1 0,-12 2 0 0,-1-13-1 0,-12 0 1 0,26 12 2 0,-3-12-1 0,2 0-1 0,1 0 0 0,-3-12 2 0,14 12 0 0,-25 0-1 0,13 0 1 0,-12-13 0 0,-1 13 0 0,-12-11-2 0,1 11 3 0,-2 0 0 0,3 0 0 0,-1 0-1 0,-24 0 1 0,11 11-1 0,1 2 0 0,0-13 0 0,-13 12 0 0,1 0-1 0,0-12-1 0,0 11 1 0,-24-11-1 0,24 12 1 0,-11-12-1 0,-2 0 0 0,1 11 0 0,-12-11 0 0,11 0 1 0,-11 0-1 0,0 13 0 0,0-13 0 0,0 0 1 0,0 12 0 0,0-12 0 0,0 0-1 0,0 0 0 0,-11 12 0 0,11-12 1 0,0 0-1 0,0 0 1 0,0 0 0 0,-12 0 0 0,12 0-1 0,12 0 0 0,-1 0-5 0,-11 0-10 0,0 0-8 0,0 13-14 0</inkml:trace>
  <inkml:trace contextRef="#ctx0" brushRef="#br1">10574 4834 13 0,'-36'-11'19'0,"25"11"-11"0,11-13-4 0,0-11 1 0,11 11 1 0,2-21-1 0,10-3 0 0,-10 3-3 0,-1-14 0 0,-1 12-1 0,-11 12 1 0,0-12 3 0,-23 13 1 0,-13-2-2 0,12 14-2 0,-1 11-1 0,3 11 0 0,-14 14-1 0,0 21 1 0,12-9 0 0,12 10 0 0,-1 1-1 0,13-12 1 0,0-12-1 0,13 0 1 0,10-14-1 0,13-10 1 0,1-10 0 0,-3-26 0 0,2-12 0 0,-23 24-1 0,10-11 0 0,-23 12 2 0,0-2-1 0,13 25 0 0,-13 0 0 0,12 36 0 0,-1 47-1 0,13 36 1 0,0 12-1 0,-12-12 3 0,-12-12-1 0,13-36 1 0,-13-34-1 0,0-26 0 0,0-11 0 0,11 12-45 0,1-12-25 0</inkml:trace>
  <inkml:trace contextRef="#ctx0" brushRef="#br1">9968 3404 10 0,'-12'-23'17'0,"-12"-12"4"0,12 11-7 0,12 12-3 0,12 24 6 0,12 24-10 0,11 23-4 0,13 12 0 0,-1-11-1 0,1-12 1 0,0-14-3 0,-12-21 3 0,-13-26-1 0,1-33-1 0,0-13-1 0,-12-1 0 0,-12-12-2 0,-12 12 2 0,0 26-1 0,12 9 0 0,0 25 1 0,0 59 3 0,0 49 1 0,12 23 0 0,0 11-2 0,12-21 2 0,-24-63-2 0,13-11 1 0,-13-22-2 0,11-25-13 0,12-12-87 0</inkml:trace>
  <inkml:trace contextRef="#ctx0" brushRef="#br1">11361 3155 33 0,'0'0'2'0,"-36"-48"19"0,24 37-15 0,24 34-1 0,-1 25 10 0,2 24-5 0,11-1-2 0,-1 0-2 0,-12-11-3 0,-11-24 2 0,0-25 0 0,-11 1 0 0,0-35-2 0,-1-13-3 0,0-12 1 0,12 1-1 0,-12-25-3 0,12 13 3 0,0-12-2 0,0 23 2 0,0 12 0 0,24 24-1 0,-1 12 1 0,1 25 1 0,12 21 0 0,23 38 0 0,1-25 1 0,0-11-2 0,-13-12 2 0,-11-12-1 0,-12-24 0 0,0 0 0 0,-2-48-1 0,-9 0-1 0,-13-23 1 0,-13 12-1 0,3-12 0 0,-2 10 0 0,12 14 0 0,0 11 0 0,0 12 1 0,0 12-1 0,0 12 1 0,22 12-16 0,39 35-35 0,-37-34 4 0</inkml:trace>
  <inkml:trace contextRef="#ctx0" brushRef="#br1">11647 4084 11 0,'-25'0'20'0,"2"0"4"0,12 0-19 0,34 0-1 0,13-12 0 0,23-12 3 0,1 0 1 0,11 1-2 0,-12-1-2 0,1 12 0 0,-24-13-1 0,-25 14 2 0,2 11-3 0,-13 0-2 0,12-12-1 0,-1 12-17 0,13 0-32 0,-24 0 24 0</inkml:trace>
  <inkml:trace contextRef="#ctx0" brushRef="#br1">11492 4155 50 0,'0'-12'16'0,"-13"1"-2"0,38 11-11 0,-14 47 10 0,-11 13-3 0,0 11-1 0,0 1-4 0,0-12-1 0,0-1-2 0,0-13 0 0,0-9-1 0,0-24 1 0,0-13 1 0,24-37-1 0,0 1-2 0,24-12 1 0,11 1-1 0,1 0 0 0,-2 11 0 0,3 24 1 0,10 12-1 0,-11 37 0 0,-12-3 0 0,-13 26 0 0,-11 11 0 0,-12 1 2 0,-24-1-1 0,-36-11 1 0,-11-1 2 0,-12-23 1 0,11-13 0 0,12 2 0 0,13-13-1 0,23-12-3 0,12 0 0 0,0 0-1 0,12 0-12 0,0 11-106 0</inkml:trace>
  <inkml:trace contextRef="#ctx0" brushRef="#br1">10349 6239 27 0,'-24'-13'7'0,"0"13"2"0,24 0-8 0,24-11 2 0,-11-25 8 0,-2 1 0 0,-22-1-7 0,-2 24-2 0,1-13-1 0,0 14 0 0,-24-1 0 0,0 1 0 0,0-1 1 0,-11 0 1 0,24 12-1 0,10 12-1 0,2 0 0 0,-2 22 1 0,13 39-1 0,13-2 0 0,-2-23 0 0,13-24 0 0,-1-24 1 0,26-36-1 0,-26-12 0 0,61-59 0 0,-48 71-1 0,-26 36 1 0,3 24 1 0,-13 47-1 0,12 50 2 0,-12-3-1 0,0-23-1 0,11-24-1 0,2-35 1 0,-1-12-2 0,-1-24-20 0,14 0-59 0</inkml:trace>
  <inkml:trace contextRef="#ctx0" brushRef="#br1">10683 5989 15 0,'-13'-12'11'0,"13"12"4"0,0 23 5 0,0 48-10 0,13 37-7 0,10-11-1 0,1-26-1 0,22-24 2 0,3-23-2 0,-13-24-1 0,-1-24 2 0,-12-12 0 0,-23-25 0 0,-11 15-1 0,-24-26 0 0,-13 14-2 0,-1 8 3 0,3 39-2 0,10 11-1 0,0 0 0 0,0 24 4 0,36-24-5 0,12 12 2 0,37-24 0 0,10-1 0 0,0-21-1 0,1-3 2 0,-13 3-1 0,0-3 2 0,-22 24-1 0,-14 3 0 0,-11 33 0 0,0 14-1 0,13 10 1 0,22 11-1 0,-12-8 0 0,13-4-1 0,-23-21 3 0,10-14-2 0,13-11 0 0,-12-11 1 0,0-14-1 0,1 2 1 0,-14 0 0 0,-11-2-1 0,0-11 1 0,0 1-1 0,-11-1 0 0,-2 13 1 0,-11-2-1 0,-24 0 1 0,1 4 0 0,11 8 0 0,12 13 0 0,12 0-1 0,12 13-1 0,-11 33-17 0,-2 2-58 0</inkml:trace>
  <inkml:trace contextRef="#ctx0" brushRef="#br1">12194 5382 5 0,'-35'-48'21'0,"35"23"-9"0,12 2-4 0,11 23-2 0,-12 36-1 0,-22 12 3 0,-12-1-2 0,11-11-2 0,12-12-4 0,12-24 1 0,35 12-1 0,1 0 1 0,23 12-1 0,-24-1 1 0,1 25-1 0,-36-25 8 0,-59 25 1 0,-13 0 0 0,-11-12-3 0,23-13-5 0,35-23-6 0,13 0-27 0,0-23-31 0</inkml:trace>
  <inkml:trace contextRef="#ctx0" brushRef="#br1">12123 5441 53 0,'0'0'0'0,"-36"-48"21"0,72 14-19 0,59-3-4 0,24 1-23 0,-36 13-24 0</inkml:trace>
  <inkml:trace contextRef="#ctx0" brushRef="#br1">12540 5204 35 0,'0'0'4'0,"-49"23"18"0,26 36-18 0,35 14-3 0,12-15 0 0,-1-22 0 0,25-12 1 0,0-12-1 0,12-12 1 0,-25-12 0 0,-24-12 0 0,-11 1 0 0,-23-14-1 0,-12 3 0 0,11-3-1 0,-12 24 2 0,12 2-2 0,0-1 1 0,1 12 0 0,23-11-1 0,0 11 1 0,35-12-1 0,13-24-1 0,22 0 1 0,-21 12 2 0,11 1-1 0,-37 12 0 0,1 11 0 0,-12 21 0 0,-1 16 0 0,2-13 0 0,10-1-1 0,13-10 0 0,-12-26 1 0,12-21 0 0,0-16-1 0,-25 4 2 0,-22 10 3 0,-25 0-1 0,-12 24 0 0,-11 24-4 0,-2 48-12 0,-21 48-76 0</inkml:trace>
  <inkml:trace contextRef="#ctx0" brushRef="#br1">10134 7298 78 0,'0'0'0'0,"-131"37"9"0,72 10-8 0,59-35-1 0,70-24 2 0,62-72 3 0,47-34 1 0,34-3-3 0,2-21-1 0,-24 35 2 0,-48 12-2 0,-60 58-1 0,-83 37-6 0,-59 73-34 0,23-25-19 0</inkml:trace>
  <inkml:trace contextRef="#ctx0" brushRef="#br1">12444 6132 27 0,'0'0'0'0,"-132"47"18"0,38 0-13 0,35-10 4 0,35-24 7 0,12-13-11 0,48 0-3 0,59-61-2 0,71-46 1 0,49-24 1 0,-14 24 2 0,-20 11-4 0,-51 37 2 0,-70 11 4 0,-50 48 4 0,-32 0-7 0,-14 0-3 0,0 36-16 0,23-12-65 0</inkml:trace>
  <inkml:trace contextRef="#ctx0" brushRef="#br1">10658 5535 51 0,'-71'0'17'0,"-14"-10"-2"0,63 10-11 0,22 10-5 0,35-10 5 0,37-34 8 0,47-26 0 0,36-35-2 0,-12 35-6 0,-60 49-3 0,-72 11 2 0,-81 47 3 0,-75 36-3 0,-8-11 0 0,22-14 1 0,70-33 1 0,50-25-4 0,58-12 0 0,49-1-17 0,-36 13-92 0</inkml:trace>
  <inkml:trace contextRef="#ctx0" brushRef="#br1">11860 5204 57 0,'-23'0'22'0,"-96"11"-11"0,36 25-6 0,70-12 2 0,38-36 3 0,10-13-7 0,156-69 8 0,-61-1-3 0,2 24-6 0,-49 10-1 0,-59 49-1 0,-36 24 7 0,-70 36-4 0,-63 36 0 0,-9 0-3 0,23-13 3 0,71-60-1 0,49-11 0 0,82-11-1 0,60-49-2 0,23-24 2 0,-34 25 0 0,-38 23-3 0,-69 72-71 0,-13-13 16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14731 17383 6 0,'-24'0'17'0,"12"0"4"0,-12 0-1 0,12-12-2 0,-1 12 9 0,2-12-5 0,0 12-8 0,11 0-4 0,0-13-1 0,0 13-5 0,35 0 0 0,37-10 0 0,11 10 2 0,36 0-3 0,0-12-2 0,-12 12 0 0,-11 0 1 0,-25 0 1 0,13 0-2 0,-13 0 1 0,-1-12-2 0,-21 24 3 0,-1-24-1 0,-24 12-2 0,-1-12 1 0,-11 12 0 0,-12-12-11 0,0 12-47 0,-48 24-64 0</inkml:trace>
  <inkml:trace contextRef="#ctx0" brushRef="#br0">14588 17407 44 0,'-24'0'24'0,"12"0"2"0,12 0-10 0,0 0 2 0,23 0-3 0,2 0-5 0,34-11-4 0,25 11-2 0,23 0 0 0,0 0-1 0,-1 0-1 0,3 0 0 0,-3 0 1 0,14 0-1 0,-1 0-1 0,-36 0 1 0,-24 11 0 0,-35-11 1 0,-12 0 1 0,12-11-1 0,-13 11-1 0,2 0 0 0,-1-13 0 0,-12 13 2 0,0 0-2 0,0 0-1 0,0 0-1 0,0 0-99 0,-12 13 5 0</inkml:trace>
  <inkml:trace contextRef="#ctx0" brushRef="#br0">2942 17359 13 0,'-24'0'26'0,"0"0"4"0,-12 0-1 0,24-13 7 0,-11 13-8 0,10-10-9 0,13 10-10 0,13 0-4 0,46 0 1 0,71-12-2 0,26 12-4 0,-13 0 0 0,-36 0 0 0,-35 12 1 0,-49-2-1 0,0-10 1 0,2 0 0 0,-1-22-4 0,-12 10-27 0,-24 0-41 0,-24 12-21 0</inkml:trace>
  <inkml:trace contextRef="#ctx0" brushRef="#br0">2870 17430 55 0,'-71'0'21'0,"-1"0"15"0,25 0 1 0,34 0-13 0,38-11-11 0,46-1-3 0,36 1-1 0,24-2-3 0,0 13-3 0,-12 0-5 0,-36 13 2 0,-35-2 1 0,-12 1-1 0,12-1 1 0,-1-22 0 0,1-1 1 0,-24-12-7 0,-24 24-17 0,-36 0-38 0,12 0-49 0</inkml:trace>
  <inkml:trace contextRef="#ctx0" brushRef="#br0">2763 17430 43 0,'-23'0'14'0,"-37"0"16"0,36 0-2 0,12 0-10 0,35-11-7 0,50-1-1 0,45 1-1 0,13-2-4 0,12 1-4 0,-12 12-1 0,-35 0 2 0,-37-12-1 0,-11 12 1 0,-1-13-1 0,-11 13 2 0,-13-10-1 0,-10 10 2 0,10-12-3 0,-23 0-14 0,-23 24-75 0,10-12 37 0</inkml:trace>
  <inkml:trace contextRef="#ctx0" brushRef="#br0">1489 17562 23 0,'0'-11'12'0,"-36"-62"23"0,24 38 2 0,0 11-4 0,12 35-20 0,12 49-2 0,-12 1 1 0,-12-15-1 0,24-34-1 0,94-59-9 0,73-108 6 0,13 12 0 0,-73 24-1 0,-49 71-2 0,-45 25-2 0,-25 23-4 0,24 0-25 0,0 46-44 0,-48-21-33 0</inkml:trace>
  <inkml:trace contextRef="#ctx0" brushRef="#br0">1096 17681 53 0,'-12'0'26'0,"-13"-12"12"0,14-1-11 0,11 38-10 0,11 34-7 0,2 1-4 0,11-12-6 0,0-14 1 0,12 3-1 0,10-13 6 0,63-60 2 0,45-71 1 0,84-60 0 0,12-11-11 0,-154 94 6 0,-38 25 0 0,-22 35-1 0,-36 11-2 0,0 26-12 0,-23 45-113 0,10-45 70 0</inkml:trace>
  <inkml:trace contextRef="#ctx0" brushRef="#br0">6074 9655 16 0,'-36'0'12'0,"-36"0"9"0,1 13-12 0,-1-13 1 0,25-13 6 0,-2 13-4 0,15 13-2 0,11-13-6 0,46 0 7 0,72 0-6 0,59 0-1 0,97-13-1 0,70 13-2 0,25 0 1 0,11 0-2 0,-48 0-2 0,-70 13 4 0,-73-1 0 0,-59-12-1 0,-48 12 3 0,-46-12 1 0,-13 0 5 0,-49 0-5 0,-69 0-1 0,-96 0-2 0,-48-12 0 0,-36 12 2 0,-35 12-1 0,11-12-2 0,59 13 1 0,86-13-1 0,34 0-1 0,24 0 0 0,11 21 2 0,37 4-3 0,35-13 1 0,36 1 1 0,60-13-1 0,130-13 3 0,108-11-2 0,71 11-2 0,35 13 1 0,-23 13-3 0,-70 11 1 0,-73-11 2 0,-95-2 1 0,-60-11-1 0,-60-11 1 0,-10 11 3 0,-1-13 0 0,-12 13-1 0,-25-12-3 0,-22 12-3 0,-12 12-148 0</inkml:trace>
  <inkml:trace contextRef="#ctx0" brushRef="#br0">6717 10120 27 0,'0'-23'21'0,"0"12"-7"0,0-2 1 0,0 1 2 0,0 12-6 0,-12 25 0 0,-24 9-3 0,-1 26-1 0,-22 22-2 0,0 14 0 0,-25 13 1 0,1 9 0 0,-13 1-3 0,2 12-2 0,-14-13 4 0,1 14 1 0,12-1-1 0,-12 0-1 0,12 11-2 0,11-21 1 0,1-3-2 0,0-10 3 0,11 10-1 0,1-23 0 0,11-35-3 0,12-13 1 0,14-11 0 0,-3-11 1 0,25-14-1 0,12-11 2 0,0-36-3 0,0-12 0 0,24-11 0 0,-12-24 1 0,12-1 0 0,-1 2-2 0,-10 21 3 0,-13 1-2 0,0 13 2 0,0 10-4 0,12 27 3 0,-1-1-1 0,1-2 0 0,-12 13-1 0,0 13 0 0,0 21 2 0,0 14-1 0,-12 23 0 0,-11 2 0 0,10 9 0 0,2-9 0 0,-1-15 0 0,-12-11 2 0,12-10-2 0,0-14 1 0,12-12 0 0,0 2-1 0,0-1 2 0,12 0 0 0,13-12 0 0,45 0-1 0,26-24 1 0,10 11-2 0,-10 2 2 0,-36-1 1 0,-37 1 4 0,-23 11-2 0,0 0-2 0,0 0-6 0,-11 0-108 0,-1 11 4 0</inkml:trace>
  <inkml:trace contextRef="#ctx0" brushRef="#br0">3430 14109 15 0,'-12'0'18'0,"-24"-12"3"0,-12 0-4 0,-11-1 1 0,11 13-2 0,25-11 1 0,10 11-4 0,13 0-3 0,25 0-5 0,70-12 0 0,48 1-3 0,71-1 0 0,35 0-2 0,2 24 5 0,-36-12-5 0,-48 0 3 0,-49-25-2 0,-21 14 0 0,-40-1-1 0,-21 1 2 0,-23-2 0 0,-1 13 1 0,-24-12-1 0,-37 12-2 0,-69 12 1 0,-49 1-1 0,-72-2-1 0,-22 1-1 0,-13-12 1 0,-178 0 3 0,273 0-1 0,48 11 0 0,48-11 0 0,47 13-1 0,24-13 1 0,36 0 0 0,94-13-1 0,74 2 0 0,58-1 1 0,24 12-2 0,11 12 3 0,-59-1 1 0,-35 2-3 0,-71-13 1 0,-73 0 0 0,-11 0 0 0,-36 0 0 0,0 0 0 0,-72 0-1 0,-71 12 0 0,-70 0 0 0,-39-1-3 0,-9 1 3 0,11-1 0 0,47 2 0 0,61-1 2 0,70-12-2 0,72 0 0 0,23 0 0 0,84 0 0 0,61 0-1 0,58 0 2 0,60 0-1 0,0 25 5 0,-48-14-4 0,-47-11 0 0,-73 0 0 0,-58-11-1 0,-36-2 2 0,-24 13-1 0,-36-12-1 0,-71 0 0 0,-84 12 0 0,-83-13-1 0,-10 2-2 0,-4 11 4 0,27 0 0 0,94 0-1 0,60-12 1 0,59 12-1 0,35 0 0 0,49 0-1 0,84 0 1 0,71-11-1 0,58 11 1 0,39 11-1 0,8 1 4 0,-57-1-1 0,-84 14-2 0,-72-25 0 0,-48 0 1 0,-23-12-1 0,-12-1-1 0,-35 2 2 0,-60 11-1 0,-96-12 1 0,-36 1-2 0,-34 11-3 0,-2 0 4 0,48 0 1 0,85 0-1 0,94 0 1 0,84-12-2 0,107 0 1 0,94-1-2 0,38 26 3 0,-1-1 1 0,-48 0-1 0,-72-1 0 0,-46-11-1 0,-61 0-1 0,1 0 5 0,-37-11-4 0,1 11-1 0,-1-12 2 0,-10 12 0 0,-1 0-2 0,-12 0 2 0,0 12-1 0,0-12 0 0,0 0 0 0,-12 0-23 0,-59 23-75 0,59-23 47 0</inkml:trace>
  <inkml:trace contextRef="#ctx0" brushRef="#br0">917 13383 16 0,'-12'-60'26'0,"-11"1"-6"0,11 23 3 0,12 24-8 0,12 48 7 0,-1 106-1 0,-11 121-5 0,-11 58-8 0,-1-22-4 0,24-73-1 0,11-84 1 0,-11-35-1 0,-12-83-1 0,0-84-43 0,12-71-83 0</inkml:trace>
  <inkml:trace contextRef="#ctx0" brushRef="#br0">667 13335 21 0,'0'-25'33'0,"-12"2"2"0,12 0-10 0,0-2-9 0,59 2-7 0,48-13-1 0,61 11-3 0,58 15-4 0,24-1-1 0,0-2-2 0,-35-11 4 0,-49 11-1 0,1 2-2 0,-24-1 2 0,-48-12 2 0,-1 24 0 0,-33 0-2 0,-14 13 2 0,1-2-1 0,0 1-2 0,-12 12 1 0,-13 13-2 0,1 34 3 0,0 11-3 0,-12 49 5 0,12 48 1 0,-12 11 2 0,0-10-2 0,-2-14 0 0,-10-22 0 0,0-26-1 0,0-23-2 0,0-48 1 0,0-35-6 0,0-12-39 0,0-35-101 0</inkml:trace>
  <inkml:trace contextRef="#ctx0" brushRef="#br0">953 14776 51 0,'-48'0'15'0,"-23"12"15"0,11-12-3 0,25 0-2 0,23 0-9 0,12 0-7 0,12 0 1 0,59 0-3 0,36-25-2 0,35 2-3 0,50 12-1 0,22-14 0 0,0 13 2 0,-11-11-4 0,22 12 0 0,-33-2 1 0,-39-11 0 0,-21 24 1 0,-36-13 0 0,11 13 1 0,-24 0-1 0,-23 13 1 0,-14-13 1 0,-21 0 0 0,-1 0 0 0,-12-24-14 0,-37 12-147 0</inkml:trace>
  <inkml:trace contextRef="#ctx0" brushRef="#br0">11504 13645 53 0,'-12'-72'22'0,"-1"14"0"0,13 8 12 0,13 3-8 0,-13 35-11 0,23 358 4 0,-11-120-12 0,24-11-5 0,0-49 2 0,-13-22-3 0,-23-50 1 0,0-46-1 0,0-35-5 0,-23-63-30 0,-1-55-61 0,12 55 27 0</inkml:trace>
  <inkml:trace contextRef="#ctx0" brushRef="#br0">11420 13478 52 0,'-24'-24'16'0,"1"12"3"0,35-24-1 0,59-10-7 0,36 9 1 0,48 1-2 0,23 25-5 0,25-13-2 0,10 24-2 0,-21 12-1 0,-49 0 4 0,-36-12 1 0,-47 0 0 0,-38 0 1 0,-9-12-3 0,10 12-1 0,-10 0-1 0,10 46 0 0,-10 75-1 0,-13 68 1 0,-13 37 3 0,13-23-2 0,13-25-2 0,-1-34 1 0,-12-25 0 0,0-48 0 0,0-58-7 0,-12-26-25 0,-12-34-54 0,-1 36 32 0</inkml:trace>
  <inkml:trace contextRef="#ctx0" brushRef="#br0">11588 14608 75 0,'-13'0'6'0,"-23"-11"8"0,36 11 15 0,0 0-19 0,24 11-1 0,24 2-1 0,47-13 0 0,59-13-2 0,49 2-1 0,24-1-4 0,-1 1 1 0,-13 11 2 0,-45 11 1 0,-48-11-3 0,-73 0 4 0,-47 0 4 0,0-24-7 0,0 0-2 0,-24 1-7 0,12-1-33 0,1 12-107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3108 5763 0 0,'0'-12'0'0,"-11"1"0"0,-1 11 0 0,-36 0 0 0,-23 0 0 0,-13 23 0 0,1 0 0 0,11 2 0 0,12-2 0 0,13 1 0 0,11 13 0 0,1 9 0 0,11 2 0 0,0 11 0 0,11 14 0 0,13 21 0 0,0-12 0 0,0 2 0 0,0 12 0 0,-11 23 0 0,-1 0 0 0,12 24 0 0,0 24 0 0,0-12 0 0,12 11 1 0,-12 1 28 0,0-1-4 0,-12 13 1 0,12-11-5 0,-23 8-3 0,-1-8 0 0,12-1-6 0,0 11-6 0,0-11-5 0,12-24 0 0,0-12 1 0,0 12 1 0,0-36-1 0,0 12 0 0,-12-23 0 0,12 22 0 0,-12-22 2 0,12 23-4 0,-12-37 2 0,12 14-1 0,-12 0 2 0,0-12-1 0,12 10-1 0,12-33 1 0,-12 10-1 0,24-24 1 0,0 0-3 0,12 1 2 0,-2 23-1 0,39-24 4 0,-3-34 0 0,27-1-2 0,10-12 1 0,-24 0 1 0,-47 0 0 0,-12 0 0 0,-12 0-1 0,-12 0-62 0</inkml:trace>
  <inkml:trace contextRef="#ctx0" brushRef="#br0">12051 6502 34 0,'0'0'0'0,"-59"-25"4"0,-37 37-14 0,60-12-10 0</inkml:trace>
  <inkml:trace contextRef="#ctx0" brushRef="#br0">11730 6477 31 0,'-36'-25'30'0,"12"2"3"0,12 12-11 0,1-1-7 0,11 12-1 0,0 0-6 0,0 0-6 0,0 23 2 0,0 37 1 0,0 24 0 0,0 0-2 0,23-13-1 0,-11-24 2 0,12-23 0 0,0-24 6 0,59-37-4 0,60-47-1 0,36-10-2 0,23-13-2 0,-12 11-1 0,-24 37 4 0,-69 13-1 0,-73 33 1 0,-24 13-2 0,11 13-4 0,0 105-170 0</inkml:trace>
  <inkml:trace contextRef="#ctx0" brushRef="#br0">10134 12263 109 0,'-59'-35'12'0,"-25"11"-8"0,13 24 5 0,11 0 1 0,1 0 3 0,23-12-3 0,24 12-2 0,0 0-7 0,24 0 0 0,47 12 0 0,85-24 2 0,82-13-3 0,60 14 2 0,47 11-6 0,24-23 4 0,48 11-3 0,-95 12 5 0,-72-12-2 0,-71 24 0 0,-13-12 1 0,-59 0 3 0,-59 0 1 0,-24 0 1 0,-12-12-1 0,0-1-4 0,-12 2-7 0,24 22-145 0</inkml:trace>
  <inkml:trace contextRef="#ctx0" brushRef="#br0">18387 14740 42 0,'0'0'0'0,"-49"-24"6"0,2 12-1 0,0-13 22 0,11 15-2 0,12-1-5 0,0 11 2 0,12-13-6 0,12 13-9 0,0 0 4 0,84 0-7 0,58-12 0 0,97 12 0 0,59 0-2 0,34 0-1 0,2 12 0 0,-24 1 0 0,-12-2 0 0,-13 12 1 0,-58-11-3 0,-49 0 3 0,-59 1 0 0,-47-13 3 0,-60 0-1 0,0 0 2 0,-12-13-4 0,0 1-1 0,0 0 0 0,0 12 0 0,0-13-1 0,0 3 1 0,-12 10-3 0,-13 0-15 0,-22 10-35 0,1 3-80 0</inkml:trace>
  <inkml:trace contextRef="#ctx0" brushRef="#br0">5133 16276 45 0,'-12'-12'12'0,"-24"-12"1"0,12 24 9 0,12 0-4 0,12-12-4 0,12 12-5 0,37 12 0 0,45-12-1 0,73 0 1 0,83-24-3 0,60 1-3 0,35 11 1 0,36-12-4 0,24 12 1 0,24 12-2 0,-13 0 2 0,-11 0-2 0,-12 24 2 0,-12-12 0 0,12 0 1 0,12-12-3 0,12 10 2 0,-24-10-3 0,-12 0 3 0,-13 13-1 0,337-1 1 0,-373-12 1 0,-70 0 0 0,-71 12 3 0,-60-12 1 0,-48 0-3 0,0-12 3 0,-24-13-3 0,1 15 0 0,-47-2-5 0,-13 12-73 0</inkml:trace>
  <inkml:trace contextRef="#ctx0" brushRef="#br0">26590 11074 255 0,'0'0'0'0,"-57"0"0"0,-303-13 0 0,-198 1 0 0,-109-13 0 0,-59-9 0 0,-239 34 0 0</inkml:trace>
  <inkml:trace contextRef="#ctx0" brushRef="#br0">26794 9705 255 0,'0'0'0'0</inkml:trace>
  <inkml:trace contextRef="#ctx0" brushRef="#br0">26472 9311 255 0,'0'0'0'0</inkml:trace>
  <inkml:trace contextRef="#ctx0" brushRef="#br0">26198 9335 255 0,'0'0'0'0</inkml:trace>
  <inkml:trace contextRef="#ctx0" brushRef="#br0">26091 8954 255 0,'0'0'0'0</inkml:trace>
  <inkml:trace contextRef="#ctx0" brushRef="#br0">26817 13264 255 0,'0'0'0'0,"-48"-12"0"0,-154-12 0 0,-250 1 0 0,237 34 0 0</inkml:trace>
  <inkml:trace contextRef="#ctx0" brushRef="#br0">26305 11359 255 0,'0'0'0'0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  <inkml:brush xml:id="br1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8692 10191 41 0,'0'-11'15'0,"0"-1"-2"0,25 1 13 0,-25-2-4 0,-12 37-3 0,12 24-15 0,-13-2 0 0,2 4 2 0,-13 8-1 0,13 2-1 0,-14-12-2 0,14-1 0 0,-1-11-1 0,-1 12 1 0,2-37 0 0,11 1-1 0,0-1 0 0,0 14-1 0,0-25 1 0,11 0 1 0,14 0 2 0,22-12-3 0,24-1 1 0,25 2-2 0,71-1-1 0,-107 1 4 0,-38-1 0 0,-9 12-1 0,-13 0 0 0,12 12-34 0,35-1-87 0</inkml:trace>
  <inkml:trace contextRef="#ctx0" brushRef="#br0">11504 10383 0 0,'0'-13'15'0,"0"1"23"0,-12 0-10 0,12 1-7 0,0-1 1 0,0 12-6 0,0-11-12 0,12 34-1 0,-1 25 2 0,1 11-1 0,0-13 1 0,0 15-1 0,12-25 0 0,-11 11 2 0,-2-11-2 0,12-24-1 0,-10 1 2 0,-1-13 0 0,11-25-2 0,1 13-1 0,0-12-7 0,0 24-40 0,12 0-26 0,-26 0 20 0</inkml:trace>
  <inkml:trace contextRef="#ctx0" brushRef="#br0">12087 10417 64 0,'0'0'0'0,"0"-23"10"0,12-1-6 0,0 12 17 0,-36 48 9 0,-24 37-19 0,-11-15-3 0,-1 2-1 0,-23-13 1 0,24 1-2 0,11-12-2 0,24-13-2 0,12-11 0 0,12-12-1 0,0 0-2 0,36 0-92 0,-24 0 41 0</inkml:trace>
  <inkml:trace contextRef="#ctx0" brushRef="#br0">15206 10383 47 0,'-23'-25'31'0,"23"2"-12"0,0 11 6 0,0 1-7 0,0 11-9 0,12 11 0 0,-1 24-3 0,-11 1-3 0,13 24 1 0,-1 11-2 0,-1-11 0 0,2-13 0 0,10 1 0 0,-11-24 0 0,-12-12 1 0,0-12 0 0,0 0 1 0,0 11-1 0,-23-11 1 0,-25 24-1 0,-36-11 0 0,1-2 0 0,0 12-1 0,11 14-5 0,-35 58-173 0</inkml:trace>
  <inkml:trace contextRef="#ctx0" brushRef="#br0">2930 12979 35 0,'0'0'0'0,"0"-25"25"0,12 25 15 0,-12-12-10 0,-12 12 9 0,-36 24-32 0,-11-11-2 0,-13-2-2 0,1 1 1 0,47 11-3 0,12 25-1 0,12 24 0 0,36 35 1 0,-24 24 2 0,-1-12 3 0,-11-24 0 0,12-12 0 0,-12-11-3 0,12-25-1 0,1-34-1 0,57-2-14 0,38-22-89 0,-84 11 42 0</inkml:trace>
  <inkml:trace contextRef="#ctx0" brushRef="#br0">8086 12774 78 0,'0'0'0'0,"-25"-21"17"0,25 8 10 0,0 13 1 0,13-12-10 0,35 37-6 0,23-4-5 0,1-8-3 0,-25-1 2 0,-23 0-1 0,-11 1 3 0,-2-2-4 0,-11 12-1 0,12 25-2 0,-12 0 0 0,11 35 3 0,-11 1-4 0,-11 47 1 0,11-12 1 0,11-12-1 0,-11-12 1 0,13-11 0 0,-13-37 1 0,0-23 0 0,0-11 3 0,-13-13-1 0,-46 0-4 0,-48 0-1 0,-72 0-38 0,13 23-126 0</inkml:trace>
  <inkml:trace contextRef="#ctx0" brushRef="#br0">6824 13967 81 0,'0'0'24'0,"0"-13"13"0,12 1-2 0,-24-23-17 0,-1 11-8 0,-23-13-6 0,-10 3-1 0,-38-3-2 0,1 14 0 0,-24-1 0 0,-12 12-1 0,-12 0 1 0,-25-12-1 0,-10 1 1 0,-1 23-3 0,1 11 2 0,23 12-1 0,0 14 1 0,12 10 0 0,-12-10-1 0,11-3-1 0,2-9 3 0,35 11-1 0,12 11 1 0,-13 25-2 0,1-1 2 0,34 0 0 0,38 1-1 0,0 11 0 0,46-11 1 0,25-1 2 0,47-11 1 0,37-1 1 0,34 1-1 0,275-13 2 0,-191-23-4 0,-48 0-2 0,-35-12 1 0,-1-12 0 0,25 0 1 0,12-23-2 0,-13-2-1 0,-59-10 1 0,-49 11 1 0,-33-24 0 0,23 0 0 0,-1-23 0 0,-23 0-1 0,-25 12 2 0,-35-12 1 0,-71-26 1 0,-36-11-4 0,-24 3 0 0,-59 21 0 0,-72 36-44 0,71 48-146 0</inkml:trace>
  <inkml:trace contextRef="#ctx0" brushRef="#br0">14028 13287 25 0,'-13'0'6'0,"13"0"16"0,0-11 2 0,0-1 0 0,0 0-14 0,-11 12-9 0,11 24-41 0,-12-13-20 0</inkml:trace>
  <inkml:trace contextRef="#ctx0" brushRef="#br0">10765 14716 34 0,'-12'-12'24'0,"-24"0"0"0,13-11 0 0,-1 12-9 0,24 11-9 0,24 0 1 0,58 0 3 0,110-25-5 0,106 13-3 0,35 12-2 0,-1 0 0 0,3 12-1 0,-49 13 1 0,-60-4 2 0,-96-8 1 0,-82-13 3 0,-36 0 2 0,-12-13-1 0,0 3-5 0,0 10-1 0,0-11 0 0,0 11 0 0,0 0 0 0,0-13 0 0,12 13-3 0,0-12 3 0,-12 12-4 0,12-12-68 0,24 12-27 0</inkml:trace>
  <inkml:trace contextRef="#ctx0" brushRef="#br0">17612 14561 58 0,'-59'-12'16'0,"35"12"-8"0,24 12 16 0,0-12-10 0,0 0-5 0,11 13-1 0,50-13 2 0,59 0-3 0,57-13-2 0,61 13-3 0,24 0 0 0,12 0-2 0,-11 13 0 0,-37-13 1 0,-37 0 4 0,-44 0-2 0,-39-13 1 0,-34 13-1 0,-37 0 0 0,-35 0 0 0,-23 13-164 0</inkml:trace>
  <inkml:trace contextRef="#ctx0" brushRef="#br0">11015 17371 57 0,'-35'0'23'0,"35"36"-18"0,24-36 12 0,23-11-7 0,13-61 1 0,-13-24-6 0,1-58 1 0,-36 11-3 0,0 1 1 0,-12 34-2 0,-12 61 4 0,12 47-2 0,0 34-4 0,-24 74 1 0,-12 59 0 0,24-13-2 0,24-23-3 0,24-23 3 0,13-37-4 0,8-35 6 0,28-36 0 0,-2-36 1 0,-24-25 0 0,2 3 1 0,-38-14-2 0,-12 13 1 0,-22 11-1 0,-12 25 0 0,-2 11-1 0,-23 35-1 0,12 25 0 0,13 35 1 0,23 1-2 0,23 0-3 0,37-37 2 0,23-23 2 0,49-48-20 0,70-36-47 0,24 1 13 0</inkml:trace>
  <inkml:trace contextRef="#ctx0" brushRef="#br0">12348 17097 15 0,'-23'0'16'0,"0"-11"24"0,11-1-8 0,0 0-15 0,0-24-10 0,0 12 1 0,-24 0 0 0,-11 24-2 0,-1 24-4 0,-12 36-1 0,13-2-1 0,23 26-1 0,12-24-1 0,24-24 2 0,-1-36 1 0,14-12 2 0,22-48-1 0,1 25 0 0,0-13 0 0,-1 23 0 0,1 25 0 0,-24 50-1 0,-12-27-1 0,-12 12 0 0,0 12 0 0,0-10-7 0,10 10-44 0,15-23-45 0</inkml:trace>
  <inkml:trace contextRef="#ctx0" brushRef="#br0">12814 16894 62 0,'11'-34'3'0,"25"-87"10"0,-12 27 21 0,-37 58-16 0,-10 24-5 0,-12 60-8 0,-25 83-2 0,12 36-3 0,35 23-1 0,13 1-3 0,-10-37 7 0,-2-70 10 0,-24-1-16 0,0-35-7 0,12-36-33 0,1-61-51 0</inkml:trace>
  <inkml:trace contextRef="#ctx0" brushRef="#br0">12587 17252 89 0,'-12'-11'4'0,"0"-26"29"0,96-47-4 0,71 61-21 0,11 12-1 0,-47-1-1 0,-107 0 1 0,-12-24-11 0,-12 25-52 0,12 22-53 0</inkml:trace>
  <inkml:trace contextRef="#ctx0" brushRef="#br0">10313 18037 76 0,'-36'0'-3'0,"-23"13"-10"0,59-1 24 0,120-12-5 0,188-59 9 0,180-25 1 0,96 24-5 0,-60 37-1 0,-143-2-2 0,-155 2-4 0,-119-1-5 0,-59 0-27 0,-60-23-40 0,-24 35 28 0</inkml:trace>
  <inkml:trace contextRef="#ctx0" brushRef="#br0">10408 18192 42 0,'0'0'0'0,"-36"0"-7"0,-11 25 8 0,35-13 18 0,143-36 3 0,357-119-2 0,36 47-1 0,-13 37-5 0,-117 23-1 0,-168 13-1 0,-142 11 1 0,-72 0-6 0,-2-12-5 0,-10 1-7 0,13-2-77 0,-1 25 6 0</inkml:trace>
  <inkml:trace contextRef="#ctx0" brushRef="#br0">3763 13787 41 0,'0'0'0'0,"-23"0"11"0,23 0 1 0,0 0-7 0,35 0-7 0,13 0-56 0</inkml:trace>
  <inkml:trace contextRef="#ctx0" brushRef="#br0">4895 13716 49 0,'-12'-12'23'0,"0"12"-27"0,36 0 2 0,-12-13-19 0,-1 13-16 0</inkml:trace>
  <inkml:trace contextRef="#ctx0" brushRef="#br0">5561 13680 51 0,'0'0'6'0,"0"0"-6"0,12 0-1 0,12 0-20 0,-12 0-8 0</inkml:trace>
  <inkml:trace contextRef="#ctx0" brushRef="#br0">6383 13680 30 0,'0'0'16'0,"11"-12"-14"0,-11 12-3 0,25 0-38 0</inkml:trace>
  <inkml:trace contextRef="#ctx0" brushRef="#br0">7383 13609 71 0,'-12'-12'-9'0,"12"1"-38"0</inkml:trace>
  <inkml:trace contextRef="#ctx0" brushRef="#br0">7120 15336 22 0,'0'0'18'0,"13"0"10"0,-13 0-6 0,0-13-4 0,0 13-1 0,12-24-6 0,-1 1-3 0,-11-1 0 0,0-13-1 0,-11 3-2 0,-1-3-1 0,-1 14-1 0,-8-1-1 0,-28-13 1 0,1-9-2 0,-47 21 0 0,-12 2 0 0,0-13 1 0,0 1 0 0,-13 11 1 0,1 0-2 0,-13-12 0 0,14 25-1 0,11-26 2 0,-13 26-1 0,2 11-1 0,-25 0 1 0,0-12 0 0,12 1-1 0,36 22 0 0,71-11 0 0,-71 12 0 0,-12-12 1 0,-24 11-1 0,0 14 0 0,12-2 1 0,12 0-3 0,11 14 2 0,1-1-1 0,12-13 1 0,-1 25-1 0,1 24 0 0,22-12-1 0,15 11 1 0,-2 13 2 0,24-13 0 0,-1 0-1 0,4 13 2 0,8 10-2 0,13-10 0 0,13-2 1 0,8 2 1 0,15-13-2 0,37 0 1 0,22-10 0 0,12-1 1 0,-1-13-1 0,-9 1 1 0,21-13-1 0,-22 1 0 0,-13-13-1 0,-35-23 1 0,11 13 0 0,-23-1-1 0,0 11-1 0,22-11 1 0,39-1 1 0,-13 2 0 0,-14-1 0 0,14 0-1 0,-2 1-1 0,25-13 1 0,37 0 1 0,23-13-3 0,-25 13 1 0,14 0 1 0,-13-24 0 0,10 11 1 0,3 2-2 0,-25-12 1 0,-12-1 0 0,1-12 0 0,-14 0 1 0,-10-11-1 0,-1-13 0 0,-24-11 1 0,1-13-2 0,-13 1 2 0,-23 0-1 0,-11 11 2 0,-25-10-1 0,-13-26 0 0,-23 1-1 0,1 35 0 0,-49 1 3 0,-23-13-2 0,-36-10-1 0,-12-14 1 0,-11 24 0 0,-13 25 2 0,-11 11-1 0,-25 0 0 0,13 1-3 0,10 23 1 0,3 11-2 0,-3 13 1 0,-21 25-1 0,22 23 0 0,-11 0 1 0,-143 47-4 0,214-48 3 0,11 25-1 0,13-13 1 0,12 12 0 0,24 25 1 0,-1 11 0 0,48-13 1 0,12 38 1 0,12-36 0 0,12 23-1 0,12 12-68 0,12-48-36 0</inkml:trace>
  <inkml:trace contextRef="#ctx0" brushRef="#br0">1965 15514 72 0,'-24'0'8'0,"13"-12"16"0,11 12-6 0,11-36-9 0,-11-23-1 0,0-25-2 0,-36-24-3 0,2 50-2 0,-15 11 3 0,2 47-3 0,-2 0 2 0,2 11-3 0,12 37 2 0,-13 23-1 0,12 0 1 0,13 13-1 0,12-25 1 0,-2 1-1 0,13-1 0 0,24-11 0 0,11-36 2 0,1-12 0 0,0-60-2 0,10-11 0 0,-10 0-1 0,0 23 0 0,-23 35 0 0,22 38 0 0,-23 21 0 0,24 4 0 0,-12 9 1 0,12-36-1 0,11-23 1 0,13-48 0 0,-14-46-2 0,3-38 0 0,-26-34 0 0,-10 11 1 0,-13 36 2 0,0 94-3 0,-13 25-1 0,2 73 0 0,11 70 1 0,11 11 0 0,38 1 1 0,9-60 1 0,3-71-1 0,-2-48 1 0,2-71 0 0,-27-72-2 0,-11-23 0 0,-10 59 1 0,-13 71 0 0,-13 37-1 0,2 58 0 0,-1 72 0 0,12 48 1 0,0 0 0 0,48-48 1 0,0-47-1 0,-1-36 2 0,1-48-1 0,-1-36 0 0,-10-22-1 0,-14-14 0 0,-12 37 0 0,-11 9 0 0,0 28 1 0,-11 22-1 0,11 0 0 0,0 12-1 0,-12-2 1 0,1 15 0 0,-2 0 1 0,1-2-2 0,24-23 2 0,12 0-1 0,-1 0 0 0,2 11-1 0,-1 2 2 0,11-1-2 0,1-12 1 0,-12 0 0 0,-24 23 1 0,0 50-1 0,-12-27 0 0,36-10 0 0,12-36 1 0,10-36 0 0,3-35 1 0,-25 23-2 0,-1 48-1 0,-12 36 0 0,14 12 2 0,-14-1-7 0,2-23-21 0,-1-24-10 0,-12-59-4 0,0 11-6 0</inkml:trace>
  <inkml:trace contextRef="#ctx0" brushRef="#br0">3204 14884 24 0,'-13'-37'21'0,"-10"24"-29"0,23 13-16 0</inkml:trace>
  <inkml:trace contextRef="#ctx0" brushRef="#br0">2025 15121 70 0,'-12'0'18'0,"-48"-11"-11"0,108-39 1 0,154-21-8 0,83 0-6 0,-22 37-22 0,-96 21 6 0,-60-11 20 0,-47-23 10 0,-13-13 12 0,-35 36 7 0,-1 37-8 0,-11 81-6 0,0 49-6 0,13-24-3 0,10-60-2 0,25-46 4 0,36-49-4 0,-25 25-1 0,-48 45-1 0,-34 26 0 0,-36-12 1 0,23-48 1 0,24-48 0 0,24-12-3 0,36 37-4 0,-1 12 4 0,1-2 1 0,24-34-2 0,-13-25 2 0,-11-47 0 0,-13-24-2 0,-11 72 3 0,-35 47 4 0,11 36-3 0,-13 71-1 0,26 35 0 0,-2-22-2 0,25-24 0 0,0-36-6 0,-13-85 1 0,13 15 4 0,-24 9 3 0,0 25 1 0,12 0-1 0,12 0-1 0,10-35 1 0,-33 35-1 0,-26 0 4 0,26-11-4 0,10-39 1 0,-10 27-2 0,-62 46 2 0,13 27 2 0,2 21-3 0,81-60 2 0,61-22-5 0,-14-26-3 0,-69 14-29 0,-25 12-54 0</inkml:trace>
  <inkml:trace contextRef="#ctx0" brushRef="#br0">3775 14763 76 0,'0'0'14'0,"0"-23"-8"0,60-25-11 0,-14 25-78 0</inkml:trace>
  <inkml:trace contextRef="#ctx0" brushRef="#br0">2870 14419 37 0,'0'0'0'0,"-35"47"33"0,-1 1 3 0,11-36-9 0,14-12-9 0,35-36-8 0,35-47-2 0,13-26-1 0,35-33-2 0,0 0-1 0,0 35-1 0,-12 23-2 0,1 36 0 0,-26 14 1 0,-9 21-1 0,-25 1 0 0,-13 0 2 0,-23 12 0 0,-12 0-1 0,-60 0-1 0,-34 12 0 0,-1 0 0 0,0 1-1 0,23 10 1 0,25-12 0 0,34 1-1 0,14 0 1 0,11-12-1 0,24-12 0 0,59-11 0 0,12 11 0 0,-11 1 1 0,-1-2-2 0,-35 1 1 0,-2 12 0 0,3-12 0 0,-26 12 0 0,-23 0 1 0,0 12-1 0,-23 47 1 0,-1 12 0 0,-1-10 1 0,15-14-1 0,-2-23 0 0,12-12 0 0,-12-1 1 0,0-11-1 0,12 0-1 0,-12 0 1 0,12 0-1 0,0 13-1 0,-12-13 1 0,0 0 0 0,12 12 0 0,-12-12 0 0,12 12 0 0,0-1-1 0,0-11 1 0,0 0 0 0,0 0 0 0,0 0 0 0,0 0-4 0,12-11 2 0,0 11-1 0,12 0-1 0,-24-12 0 0,12 12 2 0,-12 0 1 0,-12 0 1 0,12-12 0 0,0 12-2 0,0 0 3 0,0 0-2 0,0 0 2 0,0 0-2 0,0 0 1 0,0 0-14 0,0 12-8 0,-12-12-20 0,0 12-10 0,0-1 9 0</inkml:trace>
  <inkml:trace contextRef="#ctx0" brushRef="#br0">2930 12062 65 0,'0'0'5'0,"-24"0"-4"0,24-25 16 0,36 0-7 0,11-33-2 0,1-2-2 0,12-35-4 0,-38 24 1 0,-9 11 0 0,-13 13-1 0,-13-1 4 0,2 35-2 0,11-10-2 0,-11 23 1 0,-1 0-1 0,0 0 0 0,0 23-2 0,12 2-1 0,0 0-1 0,12 9 3 0,23-10 0 0,12 0-2 0,2 12-2 0,-49 11 3 0,-24 14 2 0,12-38 0 0,48-12-2 0,60-34 1 0,10-13 0 0,-22-12-1 0,-25-11 0 0,-36-1 0 0,-10-11 1 0,-37 24-1 0,-12 10 0 0,24 37-2 0,-23 60 2 0,23 12-2 0,12-1 3 0,59-11-1 0,13-37 0 0,-1-46-1 0,84-119 1 0,-131 142 2 0,-11 46 0 0,8-10-2 0,-21 0 1 0,0-24 0 0,0-24 2 0,0-24-2 0,0 0 0 0,25-23 0 0,-1 22 0 0,24 26 0 0,-24 11 2 0,-2 24-4 0,-9 13-2 0,-13-16 4 0,12 16-1 0,-12-37 1 0,24-24 1 0,-1-10-1 0,13-16 0 0,12 27-1 0,-23-1 1 0,-2 24-2 0,1 13 1 0,-12 10 1 0,11 1-2 0,13-12 2 0,12-12-1 0,22-36 0 0,-21 13 0 0,-13 10 0 0,-36 13 0 0,11 24-1 0,25-1 1 0,11-10 1 0,-11-26-2 0,-24-21 1 0,-24-14 0 0,-47 12 2 0,-1 12-3 0,13 24 1 0,34 0-1 0,26-13 1 0,47 13 0 0,-26 0 1 0,15 0-4 0,10 37 3 0,-11-13 0 0,-23-24 1 0,21-11 0 0,-22-14-1 0,-1-23 0 0,2 13 1 0,-1 11-1 0,-13 1 1 0,0 10-1 0,-11 26-1 0,13 34 0 0,23 11 2 0,12-33 1 0,11-13-2 0,0-36 0 0,-11-23-1 0,-24-13 2 0,-12 12 0 0,-12 48-1 0,-12 12 0 0,36 24 1 0,46-13-2 0,15-10-4 0,-38-13-45 0,-36 0-52 0</inkml:trace>
  <inkml:trace contextRef="#ctx0" brushRef="#br0">3860 12383 85 0,'0'0'0'0,"-37"-24"6"0,25 24 7 0,12 24-6 0,24 23-5 0,1-11 0 0,9-12-1 0,-11-12 1 0,13-37 0 0,1-34 0 0,-25 0 0 0,-12 11-2 0,-36 12-1 0,-13 1 2 0,13 23-1 0,15 24 0 0,-4 23-2 0,13 25 2 0,12-12-1 0,24-25 1 0,23-11-1 0,1-24 3 0,12-22 1 0,-13-16-3 0,-11 16 1 0,-25 9-1 0,2 2 1 0,-1 23-1 0,-1 0 0 0,-11 11 0 0,12 26-1 0,0-14 1 0,24 13 1 0,0-24-1 0,0-24 0 0,23-24-1 0,-23 13 1 0,-24-2 0 0,-12 25 1 0,12 25-1 0,23-14 1 0,24-11-2 0,14-36 1 0,-26-10 0 0,-24-38 2 0,2-12-2 0,-25 25 4 0,11 59 1 0,-22 60-5 0,11 35 0 0,11-1-2 0,13-9-26 0,0-14-43 0,-24-47 42 0</inkml:trace>
  <inkml:trace contextRef="#ctx0" brushRef="#br0">4526 12156 50 0,'-13'-12'16'0,"37"1"-13"0,48-13-1 0,47 0-28 0,-25-24-8 0,-58 2 30 0,-11-38 36 0,-25 24 9 0,-12 36-4 0,-1 48-27 0,-10 141-7 0,46-68-8 0,-10-14-35 0,-1-35-11 0,0-48 21 0</inkml:trace>
  <inkml:trace contextRef="#ctx0" brushRef="#br0">5014 12085 38 0,'0'0'0'0,"0"0"29"0,0 11 1 0,0 26-20 0,12-3-8 0,23-9 0 0,1-25-1 0,0-12-1 0,-25-35 1 0,-11-1-1 0,-34 25 1 0,-3-2 2 0,1 25-1 0,36 0 0 0,24 0-1 0,25 0 0 0,10-12-1 0,-12-1 0 0,1 13 0 0,-24 37 0 0,-12 10 1 0,-2-22-1 0,26-25 1 0,0-12 0 0,-11-24 0 0,-25-12 0 0,-36 25-2 0,-12 23 1 0,25 10 0 0,23 3-1 0,35-1 1 0,25-24-2 0,11-22-1 0,-23-39 3 0,-24 2 0 0,-1-13 1 0,-11 2 1 0,-12 32 2 0,0 29 1 0,-12 21-2 0,12 21-1 0,-11 29-1 0,11 21-2 0,11-12 2 0,13-11 0 0,12-25 1 0,13-46-1 0,-15-25 2 0,-22 23-3 0,-12 25 0 0,-35 50 1 0,24-4-2 0,45 2 4 0,38-24-2 0,-14-24 2 0,-22-24-2 0,-36 1 2 0,-47-2-4 0,24 13-52 0,11 12-17 0</inkml:trace>
  <inkml:trace contextRef="#ctx0" brushRef="#br0">179 13691 1 0,'0'0'2'0,"0"0"19"0,-25 0 2 0,14 0 0 0,-12 0-7 0,23-11-7 0,23 11-2 0,37 0-4 0,34-12 2 0,26 12 1 0,47-23-2 0,47-2 0 0,1 25 1 0,10 0-3 0,-34 13 1 0,-1 11-1 0,-11-13 1 0,0-11-2 0,-49 12 3 0,-23-12-2 0,-46-12 1 0,-25 12 0 0,-25-35-3 0,13-1-24 0,-24-12-42 0,0 25 13 0</inkml:trace>
  <inkml:trace contextRef="#ctx0" brushRef="#br0">1489 13145 23 0,'-12'-24'27'0,"0"12"-3"0,0 0-8 0,0 12-4 0,12 0-8 0,36 24 0 0,24 10 0 0,11 16 0 0,24 9-1 0,0-13 2 0,12 15-2 0,25-14-2 0,-26 0 2 0,-22-10 0 0,-48-13 0 0,-13-14 1 0,-23 15-1 0,-11 11 0 0,-50 24-1 0,-33 24 0 0,-13 21 0 0,-12 3-2 0,35-36 2 0,36-26 0 0,12-21 0 0,25-13 0 0,-14-24-6 0,14-24-40 0,-24-11-61 0</inkml:trace>
  <inkml:trace contextRef="#ctx0" brushRef="#br0">227 13549 19 0,'0'-13'6'0,"-12"-8"26"0,0 8-18 0,12 13-11 0,94 0 1 0,62-12-3 0,94 12-1 0,-60 0-59 0</inkml:trace>
  <inkml:trace contextRef="#ctx0" brushRef="#br0">13647 19038 255 0,'23'0'0'0,"14"-143"0"0,33-202 0 0,50-286 0 0</inkml:trace>
  <inkml:trace contextRef="#ctx0" brushRef="#br1">406 13799 15 0,'-25'13'2'0,"-82"34"-1"0,0-71 1 0,48-47 26 0,35 11 7 0,1 36-14 0,10 24-12 0,37 0-4 0,12-12-3 0,273 1 5 0,-35 34-3 0,35-12 2 0,25 2-2 0,-12-13 3 0,-37 12-2 0,-70 0-3 0,-72-12-1 0,-84 13 1 0,-47-13 0 0,-24-37-25 0,-71-10-29 0,11 35-13 0</inkml:trace>
  <inkml:trace contextRef="#ctx0" brushRef="#br1">297 13620 63 0,'-23'-11'10'0,"-131"22"-3"0,106 14 9 0,96-25-7 0,201-36 1 0,-10 24-5 0,142 24 0 0,-72 12-1 0,-35 0 0 0,-36-1-1 0,-47-23-2 0,-85 11 1 0,-70-11 0 0,-36 0-2 0,-11-11-22 0,-37-24-32 0,13-1-7 0</inkml:trace>
  <inkml:trace contextRef="#ctx0" brushRef="#br1">1298 13335 64 0,'-47'-12'9'0,"-38"-47"12"0,75 34 3 0,56 14-18 0,50 47-2 0,59 23 2 0,11 12-2 0,13 13-2 0,0-1 2 0,-49-11-1 0,-10-14-1 0,-48-21-1 0,-49-13 2 0,-46-24 5 0,-62 23-5 0,-58 61-1 0,-57 35-2 0,-15 0 1 0,60-36 1 0,83-23 0 0,37-36-1 0,35-11-1 0,23-13-21 0,37-25-64 0,-60 25 40 0</inkml:trace>
  <inkml:trace contextRef="#ctx0" brushRef="#br1">1406 13347 71 0,'-61'-48'40'0,"3"25"-35"0,45 11 7 0,61 24-11 0,59 22 0 0,47 27 4 0,50 10-4 0,10-11 2 0,-59-13-1 0,-61 1-1 0,-69-12 5 0,-61 11 2 0,-60 37-4 0,-70 35-1 0,-36-1-2 0,46 3 3 0,38-39-1 0,82-46-2 0,12-24 0 0,24-12 0 0,12-12-61 0,0 12-28 0</inkml:trace>
  <inkml:trace contextRef="#ctx0" brushRef="#br1">3799 13741 0 0,'0'0'0'0,"0"0"18"0,0 11-3 0,0-11-1 0,0 0 5 0,12 0-15 0,0 0 0 0,0 0-2 0,13 0 2 0,-14 0-1 0,12 0 1 0,-23-11 1 0,0 11 1 0,0 0-3 0,-23 0-1 0,-1 0-1 0,0 0-1 0,12 0 1 0,-12 0 0 0,24 11 0 0,12-11-1 0,24 0 2 0,23 0-1 0,13-11 0 0,-36 11 1 0,-25 0 0 0,-11 0 2 0,-35 0-2 0,-13 0-1 0,-11 0 0 0,11 11-1 0,12-11 1 0,24 12-1 0,24-12 0 0,12 0 0 0,36-12 0 0,-1 12 0 0,-36 0 1 0,-23 0-1 0,0 0 1 0,-47 12 1 0,12-12-2 0,-13 0 1 0,24 0-1 0,12 0 0 0,12 0 0 0,36 0 0 0,12 0 0 0,-2 11 1 0,-10-11-1 0,-36 0 0 0,0 0 1 0,-36 12 0 0,-10-12 0 0,-2 0-1 0,24 0 0 0,24 12 0 0,0-12-1 0,36 0 1 0,10 0 0 0,3-12 0 0,-13 12 1 0,-24 0-1 0,-24 0 1 0,-1-12-1 0,-10 12 0 0,10 0 0 0,2 0 0 0,11 0 0 0,0 12 0 0,0-12 0 0,0 0 0 0,11 0 0 0,-11 0 0 0,0 12 0 0,0-12 0 0,0 0 0 0,0 0 0 0,0 0 0 0,0 0 0 0,13 0 0 0,-13 0 0 0,0 13 0 0,0-13 1 0,0 0-2 0,0 0 1 0,0 0 0 0,0 0 0 0,0 0 0 0,0 11 0 0,12-22 0 0,-12 11-1 0,11 0 2 0,-11 0-2 0,0 0 2 0,0-13-2 0,0 13 2 0,0-12-2 0,0 24 0 0,0-12-12 0,13 13-29 0,-1-13-26 0</inkml:trace>
  <inkml:trace contextRef="#ctx0" brushRef="#br1">6287 11263 35 0,'-23'-34'7'0,"-1"9"-3"0,12-11 3 0,-11-12 9 0,-25-11-4 0,-24 11-4 0,0-12-3 0,-22 26-1 0,-49-16-2 0,-24 29 1 0,-11-4 1 0,-13 13-2 0,-12-12-1 0,24 24-2 0,-11 0 1 0,-12 24 1 0,-12 13 0 0,11 9-1 0,-11 2-1 0,35 11 1 0,1 37 0 0,11 11 0 0,11-11 0 0,26 9 3 0,11 3-3 0,36 0-2 0,0 23 4 0,23-1-3 0,11 25 3 0,38-25-3 0,22 14 0 0,61-1-1 0,35-36 2 0,49-12 0 0,22-35 0 0,12 11 0 0,12 0 1 0,-10-11-1 0,-14-12 2 0,1-12 2 0,0-25 1 0,23-22-2 0,0-1-2 0,-12-24 3 0,1-12-2 0,-12-23 1 0,-25-11-2 0,2-15 0 0,10 2-1 0,-23-12 5 0,-11 0-3 0,-14 0-2 0,-34 0 2 0,-25-1 0 0,-12-23 0 0,-10 12 1 0,-14 0-2 0,-12 12 2 0,-11-12 0 0,-46-11 1 0,-26 22 0 0,-11 24-1 0,0 13-1 0,-37 0-1 0,25 24 1 0,12 22-2 0,11 25 0 0,1 0-10 0,11 25-30 0,48-2-69 0</inkml:trace>
  <inkml:trace contextRef="#ctx0" brushRef="#br1">13087 15121 4 0,'0'0'4'0,"12"-48"21"0,-1 13 1 0,-11 35-9 0,0 12-3 0,-46 48 0 0,-26 34-3 0,-23 13-2 0,0-11-2 0,22-12 0 0,15-25-3 0,10-13-1 0,24-9-1 0,0-24 0 0,12-2 0 0,1-11-4 0,11-24-24 0,35 0-48 0,-23 24 38 0</inkml:trace>
  <inkml:trace contextRef="#ctx0" brushRef="#br1">12635 15133 11 0,'-12'0'12'0,"0"-23"33"0,0 10-22 0,12 1-10 0,12 12-3 0,0 0-3 0,-12 12 0 0,12 12-3 0,12 24-1 0,23-2 1 0,1 27-1 0,-12-2 2 0,-1 1-2 0,1-1 1 0,11-11-1 0,1-1-2 0,-12-23-1 0,-11-13 4 0,-2 1 0 0,-23-24-1 0,11 0 0 0,-11-12-1 0,0-11 0 0,0 11-27 0,-11 35-89 0</inkml:trace>
  <inkml:trace contextRef="#ctx0" brushRef="#br1">4466 16871 14 0,'0'0'0'0,"-25"-24"40"0,2 0-7 0,23 1-13 0,-13 12-7 0,26 11-8 0,-1 34 2 0,12 3-3 0,12 22 1 0,-13 12 0 0,-10-12-2 0,-13-11 1 0,11-12-1 0,2-12-1 0,-2-11 0 0,1-2 1 0,24-35 0 0,47-59-2 0,11-1 0 0,38-46 2 0,11 9-3 0,-47 39 0 0,-25-1 2 0,-23 22 5 0,-1 27-5 0,-24 9 0 0,2 2 0 0,-14 0-1 0,2-2 1 0,-1 13-1 0,0-1-1 0,-12 13 0 0,12-11 0 0,-12 11 1 0,11 0-2 0,0-12-3 0,14 35-52 0,-25-10-32 0</inkml:trace>
  <inkml:trace contextRef="#ctx0" brushRef="#br1">19363 17049 71 0,'-13'-11'2'0,"-23"-1"17"0,14 12 1 0,22 0-14 0,11 12-1 0,13 24 0 0,-1 23 0 0,-10 1-1 0,-1 11-1 0,-1-35-1 0,2-12 1 0,22-24 0 0,26-49 3 0,45-69-1 0,73-37-1 0,35 0-2 0,-23 36 0 0,-49 25-3 0,-22 22 1 0,-37 23 2 0,-35 26-1 0,-26 12 4 0,-9-2-3 0,10 1 0 0,-10 12-2 0,-1 0 0 0,-1-12 1 0,-11 12 0 0,13-11-1 0,-13 11 2 0,12-12-2 0,-12 12 0 0,0 0 1 0,0 0-2 0,0-11 2 0,11 11 0 0,-11 0-1 0,0 0 0 0,13 0 0 0,-13 0-1 0,0 0 2 0,0 0-1 0,0 0 1 0,0-13-1 0,0 13 0 0,0 0 1 0,0 0-1 0,0 0 0 0,-13-12 0 0,13 12 0 0,0 0 0 0,0-12 0 0,0 12 0 0,0 0 0 0,0-13 0 0,13 2 0 0,-13 11 0 0,0 0 0 0,0 0 0 0,0 0 1 0,0 0-1 0,0 0 0 0,0 0 0 0,11 0 0 0,-11 0 0 0,0 0 0 0,0 0 0 0,0 11 0 0,0-11 0 0,0 13 0 0,0-13 0 0,-11 0 0 0,11 0 0 0,0 0 0 0,0 0 0 0,-13 0 0 0,13 0 0 0,0 0 0 0,0 0 0 0,0 0 0 0,0 0 0 0,0 0 0 0,-11 0 1 0,11 0-1 0,0 0-1 0,0-13 1 0,0 13 0 0,0 0 0 0,0 13 0 0,0-13 0 0,0 0 1 0,0 0-2 0,0 0 1 0,-12 0 1 0,12 0-2 0,0 0 1 0,0 12 0 0,0-12 0 0,0 0 1 0,0 0-1 0,0 0 0 0,-13 0-1 0,13 0 2 0,0-12-1 0,0 12-1 0,0 0 1 0,0-13 1 0,0 2-2 0,0 11 2 0,0-12-3 0,0 24-14 0,0-1-12 0,49 14-22 0,-49-25-16 0</inkml:trace>
  <inkml:trace contextRef="#ctx0" brushRef="#br1">3597 13741 11 0,'-12'0'32'0,"-1"0"-12"0,26-13-8 0,10 1 0 0,14-13-2 0,10 14-3 0,1 11-2 0,11 0-1 0,2 0-1 0,21 0 0 0,13 0 2 0,12 0-1 0,1 11-1 0,23 2-1 0,-1-1-1 0,2-12 1 0,9 0 0 0,15 0 2 0,-13-12-1 0,12-1 0 0,0 13-2 0,-12 0 1 0,0 0-1 0,10 0 2 0,-8 0-2 0,-3 0 2 0,1 0-2 0,0 0 0 0,-11 0 0 0,-2-11 0 0,-11-1 1 0,0 1-1 0,-24 22 0 0,-23 1 0 0,-1-1-1 0,-11 2 1 0,-13-13 1 0,0 12 0 0,-11 0-1 0,-11-12 3 0,-2 0-2 0,13 0 2 0,-36-12-3 0,0 12-42 0,0 25-71 0</inkml:trace>
  <inkml:trace contextRef="#ctx0" brushRef="#br1">15910 13812 9 0,'-24'0'18'0,"0"-13"23"0,12 13-17 0,0 0-13 0,36-12 2 0,36 0-9 0,22 1 1 0,2 11-1 0,11 0-1 0,12-12 0 0,1 1-1 0,11 11-2 0,12 0 2 0,-12 0 0 0,0 0-1 0,-12 0 1 0,12 0-1 0,12 0 1 0,12 0 0 0,0 0 1 0,0 11-1 0,12-11 0 0,0 0 0 0,-1 0-1 0,12 12 0 0,-10-12 0 0,-1 0 0 0,0 11-1 0,12-11 1 0,-1 12 0 0,1-12 0 0,-1 12 0 0,13-12-1 0,0 0-1 0,-13 0 2 0,-12 0-1 0,-22 13 1 0,-25-13-1 0,12 0 0 0,1 0-1 0,-2 11 1 0,-11-11 0 0,1 0 0 0,-14 0 0 0,-45 0 0 0,-1 0 0 0,-13 0 0 0,12 12 0 0,-11-12 0 0,0 0 1 0,-12 0 0 0,0-12 1 0,-24 1-1 0,0-2 0 0,0 1-29 0,-36 37-88 0</inkml:trace>
  <inkml:trace contextRef="#ctx0" brushRef="#br1">14457 7156 1 0,'0'0'0'0,"0"-13"17"0,-24 2 5 0,12-25-3 0,12 24-2 0,0-13-6 0,0 25-6 0,0 25 4 0,0 23-2 0,0 34 0 0,0-9-4 0,36-2-2 0,-11-35 0 0,9 0 1 0,14-26-2 0,-12 3 0 0,-12-26-8 0,11-8-13 0,-12-40-61 0</inkml:trace>
  <inkml:trace contextRef="#ctx0" brushRef="#br1">14528 6703 70 0,'-46'-12'2'0,"46"24"-27"0,23-12-20 0</inkml:trace>
  <inkml:trace contextRef="#ctx0" brushRef="#br1">14850 6452 37 0,'0'-11'2'0,"-23"-1"18"0,23 48-12 0,0 47 5 0,11 72-4 0,12 12-5 0,25-24-4 0,0-24 1 0,0-37-3 0,-1-21-15 0,-23-26-33 0,-24-35 25 0</inkml:trace>
  <inkml:trace contextRef="#ctx0" brushRef="#br1">14861 7072 49 0,'0'0'0'0,"-11"-23"18"0,35-1-10 0,23-13-5 0,37 3-2 0,-1-14-1 0,1 25-13 0,-14-2-30 0,-57 25 25 0</inkml:trace>
  <inkml:trace contextRef="#ctx0" brushRef="#br1">15314 6929 58 0,'-24'0'11'0,"48"0"-8"0,72-46-2 0,-13-4-1 0,-12 4 0 0,-59 10 0 0,-24 0 1 0,-23 12 1 0,-13 24 6 0,11 12-4 0,3 36 3 0,11 34-3 0,10-9-2 0,49-2-1 0,23-35 0 0,13-24-3 0,23-24-11 0,-1-36-27 0,-45 24-3 0</inkml:trace>
  <inkml:trace contextRef="#ctx0" brushRef="#br1">15826 6739 11 0,'-12'-11'11'0,"-36"-26"10"0,48 3-16 0,36 9 8 0,36 25 3 0,11 46-6 0,-11 15-5 0,-37-13 0 0,-24-25 3 0,-22-58 6 0,0-37-12 0,22 13-2 0,36 11 0 0,37 0-22 0,36 2-68 0</inkml:trace>
  <inkml:trace contextRef="#ctx0" brushRef="#br1">16660 6108 80 0,'-36'-48'18'0,"24"25"-9"0,48 70-5 0,23 61 2 0,13 22-1 0,-24-23-3 0,-25-11-1 0,0-37-24 0,-10-11-48 0,-13-36 45 0</inkml:trace>
  <inkml:trace contextRef="#ctx0" brushRef="#br1">14122 8346 62 0,'-70'0'31'0,"-49"-12"-24"0,155-11-5 0,189-107 2 0,193-86 7 0,142-46-6 0,34 24-1 0,-34 48 2 0,-70 35 0 0,-98 23-6 0,-107 27 1 0,-106 44-3 0,-130 49-9 0,-134 35-29 0,-58 50-38 0</inkml:trace>
  <inkml:trace contextRef="#ctx0" brushRef="#br1">13766 8680 89 0,'-71'0'7'0,"-72"47"-5"0,143-36-2 0,95-82 4 0,119-84 8 0,155-71-5 0,262-95-4 0,-11 59-2 0,-97 36 1 0,157-37-2 0,-216 108-1 0,-154 37 2 0,-132 47 6 0,-142 34 7 0,-48 14-6 0,-47 0-6 0,-2 11-1 0,27 12-16 0,21 24-120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7455 5977 3 0,'0'-11'12'0,"12"11"5"0,-12-13 10 0,0 13-4 0,11-12-5 0,2 0-1 0,-13 12-5 0,12 12-2 0,-1 13-3 0,1-2-1 0,-1 1 0 0,2 11-2 0,-1-23-1 0,12 12-1 0,-12-12 0 0,0-12 3 0,12-25 0 0,11-21-1 0,25-13-3 0,23 9 0 0,0-8-10 0,13 22-51 0,-49 25-27 0</inkml:trace>
  <inkml:trace contextRef="#ctx0" brushRef="#br0">7133 7275 65 0,'0'0'7'0,"12"47"1"0,35-11 14 0,2-25-3 0,22-34-1 0,12-25-9 0,-11 1-6 0,-2 23-28 0,-9 11-66 0</inkml:trace>
  <inkml:trace contextRef="#ctx0" brushRef="#br0">7050 8788 69 0,'0'-13'6'0,"-12"49"-3"0,12 23 17 0,0-23-7 0,12-24 3 0,12-37 1 0,58-57-1 0,25-2-10 0,61 24-41 0,-108 37-47 0</inkml:trace>
  <inkml:trace contextRef="#ctx0" brushRef="#br0">6775 5727 83 0,'-70'-37'8'0,"-37"-9"8"0,23 21-8 0,48 14-11 0,36 11-5 0,120-12 4 0,142-12 5 0,154 0-4 0,73 11 4 0,11 13 7 0,-48 25 3 0,-83 0-1 0,-107-25-2 0,-131-13 0 0,-143-11-1 0,-119 1-6 0,-142 12 0 0,-156 11-1 0,-95 34-5 0,-49 26 0 0,62-1-1 0,142-23 0 0,178-12 0 0,119-11 1 0,85-2 0 0,142-11 4 0,190-48 0 0,179 1 1 0,60 23 4 0,-60 11 3 0,-60 13-3 0,-119 0 0 0,-142-11 0 0,-132 11 0 0,-83-12 0 0,-119 1-3 0,-167-2-2 0,-155 13 1 0,-118 24-7 0,0 12-3 0,118-1 5 0,108 1 1 0,143-12 0 0,118-11-2 0,144-2 0 0,166-22 5 0,178-26 4 0,97 1 2 0,-26 25 4 0,-104 11 0 0,-146 0-3 0,-117 0-2 0,-96-12-3 0,36 0 2 0,-37-1 0 0,-22-10-2 0,-37 12-1 0,36 11-1 0,24 23-20 0,0 1-58 0</inkml:trace>
  <inkml:trace contextRef="#ctx0" brushRef="#br0">7562 6917 11 0,'0'0'15'0,"0"-23"-1"0,12 12 5 0,0-2-2 0,-12 13-2 0,0-12-6 0,12 37-2 0,0-2-5 0,0 0-2 0,23 2 2 0,-23-14-1 0,-1 1 1 0,-11-12 2 0,13 0 2 0,10-48-1 0,26 2-3 0,22-15-1 0,0 26-9 0,1 23-81 0</inkml:trace>
  <inkml:trace contextRef="#ctx0" brushRef="#br0">7335 8202 30 0,'0'0'0'0,"-11"-21"40"0,-1 21-38 0,24-13-2 0,12 13-13 0,-1 0-35 0</inkml:trace>
  <inkml:trace contextRef="#ctx0" brushRef="#br0">7503 10144 19 0,'0'0'16'0,"0"0"-17"0,0 13 4 0,11-13 2 0,-11 11 9 0,0-22 0 0,12 11-14 0,-12 0 2 0,0-13-1 0,0 13-1 0,0 0 2 0,0 0-2 0,0-12 1 0,0 12 0 0,0 0-1 0,0 0 0 0,0 0 1 0,0 0-2 0,0 0-3 0</inkml:trace>
  <inkml:trace contextRef="#ctx0" brushRef="#br0">18266 7156 79 0,'-22'-13'2'0,"-50"-10"10"0,60 23-5 0,48 23 14 0,34-10-3 0,86 11-4 0,94-1-8 0,72 1-3 0,11-12 0 0,13-12-3 0,-61-25 0 0,-24-9 3 0,-57-26 0 0,-61-11 0 0,-60-24 3 0,-60-37-4 0,-70-12-2 0,-48-9 2 0,-60 9 1 0,-47 26-1 0,-25 10-2 0,12-34 0 0,-46 45 3 0,23 26-3 0,-25 48 1 0,-10 35 1 0,22 24-2 0,38 23-1 0,34 37 4 0,11 46-3 0,61 38 1 0,61 9-5 0,81-10 6 0,83-11-3 0,97-13-1 0,59-50 1 0,72-45 1 0,47-24-10 0,59-24-67 0,-297-12-14 0</inkml:trace>
  <inkml:trace contextRef="#ctx0" brushRef="#br0">3155 11300 102 0,'0'0'0'0,"-107"-60"14"0,71 49-1 0,13-26 6 0,107 1-13 0,190-46 6 0,154 9-1 0,61 14-2 0,-49 23-5 0,-143 24-1 0,-188 12-2 0,-122 0 0 0,-106 25-10 0,-107-2-31 0,-49-12-11 0,37 2-18 0</inkml:trace>
  <inkml:trace contextRef="#ctx0" brushRef="#br0">3454 11001 41 0,'-154'12'28'0,"-134"12"6"0,158 0-20 0,106-11 3 0,142-38-3 0,217-46 3 0,177-1-5 0,24 35-2 0,-109 16-8 0,-199 8 4 0,-193-11 1 0,-83 0-5 0,-46 35-152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22161 3036 6 0,'0'-24'8'0,"-24"-59"11"0,1 22-9 0,10 15 9 0,-34 46-1 0,-48 71 5 0,-12 36-12 0,83-71-9 0,-95 131 4 0,71-12-3 0,60-48-1 0,48-47-1 0,47-37 4 0,12-46-4 0,0-37 1 0,-36-35 0 0,-47 58 10 0,-36 37-9 0,-12 71 1 0,-12 13-4 0,13-13 0 0,11-10-13 0,11-14-18 0,1-23-16 0</inkml:trace>
  <inkml:trace contextRef="#ctx0" brushRef="#br0">21840 3322 68 0,'-12'-23'15'0,"-24"-2"5"0,84 13-20 0,107-1 0 0,47-8-2 0,-35-4 2 0,-72-23 0 0,-23-11 3 0,-50-25 10 0,-9 49 2 0,-13 47-9 0,-13 72-3 0,2 21 0 0,11-80-3 0,0 94 2 0,0-24 0 0,0-58 0 0,0-37 4 0,0-73-3 0,0-69-5 0,24-49 1 0,24 36-1 0,-1 84 1 0,13 96 0 0,12 69 0 0,-38 13 2 0,-34-24 1 0,-46-11 2 0,-50-26-4 0,25-9-29 0,10-1-41 0,61-36 23 0</inkml:trace>
  <inkml:trace contextRef="#ctx0" brushRef="#br0">21280 4061 53 0,'-59'0'32'0,"-109"23"-18"0,132-12-11 0,121-22 5 0,152-49 6 0,169-35 1 0,82 12-9 0,-36 22-4 0,-82 15-1 0,-131 21 2 0,-121 14-2 0,-83-12-3 0,-70 10-29 0,-108 73-22 0,0 11-3 0</inkml:trace>
  <inkml:trace contextRef="#ctx0" brushRef="#br0">21650 4597 44 0,'11'-25'6'0,"-11"0"14"0,0 50-8 0,-48 46 8 0,-35 13-4 0,12-1-6 0,-13-11-5 0,14 11-3 0,21-36 1 0,2-10 0 0,34-14-1 0,13-35 3 0,36 1-5 0,48-14 0 0,35 13 0 0,12 24 0 0,-24 13 0 0,-47-25 1 0,-37 0-1 0,-11-25 5 0,0-34-1 0,-24-12 0 0,-11-13-1 0,-13-24 0 0,-12 26-3 0,24 34 1 0,0 36-3 0,24 12-19 0,24 48-23 0,59-13-18 0,-47-23 27 0</inkml:trace>
  <inkml:trace contextRef="#ctx0" brushRef="#br0">22210 4524 53 0,'0'-23'2'0,"0"-25"17"0,0 37-15 0,0 58 2 0,-13 61 5 0,-23-14-4 0,25-12-5 0,22-21-1 0,38-25 2 0,21-24-3 0,14-37 3 0,-13-22-3 0,-11-24 2 0,-36 0-1 0,-24-13 0 0,-12-24 0 0,-24 37 0 0,-25 37-1 0,-9 34 0 0,-1 34 0 0,23 14 2 0,37 12-2 0,45-1-3 0,38 0 3 0,12 1-1 0,-25-24 1 0,-11 0 1 0,-24-26-1 0,-24-10 1 0,0 0-3 0,-12-10-16 0,12 10-38 0,12 0 16 0</inkml:trace>
  <inkml:trace contextRef="#ctx0" brushRef="#br0">23317 4274 17 0,'11'-12'5'0,"12"-23"9"0,2 11-8 0,-25 24 10 0,-25-12-2 0,-32 60-2 0,-28 34-5 0,-11 14-2 0,38-12-3 0,45-38 0 0,50 4-1 0,46-16 2 0,0 3-2 0,-23-14 0 0,-25 1-1 0,-11 0-1 0,-12-11-19 0,-24-2-12 0,-1 12-13 0</inkml:trace>
  <inkml:trace contextRef="#ctx0" brushRef="#br0">22852 4846 20 0,'-25'-23'23'0,"14"10"-5"0,11 13-11 0,24 13 6 0,36 21-3 0,10 14-6 0,15-12 0 0,-2 1-1 0,-47-14-1 0,-13-23 0 0,-23-12-13 0,-23-12-33 0,23 0-5 0</inkml:trace>
  <inkml:trace contextRef="#ctx0" brushRef="#br0">24067 4239 33 0,'0'-23'14'0,"23"-38"9"0,13-22 18 0,-36 72-20 0,-12 11-13 0,-59 47-2 0,-12 48 1 0,23 12-4 0,35-12-2 0,38 1-1 0,35-37 2 0,23-22 1 0,12-14-1 0,13-12-1 0,-26-22-13 0,-34-12-18 0,-23-14-30 0,-26 13 11 0</inkml:trace>
  <inkml:trace contextRef="#ctx0" brushRef="#br0">23911 4442 44 0,'0'-25'19'0,"60"13"-11"0,71-11 4 0,-11-1 4 0,-50 0-4 0,-45 11-6 0,-25 2-6 0,-12-1-30 0,-12 12-47 0</inkml:trace>
  <inkml:trace contextRef="#ctx0" brushRef="#br0">24233 5191 12 0,'-47'0'9'0,"-1"0"15"0,-11 0 11 0,11-12-20 0,71 0-10 0,73-22-3 0,71-3 0 0,-24 1-2 0,-72 25 2 0,-71 11 7 0,-47 11-4 0,-38 25-2 0,-22 12-2 0,1-1 0 0,34-23 0 0,60-12-1 0,48-12 1 0,71-23-1 0,11-27 1 0,3 29-1 0,-61-4 1 0,-49 37-1 0,-47 12 3 0,-71 11-2 0,-24 13 1 0,-12-12-2 0,84-13 0 0,70-23 0 0,85-48 0 0,71 14 1 0,-1-16-1 0,-35 29 0 0,-107 21 1 0,-60 11-3 0,-71 24 3 0,-48 13 0 0,24-12-1 0,72-24 1 0,95-12-3 0,83-48 2 0,35 0 0 0,1 23 2 0,-61 4 1 0,-81 8-1 0,-72 47-5 0,-95 3 0 0,9-1 3 0,87-25 1 0,80-11-3 0,75-23 2 0,10-13-1 0,-12 11 2 0,-71 15 1 0,-24-1-2 0,-36-2-3 0,12 13 3 0,12 0 0 0,12 0 0 0,0 0 0 0,12-12 0 0,-12 12-19 0,0 12-65 0,-12 1 56 0</inkml:trace>
  <inkml:trace contextRef="#ctx0" brushRef="#br0">19935 6513 17 0,'-12'-11'16'0,"-1"-14"-2"0,13 13-1 0,0 12-3 0,0 0-6 0,13 24 0 0,-1 23 2 0,23 24-1 0,-11-10 2 0,0-1-1 0,0-1-2 0,0-24-1 0,-12 1 0 0,-1-24 0 0,1 1 1 0,-12-26 3 0,36-24-3 0,12-34-2 0,-1 0 0 0,25-13-2 0,-1 13 1 0,1 24-1 0,-26-1 1 0,-21 25 2 0,-13 11 1 0,-12-13 1 0,0 14-2 0,0 11-1 0,-12-12 0 0,12 12-1 0,0-11 0 0,0 11-1 0,0 0-5 0,12 11-120 0</inkml:trace>
  <inkml:trace contextRef="#ctx0" brushRef="#br0">21196 6584 47 0,'-11'-36'13'0,"11"24"-8"0,47-22-3 0,-23-3 7 0,-24 1 4 0,0 1-5 0,0-12-5 0,-12 10-1 0,-11 3 0 0,11 9 2 0,-1 25-1 0,-10 0-3 0,10 0 1 0,-10 12-1 0,-36 47 0 0,34-23 0 0,2 0 0 0,10-1 0 0,2 1 0 0,11 1 0 0,11-14 0 0,-11 0 0 0,13-23 7 0,10-46-2 0,14-15-3 0,10 38-2 0,-24 23 0 0,-10 23 0 0,-1 13 0 0,12 12-1 0,-1-25 2 0,25 2 0 0,11-38 1 0,13-34 0 0,-12-25 1 0,-13-22-1 0,-24-14 0 0,-10 13 0 0,-13 35-2 0,0 24 0 0,0 36-1 0,0 0-2 0,-13 73 0 0,13 32 4 0,0 3-2 0,49-13 0 0,-2-35 1 0,25-47 3 0,11-38-1 0,-10-46 2 0,-16-48-2 0,-8-13 0 0,-37 48-3 0,-12 61 2 0,0 46-7 0,-36 73 6 0,11 0-2 0,25-1 2 0,37-12-1 0,33-22-9 0,15-15-74 0,-73-46 55 0</inkml:trace>
  <inkml:trace contextRef="#ctx0" brushRef="#br0">22934 6000 50 0,'0'-23'10'0,"-22"-38"15"0,10 51-12 0,0 57-11 0,-12 60 0 0,12 25-1 0,24-14 1 0,0-22-2 0,12-25-58 0,-24-59 28 0</inkml:trace>
  <inkml:trace contextRef="#ctx0" brushRef="#br0">22959 6370 56 0,'0'0'0'0,"-12"-12"15"0,24 12-15 0,48 12 2 0,0-24-2 0,-1-12 3 0,-23-23 0 0,-13-1 0 0,-23 24 1 0,-12 1 4 0,-24 23-4 0,-23 34-1 0,11 27-1 0,12-1-2 0,36-1 1 0,49-24 0 0,22-11 2 0,12-24-9 0,25-13-39 0,-85 2 6 0</inkml:trace>
  <inkml:trace contextRef="#ctx0" brushRef="#br0">23519 6297 32 0,'0'-21'18'0,"0"-4"-12"0,47-11-5 0,-23 24 2 0,-12-12 19 0,-12 0-8 0,-12 13-10 0,0 11-3 0,0 0-1 0,-11 0 1 0,-13 11-1 0,-13 26 1 0,15 10-1 0,-3 1-1 0,14-13 2 0,23-10-2 0,0-14 4 0,12-22 6 0,24-26-6 0,10 14-3 0,-21 23-1 0,-1 35 0 0,-1 1 2 0,2-13-2 0,10-10 3 0,14-13 0 0,21-47-1 0,-10-13 1 0,-12-35 0 0,-1-13-1 0,-23 1 1 0,-24 36-3 0,0 35 1 0,0 36-5 0,-49 59 3 0,15 49 0 0,10 58 3 0,24-22-4 0,36-26 3 0,-14-23 1 0,-9-23-3 0,-26-36-31 0,-33-60-28 0</inkml:trace>
  <inkml:trace contextRef="#ctx0" brushRef="#br0">23662 6358 25 0,'24'-11'27'0,"71"-2"10"0,24 13-15 0,-1-24-8 0,-22 1-3 0,-60 12-8 0,-24 11 0 0,-12 0-134 0</inkml:trace>
  <inkml:trace contextRef="#ctx0" brushRef="#br0">1905 6502 25 0,'-23'-50'16'0,"35"16"-13"0,24 10-2 0,-13 11 11 0,-11 13 4 0,0 48-2 0,-12 0-11 0,12-12-1 0,24-24 2 0,10-1 2 0,15-58-2 0,21-13-1 0,26-22-1 0,-12 11 7 0,-1 10-2 0,59 13-104 0</inkml:trace>
  <inkml:trace contextRef="#ctx0" brushRef="#br0">7395 8060 40 0,'-35'0'33'0,"10"-11"-14"0,25 11-14 0,13 0 1 0,46 0 3 0,37 0-3 0,35 0-3 0,35-12 0 0,25 1 1 0,22-2-2 0,2-11 1 0,12 11-1 0,11 13-2 0,12-11 0 0,12-1 1 0,0 12-1 0,0 0-1 0,-12 12 1 0,0-1 1 0,-24 2-3 0,1-1 2 0,11 0 1 0,-13-12-2 0,2 0 0 0,-12 0 2 0,-1 13-1 0,-24-2 0 0,1-11 0 0,-24 23 2 0,-24-11 0 0,-36-12-1 0,-25 12 0 0,-10 1-1 0,-12-2-1 0,-13-11 5 0,-22 0 3 0,-14 0 2 0,-11-11-4 0,0-2-3 0,0 13-2 0,-11-12-21 0,-25-11-92 0</inkml:trace>
  <inkml:trace contextRef="#ctx0" brushRef="#br0">6085 8144 37 0,'-36'-24'45'0,"-11"-12"-29"0,35-11-12 0,12 23 15 0,0 0-1 0,12 11-11 0,24 13-4 0,11 0 1 0,37 0 0 0,-2 0-1 0,38 13 0 0,-1-13-2 0,0 12 1 0,-11-12-1 0,-14 0 1 0,-21 0-1 0,-14 0 0 0,-35-12 1 0,-1-12 0 0,1-11 0 0,0-13-1 0,-12-23 0 0,0-13 0 0,0 13 0 0,-12-1-1 0,-12-11 1 0,0 1-1 0,0 9 1 0,0 14-1 0,0 11 1 0,-23-23 0 0,-1 35-1 0,0 0 0 0,0 12 1 0,-11-10-2 0,-25 34 1 0,-23 0 0 0,-23 0 0 0,-14 0 3 0,25 11-2 0,12-11-1 0,11 23 0 0,12-11 0 0,36 0 1 0,13-12-1 0,12 0-2 0,22 24 1 0,1 12 0 0,-12 35 0 0,0 24 1 0,0 23-1 0,0 14 0 0,0-13 2 0,11 1-2 0,2-13 0 0,-1-36 1 0,-1-23 0 0,-11-25 1 0,13 1-1 0,10 0-65 0,-11-24-1 0</inkml:trace>
  <inkml:trace contextRef="#ctx0" brushRef="#br0">20971 9061 77 0,'-60'-60'11'0,"36"23"1"0,-23 3 1 0,-14 22-6 0,-21 24-4 0,-2 35-1 0,1 24 0 0,0 37-2 0,36 10 1 0,22 14 0 0,25-1 3 0,72-24 3 0,59-12-4 0,47-11-2 0,26-37 1 0,-4-36 0 0,-21-34 2 0,-13-36 0 0,-45-35 1 0,-50-50 0 0,-48-35-1 0,-46 12-2 0,-48 25 1 0,-37 12 2 0,-23 46-3 0,0 47 0 0,-1 49-1 0,2 84-17 0,-13 59-48 0,60-25-21 0</inkml:trace>
  <inkml:trace contextRef="#ctx0" brushRef="#br0">20685 9787 103 0,'-13'12'2'0,"-59"95"0"0,-58 60 19 0,-60 22 1 0,-35-9-7 0,44-37-7 0,27-24-3 0,35-36-5 0,47-22 2 0,38-40-3 0,21-21-16 0,26 0-88 0,-13 0 66 0</inkml:trace>
  <inkml:trace contextRef="#ctx0" brushRef="#br0">19077 11037 116 0,'-108'-24'7'0,"-35"48"1"0,25 36 7 0,36 47-6 0,21 23-1 0,37 14-6 0,60-12 0 0,59-14-1 0,36-47 1 0,35-11-1 0,26-49 1 0,22-22 0 0,-1-62-1 0,-34-9 1 0,-36-25 1 0,-71-12 1 0,-48-36-1 0,-36-12-1 0,-36 24 0 0,-47 36 0 0,-48 24 0 0,-23 24 3 0,-26 46-3 0,3 85-2 0,-3 47 0 0,26 36-1 0,95 11-6 0,107-11-94 0,-24-131 45 0</inkml:trace>
  <inkml:trace contextRef="#ctx0" brushRef="#br0">21602 9942 123 0,'-25'-48'2'0,"25"48"-8"0,36 108 15 0,24 106 3 0,59 24-2 0,48-24-4 0,-12-47 0 0,-36-49-2 0,-48-10-4 0,-59 23-54 0,-24-23-43 0</inkml:trace>
  <inkml:trace contextRef="#ctx0" brushRef="#br0">22423 11275 51 0,'23'-25'17'0,"2"4"-4"0,-14 8 17 0,-11 13-1 0,-72 24-20 0,-22 47-1 0,-1 48-4 0,47 24-2 0,72-1-1 0,59-34 1 0,47-61 1 0,26-47 3 0,-1-84 3 0,-60-81 1 0,-71-62-2 0,-119 37 1 0,-108 106-6 0,-59 109-19 0,1 93-156 0</inkml:trace>
  <inkml:trace contextRef="#ctx0" brushRef="#br0">18898 11894 99 0,'-72'47'7'0,"-22"145"14"0,-25 47 4 0,-49-2-4 0,-11-22-13 0,38-85-3 0,69-71-2 0,60-47-1 0,24-24-34 0,48-11-101 0</inkml:trace>
  <inkml:trace contextRef="#ctx0" brushRef="#br0">19506 11870 113 0,'0'0'0'0,"-36"-59"38"0,61 107-37 0,34 155 9 0,36 57 2 0,-24-34-7 0,25 25 1 0,-49-144 3 0,-36-59-3 0,-11-23-2 0,-34-14-94 0,21-11 18 0</inkml:trace>
  <inkml:trace contextRef="#ctx0" brushRef="#br0">22482 11918 26 0,'0'-24'31'0,"13"0"-4"0,-13 36-10 0,-36 84 9 0,-47 35-5 0,-49 23 1 0,2-11-9 0,35-24-7 0,23-23-5 0,13-1 0 0,47-37-6 0,12-45-28 0,46-72-58 0,-33 47 50 0</inkml:trace>
  <inkml:trace contextRef="#ctx0" brushRef="#br0">22673 11954 39 0,'0'-13'4'0,"48"-46"13"0,-24 47 0 0,24 108 5 0,23 94-10 0,35 26-3 0,14-40-5 0,-48-55 2 0,-37-62-3 0,-23-47 1 0,-24-60-35 0,-11-23-69 0</inkml:trace>
  <inkml:trace contextRef="#ctx0" brushRef="#br0">21613 12954 52 0,'0'0'0'0,"-59"-59"22"0,35 35 2 0,24 0-10 0,72-12-11 0,82 12 1 0,25 11 4 0,-36 3-5 0,-71 10 6 0,-61-11 3 0,-11 11-8 0,12 46-3 0,0 50 2 0,24 34-1 0,-13 0 1 0,-10-46-4 0,-1-13 3 0,-12-46-3 0,0-13 4 0,-36-12-1 0,-36-12 1 0,-47 0-3 0,-1 12 1 0,-34 0-1 0,12 0 1 0,-1 0-2 0,35 12 2 0,25-12-1 0,47 0 1 0,24-36-1 0,48-11 0 0,36-50 1 0,23-21 1 0,-24 10-1 0,-48 26-2 0,-23 46 3 0,0 12-4 0,0 11 1 0,13 38-36 0,10 59-95 0</inkml:trace>
  <inkml:trace contextRef="#ctx0" brushRef="#br0">21590 13490 92 0,'0'-12'4'0,"-13"-12"9"0,13 48 10 0,36 47-17 0,24-11-1 0,23-36-2 0,1-37 1 0,-25-46 0 0,-23 34 0 0,-24 50 0 0,-24 118 4 0,-24-1-4 0,13 2-3 0,23-49 0 0,12-58-7 0,35-37-57 0,-23-61-35 0</inkml:trace>
  <inkml:trace contextRef="#ctx0" brushRef="#br0">23233 12669 67 0,'0'-37'10'0,"12"74"-4"0,24 129 10 0,-36 12-1 0,-12-46-10 0,12-38-5 0,25-57-43 0,-14-37-29 0</inkml:trace>
  <inkml:trace contextRef="#ctx0" brushRef="#br0">23162 12621 98 0,'-60'-23'20'0,"71"23"-12"0,61-13 10 0,94-11-6 0,61 11-6 0,-36 2 1 0,-72-1 5 0,-47 24-5 0,-48-1-2 0,-1 26-3 0,1 58 4 0,12 60-4 0,-13-11 1 0,1-2-2 0,-12-58 2 0,-12-25-2 0,-59-47 5 0,-72-1-5 0,-84-11 0 0,1-11 2 0,58 11-2 0,110 0-7 0,46 11-67 0,35 12-37 0</inkml:trace>
  <inkml:trace contextRef="#ctx0" brushRef="#br0">23566 13657 98 0,'0'0'0'0,"-47"0"21"0,35 59-20 0,-1 24 9 0,-10-11-1 0,10-26-4 0,2-21-2 0,0-13 2 0,11-36 1 0,0-47-4 0,0-24-1 0,0 35 0 0,11 13 1 0,13 23 0 0,12 11-2 0,23 50 0 0,14 47 0 0,9-2-1 0,2-34 1 0,-25-23 1 0,-23-62 6 0,0-58-1 0,-25-36 0 0,-22 71 3 0,-14 36-8 0,25 24 0 0,0 0-176 0</inkml:trace>
  <inkml:trace contextRef="#ctx0" brushRef="#br0">19601 13073 17 0,'-13'0'4'0,"-57"0"25"0,34-12-4 0,12 1-2 0,12 11-11 0,24 0-11 0,72-13 3 0,59-22-2 0,35 23 3 0,14-12-2 0,-39 0 3 0,-57 11-2 0,-49 2 5 0,-35-1 2 0,-12 24 2 0,0 49-14 0,0 57 1 0,12 37 1 0,0-24 1 0,1-12 0 0,-13-35-1 0,11-13-2 0,-11-48 2 0,0-23 4 0,-11-23-1 0,-26-25-4 0,-22 12 1 0,-37 12-1 0,-34 24 0 0,-49 12 0 0,0 13 2 0,24 9-2 0,24 3 0 0,119-26 1 0,12-59 0 0,0-11-1 0,0-24 0 0,0-48 1 0,0-11-2 0,0 34 1 0,-11 72 0 0,11 12 0 0,0 24-1 0,11 13-2 0,25 46-52 0,1-23-60 0</inkml:trace>
  <inkml:trace contextRef="#ctx0" brushRef="#br0">19863 13883 12 0,'-12'-24'23'0,"12"-12"15"0,-11 0-10 0,-2 24-10 0,13 12-11 0,0 0-5 0,13 12 1 0,-2 24 1 0,37 12-2 0,11-12 0 0,13-13-2 0,-24-23 5 0,-1-47-1 0,-24-37 0 0,2 37 1 0,-25 23 3 0,0 48-8 0,-12 83 1 0,-24 35 2 0,12-34 0 0,24-24 0 0,-12-50-1 0,12-21-1 0,-11-13 0 0,-12-36-21 0,10-12-115 0</inkml:trace>
  <inkml:trace contextRef="#ctx0" brushRef="#br0">18279 13121 8 0,'12'0'20'0,"-1"-12"15"0,-11-13-12 0,0 25-9 0,0 0 1 0,0-11-2 0,0 11 0 0,-11-12 1 0,-14 12-3 0,15 0-3 0,-14-11 0 0,-12 11-3 0,24 0-4 0,-59 0 4 0,-37 0-1 0,-22-13-2 0,-24 13 1 0,-2-12-2 0,24 24 0 0,26 1 0 0,22-2-1 0,25 1 1 0,23-1-1 0,12-11 1 0,12 13-1 0,12-1 1 0,-12 0-1 0,12 22 0 0,0 16 0 0,0 32 0 0,0 37 0 0,12 36 0 0,-24 0 0 0,-11 0 0 0,-2-25 0 0,14-22 1 0,-1-37 0 0,12-11 0 0,0-36 1 0,0-11 0 0,12-13-2 0,12 0 2 0,47 0 0 0,72-25-2 0,71 13 1 0,1-12-1 0,-48 12 0 0,-60 1 1 0,-48-2-1 0,-11 1 0 0,11 0-5 0,-11 1-46 0,-36-25-98 0</inkml:trace>
  <inkml:trace contextRef="#ctx0" brushRef="#br0">18172 13205 70 0,'-12'-60'56'0,"24"24"-35"0,48 0 0 0,46 24-17 0,1 12 2 0,-35 0 2 0,-36 0 1 0,-24 12-6 0,12-1-1 0,0 39-2 0,-11 32 1 0,-2 49 0 0,-11 37 0 0,0 21-2 0,0-47 2 0,12-34 1 0,11-36 0 0,-23-26 3 0,-23-33 7 0,-73-13-7 0,-106 0-3 0,-96 24-26 0,36 35-136 0</inkml:trace>
  <inkml:trace contextRef="#ctx0" brushRef="#br0">15421 13121 19 0,'-11'0'19'0,"-1"-12"-9"0,1 0-9 0,-14 12 1 0,13 0-2 0,0-13 9 0,0 2 15 0,0-1 1 0,12 12-6 0,0-11 1 0,0 11-5 0,12 0-4 0,0 11-4 0,0 25 0 0,25-12-7 0,9 10 2 0,2-9-1 0,-12-13 2 0,-12-12-1 0,-14-24 0 0,15-10-1 0,-1-3 0 0,-12 1 0 0,-1-12 2 0,-11 1-1 0,0 23 2 0,0 24-1 0,-11 60-3 0,-37 72 6 0,-11 21-5 0,47-22 1 0,0-71 1 0,0-23 0 0,12-26-1 0,12-22-132 0,-12 11 72 0</inkml:trace>
  <inkml:trace contextRef="#ctx0" brushRef="#br0">15766 13228 110 0,'-11'-12'24'0,"22"12"7"0,49-11-16 0,0-2-11 0,11 13-1 0,-11-12-4 0,-36 0-27 0,-12 24-35 0,-1-12 4 0</inkml:trace>
  <inkml:trace contextRef="#ctx0" brushRef="#br0">15766 13406 88 0,'-36'0'35'0,"36"0"8"0,25-12-27 0,46 1-10 0,-11-1-2 0,-1 1-3 0,-11 11-34 0,0 0-80 0</inkml:trace>
  <inkml:trace contextRef="#ctx0" brushRef="#br0">16434 13002 17 0,'0'0'30'0,"0"-12"3"0,0 1-3 0,0-2 1 0,0 13-5 0,-12 0-11 0,-36 24-7 0,12 23-3 0,1 25-2 0,11-1 0 0,1 25-4 0,23-12 2 0,23-2 0 0,13-22 0 0,35-36 1 0,-11-24 0 0,-1-48 1 0,-23 1-1 0,-24-1-1 0,-24 12 4 0,-37 24-1 0,3 12-1 0,-2 48-1 0,-1 0-2 0,26 11-5 0,0 24-65 0,10-36-45 0</inkml:trace>
  <inkml:trace contextRef="#ctx0" brushRef="#br0">15387 13967 13 0,'0'0'32'0,"11"-25"5"0,-11 0-7 0,0 15-2 0,12-1-4 0,-12-2-8 0,0 13-7 0,0 0-4 0,-12 47-3 0,1 37 1 0,-2 11-1 0,1-11 1 0,0-25-1 0,0-34 1 0,12-14 1 0,0-35 1 0,0-24-3 0,0-12-1 0,12 1-1 0,0-12 1 0,-12 12 0 0,12 9 1 0,12 40-2 0,-12 10-1 0,11 71-1 0,13 12 1 0,0-22 1 0,0-27 0 0,-1-22 1 0,-24-47 0 0,2-49 2 0,10-11-1 0,-10 37-1 0,-13 45-5 0,12 26-69 0,12 8-33 0</inkml:trace>
  <inkml:trace contextRef="#ctx0" brushRef="#br0">15886 14072 102 0,'-12'-23'40'0,"12"23"1"0,12-23-29 0,24 23-10 0,35-12 0 0,-35-1-1 0,-12 2-10 0,-13 11-36 0,0 11-50 0,-11 2 62 0</inkml:trace>
  <inkml:trace contextRef="#ctx0" brushRef="#br0">15898 14180 72 0,'-24'0'42'0,"12"0"-2"0,12 0-27 0,48 0-1 0,-1-12-3 0,-11 0-3 0,0 1-2 0,-24-12-2 0,11 23-5 0,1 0-46 0,-1 0-52 0</inkml:trace>
  <inkml:trace contextRef="#ctx0" brushRef="#br0">16386 13896 62 0,'12'-13'20'0,"0"-24"19"0,0 14-2 0,-12 23-20 0,0 36-3 0,-12 35-6 0,12 25-2 0,0-13-1 0,12-24-1 0,-12-23 1 0,0-36 0 0,0-11-1 0,0-49-2 0,0-12 0 0,0 1-2 0,12 23 1 0,0 2 0 0,-12 33-1 0,0 13 0 0,0 0 0 0,0 24 0 0,0-1-33 0,0 14-149 0</inkml:trace>
  <inkml:trace contextRef="#ctx0" brushRef="#br0">19588 14776 30 0,'0'-13'12'0,"25"-34"16"0,-13 23 0 0,0 1-11 0,0 33-7 0,-12 27 1 0,0 47-5 0,-24 11-1 0,12-1 1 0,0-23-2 0,-1-21 0 0,13-27 0 0,37-12-1 0,69-22-1 0,3-1-1 0,-50 1 0 0,-35-2 0 0,-24 13-6 0,71-12-104 0,-47 12 66 0</inkml:trace>
  <inkml:trace contextRef="#ctx0" brushRef="#br0">21876 14658 61 0,'0'-25'7'0,"46"0"17"0,-33 14 6 0,-13 47-13 0,-24 47-6 0,-11 1-5 0,24 0-2 0,34-13-1 0,24-48 0 0,25-23-1 0,-1 0 0 0,-23-12-1 0,-24 1 0 0,-1-2-3 0,96 1-144 0</inkml:trace>
  <inkml:trace contextRef="#ctx0" brushRef="#br0">23436 14537 83 0,'11'-11'5'0,"13"-12"22"0,-12 10 13 0,-1 1-33 0,-22 37 2 0,-14 57-3 0,-21 2 0 0,-2 10 0 0,12-46-2 0,13 0-1 0,23-12 0 0,59-24-3 0,84-12 0 0,-11 0-1 0,-26 0 0 0,-46 0 1 0,-26 0 2 0,-21 0-4 0,-13 0 4 0,0 0-2 0,-23 0-44 0,11 11-87 0</inkml:trace>
  <inkml:trace contextRef="#ctx0" brushRef="#br0">18851 13323 31 0,'11'-24'35'0,"-11"-11"-14"0,0-13-3 0,-11 0-6 0,-25 1 0 0,1-13-3 0,-13 1-2 0,-24-25-1 0,-11 24 2 0,-24 1-2 0,-12 13-3 0,-24-27-1 0,-24 37-1 0,-23 1 1 0,-13-1-2 0,-12 11 1 0,-10 2-1 0,-25 23 1 0,-12 12-1 0,0 12 0 0,35 0 1 0,1 0-1 0,0 23 0 0,12 25 0 0,23-1 0 0,-11 25 0 0,23 11-1 0,24 36 0 0,48 11-1 0,12 12 2 0,35 14 1 0,36-26-1 0,35 14 2 0,50-2-2 0,46-1 0 0,36 3 2 0,70-37 2 0,38 1-1 0,47-27-1 0,0-9 1 0,-13-24 0 0,-11-36-1 0,-24-14 2 0,0-22-2 0,-47 0 0 0,-24-34-1 0,-1-14 1 0,-11 0 0 0,-24 2-2 0,0-15 1 0,-25-10 0 0,-10-2 0 0,-25-21 1 0,0-1-1 0,24-36 0 0,-23 36-1 0,-23-1 1 0,-15 0 1 0,-10-46-1 0,12 11 2 0,-24 23-3 0,-1 26 2 0,-23-37 0 0,12 12 1 0,-24 0-2 0,-47-1 1 0,-36 24-3 0,-73 13-16 0,14 60-149 0</inkml:trace>
  <inkml:trace contextRef="#ctx0" brushRef="#br0">14909 15370 5 0,'0'-59'29'0,"12"13"-2"0,-12-4-5 0,0 16-4 0,12 10-1 0,0 59 2 0,-12 96-4 0,-36 96-8 0,1 23-6 0,35-48 0 0,12-59-1 0,11-60 2 0,13-58 1 0,-24-62 3 0,0-58-4 0,-24-72-1 0,-24 35-1 0,-24 61 0 0,13 71-1 0,-1 37-2 0,25-3 3 0,34-9 0 0,62-25 1 0,45-47 0 0,13-13 0 0,-48 24 1 0,-47 36-1 0,-36 47 1 0,0 2 0 0,0 10-1 0,36-23 0 0,23-25 1 0,1-45 0 0,-23-26 0 0,-37-12-2 0,-37 36 2 0,-11 12-2 0,-12 24-1 0,24 24 1 0,25 12-3 0,22 0 3 0,38-12 0 0,10-24 0 0,14 0 0 0,-3-36 0 0,-10-11 1 0,-13-1-1 0,-24 0 0 0,2 0 0 0,-14 13 1 0,-11 22-1 0,-11 2 0 0,-1 22 0 0,-1 2 0 0,13-1 0 0,49 0 1 0,-2-1-2 0,-23 12 1 0,-12 14 2 0,12-1-2 0,-1-13 0 0,25-11 0 0,0-24 0 0,0-34 1 0,59-27-1 0,-49 50 0 0,3-2 0 0,-25 2 0 0,-25 12 1 0,-34 11-1 0,-37 23 2 0,24 36-1 0,13-11-1 0,57 0 0 0,147-60 2 0,-75-49-2 0,-46 27 0 0,-60 34 0 0,-36 34 3 0,-1 16-2 0,62-4 0 0,70-34-6 0,37-12-64 0,-73 0-39 0</inkml:trace>
  <inkml:trace contextRef="#ctx0" brushRef="#br0">15659 16538 76 0,'-11'-12'23'0,"22"-48"-15"0,37-23 21 0,-12-24-16 0,-24 12-7 0,-12-1 7 0,-12 61-4 0,-12 70-5 0,0 96-1 0,1 11-1 0,23-21-3 0,23-26-16 0,1-35-67 0,-24-49 24 0</inkml:trace>
  <inkml:trace contextRef="#ctx0" brushRef="#br0">15826 16526 74 0,'0'0'0'0,"0"-13"36"0,12 2-5 0,60-25-25 0,22-11-2 0,-57-25-1 0,-25 37 4 0,-48 35 5 0,-36 35-8 0,25 49-3 0,23-13 0 0,48-11 0 0,46-48-9 0,37-12-37 0,13-36-5 0,-12 0 7 0,-25 0 26 0,-47 12 19 0,-24 1 17 0,0-13 15 0,-12 0-5 0,0 13-5 0,0 23-20 0,-12-24 17 0,-12 24-12 0,0 0-1 0,-13 0-4 0,14 12-1 0,12 11-2 0,-1 0 0 0,-1 14-1 0,13-13 0 0,13-24 1 0,33 0 1 0,-9-11-2 0,-13 11 0 0,12 23 3 0,23-12-7 0,24-22-4 0,13-37 6 0,-37-23 3 0,14-38 0 0,-39 15 1 0,-47 70 9 0,-33 96-8 0,-2 58-1 0,36 14-2 0,24-13-16 0,-12-36-49 0,-12-47-35 0</inkml:trace>
  <inkml:trace contextRef="#ctx0" brushRef="#br0">16803 16454 107 0,'0'0'14'0,"0"-23"15"0,106 0-8 0,37-2-11 0,0-11 0 0,-143 24 1 0,-47 1-38 0,23 11-96 0</inkml:trace>
  <inkml:trace contextRef="#ctx0" brushRef="#br0">14457 16358 89 0,'12'-23'17'0,"35"12"-5"0,12 11 12 0,1 11-11 0,-49-11 2 0,-57 0-5 0,-85 0-6 0,-95 12 2 0,-13-1 0 0,73 2-1 0,69-1-3 0,51 0-2 0,46-12 0 0,0 0-6 0,46-24 1 0,26-23 2 0,0-1 2 0,-12 36 1 0,-36-12 2 0,-60 48 6 0,-48 24-5 0,25-2 0 0,10 4-2 0,38-4 0 0,22 2-1 0,61 0 1 0,24-24-1 0,-36-14-5 0,-37-10-62 0,-23 13-46 0</inkml:trace>
  <inkml:trace contextRef="#ctx0" brushRef="#br0">10134 15692 74 0,'-11'-35'17'0,"11"11"12"0,11 37 0 0,25 81-15 0,0 13-6 0,-24-23-1 0,-12-25-1 0,-12-47 0 0,-1-48 1 0,2-47-5 0,22-24-1 0,14 11 1 0,10 62-2 0,1 34 1 0,13 46-2 0,-3 26 0 0,-22-1 0 0,-12-23 3 0,-12-25-1 0,0-23 2 0,11-59-2 0,14-24 0 0,10 23 1 0,1 25-2 0,11 23 0 0,-11 47-2 0,-12 1-1 0,-24-24 2 0,24 36 1 0,1-1 1 0,9-10-1 0,14-26 0 0,12-35-3 0,11-13 2 0,-23 15 2 0,-12-2-1 0,-12-1 0 0,0 2 1 0,10-13-1 0,-9-10 1 0,-14 33 0 0,-11 1-2 0,-23 0 1 0,-13 12 0 0,-12 12-1 0,1 24 1 0,-1 47-2 0,13-1 1 0,35-21 1 0,12-25 0 0,23-36 1 0,1-47-1 0,11-13 1 0,-10-1 0 0,-26 27 1 0,-11 21 0 0,12 13-2 0,-1 13-1 0,2 21 0 0,10-9 1 0,13-1 0 0,12-12-1 0,24-12 0 0,-1-12 1 0,-11-24 0 0,-13-24 2 0,-23 13-2 0,-12-14 0 0,-12 38 1 0,0 12 0 0,0 45-1 0,11 50 0 0,-11 36-1 0,0-1 1 0,13-24 0 0,-13-24 2 0,-24-47 1 0,-12-12 1 0,-11-48-6 0,-2-11-20 0,38-25-47 0,-1 1-44 0</inkml:trace>
  <inkml:trace contextRef="#ctx0" brushRef="#br0">11432 15323 123 0,'-12'-24'7'0,"-1"1"26"0,2-1-19 0,11 24-27 0,36 59-121 0</inkml:trace>
  <inkml:trace contextRef="#ctx0" brushRef="#br0">10861 16681 69 0,'-12'-24'11'0,"0"-12"11"0,12 36 15 0,24 60-23 0,11 11-6 0,1-23-2 0,-13-25 1 0,-10-34 5 0,23-73-7 0,11-35-4 0,-23 60 1 0,-24 71-15 0,12 35-45 0,24 25-43 0</inkml:trace>
  <inkml:trace contextRef="#ctx0" brushRef="#br0">11266 16739 47 0,'0'0'51'0,"0"13"-1"0,11 24-32 0,1-3-10 0,24-22-2 0,0-24-3 0,-12-22 1 0,-13-50-2 0,-34 13 1 0,-25 58-3 0,0 49 0 0,25 35-1 0,35-23-1 0,71-35 0 0,24-38 1 0,0-58 0 0,-23-24-1 0,-25-59 5 0,-11-39-1 0,-36 87-1 0,-24 71 3 0,-12 59-4 0,-12 83 0 0,12 36 0 0,12 12-1 0,60-24 0 0,34-48 2 0,26-59 0 0,12-49 0 0,-1-57 0 0,-49-1 0 0,-45 71 3 0,-61 36 1 0,-35 59-2 0,47 1-2 0,48-14 0 0,47-33-4 0,13-13-11 0,-37-49-45 0,-35-9-58 0</inkml:trace>
  <inkml:trace contextRef="#ctx0" brushRef="#br0">11766 16276 117 0,'-60'0'17'0,"48"0"4"0,155-60-7 0,95-11-11 0,-71 11-2 0,-179 48-51 0,-13 0-37 0</inkml:trace>
  <inkml:trace contextRef="#ctx0" brushRef="#br0">17517 13515 34 0,'0'-25'47'0,"0"-11"-8"0,0 13-9 0,12-2-7 0,-12 13-11 0,11 24-5 0,2 36-5 0,35-12 1 0,-1 10 0 0,1-9 0 0,0 10-2 0,-25-10 2 0,1-14 0 0,-1-12 0 0,-10 2-2 0,11-13 1 0,-24-13-4 0,12-10-15 0,-12 0-20 0,0-2-9 0,0-22 6 0,22 10 6 0,-22 27-2 0</inkml:trace>
  <inkml:trace contextRef="#ctx0" brushRef="#br0">17946 13418 17 0,'11'-24'21'0,"2"1"14"0,22-1-13 0,-23 24-2 0,0 0 7 0,-36 36-6 0,-24 35-8 0,1 11-5 0,12 15-2 0,-1-14-1 0,11 0-1 0,2-11 0 0,-1-36 1 0,12-13-2 0,1-11 2 0,11-12-2 0,-12-12-1 0,1-1-19 0,-2-21-89 0,13 34 43 0</inkml:trace>
  <inkml:trace contextRef="#ctx0" brushRef="#br0">27853 17907 160 0,'0'0'0'0,"60"36"-49"0,-36-13 23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  <inkml:brush xml:id="br1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632 10597 112 0,'0'0'0'0,"-96"-96"23"0,72 62-5 0,24 9-3 0,48-11-6 0,106 0-4 0,85 12 0 0,46 1-2 0,-10 23 1 0,-37 12-2 0,-95-12 1 0,-60 11-1 0,-59-11 0 0,-24-11 1 0,-12 11-21 0,-72 23-124 0</inkml:trace>
  <inkml:trace contextRef="#ctx0" brushRef="#br0">584 10656 97 0,'-36'-13'52'0,"-119"13"-48"0,108 13-3 0,34-1 2 0,73-12 10 0,155-25-4 0,143-21-4 0,10 10-1 0,-58 13-1 0,-83 10 0 0,-85 13 0 0,-84 0 3 0,-58-12-1 0,0 0-5 0,-22 24-182 0</inkml:trace>
  <inkml:trace contextRef="#ctx0" brushRef="#br0">15481 15906 4 0,'0'0'0'0,"0"0"32"0,0-11-1 0,0 11-14 0,12 0 15 0,-12 11-28 0,0 14 0 0,12-13-2 0,-12 11 0 0,0 1-1 0,12 0 1 0,0 0-1 0,-12-12 2 0,12-1-2 0,-12 1 1 0,0-12 3 0,10-12-5 0,26-35 3 0,36-1-1 0,-12 1-1 0,12 0 2 0,-25 10-3 0,-23 2 1 0,0 23-1 0,-12-12 1 0,0 11 1 0,0 2 1 0,-12 11 0 0,0-12-1 0,10 12-1 0,62 0-107 0</inkml:trace>
  <inkml:trace contextRef="#ctx0" brushRef="#br0">9372 10693 56 0,'-12'0'5'0,"-24"0"3"0,25 23 16 0,-14-12-2 0,14-11-6 0,-14 12 1 0,25-12-7 0,0 0-2 0,36-12 1 0,48-11-2 0,11-13-2 0,48-12 0 0,25 13-2 0,10-1-1 0,0 0 2 0,-11 11-1 0,-37 15 0 0,-23-14 1 0,-35 12 0 0,-12-13-5 0,-13 14 3 0,-11-1-1 0,-13 1 0 0,-23-2 0 0,13 13-3 0,-26 0-117 0,13 0 68 0</inkml:trace>
  <inkml:trace contextRef="#ctx0" brushRef="#br0">10359 10275 54 0,'-21'-13'48'0,"21"13"-22"0,0 0 1 0,0-11-16 0,21 11-4 0,28 0-2 0,-1 11-1 0,34 2-2 0,2-1 1 0,0 0-5 0,-14-12 4 0,-21 13-1 0,-37-2 0 0,-12-11 2 0,0 0 1 0,0 0 0 0,0 0-4 0,0 23-1 0,-24 14 4 0,0 10-3 0,-12 24 1 0,0 0 0 0,-23 37 2 0,35-84 3 0,12-1-3 0,12-11-1 0,0-12-2 0,0 12-11 0,48 1-138 0</inkml:trace>
  <inkml:trace contextRef="#ctx0" brushRef="#br0">11325 10312 0 0,'-107'11'0'0,"71"12"0"0,36 1 0 0,118-11 0 0,86-38 0 0,46 13 0 0,-1 1 0 0,-22 11 0 0,-73 0 0 0,-81 0 0 0,-86-12 0 0,-83 1 0 0,-93 11 0 0,-97 0 0 0,1 0 0 0,70 0 0 0,85 0 0 0,93-37 0 0,108 13 0 0,72-11 0 0,84 23 0 0,35 12 0 0,-12 0 0 0,-84 0 0 0,-94 12 0 0,-85 0 0 0,-81 11 0 0,-97 1 0 0,-71 0 0 0,0-11 0 0,23-2 0 0,85 1 0 0,83-12 0 0,94 0 0 0,86-23 0 0,116-14 0 0,49-10 0 0,12 23 0 0,-72 0 0 0,-119 24 0 0,-84 11 2 0,-93-11 15 0,-97 13 5 0,-48-1-3 0,-22 11-8 0,45-11-1 0,63-1-3 0,105 2-3 0,72-1 1 0,94-12 0 0,85-12-4 0,11-12 1 0,-35 1 1 0,-84 23-3 0,-71 0 0 0,-36 11-1 0,-48-11 2 0,-36 0-1 0,37 0 0 0,22 0-2 0,86 12 1 0,46 12-62 0</inkml:trace>
  <inkml:trace contextRef="#ctx0" brushRef="#br0">20219 15585 85 0,'0'0'0'0,"-82"-23"21"0,82 34-9 0,82 1 9 0,74 12-13 0,69-12-6 0,98 0 5 0,34 1-4 0,0-13-2 0,-47 0 0 0,-60-25-1 0,-71-23 3 0,-60-23-1 0,-36-24 2 0,-11-47-2 0,-61-13 0 0,-106 0 0 0,-95 23 0 0,-85-22 0 0,-58 46-1 0,0 50-1 0,-12 45 2 0,-24 37-3 0,11 36 3 0,13 70-3 0,94 25 0 0,97 36 2 0,129-1-2 0,98 1 0 0,82-49 0 0,84-11 1 0,57-47 0 0,74-50-5 0,58-44-31 0,-202-14-55 0</inkml:trace>
  <inkml:trace contextRef="#ctx0" brushRef="#br0">24102 9906 40 0,'0'-48'30'0,"12"-11"6"0,12 11-8 0,-24 36-16 0,-12 96-5 0,-12 70 2 0,12 1-2 0,1-36-6 0,-1-35-1 0,-1-49-21 0,2-22-26 0,-1-38-42 0</inkml:trace>
  <inkml:trace contextRef="#ctx0" brushRef="#br0">24079 9847 49 0,'-12'-12'29'0,"-1"-36"4"0,2 48-16 0,22 36-5 0,37 47-3 0,12-12 0 0,11 13-2 0,-12-13-3 0,2-12-4 0,-15-11-3 0,3-36-13 0,-2-12-22 0,-11-47-51 0,-36 34 70 0</inkml:trace>
  <inkml:trace contextRef="#ctx0" brushRef="#br0">24555 9810 28 0,'-11'-47'28'0,"22"0"6"0,-11 47-5 0,0 10-19 0,-24 99 0 0,-23 21 0 0,34 2-4 0,13-38-5 0,0-10-9 0,13-24-42 0,-2-49-28 0</inkml:trace>
  <inkml:trace contextRef="#ctx0" brushRef="#br0">24734 9977 74 0,'10'-23'40'0,"3"11"-18"0,-13 59-9 0,-13 37-8 0,13 0-2 0,25-2-1 0,11-34 0 0,11-23 3 0,1-38 1 0,-12-70 1 0,-13-1 2 0,-10-23 4 0,-13 24-9 0,-24 35-3 0,-35 48-1 0,-25 48-19 0,36 23-54 0,48-48-17 0</inkml:trace>
  <inkml:trace contextRef="#ctx0" brushRef="#br1">14945 12548 12 0,'0'-34'51'0,"0"-14"-8"0,0 12-19 0,0 24-18 0,0 12-4 0,0 36 0 0,0 12 0 0,0 23-2 0,12 36 2 0,-12 71 1 0,0 61 1 0,24 11-7 0,0 48 4 0,-12 11-2 0,-12 35 2 0,0-34 1 0,10-59 0 0,15-13 3 0,-25 24 0 0,11-59 0 0,14-25-4 0,-1-46 2 0,-24-27 4 0,0-9-1 0,-13-12-4 0,-10-38-1 0,23-21-1 0,-36-60-28 0,1-120-102 0</inkml:trace>
  <inkml:trace contextRef="#ctx0" brushRef="#br1">14588 12514 82 0,'0'0'0'0,"-60"-108"26"0,48 49-23 0,24 11-4 0,24-11-2 0,0 11-4 0,-1-11-4 0,37-12-2 0,-1 21 2 0,12-21 4 0,-11 37 1 0,0-14 1 0,-1 12 0 0,12-1 2 0,0 3-2 0,1-14 1 0,11 12 0 0,48 12 1 0,12-10 1 0,24 9 2 0,34 0 0 0,14 2-1 0,23-1-1 0,35 12 2 0,37 12-1 0,23-12 4 0,36 12 5 0,13 0 2 0,23 12 9 0,12 13 2 0,11-2-3 0,-35 1-7 0,-24 13-4 0,-47-16-1 0,-13 4-2 0,-24 0-4 0,-23-2 2 0,-22 1 1 0,-27-12-2 0,-46 0 1 0,-48-12-2 0,0 11 0 0,-1 1 0 0,-10-1 0 0,-25 14-2 0,-1 11 3 0,-22-1-5 0,-12 37 3 0,-13-14 1 0,1 3 0 0,0 33 0 0,-12 27 1 0,0 21 2 0,-13 37 2 0,-23 47-2 0,-23-11-1 0,11 34-1 0,1 13 1 0,-2 12-2 0,1 24 0 0,-12 35-1 0,12-47 3 0,12-12 0 0,0-12 4 0,-12-25-1 0,12-11-2 0,-12-34 2 0,12-37-2 0,0-72 2 0,-12-24-3 0,12-46 0 0,-23-38-88 0,11 13 29 0</inkml:trace>
  <inkml:trace contextRef="#ctx0" brushRef="#br1">15088 16621 65 0,'0'0'0'0,"-25"-24"27"0,14 11 0 0,11 3-10 0,11-14-9 0,38 24-1 0,34-12 0 0,24 0-1 0,48 12-2 0,47-13-2 0,49-10 4 0,34-1-4 0,25 12 4 0,35 12 0 0,13 12-3 0,10 1 0 0,2-2 0 0,22 1-3 0,2-1 2 0,11 2 1 0,-24-1-2 0,59 0-3 0,-59-12 3 0,-35 0-3 0,-25 0 4 0,-35 0-1 0,-24-12-1 0,-48 0 1 0,-23-1-1 0,-24 2 1 0,-24 11-1 0,-24-12 2 0,-36 1-4 0,-23 11 4 0,-13-13-1 0,13 13-1 0,11 0 1 0,1 13-3 0,-1-13 2 0,11 11-1 0,-21-11 1 0,-14 0-1 0,-10 0 1 0,-3 0-1 0,-9 12 2 0,-14-24 2 0,14 1 1 0,-25-37-1 0,0-36-1 0,-36-23-17 0,-23 36-147 0</inkml:trace>
  <inkml:trace contextRef="#ctx0" brushRef="#br1">19982 12716 0 0,'0'0'0'0,"0"-13"4"0,0 13 49 0,0 0-36 0,0-11-13 0,0 11-3 0,0-12-1 0,0 1-1 0,0 11-1 0,0-13 1 0,-12-11-1 0,0 13 0 0,0-12-2 0,12-2 0 0,-11 0 1 0,-1-9-2 0,-12 10-2 0,-12 0-1 0,0 1 3 0,-11-2 1 0,11 0 1 0,-13 4-2 0,3 8 0 0,-15-11-1 0,-9 0 0 0,-2 12 1 0,1 1 4 0,10-2 1 0,3-11 0 0,-14 13 0 0,1-1 0 0,-1 1 0 0,-11-2 0 0,0 13 0 0,-12 0 0 0,23 0 0 0,1 0 0 0,-1 13 0 0,-12-13 0 0,1 11 0 0,0 1 0 0,12 11 0 0,-1 2 0 0,0 9 0 0,13 3 0 0,11-13 0 0,-11 23 0 0,10-11 0 0,27 12 0 0,-14-1 0 0,23 1 0 0,2-1 0 0,11 13 0 0,0-12 0 0,0-38 0 0,24 40 0 0,12-3 0 0,11 0 0 0,13-11 0 0,11 0 0 0,-12-1 0 0,37-10 0 0,-13 9 0 0,25-9 0 0,-14 11 1 0,2-13-1 0,-1 1 4 0,1 0 4 0,-2-12-3 0,2-12-1 0,11 0 3 0,-23 0-2 0,-1-12-1 0,12-12-1 0,0 12-2 0,-11-13 1 0,11 4-1 0,-23-16 0 0,-14 13 0 0,14-12 0 0,-12 12 0 0,-13-10 0 0,1-3 0 0,0 1 0 0,-12 1-1 0,-23-12-1 0,-2 10 0 0,1-10-3 0,-12-1-1 0,-12 0 1 0,-12 2 0 0,-12-4-2 0,0 4-1 0,-24 10 0 0,1 0 1 0,11 12 3 0,12 1-1 0,0 12 4 0,13-2 0 0,-12 1 0 0,23 12 0 0,12 0 0 0,-12 0 0 0,12 12 0 0,0 12 0 0,0-14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2835 10013 29 0,'-12'-48'15'0,"12"14"-13"0,0 21 3 0,0-24 39 0,0 50-8 0,-13 118-13 0,-10 60-12 0,10-13-6 0,13-47-3 0,0 0-2 0,0-36-6 0,0-23-32 0,0-60-67 0</inkml:trace>
  <inkml:trace contextRef="#ctx0" brushRef="#br0">2667 10120 49 0,'0'0'0'0,"-11"-84"16"0,22 37 10 0,2 47-8 0,47 60-6 0,23 48-4 0,0-3-3 0,23 3-3 0,-10-24-1 0,0-13-3 0,-25-24 1 0,-23-34-13 0,-12-49-19 0,-13-59-27 0,-12 83 42 0</inkml:trace>
  <inkml:trace contextRef="#ctx0" brushRef="#br0">3466 9799 47 0,'0'0'0'0,"-12"-48"26"0,0 48-9 0,0 96 0 0,-12 59-9 0,11 11-1 0,2-22-4 0,11-26-3 0,0-23-2 0,24-35-17 0,12-48-34 0,-12-24 8 0</inkml:trace>
  <inkml:trace contextRef="#ctx0" brushRef="#br0">3811 10216 47 0,'0'-12'4'0,"12"-12"15"0,0 95 5 0,-24 48-14 0,36-22-4 0,35-51 0 0,25-34 1 0,-37-83 4 0,-11-48-4 0,-72-12-1 0,-35 59-7 0,-24 60 0 0,11 49-24 0,25 57-81 0</inkml:trace>
  <inkml:trace contextRef="#ctx0" brushRef="#br0">2680 11216 60 0,'0'0'0'0,"-228"84"29"0,75-13-10 0,68-48-6 0,110-23-5 0,178-71-3 0,201-60 3 0,109-12-5 0,-49 47 0 0,-107 37 1 0,-142 34-3 0,-133 15-1 0,-93 20-5 0,-108 40-23 0,-96 21-58 0,179-60 58 0</inkml:trace>
  <inkml:trace contextRef="#ctx0" brushRef="#br0">2120 11704 99 0,'-95'24'-1'0,"119"-24"-1"0,177-107 20 0,229-72-5 0,177-13-8 0,0 62-1 0,-190 59 0 0,-191 0 10 0,-143 59-8 0,-83-1 1 0,-36 2-7 0,-71 22-36 0,1 37-85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15791 8156 26 0,'0'0'0'0,"-119"0"20"0,70 0 1 0,13 0-3 0,0 0-4 0,2 0-3 0,34-12-3 0,34-24-6 0,74-46 3 0,71-14 0 0,36-34 0 0,22 9-1 0,-22 3 1 0,-49 22 0 0,-46 37 1 0,-49 22-4 0,-35 14-1 0,-25-1-1 0,-11 24-17 0,0 0-13 0,0 13 5 0,-23-2-50 0</inkml:trace>
  <inkml:trace contextRef="#ctx0" brushRef="#br0">16207 7358 67 0,'0'0'0'0,"-132"0"26"0,86 0-6 0,34 0-3 0,24-12-10 0,34 1-1 0,51-14-2 0,46-10-2 0,11-1-2 0,1 11 1 0,-48 2 1 0,-22 12 0 0,-39 11 0 0,-35 0-2 0,-11 34 1 0,-11 39 0 0,-35 22 0 0,-15 24-2 0,13-12 2 0,1 1 1 0,-1-37 2 0,13-12 0 0,11-23-1 0,-1-13 0 0,14-23-2 0,11 0-39 0,11 13-83 0</inkml:trace>
  <inkml:trace contextRef="#ctx0" brushRef="#br0">20661 5514 2 0,'0'-25'20'0,"-12"0"4"0,-1 14-10 0,13-1-10 0,-11 12-4 0,11 0-4 0,0 12 0 0,11-12 0 0,-11 11 2 0,25-11 1 0,11 13 2 0,-1-13-1 0,12 12-1 0,2 0 1 0,-2-12 1 0,38 0-2 0,-15-12 2 0,14 12-1 0,-25 0-1 0,-11 0 1 0,11 0 1 0,13 0-1 0,23 0 0 0,-1 0 1 0,-22 0 1 0,-12 12-2 0,-13-12 1 0,1 0 0 0,12 0-1 0,0 0 1 0,-13 0 0 0,1 0 0 0,-24 0-1 0,-2 0 1 0,-9 0 0 0,-1 0-1 0,-12-12 0 0,11 12 0 0,2-12-2 0,10-1 1 0,2 26-1 0,-14 11-31 0</inkml:trace>
  <inkml:trace contextRef="#ctx0" brushRef="#br0">23494 5560 2 0,'0'0'0'0,"-23"-25"26"0,-12 15-8 0,11-1-4 0,-1 11-1 0,2 0-2 0,-1-13-2 0,12 13-1 0,12 0-5 0,23-12-2 0,38 24 1 0,34-12 2 0,48 13-3 0,24-13-1 0,0 0 6 0,-25 0-3 0,-12 0-1 0,-23 11 0 0,-22-11 1 0,-38 0 0 0,-23-11 2 0,-12-2-2 0,1 13-2 0,-13 0-1 0,11 0-12 0,-22 24-23 0,-49 23-45 0</inkml:trace>
  <inkml:trace contextRef="#ctx0" brushRef="#br0">20815 7180 11 0,'0'0'7'0,"-23"-12"16"0,10 12-2 0,13 0-5 0,0 0-8 0,13 0-2 0,46 0 1 0,61 0-2 0,33-25-1 0,28 25-4 0,-15 13 3 0,-47-13 2 0,-36 0 0 0,-23-24 1 0,-25 12-1 0,-23 1-4 0,-12 11 0 0,0 0-12 0,12 23-32 0,24-12-27 0</inkml:trace>
  <inkml:trace contextRef="#ctx0" brushRef="#br0">23174 7275 1 0,'-25'-11'15'0,"14"-2"1"0,-1-11-1 0,12 24-1 0,0-13-6 0,0 13 4 0,36 0-8 0,11 0-2 0,38 0 2 0,33 0-1 0,36-11 0 0,-11-1-1 0,0 12 0 0,-11-11 0 0,-26 11-1 0,-34 0 0 0,-12 0 2 0,-26 0 0 0,2-12-1 0,-23 12-1 0,11 0 0 0,-24 0 0 0,0 0 1 0,0-12 0 0,-12 12-1 0,12 0-1 0,0 0 0 0,0 0-5 0,-12 47-92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10229 8846 7 0,'-83'-12'32'0,"36"12"-13"0,34-12-2 0,37 1-6 0,59-12-3 0,37 10-2 0,35 1-2 0,47 0-3 0,36-12 4 0,36 24-2 0,12-12-2 0,24-11 1 0,-13 23 1 0,1 0-2 0,0-12 2 0,23-1-1 0,12 13-1 0,25 0 1 0,-1 0-2 0,-24 0 2 0,-11 0-2 0,-12 0 1 0,-13-11-1 0,24 11 0 0,-22 0 1 0,-26 0-1 0,-12 0 0 0,-33 11 2 0,-3-11-2 0,-10 0 1 0,-12 13-1 0,-13-13 1 0,-11 12-1 0,-12-12 1 0,-1 0-2 0,-11 0 2 0,-24 0 0 0,-48 0 1 0,-11-12 1 0,-13 12 1 0,-47 0 0 0,0-13 4 0,-12 2-2 0,-12-12-4 0,0-2-1 0,12 13-26 0,-12 12-79 0</inkml:trace>
  <inkml:trace contextRef="#ctx0" brushRef="#br0">14267 11132 18 0,'-13'-35'17'0,"-11"12"-9"0,24 23 1 0,0 0-3 0,13 0 9 0,11-13-4 0,46 1-5 0,75 12 2 0,-52-12-5 0,14 12-1 0,38-13-1 0,9 2 2 0,60 11 0 0,-35 11-1 0,11-11-1 0,-35 0 0 0,71-11 2 0,-11-1-3 0,-1 1 1 0,0 11-1 0,-35-12 2 0,12 12-2 0,23-12 1 0,0 12-4 0,-11 0 5 0,-14 12-2 0,3 0 0 0,10-12 2 0,-23 0-1 0,-1 0 0 0,-35 11 0 0,0-11-1 0,-36 0 1 0,-35-11 1 0,-13 11 1 0,-23-12-2 0,0 12 1 0,-12-12-1 0,-12 12-5 0,-48-13-60 0,12 13 21 0</inkml:trace>
  <inkml:trace contextRef="#ctx0" brushRef="#br0">14290 10966 7 0,'0'0'0'0,"-83"0"10"0,59 0 0 0,12-13 9 0,12 2-7 0,23 11-10 0,26 11 1 0,22-11 0 0,48 0 2 0,36 0 4 0,47-11-5 0,35 11 0 0,3-12 0 0,22 12-1 0,-12 0 0 0,-12-11 0 0,-12 11 0 0,0 0 0 0,-11 0-1 0,-1-13-1 0,0 13 0 0,-23 13-2 0,-1-13 2 0,-23 0 0 0,-13 11 0 0,2-11 0 0,-26 12-1 0,2-12 2 0,-13-12-1 0,0 12 0 0,12 0 1 0,-24 0-1 0,-12 0-1 0,0 0 1 0,-24 0 0 0,-22 0 1 0,-2 0 0 0,-23 0 0 0,0-11 1 0,-12 11-2 0,12 0 0 0,-12 0-1 0,-2-13 1 0,3 1 0 0,-13 12 1 0,0-12-1 0,0 12 1 0,0 0-23 0,0 24-75 0</inkml:trace>
  <inkml:trace contextRef="#ctx0" brushRef="#br0">7335 10990 10 0,'0'0'6'0,"-72"0"29"0,-10-12 1 0,21-13-12 0,40 2-5 0,32 12-14 0,84-2-3 0,83 13-1 0,37 0-1 0,23 13 2 0,0-2-1 0,12 1 0 0,-59-1 0 0,-72 14 0 0,-96-13 1 0,-59-12 4 0,-46-12-4 0,-49 0-1 0,-60-1 0 0,-59 13 2 0,-12 0-1 0,48 0 0 0,94-11-2 0,73-1 2 0,35 12-2 0,35 12-2 0,61 12 3 0,34-12-3 0,61 0 3 0,48-1-2 0,23 1-2 0,-60-1 3 0,-70-11 1 0,-84 0 0 0,-48-11 1 0,-107-1-1 0,-72 12 0 0,-95 0 3 0,-35 0-3 0,71-11 0 0,82-1 1 0,132 12 1 0,85 0-5 0,70 12 0 0,83 22 1 0,418-9-2 0,-311-25 2 0,-72 12 1 0,-152 1 0 0,-85-13 2 0,-107 0-2 0,-108 0 2 0,-72 0-1 0,86 23 3 0,118-23-4 0,-85 0 0 0,132 0 2 0,132-23-4 0,83 10 2 0,47 1-4 0,-47 0 4 0,-84 12 0 0,-95 0 1 0,-72 0-4 0,-35 12-38 0,48-12-49 0</inkml:trace>
  <inkml:trace contextRef="#ctx0" brushRef="#br0">5014 11882 73 0,'-60'-35'29'0,"48"47"-23"0,-1-12 7 0,13 11-7 0,25 1 2 0,47 0 0 0,46-12 0 0,48-12-5 0,2 12 0 0,-13 0-2 0,-12 12 3 0,-24-24-1 0,-12 12-1 0,-35-12-1 0,-25 12 0 0,-35-11-4 0,-36-1-13 0,-47 12-29 0,12 0-29 0</inkml:trace>
  <inkml:trace contextRef="#ctx0" brushRef="#br0">4918 11847 97 0,'-47'0'10'0,"-59"12"-8"0,81-1 5 0,25-11 9 0,36 0-7 0,59 0-1 0,60-11-1 0,23-1-2 0,0 1-2 0,-35 11-1 0,-35 0 1 0,-48 0-1 0,-26-13 4 0,-21 13-1 0,-13-12-1 0,0 0-6 0,0 24-15 0,-47 59-129 0</inkml:trace>
  <inkml:trace contextRef="#ctx0" brushRef="#br0">13909 11941 54 0,'-12'-11'7'0,"12"11"-4"0,0 0 18 0,25-12-6 0,22 1-6 0,60-2-2 0,24 1-1 0,24 12-2 0,22 0-1 0,27-12-2 0,22 12 2 0,11 12 2 0,14-12-1 0,22 0-2 0,1-12 1 0,1 12-2 0,10 12-1 0,1 0 2 0,0 1-1 0,11-2-2 0,-22-11 2 0,-1 12 0 0,-12-1-2 0,-12 2 2 0,0-1 0 0,0-12 0 0,-12 0-1 0,-12 0 1 0,-23 0-1 0,-37-12 2 0,-11 12 1 0,-25 0-2 0,-10-13 0 0,-25 13-1 0,-35-11 2 0,-36-1-1 0,-12 12 2 0,-1-11 1 0,-11-2-1 0,0 13-2 0,0-12 0 0,0-11-3 0,13 11-128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17041 6358 27 0,'0'0'0'0,"-25"-48"18"0,25 35-12 0,13 13-6 0,10 13 8 0,13-1 5 0,37-12-6 0,-3 12-2 0,26 1-2 0,23-13 1 0,0 0 1 0,37-13 0 0,-14 26-2 0,-12-13-1 0,2 11-3 0,-13 1 3 0,11-1 0 0,13-11 0 0,-11 13-1 0,9-13-3 0,-20 12 2 0,-2-12 0 0,0 0 1 0,12-12 0 0,-12 24 0 0,-12-24-1 0,0 12 1 0,0 0-1 0,-11 0-2 0,-2 0 3 0,-10-13 0 0,0 13 0 0,-1 0-1 0,-12 13 0 0,-12-13 1 0,1 0 0 0,0 0 0 0,-1-13 0 0,-36 13 3 0,-10-11 4 0,-13 11-1 0,0 0-3 0,-13 0-3 0,13-12-5 0,0 12-24 0,25 0-61 0</inkml:trace>
  <inkml:trace contextRef="#ctx0" brushRef="#br0">15183 7203 0 0,'0'-12'11'0,"0"-11"3"0,0 11 0 0,0 12 1 0,0 0-3 0,0 0-5 0,12 0-1 0,-1 0-2 0,14 12-1 0,-1 23 0 0,-1 1-1 0,1-11 1 0,0-2-1 0,0 12-1 0,0-11 1 0,0-1-1 0,-12-10 0 0,-12-1 2 0,23-12 2 0,13-36-1 0,12 0-2 0,11-11-1 0,13-14 0 0,23 3 1 0,0-14-2 0,-1 1 2 0,3 12 1 0,-15-12-2 0,-10 34 0 0,-24 1 4 0,-12 1-1 0,-24 11 3 0,-1 1-5 0,-11-14 0 0,0 14 0 0,-11-25-6 0,11 24-51 0,24 12-16 0</inkml:trace>
  <inkml:trace contextRef="#ctx0" brushRef="#br0">4073 8049 4 0,'0'0'0'0,"-13"-12"6"0,-10 12-3 0,23 0 0 0,0 0-3 0,23 0 1 0,38 12-1 0,34-12 0 0,12 0 1 0,47 0-1 0,2 0 0 0,10 23-2 0,13-11 1 0,-13 1 1 0,49-13 2 0,23-13 1 0,12 1 1 0,0 12 1 0,0-12 2 0,-11 1-3 0,-25 11 1 0,0 0-1 0,-36-12 0 0,1 12-3 0,-24 0 1 0,12 0 3 0,12 0 2 0,-26-11-3 0,3 11-5 0,-25 11 3 0,-24-11 0 0,1 12 1 0,-25-12 0 0,-36 0-1 0,-23-12 0 0,0 12-1 0,-1 12-2 0,49 23-27 0,-48-22-9 0</inkml:trace>
  <inkml:trace contextRef="#ctx0" brushRef="#br0">15076 7811 4 0,'0'0'0'0,"-13"0"-4"0</inkml:trace>
  <inkml:trace contextRef="#ctx0" brushRef="#br0">14886 7716 5 0,'0'0'0'0,"0"-37"20"0,11 14-8 0,1-13 1 0,0 0 3 0,0 1 2 0,0 10-7 0,-12 25-4 0,0 13-2 0,0 58 1 0,-24 24-1 0,12-23 0 0,12-26-2 0,12-9-2 0,12-13-3 0,0-1-21 0,-12-34-26 0,-12-1 0 0</inkml:trace>
  <inkml:trace contextRef="#ctx0" brushRef="#br0">14861 7537 32 0,'0'0'0'0,"-23"-13"23"0,35 13-59 0,-1 0 19 0</inkml:trace>
  <inkml:trace contextRef="#ctx0" brushRef="#br0">15398 7490 20 0,'0'-37'12'0,"12"-10"6"0,-12 10 12 0,-12 14-10 0,-24 23-10 0,24 36-6 0,-48 214 3 0,48-95-2 0,24-24-2 0,0-48 0 0,-12-24 0 0,-35-22-2 0,-26-14-7 0,-10-12-20 0,35-34-73 0</inkml:trace>
  <inkml:trace contextRef="#ctx0" brushRef="#br0">15063 7905 79 0,'0'0'0'0,"-36"-34"25"0,97-3-22 0,57 14-3 0,26-1-38 0,-73 24-19 0</inkml:trace>
  <inkml:trace contextRef="#ctx0" brushRef="#br0">15826 7763 59 0,'-12'-13'30'0,"-11"-10"-9"0,70-1-18 0,47 0-2 0,27 24-15 0,-38 0-20 0,-47 0 5 0,-1 0-6 0</inkml:trace>
  <inkml:trace contextRef="#ctx0" brushRef="#br0">16456 7691 54 0,'-22'0'23'0,"10"0"2"0,36-12-17 0,22 12-6 0,26-11 0 0,-1-1-1 0,-22-12 0 0,-2-24 0 0,-35 25 0 0,-24 11-1 0,-35 12 0 0,-13 35 0 0,0 1 1 0,37 23-1 0,10-11 0 0,49 12 1 0,24-26-1 0,23-9 1 0,1-25 0 0,-2-35-1 0,-21-49-1 0,-15-35 2 0,3-12-1 0,-26 48 1 0,2 58 0 0,-50 75 0 0,14-39 0 0,-14 83 1 0,14 2-2 0,22 0 1 0,14-37-16 0,-1-13-86 0</inkml:trace>
  <inkml:trace contextRef="#ctx0" brushRef="#br0">17327 7561 28 0,'0'-12'14'0,"0"0"6"0,0-1-5 0,-24 2 2 0,-25 22-8 0,26 26-5 0,23 10-3 0,23 13-1 0,26-1 2 0,-13-23 0 0,-48-24 3 0,-48 0-1 0,1-36 0 0,46 11-4 0,38 2 0 0,58 11-2 0,24 0 2 0,-11-23 1 0,-26-37 0 0,-34 12-1 0,-24 1 3 0,-12 35 1 0,-23 35-4 0,-2 50 2 0,14-15 0 0,47 2-1 0,47-23 1 0,11-37 0 0,-33 0-1 0,-37-25-7 0,-24 13-10 0,-49 12-19 0,-10 0-39 0</inkml:trace>
  <inkml:trace contextRef="#ctx0" brushRef="#br0">14814 8192 18 0,'0'0'0'0,"-71"0"20"0,35 0 1 0,11 0-1 0,14 0-12 0,11 10-2 0,47-10 0 0,73-10 2 0,118-26-4 0,96 24-2 0,70-1 1 0,1 13-1 0,-12 0 3 0,-47 0-2 0,-61 0-2 0,-82 0 4 0,11 0-2 0,-119 0-1 0,-72-11 4 0,-23-1-3 0,0 1-2 0,-11-2-8 0,-60 13-20 0,-96 13-44 0,131-13 39 0</inkml:trace>
  <inkml:trace contextRef="#ctx0" brushRef="#br0">14861 8286 8 0,'-34'0'12'0,"-39"25"16"0,73-13-7 0,84-12-4 0,154-48-1 0,167 0-7 0,71 23-3 0,-23 15-2 0,-96-1-5 0,-119-2 3 0,-131 1-1 0,-95 12-6 0,-24-36-82 0</inkml:trace>
  <inkml:trace contextRef="#ctx0" brushRef="#br0">18589 8001 31 0,'-12'0'28'0,"12"-25"-4"0,36-9-8 0,0-37-8 0,11-13-5 0,-11 0-2 0,0 26 0 0,-36-3-1 0,12 26 3 0,-12-1 0 0,0 24 1 0,0 12-1 0,0 0-2 0,-24 0 0 0,0 23-1 0,12 2 1 0,0 10-1 0,24 1 0 0,12-11 1 0,35-14 0 0,25 12-1 0,-49 14-3 0,-22-3 4 0,-26 3-1 0,2-13 1 0,11-1-1 0,35-11 1 0,24-24 0 0,-11-22 0 0,12-39 0 0,-12 25-1 0,-2 14 0 0,-10 9 1 0,-23 25-2 0,-13 12 1 0,0 24 0 0,0-13 0 0,12 25 0 0,0-24 1 0,35-12-2 0,1-24 2 0,11-24-1 0,-11 0 0 0,-12 1 1 0,0 11-1 0,-25 24-1 0,-11 13 1 0,12 21 0 0,12 3-1 0,12-14 2 0,0-12-2 0,11-22 2 0,0-25-3 0,2-11 2 0,-2-60-1 0,0-12-3 0,-22 24 4 0,-2 35-1 0,-23 24 2 0,-12 0-1 0,12 36-3 0,-23 72 3 0,-13 35 1 0,23 24 0 0,38-24 0 0,22-24-4 0,-11-36-31 0,-12-34-43 0</inkml:trace>
  <inkml:trace contextRef="#ctx0" brushRef="#br0">20173 7620 61 0,'-25'-12'11'0,"38"12"-5"0,23 0-5 0,-1-13 6 0,13-10-3 0,-1-12 0 0,-35-1 4 0,-24 12-4 0,-11 12-3 0,-26 24 1 0,-9 24 3 0,34 35-2 0,12-10-1 0,36-15 1 0,10-21-1 0,15-25-1 0,-13 11 0 0,-1-35-14 0,13 12-30 0,-24 0-23 0</inkml:trace>
  <inkml:trace contextRef="#ctx0" brushRef="#br0">20613 7537 20 0,'12'-24'9'0,"12"12"-3"0,-1-12 24 0,-10 12-4 0,-1 0-15 0,-12-1-2 0,0 13-6 0,-36 0-2 0,-12 0 2 0,13 25 1 0,11 0-2 0,24 22-2 0,36 0-3 0,-1 1 3 0,-11 11 0 0,-24-11 0 0,-13-24 5 0,-23-24 2 0,14-13 0 0,-14-10 0 0,24 12-5 0,0-2-2 0,12 1-1 0,24 12-37 0,-12-12-52 0</inkml:trace>
  <inkml:trace contextRef="#ctx0" brushRef="#br0">12099 9014 5 0,'-71'0'8'0,"10"0"7"0,25-13 14 0,14 1-19 0,-2 12-9 0,12 0-2 0,12 0-1 0,36 12 1 0,22-12 1 0,38 0 0 0,35-12 1 0,36 12-2 0,-1 0 7 0,0 0-1 0,2 0 1 0,11 0-3 0,11-25 1 0,-11 25 1 0,23-10 0 0,-23-1-2 0,12 11 2 0,-1-13-2 0,-11 13 0 0,-13 0-2 0,0 0 2 0,-10 0-3 0,-1 0 2 0,-13 0 0 0,13 0 0 0,-12 0-1 0,0 0 2 0,11 0-3 0,14 13 2 0,9-13-1 0,-9 0 0 0,-25 0 1 0,-24 0-1 0,-23 11 0 0,-13-11-1 0,-24 0 1 0,-23 0-1 0,-24 0 1 0,0 0 0 0,-24 0 0 0,-60 0-1 0,-35 0 0 0,-49 0 1 0,-57 10-1 0,-62-10 1 0,-34 0-3 0,-24 0 0 0,24-10-3 0,10 10 1 0,-10 10 1 0,-24-10-2 0,11 13 0 0,48-1-1 0,72-12-2 0,-12 0 0 0,11 12 0 0,-11 12 2 0,24-12 0 0,58-1 1 0,49 2 3 0,12-1-1 0,35 0 2 0,12-12 0 0,-12 0 0 0,24 0 0 0,0 0 1 0,12 0-1 0,12-12 1 0,24 0-2 0,36 24-3 0,-38-12-37 0</inkml:trace>
  <inkml:trace contextRef="#ctx0" brushRef="#br0">16434 13859 32 0,'0'-13'4'0,"0"-34"5"0,22 12 14 0,3-1-8 0,-1-12 4 0,-24 48-14 0,0 0-3 0,-13 48 1 0,2-1-2 0,-14 49 1 0,15-25-1 0,10 13 0 0,10-25-1 0,39-11 2 0,10-25-1 0,1-34 1 0,0-12 0 0,11-50 0 0,-23 14-2 0,-1-1 2 0,-11 13-2 0,0 23 0 0,-12 48 0 0,-1 47 0 0,-23 13-1 0,0-25 2 0,0-47 1 0,0-12 3 0,36-60-2 0,0-11-2 0,23 35-1 0,-23 48-1 0,-11 48 1 0,-2-13 0 0,-12-11 0 0,2-11-1 0,-26-2-9 0,-10-23-12 0,-37-36-22 0,25-12-11 0</inkml:trace>
  <inkml:trace contextRef="#ctx0" brushRef="#br0">16816 13586 54 0,'-13'-84'18'0,"26"47"-14"0,33 26-8 0,-10 22-64 0</inkml:trace>
  <inkml:trace contextRef="#ctx0" brushRef="#br0">17721 13728 63 0,'-13'-24'11'0,"13"11"0"0,-36 38 5 0,-12 34-13 0,13 12 0 0,11 0-2 0,24-10 1 0,11-13-2 0,25-25 3 0,36-23-1 0,-1-35-1 0,1 11 0 0,-24-24 0 0,-13 13-1 0,-11 11 0 0,-12 24 0 0,-1 24 0 0,2 23 0 0,22 0 0 0,26-22 1 0,-14-2-1 0,12-23 2 0,-11-48 0 0,-36 1-1 0,0-24 0 0,-36 0 0 0,-12 34-1 0,-23 26-1 0,0 22 1 0,-2 49 0 0,38 1-1 0,23-3 1 0,47-22 0 0,24-25 0 0,13-34 0 0,-12-13 1 0,-26 11-2 0,3 25 2 0,-26 37-2 0,1 10 1 0,-11 1 0 0,-13-36 3 0,0-1 1 0,0-57 0 0,11-13-2 0,25-12-2 0,71 21 0 0,-71 63-1 0,0 24 2 0,-13 9-1 0,0-21 0 0,-23-14 0 0,0-22 6 0,37-39-4 0,11-21 0 0,10 24-2 0,-9 35 0 0,-26 12-1 0,1 25 1 0,12 9 0 0,11-9 1 0,25-13 0 0,12-12 0 0,-13-24 0 0,-35-12 1 0,10-23-1 0,-10-1 0 0,-36 36-1 0,0 35 0 0,-23 39-1 0,23 21 1 0,36-12 1 0,23 0-1 0,14-35 1 0,-14-24-5 0,-48-12-13 0,-34 0-53 0,10 12 28 0</inkml:trace>
  <inkml:trace contextRef="#ctx0" brushRef="#br0">15814 14597 94 0,'-48'-12'3'0,"-35"12"-3"0,130 0 5 0,145-36 5 0,224-23-1 0,262-36 1 0,109 23-5 0,-49 37-2 0,-178 24-2 0,-179 11 6 0,-168-25-1 0,-116 13-3 0,-49-12-1 0,-37 1-2 0,-22 10-31 0,-73 26-61 0</inkml:trace>
  <inkml:trace contextRef="#ctx0" brushRef="#br0">15040 14834 91 0,'-35'0'4'0,"-143"13"-3"0,117 24 0 0,97-26 10 0,131-35-5 0,178-59 3 0,191-36 2 0,202 11-5 0,96 0-2 0,-48 62 0 0,-143 46-2 0,-202 12-1 0,-191-24 1 0,-155-13 2 0,-71-9-1 0,-12-16-9 0,-12 29-110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antiAliased" value="0"/>
    </inkml:brush>
  </inkml:definitions>
  <inkml:trace contextRef="#ctx0" brushRef="#br0">14362 15621 34 0,'-12'-48'5'0,"-1"13"13"0,-23-1 4 0,-58 36-13 0,-13 23-3 0,-24 37-2 0,11 12-1 0,84-1-2 0,72 1 0 0,60 11-1 0,23 24 1 0,-36-12-1 0,-59-23 3 0,-60-13 7 0,-84-35-5 0,2 0-2 0,34-35-3 0,73-26-80 0,22 37 44 0</inkml:trace>
  <inkml:trace contextRef="#ctx0" brushRef="#br0">14314 15977 25 0,'-13'-34'15'0,"2"10"4"0,11 24 6 0,-12 47-14 0,12 25-4 0,12-1-3 0,12-11-2 0,24-48 1 0,11-36 0 0,2-60-1 0,-15 13-1 0,-22 35 0 0,-24 24 1 0,12 12-2 0,-1 73 1 0,2 69 0 0,11 13 0 0,-24 47-1 0,-12-47 2 0,0-36-3 0,-12-72 3 0,-1-34 4 0,-32-97-3 0,20-24-2 0,25 2-2 0,24-2 1 0,71 1-1 0,24-37-3 0,24 14 1 0,-23 34 3 0,-25 14 1 0,-47-25-1 0,-24-35 2 0,0 21-1 0,-24 74-1 0,0 47-1 0,-12 84 0 0,12 58 1 0,12 13-2 0,48-37 1 0,35-57 2 0,-12-49 1 0,-11-85 0 0,-12-69-1 0,11-47 2 0,-47 93-3 0,-12 84 0 0,-36 95-1 0,1 60 0 0,23 12 1 0,47-36 2 0,37-48-1 0,23-48 1 0,12-70-12 0,-35-11-93 0</inkml:trace>
  <inkml:trace contextRef="#ctx0" brushRef="#br0">15957 16014 12 0,'0'-37'5'0,"11"3"20"0,14-14-4 0,-14 0-4 0,-22 1-8 0,-14-2-4 0,-11 15-2 0,-10 21 0 0,10 13-1 0,-12 36-2 0,-11 24 3 0,11 23-3 0,25-12 1 0,10-23-1 0,13-36 2 0,36-24 1 0,12-36 0 0,-12 37-3 0,-24 34 0 0,11 25 0 0,25-1 0 0,35-35 2 0,25-58 0 0,-14-27 0 0,-22-46 0 0,-35-47 0 0,-26 59-1 0,-22 47-1 0,-2 36 0 0,-11 48-1 0,-12 70 1 0,25 14-1 0,22-12 0 0,25-49 1 0,24-35 1 0,10-24 0 0,-21 48-2 0,-37 24 1 0,-36-1 0 0,-47-34 1 0,12-25 1 0,22-50-2 0,37 39 0 0,24 22-1 0,23 26 1 0,25-13 0 0,0-35 2 0,11-50-1 0,-23-22 0 0,-25 22 0 0,-35 51-1 0,0 10 0 0,0 10 0 0,12 27 0 0,24-13 0 0,11-12 1 0,1-1-1 0,0-22 1 0,-1-25 0 0,-24-1 0 0,2 15-2 0,-14 10 1 0,-11-12 1 0,13 24-1 0,-1 24 0 0,0 23 0 0,0 1 0 0,10-12-1 0,14-24 2 0,13-37 0 0,10-9 0 0,-22 21-2 0,22 60 0 0,-36 13 1 0,-23-12 1 0,-23-35 0 0,-36-26 0 0,22 1-66 0,37 12 14 0</inkml:trace>
  <inkml:trace contextRef="#ctx0" brushRef="#br0">18387 15977 77 0,'-49'-11'35'0,"-10"-1"-35"0,131 12 0 0,106 0 3 0,49 0-1 0,-37 0 1 0,-167 12-2 0,-81-1-104 0</inkml:trace>
  <inkml:trace contextRef="#ctx0" brushRef="#br0">19874 16014 47 0,'-11'0'4'0,"-25"0"10"0,36-12 10 0,60-59-13 0,23-38-5 0,-23-21-3 0,-24-37 0 0,-36 1-1 0,-11 22-1 0,-2 98 1 0,13 46-2 0,0 59 1 0,-12 49 0 0,-12 10 0 0,12 13 0 0,0-36 0 0,12-11 0 0,36-36 0 0,12-25 0 0,23-23 0 0,11-59 2 0,3-25-2 0,-26 25-1 0,-11 22 2 0,-36 37-2 0,-1 37 5 0,-11 22-4 0,13 0 1 0,-1-10-3 0,-1-27-16 0,1-22-51 0,-1 0 28 0</inkml:trace>
  <inkml:trace contextRef="#ctx0" brushRef="#br0">20493 15204 45 0,'-11'-12'-36'0</inkml:trace>
  <inkml:trace contextRef="#ctx0" brushRef="#br0">19695 15525 70 0,'-10'0'15'0,"-50"-11"-12"0,96-25-5 0,154-35-51 0,-142 71 26 0</inkml:trace>
  <inkml:trace contextRef="#ctx0" brushRef="#br0">20685 15764 32 0,'0'0'6'0,"-24"48"13"0,24-38 8 0,11-44-15 0,85-62-8 0,11-46-1 0,-22-49 0 0,-51 24-1 0,-45 85 2 0,-12 69 1 0,-2 37-4 0,-11 95-1 0,12 11 0 0,24 2 0 0,36-25-1 0,24-36 2 0,11-71 2 0,24-47 0 0,12-84-1 0,-12-48-1 0,-35 13-1 0,-48 69 1 0,-12 63-1 0,-12 68 0 0,-48 98 0 0,37 35 0 0,35-24 0 0,47-49-1 0,13-44 2 0,23-50-20 0,-36-13-59 0</inkml:trace>
  <inkml:trace contextRef="#ctx0" brushRef="#br0">21971 15395 67 0,'0'0'0'0,"-24"-12"31"0,60 12-24 0,35-13-1 0,25-21-5 0,-49 21-11 0,-34 13-70 0</inkml:trace>
  <inkml:trace contextRef="#ctx0" brushRef="#br0">23006 15002 38 0,'25'-24'3'0,"23"-12"10"0,-14 24 25 0,-68 37-24 0,-75 70-3 0,-9 24 0 0,47 0-6 0,58-24-3 0,61-24-3 0,48-34 0 0,47-62-24 0,-60-10-68 0</inkml:trace>
  <inkml:trace contextRef="#ctx0" brushRef="#br0">23614 14955 19 0,'0'-13'15'0,"12"-34"9"0,-12 23 8 0,-71 48-23 0,-26 59-1 0,63 12-6 0,129 1-1 0,36 23-2 0,-72-48 1 0,-95-47 6 0,-71-12-1 0,-1-12-3 0,86 0-14 0,69 0-89 0</inkml:trace>
  <inkml:trace contextRef="#ctx0" brushRef="#br0">24090 15038 38 0,'0'0'0'0,"24"-49"15"0,0-22 4 0,12 0-4 0,-24 12-7 0,-24 0 1 0,-36 34-4 0,-24 37-4 0,25 60-1 0,58 24-1 0,73 46 1 0,-12 1 0 0,-60-60 0 0,-96-59 4 0,-11-35 5 0,72-50-1 0,118-58-10 0,71 12-29 0,-48 84-53 0</inkml:trace>
  <inkml:trace contextRef="#ctx0" brushRef="#br0">22721 15764 94 0,'-107'0'6'0,"-143"0"10"0,214 0 4 0,167-47-16 0,178-1-4 0,144-12-1 0,83 13 2 0,-94 35-1 0,-157 0 0 0,-178-1-1 0,-120 2-10 0,-70 22-24 0,-59 49-43 0,106-60 63 0</inkml:trace>
  <inkml:trace contextRef="#ctx0" brushRef="#br0">23340 15883 26 0,'-166'23'20'0,"-144"14"14"0,131-14-13 0,144-23-9 0,153-23-3 0,169-14-8 0,94 3 2 0,-48 9-3 0,-95 0 4 0,-178 15 0 0,-120-2-14 0,-36 12-92 0</inkml:trace>
  <inkml:trace contextRef="#ctx0" brushRef="#br0">20685 16835 42 0,'0'-35'22'0,"-13"-13"10"0,13 60-15 0,36 71-1 0,-12 85-7 0,0-13-6 0,-12-25-4 0,-24-34-4 0,24-62-28 0,-1-45-49 0,-11-1 63 0</inkml:trace>
  <inkml:trace contextRef="#ctx0" brushRef="#br0">20482 17252 83 0,'-35'-36'16'0,"58"24"-18"0,49-11 6 0,71 12-2 0,47-39 1 0,-23-8 0 0,-95 22 9 0,-62 48 3 0,-32 70-7 0,-2 26-8 0,12-24-3 0,12-25-30 0,0-23-73 0</inkml:trace>
  <inkml:trace contextRef="#ctx0" brushRef="#br0">21090 16907 72 0,'-12'-24'4'0,"24"35"-14"0,58 73-56 0</inkml:trace>
  <inkml:trace contextRef="#ctx0" brushRef="#br0">21280 17336 24 0,'-12'0'27'0,"0"0"8"0,24-84-22 0,72-82-7 0,23-60-2 0,-61 59 1 0,-68 131 10 0,-38 60-9 0,1 84-3 0,59 46-5 0,47-35-1 0,60-72 3 0,-12-70 2 0,1-98 2 0,-60-21-1 0,-25 119 1 0,-70 94 4 0,-1 73-4 0,60-39-4 0,60-9-17 0,95-71-115 0</inkml:trace>
  <inkml:trace contextRef="#ctx0" brushRef="#br0">22734 16526 119 0,'-25'-13'3'0,"1"50"1"0,24 106 11 0,0 35-6 0,0-23-10 0,0-61-7 0,-12-33-24 0,0-122-32 0,12 15 21 0</inkml:trace>
  <inkml:trace contextRef="#ctx0" brushRef="#br0">22614 16621 35 0,'0'0'0'0,"0"-108"46"0,83 74-31 0,108 81-7 0,23 84 3 0,-119 24 1 0,-118-36 11 0,-145-35-16 0,14-50-9 0,154-34-45 0,60-23-33 0</inkml:trace>
  <inkml:trace contextRef="#ctx0" brushRef="#br0">23709 16562 73 0,'0'-12'15'0,"-11"-12"11"0,-1 107-2 0,-1 60-9 0,26-12-12 0,-13-24-3 0,0-59-19 0,-36-37-35 0,25-45-27 0</inkml:trace>
  <inkml:trace contextRef="#ctx0" brushRef="#br0">23519 16538 74 0,'-25'-48'17'0,"86"-11"-7"0,129 11 0 0,36 23-7 0,-118 25-2 0,-97 0-5 0,-94 50-60 0,47-27 18 0</inkml:trace>
  <inkml:trace contextRef="#ctx0" brushRef="#br0">22578 17430 81 0,'-83'25'2'0,"-168"34"12"0,36 1 18 0,121-60-16 0,201-12-11 0,417-95-6 0,119 23 7 0,23 59-2 0,-165 15-1 0,-251-2-3 0,-214 0-13 0,-167 0-37 0,-214 24-4 0,-120 22 24 0,-59 39 23 0,84 9 23 0,-25 2 28 0,49 0-16 0,190-26-18 0,226-45 4 0,238-60 4 0,297-49-3 0,359 13-13 0,-49 59-9 0,-404 12 11 0,-300 1 14 0,-128-26 1 0,-84 14-19 0,-12-13-7 0,-13 24-30 0,37-1-102 0</inkml:trace>
  <inkml:trace contextRef="#ctx0" brushRef="#br0">4786 14895 28 0,'-10'-11'1'0,"-62"11"6"0,1 46 20 0,-12 84-11 0,10 50-7 0,14-1-3 0,59-13-3 0,23-34 0 0,38-61-1 0,21-59 2 0,38-84 0 0,-2-60-3 0,-11 14 0 0,-58 71 1 0,-37 47 2 0,-24 60 1 0,-1 11-2 0,26 0-1 0,35-24 0 0,23-35 0 0,-24-24 1 0,1-72-1 0,-36 2-1 0,-24-13 0 0,-47 35 0 0,-13 24-1 0,-11 49-1 0,12 10 1 0,59 13 1 0,24 0-1 0,46-26 0 0,38-32 0 0,23-38 0 0,11 24 0 0,-45 36 0 0,-27 36 0 0,-33 12 0 0,-14-24 0 0,2-14 1 0,35-68-1 0,47-37 0 0,-13 22-2 0,-45 73 2 0,-13 73 0 0,-24-14 2 0,12 1-2 0,35-36 0 0,37-1-109 0</inkml:trace>
  <inkml:trace contextRef="#ctx0" brushRef="#br0">6181 15097 20 0,'0'-37'18'0,"34"-21"-5"0,-21 45 20 0,-48 13-21 0,-25 49-4 0,1 23-3 0,23 10-4 0,24-9 0 0,48-27 0 0,35-21 1 0,36-25-1 0,11-37-1 0,2-22 0 0,-25-12-1 0,-11 12 2 0,-48-13-1 0,-24 12 2 0,-48 37-1 0,-12 10-1 0,-23 37 0 0,11 24 1 0,36 11 0 0,24 1-1 0,73-12-2 0,45-48 3 0,13-12-1 0,12-47 0 0,-36-25 1 0,-46 13-1 0,-50 23 2 0,-11 48-1 0,0 59 1 0,10 48 1 0,3 12-2 0,-13 0 0 0,0-23 1 0,0-62 0 0,-13-44 3 0,-8-74-2 0,21-94-2 0,34-13 0 0,38 97-1 0,-1 81-1 0,-35 72-2 0,-24 0 2 0,-73 12 3 0,-57-10-2 0,47-49 0 0,83-24-24 0,47-71-75 0</inkml:trace>
  <inkml:trace contextRef="#ctx0" brushRef="#br0">7491 14323 57 0,'0'-12'9'0,"-24"-1"15"0,12 110-6 0,12 57-10 0,23 13-6 0,2 1-1 0,-2-2-5 0,-35-35-33 0,1-108-36 0</inkml:trace>
  <inkml:trace contextRef="#ctx0" brushRef="#br0">7217 14752 53 0,'-25'-36'12'0,"50"-1"10"0,70 3-15 0,48 10-5 0,12-12 0 0,-24 0-1 0,-60 13 0 0,-35 0 3 0,-12-2 0 0,-24 25-2 0,0 36 0 0,0 24-1 0,0 11-1 0,12 13 0 0,11-50 0 0,25-9 2 0,1-50 0 0,8-34 0 0,4 0-2 0,-15-1 0 0,-10 24 1 0,-23 24-1 0,-1 24 0 0,-12 24 0 0,11 12 0 0,14-12 0 0,22-1 0 0,24-10-104 0</inkml:trace>
  <inkml:trace contextRef="#ctx0" brushRef="#br0">8670 13896 55 0,'0'0'0'0,"-13"21"12"0,2 100 16 0,11 93-17 0,0 0-6 0,11-59-2 0,2-60-2 0,-13-23 2 0,0-60-12 0,-36-49-85 0</inkml:trace>
  <inkml:trace contextRef="#ctx0" brushRef="#br0">8443 14419 34 0,'-24'-12'25'0,"24"-13"10"0,60 2-24 0,23 12-7 0,12-14-2 0,12 13 0 0,1-1-55 0,-96 13 10 0</inkml:trace>
  <inkml:trace contextRef="#ctx0" brushRef="#br0">9170 14574 16 0,'0'0'4'0,"11"-13"10"0,-11-22 10 0,24-1-14 0,-24-12-2 0,0-12-2 0,0 13-3 0,-24 0-1 0,-12 23-1 0,13 24 0 0,-1 0 0 0,-23 24 0 0,23 36 1 0,-12-1 1 0,24 12 0 0,12-12-2 0,0-22 0 0,12-14-3 0,0-12 5 0,12-22-1 0,12-25-1 0,-13 12 0 0,0 1-1 0,-10-13 1 0,10 0-1 0,-10 13 1 0,-1-1-2 0,11 11 2 0,-11 2-1 0,1-1 0 0,-2 12 0 0,-11 0 0 0,0 0 0 0,0 0 1 0,12 0-1 0,-12 0-19 0,0 12-61 0</inkml:trace>
  <inkml:trace contextRef="#ctx0" brushRef="#br0">8943 14430 3 0,'0'0'8'0,"36"0"18"0,-12-23 1 0,-12-13-13 0,0-12-4 0,-24-11-2 0,-12-1-3 0,-24 12 0 0,-23 14-2 0,-12 34 1 0,-14 23 0 0,15 48-2 0,11 36 0 0,23 12-1 0,48 0-1 0,36-35 1 0,22-50 1 0,27-21 0 0,9-72 2 0,2-25-2 0,-24-12-1 0,-38 14-1 0,-9 22-2 0,-13 37 2 0,-12 46 1 0,-12 37 0 0,12 22 0 0,24-9-1 0,24-25 2 0,34-14-1 0,14-45 2 0,-1-37-1 0,1-48 0 0,-13-59 0 0,-23 13-1 0,-25 12 3 0,-23 21-3 0,-12 27-1 0,-12 46 0 0,-12 49 0 0,-11 71-1 0,-1 69-1 0,36 14 0 0,82-24 2 0,26-36-1 0,24-59 0 0,-37-36 2 0,-24-24 0 0,-35-36 1 0,-12 1-1 0,-1 10-1 0,-23 26-20 0,-23 47-91 0</inkml:trace>
  <inkml:trace contextRef="#ctx0" brushRef="#br0">7383 16502 69 0,'-71'0'3'0,"11"0"16"0,60-23-2 0,83-37-13 0,85-24 1 0,45-11-2 0,14 24-2 0,-96 11-14 0,-108 24-65 0,-34 24 53 0</inkml:trace>
  <inkml:trace contextRef="#ctx0" brushRef="#br0">7765 15919 72 0,'-96'58'23'0,"49"122"-5"0,47-2-8 0,58-23-9 0,-9-11-2 0,-13-26-43 0,-36-81-21 0</inkml:trace>
  <inkml:trace contextRef="#ctx0" brushRef="#br0">7002 17312 79 0,'0'0'0'0,"-23"-71"20"0,11 94-10 0,12 143-7 0,0-22 2 0,12 22-15 0,11-11 1 0,-11-72-17 0,-24-58-29 0,12-38 39 0</inkml:trace>
  <inkml:trace contextRef="#ctx0" brushRef="#br0">6800 17359 48 0,'-12'-47'24'0,"-12"-24"1"0,24 58-15 0,60 97-8 0,59 23-5 0,24 12-1 0,-48-60 10 0,23 0-8 0,-46-34-2 0,-24-144-17 0,-36-119 8 0,-36 59 29 0,-12 108 15 0,25 94-24 0,11 96-5 0,11 36-6 0,13 0-1 0,25-25-21 0,10 14-56 0</inkml:trace>
  <inkml:trace contextRef="#ctx0" brushRef="#br0">7765 17383 40 0,'-13'-47'31'0,"2"-14"-6"0,22 38-13 0,13 46-9 0,-11 38 0 0,-2-1-6 0,12-1 2 0,2-13-2 0,11-46 4 0,23-58 3 0,2-26 2 0,-40 25-3 0,-8 0-1 0,-1-12 0 0,-12 46 0 0,0 13-1 0,0 24-2 0,11 47 0 0,2 12-1 0,10-10 0 0,37-38 2 0,12-23 0 0,11-35 1 0,-35-37 2 0,-12-10-1 0,-13 21 0 0,1 26 0 0,0 35-1 0,-12 0 0 0,0 46-2 0,-12 15 1 0,-12-1-1 0,24-37 0 0,0-23 2 0,0 0 0 0,0-23 1 0,0-37-1 0,-2 12 1 0,15-23-1 0,35 24 0 0,-2 34-1 0,-9 37-1 0,-37 12 1 0,-12 22-1 0,11-21 0 0,-11-24 1 0,13-38 2 0,10-34 0 0,1-1 0 0,24-11-2 0,0 35 0 0,-13 36 0 0,1 24 0 0,-12 23-1 0,12-11 1 0,-1 0-1 0,37-36 1 0,11-13 0 0,-23-34 1 0,-13-12 0 0,-35-1-1 0,0-11 1 0,-12 48-1 0,-12 23-1 0,0 34 0 0,0 37 1 0,12-10-1 0,36-14 0 0,36-23 0 0,-1-24 1 0,11-36 0 0,-10-35 1 0,-24 12 0 0,-12-1-1 0,-24-1 0 0,1-10 0 0,-13 12 0 0,-13 34 0 0,13 15 1 0,-12-2-1 0,0 24-1 0,12-12 1 0,0 10 1 0,12 3-2 0,0 11-1 0,12-11 3 0,-12 10 0 0,12-12-1 0,-12-11 0 0,-1 0 0 0,-11-11 0 0,-11 11 1 0,11 0-2 0,0 0 2 0,11 11-1 0,1 2 0 0,24-13-1 0,0-24 1 0,0 12-1 0,-13-12 1 0,-11 24 0 0,-12 24 0 0,-12 24 1 0,-11-2-1 0,23-9-1 0,23-13 1 0,13-12 0 0,23-24 0 0,1-49 1 0,0-21-1 0,-13-13 0 0,-23 46 0 0,-12 38 1 0,-12 59 2 0,0 36-2 0,24-25 1 0,-12 0-5 0,12-35-21 0,22-48-53 0,-33 11 44 0</inkml:trace>
  <inkml:trace contextRef="#ctx0" brushRef="#br0">10491 16240 68 0,'0'-12'15'0,"-23"-59"7"0,23 46-15 0,34 25-30 0,-21 25-49 0</inkml:trace>
  <inkml:trace contextRef="#ctx0" brushRef="#br0">10883 16335 53 0,'-34'-35'27'0,"10"11"1"0,-36 35-18 0,1 49-3 0,-1 24-4 0,60-2-2 0,48-33-1 0,59-37 1 0,24-48-1 0,12-12-22 0,-24 0-36 0,-70 25 12 0</inkml:trace>
  <inkml:trace contextRef="#ctx0" brushRef="#br0">11407 16312 8 0,'0'-36'38'0,"13"-12"-12"0,-26 13-7 0,-9 11-6 0,-27 0-8 0,26 24-3 0,-13 12-1 0,2 24 1 0,-3 24 0 0,1-1-1 0,36-24 0 0,0 1 1 0,24-36 0 0,36-36 0 0,-14 13-1 0,-10 34-1 0,13 1 0 0,34-12 1 0,12-60 1 0,-11-34 0 0,-37-61-1 0,-11 12 1 0,-48 107 5 0,-24 96-5 0,24 82-2 0,36 13-1 0,48-36 0 0,-25-12-22 0,-23-36-82 0</inkml:trace>
  <inkml:trace contextRef="#ctx0" brushRef="#br0">7586 18181 65 0,'-83'11'4'0,"-144"60"-7"0,-23 13 3 0,142-36 1 0,192-84 6 0,440-154-1 0,322-84 23 0,368-70-14 0,-154 68-10 0,-263 63 3 0,-237 94-1 0,-238 59-4 0,-215 48-4 0,-142 12-26 0,-214 72-55 0,188-50 55 0</inkml:trace>
  <inkml:trace contextRef="#ctx0" brushRef="#br0">7241 18539 29 0,'-72'23'6'0,"-11"13"-2"0,-96 35-1 0,83-35 0 0,228-108 3 0,332-154 11 0,596-226 8 0,-1 130-1 0,2 25-15 0,-335 131 2 0,-251 70-5 0,-224 48 1 0,-179 37 1 0,-84 11 3 0,-12-13-10 0,-35 1-36 0,35 24-75 0</inkml:trace>
  <inkml:trace contextRef="#ctx0" brushRef="#br0">2488 17241 48 0,'0'0'0'0,"-46"-84"14"0,22 24 6 0,24 12-9 0,13-11-5 0,21 34-4 0,50 15-1 0,-13 57 0 0,-24 0 0 0,-22 24 2 0,-50 25 5 0,-47 24-5 0,38-37-3 0,-2-12 1 0,24-35 0 0,0-11 1 0,12-14 0 0,12-22 3 0,48-26-1 0,23-10-1 0,12-13 0 0,0 24-3 0,-11 11 2 0,-38 25-3 0,-21 13-15 0,22-13-66 0,-47-13 50 0</inkml:trace>
  <inkml:trace contextRef="#ctx0" brushRef="#br0">3155 17097 32 0,'-23'-11'36'0,"10"11"-16"0,13 59-13 0,13 24-4 0,46-23-2 0,13-48 2 0,-12-48 2 0,-24-47 0 0,-48-1-1 0,-48 36 0 0,-23 48-3 0,23 25-3 0,84-25-61 0,-12 0 26 0</inkml:trace>
  <inkml:trace contextRef="#ctx0" brushRef="#br0">3454 16645 45 0,'0'23'26'0,"24"121"5"0,-2 106-17 0,27-12-10 0,-13-37-7 0,-13-93 9 0,-11-12-9 0,-12-74-27 0,0-44-55 0</inkml:trace>
  <inkml:trace contextRef="#ctx0" brushRef="#br0">3656 17086 59 0,'0'0'0'0,"36"-48"16"0,23 36-4 0,1 24-5 0,-11 24 1 0,-38 23 4 0,-22 1-1 0,-26-1-6 0,-11-11-1 0,24-24-2 0,13-2 0 0,22-22 0 0,37-34 0 0,34-14 0 0,3 12-1 0,-2 1-2 0,-47 12-3 0,-12 10-2 0,-12-35 0 0,23-59 5 0,-11 70 1 0,1 74 1 0,-38 47 5 0,13 23 0 0,13 0-7 0,10-61 0 0,-23-21-110 0</inkml:trace>
  <inkml:trace contextRef="#ctx0" brushRef="#br0">3549 18037 21 0,'0'0'0'0,"12"-23"7"0,24-13 10 0,-13-10-1 0,-35 21 0 0,-24 13-7 0,-23 49-5 0,-12 34-4 0,22 0-3 0,15 0-2 0,34-11 6 0,23-36 3 0,61-84 3 0,-14-83-4 0,-45 12 10 0,-25 13-6 0,-36 34-2 0,1 60-4 0,11 11-1 0,12 50-4 0,24 47-1 0,22-2-2 0,27 14-1 0,10-25 1 0,-24-35 12 0,25-24-9 0,71-49 4 0,-59-34 8 0,-25 0-2 0,-47 24 0 0,-12-1-2 0,-12 25-3 0,-23 46-2 0,-1 59-2 0,23 2-2 0,26-36 1 0,58-12 2 0,13-36-21 0,-13-47-48 0,-58 34 62 0</inkml:trace>
  <inkml:trace contextRef="#ctx0" brushRef="#br0">4359 17788 7 0,'12'-11'17'0,"0"-26"29"0,-24 37-30 0,-12 71-7 0,0-23-10 0,48-12 1 0,59-36-2 0,24-36-87 0</inkml:trace>
  <inkml:trace contextRef="#ctx0" brushRef="#br0">3418 18502 42 0,'0'0'0'0,"-48"24"1"0,1 0 7 0,71-24 0 0,165-95 2 0,156-60 1 0,264-71-10 0,-334 178 9 0,-157 25-6 0,-118 23-14 0,-72 34-74 0</inkml:trace>
  <inkml:trace contextRef="#ctx0" brushRef="#br0">3393 18657 29 0,'-11'0'1'0,"-24"24"1"0,-1-11 6 0,118-63 2 0,145-55 4 0,131-63-3 0,105-11-6 0,-21 49 0 0,-324 105 7 0,-93 14 11 0,-25 11-16 0,-12 0-3 0,-1-12-12 0,-10 12-83 0,23 0 62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2" name="Google Shape;26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7" name="Google Shape;2647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8" name="Google Shape;26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6" name="Google Shape;26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" name="Google Shape;26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663" name="Google Shape;2663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438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664" name="Google Shape;2664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Lecture-1</a:t>
            </a:r>
            <a:endParaRPr/>
          </a:p>
        </p:txBody>
      </p:sp>
      <p:sp>
        <p:nvSpPr>
          <p:cNvPr id="2665" name="Google Shape;2665;p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Google Shape;267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2671" name="Google Shape;26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5" name="Google Shape;2675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4" name="Google Shape;2684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5" name="Google Shape;26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221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4" name="Google Shape;2684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5" name="Google Shape;26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Google Shape;27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07" name="Google Shape;2707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8" name="Google Shape;2708;p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5" name="Google Shape;2715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6" name="Google Shape;27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" name="Google Shape;27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24" name="Google Shape;2724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5" name="Google Shape;2725;p1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Lecture-1</a:t>
            </a:r>
            <a:endParaRPr/>
          </a:p>
        </p:txBody>
      </p:sp>
      <p:sp>
        <p:nvSpPr>
          <p:cNvPr id="2726" name="Google Shape;2726;p1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0" name="Google Shape;2740;p1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1" name="Google Shape;27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2" name="Google Shape;2742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1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8" name="Google Shape;27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9" name="Google Shape;2749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8" name="Google Shape;2838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9" name="Google Shape;283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05196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" name="Google Shape;2846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7" name="Google Shape;284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11629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5" name="Google Shape;2855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6" name="Google Shape;285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28105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4" name="Google Shape;2864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5" name="Google Shape;286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0041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Google Shape;2872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3" name="Google Shape;287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84062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Google Shape;2893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4" name="Google Shape;289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88896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p1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5" name="Google Shape;27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6" name="Google Shape;2756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" name="Google Shape;2766;p1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7" name="Google Shape;27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8" name="Google Shape;2768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Target attrbute = playtennis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Google Shape;2774;p1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5" name="Google Shape;27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6" name="Google Shape;2776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p1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3" name="Google Shape;27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4" name="Google Shape;2784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9" name="Google Shape;2789;p1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0" name="Google Shape;279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1" name="Google Shape;2791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1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7" name="Google Shape;279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8" name="Google Shape;2798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Google Shape;2803;p1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4" name="Google Shape;280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5" name="Google Shape;2805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Google Shape;2810;p2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1" name="Google Shape;28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12" name="Google Shape;2812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" name="Google Shape;2908;g2abdc62328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9" name="Google Shape;2909;g2abdc62328f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0" name="Google Shape;2910;g2abdc62328f_0_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6" name="Google Shape;282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5" name="Google Shape;2915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6" name="Google Shape;291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Google Shape;2810;p2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1" name="Google Shape;28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12" name="Google Shape;2812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1675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Google Shape;2930;p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1" name="Google Shape;293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p2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</a:t>
            </a:fld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2" name="Google Shape;283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3" name="Google Shape;2833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67295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6" name="Google Shape;2946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7" name="Google Shape;294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64107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2" name="Google Shape;2952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3" name="Google Shape;295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8" name="Google Shape;2958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9" name="Google Shape;295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5" name="Google Shape;2965;p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6" name="Google Shape;296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p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2" name="Google Shape;297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4.xml" 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7.xml" 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7.xml" 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 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9.xml" 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9.xml" 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 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0.xml" 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0.xml" 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 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8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82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82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82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82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2" name="Google Shape;22;p82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3" name="Google Shape;23;p8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8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82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82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82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2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9" name="Google Shape;29;p82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30" name="Google Shape;30;p82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82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34" name="Google Shape;34;p83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5" name="Google Shape;35;p8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" name="Google Shape;36;p8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" name="Google Shape;37;p8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38" name="Google Shape;38;p8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8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40" name="Google Shape;40;p8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8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" name="Google Shape;42;p8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3" name="Google Shape;43;p8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4" name="Google Shape;44;p8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" name="Google Shape;45;p8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8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7" name="Google Shape;47;p8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3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13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13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" name="Google Shape;54;p13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56" name="Google Shape;56;p13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57" name="Google Shape;57;p13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1" name="Google Shape;61;p135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13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13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13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66" name="Google Shape;66;p13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67" name="Google Shape;67;p13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3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1" name="Google Shape;71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" name="Google Shape;72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" name="Google Shape;73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4" name="Google Shape;74;p13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5" name="Google Shape;75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" name="Google Shape;77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" name="Google Shape;78;p13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79" name="Google Shape;79;p1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13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3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3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4" name="Google Shape;84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" name="Google Shape;85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" name="Google Shape;86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7" name="Google Shape;87;p13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" name="Google Shape;88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1" name="Google Shape;91;p13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93" name="Google Shape;93;p13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13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5" name="Google Shape;95;p13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13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7" name="Google Shape;97;p13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3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0" name="Google Shape;100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3" name="Google Shape;103;p13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" name="Google Shape;104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" name="Google Shape;105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7" name="Google Shape;107;p13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109" name="Google Shape;109;p13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3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2" name="Google Shape;112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" name="Google Shape;113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4" name="Google Shape;114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5" name="Google Shape;115;p13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6" name="Google Shape;116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19" name="Google Shape;119;p13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21" name="Google Shape;121;p139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" name="Google Shape;122;p139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13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4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" name="Google Shape;126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" name="Google Shape;127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" name="Google Shape;128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9" name="Google Shape;129;p14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0" name="Google Shape;130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3" name="Google Shape;133;p14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35" name="Google Shape;135;p140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40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40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14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1" name="Google Shape;141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4" name="Google Shape;144;p14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5" name="Google Shape;145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48" name="Google Shape;148;p141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50" name="Google Shape;150;p14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4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42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54" name="Google Shape;154;p142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142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142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7" name="Google Shape;157;p142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2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159" name="Google Shape;159;p142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42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14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14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6" name="Google Shape;166;p14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68" name="Google Shape;168;p14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69" name="Google Shape;169;p143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4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5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183" name="Google Shape;183;p85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84" name="Google Shape;184;p8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8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8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7" name="Google Shape;187;p8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8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89" name="Google Shape;189;p8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8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8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8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93" name="Google Shape;193;p8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8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8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8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8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7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7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05" name="Google Shape;205;p17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06" name="Google Shape;206;p170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71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1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1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71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71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14" name="Google Shape;214;p171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15" name="Google Shape;215;p17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71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1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1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171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71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21" name="Google Shape;221;p171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22" name="Google Shape;222;p171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171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72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72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72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72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2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2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2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232" name="Google Shape;232;p172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233" name="Google Shape;233;p172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236" name="Google Shape;236;p173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37" name="Google Shape;237;p17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7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7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0" name="Google Shape;240;p173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17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42" name="Google Shape;242;p17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7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7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" name="Google Shape;245;p17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46" name="Google Shape;246;p17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7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7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17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0" name="Google Shape;250;p17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74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17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54" name="Google Shape;254;p17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7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7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17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58" name="Google Shape;258;p17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7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7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17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262" name="Google Shape;262;p17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63" name="Google Shape;263;p174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64" name="Google Shape;264;p174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17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67" name="Google Shape;267;p17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7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7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17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71" name="Google Shape;271;p17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7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7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4" name="Google Shape;274;p17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75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276" name="Google Shape;276;p175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77" name="Google Shape;277;p175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78" name="Google Shape;278;p175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79" name="Google Shape;279;p175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80" name="Google Shape;280;p175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17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83" name="Google Shape;283;p1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17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87" name="Google Shape;287;p1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0" name="Google Shape;290;p17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7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sp>
        <p:nvSpPr>
          <p:cNvPr id="292" name="Google Shape;292;p176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17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95" name="Google Shape;295;p17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7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17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99" name="Google Shape;299;p17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7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2" name="Google Shape;302;p17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7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304" name="Google Shape;304;p177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05" name="Google Shape;305;p177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06" name="Google Shape;306;p177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17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09" name="Google Shape;309;p1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17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13" name="Google Shape;313;p1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6" name="Google Shape;316;p17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7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318" name="Google Shape;318;p178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178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178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21" name="Google Shape;321;p178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17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24" name="Google Shape;324;p17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7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7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17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28" name="Google Shape;328;p17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7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7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1" name="Google Shape;331;p17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7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333" name="Google Shape;333;p17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17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180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337" name="Google Shape;337;p180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80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80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0" name="Google Shape;340;p180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80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sp>
        <p:nvSpPr>
          <p:cNvPr id="342" name="Google Shape;342;p180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180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1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1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1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181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81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351" name="Google Shape;351;p181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352" name="Google Shape;352;p181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181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18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8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8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372" name="Google Shape;372;p87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73" name="Google Shape;373;p8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4" name="Google Shape;374;p8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5" name="Google Shape;375;p8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376" name="Google Shape;376;p8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8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78" name="Google Shape;378;p8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9" name="Google Shape;379;p8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0" name="Google Shape;380;p8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81" name="Google Shape;381;p8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82" name="Google Shape;382;p8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3" name="Google Shape;383;p8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4" name="Google Shape;384;p8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385" name="Google Shape;385;p87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6" name="Google Shape;386;p8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9" name="Google Shape;389;p1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90" name="Google Shape;390;p1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91" name="Google Shape;391;p1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4" name="Google Shape;394;p14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5" name="Google Shape;395;p1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96" name="Google Shape;396;p1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97" name="Google Shape;397;p1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46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0" name="Google Shape;400;p1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1" name="Google Shape;401;p146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02" name="Google Shape;402;p146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47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5" name="Google Shape;405;p1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6" name="Google Shape;406;p147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07" name="Google Shape;407;p147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48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0" name="Google Shape;410;p1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148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12" name="Google Shape;412;p148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4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5" name="Google Shape;415;p14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6" name="Google Shape;416;p1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17" name="Google Shape;417;p1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18" name="Google Shape;418;p1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1" name="Google Shape;421;p15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2" name="Google Shape;422;p15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3" name="Google Shape;423;p1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24" name="Google Shape;424;p1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25" name="Google Shape;425;p1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8" name="Google Shape;428;p15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9" name="Google Shape;429;p15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30" name="Google Shape;430;p15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1" name="Google Shape;431;p15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32" name="Google Shape;432;p1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33" name="Google Shape;433;p1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34" name="Google Shape;434;p1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37" name="Google Shape;437;p1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38" name="Google Shape;438;p1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1" name="Google Shape;441;p15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42" name="Google Shape;442;p15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43" name="Google Shape;443;p1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44" name="Google Shape;444;p1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45" name="Google Shape;445;p1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5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8" name="Google Shape;448;p15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15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50" name="Google Shape;450;p1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51" name="Google Shape;451;p1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52" name="Google Shape;452;p1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55" name="Google Shape;455;p15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p1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57" name="Google Shape;457;p1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58" name="Google Shape;458;p1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5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1" name="Google Shape;461;p15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2" name="Google Shape;462;p1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63" name="Google Shape;463;p1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64" name="Google Shape;464;p1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89"/>
          <p:cNvSpPr txBox="1"/>
          <p:nvPr/>
        </p:nvSpPr>
        <p:spPr>
          <a:xfrm>
            <a:off x="8153400" y="6550026"/>
            <a:ext cx="9906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</a:t>
            </a:r>
            <a:endParaRPr sz="825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9" name="Google Shape;479;p89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480" name="Google Shape;480;p8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8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8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83" name="Google Shape;483;p8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4" name="Google Shape;484;p8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485" name="Google Shape;485;p8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8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8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8" name="Google Shape;488;p8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89" name="Google Shape;489;p8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8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8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Title and Content">
  <p:cSld name="22_Title and Conten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494" name="Google Shape;494;p90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495" name="Google Shape;495;p9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9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9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98" name="Google Shape;498;p9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9" name="Google Shape;499;p9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500" name="Google Shape;500;p9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9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9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3" name="Google Shape;503;p9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04" name="Google Shape;504;p9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9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9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7" name="Google Shape;507;p9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8" name="Google Shape;508;p9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83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1" name="Google Shape;511;p18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12" name="Google Shape;512;p18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13" name="Google Shape;513;p18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14" name="Google Shape;514;p18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84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mbria"/>
              <a:buNone/>
              <a:defRPr sz="27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7" name="Google Shape;517;p184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Cambria"/>
                <a:ea typeface="Cambria"/>
                <a:cs typeface="Cambria"/>
                <a:sym typeface="Cambria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Cambria"/>
                <a:ea typeface="Cambria"/>
                <a:cs typeface="Cambria"/>
                <a:sym typeface="Cambria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Cambria"/>
                <a:ea typeface="Cambria"/>
                <a:cs typeface="Cambria"/>
                <a:sym typeface="Cambria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Cambria"/>
                <a:ea typeface="Cambria"/>
                <a:cs typeface="Cambria"/>
                <a:sym typeface="Cambri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8" name="Google Shape;518;p184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19" name="Google Shape;519;p184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le and Content">
  <p:cSld name="20_Title and Content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85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2" name="Google Shape;522;p185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3" name="Google Shape;523;p185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24" name="Google Shape;524;p185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and Content">
  <p:cSld name="19_Title and Content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86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7" name="Google Shape;527;p186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8" name="Google Shape;528;p186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29" name="Google Shape;529;p186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Title and Content">
  <p:cSld name="18_Title and Content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87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2" name="Google Shape;532;p187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3" name="Google Shape;533;p187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34" name="Google Shape;534;p187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and Content">
  <p:cSld name="17_Title and Content"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88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7" name="Google Shape;537;p188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8" name="Google Shape;538;p188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39" name="Google Shape;539;p188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and Content">
  <p:cSld name="16_Title and Content"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89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42" name="Google Shape;542;p189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3" name="Google Shape;543;p189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44" name="Google Shape;544;p189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and Content">
  <p:cSld name="15_Title and Content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90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47" name="Google Shape;547;p190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8" name="Google Shape;548;p190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49" name="Google Shape;549;p190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and Content">
  <p:cSld name="14_Title and Content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91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2" name="Google Shape;552;p191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3" name="Google Shape;553;p191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54" name="Google Shape;554;p191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>
  <p:cSld name="13_Title and Content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92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7" name="Google Shape;557;p192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8" name="Google Shape;558;p192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59" name="Google Shape;559;p192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and Content">
  <p:cSld name="12_Title and Content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93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2" name="Google Shape;562;p193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3" name="Google Shape;563;p193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64" name="Google Shape;564;p193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94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7" name="Google Shape;567;p194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8" name="Google Shape;568;p194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69" name="Google Shape;569;p194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95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72" name="Google Shape;572;p195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3" name="Google Shape;573;p195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74" name="Google Shape;574;p195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96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77" name="Google Shape;577;p196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8" name="Google Shape;578;p196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79" name="Google Shape;579;p196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97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2" name="Google Shape;582;p197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3" name="Google Shape;583;p197"/>
          <p:cNvSpPr txBox="1">
            <a:spLocks noGrp="1"/>
          </p:cNvSpPr>
          <p:nvPr>
            <p:ph type="ftr" idx="11"/>
          </p:nvPr>
        </p:nvSpPr>
        <p:spPr>
          <a:xfrm>
            <a:off x="2195737" y="6237314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84" name="Google Shape;584;p197"/>
          <p:cNvSpPr txBox="1">
            <a:spLocks noGrp="1"/>
          </p:cNvSpPr>
          <p:nvPr>
            <p:ph type="sldNum" idx="12"/>
          </p:nvPr>
        </p:nvSpPr>
        <p:spPr>
          <a:xfrm>
            <a:off x="8532441" y="6237314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98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7" name="Google Shape;587;p19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88" name="Google Shape;588;p19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89" name="Google Shape;589;p19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90" name="Google Shape;590;p198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9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93" name="Google Shape;593;p199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594" name="Google Shape;594;p199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595" name="Google Shape;595;p19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96" name="Google Shape;596;p19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97" name="Google Shape;597;p19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0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0" name="Google Shape;600;p20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01" name="Google Shape;601;p20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602" name="Google Shape;602;p200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03" name="Google Shape;603;p200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604" name="Google Shape;604;p200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05" name="Google Shape;605;p20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06" name="Google Shape;606;p20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0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9" name="Google Shape;609;p20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10" name="Google Shape;610;p20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11" name="Google Shape;611;p20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0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14" name="Google Shape;614;p20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15" name="Google Shape;615;p20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03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8" name="Google Shape;618;p203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9" name="Google Shape;619;p203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20" name="Google Shape;620;p20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21" name="Google Shape;621;p20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22" name="Google Shape;622;p20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0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25" name="Google Shape;625;p20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6" name="Google Shape;626;p20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27" name="Google Shape;627;p20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28" name="Google Shape;628;p20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29" name="Google Shape;629;p20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0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2" name="Google Shape;632;p20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3" name="Google Shape;633;p20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34" name="Google Shape;634;p20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35" name="Google Shape;635;p20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06"/>
          <p:cNvSpPr txBox="1">
            <a:spLocks noGrp="1"/>
          </p:cNvSpPr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8" name="Google Shape;638;p20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9" name="Google Shape;639;p20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40" name="Google Shape;640;p20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41" name="Google Shape;641;p20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07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07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07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0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7" name="Google Shape;647;p207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2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207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lang="en-US" sz="21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1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649" name="Google Shape;649;p207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650" name="Google Shape;650;p207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07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07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0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4" name="Google Shape;654;p207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2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207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lang="en-US" sz="21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1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656" name="Google Shape;656;p207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657" name="Google Shape;657;p207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8" name="Google Shape;658;p207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1_Blank_one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14"/>
          <p:cNvSpPr txBox="1"/>
          <p:nvPr/>
        </p:nvSpPr>
        <p:spPr>
          <a:xfrm>
            <a:off x="8153400" y="6550025"/>
            <a:ext cx="9906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</a:t>
            </a:r>
            <a:endParaRPr sz="825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7" name="Google Shape;667;p214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68" name="Google Shape;668;p21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9" name="Google Shape;669;p21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0" name="Google Shape;670;p21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71" name="Google Shape;671;p214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2" name="Google Shape;672;p21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73" name="Google Shape;673;p2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4" name="Google Shape;674;p2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5" name="Google Shape;675;p21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6" name="Google Shape;676;p21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77" name="Google Shape;677;p2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8" name="Google Shape;678;p2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79" name="Google Shape;679;p21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15"/>
          <p:cNvSpPr txBox="1"/>
          <p:nvPr/>
        </p:nvSpPr>
        <p:spPr>
          <a:xfrm>
            <a:off x="3276600" y="6596064"/>
            <a:ext cx="58674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82" name="Google Shape;682;p215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83" name="Google Shape;683;p21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84" name="Google Shape;684;p21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85" name="Google Shape;685;p21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86" name="Google Shape;686;p215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7" name="Google Shape;687;p21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88" name="Google Shape;688;p21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89" name="Google Shape;689;p2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0" name="Google Shape;690;p21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91" name="Google Shape;691;p21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92" name="Google Shape;692;p21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3" name="Google Shape;693;p2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4" name="Google Shape;694;p21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695" name="Google Shape;695;p215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6" name="Google Shape;696;p21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_one">
  <p:cSld name="1_Blank_one 2"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16"/>
          <p:cNvSpPr txBox="1"/>
          <p:nvPr/>
        </p:nvSpPr>
        <p:spPr>
          <a:xfrm>
            <a:off x="8153400" y="6550026"/>
            <a:ext cx="9906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</a:t>
            </a:r>
            <a:endParaRPr sz="825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9" name="Google Shape;699;p216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700" name="Google Shape;700;p21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21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21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03" name="Google Shape;703;p21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4" name="Google Shape;704;p21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05" name="Google Shape;705;p21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2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21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8" name="Google Shape;708;p21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09" name="Google Shape;709;p21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2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1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17"/>
          <p:cNvSpPr txBox="1"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 2"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18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716" name="Google Shape;716;p218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717" name="Google Shape;717;p21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21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21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20" name="Google Shape;720;p21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1" name="Google Shape;721;p21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22" name="Google Shape;722;p21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21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21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1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26" name="Google Shape;726;p21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21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21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9" name="Google Shape;729;p218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0" name="Google Shape;730;p21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92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9" name="Google Shape;739;p9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40" name="Google Shape;740;p9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1" name="Google Shape;741;p9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2" name="Google Shape;742;p9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19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8" name="Google Shape;758;p219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9" name="Google Shape;759;p2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0" name="Google Shape;760;p2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2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20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220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5" name="Google Shape;765;p220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6" name="Google Shape;766;p220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7" name="Google Shape;767;p220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8" name="Google Shape;768;p2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9" name="Google Shape;769;p2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2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3" name="Google Shape;773;p2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4" name="Google Shape;774;p2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5" name="Google Shape;775;p2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8" name="Google Shape;778;p2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9" name="Google Shape;779;p2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223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2" name="Google Shape;782;p223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3" name="Google Shape;783;p223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4" name="Google Shape;784;p2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5" name="Google Shape;785;p2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6" name="Google Shape;786;p2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24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224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90" name="Google Shape;790;p224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1" name="Google Shape;791;p2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2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2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2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6" name="Google Shape;796;p2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7" name="Google Shape;797;p2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2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9" name="Google Shape;799;p2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2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3" name="Google Shape;803;p2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4" name="Google Shape;804;p2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5" name="Google Shape;805;p2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9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820" name="Google Shape;820;p94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821" name="Google Shape;821;p9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9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9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24" name="Google Shape;824;p94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5" name="Google Shape;825;p9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26" name="Google Shape;826;p9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9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9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9" name="Google Shape;829;p9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30" name="Google Shape;830;p9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9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9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3" name="Google Shape;833;p94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4" name="Google Shape;834;p9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95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7" name="Google Shape;837;p9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8" name="Google Shape;838;p95"/>
          <p:cNvSpPr txBox="1">
            <a:spLocks noGrp="1"/>
          </p:cNvSpPr>
          <p:nvPr>
            <p:ph type="ftr" idx="11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39" name="Google Shape;839;p95"/>
          <p:cNvSpPr txBox="1">
            <a:spLocks noGrp="1"/>
          </p:cNvSpPr>
          <p:nvPr>
            <p:ph type="sldNum" idx="12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0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893" name="Google Shape;893;p108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894" name="Google Shape;894;p10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10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10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97" name="Google Shape;897;p10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8" name="Google Shape;898;p10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99" name="Google Shape;899;p10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10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10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2" name="Google Shape;902;p10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03" name="Google Shape;903;p10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10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10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6" name="Google Shape;906;p10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7" name="Google Shape;907;p10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0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910" name="Google Shape;910;p109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911" name="Google Shape;911;p10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10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10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14" name="Google Shape;914;p109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5" name="Google Shape;915;p10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16" name="Google Shape;916;p10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10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10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9" name="Google Shape;919;p10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20" name="Google Shape;920;p10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0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10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3" name="Google Shape;923;p10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4" name="Google Shape;924;p10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5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9" name="Google Shape;969;p15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0" name="Google Shape;970;p1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71" name="Google Shape;971;p1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72" name="Google Shape;972;p1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5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5" name="Google Shape;975;p15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6" name="Google Shape;976;p1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77" name="Google Shape;977;p1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78" name="Google Shape;978;p1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1" name="Google Shape;981;p1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82" name="Google Shape;982;p15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83" name="Google Shape;983;p1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84" name="Google Shape;984;p1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85" name="Google Shape;985;p1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8" name="Google Shape;988;p16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9" name="Google Shape;989;p16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90" name="Google Shape;990;p16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91" name="Google Shape;991;p16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92" name="Google Shape;992;p1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93" name="Google Shape;993;p1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94" name="Google Shape;994;p1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7" name="Google Shape;997;p1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98" name="Google Shape;998;p1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99" name="Google Shape;999;p1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02" name="Google Shape;1002;p1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03" name="Google Shape;1003;p1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6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6" name="Google Shape;1006;p16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07" name="Google Shape;1007;p16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08" name="Google Shape;1008;p1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09" name="Google Shape;1009;p1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10" name="Google Shape;1010;p1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6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3" name="Google Shape;1013;p16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14" name="Google Shape;1014;p16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15" name="Google Shape;1015;p1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16" name="Google Shape;1016;p1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17" name="Google Shape;1017;p1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16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0" name="Google Shape;1020;p16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1" name="Google Shape;1021;p1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22" name="Google Shape;1022;p1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23" name="Google Shape;1023;p1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16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6" name="Google Shape;1026;p16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7" name="Google Shape;1027;p1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28" name="Google Shape;1028;p1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29" name="Google Shape;1029;p1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Content">
  <p:cSld name="10_Title and Content"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05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842" name="Google Shape;842;p105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843" name="Google Shape;843;p10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10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10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46" name="Google Shape;846;p105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7" name="Google Shape;847;p10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48" name="Google Shape;848;p10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10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10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1" name="Google Shape;851;p10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52" name="Google Shape;852;p10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10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10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5" name="Google Shape;855;p10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6" name="Google Shape;856;p10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164638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0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859" name="Google Shape;859;p106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860" name="Google Shape;860;p10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10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10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63" name="Google Shape;863;p106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4" name="Google Shape;864;p10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65" name="Google Shape;865;p10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10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10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8" name="Google Shape;868;p10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69" name="Google Shape;869;p10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10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10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2" name="Google Shape;872;p106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3" name="Google Shape;873;p10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198924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0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grpSp>
        <p:nvGrpSpPr>
          <p:cNvPr id="876" name="Google Shape;876;p107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877" name="Google Shape;877;p10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10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10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80" name="Google Shape;880;p107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1" name="Google Shape;881;p10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2" name="Google Shape;882;p10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10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10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5" name="Google Shape;885;p10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86" name="Google Shape;886;p10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10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10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9" name="Google Shape;889;p107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0" name="Google Shape;890;p10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080779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iagram or Organization Chart" type="dgm">
  <p:cSld name="Title and Diagram or Organization Chart"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99"/>
          <p:cNvSpPr txBox="1">
            <a:spLocks noGrp="1"/>
          </p:cNvSpPr>
          <p:nvPr>
            <p:ph type="title"/>
          </p:nvPr>
        </p:nvSpPr>
        <p:spPr>
          <a:xfrm>
            <a:off x="317501" y="653317"/>
            <a:ext cx="863758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4" name="Google Shape;1154;p99"/>
          <p:cNvSpPr>
            <a:spLocks noGrp="1"/>
          </p:cNvSpPr>
          <p:nvPr>
            <p:ph type="dgm" idx="2"/>
          </p:nvPr>
        </p:nvSpPr>
        <p:spPr>
          <a:xfrm>
            <a:off x="328613" y="1941513"/>
            <a:ext cx="8208963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5" name="Google Shape;1155;p99"/>
          <p:cNvSpPr txBox="1">
            <a:spLocks noGrp="1"/>
          </p:cNvSpPr>
          <p:nvPr>
            <p:ph type="dt" idx="10"/>
          </p:nvPr>
        </p:nvSpPr>
        <p:spPr>
          <a:xfrm>
            <a:off x="3433763" y="63436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56" name="Google Shape;1156;p99"/>
          <p:cNvSpPr txBox="1">
            <a:spLocks noGrp="1"/>
          </p:cNvSpPr>
          <p:nvPr>
            <p:ph type="ftr" idx="11"/>
          </p:nvPr>
        </p:nvSpPr>
        <p:spPr>
          <a:xfrm>
            <a:off x="6108700" y="63436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57" name="Google Shape;1157;p99"/>
          <p:cNvSpPr txBox="1">
            <a:spLocks noGrp="1"/>
          </p:cNvSpPr>
          <p:nvPr>
            <p:ph type="sldNum" idx="12"/>
          </p:nvPr>
        </p:nvSpPr>
        <p:spPr>
          <a:xfrm>
            <a:off x="146050" y="6361113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9879392"/>
      </p:ext>
    </p:extLst>
  </p:cSld>
  <p:clrMapOvr>
    <a:masterClrMapping/>
  </p:clrMapOvr>
  <p:transition spd="med">
    <p:randomBar dir="vert"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97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7" name="Google Shape;1047;p9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8" name="Google Shape;1048;p97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49" name="Google Shape;1049;p97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30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52" name="Google Shape;1052;p30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3" name="Google Shape;1053;p30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54" name="Google Shape;1054;p30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55" name="Google Shape;1055;p30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30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58" name="Google Shape;1058;p30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9" name="Google Shape;1059;p30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60" name="Google Shape;1060;p30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61" name="Google Shape;1061;p30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30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64" name="Google Shape;1064;p30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65" name="Google Shape;1065;p30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66" name="Google Shape;1066;p30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67" name="Google Shape;1067;p30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68" name="Google Shape;1068;p30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30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71" name="Google Shape;1071;p30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2" name="Google Shape;1072;p30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73" name="Google Shape;1073;p30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4" name="Google Shape;1074;p30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75" name="Google Shape;1075;p30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76" name="Google Shape;1076;p30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77" name="Google Shape;1077;p30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30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80" name="Google Shape;1080;p30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81" name="Google Shape;1081;p30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82" name="Google Shape;1082;p30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30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85" name="Google Shape;1085;p30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86" name="Google Shape;1086;p30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3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89" name="Google Shape;1089;p3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90" name="Google Shape;1090;p3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91" name="Google Shape;1091;p3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92" name="Google Shape;1092;p3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93" name="Google Shape;1093;p3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3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96" name="Google Shape;1096;p3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97" name="Google Shape;1097;p3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98" name="Google Shape;1098;p3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99" name="Google Shape;1099;p3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00" name="Google Shape;1100;p3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3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03" name="Google Shape;1103;p3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4" name="Google Shape;1104;p3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05" name="Google Shape;1105;p3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06" name="Google Shape;1106;p3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3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09" name="Google Shape;1109;p3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0" name="Google Shape;1110;p3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11" name="Google Shape;1111;p3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12" name="Google Shape;1112;p3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31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31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31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3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8" name="Google Shape;1118;p31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31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120" name="Google Shape;1120;p31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121" name="Google Shape;1121;p31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1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31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3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5" name="Google Shape;1125;p31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31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127" name="Google Shape;1127;p31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128" name="Google Shape;1128;p314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9" name="Google Shape;1129;p31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1" name="Google Shape;1131;p31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31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3" name="Google Shape;1133;p315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31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31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31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31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138" name="Google Shape;1138;p31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139" name="Google Shape;1139;p31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iagram or Organization Chart" type="dgm">
  <p:cSld name="DIAGRAM"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99"/>
          <p:cNvSpPr txBox="1">
            <a:spLocks noGrp="1"/>
          </p:cNvSpPr>
          <p:nvPr>
            <p:ph type="title"/>
          </p:nvPr>
        </p:nvSpPr>
        <p:spPr>
          <a:xfrm>
            <a:off x="317501" y="653317"/>
            <a:ext cx="863758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4" name="Google Shape;1154;p99"/>
          <p:cNvSpPr>
            <a:spLocks noGrp="1"/>
          </p:cNvSpPr>
          <p:nvPr>
            <p:ph type="dgm" idx="2"/>
          </p:nvPr>
        </p:nvSpPr>
        <p:spPr>
          <a:xfrm>
            <a:off x="328613" y="1941513"/>
            <a:ext cx="8208963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5" name="Google Shape;1155;p99"/>
          <p:cNvSpPr txBox="1">
            <a:spLocks noGrp="1"/>
          </p:cNvSpPr>
          <p:nvPr>
            <p:ph type="dt" idx="10"/>
          </p:nvPr>
        </p:nvSpPr>
        <p:spPr>
          <a:xfrm>
            <a:off x="3433763" y="63436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56" name="Google Shape;1156;p99"/>
          <p:cNvSpPr txBox="1">
            <a:spLocks noGrp="1"/>
          </p:cNvSpPr>
          <p:nvPr>
            <p:ph type="ftr" idx="11"/>
          </p:nvPr>
        </p:nvSpPr>
        <p:spPr>
          <a:xfrm>
            <a:off x="6108700" y="63436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57" name="Google Shape;1157;p99"/>
          <p:cNvSpPr txBox="1">
            <a:spLocks noGrp="1"/>
          </p:cNvSpPr>
          <p:nvPr>
            <p:ph type="sldNum" idx="12"/>
          </p:nvPr>
        </p:nvSpPr>
        <p:spPr>
          <a:xfrm>
            <a:off x="146050" y="6361113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randomBar dir="vert"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100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0" name="Google Shape;1160;p10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1" name="Google Shape;1161;p100"/>
          <p:cNvSpPr txBox="1">
            <a:spLocks noGrp="1"/>
          </p:cNvSpPr>
          <p:nvPr>
            <p:ph type="ftr" idx="11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62" name="Google Shape;1162;p100"/>
          <p:cNvSpPr txBox="1">
            <a:spLocks noGrp="1"/>
          </p:cNvSpPr>
          <p:nvPr>
            <p:ph type="sldNum" idx="12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2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2" name="Google Shape;1182;p22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3" name="Google Shape;1183;p2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84" name="Google Shape;1184;p2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85" name="Google Shape;1185;p2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22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8" name="Google Shape;1188;p22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9" name="Google Shape;1189;p2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90" name="Google Shape;1190;p2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91" name="Google Shape;1191;p2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2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4" name="Google Shape;1194;p2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95" name="Google Shape;1195;p22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96" name="Google Shape;1196;p2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97" name="Google Shape;1197;p2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98" name="Google Shape;1198;p2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2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1" name="Google Shape;1201;p23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2" name="Google Shape;1202;p23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03" name="Google Shape;1203;p2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4" name="Google Shape;1204;p23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05" name="Google Shape;1205;p2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06" name="Google Shape;1206;p2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07" name="Google Shape;1207;p2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2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0" name="Google Shape;1210;p2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11" name="Google Shape;1211;p2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12" name="Google Shape;1212;p2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15" name="Google Shape;1215;p2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16" name="Google Shape;1216;p2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23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9" name="Google Shape;1219;p23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0" name="Google Shape;1220;p23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21" name="Google Shape;1221;p2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22" name="Google Shape;1222;p2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23" name="Google Shape;1223;p2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23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6" name="Google Shape;1226;p23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27" name="Google Shape;1227;p23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28" name="Google Shape;1228;p2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29" name="Google Shape;1229;p2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30" name="Google Shape;1230;p2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2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3" name="Google Shape;1233;p23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4" name="Google Shape;1234;p2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35" name="Google Shape;1235;p2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36" name="Google Shape;1236;p2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23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9" name="Google Shape;1239;p23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0" name="Google Shape;1240;p2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1" name="Google Shape;1241;p2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2" name="Google Shape;1242;p2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02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57" name="Google Shape;1257;p10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8" name="Google Shape;1258;p102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59" name="Google Shape;1259;p102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3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62" name="Google Shape;1262;p3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63" name="Google Shape;1263;p3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64" name="Google Shape;1264;p3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65" name="Google Shape;1265;p3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3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68" name="Google Shape;1268;p3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69" name="Google Shape;1269;p3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70" name="Google Shape;1270;p3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71" name="Google Shape;1271;p3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3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74" name="Google Shape;1274;p3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275" name="Google Shape;1275;p3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276" name="Google Shape;1276;p3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77" name="Google Shape;1277;p3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78" name="Google Shape;1278;p3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3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81" name="Google Shape;1281;p3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82" name="Google Shape;1282;p3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83" name="Google Shape;1283;p3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84" name="Google Shape;1284;p3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85" name="Google Shape;1285;p3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86" name="Google Shape;1286;p3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87" name="Google Shape;1287;p3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3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90" name="Google Shape;1290;p3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91" name="Google Shape;1291;p3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92" name="Google Shape;1292;p3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3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95" name="Google Shape;1295;p3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96" name="Google Shape;1296;p3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3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99" name="Google Shape;1299;p3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00" name="Google Shape;1300;p3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01" name="Google Shape;1301;p3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02" name="Google Shape;1302;p3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03" name="Google Shape;1303;p3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3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06" name="Google Shape;1306;p3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07" name="Google Shape;1307;p3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08" name="Google Shape;1308;p3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09" name="Google Shape;1309;p3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10" name="Google Shape;1310;p3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3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13" name="Google Shape;1313;p3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4" name="Google Shape;1314;p3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15" name="Google Shape;1315;p3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16" name="Google Shape;1316;p3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3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19" name="Google Shape;1319;p3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0" name="Google Shape;1320;p3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21" name="Google Shape;1321;p3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22" name="Google Shape;1322;p3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326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326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326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326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8" name="Google Shape;1328;p32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32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330" name="Google Shape;1330;p326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331" name="Google Shape;1331;p326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326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326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326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5" name="Google Shape;1335;p32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32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337" name="Google Shape;1337;p326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338" name="Google Shape;1338;p326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9" name="Google Shape;1339;p326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" name="Google Shape;1341;p327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327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3" name="Google Shape;1343;p327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327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327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32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327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348" name="Google Shape;1348;p327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349" name="Google Shape;1349;p327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11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71" name="Google Shape;1471;p1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2" name="Google Shape;1472;p111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73" name="Google Shape;1473;p111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6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76" name="Google Shape;1476;p36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77" name="Google Shape;1477;p3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78" name="Google Shape;1478;p3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79" name="Google Shape;1479;p3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36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82" name="Google Shape;1482;p36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83" name="Google Shape;1483;p3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84" name="Google Shape;1484;p3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85" name="Google Shape;1485;p3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36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88" name="Google Shape;1488;p36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489" name="Google Shape;1489;p36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490" name="Google Shape;1490;p3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91" name="Google Shape;1491;p3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92" name="Google Shape;1492;p3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36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95" name="Google Shape;1495;p36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96" name="Google Shape;1496;p36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497" name="Google Shape;1497;p36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98" name="Google Shape;1498;p36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499" name="Google Shape;1499;p3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0" name="Google Shape;1500;p3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1" name="Google Shape;1501;p3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36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04" name="Google Shape;1504;p3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5" name="Google Shape;1505;p3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6" name="Google Shape;1506;p3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3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9" name="Google Shape;1509;p3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10" name="Google Shape;1510;p3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37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13" name="Google Shape;1513;p37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514" name="Google Shape;1514;p37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15" name="Google Shape;1515;p3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16" name="Google Shape;1516;p3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17" name="Google Shape;1517;p3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37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20" name="Google Shape;1520;p37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21" name="Google Shape;1521;p37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22" name="Google Shape;1522;p37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23" name="Google Shape;1523;p37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24" name="Google Shape;1524;p37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37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27" name="Google Shape;1527;p37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8" name="Google Shape;1528;p37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29" name="Google Shape;1529;p37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30" name="Google Shape;1530;p37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37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33" name="Google Shape;1533;p37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4" name="Google Shape;1534;p37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35" name="Google Shape;1535;p37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36" name="Google Shape;1536;p3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37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37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37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37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2" name="Google Shape;1542;p37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543" name="Google Shape;1543;p37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544" name="Google Shape;1544;p37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545" name="Google Shape;1545;p37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37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37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37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9" name="Google Shape;1549;p37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550" name="Google Shape;1550;p37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551" name="Google Shape;1551;p37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552" name="Google Shape;1552;p374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3" name="Google Shape;1553;p37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5" name="Google Shape;1555;p37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37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7" name="Google Shape;1557;p375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37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37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37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37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562" name="Google Shape;1562;p37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563" name="Google Shape;1563;p37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114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78" name="Google Shape;1578;p1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9" name="Google Shape;1579;p114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80" name="Google Shape;1580;p114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1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29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00" name="Google Shape;1600;p29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01" name="Google Shape;1601;p29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02" name="Google Shape;1602;p29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03" name="Google Shape;1603;p29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29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06" name="Google Shape;1606;p29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07" name="Google Shape;1607;p29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08" name="Google Shape;1608;p29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09" name="Google Shape;1609;p29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29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12" name="Google Shape;1612;p29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613" name="Google Shape;1613;p29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614" name="Google Shape;1614;p29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15" name="Google Shape;1615;p29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16" name="Google Shape;1616;p29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29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19" name="Google Shape;1619;p29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20" name="Google Shape;1620;p29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621" name="Google Shape;1621;p29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22" name="Google Shape;1622;p29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623" name="Google Shape;1623;p29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24" name="Google Shape;1624;p29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25" name="Google Shape;1625;p29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29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28" name="Google Shape;1628;p29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29" name="Google Shape;1629;p29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30" name="Google Shape;1630;p2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29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33" name="Google Shape;1633;p29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34" name="Google Shape;1634;p29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29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37" name="Google Shape;1637;p29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638" name="Google Shape;1638;p29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39" name="Google Shape;1639;p29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40" name="Google Shape;1640;p29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41" name="Google Shape;1641;p29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30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44" name="Google Shape;1644;p30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645" name="Google Shape;1645;p30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46" name="Google Shape;1646;p30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47" name="Google Shape;1647;p30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48" name="Google Shape;1648;p30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30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1" name="Google Shape;1651;p30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2" name="Google Shape;1652;p30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53" name="Google Shape;1653;p30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54" name="Google Shape;1654;p30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30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7" name="Google Shape;1657;p30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8" name="Google Shape;1658;p30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59" name="Google Shape;1659;p30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660" name="Google Shape;1660;p30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  <a:defRPr sz="1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2" name="Google Shape;1662;p303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3" name="Google Shape;1663;p30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4" name="Google Shape;1664;p303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303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303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303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303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/>
          </a:p>
        </p:txBody>
      </p:sp>
      <p:sp>
        <p:nvSpPr>
          <p:cNvPr id="1669" name="Google Shape;1669;p303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/>
          </a:p>
        </p:txBody>
      </p:sp>
      <p:sp>
        <p:nvSpPr>
          <p:cNvPr id="1670" name="Google Shape;1670;p303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 /><Relationship Id="rId13" Type="http://schemas.openxmlformats.org/officeDocument/2006/relationships/slideLayout" Target="../slideLayouts/slideLayout26.xml" /><Relationship Id="rId3" Type="http://schemas.openxmlformats.org/officeDocument/2006/relationships/slideLayout" Target="../slideLayouts/slideLayout16.xml" /><Relationship Id="rId7" Type="http://schemas.openxmlformats.org/officeDocument/2006/relationships/slideLayout" Target="../slideLayouts/slideLayout20.xml" /><Relationship Id="rId12" Type="http://schemas.openxmlformats.org/officeDocument/2006/relationships/slideLayout" Target="../slideLayouts/slideLayout25.xml" /><Relationship Id="rId2" Type="http://schemas.openxmlformats.org/officeDocument/2006/relationships/slideLayout" Target="../slideLayouts/slideLayout15.xml" /><Relationship Id="rId1" Type="http://schemas.openxmlformats.org/officeDocument/2006/relationships/slideLayout" Target="../slideLayouts/slideLayout14.xml" /><Relationship Id="rId6" Type="http://schemas.openxmlformats.org/officeDocument/2006/relationships/slideLayout" Target="../slideLayouts/slideLayout19.xml" /><Relationship Id="rId11" Type="http://schemas.openxmlformats.org/officeDocument/2006/relationships/slideLayout" Target="../slideLayouts/slideLayout24.xml" /><Relationship Id="rId5" Type="http://schemas.openxmlformats.org/officeDocument/2006/relationships/slideLayout" Target="../slideLayouts/slideLayout18.xml" /><Relationship Id="rId15" Type="http://schemas.openxmlformats.org/officeDocument/2006/relationships/theme" Target="../theme/theme2.xml" /><Relationship Id="rId10" Type="http://schemas.openxmlformats.org/officeDocument/2006/relationships/slideLayout" Target="../slideLayouts/slideLayout23.xml" /><Relationship Id="rId4" Type="http://schemas.openxmlformats.org/officeDocument/2006/relationships/slideLayout" Target="../slideLayouts/slideLayout17.xml" /><Relationship Id="rId9" Type="http://schemas.openxmlformats.org/officeDocument/2006/relationships/slideLayout" Target="../slideLayouts/slideLayout22.xml" /><Relationship Id="rId14" Type="http://schemas.openxmlformats.org/officeDocument/2006/relationships/slideLayout" Target="../slideLayouts/slideLayout27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 /><Relationship Id="rId13" Type="http://schemas.openxmlformats.org/officeDocument/2006/relationships/slideLayout" Target="../slideLayouts/slideLayout40.xml" /><Relationship Id="rId3" Type="http://schemas.openxmlformats.org/officeDocument/2006/relationships/slideLayout" Target="../slideLayouts/slideLayout30.xml" /><Relationship Id="rId7" Type="http://schemas.openxmlformats.org/officeDocument/2006/relationships/slideLayout" Target="../slideLayouts/slideLayout34.xml" /><Relationship Id="rId12" Type="http://schemas.openxmlformats.org/officeDocument/2006/relationships/slideLayout" Target="../slideLayouts/slideLayout39.xml" /><Relationship Id="rId2" Type="http://schemas.openxmlformats.org/officeDocument/2006/relationships/slideLayout" Target="../slideLayouts/slideLayout29.xml" /><Relationship Id="rId16" Type="http://schemas.openxmlformats.org/officeDocument/2006/relationships/image" Target="../media/image3.png" /><Relationship Id="rId1" Type="http://schemas.openxmlformats.org/officeDocument/2006/relationships/slideLayout" Target="../slideLayouts/slideLayout28.xml" /><Relationship Id="rId6" Type="http://schemas.openxmlformats.org/officeDocument/2006/relationships/slideLayout" Target="../slideLayouts/slideLayout33.xml" /><Relationship Id="rId11" Type="http://schemas.openxmlformats.org/officeDocument/2006/relationships/slideLayout" Target="../slideLayouts/slideLayout38.xml" /><Relationship Id="rId5" Type="http://schemas.openxmlformats.org/officeDocument/2006/relationships/slideLayout" Target="../slideLayouts/slideLayout32.xml" /><Relationship Id="rId15" Type="http://schemas.openxmlformats.org/officeDocument/2006/relationships/theme" Target="../theme/theme3.xml" /><Relationship Id="rId10" Type="http://schemas.openxmlformats.org/officeDocument/2006/relationships/slideLayout" Target="../slideLayouts/slideLayout37.xml" /><Relationship Id="rId4" Type="http://schemas.openxmlformats.org/officeDocument/2006/relationships/slideLayout" Target="../slideLayouts/slideLayout31.xml" /><Relationship Id="rId9" Type="http://schemas.openxmlformats.org/officeDocument/2006/relationships/slideLayout" Target="../slideLayouts/slideLayout36.xml" /><Relationship Id="rId14" Type="http://schemas.openxmlformats.org/officeDocument/2006/relationships/slideLayout" Target="../slideLayouts/slideLayout41.xml" 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 /><Relationship Id="rId13" Type="http://schemas.openxmlformats.org/officeDocument/2006/relationships/slideLayout" Target="../slideLayouts/slideLayout54.xml" /><Relationship Id="rId18" Type="http://schemas.openxmlformats.org/officeDocument/2006/relationships/slideLayout" Target="../slideLayouts/slideLayout59.xml" /><Relationship Id="rId26" Type="http://schemas.openxmlformats.org/officeDocument/2006/relationships/slideLayout" Target="../slideLayouts/slideLayout67.xml" /><Relationship Id="rId3" Type="http://schemas.openxmlformats.org/officeDocument/2006/relationships/slideLayout" Target="../slideLayouts/slideLayout44.xml" /><Relationship Id="rId21" Type="http://schemas.openxmlformats.org/officeDocument/2006/relationships/slideLayout" Target="../slideLayouts/slideLayout62.xml" /><Relationship Id="rId34" Type="http://schemas.openxmlformats.org/officeDocument/2006/relationships/theme" Target="../theme/theme4.xml" /><Relationship Id="rId7" Type="http://schemas.openxmlformats.org/officeDocument/2006/relationships/slideLayout" Target="../slideLayouts/slideLayout48.xml" /><Relationship Id="rId12" Type="http://schemas.openxmlformats.org/officeDocument/2006/relationships/slideLayout" Target="../slideLayouts/slideLayout53.xml" /><Relationship Id="rId17" Type="http://schemas.openxmlformats.org/officeDocument/2006/relationships/slideLayout" Target="../slideLayouts/slideLayout58.xml" /><Relationship Id="rId25" Type="http://schemas.openxmlformats.org/officeDocument/2006/relationships/slideLayout" Target="../slideLayouts/slideLayout66.xml" /><Relationship Id="rId33" Type="http://schemas.openxmlformats.org/officeDocument/2006/relationships/slideLayout" Target="../slideLayouts/slideLayout74.xml" /><Relationship Id="rId2" Type="http://schemas.openxmlformats.org/officeDocument/2006/relationships/slideLayout" Target="../slideLayouts/slideLayout43.xml" /><Relationship Id="rId16" Type="http://schemas.openxmlformats.org/officeDocument/2006/relationships/slideLayout" Target="../slideLayouts/slideLayout57.xml" /><Relationship Id="rId20" Type="http://schemas.openxmlformats.org/officeDocument/2006/relationships/slideLayout" Target="../slideLayouts/slideLayout61.xml" /><Relationship Id="rId29" Type="http://schemas.openxmlformats.org/officeDocument/2006/relationships/slideLayout" Target="../slideLayouts/slideLayout70.xml" /><Relationship Id="rId1" Type="http://schemas.openxmlformats.org/officeDocument/2006/relationships/slideLayout" Target="../slideLayouts/slideLayout42.xml" /><Relationship Id="rId6" Type="http://schemas.openxmlformats.org/officeDocument/2006/relationships/slideLayout" Target="../slideLayouts/slideLayout47.xml" /><Relationship Id="rId11" Type="http://schemas.openxmlformats.org/officeDocument/2006/relationships/slideLayout" Target="../slideLayouts/slideLayout52.xml" /><Relationship Id="rId24" Type="http://schemas.openxmlformats.org/officeDocument/2006/relationships/slideLayout" Target="../slideLayouts/slideLayout65.xml" /><Relationship Id="rId32" Type="http://schemas.openxmlformats.org/officeDocument/2006/relationships/slideLayout" Target="../slideLayouts/slideLayout73.xml" /><Relationship Id="rId5" Type="http://schemas.openxmlformats.org/officeDocument/2006/relationships/slideLayout" Target="../slideLayouts/slideLayout46.xml" /><Relationship Id="rId15" Type="http://schemas.openxmlformats.org/officeDocument/2006/relationships/slideLayout" Target="../slideLayouts/slideLayout56.xml" /><Relationship Id="rId23" Type="http://schemas.openxmlformats.org/officeDocument/2006/relationships/slideLayout" Target="../slideLayouts/slideLayout64.xml" /><Relationship Id="rId28" Type="http://schemas.openxmlformats.org/officeDocument/2006/relationships/slideLayout" Target="../slideLayouts/slideLayout69.xml" /><Relationship Id="rId10" Type="http://schemas.openxmlformats.org/officeDocument/2006/relationships/slideLayout" Target="../slideLayouts/slideLayout51.xml" /><Relationship Id="rId19" Type="http://schemas.openxmlformats.org/officeDocument/2006/relationships/slideLayout" Target="../slideLayouts/slideLayout60.xml" /><Relationship Id="rId31" Type="http://schemas.openxmlformats.org/officeDocument/2006/relationships/slideLayout" Target="../slideLayouts/slideLayout72.xml" /><Relationship Id="rId4" Type="http://schemas.openxmlformats.org/officeDocument/2006/relationships/slideLayout" Target="../slideLayouts/slideLayout45.xml" /><Relationship Id="rId9" Type="http://schemas.openxmlformats.org/officeDocument/2006/relationships/slideLayout" Target="../slideLayouts/slideLayout50.xml" /><Relationship Id="rId14" Type="http://schemas.openxmlformats.org/officeDocument/2006/relationships/slideLayout" Target="../slideLayouts/slideLayout55.xml" /><Relationship Id="rId22" Type="http://schemas.openxmlformats.org/officeDocument/2006/relationships/slideLayout" Target="../slideLayouts/slideLayout63.xml" /><Relationship Id="rId27" Type="http://schemas.openxmlformats.org/officeDocument/2006/relationships/slideLayout" Target="../slideLayouts/slideLayout68.xml" /><Relationship Id="rId30" Type="http://schemas.openxmlformats.org/officeDocument/2006/relationships/slideLayout" Target="../slideLayouts/slideLayout71.xml" /><Relationship Id="rId35" Type="http://schemas.openxmlformats.org/officeDocument/2006/relationships/image" Target="../media/image3.png" 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 /><Relationship Id="rId3" Type="http://schemas.openxmlformats.org/officeDocument/2006/relationships/slideLayout" Target="../slideLayouts/slideLayout77.xml" /><Relationship Id="rId7" Type="http://schemas.openxmlformats.org/officeDocument/2006/relationships/slideLayout" Target="../slideLayouts/slideLayout81.xml" /><Relationship Id="rId2" Type="http://schemas.openxmlformats.org/officeDocument/2006/relationships/slideLayout" Target="../slideLayouts/slideLayout76.xml" /><Relationship Id="rId1" Type="http://schemas.openxmlformats.org/officeDocument/2006/relationships/slideLayout" Target="../slideLayouts/slideLayout75.xml" /><Relationship Id="rId6" Type="http://schemas.openxmlformats.org/officeDocument/2006/relationships/slideLayout" Target="../slideLayouts/slideLayout80.xml" /><Relationship Id="rId5" Type="http://schemas.openxmlformats.org/officeDocument/2006/relationships/slideLayout" Target="../slideLayouts/slideLayout79.xml" /><Relationship Id="rId10" Type="http://schemas.openxmlformats.org/officeDocument/2006/relationships/theme" Target="../theme/theme5.xml" /><Relationship Id="rId4" Type="http://schemas.openxmlformats.org/officeDocument/2006/relationships/slideLayout" Target="../slideLayouts/slideLayout78.xml" /><Relationship Id="rId9" Type="http://schemas.openxmlformats.org/officeDocument/2006/relationships/slideLayout" Target="../slideLayouts/slideLayout83.xml" 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 /><Relationship Id="rId13" Type="http://schemas.openxmlformats.org/officeDocument/2006/relationships/slideLayout" Target="../slideLayouts/slideLayout96.xml" /><Relationship Id="rId18" Type="http://schemas.openxmlformats.org/officeDocument/2006/relationships/slideLayout" Target="../slideLayouts/slideLayout101.xml" /><Relationship Id="rId3" Type="http://schemas.openxmlformats.org/officeDocument/2006/relationships/slideLayout" Target="../slideLayouts/slideLayout86.xml" /><Relationship Id="rId21" Type="http://schemas.openxmlformats.org/officeDocument/2006/relationships/image" Target="../media/image3.png" /><Relationship Id="rId7" Type="http://schemas.openxmlformats.org/officeDocument/2006/relationships/slideLayout" Target="../slideLayouts/slideLayout90.xml" /><Relationship Id="rId12" Type="http://schemas.openxmlformats.org/officeDocument/2006/relationships/slideLayout" Target="../slideLayouts/slideLayout95.xml" /><Relationship Id="rId17" Type="http://schemas.openxmlformats.org/officeDocument/2006/relationships/slideLayout" Target="../slideLayouts/slideLayout100.xml" /><Relationship Id="rId2" Type="http://schemas.openxmlformats.org/officeDocument/2006/relationships/slideLayout" Target="../slideLayouts/slideLayout85.xml" /><Relationship Id="rId16" Type="http://schemas.openxmlformats.org/officeDocument/2006/relationships/slideLayout" Target="../slideLayouts/slideLayout99.xml" /><Relationship Id="rId20" Type="http://schemas.openxmlformats.org/officeDocument/2006/relationships/theme" Target="../theme/theme6.xml" /><Relationship Id="rId1" Type="http://schemas.openxmlformats.org/officeDocument/2006/relationships/slideLayout" Target="../slideLayouts/slideLayout84.xml" /><Relationship Id="rId6" Type="http://schemas.openxmlformats.org/officeDocument/2006/relationships/slideLayout" Target="../slideLayouts/slideLayout89.xml" /><Relationship Id="rId11" Type="http://schemas.openxmlformats.org/officeDocument/2006/relationships/slideLayout" Target="../slideLayouts/slideLayout94.xml" /><Relationship Id="rId5" Type="http://schemas.openxmlformats.org/officeDocument/2006/relationships/slideLayout" Target="../slideLayouts/slideLayout88.xml" /><Relationship Id="rId15" Type="http://schemas.openxmlformats.org/officeDocument/2006/relationships/slideLayout" Target="../slideLayouts/slideLayout98.xml" /><Relationship Id="rId10" Type="http://schemas.openxmlformats.org/officeDocument/2006/relationships/slideLayout" Target="../slideLayouts/slideLayout93.xml" /><Relationship Id="rId19" Type="http://schemas.openxmlformats.org/officeDocument/2006/relationships/slideLayout" Target="../slideLayouts/slideLayout102.xml" /><Relationship Id="rId4" Type="http://schemas.openxmlformats.org/officeDocument/2006/relationships/slideLayout" Target="../slideLayouts/slideLayout87.xml" /><Relationship Id="rId9" Type="http://schemas.openxmlformats.org/officeDocument/2006/relationships/slideLayout" Target="../slideLayouts/slideLayout92.xml" /><Relationship Id="rId14" Type="http://schemas.openxmlformats.org/officeDocument/2006/relationships/slideLayout" Target="../slideLayouts/slideLayout97.xml" 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 /><Relationship Id="rId13" Type="http://schemas.openxmlformats.org/officeDocument/2006/relationships/slideLayout" Target="../slideLayouts/slideLayout115.xml" /><Relationship Id="rId3" Type="http://schemas.openxmlformats.org/officeDocument/2006/relationships/slideLayout" Target="../slideLayouts/slideLayout105.xml" /><Relationship Id="rId7" Type="http://schemas.openxmlformats.org/officeDocument/2006/relationships/slideLayout" Target="../slideLayouts/slideLayout109.xml" /><Relationship Id="rId12" Type="http://schemas.openxmlformats.org/officeDocument/2006/relationships/slideLayout" Target="../slideLayouts/slideLayout114.xml" /><Relationship Id="rId2" Type="http://schemas.openxmlformats.org/officeDocument/2006/relationships/slideLayout" Target="../slideLayouts/slideLayout104.xml" /><Relationship Id="rId1" Type="http://schemas.openxmlformats.org/officeDocument/2006/relationships/slideLayout" Target="../slideLayouts/slideLayout103.xml" /><Relationship Id="rId6" Type="http://schemas.openxmlformats.org/officeDocument/2006/relationships/slideLayout" Target="../slideLayouts/slideLayout108.xml" /><Relationship Id="rId11" Type="http://schemas.openxmlformats.org/officeDocument/2006/relationships/slideLayout" Target="../slideLayouts/slideLayout113.xml" /><Relationship Id="rId5" Type="http://schemas.openxmlformats.org/officeDocument/2006/relationships/slideLayout" Target="../slideLayouts/slideLayout107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12.xml" /><Relationship Id="rId4" Type="http://schemas.openxmlformats.org/officeDocument/2006/relationships/slideLayout" Target="../slideLayouts/slideLayout106.xml" /><Relationship Id="rId9" Type="http://schemas.openxmlformats.org/officeDocument/2006/relationships/slideLayout" Target="../slideLayouts/slideLayout111.xml" /><Relationship Id="rId14" Type="http://schemas.openxmlformats.org/officeDocument/2006/relationships/theme" Target="../theme/theme7.xml" 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3.xml" /><Relationship Id="rId13" Type="http://schemas.openxmlformats.org/officeDocument/2006/relationships/theme" Target="../theme/theme8.xml" /><Relationship Id="rId3" Type="http://schemas.openxmlformats.org/officeDocument/2006/relationships/slideLayout" Target="../slideLayouts/slideLayout118.xml" /><Relationship Id="rId7" Type="http://schemas.openxmlformats.org/officeDocument/2006/relationships/slideLayout" Target="../slideLayouts/slideLayout122.xml" /><Relationship Id="rId12" Type="http://schemas.openxmlformats.org/officeDocument/2006/relationships/slideLayout" Target="../slideLayouts/slideLayout127.xml" /><Relationship Id="rId2" Type="http://schemas.openxmlformats.org/officeDocument/2006/relationships/slideLayout" Target="../slideLayouts/slideLayout117.xml" /><Relationship Id="rId1" Type="http://schemas.openxmlformats.org/officeDocument/2006/relationships/slideLayout" Target="../slideLayouts/slideLayout116.xml" /><Relationship Id="rId6" Type="http://schemas.openxmlformats.org/officeDocument/2006/relationships/slideLayout" Target="../slideLayouts/slideLayout121.xml" /><Relationship Id="rId11" Type="http://schemas.openxmlformats.org/officeDocument/2006/relationships/slideLayout" Target="../slideLayouts/slideLayout126.xml" /><Relationship Id="rId5" Type="http://schemas.openxmlformats.org/officeDocument/2006/relationships/slideLayout" Target="../slideLayouts/slideLayout120.xml" /><Relationship Id="rId10" Type="http://schemas.openxmlformats.org/officeDocument/2006/relationships/slideLayout" Target="../slideLayouts/slideLayout125.xml" /><Relationship Id="rId4" Type="http://schemas.openxmlformats.org/officeDocument/2006/relationships/slideLayout" Target="../slideLayouts/slideLayout119.xml" /><Relationship Id="rId9" Type="http://schemas.openxmlformats.org/officeDocument/2006/relationships/slideLayout" Target="../slideLayouts/slideLayout124.xml" /><Relationship Id="rId14" Type="http://schemas.openxmlformats.org/officeDocument/2006/relationships/image" Target="../media/image3.png" 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5.xml" /><Relationship Id="rId13" Type="http://schemas.openxmlformats.org/officeDocument/2006/relationships/slideLayout" Target="../slideLayouts/slideLayout140.xml" /><Relationship Id="rId3" Type="http://schemas.openxmlformats.org/officeDocument/2006/relationships/slideLayout" Target="../slideLayouts/slideLayout130.xml" /><Relationship Id="rId7" Type="http://schemas.openxmlformats.org/officeDocument/2006/relationships/slideLayout" Target="../slideLayouts/slideLayout134.xml" /><Relationship Id="rId12" Type="http://schemas.openxmlformats.org/officeDocument/2006/relationships/slideLayout" Target="../slideLayouts/slideLayout139.xml" /><Relationship Id="rId2" Type="http://schemas.openxmlformats.org/officeDocument/2006/relationships/slideLayout" Target="../slideLayouts/slideLayout129.xml" /><Relationship Id="rId1" Type="http://schemas.openxmlformats.org/officeDocument/2006/relationships/slideLayout" Target="../slideLayouts/slideLayout128.xml" /><Relationship Id="rId6" Type="http://schemas.openxmlformats.org/officeDocument/2006/relationships/slideLayout" Target="../slideLayouts/slideLayout133.xml" /><Relationship Id="rId11" Type="http://schemas.openxmlformats.org/officeDocument/2006/relationships/slideLayout" Target="../slideLayouts/slideLayout138.xml" /><Relationship Id="rId5" Type="http://schemas.openxmlformats.org/officeDocument/2006/relationships/slideLayout" Target="../slideLayouts/slideLayout132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37.xml" /><Relationship Id="rId4" Type="http://schemas.openxmlformats.org/officeDocument/2006/relationships/slideLayout" Target="../slideLayouts/slideLayout131.xml" /><Relationship Id="rId9" Type="http://schemas.openxmlformats.org/officeDocument/2006/relationships/slideLayout" Target="../slideLayouts/slideLayout136.xml" /><Relationship Id="rId14" Type="http://schemas.openxmlformats.org/officeDocument/2006/relationships/theme" Target="../theme/theme9.xml" 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 /><Relationship Id="rId13" Type="http://schemas.openxmlformats.org/officeDocument/2006/relationships/slideLayout" Target="../slideLayouts/slideLayout153.xml" /><Relationship Id="rId3" Type="http://schemas.openxmlformats.org/officeDocument/2006/relationships/slideLayout" Target="../slideLayouts/slideLayout143.xml" /><Relationship Id="rId7" Type="http://schemas.openxmlformats.org/officeDocument/2006/relationships/slideLayout" Target="../slideLayouts/slideLayout147.xml" /><Relationship Id="rId12" Type="http://schemas.openxmlformats.org/officeDocument/2006/relationships/slideLayout" Target="../slideLayouts/slideLayout152.xml" /><Relationship Id="rId2" Type="http://schemas.openxmlformats.org/officeDocument/2006/relationships/slideLayout" Target="../slideLayouts/slideLayout142.xml" /><Relationship Id="rId1" Type="http://schemas.openxmlformats.org/officeDocument/2006/relationships/slideLayout" Target="../slideLayouts/slideLayout141.xml" /><Relationship Id="rId6" Type="http://schemas.openxmlformats.org/officeDocument/2006/relationships/slideLayout" Target="../slideLayouts/slideLayout146.xml" /><Relationship Id="rId11" Type="http://schemas.openxmlformats.org/officeDocument/2006/relationships/slideLayout" Target="../slideLayouts/slideLayout151.xml" /><Relationship Id="rId5" Type="http://schemas.openxmlformats.org/officeDocument/2006/relationships/slideLayout" Target="../slideLayouts/slideLayout145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50.xml" /><Relationship Id="rId4" Type="http://schemas.openxmlformats.org/officeDocument/2006/relationships/slideLayout" Target="../slideLayouts/slideLayout144.xml" /><Relationship Id="rId9" Type="http://schemas.openxmlformats.org/officeDocument/2006/relationships/slideLayout" Target="../slideLayouts/slideLayout149.xml" /><Relationship Id="rId14" Type="http://schemas.openxmlformats.org/officeDocument/2006/relationships/theme" Target="../theme/theme10.xml" 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1.xml" /><Relationship Id="rId13" Type="http://schemas.openxmlformats.org/officeDocument/2006/relationships/theme" Target="../theme/theme11.xml" /><Relationship Id="rId3" Type="http://schemas.openxmlformats.org/officeDocument/2006/relationships/slideLayout" Target="../slideLayouts/slideLayout156.xml" /><Relationship Id="rId7" Type="http://schemas.openxmlformats.org/officeDocument/2006/relationships/slideLayout" Target="../slideLayouts/slideLayout160.xml" /><Relationship Id="rId12" Type="http://schemas.openxmlformats.org/officeDocument/2006/relationships/slideLayout" Target="../slideLayouts/slideLayout165.xml" /><Relationship Id="rId2" Type="http://schemas.openxmlformats.org/officeDocument/2006/relationships/slideLayout" Target="../slideLayouts/slideLayout155.xml" /><Relationship Id="rId1" Type="http://schemas.openxmlformats.org/officeDocument/2006/relationships/slideLayout" Target="../slideLayouts/slideLayout154.xml" /><Relationship Id="rId6" Type="http://schemas.openxmlformats.org/officeDocument/2006/relationships/slideLayout" Target="../slideLayouts/slideLayout159.xml" /><Relationship Id="rId11" Type="http://schemas.openxmlformats.org/officeDocument/2006/relationships/slideLayout" Target="../slideLayouts/slideLayout164.xml" /><Relationship Id="rId5" Type="http://schemas.openxmlformats.org/officeDocument/2006/relationships/slideLayout" Target="../slideLayouts/slideLayout158.xml" /><Relationship Id="rId10" Type="http://schemas.openxmlformats.org/officeDocument/2006/relationships/slideLayout" Target="../slideLayouts/slideLayout163.xml" /><Relationship Id="rId4" Type="http://schemas.openxmlformats.org/officeDocument/2006/relationships/slideLayout" Target="../slideLayouts/slideLayout157.xml" /><Relationship Id="rId9" Type="http://schemas.openxmlformats.org/officeDocument/2006/relationships/slideLayout" Target="../slideLayouts/slideLayout162.xml" /><Relationship Id="rId14" Type="http://schemas.openxmlformats.org/officeDocument/2006/relationships/image" Target="../media/image3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8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8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p8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8" name="Google Shape;178;p8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79" name="Google Shape;179;p8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80" name="Google Shape;180;p8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8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0" name="Google Shape;360;p86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pic>
        <p:nvPicPr>
          <p:cNvPr id="361" name="Google Shape;361;p86" descr="Picture 7.png"/>
          <p:cNvPicPr preferRelativeResize="0"/>
          <p:nvPr/>
        </p:nvPicPr>
        <p:blipFill rotWithShape="1">
          <a:blip r:embed="rId16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2" name="Google Shape;362;p86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63" name="Google Shape;363;p8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4" name="Google Shape;364;p8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5" name="Google Shape;365;p8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66" name="Google Shape;366;p86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367" name="Google Shape;367;p8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8" name="Google Shape;368;p8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9" name="Google Shape;369;p8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8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7" name="Google Shape;467;p88"/>
          <p:cNvSpPr txBox="1"/>
          <p:nvPr/>
        </p:nvSpPr>
        <p:spPr>
          <a:xfrm>
            <a:off x="3276600" y="6596391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pic>
        <p:nvPicPr>
          <p:cNvPr id="468" name="Google Shape;468;p88" descr="Picture 7.png"/>
          <p:cNvPicPr preferRelativeResize="0"/>
          <p:nvPr/>
        </p:nvPicPr>
        <p:blipFill rotWithShape="1">
          <a:blip r:embed="rId35">
            <a:alphaModFix/>
          </a:blip>
          <a:srcRect l="1923" b="5335"/>
          <a:stretch/>
        </p:blipFill>
        <p:spPr>
          <a:xfrm>
            <a:off x="6629401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9" name="Google Shape;469;p88"/>
          <p:cNvGrpSpPr/>
          <p:nvPr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470" name="Google Shape;470;p8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8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88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3" name="Google Shape;473;p88"/>
          <p:cNvGrpSpPr/>
          <p:nvPr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474" name="Google Shape;474;p8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8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88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Tahoma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6" r:id="rId29"/>
    <p:sldLayoutId id="2147483727" r:id="rId30"/>
    <p:sldLayoutId id="2147483728" r:id="rId31"/>
    <p:sldLayoutId id="2147483729" r:id="rId32"/>
    <p:sldLayoutId id="2147483730" r:id="rId3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9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3" name="Google Shape;733;p9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4" name="Google Shape;734;p9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35" name="Google Shape;735;p9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36" name="Google Shape;736;p9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2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9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8" name="Google Shape;808;p9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pic>
        <p:nvPicPr>
          <p:cNvPr id="809" name="Google Shape;809;p93" descr="Picture 7.png"/>
          <p:cNvPicPr preferRelativeResize="0"/>
          <p:nvPr/>
        </p:nvPicPr>
        <p:blipFill rotWithShape="1">
          <a:blip r:embed="rId21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0" name="Google Shape;810;p9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11" name="Google Shape;811;p9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9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9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4" name="Google Shape;814;p9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15" name="Google Shape;815;p9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9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9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9" r:id="rId3"/>
    <p:sldLayoutId id="2147483750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943" r:id="rId16"/>
    <p:sldLayoutId id="2147483944" r:id="rId17"/>
    <p:sldLayoutId id="2147483945" r:id="rId18"/>
    <p:sldLayoutId id="2147483946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9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5" name="Google Shape;1035;p96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6" name="Google Shape;1036;p96" descr="Picture 7.png"/>
          <p:cNvPicPr preferRelativeResize="0"/>
          <p:nvPr/>
        </p:nvPicPr>
        <p:blipFill rotWithShape="1">
          <a:blip r:embed="rId15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7" name="Google Shape;1037;p96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38" name="Google Shape;1038;p9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9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9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1" name="Google Shape;1041;p96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42" name="Google Shape;1042;p9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9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96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9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2" name="Google Shape;1142;p9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/>
          </a:p>
        </p:txBody>
      </p:sp>
      <p:pic>
        <p:nvPicPr>
          <p:cNvPr id="1143" name="Google Shape;1143;p98" descr="Picture 7.png"/>
          <p:cNvPicPr preferRelativeResize="0"/>
          <p:nvPr/>
        </p:nvPicPr>
        <p:blipFill rotWithShape="1">
          <a:blip r:embed="rId14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4" name="Google Shape;1144;p9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45" name="Google Shape;1145;p9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9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9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8" name="Google Shape;1148;p9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49" name="Google Shape;1149;p9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9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9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0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45" name="Google Shape;1245;p101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6" name="Google Shape;1246;p101" descr="Picture 7.png"/>
          <p:cNvPicPr preferRelativeResize="0"/>
          <p:nvPr/>
        </p:nvPicPr>
        <p:blipFill rotWithShape="1">
          <a:blip r:embed="rId15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7" name="Google Shape;1247;p101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48" name="Google Shape;1248;p10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10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101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1" name="Google Shape;1251;p101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52" name="Google Shape;1252;p10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10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101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59" name="Google Shape;1459;p110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0" name="Google Shape;1460;p110" descr="Picture 7.png"/>
          <p:cNvPicPr preferRelativeResize="0"/>
          <p:nvPr/>
        </p:nvPicPr>
        <p:blipFill rotWithShape="1">
          <a:blip r:embed="rId15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1" name="Google Shape;1461;p110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462" name="Google Shape;1462;p11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110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5" name="Google Shape;1465;p110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66" name="Google Shape;1466;p11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110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66" name="Google Shape;1566;p113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7" name="Google Shape;1567;p113" descr="Picture 7.png"/>
          <p:cNvPicPr preferRelativeResize="0"/>
          <p:nvPr/>
        </p:nvPicPr>
        <p:blipFill rotWithShape="1">
          <a:blip r:embed="rId14">
            <a:alphaModFix/>
          </a:blip>
          <a:srcRect l="1923" b="5335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8" name="Google Shape;1568;p113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69" name="Google Shape;1569;p1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1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113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2" name="Google Shape;1572;p113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573" name="Google Shape;1573;p1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1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113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37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4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8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4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43.xml" /><Relationship Id="rId6" Type="http://schemas.openxmlformats.org/officeDocument/2006/relationships/image" Target="../media/image9.png" /><Relationship Id="rId5" Type="http://schemas.openxmlformats.org/officeDocument/2006/relationships/customXml" Target="../ink/ink1.xml" /><Relationship Id="rId4" Type="http://schemas.openxmlformats.org/officeDocument/2006/relationships/image" Target="../media/image8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44.xml" /><Relationship Id="rId5" Type="http://schemas.openxmlformats.org/officeDocument/2006/relationships/image" Target="../media/image10.png" /><Relationship Id="rId4" Type="http://schemas.openxmlformats.org/officeDocument/2006/relationships/customXml" Target="../ink/ink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1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75.xml" /><Relationship Id="rId6" Type="http://schemas.openxmlformats.org/officeDocument/2006/relationships/customXml" Target="../ink/ink3.xml" /><Relationship Id="rId5" Type="http://schemas.openxmlformats.org/officeDocument/2006/relationships/image" Target="../media/image12.png" /><Relationship Id="rId4" Type="http://schemas.openxmlformats.org/officeDocument/2006/relationships/image" Target="../media/image11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84.xml" /><Relationship Id="rId5" Type="http://schemas.openxmlformats.org/officeDocument/2006/relationships/image" Target="../media/image14.png" /><Relationship Id="rId4" Type="http://schemas.openxmlformats.org/officeDocument/2006/relationships/customXml" Target="../ink/ink4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85.xml" /><Relationship Id="rId6" Type="http://schemas.openxmlformats.org/officeDocument/2006/relationships/image" Target="../media/image17.png" /><Relationship Id="rId5" Type="http://schemas.openxmlformats.org/officeDocument/2006/relationships/customXml" Target="../ink/ink5.xml" /><Relationship Id="rId4" Type="http://schemas.openxmlformats.org/officeDocument/2006/relationships/image" Target="../media/image16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85.xml" /><Relationship Id="rId6" Type="http://schemas.openxmlformats.org/officeDocument/2006/relationships/image" Target="../media/image20.png" /><Relationship Id="rId5" Type="http://schemas.openxmlformats.org/officeDocument/2006/relationships/customXml" Target="../ink/ink6.xml" /><Relationship Id="rId4" Type="http://schemas.openxmlformats.org/officeDocument/2006/relationships/image" Target="../media/image19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85.xml" /><Relationship Id="rId4" Type="http://schemas.openxmlformats.org/officeDocument/2006/relationships/image" Target="../media/image21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85.xml" /><Relationship Id="rId4" Type="http://schemas.openxmlformats.org/officeDocument/2006/relationships/image" Target="../media/image22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99.xml" /><Relationship Id="rId4" Type="http://schemas.openxmlformats.org/officeDocument/2006/relationships/image" Target="../media/image23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99.xml" /><Relationship Id="rId4" Type="http://schemas.openxmlformats.org/officeDocument/2006/relationships/image" Target="../media/image24.pn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00.xml" /><Relationship Id="rId4" Type="http://schemas.openxmlformats.org/officeDocument/2006/relationships/image" Target="../media/image25.pn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01.xml" /><Relationship Id="rId4" Type="http://schemas.openxmlformats.org/officeDocument/2006/relationships/image" Target="../media/image26.pn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86.xml" /><Relationship Id="rId4" Type="http://schemas.openxmlformats.org/officeDocument/2006/relationships/image" Target="../media/image27.png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87.xml" /><Relationship Id="rId4" Type="http://schemas.openxmlformats.org/officeDocument/2006/relationships/image" Target="../media/image28.pn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85.xml" /><Relationship Id="rId4" Type="http://schemas.openxmlformats.org/officeDocument/2006/relationships/image" Target="../media/image29.pn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customXml" Target="../ink/ink16.xml" /><Relationship Id="rId1" Type="http://schemas.openxmlformats.org/officeDocument/2006/relationships/slideLayout" Target="../slideLayouts/slideLayout85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03.xml" /><Relationship Id="rId5" Type="http://schemas.openxmlformats.org/officeDocument/2006/relationships/image" Target="../media/image31.png" /><Relationship Id="rId4" Type="http://schemas.openxmlformats.org/officeDocument/2006/relationships/customXml" Target="../ink/ink17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03.xml" /><Relationship Id="rId5" Type="http://schemas.openxmlformats.org/officeDocument/2006/relationships/image" Target="../media/image32.png" /><Relationship Id="rId4" Type="http://schemas.openxmlformats.org/officeDocument/2006/relationships/customXml" Target="../ink/ink18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104.xml" /><Relationship Id="rId4" Type="http://schemas.openxmlformats.org/officeDocument/2006/relationships/image" Target="../media/image33.png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104.xml" /><Relationship Id="rId4" Type="http://schemas.openxmlformats.org/officeDocument/2006/relationships/image" Target="../media/image34.png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16.xml" /><Relationship Id="rId5" Type="http://schemas.openxmlformats.org/officeDocument/2006/relationships/image" Target="../media/image36.png" /><Relationship Id="rId4" Type="http://schemas.openxmlformats.org/officeDocument/2006/relationships/customXml" Target="../ink/ink21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17.xml" /><Relationship Id="rId4" Type="http://schemas.openxmlformats.org/officeDocument/2006/relationships/image" Target="../media/image37.png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16.xml" /><Relationship Id="rId5" Type="http://schemas.openxmlformats.org/officeDocument/2006/relationships/image" Target="../media/image39.png" /><Relationship Id="rId4" Type="http://schemas.openxmlformats.org/officeDocument/2006/relationships/customXml" Target="../ink/ink23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17.xml" /><Relationship Id="rId4" Type="http://schemas.openxmlformats.org/officeDocument/2006/relationships/image" Target="../media/image40.png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16.xml" /><Relationship Id="rId5" Type="http://schemas.openxmlformats.org/officeDocument/2006/relationships/image" Target="../media/image42.png" /><Relationship Id="rId4" Type="http://schemas.openxmlformats.org/officeDocument/2006/relationships/image" Target="../media/image41.png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87.xml" /><Relationship Id="rId4" Type="http://schemas.openxmlformats.org/officeDocument/2006/relationships/image" Target="../media/image43.png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128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 /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86.xml" /><Relationship Id="rId4" Type="http://schemas.openxmlformats.org/officeDocument/2006/relationships/image" Target="../media/image44.png" 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 /><Relationship Id="rId3" Type="http://schemas.openxmlformats.org/officeDocument/2006/relationships/image" Target="../media/image38.png" /><Relationship Id="rId7" Type="http://schemas.openxmlformats.org/officeDocument/2006/relationships/customXml" Target="../ink/ink27.xml" /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102.xml" /><Relationship Id="rId6" Type="http://schemas.openxmlformats.org/officeDocument/2006/relationships/image" Target="../media/image8.png" /><Relationship Id="rId5" Type="http://schemas.openxmlformats.org/officeDocument/2006/relationships/image" Target="../media/image42.png" /><Relationship Id="rId4" Type="http://schemas.openxmlformats.org/officeDocument/2006/relationships/image" Target="../media/image41.png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 /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86.xml" /><Relationship Id="rId4" Type="http://schemas.openxmlformats.org/officeDocument/2006/relationships/image" Target="../media/image46.png" 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 /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85.xml" /><Relationship Id="rId4" Type="http://schemas.openxmlformats.org/officeDocument/2006/relationships/image" Target="../media/image47.png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 /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85.xml" /><Relationship Id="rId4" Type="http://schemas.openxmlformats.org/officeDocument/2006/relationships/image" Target="../media/image48.png" 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 /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141.xml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 /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29.xml" /><Relationship Id="rId4" Type="http://schemas.openxmlformats.org/officeDocument/2006/relationships/image" Target="../media/image50.png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KD5gxPPeY0&amp;list=PLBv09BD7ez_4temBw7vLA19p3tdQH6FYO&amp;index=1" TargetMode="External" /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154.xml" /><Relationship Id="rId4" Type="http://schemas.openxmlformats.org/officeDocument/2006/relationships/hyperlink" Target="https://www.khanacademy.org/math/multivariable-calculus/applications-of-multivariable-derivatives/lagrange-multipliers-and-constrained-optimization/v/constrained-optimization-introduction" TargetMode="Externa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2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Google Shape;2644;p1"/>
          <p:cNvSpPr txBox="1"/>
          <p:nvPr/>
        </p:nvSpPr>
        <p:spPr>
          <a:xfrm>
            <a:off x="800100" y="3456720"/>
            <a:ext cx="7875900" cy="206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AIML CZG565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M5 : Decision Tree Classifier  </a:t>
            </a:r>
            <a:endParaRPr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5" name="Google Shape;2645;p1"/>
          <p:cNvSpPr/>
          <p:nvPr/>
        </p:nvSpPr>
        <p:spPr>
          <a:xfrm>
            <a:off x="3962400" y="5257800"/>
            <a:ext cx="4572000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Course Faculty of M.Tech Cluster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BITS – CSIS - WILP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0" name="Google Shape;2650;p2"/>
          <p:cNvSpPr txBox="1">
            <a:spLocks noGrp="1"/>
          </p:cNvSpPr>
          <p:nvPr>
            <p:ph type="title" idx="4294967295"/>
          </p:nvPr>
        </p:nvSpPr>
        <p:spPr>
          <a:xfrm>
            <a:off x="173059" y="429320"/>
            <a:ext cx="79263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Machine Learning</a:t>
            </a:r>
            <a:endParaRPr sz="2400"/>
          </a:p>
        </p:txBody>
      </p:sp>
      <p:sp>
        <p:nvSpPr>
          <p:cNvPr id="2651" name="Google Shape;2651;p2"/>
          <p:cNvSpPr txBox="1"/>
          <p:nvPr/>
        </p:nvSpPr>
        <p:spPr>
          <a:xfrm>
            <a:off x="2438619" y="890985"/>
            <a:ext cx="5698928" cy="28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0" anchor="t" anchorCtr="0">
            <a:spAutoFit/>
          </a:bodyPr>
          <a:lstStyle/>
          <a:p>
            <a:pPr marL="840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C1572"/>
                </a:solidFill>
                <a:latin typeface="Arial"/>
                <a:ea typeface="Arial"/>
                <a:cs typeface="Arial"/>
                <a:sym typeface="Arial"/>
              </a:rPr>
              <a:t>Disclaimer and Acknowledgement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2" name="Google Shape;265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3267" y="1324075"/>
            <a:ext cx="760133" cy="7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3" name="Google Shape;2653;p2"/>
          <p:cNvSpPr/>
          <p:nvPr/>
        </p:nvSpPr>
        <p:spPr>
          <a:xfrm>
            <a:off x="173059" y="2362200"/>
            <a:ext cx="8818541" cy="4316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39091" lvl="0" indent="-101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content of modules &amp; context under topics are planned by the course owner Dr. Sugata, with grateful acknowledgement to many others who made their course materials freely available online</a:t>
            </a:r>
            <a:endParaRPr/>
          </a:p>
          <a:p>
            <a:pPr marL="0" marR="0" lvl="0" indent="-101600" algn="l" rtl="0">
              <a:spcBef>
                <a:spcPts val="344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here by acknowledge all the contributors for their material and inputs.</a:t>
            </a:r>
            <a:endParaRPr/>
          </a:p>
          <a:p>
            <a:pPr marL="0" marR="0" lvl="0" indent="-101600" algn="l" rtl="0"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have provided source information wherever necessary</a:t>
            </a:r>
            <a:endParaRPr/>
          </a:p>
          <a:p>
            <a:pPr marL="0" marR="0" lvl="0" indent="-101600" algn="l" rtl="0"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Students are requested to refer to the textbook w.r.t detailed content of the presentation deck shared over canvas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01600" algn="l" rtl="0"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We have reduced the slides from canvas and modified the content flow to suit the requirements of the course and for ease of class presentation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14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Slide Source / Preparation / Review: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From BITS Pilani WILP</a:t>
            </a:r>
            <a:r>
              <a:rPr lang="en-US" sz="14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Prof.Sugata, Prof.Chetana, Prof.Rajavadhana, Prof.Monali, , Prof. Srinath , Prof.Anita, Prof.Sangeetha, Prof.Swarna</a:t>
            </a:r>
            <a:endParaRPr sz="14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External: </a:t>
            </a:r>
            <a:r>
              <a:rPr lang="en-US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CS109 and CS229 Stanford lecture notes, Dr.Andrew NG and many others who made their course materials freely available online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8" name="Google Shape;2658;p3"/>
          <p:cNvGraphicFramePr/>
          <p:nvPr/>
        </p:nvGraphicFramePr>
        <p:xfrm>
          <a:off x="457200" y="1295400"/>
          <a:ext cx="6825125" cy="5168600"/>
        </p:xfrm>
        <a:graphic>
          <a:graphicData uri="http://schemas.openxmlformats.org/drawingml/2006/table">
            <a:tbl>
              <a:tblPr>
                <a:noFill/>
                <a:tableStyleId>{6C4D1537-E570-4B11-83A2-E94F37E16181}</a:tableStyleId>
              </a:tblPr>
              <a:tblGrid>
                <a:gridCol w="115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M1 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Introduction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learning Workflow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Linear Models for Regression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Linear Models for Classification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Decision Tree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M6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Instance Based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M7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Support Vector Machine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M8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Bayesian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M9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 Ensemble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M10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Unsupervised Learning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M11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Learning Model Evaluation/Comparison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659" name="Google Shape;2659;p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Course Plan</a:t>
            </a:r>
            <a:endParaRPr/>
          </a:p>
        </p:txBody>
      </p:sp>
      <p:sp>
        <p:nvSpPr>
          <p:cNvPr id="2660" name="Google Shape;2660;p3"/>
          <p:cNvSpPr/>
          <p:nvPr/>
        </p:nvSpPr>
        <p:spPr>
          <a:xfrm>
            <a:off x="304800" y="3079545"/>
            <a:ext cx="6553200" cy="5334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Google Shape;2667;p4"/>
          <p:cNvSpPr txBox="1">
            <a:spLocks noGrp="1"/>
          </p:cNvSpPr>
          <p:nvPr>
            <p:ph type="body" idx="1"/>
          </p:nvPr>
        </p:nvSpPr>
        <p:spPr>
          <a:xfrm>
            <a:off x="304800" y="17526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 dirty="0"/>
              <a:t>Information Theory</a:t>
            </a:r>
            <a:endParaRPr dirty="0"/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Entropy Based Decision Tree Construction</a:t>
            </a:r>
            <a:endParaRPr sz="1800" dirty="0"/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 dirty="0"/>
              <a:t>Avoiding Overfitting </a:t>
            </a:r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 dirty="0"/>
              <a:t>Minimum Description Length</a:t>
            </a:r>
            <a:endParaRPr sz="1800" dirty="0">
              <a:solidFill>
                <a:srgbClr val="FF0000"/>
              </a:solidFill>
            </a:endParaRPr>
          </a:p>
          <a:p>
            <a:pPr marL="514350" lvl="1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800"/>
              <a:buFont typeface="Arial"/>
              <a:buChar char="•"/>
            </a:pPr>
            <a:r>
              <a:rPr lang="en-US" sz="1800" dirty="0"/>
              <a:t>Handling Continuous valued attributes</a:t>
            </a:r>
            <a:endParaRPr sz="18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 dirty="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dirty="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dirty="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dirty="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dirty="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dirty="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dirty="0"/>
          </a:p>
        </p:txBody>
      </p:sp>
      <p:sp>
        <p:nvSpPr>
          <p:cNvPr id="2668" name="Google Shape;2668;p4"/>
          <p:cNvSpPr txBox="1">
            <a:spLocks noGrp="1"/>
          </p:cNvSpPr>
          <p:nvPr>
            <p:ph type="body" idx="2"/>
          </p:nvPr>
        </p:nvSpPr>
        <p:spPr>
          <a:xfrm>
            <a:off x="304800" y="469599"/>
            <a:ext cx="6324600" cy="50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Module 5 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3" name="Google Shape;2673;p5"/>
          <p:cNvSpPr txBox="1">
            <a:spLocks noGrp="1"/>
          </p:cNvSpPr>
          <p:nvPr>
            <p:ph type="title"/>
          </p:nvPr>
        </p:nvSpPr>
        <p:spPr>
          <a:xfrm>
            <a:off x="-76200" y="2971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Decision Tree Classifier</a:t>
            </a:r>
            <a:endParaRPr sz="3200" b="1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p6"/>
          <p:cNvSpPr txBox="1"/>
          <p:nvPr/>
        </p:nvSpPr>
        <p:spPr>
          <a:xfrm>
            <a:off x="395536" y="99547"/>
            <a:ext cx="857965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85738" marR="0" lvl="0" indent="-7143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 of Classification </a:t>
            </a:r>
            <a:b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Theory: Interpretation	 </a:t>
            </a:r>
            <a:r>
              <a:rPr lang="en-US" sz="24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Model Building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0" name="Google Shape;2680;p6"/>
          <p:cNvSpPr/>
          <p:nvPr/>
        </p:nvSpPr>
        <p:spPr>
          <a:xfrm>
            <a:off x="112133" y="4915221"/>
            <a:ext cx="385495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regression, SVMs , tree based classifiers (e.g. decision tree) Traditional neural networks,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Nearest neighbor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1" name="Google Shape;268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664" y="1572718"/>
            <a:ext cx="3621908" cy="2834672"/>
          </a:xfrm>
          <a:prstGeom prst="rect">
            <a:avLst/>
          </a:prstGeom>
          <a:noFill/>
          <a:ln>
            <a:noFill/>
          </a:ln>
        </p:spPr>
      </p:pic>
      <p:sp>
        <p:nvSpPr>
          <p:cNvPr id="2682" name="Google Shape;2682;p6"/>
          <p:cNvSpPr/>
          <p:nvPr/>
        </p:nvSpPr>
        <p:spPr>
          <a:xfrm>
            <a:off x="346960" y="4407390"/>
            <a:ext cx="328662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p:pic>
        <p:nvPicPr>
          <p:cNvPr id="7" name="Google Shape;277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4396" y="3478266"/>
            <a:ext cx="4171924" cy="298645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52D4B91-D67D-3054-8FB8-AD93F0289CBB}"/>
                  </a:ext>
                </a:extLst>
              </p14:cNvPr>
              <p14:cNvContentPartPr/>
              <p14:nvPr/>
            </p14:nvContentPartPr>
            <p14:xfrm>
              <a:off x="1037520" y="299880"/>
              <a:ext cx="7978320" cy="4612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52D4B91-D67D-3054-8FB8-AD93F0289C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8160" y="290520"/>
                <a:ext cx="7997040" cy="463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p7"/>
          <p:cNvSpPr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688" name="Google Shape;2688;p7"/>
          <p:cNvGrpSpPr/>
          <p:nvPr/>
        </p:nvGrpSpPr>
        <p:grpSpPr>
          <a:xfrm>
            <a:off x="2084388" y="6550025"/>
            <a:ext cx="7059612" cy="49213"/>
            <a:chOff x="0" y="0"/>
            <a:chExt cx="7060112" cy="48665"/>
          </a:xfrm>
        </p:grpSpPr>
        <p:sp>
          <p:nvSpPr>
            <p:cNvPr id="2689" name="Google Shape;2689;p7"/>
            <p:cNvSpPr/>
            <p:nvPr/>
          </p:nvSpPr>
          <p:spPr>
            <a:xfrm>
              <a:off x="2546588" y="1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0" name="Google Shape;2690;p7"/>
            <p:cNvSpPr/>
            <p:nvPr/>
          </p:nvSpPr>
          <p:spPr>
            <a:xfrm>
              <a:off x="4823986" y="0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7"/>
            <p:cNvSpPr/>
            <p:nvPr/>
          </p:nvSpPr>
          <p:spPr>
            <a:xfrm>
              <a:off x="0" y="1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92" name="Google Shape;2692;p7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3" name="Google Shape;2693;p7"/>
          <p:cNvGrpSpPr/>
          <p:nvPr/>
        </p:nvGrpSpPr>
        <p:grpSpPr>
          <a:xfrm>
            <a:off x="2133600" y="6553200"/>
            <a:ext cx="7010400" cy="46038"/>
            <a:chOff x="0" y="0"/>
            <a:chExt cx="7010400" cy="45719"/>
          </a:xfrm>
        </p:grpSpPr>
        <p:sp>
          <p:nvSpPr>
            <p:cNvPr id="2694" name="Google Shape;2694;p7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5" name="Google Shape;2695;p7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6" name="Google Shape;2696;p7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7" name="Google Shape;2697;p7"/>
          <p:cNvGrpSpPr/>
          <p:nvPr/>
        </p:nvGrpSpPr>
        <p:grpSpPr>
          <a:xfrm>
            <a:off x="0" y="1295400"/>
            <a:ext cx="7010400" cy="46038"/>
            <a:chOff x="0" y="0"/>
            <a:chExt cx="7010400" cy="45719"/>
          </a:xfrm>
        </p:grpSpPr>
        <p:sp>
          <p:nvSpPr>
            <p:cNvPr id="2698" name="Google Shape;2698;p7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9" name="Google Shape;2699;p7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0" name="Google Shape;2700;p7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1" name="Google Shape;2701;p7"/>
          <p:cNvSpPr txBox="1">
            <a:spLocks noGrp="1"/>
          </p:cNvSpPr>
          <p:nvPr>
            <p:ph type="body" idx="4294967295"/>
          </p:nvPr>
        </p:nvSpPr>
        <p:spPr>
          <a:xfrm>
            <a:off x="304800" y="125895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Tree Construction: Hunts Algorithm</a:t>
            </a:r>
            <a:endParaRPr dirty="0"/>
          </a:p>
        </p:txBody>
      </p:sp>
      <p:sp>
        <p:nvSpPr>
          <p:cNvPr id="2702" name="Google Shape;270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Arial"/>
                <a:buNone/>
                <a:tabLst/>
                <a:defRPr/>
              </a:pPr>
              <a:t>7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00DD2E-9DEB-56D9-7D8A-6BDF6CA62695}"/>
                  </a:ext>
                </a:extLst>
              </p14:cNvPr>
              <p14:cNvContentPartPr/>
              <p14:nvPr/>
            </p14:nvContentPartPr>
            <p14:xfrm>
              <a:off x="343080" y="960120"/>
              <a:ext cx="7451280" cy="3638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00DD2E-9DEB-56D9-7D8A-6BDF6CA626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3720" y="950760"/>
                <a:ext cx="7470000" cy="365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519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p7"/>
          <p:cNvSpPr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/>
          </a:p>
        </p:txBody>
      </p:sp>
      <p:grpSp>
        <p:nvGrpSpPr>
          <p:cNvPr id="2688" name="Google Shape;2688;p7"/>
          <p:cNvGrpSpPr/>
          <p:nvPr/>
        </p:nvGrpSpPr>
        <p:grpSpPr>
          <a:xfrm>
            <a:off x="2084388" y="6550025"/>
            <a:ext cx="7059612" cy="49213"/>
            <a:chOff x="0" y="0"/>
            <a:chExt cx="7060112" cy="48665"/>
          </a:xfrm>
        </p:grpSpPr>
        <p:sp>
          <p:nvSpPr>
            <p:cNvPr id="2689" name="Google Shape;2689;p7"/>
            <p:cNvSpPr/>
            <p:nvPr/>
          </p:nvSpPr>
          <p:spPr>
            <a:xfrm>
              <a:off x="2546588" y="1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0" name="Google Shape;2690;p7"/>
            <p:cNvSpPr/>
            <p:nvPr/>
          </p:nvSpPr>
          <p:spPr>
            <a:xfrm>
              <a:off x="4823986" y="0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7"/>
            <p:cNvSpPr/>
            <p:nvPr/>
          </p:nvSpPr>
          <p:spPr>
            <a:xfrm>
              <a:off x="0" y="1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92" name="Google Shape;2692;p7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3" name="Google Shape;2693;p7"/>
          <p:cNvGrpSpPr/>
          <p:nvPr/>
        </p:nvGrpSpPr>
        <p:grpSpPr>
          <a:xfrm>
            <a:off x="2133600" y="6553200"/>
            <a:ext cx="7010400" cy="46038"/>
            <a:chOff x="0" y="0"/>
            <a:chExt cx="7010400" cy="45719"/>
          </a:xfrm>
        </p:grpSpPr>
        <p:sp>
          <p:nvSpPr>
            <p:cNvPr id="2694" name="Google Shape;2694;p7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5" name="Google Shape;2695;p7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6" name="Google Shape;2696;p7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7" name="Google Shape;2697;p7"/>
          <p:cNvGrpSpPr/>
          <p:nvPr/>
        </p:nvGrpSpPr>
        <p:grpSpPr>
          <a:xfrm>
            <a:off x="0" y="1295400"/>
            <a:ext cx="7010400" cy="46038"/>
            <a:chOff x="0" y="0"/>
            <a:chExt cx="7010400" cy="45719"/>
          </a:xfrm>
        </p:grpSpPr>
        <p:sp>
          <p:nvSpPr>
            <p:cNvPr id="2698" name="Google Shape;2698;p7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9" name="Google Shape;2699;p7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0" name="Google Shape;2700;p7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1" name="Google Shape;2701;p7"/>
          <p:cNvSpPr txBox="1">
            <a:spLocks noGrp="1"/>
          </p:cNvSpPr>
          <p:nvPr>
            <p:ph type="body" idx="4294967295"/>
          </p:nvPr>
        </p:nvSpPr>
        <p:spPr>
          <a:xfrm>
            <a:off x="304800" y="152400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Tree Construction: Example</a:t>
            </a:r>
            <a:endParaRPr/>
          </a:p>
        </p:txBody>
      </p:sp>
      <p:sp>
        <p:nvSpPr>
          <p:cNvPr id="2702" name="Google Shape;270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3" name="Google Shape;2703;p7"/>
          <p:cNvPicPr preferRelativeResize="0"/>
          <p:nvPr/>
        </p:nvPicPr>
        <p:blipFill rotWithShape="1">
          <a:blip r:embed="rId4">
            <a:alphaModFix/>
          </a:blip>
          <a:srcRect r="37" b="8199"/>
          <a:stretch/>
        </p:blipFill>
        <p:spPr>
          <a:xfrm>
            <a:off x="3706813" y="1506538"/>
            <a:ext cx="5130800" cy="463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4" name="Google Shape;2704;p7"/>
          <p:cNvPicPr preferRelativeResize="0"/>
          <p:nvPr/>
        </p:nvPicPr>
        <p:blipFill rotWithShape="1">
          <a:blip r:embed="rId5">
            <a:alphaModFix/>
          </a:blip>
          <a:srcRect l="16073" t="5557" r="14284" b="9261"/>
          <a:stretch/>
        </p:blipFill>
        <p:spPr>
          <a:xfrm>
            <a:off x="304800" y="1828800"/>
            <a:ext cx="3368675" cy="397351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E74A58F-E0B5-BC2A-CAAC-4B0CD80C4543}"/>
                  </a:ext>
                </a:extLst>
              </p14:cNvPr>
              <p14:cNvContentPartPr/>
              <p14:nvPr/>
            </p14:nvContentPartPr>
            <p14:xfrm>
              <a:off x="1041840" y="1491480"/>
              <a:ext cx="7566480" cy="4629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E74A58F-E0B5-BC2A-CAAC-4B0CD80C45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2480" y="1482120"/>
                <a:ext cx="7585200" cy="464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p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Decision Trees – Representation &amp; Expressiveness </a:t>
            </a:r>
            <a:endParaRPr sz="2400"/>
          </a:p>
        </p:txBody>
      </p:sp>
      <p:pic>
        <p:nvPicPr>
          <p:cNvPr id="2711" name="Google Shape;271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0" y="2444765"/>
            <a:ext cx="5410200" cy="3176587"/>
          </a:xfrm>
          <a:prstGeom prst="rect">
            <a:avLst/>
          </a:prstGeom>
          <a:noFill/>
          <a:ln>
            <a:noFill/>
          </a:ln>
        </p:spPr>
      </p:pic>
      <p:sp>
        <p:nvSpPr>
          <p:cNvPr id="2712" name="Google Shape;2712;p8"/>
          <p:cNvSpPr txBox="1"/>
          <p:nvPr/>
        </p:nvSpPr>
        <p:spPr>
          <a:xfrm>
            <a:off x="338137" y="1524000"/>
            <a:ext cx="7966788" cy="184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trees represent a disjunction of conjunctions on constraints on the value of attributes: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Outlook = Sunny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∧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Humidity = Normal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∨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Outlook = Overcast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∨</a:t>
            </a:r>
            <a:endParaRPr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Outlook = Rain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∧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 = Weak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3" name="Google Shape;2713;p8"/>
          <p:cNvSpPr txBox="1"/>
          <p:nvPr/>
        </p:nvSpPr>
        <p:spPr>
          <a:xfrm>
            <a:off x="914400" y="5867400"/>
            <a:ext cx="704691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〈</a:t>
            </a:r>
            <a:r>
              <a:rPr lang="en-US" sz="20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Outlook=Sunny, Temp=Hot, Humidity=High, Wind=Strong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〉   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4785636-6595-72A9-82AC-E45136F0DEF2}"/>
                  </a:ext>
                </a:extLst>
              </p14:cNvPr>
              <p14:cNvContentPartPr/>
              <p14:nvPr/>
            </p14:nvContentPartPr>
            <p14:xfrm>
              <a:off x="55440" y="2108880"/>
              <a:ext cx="8210160" cy="4038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4785636-6595-72A9-82AC-E45136F0DE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80" y="2099520"/>
                <a:ext cx="8228880" cy="405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Google Shape;2718;p9"/>
          <p:cNvSpPr txBox="1">
            <a:spLocks noGrp="1"/>
          </p:cNvSpPr>
          <p:nvPr>
            <p:ph type="title"/>
          </p:nvPr>
        </p:nvSpPr>
        <p:spPr>
          <a:xfrm>
            <a:off x="609600" y="482413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Measure of Information</a:t>
            </a:r>
            <a:endParaRPr/>
          </a:p>
        </p:txBody>
      </p:sp>
      <p:sp>
        <p:nvSpPr>
          <p:cNvPr id="2719" name="Google Shape;2719;p9"/>
          <p:cNvSpPr txBox="1"/>
          <p:nvPr/>
        </p:nvSpPr>
        <p:spPr>
          <a:xfrm>
            <a:off x="330926" y="1524000"/>
            <a:ext cx="5538062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amount of information (surprise element) conveyed by a message is inversely proportional to its probability of occurrence. That is</a:t>
            </a:r>
            <a:endParaRPr/>
          </a:p>
          <a:p>
            <a:pPr marL="342900" marR="0" lvl="0" indent="-22860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mathematical operator satisfies above properties is the logarithmic operator. </a:t>
            </a:r>
            <a:endParaRPr/>
          </a:p>
          <a:p>
            <a:pPr marL="342900" marR="0" lvl="0" indent="-22860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0" name="Google Shape;27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6663" y="2286000"/>
            <a:ext cx="902137" cy="771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1" name="Google Shape;272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6663" y="4146820"/>
            <a:ext cx="1917263" cy="69664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4041B55-8C32-3C3A-5781-DE2C6D0F22C6}"/>
                  </a:ext>
                </a:extLst>
              </p14:cNvPr>
              <p14:cNvContentPartPr/>
              <p14:nvPr/>
            </p14:nvContentPartPr>
            <p14:xfrm>
              <a:off x="381240" y="1654920"/>
              <a:ext cx="8759160" cy="4654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4041B55-8C32-3C3A-5781-DE2C6D0F22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1880" y="1645560"/>
                <a:ext cx="8777880" cy="4673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p10"/>
          <p:cNvSpPr txBox="1">
            <a:spLocks noGrp="1"/>
          </p:cNvSpPr>
          <p:nvPr>
            <p:ph type="title"/>
          </p:nvPr>
        </p:nvSpPr>
        <p:spPr>
          <a:xfrm>
            <a:off x="315699" y="378084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Entropy</a:t>
            </a:r>
            <a:endParaRPr/>
          </a:p>
        </p:txBody>
      </p:sp>
      <p:sp>
        <p:nvSpPr>
          <p:cNvPr id="2729" name="Google Shape;2729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Entropy of discrete random variable X={x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…x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34290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 since: 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(1/P(event))= -log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P(event)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As uncertainty increases, entropy increases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Entropy across all values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0" name="Google Shape;2730;p10" descr="E"/>
          <p:cNvSpPr/>
          <p:nvPr/>
        </p:nvSpPr>
        <p:spPr>
          <a:xfrm>
            <a:off x="3025775" y="-2889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31" name="Google Shape;2731;p10" descr="{\displaystyle p(E)}"/>
          <p:cNvSpPr/>
          <p:nvPr/>
        </p:nvSpPr>
        <p:spPr>
          <a:xfrm>
            <a:off x="6127750" y="-2889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32" name="Google Shape;2732;p10" descr="{\displaystyle I(E)=-\log _{2}(p(E))=\log _{2}(1/p(E))}"/>
          <p:cNvSpPr/>
          <p:nvPr/>
        </p:nvSpPr>
        <p:spPr>
          <a:xfrm>
            <a:off x="7400925" y="-2889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33" name="Google Shape;2733;p10" descr="{\displaystyle p=1/6}"/>
          <p:cNvSpPr/>
          <p:nvPr/>
        </p:nvSpPr>
        <p:spPr>
          <a:xfrm>
            <a:off x="2765425" y="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34" name="Google Shape;2734;p10" descr="p=1/2"/>
          <p:cNvSpPr/>
          <p:nvPr/>
        </p:nvSpPr>
        <p:spPr>
          <a:xfrm>
            <a:off x="4687888" y="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35" name="Google Shape;273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688" y="2249306"/>
            <a:ext cx="3355975" cy="265294"/>
          </a:xfrm>
          <a:prstGeom prst="rect">
            <a:avLst/>
          </a:prstGeom>
          <a:noFill/>
          <a:ln>
            <a:noFill/>
          </a:ln>
        </p:spPr>
      </p:pic>
      <p:sp>
        <p:nvSpPr>
          <p:cNvPr id="2736" name="Google Shape;2736;p10" descr="{\textstyle X}"/>
          <p:cNvSpPr/>
          <p:nvPr/>
        </p:nvSpPr>
        <p:spPr>
          <a:xfrm>
            <a:off x="3321050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37" name="Google Shape;2737;p10" descr="{\textstyle \left\{x_{1},\ldots ,x_{n}\right\}}"/>
          <p:cNvSpPr/>
          <p:nvPr/>
        </p:nvSpPr>
        <p:spPr>
          <a:xfrm>
            <a:off x="44989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38" name="Google Shape;273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30428" y="4306229"/>
            <a:ext cx="2668547" cy="59981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7EDC75-78FA-ABFC-7675-16C68983D6E7}"/>
                  </a:ext>
                </a:extLst>
              </p14:cNvPr>
              <p14:cNvContentPartPr/>
              <p14:nvPr/>
            </p14:nvContentPartPr>
            <p14:xfrm>
              <a:off x="1543320" y="1680480"/>
              <a:ext cx="7399800" cy="4710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7EDC75-78FA-ABFC-7675-16C68983D6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33960" y="1671120"/>
                <a:ext cx="7418520" cy="472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" name="Google Shape;2744;p11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Entropy in general</a:t>
            </a:r>
            <a:endParaRPr/>
          </a:p>
        </p:txBody>
      </p:sp>
      <p:sp>
        <p:nvSpPr>
          <p:cNvPr id="2745" name="Google Shape;2745;p11"/>
          <p:cNvSpPr txBox="1">
            <a:spLocks noGrp="1"/>
          </p:cNvSpPr>
          <p:nvPr>
            <p:ph type="body" idx="1"/>
          </p:nvPr>
        </p:nvSpPr>
        <p:spPr>
          <a:xfrm>
            <a:off x="395288" y="1371600"/>
            <a:ext cx="8596312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Entropy measures the amount of information in a random variable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	H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lang="en-US" sz="1800">
                <a:latin typeface="Times"/>
                <a:ea typeface="Times"/>
                <a:cs typeface="Times"/>
                <a:sym typeface="Times"/>
              </a:rPr>
              <a:t>–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1800"/>
              <a:t> </a:t>
            </a: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/>
              <a:t> </a:t>
            </a: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1800">
                <a:latin typeface="Times"/>
                <a:ea typeface="Times"/>
                <a:cs typeface="Times"/>
                <a:sym typeface="Times"/>
              </a:rPr>
              <a:t>–</a:t>
            </a:r>
            <a:r>
              <a:rPr lang="en-US" sz="1800"/>
              <a:t> </a:t>
            </a: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800" baseline="-25000">
                <a:latin typeface="Times"/>
                <a:ea typeface="Times"/>
                <a:cs typeface="Times"/>
                <a:sym typeface="Times"/>
              </a:rPr>
              <a:t>–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800" baseline="-25000">
                <a:latin typeface="Times"/>
                <a:ea typeface="Times"/>
                <a:cs typeface="Times"/>
                <a:sym typeface="Times"/>
              </a:rPr>
              <a:t>–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= {+, </a:t>
            </a:r>
            <a:r>
              <a:rPr lang="en-US" sz="1800">
                <a:latin typeface="Times"/>
                <a:ea typeface="Times"/>
                <a:cs typeface="Times"/>
                <a:sym typeface="Times"/>
              </a:rPr>
              <a:t>–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800" baseline="-250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for binary classification [two-valued random variable]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	     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c	            c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>
                <a:solidFill>
                  <a:srgbClr val="000000"/>
                </a:solidFill>
              </a:rPr>
              <a:t> </a:t>
            </a:r>
            <a:r>
              <a:rPr lang="en-US" sz="18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lang="en-US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–</a:t>
            </a:r>
            <a:r>
              <a:rPr lang="en-US" sz="1800">
                <a:solidFill>
                  <a:srgbClr val="000000"/>
                </a:solidFill>
              </a:rPr>
              <a:t> Σ   </a:t>
            </a:r>
            <a:r>
              <a:rPr lang="en-US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8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800" i="1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</a:t>
            </a:r>
            <a:r>
              <a:rPr lang="en-US" sz="1800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8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800">
                <a:solidFill>
                  <a:srgbClr val="000000"/>
                </a:solidFill>
              </a:rPr>
              <a:t> Σ  </a:t>
            </a:r>
            <a:r>
              <a:rPr lang="en-US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8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800" i="1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</a:t>
            </a:r>
            <a:r>
              <a:rPr lang="en-US" sz="1800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US" sz="1800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8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       </a:t>
            </a:r>
            <a:r>
              <a:rPr lang="en-US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{</a:t>
            </a:r>
            <a:r>
              <a:rPr lang="en-US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 …, c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80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	    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=1	          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=1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for classification in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classes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78C28CA-9D59-F92E-E51F-7CA9BD57FF13}"/>
                  </a:ext>
                </a:extLst>
              </p14:cNvPr>
              <p14:cNvContentPartPr/>
              <p14:nvPr/>
            </p14:nvContentPartPr>
            <p14:xfrm>
              <a:off x="840240" y="2301840"/>
              <a:ext cx="4360320" cy="3245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78C28CA-9D59-F92E-E51F-7CA9BD57FF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0880" y="2292480"/>
                <a:ext cx="4379040" cy="326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Google Shape;2751;p12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Entropy in binary Classification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2" name="Google Shape;2752;p12"/>
          <p:cNvSpPr txBox="1">
            <a:spLocks noGrp="1"/>
          </p:cNvSpPr>
          <p:nvPr>
            <p:ph type="body" idx="1"/>
          </p:nvPr>
        </p:nvSpPr>
        <p:spPr>
          <a:xfrm>
            <a:off x="395288" y="1371600"/>
            <a:ext cx="8596312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Entropy measures the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impurity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a collection of examples. It depends from the distribution of the random variable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p.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is a collection of training examples</a:t>
            </a:r>
            <a:endParaRPr sz="1800" i="1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the proportion of positive examples in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the proportion of negative examples in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  <a:p>
            <a:pPr marL="742950" lvl="1" indent="-1714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i="1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Entropy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≡  –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–     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[0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0 = 0]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Entropy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([14+, 0–]) = –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14/14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(14/14) –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 0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(0) = 0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Entropy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([9+, 5–]) = –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9/14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(9/14) –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 5/14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(5/14) = 0.94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Entropy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([7+, 7–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]) = –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7/14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(7/14) –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 7/14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(7/14) = 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= 1/2 + 1/2 = 1                     [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1/2 = –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1]</a:t>
            </a:r>
            <a:endParaRPr/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Note: the log of a number &lt; 1 is negative,  0 ≤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≤ 1, 0 ≤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entropy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≤ 1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https://www.easycalculation.com/log-base2-calculator.php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D3DAB3F-1462-4721-B295-5B8B3E7C43D1}"/>
                  </a:ext>
                </a:extLst>
              </p14:cNvPr>
              <p14:cNvContentPartPr/>
              <p14:nvPr/>
            </p14:nvContentPartPr>
            <p14:xfrm>
              <a:off x="733320" y="1829880"/>
              <a:ext cx="8372520" cy="4646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D3DAB3F-1462-4721-B295-5B8B3E7C43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3960" y="1820520"/>
                <a:ext cx="8391240" cy="466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1" name="Google Shape;2841;p2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Entropy of the Decision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Feature EnjoySport: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</a:t>
            </a:r>
            <a:r>
              <a:rPr lang="en-US" sz="1400" b="1"/>
              <a:t>Entropy </a:t>
            </a:r>
            <a:r>
              <a:rPr lang="en-US" sz="1400" b="1" baseline="-25000"/>
              <a:t>DecisionClass</a:t>
            </a:r>
            <a:r>
              <a:rPr lang="en-US" sz="1400" b="1"/>
              <a:t>(S) =  Ʃ-p(c) log</a:t>
            </a:r>
            <a:r>
              <a:rPr lang="en-US" sz="1400" b="1" baseline="-25000"/>
              <a:t>2</a:t>
            </a:r>
            <a:r>
              <a:rPr lang="en-US" sz="1400" b="1"/>
              <a:t> p(c)</a:t>
            </a:r>
            <a:endParaRPr sz="1400" b="1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E(3,1) = – (3/4) log</a:t>
            </a:r>
            <a:r>
              <a:rPr lang="en-US" sz="1400" baseline="-25000"/>
              <a:t>2</a:t>
            </a:r>
            <a:r>
              <a:rPr lang="en-US" sz="1400"/>
              <a:t> (3/4)</a:t>
            </a:r>
            <a:r>
              <a:rPr lang="en-US" sz="1400" baseline="30000"/>
              <a:t> </a:t>
            </a:r>
            <a:r>
              <a:rPr lang="en-US" sz="1400"/>
              <a:t>– (1/4) log</a:t>
            </a:r>
            <a:r>
              <a:rPr lang="en-US" sz="1400" baseline="-25000"/>
              <a:t>2</a:t>
            </a:r>
            <a:r>
              <a:rPr lang="en-US" sz="1400"/>
              <a:t> (1/4) =  0.4421+ 0.5 = 0.94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</p:txBody>
      </p:sp>
      <p:sp>
        <p:nvSpPr>
          <p:cNvPr id="2842" name="Google Shape;2842;p23"/>
          <p:cNvSpPr txBox="1">
            <a:spLocks noGrp="1"/>
          </p:cNvSpPr>
          <p:nvPr>
            <p:ph type="body" idx="2"/>
          </p:nvPr>
        </p:nvSpPr>
        <p:spPr>
          <a:xfrm>
            <a:off x="277906" y="589597"/>
            <a:ext cx="6324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Decision Trees – Problem Type 1</a:t>
            </a:r>
            <a:endParaRPr sz="2400"/>
          </a:p>
        </p:txBody>
      </p:sp>
      <p:graphicFrame>
        <p:nvGraphicFramePr>
          <p:cNvPr id="2843" name="Google Shape;2843;p23"/>
          <p:cNvGraphicFramePr/>
          <p:nvPr/>
        </p:nvGraphicFramePr>
        <p:xfrm>
          <a:off x="3962400" y="3581400"/>
          <a:ext cx="5181600" cy="2372420"/>
        </p:xfrm>
        <a:graphic>
          <a:graphicData uri="http://schemas.openxmlformats.org/drawingml/2006/table">
            <a:tbl>
              <a:tblPr firstRow="1" bandRow="1">
                <a:noFill/>
                <a:tableStyleId>{AC1D41A9-6A75-4F60-9631-53D750749EBB}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Sky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AirTemp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Humidity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Wind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Forecast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EnjoySport?</a:t>
                      </a:r>
                      <a:endParaRPr sz="1400" b="1" i="1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Normal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Rainy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Cold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Rainy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Normal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Breeze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44" name="Google Shape;2844;p23"/>
          <p:cNvSpPr txBox="1"/>
          <p:nvPr/>
        </p:nvSpPr>
        <p:spPr>
          <a:xfrm>
            <a:off x="304800" y="5638800"/>
            <a:ext cx="680442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Note: 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Class balancing is recommended before building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Value = 0 to log base 2 k, where k is the number of classes you have. </a:t>
            </a:r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78E183-2C24-05AF-31D4-F957F9BFA4B5}"/>
                  </a:ext>
                </a:extLst>
              </p14:cNvPr>
              <p14:cNvContentPartPr/>
              <p14:nvPr/>
            </p14:nvContentPartPr>
            <p14:xfrm>
              <a:off x="2109240" y="1547280"/>
              <a:ext cx="7031160" cy="4380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78E183-2C24-05AF-31D4-F957F9BFA4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99880" y="1537920"/>
                <a:ext cx="7049880" cy="439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2254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Google Shape;2849;p24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Entropy of the Decision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Feature EnjoySport: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</a:t>
            </a:r>
            <a:r>
              <a:rPr lang="en-US" sz="1400" b="1"/>
              <a:t>Entropy </a:t>
            </a:r>
            <a:r>
              <a:rPr lang="en-US" sz="1400" b="1" baseline="-25000"/>
              <a:t>DecisionClass</a:t>
            </a:r>
            <a:r>
              <a:rPr lang="en-US" sz="1400" b="1"/>
              <a:t>(S) =  Ʃ-p(c) log</a:t>
            </a:r>
            <a:r>
              <a:rPr lang="en-US" sz="1400" b="1" baseline="-25000"/>
              <a:t>2</a:t>
            </a:r>
            <a:r>
              <a:rPr lang="en-US" sz="1400" b="1"/>
              <a:t> p(c)</a:t>
            </a:r>
            <a:endParaRPr sz="1400" b="1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E(3,1) = – (3/4) log</a:t>
            </a:r>
            <a:r>
              <a:rPr lang="en-US" sz="1400" baseline="-25000"/>
              <a:t>2</a:t>
            </a:r>
            <a:r>
              <a:rPr lang="en-US" sz="1400"/>
              <a:t> (3/4)</a:t>
            </a:r>
            <a:r>
              <a:rPr lang="en-US" sz="1400" baseline="30000"/>
              <a:t> </a:t>
            </a:r>
            <a:r>
              <a:rPr lang="en-US" sz="1400"/>
              <a:t>– (1/4) log</a:t>
            </a:r>
            <a:r>
              <a:rPr lang="en-US" sz="1400" baseline="-25000"/>
              <a:t>2</a:t>
            </a:r>
            <a:r>
              <a:rPr lang="en-US" sz="1400"/>
              <a:t> (1/4) =  0.4421+ 0.5 = 0.94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Entropy of the attribute Sky: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p(Sunny) . E(3,0) + p( Rainy). E(0,1)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(3/4) [– (3/3) log</a:t>
            </a:r>
            <a:r>
              <a:rPr lang="en-US" sz="1400" baseline="-25000"/>
              <a:t>2</a:t>
            </a:r>
            <a:r>
              <a:rPr lang="en-US" sz="1400"/>
              <a:t> (3/3)</a:t>
            </a:r>
            <a:r>
              <a:rPr lang="en-US" sz="1400" baseline="30000"/>
              <a:t> </a:t>
            </a:r>
            <a:r>
              <a:rPr lang="en-US" sz="1400"/>
              <a:t>– (0/3) log</a:t>
            </a:r>
            <a:r>
              <a:rPr lang="en-US" sz="1400" baseline="-25000"/>
              <a:t>2</a:t>
            </a:r>
            <a:r>
              <a:rPr lang="en-US" sz="1400"/>
              <a:t> (0/3)]  +  (1/4) [– (0/1) log</a:t>
            </a:r>
            <a:r>
              <a:rPr lang="en-US" sz="1400" baseline="-25000"/>
              <a:t>2</a:t>
            </a:r>
            <a:r>
              <a:rPr lang="en-US" sz="1400"/>
              <a:t> (0/1)</a:t>
            </a:r>
            <a:r>
              <a:rPr lang="en-US" sz="1400" baseline="30000"/>
              <a:t> </a:t>
            </a:r>
            <a:r>
              <a:rPr lang="en-US" sz="1400"/>
              <a:t>– (1/1) log</a:t>
            </a:r>
            <a:r>
              <a:rPr lang="en-US" sz="1400" baseline="-25000"/>
              <a:t>2</a:t>
            </a:r>
            <a:r>
              <a:rPr lang="en-US" sz="1400"/>
              <a:t> (1/1)]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Entropy of the attribute AirTemp: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p(Warm) . E(3,0) + p( Cold). E(0,1)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(3/4) [– (3/3) log</a:t>
            </a:r>
            <a:r>
              <a:rPr lang="en-US" sz="1400" baseline="-25000"/>
              <a:t>2</a:t>
            </a:r>
            <a:r>
              <a:rPr lang="en-US" sz="1400"/>
              <a:t> (3/3)</a:t>
            </a:r>
            <a:r>
              <a:rPr lang="en-US" sz="1400" baseline="30000"/>
              <a:t> </a:t>
            </a:r>
            <a:r>
              <a:rPr lang="en-US" sz="1400"/>
              <a:t>– (0/3) log</a:t>
            </a:r>
            <a:r>
              <a:rPr lang="en-US" sz="1400" baseline="-25000"/>
              <a:t>2</a:t>
            </a:r>
            <a:r>
              <a:rPr lang="en-US" sz="1400"/>
              <a:t> (0/3)]  +  (1/4) [– (0/1) log</a:t>
            </a:r>
            <a:r>
              <a:rPr lang="en-US" sz="1400" baseline="-25000"/>
              <a:t>2</a:t>
            </a:r>
            <a:r>
              <a:rPr lang="en-US" sz="1400"/>
              <a:t> (0/1)</a:t>
            </a:r>
            <a:r>
              <a:rPr lang="en-US" sz="1400" baseline="30000"/>
              <a:t> </a:t>
            </a:r>
            <a:r>
              <a:rPr lang="en-US" sz="1400"/>
              <a:t>– (1/1) log</a:t>
            </a:r>
            <a:r>
              <a:rPr lang="en-US" sz="1400" baseline="-25000"/>
              <a:t>2</a:t>
            </a:r>
            <a:r>
              <a:rPr lang="en-US" sz="1400"/>
              <a:t> (1/1)]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</p:txBody>
      </p:sp>
      <p:sp>
        <p:nvSpPr>
          <p:cNvPr id="2850" name="Google Shape;2850;p24"/>
          <p:cNvSpPr txBox="1">
            <a:spLocks noGrp="1"/>
          </p:cNvSpPr>
          <p:nvPr>
            <p:ph type="body" idx="2"/>
          </p:nvPr>
        </p:nvSpPr>
        <p:spPr>
          <a:xfrm>
            <a:off x="308503" y="435767"/>
            <a:ext cx="6324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Decision Trees – Problem Type 1</a:t>
            </a:r>
            <a:endParaRPr sz="2400"/>
          </a:p>
        </p:txBody>
      </p:sp>
      <p:graphicFrame>
        <p:nvGraphicFramePr>
          <p:cNvPr id="2851" name="Google Shape;2851;p24"/>
          <p:cNvGraphicFramePr/>
          <p:nvPr/>
        </p:nvGraphicFramePr>
        <p:xfrm>
          <a:off x="6606209" y="2977038"/>
          <a:ext cx="2514600" cy="1046510"/>
        </p:xfrm>
        <a:graphic>
          <a:graphicData uri="http://schemas.openxmlformats.org/drawingml/2006/table">
            <a:tbl>
              <a:tblPr firstRow="1" bandRow="1">
                <a:noFill/>
                <a:tableStyleId>{6C4D1537-E570-4B11-83A2-E94F37E16181}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Sky</a:t>
                      </a:r>
                      <a:endParaRPr sz="14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Enjoy</a:t>
                      </a:r>
                      <a:endParaRPr sz="1400" b="1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Not Enjoy</a:t>
                      </a:r>
                      <a:endParaRPr sz="1400" b="1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 sz="14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0</a:t>
                      </a:r>
                      <a:endParaRPr sz="14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Rainy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0</a:t>
                      </a:r>
                      <a:endParaRPr sz="1400"/>
                    </a:p>
                  </a:txBody>
                  <a:tcPr marL="91450" marR="91450" marT="45725" marB="4572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 sz="1400"/>
                    </a:p>
                  </a:txBody>
                  <a:tcPr marL="91450" marR="91450" marT="45725" marB="4572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52" name="Google Shape;2852;p24"/>
          <p:cNvGraphicFramePr/>
          <p:nvPr/>
        </p:nvGraphicFramePr>
        <p:xfrm>
          <a:off x="6583018" y="4337752"/>
          <a:ext cx="2514600" cy="1270100"/>
        </p:xfrm>
        <a:graphic>
          <a:graphicData uri="http://schemas.openxmlformats.org/drawingml/2006/table">
            <a:tbl>
              <a:tblPr firstRow="1" bandRow="1">
                <a:noFill/>
                <a:tableStyleId>{6C4D1537-E570-4B11-83A2-E94F37E16181}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Air Temp</a:t>
                      </a:r>
                      <a:endParaRPr sz="14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Enjoy</a:t>
                      </a:r>
                      <a:endParaRPr sz="1400" b="1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Not Enjoy</a:t>
                      </a:r>
                      <a:endParaRPr sz="1400" b="1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 sz="14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0</a:t>
                      </a:r>
                      <a:endParaRPr sz="14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Cold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0</a:t>
                      </a:r>
                      <a:endParaRPr sz="1400"/>
                    </a:p>
                  </a:txBody>
                  <a:tcPr marL="91450" marR="91450" marT="45725" marB="4572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 sz="1400"/>
                    </a:p>
                  </a:txBody>
                  <a:tcPr marL="91450" marR="91450" marT="45725" marB="4572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53" name="Google Shape;2853;p24"/>
          <p:cNvGraphicFramePr/>
          <p:nvPr/>
        </p:nvGraphicFramePr>
        <p:xfrm>
          <a:off x="3962400" y="909823"/>
          <a:ext cx="5181600" cy="2001570"/>
        </p:xfrm>
        <a:graphic>
          <a:graphicData uri="http://schemas.openxmlformats.org/drawingml/2006/table">
            <a:tbl>
              <a:tblPr firstRow="1" bandRow="1">
                <a:noFill/>
                <a:tableStyleId>{AC1D41A9-6A75-4F60-9631-53D750749EBB}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Sky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AirTemp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Humidity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Wind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Forecast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EnjoySport?</a:t>
                      </a:r>
                      <a:endParaRPr sz="1400" b="1" i="1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Normal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Rainy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Cold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AD7ACD-BF45-DFEF-D3D7-A0CCCFD070FB}"/>
                  </a:ext>
                </a:extLst>
              </p14:cNvPr>
              <p14:cNvContentPartPr/>
              <p14:nvPr/>
            </p14:nvContentPartPr>
            <p14:xfrm>
              <a:off x="-12240" y="308880"/>
              <a:ext cx="8843760" cy="6523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AD7ACD-BF45-DFEF-D3D7-A0CCCFD070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1600" y="299520"/>
                <a:ext cx="8862480" cy="654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0482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p2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Entropy of the Decision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Feature EnjoySport: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</a:t>
            </a:r>
            <a:r>
              <a:rPr lang="en-US" sz="1400" b="1"/>
              <a:t>Entropy </a:t>
            </a:r>
            <a:r>
              <a:rPr lang="en-US" sz="1400" b="1" baseline="-25000"/>
              <a:t>DecisionClass</a:t>
            </a:r>
            <a:r>
              <a:rPr lang="en-US" sz="1400" b="1"/>
              <a:t>(S) =  Ʃ-p(c) log</a:t>
            </a:r>
            <a:r>
              <a:rPr lang="en-US" sz="1400" b="1" baseline="-25000"/>
              <a:t>2</a:t>
            </a:r>
            <a:r>
              <a:rPr lang="en-US" sz="1400" b="1"/>
              <a:t> p(c)</a:t>
            </a:r>
            <a:endParaRPr sz="1400" b="1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E(3,1) = – (3/4) log</a:t>
            </a:r>
            <a:r>
              <a:rPr lang="en-US" sz="1400" baseline="-25000"/>
              <a:t>2</a:t>
            </a:r>
            <a:r>
              <a:rPr lang="en-US" sz="1400"/>
              <a:t> (3/4)</a:t>
            </a:r>
            <a:r>
              <a:rPr lang="en-US" sz="1400" baseline="30000"/>
              <a:t> </a:t>
            </a:r>
            <a:r>
              <a:rPr lang="en-US" sz="1400"/>
              <a:t>– (1/4) log</a:t>
            </a:r>
            <a:r>
              <a:rPr lang="en-US" sz="1400" baseline="-25000"/>
              <a:t>2</a:t>
            </a:r>
            <a:r>
              <a:rPr lang="en-US" sz="1400"/>
              <a:t> (1/4) = 0.94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Entropy of the attribute Humidity :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p(Normal) . E(1,0) + p( High). E(2,1)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(1/4) [– (1/1) log</a:t>
            </a:r>
            <a:r>
              <a:rPr lang="en-US" sz="1400" baseline="-25000"/>
              <a:t>2</a:t>
            </a:r>
            <a:r>
              <a:rPr lang="en-US" sz="1400"/>
              <a:t> (1/1)</a:t>
            </a:r>
            <a:r>
              <a:rPr lang="en-US" sz="1400" baseline="30000"/>
              <a:t> </a:t>
            </a:r>
            <a:r>
              <a:rPr lang="en-US" sz="1400"/>
              <a:t>– (0/1) log</a:t>
            </a:r>
            <a:r>
              <a:rPr lang="en-US" sz="1400" baseline="-25000"/>
              <a:t>2</a:t>
            </a:r>
            <a:r>
              <a:rPr lang="en-US" sz="1400"/>
              <a:t> (0/1)]  +  (3/4) [– (2/3) log</a:t>
            </a:r>
            <a:r>
              <a:rPr lang="en-US" sz="1400" baseline="-25000"/>
              <a:t>2</a:t>
            </a:r>
            <a:r>
              <a:rPr lang="en-US" sz="1400"/>
              <a:t> (2/3)</a:t>
            </a:r>
            <a:r>
              <a:rPr lang="en-US" sz="1400" baseline="30000"/>
              <a:t> </a:t>
            </a:r>
            <a:r>
              <a:rPr lang="en-US" sz="1400"/>
              <a:t>– (1/3) log</a:t>
            </a:r>
            <a:r>
              <a:rPr lang="en-US" sz="1400" baseline="-25000"/>
              <a:t>2</a:t>
            </a:r>
            <a:r>
              <a:rPr lang="en-US" sz="1400"/>
              <a:t> (1/3)]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0 + ¾ [0.39 + 0.52] = 0.68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Entropy of the attribute Wind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p(Strong) . E(3,1)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(4/4) [– (3/4) log</a:t>
            </a:r>
            <a:r>
              <a:rPr lang="en-US" sz="1400" baseline="-25000"/>
              <a:t>2</a:t>
            </a:r>
            <a:r>
              <a:rPr lang="en-US" sz="1400"/>
              <a:t> (3/4)</a:t>
            </a:r>
            <a:r>
              <a:rPr lang="en-US" sz="1400" baseline="30000"/>
              <a:t> </a:t>
            </a:r>
            <a:r>
              <a:rPr lang="en-US" sz="1400"/>
              <a:t>– (1/4) log</a:t>
            </a:r>
            <a:r>
              <a:rPr lang="en-US" sz="1400" baseline="-25000"/>
              <a:t>2</a:t>
            </a:r>
            <a:r>
              <a:rPr lang="en-US" sz="1400"/>
              <a:t> (1/4)]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1(0.94) = 0.94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</p:txBody>
      </p:sp>
      <p:sp>
        <p:nvSpPr>
          <p:cNvPr id="2859" name="Google Shape;2859;p25"/>
          <p:cNvSpPr txBox="1">
            <a:spLocks noGrp="1"/>
          </p:cNvSpPr>
          <p:nvPr>
            <p:ph type="body" idx="2"/>
          </p:nvPr>
        </p:nvSpPr>
        <p:spPr>
          <a:xfrm>
            <a:off x="300318" y="356392"/>
            <a:ext cx="6324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Decision Trees – Problem Type 1</a:t>
            </a:r>
            <a:endParaRPr sz="2400"/>
          </a:p>
        </p:txBody>
      </p:sp>
      <p:graphicFrame>
        <p:nvGraphicFramePr>
          <p:cNvPr id="2860" name="Google Shape;2860;p25"/>
          <p:cNvGraphicFramePr/>
          <p:nvPr/>
        </p:nvGraphicFramePr>
        <p:xfrm>
          <a:off x="6019800" y="3030788"/>
          <a:ext cx="3124200" cy="1046510"/>
        </p:xfrm>
        <a:graphic>
          <a:graphicData uri="http://schemas.openxmlformats.org/drawingml/2006/table">
            <a:tbl>
              <a:tblPr firstRow="1" bandRow="1">
                <a:noFill/>
                <a:tableStyleId>{6C4D1537-E570-4B11-83A2-E94F37E16181}</a:tableStyleId>
              </a:tblPr>
              <a:tblGrid>
                <a:gridCol w="11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Humidity </a:t>
                      </a:r>
                      <a:endParaRPr sz="14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Enjoy</a:t>
                      </a:r>
                      <a:endParaRPr sz="1400" b="1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Not Enjoy</a:t>
                      </a:r>
                      <a:endParaRPr sz="1400" b="1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Normal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 sz="14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0</a:t>
                      </a:r>
                      <a:endParaRPr sz="14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 sz="1400"/>
                    </a:p>
                  </a:txBody>
                  <a:tcPr marL="91450" marR="91450" marT="45725" marB="4572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 sz="1400"/>
                    </a:p>
                  </a:txBody>
                  <a:tcPr marL="91450" marR="91450" marT="45725" marB="4572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61" name="Google Shape;2861;p25"/>
          <p:cNvGraphicFramePr/>
          <p:nvPr/>
        </p:nvGraphicFramePr>
        <p:xfrm>
          <a:off x="6423990" y="4369275"/>
          <a:ext cx="2514600" cy="1046510"/>
        </p:xfrm>
        <a:graphic>
          <a:graphicData uri="http://schemas.openxmlformats.org/drawingml/2006/table">
            <a:tbl>
              <a:tblPr firstRow="1" bandRow="1">
                <a:noFill/>
                <a:tableStyleId>{6C4D1537-E570-4B11-83A2-E94F37E16181}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Wind</a:t>
                      </a:r>
                      <a:endParaRPr sz="14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Enjoy</a:t>
                      </a:r>
                      <a:endParaRPr sz="1400" b="1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Not Enjoy</a:t>
                      </a:r>
                      <a:endParaRPr sz="1400" b="1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 sz="14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 sz="14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strike="sngStrik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strike="sngStrike"/>
                    </a:p>
                  </a:txBody>
                  <a:tcPr marL="91450" marR="91450" marT="45725" marB="4572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strike="sngStrike"/>
                    </a:p>
                  </a:txBody>
                  <a:tcPr marL="91450" marR="91450" marT="45725" marB="4572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62" name="Google Shape;2862;p25"/>
          <p:cNvGraphicFramePr/>
          <p:nvPr/>
        </p:nvGraphicFramePr>
        <p:xfrm>
          <a:off x="3962400" y="909823"/>
          <a:ext cx="5181600" cy="2001570"/>
        </p:xfrm>
        <a:graphic>
          <a:graphicData uri="http://schemas.openxmlformats.org/drawingml/2006/table">
            <a:tbl>
              <a:tblPr firstRow="1" bandRow="1">
                <a:noFill/>
                <a:tableStyleId>{AC1D41A9-6A75-4F60-9631-53D750749EBB}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Sky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AirTemp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Humidity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Wind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Forecast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EnjoySport?</a:t>
                      </a:r>
                      <a:endParaRPr sz="1400" b="1" i="1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Normal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Rainy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Cold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A54DE93-1EAF-E367-F72E-7B53136997B0}"/>
                  </a:ext>
                </a:extLst>
              </p14:cNvPr>
              <p14:cNvContentPartPr/>
              <p14:nvPr/>
            </p14:nvContentPartPr>
            <p14:xfrm>
              <a:off x="1363320" y="3621960"/>
              <a:ext cx="2104920" cy="231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A54DE93-1EAF-E367-F72E-7B53136997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3960" y="3612600"/>
                <a:ext cx="2123640" cy="233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4272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" name="Google Shape;2867;p26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Entropy of the Decision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Feature EnjoySport: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</a:t>
            </a:r>
            <a:r>
              <a:rPr lang="en-US" sz="1400" b="1"/>
              <a:t>Entropy </a:t>
            </a:r>
            <a:r>
              <a:rPr lang="en-US" sz="1400" b="1" baseline="-25000"/>
              <a:t>DecisionClass</a:t>
            </a:r>
            <a:r>
              <a:rPr lang="en-US" sz="1400" b="1"/>
              <a:t>(S) =  Ʃ-p(c) log</a:t>
            </a:r>
            <a:r>
              <a:rPr lang="en-US" sz="1400" b="1" baseline="-25000"/>
              <a:t>2</a:t>
            </a:r>
            <a:r>
              <a:rPr lang="en-US" sz="1400" b="1"/>
              <a:t> p(c)</a:t>
            </a:r>
            <a:endParaRPr sz="1400" b="1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E(3,1) = – (3/4) log</a:t>
            </a:r>
            <a:r>
              <a:rPr lang="en-US" sz="1400" baseline="-25000"/>
              <a:t>2</a:t>
            </a:r>
            <a:r>
              <a:rPr lang="en-US" sz="1400"/>
              <a:t> (3/4)</a:t>
            </a:r>
            <a:r>
              <a:rPr lang="en-US" sz="1400" baseline="30000"/>
              <a:t> </a:t>
            </a:r>
            <a:r>
              <a:rPr lang="en-US" sz="1400"/>
              <a:t>– (1/4) log</a:t>
            </a:r>
            <a:r>
              <a:rPr lang="en-US" sz="1400" baseline="-25000"/>
              <a:t>2</a:t>
            </a:r>
            <a:r>
              <a:rPr lang="en-US" sz="1400"/>
              <a:t> (1/4) = 0.94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Entropy of the attribute Forecast : 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p(Same) . E(2,0) + p( Change). E(1,1)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(2/4) [– (2/2) log</a:t>
            </a:r>
            <a:r>
              <a:rPr lang="en-US" sz="1400" baseline="-25000"/>
              <a:t>2</a:t>
            </a:r>
            <a:r>
              <a:rPr lang="en-US" sz="1400"/>
              <a:t> (2/2)</a:t>
            </a:r>
            <a:r>
              <a:rPr lang="en-US" sz="1400" baseline="30000"/>
              <a:t> </a:t>
            </a:r>
            <a:r>
              <a:rPr lang="en-US" sz="1400"/>
              <a:t>– (0/2) log</a:t>
            </a:r>
            <a:r>
              <a:rPr lang="en-US" sz="1400" baseline="-25000"/>
              <a:t>2</a:t>
            </a:r>
            <a:r>
              <a:rPr lang="en-US" sz="1400"/>
              <a:t> (0/2)]  +  (2/4) [– (1/2) log</a:t>
            </a:r>
            <a:r>
              <a:rPr lang="en-US" sz="1400" baseline="-25000"/>
              <a:t>2</a:t>
            </a:r>
            <a:r>
              <a:rPr lang="en-US" sz="1400"/>
              <a:t> (1/2)</a:t>
            </a:r>
            <a:r>
              <a:rPr lang="en-US" sz="1400" baseline="30000"/>
              <a:t> </a:t>
            </a:r>
            <a:r>
              <a:rPr lang="en-US" sz="1400"/>
              <a:t>– (1/2) log</a:t>
            </a:r>
            <a:r>
              <a:rPr lang="en-US" sz="1400" baseline="-25000"/>
              <a:t>2</a:t>
            </a:r>
            <a:r>
              <a:rPr lang="en-US" sz="1400"/>
              <a:t> (1/2)]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= 0 + 0.5 = 0.5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</p:txBody>
      </p:sp>
      <p:sp>
        <p:nvSpPr>
          <p:cNvPr id="2868" name="Google Shape;2868;p26"/>
          <p:cNvSpPr txBox="1">
            <a:spLocks noGrp="1"/>
          </p:cNvSpPr>
          <p:nvPr>
            <p:ph type="body" idx="2"/>
          </p:nvPr>
        </p:nvSpPr>
        <p:spPr>
          <a:xfrm>
            <a:off x="331694" y="393568"/>
            <a:ext cx="6324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Decision Trees – Problem Type 1</a:t>
            </a:r>
            <a:endParaRPr sz="2400"/>
          </a:p>
        </p:txBody>
      </p:sp>
      <p:graphicFrame>
        <p:nvGraphicFramePr>
          <p:cNvPr id="2869" name="Google Shape;2869;p26"/>
          <p:cNvGraphicFramePr/>
          <p:nvPr/>
        </p:nvGraphicFramePr>
        <p:xfrm>
          <a:off x="3962400" y="909823"/>
          <a:ext cx="5181600" cy="2001570"/>
        </p:xfrm>
        <a:graphic>
          <a:graphicData uri="http://schemas.openxmlformats.org/drawingml/2006/table">
            <a:tbl>
              <a:tblPr firstRow="1" bandRow="1">
                <a:noFill/>
                <a:tableStyleId>{AC1D41A9-6A75-4F60-9631-53D750749EBB}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Sky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AirTemp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Humidity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Wind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Forecast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EnjoySport?</a:t>
                      </a:r>
                      <a:endParaRPr sz="1400" b="1" i="1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Normal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Rainy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Cold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870" name="Google Shape;2870;p26"/>
          <p:cNvGraphicFramePr/>
          <p:nvPr/>
        </p:nvGraphicFramePr>
        <p:xfrm>
          <a:off x="6229709" y="2977038"/>
          <a:ext cx="2895600" cy="1046510"/>
        </p:xfrm>
        <a:graphic>
          <a:graphicData uri="http://schemas.openxmlformats.org/drawingml/2006/table">
            <a:tbl>
              <a:tblPr firstRow="1" bandRow="1">
                <a:noFill/>
                <a:tableStyleId>{6C4D1537-E570-4B11-83A2-E94F37E16181}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Forecast</a:t>
                      </a:r>
                      <a:endParaRPr sz="14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Enjoy</a:t>
                      </a:r>
                      <a:endParaRPr sz="1400" b="1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Not Enjoy</a:t>
                      </a:r>
                      <a:endParaRPr sz="1400" b="1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 sz="14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0</a:t>
                      </a:r>
                      <a:endParaRPr sz="14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 sz="1400"/>
                    </a:p>
                  </a:txBody>
                  <a:tcPr marL="91450" marR="91450" marT="45725" marB="4572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 sz="1400"/>
                    </a:p>
                  </a:txBody>
                  <a:tcPr marL="91450" marR="91450" marT="45725" marB="4572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DE1F9D-AC68-4336-7FC5-14D05AE79DBA}"/>
                  </a:ext>
                </a:extLst>
              </p14:cNvPr>
              <p14:cNvContentPartPr/>
              <p14:nvPr/>
            </p14:nvContentPartPr>
            <p14:xfrm>
              <a:off x="1272960" y="4646160"/>
              <a:ext cx="8304480" cy="703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DE1F9D-AC68-4336-7FC5-14D05AE79D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3600" y="4636800"/>
                <a:ext cx="8323200" cy="72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7876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" name="Google Shape;2875;p27"/>
          <p:cNvSpPr txBox="1">
            <a:spLocks noGrp="1"/>
          </p:cNvSpPr>
          <p:nvPr>
            <p:ph type="body" idx="1"/>
          </p:nvPr>
        </p:nvSpPr>
        <p:spPr>
          <a:xfrm>
            <a:off x="304800" y="1371600"/>
            <a:ext cx="8229600" cy="277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Entropy of the Decision Feature EnjoySport: 0.94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Entropy of the attribute Sky: 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Entropy of the attribute AirTemp: 0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Entropy of the attribute Humidity: 0.68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Entropy of the attribute Wind: 0.94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Entropy of the attribute Forecast: 0.5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Attribute that generalizes the model faster = That which reduces the randomness if used to decide = That which have the highest info gain = SKY &amp; AIRTEMP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Decision Tree constructed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(both are equally correct decision tree) 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</p:txBody>
      </p:sp>
      <p:sp>
        <p:nvSpPr>
          <p:cNvPr id="2876" name="Google Shape;2876;p27"/>
          <p:cNvSpPr txBox="1">
            <a:spLocks noGrp="1"/>
          </p:cNvSpPr>
          <p:nvPr>
            <p:ph type="body" idx="2"/>
          </p:nvPr>
        </p:nvSpPr>
        <p:spPr>
          <a:xfrm>
            <a:off x="304800" y="442534"/>
            <a:ext cx="6324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Decision Trees – Problem Type 1</a:t>
            </a:r>
            <a:endParaRPr sz="2400"/>
          </a:p>
        </p:txBody>
      </p:sp>
      <p:sp>
        <p:nvSpPr>
          <p:cNvPr id="2877" name="Google Shape;2877;p27"/>
          <p:cNvSpPr/>
          <p:nvPr/>
        </p:nvSpPr>
        <p:spPr>
          <a:xfrm>
            <a:off x="3886200" y="4313809"/>
            <a:ext cx="757238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AirTemp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78" name="Google Shape;2878;p27"/>
          <p:cNvCxnSpPr/>
          <p:nvPr/>
        </p:nvCxnSpPr>
        <p:spPr>
          <a:xfrm flipH="1">
            <a:off x="3455195" y="4656709"/>
            <a:ext cx="83105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9" name="Google Shape;2879;p27"/>
          <p:cNvCxnSpPr/>
          <p:nvPr/>
        </p:nvCxnSpPr>
        <p:spPr>
          <a:xfrm>
            <a:off x="4286251" y="4656709"/>
            <a:ext cx="88820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80" name="Google Shape;2880;p27"/>
          <p:cNvSpPr txBox="1"/>
          <p:nvPr/>
        </p:nvSpPr>
        <p:spPr>
          <a:xfrm>
            <a:off x="3151000" y="4731100"/>
            <a:ext cx="603628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Warm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1" name="Google Shape;2881;p27"/>
          <p:cNvSpPr txBox="1"/>
          <p:nvPr/>
        </p:nvSpPr>
        <p:spPr>
          <a:xfrm>
            <a:off x="5030491" y="4731100"/>
            <a:ext cx="52129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Cold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2" name="Google Shape;2882;p27"/>
          <p:cNvSpPr/>
          <p:nvPr/>
        </p:nvSpPr>
        <p:spPr>
          <a:xfrm>
            <a:off x="3143251" y="520082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3" name="Google Shape;2883;p27"/>
          <p:cNvSpPr/>
          <p:nvPr/>
        </p:nvSpPr>
        <p:spPr>
          <a:xfrm>
            <a:off x="4783932" y="520082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4" name="Google Shape;2884;p27"/>
          <p:cNvSpPr/>
          <p:nvPr/>
        </p:nvSpPr>
        <p:spPr>
          <a:xfrm>
            <a:off x="6450496" y="4399949"/>
            <a:ext cx="757238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Sky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85" name="Google Shape;2885;p27"/>
          <p:cNvCxnSpPr/>
          <p:nvPr/>
        </p:nvCxnSpPr>
        <p:spPr>
          <a:xfrm flipH="1">
            <a:off x="6019491" y="4742849"/>
            <a:ext cx="83105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6" name="Google Shape;2886;p27"/>
          <p:cNvCxnSpPr/>
          <p:nvPr/>
        </p:nvCxnSpPr>
        <p:spPr>
          <a:xfrm>
            <a:off x="6850547" y="4742849"/>
            <a:ext cx="88820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87" name="Google Shape;2887;p27"/>
          <p:cNvSpPr txBox="1"/>
          <p:nvPr/>
        </p:nvSpPr>
        <p:spPr>
          <a:xfrm>
            <a:off x="5703563" y="4817240"/>
            <a:ext cx="62709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Sunny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8" name="Google Shape;2888;p27"/>
          <p:cNvSpPr txBox="1"/>
          <p:nvPr/>
        </p:nvSpPr>
        <p:spPr>
          <a:xfrm>
            <a:off x="7556316" y="4817240"/>
            <a:ext cx="59824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Rainy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9" name="Google Shape;2889;p27"/>
          <p:cNvSpPr/>
          <p:nvPr/>
        </p:nvSpPr>
        <p:spPr>
          <a:xfrm>
            <a:off x="5707547" y="528696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0" name="Google Shape;2890;p27"/>
          <p:cNvSpPr/>
          <p:nvPr/>
        </p:nvSpPr>
        <p:spPr>
          <a:xfrm>
            <a:off x="7348228" y="528696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91" name="Google Shape;2891;p27"/>
          <p:cNvGraphicFramePr/>
          <p:nvPr/>
        </p:nvGraphicFramePr>
        <p:xfrm>
          <a:off x="3980826" y="1604114"/>
          <a:ext cx="5181600" cy="2001570"/>
        </p:xfrm>
        <a:graphic>
          <a:graphicData uri="http://schemas.openxmlformats.org/drawingml/2006/table">
            <a:tbl>
              <a:tblPr firstRow="1" bandRow="1">
                <a:noFill/>
                <a:tableStyleId>{AC1D41A9-6A75-4F60-9631-53D750749EBB}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Sky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AirTemp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Humidity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Wind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Forecast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EnjoySport?</a:t>
                      </a:r>
                      <a:endParaRPr sz="1400" b="1" i="1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Normal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Rainy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Cold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8731F3C-00A9-DE43-553F-8DFA20D051F2}"/>
                  </a:ext>
                </a:extLst>
              </p14:cNvPr>
              <p14:cNvContentPartPr/>
              <p14:nvPr/>
            </p14:nvContentPartPr>
            <p14:xfrm>
              <a:off x="188640" y="1645920"/>
              <a:ext cx="7584120" cy="4119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8731F3C-00A9-DE43-553F-8DFA20D051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9280" y="1636560"/>
                <a:ext cx="7602840" cy="413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6581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6" name="Google Shape;2896;p28"/>
          <p:cNvSpPr txBox="1">
            <a:spLocks noGrp="1"/>
          </p:cNvSpPr>
          <p:nvPr>
            <p:ph type="body" idx="1"/>
          </p:nvPr>
        </p:nvSpPr>
        <p:spPr>
          <a:xfrm>
            <a:off x="304800" y="1255127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dirty="0"/>
              <a:t>Sub Problem which has more scope to Model: None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 dirty="0">
                <a:solidFill>
                  <a:srgbClr val="0070C0"/>
                </a:solidFill>
              </a:rPr>
              <a:t>Convergence Criteria 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 dirty="0"/>
              <a:t>Repeat the step again for the remaining features till: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 dirty="0"/>
              <a:t>All training data are learnt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 dirty="0"/>
              <a:t>No more learning is possible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 dirty="0"/>
              <a:t>Constraints posed by the </a:t>
            </a:r>
            <a:r>
              <a:rPr lang="en-US" sz="1400" dirty="0" err="1"/>
              <a:t>hyperparameter</a:t>
            </a:r>
            <a:r>
              <a:rPr lang="en-US" sz="1400" dirty="0"/>
              <a:t> satisfied </a:t>
            </a:r>
            <a:r>
              <a:rPr lang="en-US" sz="1400" dirty="0">
                <a:solidFill>
                  <a:srgbClr val="FF0000"/>
                </a:solidFill>
              </a:rPr>
              <a:t>(More on this will be discussed in the next session under handling overfitting)</a:t>
            </a:r>
            <a:endParaRPr sz="14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 dirty="0"/>
          </a:p>
        </p:txBody>
      </p:sp>
      <p:sp>
        <p:nvSpPr>
          <p:cNvPr id="2897" name="Google Shape;2897;p28"/>
          <p:cNvSpPr txBox="1">
            <a:spLocks noGrp="1"/>
          </p:cNvSpPr>
          <p:nvPr>
            <p:ph type="body" idx="2"/>
          </p:nvPr>
        </p:nvSpPr>
        <p:spPr>
          <a:xfrm>
            <a:off x="304800" y="454736"/>
            <a:ext cx="770562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Decision Trees – Problem Type 2 </a:t>
            </a:r>
            <a:endParaRPr/>
          </a:p>
          <a:p>
            <a:pPr marL="0" lvl="0" indent="0" algn="l" rt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(If there are heterogeneous nodes, continue the decision tree construction)</a:t>
            </a:r>
            <a:endParaRPr sz="1600"/>
          </a:p>
        </p:txBody>
      </p:sp>
      <p:sp>
        <p:nvSpPr>
          <p:cNvPr id="2898" name="Google Shape;2898;p28"/>
          <p:cNvSpPr/>
          <p:nvPr/>
        </p:nvSpPr>
        <p:spPr>
          <a:xfrm>
            <a:off x="6722167" y="3319893"/>
            <a:ext cx="757238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Humidity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99" name="Google Shape;2899;p28"/>
          <p:cNvCxnSpPr/>
          <p:nvPr/>
        </p:nvCxnSpPr>
        <p:spPr>
          <a:xfrm flipH="1">
            <a:off x="6291162" y="3662793"/>
            <a:ext cx="83105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0" name="Google Shape;2900;p28"/>
          <p:cNvCxnSpPr/>
          <p:nvPr/>
        </p:nvCxnSpPr>
        <p:spPr>
          <a:xfrm>
            <a:off x="7122218" y="3662793"/>
            <a:ext cx="88820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01" name="Google Shape;2901;p28"/>
          <p:cNvSpPr txBox="1"/>
          <p:nvPr/>
        </p:nvSpPr>
        <p:spPr>
          <a:xfrm>
            <a:off x="7596803" y="3637245"/>
            <a:ext cx="713658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2" name="Google Shape;2902;p28"/>
          <p:cNvSpPr txBox="1"/>
          <p:nvPr/>
        </p:nvSpPr>
        <p:spPr>
          <a:xfrm>
            <a:off x="6175775" y="3634768"/>
            <a:ext cx="53091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3" name="Google Shape;2903;p28"/>
          <p:cNvSpPr/>
          <p:nvPr/>
        </p:nvSpPr>
        <p:spPr>
          <a:xfrm>
            <a:off x="7850260" y="4195828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04" name="Google Shape;2904;p28"/>
          <p:cNvGraphicFramePr/>
          <p:nvPr/>
        </p:nvGraphicFramePr>
        <p:xfrm>
          <a:off x="2731193" y="4029421"/>
          <a:ext cx="4191000" cy="1417360"/>
        </p:xfrm>
        <a:graphic>
          <a:graphicData uri="http://schemas.openxmlformats.org/drawingml/2006/table">
            <a:tbl>
              <a:tblPr firstRow="1" bandRow="1">
                <a:noFill/>
                <a:tableStyleId>{6C4D1537-E570-4B11-83A2-E94F37E16181}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4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Sky</a:t>
                      </a:r>
                      <a:endParaRPr sz="14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AirTemp</a:t>
                      </a:r>
                      <a:endParaRPr sz="1400" b="1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Wind</a:t>
                      </a:r>
                      <a:endParaRPr sz="1400" b="1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Forecast</a:t>
                      </a:r>
                      <a:endParaRPr sz="1400" b="1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1"/>
                        <a:t>EnjoySport?</a:t>
                      </a:r>
                      <a:endParaRPr sz="1400" b="1" i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Rainy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Cold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05" name="Google Shape;2905;p28"/>
          <p:cNvGraphicFramePr/>
          <p:nvPr/>
        </p:nvGraphicFramePr>
        <p:xfrm>
          <a:off x="304800" y="1775887"/>
          <a:ext cx="5181600" cy="2001570"/>
        </p:xfrm>
        <a:graphic>
          <a:graphicData uri="http://schemas.openxmlformats.org/drawingml/2006/table">
            <a:tbl>
              <a:tblPr firstRow="1" bandRow="1">
                <a:noFill/>
                <a:tableStyleId>{AC1D41A9-6A75-4F60-9631-53D750749EBB}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Sky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AirTemp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Humidity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Wind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Forecast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EnjoySport?</a:t>
                      </a:r>
                      <a:endParaRPr sz="1400" b="1" i="1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Normal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Rainy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Cold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06" name="Google Shape;2906;p28"/>
          <p:cNvSpPr txBox="1"/>
          <p:nvPr/>
        </p:nvSpPr>
        <p:spPr>
          <a:xfrm>
            <a:off x="1268391" y="4487449"/>
            <a:ext cx="32864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Assumed sample data in the node</a:t>
            </a: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028789-25E5-DA9C-8AAB-334E4EFA9822}"/>
                  </a:ext>
                </a:extLst>
              </p14:cNvPr>
              <p14:cNvContentPartPr/>
              <p14:nvPr/>
            </p14:nvContentPartPr>
            <p14:xfrm>
              <a:off x="2709360" y="3000240"/>
              <a:ext cx="5706360" cy="2482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028789-25E5-DA9C-8AAB-334E4EFA98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0000" y="2990880"/>
                <a:ext cx="5725080" cy="250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3030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8" name="Google Shape;2758;p13"/>
          <p:cNvSpPr txBox="1">
            <a:spLocks noGrp="1"/>
          </p:cNvSpPr>
          <p:nvPr>
            <p:ph type="title"/>
          </p:nvPr>
        </p:nvSpPr>
        <p:spPr>
          <a:xfrm>
            <a:off x="414338" y="511177"/>
            <a:ext cx="8956675" cy="76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Information gain as entropy reduction</a:t>
            </a:r>
            <a:endParaRPr/>
          </a:p>
        </p:txBody>
      </p:sp>
      <p:sp>
        <p:nvSpPr>
          <p:cNvPr id="2759" name="Google Shape;2759;p13"/>
          <p:cNvSpPr txBox="1">
            <a:spLocks noGrp="1"/>
          </p:cNvSpPr>
          <p:nvPr>
            <p:ph type="body" idx="1"/>
          </p:nvPr>
        </p:nvSpPr>
        <p:spPr>
          <a:xfrm>
            <a:off x="395288" y="1738313"/>
            <a:ext cx="8208962" cy="435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Information gain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is the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expected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reduction in entropy caused by partitioning the examples on an attribute.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higher the information gain the more effective the attribute in classifying training data.	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Expected reduction in entropy knowing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A  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  	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 i="1">
                <a:latin typeface="Arial"/>
                <a:ea typeface="Arial"/>
                <a:cs typeface="Arial"/>
                <a:sym typeface="Arial"/>
              </a:rPr>
              <a:t>Gain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lang="en-US" sz="2400" i="1">
                <a:latin typeface="Arial"/>
                <a:ea typeface="Arial"/>
                <a:cs typeface="Arial"/>
                <a:sym typeface="Arial"/>
              </a:rPr>
              <a:t>Entropy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) −  Σ          </a:t>
            </a:r>
            <a:r>
              <a:rPr lang="en-US" sz="2400" i="1">
                <a:latin typeface="Arial"/>
                <a:ea typeface="Arial"/>
                <a:cs typeface="Arial"/>
                <a:sym typeface="Arial"/>
              </a:rPr>
              <a:t>       Entropy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400" i="1" baseline="-25000"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)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			            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v ∈ Values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 	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	Values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possible values for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	S</a:t>
            </a:r>
            <a:r>
              <a:rPr lang="en-US" sz="1800" i="1" baseline="-25000"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subset of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 S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for which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has value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 v</a:t>
            </a:r>
            <a:endParaRPr/>
          </a:p>
        </p:txBody>
      </p:sp>
      <p:grpSp>
        <p:nvGrpSpPr>
          <p:cNvPr id="2760" name="Google Shape;2760;p13"/>
          <p:cNvGrpSpPr/>
          <p:nvPr/>
        </p:nvGrpSpPr>
        <p:grpSpPr>
          <a:xfrm>
            <a:off x="5410200" y="3733800"/>
            <a:ext cx="596900" cy="1068389"/>
            <a:chOff x="3501" y="2436"/>
            <a:chExt cx="376" cy="673"/>
          </a:xfrm>
        </p:grpSpPr>
        <p:sp>
          <p:nvSpPr>
            <p:cNvPr id="2761" name="Google Shape;2761;p13"/>
            <p:cNvSpPr txBox="1"/>
            <p:nvPr/>
          </p:nvSpPr>
          <p:spPr>
            <a:xfrm>
              <a:off x="3501" y="2436"/>
              <a:ext cx="376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|</a:t>
              </a:r>
              <a:r>
                <a:rPr lang="en-US" sz="2400" b="0" i="1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Sv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|</a:t>
              </a:r>
              <a:endParaRPr/>
            </a:p>
          </p:txBody>
        </p:sp>
        <p:sp>
          <p:nvSpPr>
            <p:cNvPr id="2762" name="Google Shape;2762;p13"/>
            <p:cNvSpPr txBox="1"/>
            <p:nvPr/>
          </p:nvSpPr>
          <p:spPr>
            <a:xfrm>
              <a:off x="3523" y="2818"/>
              <a:ext cx="290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|</a:t>
              </a:r>
              <a:r>
                <a:rPr lang="en-US" sz="2400" b="0" i="1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|</a:t>
              </a:r>
              <a:endParaRPr/>
            </a:p>
          </p:txBody>
        </p:sp>
        <p:cxnSp>
          <p:nvCxnSpPr>
            <p:cNvPr id="2763" name="Google Shape;2763;p13"/>
            <p:cNvCxnSpPr/>
            <p:nvPr/>
          </p:nvCxnSpPr>
          <p:spPr>
            <a:xfrm>
              <a:off x="3501" y="2727"/>
              <a:ext cx="336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64" name="Google Shape;2764;p13"/>
          <p:cNvSpPr/>
          <p:nvPr/>
        </p:nvSpPr>
        <p:spPr>
          <a:xfrm>
            <a:off x="4892675" y="5266590"/>
            <a:ext cx="40227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Maximizing the gain = minimizing the weighted average impurity measure of children nodes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E12F66-EFAE-9404-3242-DF3596C7F40D}"/>
                  </a:ext>
                </a:extLst>
              </p14:cNvPr>
              <p14:cNvContentPartPr/>
              <p14:nvPr/>
            </p14:nvContentPartPr>
            <p14:xfrm>
              <a:off x="30240" y="368640"/>
              <a:ext cx="7737840" cy="4762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E12F66-EFAE-9404-3242-DF3596C7F4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880" y="359280"/>
                <a:ext cx="7756560" cy="4781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3B7E5AF-18EF-E549-0A25-5924A21FA0B2}"/>
                  </a:ext>
                </a:extLst>
              </p14:cNvPr>
              <p14:cNvContentPartPr/>
              <p14:nvPr/>
            </p14:nvContentPartPr>
            <p14:xfrm>
              <a:off x="210240" y="1333080"/>
              <a:ext cx="8891280" cy="5229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3B7E5AF-18EF-E549-0A25-5924A21FA0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0880" y="1323720"/>
                <a:ext cx="8910000" cy="524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7911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14"/>
          <p:cNvSpPr txBox="1">
            <a:spLocks noGrp="1"/>
          </p:cNvSpPr>
          <p:nvPr>
            <p:ph type="title"/>
          </p:nvPr>
        </p:nvSpPr>
        <p:spPr>
          <a:xfrm>
            <a:off x="317500" y="398463"/>
            <a:ext cx="8637588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b="1"/>
              <a:t>Example</a:t>
            </a:r>
            <a:endParaRPr/>
          </a:p>
        </p:txBody>
      </p:sp>
      <p:pic>
        <p:nvPicPr>
          <p:cNvPr id="2771" name="Google Shape;277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3300" y="1447800"/>
            <a:ext cx="69215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2" name="Google Shape;2772;p14"/>
          <p:cNvSpPr/>
          <p:nvPr/>
        </p:nvSpPr>
        <p:spPr>
          <a:xfrm>
            <a:off x="1066800" y="1524000"/>
            <a:ext cx="6934200" cy="472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5778862-C2F7-ADCC-DD85-5F310DF70710}"/>
                  </a:ext>
                </a:extLst>
              </p14:cNvPr>
              <p14:cNvContentPartPr/>
              <p14:nvPr/>
            </p14:nvContentPartPr>
            <p14:xfrm>
              <a:off x="733320" y="355680"/>
              <a:ext cx="8244000" cy="4951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5778862-C2F7-ADCC-DD85-5F310DF707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3960" y="346320"/>
                <a:ext cx="8262720" cy="496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8" name="Google Shape;2778;p15"/>
          <p:cNvSpPr txBox="1">
            <a:spLocks noGrp="1"/>
          </p:cNvSpPr>
          <p:nvPr>
            <p:ph type="title"/>
          </p:nvPr>
        </p:nvSpPr>
        <p:spPr>
          <a:xfrm>
            <a:off x="152401" y="381000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b="1"/>
              <a:t>Example: Information gain</a:t>
            </a:r>
            <a:endParaRPr/>
          </a:p>
        </p:txBody>
      </p:sp>
      <p:sp>
        <p:nvSpPr>
          <p:cNvPr id="2779" name="Google Shape;2779;p15"/>
          <p:cNvSpPr txBox="1">
            <a:spLocks noGrp="1"/>
          </p:cNvSpPr>
          <p:nvPr>
            <p:ph type="body" idx="1"/>
          </p:nvPr>
        </p:nvSpPr>
        <p:spPr>
          <a:xfrm>
            <a:off x="152401" y="2020887"/>
            <a:ext cx="8991600" cy="4532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Let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Values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Wind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= {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Weak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Strong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= [9+, 5−]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 i="1" baseline="-25000">
                <a:latin typeface="Arial"/>
                <a:ea typeface="Arial"/>
                <a:cs typeface="Arial"/>
                <a:sym typeface="Arial"/>
              </a:rPr>
              <a:t>Weak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= [6+, 2−]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 i="1" baseline="-25000">
                <a:latin typeface="Arial"/>
                <a:ea typeface="Arial"/>
                <a:cs typeface="Arial"/>
                <a:sym typeface="Arial"/>
              </a:rPr>
              <a:t>Strong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= [3+, 3−]</a:t>
            </a:r>
            <a:endParaRPr/>
          </a:p>
          <a:p>
            <a:pPr marL="342900" lvl="0" indent="-34290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Information gain due to knowing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Wind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Gain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Wind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Entropy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− 8/14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Entropy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 i="1" baseline="-25000">
                <a:latin typeface="Arial"/>
                <a:ea typeface="Arial"/>
                <a:cs typeface="Arial"/>
                <a:sym typeface="Arial"/>
              </a:rPr>
              <a:t>Weak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− 6/14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Entropy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 i="1" baseline="-25000">
                <a:latin typeface="Arial"/>
                <a:ea typeface="Arial"/>
                <a:cs typeface="Arial"/>
                <a:sym typeface="Arial"/>
              </a:rPr>
              <a:t>Strong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</a:t>
            </a:r>
            <a:endParaRPr/>
          </a:p>
          <a:p>
            <a:pPr marL="742950" lvl="1" indent="-28575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		=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0.94 − 8/14 × 0.811 − 6/14 × 1.00  </a:t>
            </a:r>
            <a:endParaRPr/>
          </a:p>
          <a:p>
            <a:pPr marL="742950" lvl="1" indent="-28575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			  = 0.048 </a:t>
            </a:r>
            <a:endParaRPr sz="1800" i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0" name="Google Shape;278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7251" y="960362"/>
            <a:ext cx="4419600" cy="313832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1F13B5-C9ED-E9A1-84F4-7E8DDDFD2257}"/>
                  </a:ext>
                </a:extLst>
              </p14:cNvPr>
              <p14:cNvContentPartPr/>
              <p14:nvPr/>
            </p14:nvContentPartPr>
            <p14:xfrm>
              <a:off x="810000" y="2648880"/>
              <a:ext cx="3477600" cy="1453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1F13B5-C9ED-E9A1-84F4-7E8DDDFD22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640" y="2639520"/>
                <a:ext cx="3496320" cy="1472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pic>
        <p:nvPicPr>
          <p:cNvPr id="5" name="Google Shape;27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67251" y="102233"/>
            <a:ext cx="4419600" cy="313832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CEDB63-6A2A-20C0-FE21-C9C37A552116}"/>
                  </a:ext>
                </a:extLst>
              </p14:cNvPr>
              <p14:cNvContentPartPr/>
              <p14:nvPr/>
            </p14:nvContentPartPr>
            <p14:xfrm>
              <a:off x="106920" y="12960"/>
              <a:ext cx="8656200" cy="5992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CEDB63-6A2A-20C0-FE21-C9C37A5521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560" y="3600"/>
                <a:ext cx="8674920" cy="601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7255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pic>
        <p:nvPicPr>
          <p:cNvPr id="5" name="Google Shape;27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67251" y="102233"/>
            <a:ext cx="4419600" cy="313832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2A6C7B-B38B-8915-F1CF-EA48BDED6D65}"/>
                  </a:ext>
                </a:extLst>
              </p14:cNvPr>
              <p14:cNvContentPartPr/>
              <p14:nvPr/>
            </p14:nvContentPartPr>
            <p14:xfrm>
              <a:off x="81720" y="368640"/>
              <a:ext cx="9058680" cy="6189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2A6C7B-B38B-8915-F1CF-EA48BDED6D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360" y="359280"/>
                <a:ext cx="9077400" cy="620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8025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6" name="Google Shape;2786;p16"/>
          <p:cNvSpPr txBox="1">
            <a:spLocks noGrp="1"/>
          </p:cNvSpPr>
          <p:nvPr>
            <p:ph type="title"/>
          </p:nvPr>
        </p:nvSpPr>
        <p:spPr>
          <a:xfrm>
            <a:off x="317500" y="654050"/>
            <a:ext cx="8637588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Which attribute is the best classifier?</a:t>
            </a:r>
            <a:endParaRPr/>
          </a:p>
        </p:txBody>
      </p:sp>
      <p:pic>
        <p:nvPicPr>
          <p:cNvPr id="2787" name="Google Shape;2787;p16"/>
          <p:cNvPicPr preferRelativeResize="0">
            <a:picLocks noGrp="1"/>
          </p:cNvPicPr>
          <p:nvPr>
            <p:ph type="dgm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23850" y="1484313"/>
            <a:ext cx="8509000" cy="49561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0D17C2-16CC-FBA0-3420-869E23455605}"/>
                  </a:ext>
                </a:extLst>
              </p14:cNvPr>
              <p14:cNvContentPartPr/>
              <p14:nvPr/>
            </p14:nvContentPartPr>
            <p14:xfrm>
              <a:off x="235800" y="3475800"/>
              <a:ext cx="5436360" cy="2984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0D17C2-16CC-FBA0-3420-869E234556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440" y="3466440"/>
                <a:ext cx="5455080" cy="3002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p17"/>
          <p:cNvSpPr txBox="1">
            <a:spLocks noGrp="1"/>
          </p:cNvSpPr>
          <p:nvPr>
            <p:ph type="title"/>
          </p:nvPr>
        </p:nvSpPr>
        <p:spPr>
          <a:xfrm>
            <a:off x="520699" y="533400"/>
            <a:ext cx="8637588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Arial"/>
                <a:ea typeface="Arial"/>
                <a:cs typeface="Arial"/>
                <a:sym typeface="Arial"/>
              </a:rPr>
              <a:t>First step: which attribute to test at the root?</a:t>
            </a:r>
            <a:endParaRPr/>
          </a:p>
        </p:txBody>
      </p:sp>
      <p:sp>
        <p:nvSpPr>
          <p:cNvPr id="2794" name="Google Shape;2794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Which attribute should be tested at the root?</a:t>
            </a:r>
            <a:endParaRPr sz="1800" i="1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Gain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Outlook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0.246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Gain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Humidity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= 0.151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Gain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Wind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= 0.084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Gain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Temperature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= 0.029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 i="1">
                <a:latin typeface="Arial"/>
                <a:ea typeface="Arial"/>
                <a:cs typeface="Arial"/>
                <a:sym typeface="Arial"/>
              </a:rPr>
              <a:t>Outlook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provides the best prediction for the target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Lets grow the tree: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add to the tree a successor for each possible value of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Outlook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partition the training samples according to the value of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Outlook</a:t>
            </a:r>
            <a:endParaRPr/>
          </a:p>
          <a:p>
            <a:pPr marL="742950" lvl="1" indent="-1714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i="1">
              <a:latin typeface="Arial"/>
              <a:ea typeface="Arial"/>
              <a:cs typeface="Arial"/>
              <a:sym typeface="Arial"/>
            </a:endParaRPr>
          </a:p>
          <a:p>
            <a:pPr marL="342900" lvl="0" indent="-2286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1D46FF-1ED0-73E7-B0DB-A412AB4843DF}"/>
                  </a:ext>
                </a:extLst>
              </p14:cNvPr>
              <p14:cNvContentPartPr/>
              <p14:nvPr/>
            </p14:nvContentPartPr>
            <p14:xfrm>
              <a:off x="835920" y="2066400"/>
              <a:ext cx="8818560" cy="3793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1D46FF-1ED0-73E7-B0DB-A412AB4843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6560" y="2057040"/>
                <a:ext cx="8837280" cy="3812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0" name="Google Shape;2800;p18"/>
          <p:cNvSpPr txBox="1">
            <a:spLocks noGrp="1"/>
          </p:cNvSpPr>
          <p:nvPr>
            <p:ph type="title"/>
          </p:nvPr>
        </p:nvSpPr>
        <p:spPr>
          <a:xfrm>
            <a:off x="317500" y="654050"/>
            <a:ext cx="8637588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After first step</a:t>
            </a:r>
            <a:endParaRPr/>
          </a:p>
        </p:txBody>
      </p:sp>
      <p:pic>
        <p:nvPicPr>
          <p:cNvPr id="2801" name="Google Shape;2801;p18"/>
          <p:cNvPicPr preferRelativeResize="0">
            <a:picLocks noGrp="1"/>
          </p:cNvPicPr>
          <p:nvPr>
            <p:ph type="dgm" idx="2"/>
          </p:nvPr>
        </p:nvPicPr>
        <p:blipFill rotWithShape="1">
          <a:blip r:embed="rId3">
            <a:alphaModFix/>
          </a:blip>
          <a:srcRect l="-12081" r="-12081"/>
          <a:stretch/>
        </p:blipFill>
        <p:spPr>
          <a:xfrm>
            <a:off x="328613" y="1773238"/>
            <a:ext cx="8208962" cy="42830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A3CDC1E-378F-C329-6D1D-4D93FCB86A7F}"/>
                  </a:ext>
                </a:extLst>
              </p14:cNvPr>
              <p14:cNvContentPartPr/>
              <p14:nvPr/>
            </p14:nvContentPartPr>
            <p14:xfrm>
              <a:off x="17280" y="2173320"/>
              <a:ext cx="7656840" cy="4680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A3CDC1E-378F-C329-6D1D-4D93FCB86A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20" y="2163960"/>
                <a:ext cx="7675560" cy="4699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7" name="Google Shape;2807;p19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Second step</a:t>
            </a:r>
            <a:endParaRPr/>
          </a:p>
        </p:txBody>
      </p:sp>
      <p:sp>
        <p:nvSpPr>
          <p:cNvPr id="2808" name="Google Shape;2808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Working on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Outlook=Sunny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node: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Gain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 i="1" baseline="-25000">
                <a:latin typeface="Arial"/>
                <a:ea typeface="Arial"/>
                <a:cs typeface="Arial"/>
                <a:sym typeface="Arial"/>
              </a:rPr>
              <a:t>Sunny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Humidity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= 0.970 − 3/5 × 0.0 − 2/5 × 0.0 = </a:t>
            </a: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0.970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Gain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 i="1" baseline="-25000">
                <a:latin typeface="Arial"/>
                <a:ea typeface="Arial"/>
                <a:cs typeface="Arial"/>
                <a:sym typeface="Arial"/>
              </a:rPr>
              <a:t>Sunny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Wind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= 0.970 − 2/5 × 1.0 − 3.5 × 0.918 = 0 .019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Gain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00" i="1" baseline="-25000">
                <a:latin typeface="Arial"/>
                <a:ea typeface="Arial"/>
                <a:cs typeface="Arial"/>
                <a:sym typeface="Arial"/>
              </a:rPr>
              <a:t>Sunny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Temp.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= 0.970 − 2/5 × 0.0 − 2/5 × 1.0 − 1/5 × 0.0 = 0.570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 b="1" i="1">
                <a:latin typeface="Arial"/>
                <a:ea typeface="Arial"/>
                <a:cs typeface="Arial"/>
                <a:sym typeface="Arial"/>
              </a:rPr>
              <a:t>Humidity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provides the best prediction for the target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Lets grow the tree: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add to the tree a successor for each possible value of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Humidity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partition the training samples according to the value of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Humidity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5A6449-4AEC-D9E6-A60D-B43ED4329BB2}"/>
                  </a:ext>
                </a:extLst>
              </p14:cNvPr>
              <p14:cNvContentPartPr/>
              <p14:nvPr/>
            </p14:nvContentPartPr>
            <p14:xfrm>
              <a:off x="1028880" y="1985040"/>
              <a:ext cx="6413400" cy="2083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5A6449-4AEC-D9E6-A60D-B43ED4329B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9520" y="1975680"/>
                <a:ext cx="6432120" cy="2102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Google Shape;2814;p20"/>
          <p:cNvSpPr txBox="1">
            <a:spLocks noGrp="1"/>
          </p:cNvSpPr>
          <p:nvPr>
            <p:ph type="title"/>
          </p:nvPr>
        </p:nvSpPr>
        <p:spPr>
          <a:xfrm>
            <a:off x="317500" y="654050"/>
            <a:ext cx="8637588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Second and third steps</a:t>
            </a:r>
            <a:endParaRPr/>
          </a:p>
        </p:txBody>
      </p:sp>
      <p:pic>
        <p:nvPicPr>
          <p:cNvPr id="2815" name="Google Shape;281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1447800"/>
            <a:ext cx="6351588" cy="411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16" name="Google Shape;2816;p20"/>
          <p:cNvGrpSpPr/>
          <p:nvPr/>
        </p:nvGrpSpPr>
        <p:grpSpPr>
          <a:xfrm>
            <a:off x="838200" y="3886200"/>
            <a:ext cx="2625725" cy="2200275"/>
            <a:chOff x="528" y="2448"/>
            <a:chExt cx="1654" cy="1386"/>
          </a:xfrm>
        </p:grpSpPr>
        <p:pic>
          <p:nvPicPr>
            <p:cNvPr id="2817" name="Google Shape;2817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4" y="2448"/>
              <a:ext cx="1376" cy="12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8" name="Google Shape;2818;p20"/>
            <p:cNvSpPr txBox="1"/>
            <p:nvPr/>
          </p:nvSpPr>
          <p:spPr>
            <a:xfrm>
              <a:off x="528" y="3504"/>
              <a:ext cx="743" cy="33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{D1, D2, D8}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No</a:t>
              </a: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19" name="Google Shape;2819;p20"/>
            <p:cNvSpPr txBox="1"/>
            <p:nvPr/>
          </p:nvSpPr>
          <p:spPr>
            <a:xfrm>
              <a:off x="1584" y="3504"/>
              <a:ext cx="598" cy="33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{D9, D11}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Yes</a:t>
              </a: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20" name="Google Shape;2820;p20"/>
          <p:cNvGrpSpPr/>
          <p:nvPr/>
        </p:nvGrpSpPr>
        <p:grpSpPr>
          <a:xfrm>
            <a:off x="5029200" y="4064000"/>
            <a:ext cx="2635250" cy="2098675"/>
            <a:chOff x="3168" y="2560"/>
            <a:chExt cx="1660" cy="1322"/>
          </a:xfrm>
        </p:grpSpPr>
        <p:pic>
          <p:nvPicPr>
            <p:cNvPr id="2821" name="Google Shape;2821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456" y="2560"/>
              <a:ext cx="1272" cy="11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2" name="Google Shape;2822;p20"/>
            <p:cNvSpPr txBox="1"/>
            <p:nvPr/>
          </p:nvSpPr>
          <p:spPr>
            <a:xfrm>
              <a:off x="3168" y="3552"/>
              <a:ext cx="799" cy="33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{D4, D5, D10}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Yes</a:t>
              </a: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23" name="Google Shape;2823;p20"/>
            <p:cNvSpPr txBox="1"/>
            <p:nvPr/>
          </p:nvSpPr>
          <p:spPr>
            <a:xfrm>
              <a:off x="4224" y="3552"/>
              <a:ext cx="604" cy="33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{D6, D14}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No</a:t>
              </a: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ransition spd="med">
    <p:randomBar dir="vert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2" name="Google Shape;2912;g2abdc62328f_0_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/>
              <a:t>•</a:t>
            </a:r>
            <a:r>
              <a:rPr lang="en-US" sz="2000" dirty="0"/>
              <a:t>Conditions for stopping partitioning</a:t>
            </a:r>
            <a:endParaRPr sz="2000" dirty="0"/>
          </a:p>
          <a:p>
            <a:pPr marL="469900" lvl="1" indent="0">
              <a:lnSpc>
                <a:spcPct val="150000"/>
              </a:lnSpc>
              <a:spcBef>
                <a:spcPts val="0"/>
              </a:spcBef>
              <a:buSzPts val="1100"/>
              <a:buFont typeface="Arial"/>
              <a:buNone/>
            </a:pPr>
            <a:r>
              <a:rPr lang="en-US" sz="2000" dirty="0"/>
              <a:t>• All samples for a given node belong to the same class</a:t>
            </a:r>
            <a:endParaRPr sz="2000" dirty="0"/>
          </a:p>
          <a:p>
            <a:pPr marL="469900" lvl="1" indent="0">
              <a:lnSpc>
                <a:spcPct val="150000"/>
              </a:lnSpc>
              <a:spcBef>
                <a:spcPts val="0"/>
              </a:spcBef>
              <a:buSzPts val="1100"/>
              <a:buFont typeface="Arial"/>
              <a:buNone/>
            </a:pPr>
            <a:r>
              <a:rPr lang="en-US" sz="2000" dirty="0"/>
              <a:t>• There are no remaining attributes for further partitioning – </a:t>
            </a:r>
            <a:r>
              <a:rPr lang="en-US" sz="2000" dirty="0">
                <a:solidFill>
                  <a:srgbClr val="0563C1"/>
                </a:solidFill>
              </a:rPr>
              <a:t>majority voting</a:t>
            </a:r>
            <a:r>
              <a:rPr lang="en-US" sz="2000" dirty="0"/>
              <a:t> is employed for classifying the leaf</a:t>
            </a:r>
            <a:endParaRPr sz="2000" dirty="0"/>
          </a:p>
          <a:p>
            <a:pPr marL="469900" lvl="1" indent="0">
              <a:lnSpc>
                <a:spcPct val="150000"/>
              </a:lnSpc>
              <a:spcBef>
                <a:spcPts val="0"/>
              </a:spcBef>
              <a:buSzPts val="1100"/>
              <a:buFont typeface="Arial"/>
              <a:buNone/>
            </a:pPr>
            <a:r>
              <a:rPr lang="en-US" sz="2000" dirty="0"/>
              <a:t>• There are no samples left</a:t>
            </a:r>
            <a:endParaRPr sz="20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2913" name="Google Shape;2913;g2abdc62328f_0_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Convergence of Algorithm</a:t>
            </a:r>
            <a:endParaRPr sz="24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D770E4-D9FF-EACC-A129-98264B60DA95}"/>
                  </a:ext>
                </a:extLst>
              </p14:cNvPr>
              <p14:cNvContentPartPr/>
              <p14:nvPr/>
            </p14:nvContentPartPr>
            <p14:xfrm>
              <a:off x="677520" y="1015920"/>
              <a:ext cx="9380160" cy="5452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D770E4-D9FF-EACC-A129-98264B60DA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160" y="1006560"/>
                <a:ext cx="9398880" cy="5470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8" name="Google Shape;2828;p21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ID3: algorithm -Summary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9" name="Google Shape;2829;p21"/>
          <p:cNvSpPr txBox="1">
            <a:spLocks noGrp="1"/>
          </p:cNvSpPr>
          <p:nvPr>
            <p:ph type="body" idx="1"/>
          </p:nvPr>
        </p:nvSpPr>
        <p:spPr>
          <a:xfrm>
            <a:off x="328613" y="1628775"/>
            <a:ext cx="8662987" cy="4427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ID3(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X, T, </a:t>
            </a:r>
            <a:r>
              <a:rPr lang="en-US" sz="1800" i="1" dirty="0" err="1">
                <a:latin typeface="Arial"/>
                <a:ea typeface="Arial"/>
                <a:cs typeface="Arial"/>
                <a:sym typeface="Arial"/>
              </a:rPr>
              <a:t>Attrs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	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: training examples: 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			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: target attribute (e.g. </a:t>
            </a:r>
            <a:r>
              <a:rPr lang="en-US" sz="1800" i="1" dirty="0" err="1">
                <a:latin typeface="Arial"/>
                <a:ea typeface="Arial"/>
                <a:cs typeface="Arial"/>
                <a:sym typeface="Arial"/>
              </a:rPr>
              <a:t>PlayTennis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), 			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en-US" sz="1800" i="1" dirty="0" err="1">
                <a:latin typeface="Arial"/>
                <a:ea typeface="Arial"/>
                <a:cs typeface="Arial"/>
                <a:sym typeface="Arial"/>
              </a:rPr>
              <a:t>Attrs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: other attributes, initially all attributes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Create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Root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node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i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all X's are +, </a:t>
            </a:r>
            <a:r>
              <a:rPr lang="en-US" sz="1800" i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Root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with class +</a:t>
            </a:r>
            <a:endParaRPr sz="1800" i="1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i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all X's are –, </a:t>
            </a:r>
            <a:r>
              <a:rPr lang="en-US" sz="1800" i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Root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with class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–</a:t>
            </a:r>
            <a:endParaRPr sz="1800" i="1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i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 dirty="0" err="1">
                <a:latin typeface="Arial"/>
                <a:ea typeface="Arial"/>
                <a:cs typeface="Arial"/>
                <a:sym typeface="Arial"/>
              </a:rPr>
              <a:t>Attrs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is empty </a:t>
            </a:r>
            <a:r>
              <a:rPr lang="en-US" sz="1800" i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Root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with class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most common value of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X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i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endParaRPr sz="1800" i="1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	A ←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best attribute; decision attribute for Root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← A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each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possible value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v</a:t>
            </a:r>
            <a:r>
              <a:rPr lang="en-US" sz="1800" i="1" baseline="-25000" dirty="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A: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	 -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add a new branch below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Root,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for test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A = v</a:t>
            </a:r>
            <a:r>
              <a:rPr lang="en-US" sz="1800" i="1" baseline="-25000" dirty="0">
                <a:latin typeface="Arial"/>
                <a:ea typeface="Arial"/>
                <a:cs typeface="Arial"/>
                <a:sym typeface="Arial"/>
              </a:rPr>
              <a:t>i</a:t>
            </a:r>
            <a:endParaRPr sz="1800" i="1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	 - X</a:t>
            </a:r>
            <a:r>
              <a:rPr lang="en-US" sz="1800" i="1" baseline="-25000" dirty="0"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subset of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X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with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A = v</a:t>
            </a:r>
            <a:r>
              <a:rPr lang="en-US" sz="1800" i="1" baseline="-25000" dirty="0">
                <a:latin typeface="Arial"/>
                <a:ea typeface="Arial"/>
                <a:cs typeface="Arial"/>
                <a:sym typeface="Arial"/>
              </a:rPr>
              <a:t>i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	 - </a:t>
            </a:r>
            <a:r>
              <a:rPr lang="en-US" sz="1800" i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X</a:t>
            </a:r>
            <a:r>
              <a:rPr lang="en-US" sz="1800" i="1" baseline="-25000" dirty="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is empty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add a new leaf with class the most common value of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X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	      </a:t>
            </a:r>
            <a:r>
              <a:rPr lang="en-US" sz="1800" i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add the subtree generated by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ID3(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 i="1" baseline="-25000" dirty="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, T, </a:t>
            </a:r>
            <a:r>
              <a:rPr lang="en-US" sz="1800" i="1" dirty="0" err="1">
                <a:latin typeface="Arial"/>
                <a:ea typeface="Arial"/>
                <a:cs typeface="Arial"/>
                <a:sym typeface="Arial"/>
              </a:rPr>
              <a:t>Attrs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−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})</a:t>
            </a:r>
            <a:endParaRPr sz="1800" i="1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i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 Root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Google Shape;2918;p29"/>
          <p:cNvSpPr txBox="1">
            <a:spLocks noGrp="1"/>
          </p:cNvSpPr>
          <p:nvPr>
            <p:ph type="body" idx="1"/>
          </p:nvPr>
        </p:nvSpPr>
        <p:spPr>
          <a:xfrm>
            <a:off x="304800" y="1371600"/>
            <a:ext cx="8229600" cy="277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/>
          </a:p>
        </p:txBody>
      </p:sp>
      <p:sp>
        <p:nvSpPr>
          <p:cNvPr id="2919" name="Google Shape;2919;p29"/>
          <p:cNvSpPr txBox="1">
            <a:spLocks noGrp="1"/>
          </p:cNvSpPr>
          <p:nvPr>
            <p:ph type="body" idx="2"/>
          </p:nvPr>
        </p:nvSpPr>
        <p:spPr>
          <a:xfrm>
            <a:off x="340659" y="372379"/>
            <a:ext cx="6324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/>
              <a:t>Decision Trees – Problem Type 3 </a:t>
            </a:r>
            <a:endParaRPr sz="2400" dirty="0"/>
          </a:p>
        </p:txBody>
      </p:sp>
      <p:sp>
        <p:nvSpPr>
          <p:cNvPr id="2920" name="Google Shape;2920;p29"/>
          <p:cNvSpPr/>
          <p:nvPr/>
        </p:nvSpPr>
        <p:spPr>
          <a:xfrm>
            <a:off x="6450496" y="4399949"/>
            <a:ext cx="757238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Sky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21" name="Google Shape;2921;p29"/>
          <p:cNvCxnSpPr/>
          <p:nvPr/>
        </p:nvCxnSpPr>
        <p:spPr>
          <a:xfrm flipH="1">
            <a:off x="6019491" y="4742849"/>
            <a:ext cx="83105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2" name="Google Shape;2922;p29"/>
          <p:cNvCxnSpPr/>
          <p:nvPr/>
        </p:nvCxnSpPr>
        <p:spPr>
          <a:xfrm>
            <a:off x="6850547" y="4742849"/>
            <a:ext cx="88820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3" name="Google Shape;2923;p29"/>
          <p:cNvSpPr txBox="1"/>
          <p:nvPr/>
        </p:nvSpPr>
        <p:spPr>
          <a:xfrm>
            <a:off x="5703563" y="4817240"/>
            <a:ext cx="62709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Sunny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4" name="Google Shape;2924;p29"/>
          <p:cNvSpPr txBox="1"/>
          <p:nvPr/>
        </p:nvSpPr>
        <p:spPr>
          <a:xfrm>
            <a:off x="7556316" y="4817240"/>
            <a:ext cx="59824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Rainy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5" name="Google Shape;2925;p29"/>
          <p:cNvSpPr/>
          <p:nvPr/>
        </p:nvSpPr>
        <p:spPr>
          <a:xfrm>
            <a:off x="5707547" y="528696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6" name="Google Shape;2926;p29"/>
          <p:cNvSpPr/>
          <p:nvPr/>
        </p:nvSpPr>
        <p:spPr>
          <a:xfrm>
            <a:off x="7348228" y="528696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27" name="Google Shape;2927;p29"/>
          <p:cNvGraphicFramePr/>
          <p:nvPr/>
        </p:nvGraphicFramePr>
        <p:xfrm>
          <a:off x="3962400" y="1396536"/>
          <a:ext cx="5181600" cy="2372420"/>
        </p:xfrm>
        <a:graphic>
          <a:graphicData uri="http://schemas.openxmlformats.org/drawingml/2006/table">
            <a:tbl>
              <a:tblPr firstRow="1" bandRow="1">
                <a:noFill/>
                <a:tableStyleId>{AC1D41A9-6A75-4F60-9631-53D750749EBB}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Sky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AirTemp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Humidity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Wind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Forecast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EnjoySport?</a:t>
                      </a:r>
                      <a:endParaRPr sz="1400" b="1" i="1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Normal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Rainy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Cold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Rainy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Normal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Breeze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???? 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28" name="Google Shape;2928;p29"/>
          <p:cNvSpPr txBox="1"/>
          <p:nvPr/>
        </p:nvSpPr>
        <p:spPr>
          <a:xfrm>
            <a:off x="30956" y="3388956"/>
            <a:ext cx="42243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 the class for new input instance 🡪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FE9763-39C3-0AF1-1891-B0E80026A099}"/>
                  </a:ext>
                </a:extLst>
              </p14:cNvPr>
              <p14:cNvContentPartPr/>
              <p14:nvPr/>
            </p14:nvContentPartPr>
            <p14:xfrm>
              <a:off x="119880" y="3497760"/>
              <a:ext cx="8870400" cy="2486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FE9763-39C3-0AF1-1891-B0E80026A0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520" y="3488400"/>
                <a:ext cx="8889120" cy="2504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5" name="Google Shape;281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2236" y="1630684"/>
            <a:ext cx="6351588" cy="411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16" name="Google Shape;2816;p20"/>
          <p:cNvGrpSpPr/>
          <p:nvPr/>
        </p:nvGrpSpPr>
        <p:grpSpPr>
          <a:xfrm>
            <a:off x="2301236" y="4069084"/>
            <a:ext cx="2625725" cy="2200275"/>
            <a:chOff x="528" y="2448"/>
            <a:chExt cx="1654" cy="1386"/>
          </a:xfrm>
        </p:grpSpPr>
        <p:pic>
          <p:nvPicPr>
            <p:cNvPr id="2817" name="Google Shape;2817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4" y="2448"/>
              <a:ext cx="1376" cy="12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8" name="Google Shape;2818;p20"/>
            <p:cNvSpPr txBox="1"/>
            <p:nvPr/>
          </p:nvSpPr>
          <p:spPr>
            <a:xfrm>
              <a:off x="528" y="3504"/>
              <a:ext cx="743" cy="33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{D1, D2, D8}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No</a:t>
              </a: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19" name="Google Shape;2819;p20"/>
            <p:cNvSpPr txBox="1"/>
            <p:nvPr/>
          </p:nvSpPr>
          <p:spPr>
            <a:xfrm>
              <a:off x="1584" y="3504"/>
              <a:ext cx="598" cy="33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{D9, D11}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Yes</a:t>
              </a: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20" name="Google Shape;2820;p20"/>
          <p:cNvGrpSpPr/>
          <p:nvPr/>
        </p:nvGrpSpPr>
        <p:grpSpPr>
          <a:xfrm>
            <a:off x="6492236" y="4246884"/>
            <a:ext cx="2635250" cy="2098675"/>
            <a:chOff x="3168" y="2560"/>
            <a:chExt cx="1660" cy="1322"/>
          </a:xfrm>
        </p:grpSpPr>
        <p:pic>
          <p:nvPicPr>
            <p:cNvPr id="2821" name="Google Shape;2821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456" y="2560"/>
              <a:ext cx="1272" cy="11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2" name="Google Shape;2822;p20"/>
            <p:cNvSpPr txBox="1"/>
            <p:nvPr/>
          </p:nvSpPr>
          <p:spPr>
            <a:xfrm>
              <a:off x="3168" y="3552"/>
              <a:ext cx="799" cy="33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{D4, D5, D10}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Yes</a:t>
              </a: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23" name="Google Shape;2823;p20"/>
            <p:cNvSpPr txBox="1"/>
            <p:nvPr/>
          </p:nvSpPr>
          <p:spPr>
            <a:xfrm>
              <a:off x="4224" y="3552"/>
              <a:ext cx="604" cy="33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{D6, D14}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r>
                <a:rPr lang="en-US" sz="1400" b="0" i="1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No</a:t>
              </a: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" name="Google Shape;2919;p29"/>
          <p:cNvSpPr txBox="1">
            <a:spLocks/>
          </p:cNvSpPr>
          <p:nvPr/>
        </p:nvSpPr>
        <p:spPr>
          <a:xfrm>
            <a:off x="340659" y="372379"/>
            <a:ext cx="6324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SzPts val="2400"/>
              <a:buFont typeface="Arial"/>
              <a:buNone/>
            </a:pPr>
            <a:r>
              <a:rPr lang="en-US" sz="2400"/>
              <a:t>Decision Trees – Problem Type 3 </a:t>
            </a:r>
            <a:endParaRPr lang="en-US" sz="2400" dirty="0"/>
          </a:p>
        </p:txBody>
      </p:sp>
      <p:pic>
        <p:nvPicPr>
          <p:cNvPr id="14" name="Google Shape;2771;p14"/>
          <p:cNvPicPr preferRelativeResize="0"/>
          <p:nvPr/>
        </p:nvPicPr>
        <p:blipFill rotWithShape="1">
          <a:blip r:embed="rId6">
            <a:alphaModFix/>
          </a:blip>
          <a:srcRect l="9488" t="882" r="18360" b="85379"/>
          <a:stretch/>
        </p:blipFill>
        <p:spPr>
          <a:xfrm>
            <a:off x="0" y="2350858"/>
            <a:ext cx="4994030" cy="67524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439135" y="1607044"/>
            <a:ext cx="4076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Predict the output for this data sample</a:t>
            </a:r>
          </a:p>
        </p:txBody>
      </p:sp>
      <p:cxnSp>
        <p:nvCxnSpPr>
          <p:cNvPr id="5" name="Straight Arrow Connector 4"/>
          <p:cNvCxnSpPr>
            <a:stCxn id="3" idx="2"/>
            <a:endCxn id="14" idx="0"/>
          </p:cNvCxnSpPr>
          <p:nvPr/>
        </p:nvCxnSpPr>
        <p:spPr>
          <a:xfrm>
            <a:off x="2477433" y="1945598"/>
            <a:ext cx="19582" cy="4052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1CD1CF-70F2-96B2-1540-CDDB48651B75}"/>
                  </a:ext>
                </a:extLst>
              </p14:cNvPr>
              <p14:cNvContentPartPr/>
              <p14:nvPr/>
            </p14:nvContentPartPr>
            <p14:xfrm>
              <a:off x="729000" y="3510360"/>
              <a:ext cx="934560" cy="712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1CD1CF-70F2-96B2-1540-CDDB48651B7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9640" y="3501000"/>
                <a:ext cx="953280" cy="73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7570522"/>
      </p:ext>
    </p:extLst>
  </p:cSld>
  <p:clrMapOvr>
    <a:masterClrMapping/>
  </p:clrMapOvr>
  <p:transition spd="med">
    <p:randomBar dir="vert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3" name="Google Shape;2933;p30"/>
          <p:cNvSpPr txBox="1">
            <a:spLocks noGrp="1"/>
          </p:cNvSpPr>
          <p:nvPr>
            <p:ph type="body" idx="2"/>
          </p:nvPr>
        </p:nvSpPr>
        <p:spPr>
          <a:xfrm>
            <a:off x="304800" y="506015"/>
            <a:ext cx="6324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Problem Type 4 – Evaluate the model </a:t>
            </a: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Confusion Matrix</a:t>
            </a:r>
            <a:endParaRPr sz="2400"/>
          </a:p>
        </p:txBody>
      </p:sp>
      <p:sp>
        <p:nvSpPr>
          <p:cNvPr id="2934" name="Google Shape;2934;p30"/>
          <p:cNvSpPr/>
          <p:nvPr/>
        </p:nvSpPr>
        <p:spPr>
          <a:xfrm>
            <a:off x="6450496" y="4399949"/>
            <a:ext cx="757238" cy="34051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Sky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35" name="Google Shape;2935;p30"/>
          <p:cNvCxnSpPr/>
          <p:nvPr/>
        </p:nvCxnSpPr>
        <p:spPr>
          <a:xfrm flipH="1">
            <a:off x="6019491" y="4742849"/>
            <a:ext cx="83105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6" name="Google Shape;2936;p30"/>
          <p:cNvCxnSpPr/>
          <p:nvPr/>
        </p:nvCxnSpPr>
        <p:spPr>
          <a:xfrm>
            <a:off x="6850547" y="4742849"/>
            <a:ext cx="888206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37" name="Google Shape;2937;p30"/>
          <p:cNvSpPr txBox="1"/>
          <p:nvPr/>
        </p:nvSpPr>
        <p:spPr>
          <a:xfrm>
            <a:off x="5703563" y="4817240"/>
            <a:ext cx="62709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Sunny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8" name="Google Shape;2938;p30"/>
          <p:cNvSpPr txBox="1"/>
          <p:nvPr/>
        </p:nvSpPr>
        <p:spPr>
          <a:xfrm>
            <a:off x="7556316" y="4817240"/>
            <a:ext cx="59824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Rainy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9" name="Google Shape;2939;p30"/>
          <p:cNvSpPr/>
          <p:nvPr/>
        </p:nvSpPr>
        <p:spPr>
          <a:xfrm>
            <a:off x="5707547" y="528696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0" name="Google Shape;2940;p30"/>
          <p:cNvSpPr/>
          <p:nvPr/>
        </p:nvSpPr>
        <p:spPr>
          <a:xfrm>
            <a:off x="7348228" y="5286964"/>
            <a:ext cx="702469" cy="2559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imes New Roman"/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 sz="13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41" name="Google Shape;2941;p30"/>
          <p:cNvGraphicFramePr/>
          <p:nvPr/>
        </p:nvGraphicFramePr>
        <p:xfrm>
          <a:off x="301698" y="4228776"/>
          <a:ext cx="5181600" cy="2372420"/>
        </p:xfrm>
        <a:graphic>
          <a:graphicData uri="http://schemas.openxmlformats.org/drawingml/2006/table">
            <a:tbl>
              <a:tblPr firstRow="1" bandRow="1">
                <a:noFill/>
                <a:tableStyleId>{AC1D41A9-6A75-4F60-9631-53D750749EBB}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Sky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AirTemp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Humidity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Wind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Forecast</a:t>
                      </a:r>
                      <a:endParaRPr sz="14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EnjoySport?</a:t>
                      </a:r>
                      <a:endParaRPr sz="1400" b="1" i="1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Normal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Rainy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Cold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No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Sunny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Warm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High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Strong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Change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Yes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Rainy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Warm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Normal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Breeze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Same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Yes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42" name="Google Shape;2942;p30"/>
          <p:cNvSpPr/>
          <p:nvPr/>
        </p:nvSpPr>
        <p:spPr>
          <a:xfrm>
            <a:off x="6060431" y="2664072"/>
            <a:ext cx="2991769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7712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01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CM</a:t>
            </a:r>
            <a:r>
              <a:rPr lang="en-US" sz="1600" b="0" i="0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i,j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indicates the number of tuples of class i that were labelled by the classifier as class j.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43" name="Google Shape;2943;p30"/>
          <p:cNvGraphicFramePr/>
          <p:nvPr/>
        </p:nvGraphicFramePr>
        <p:xfrm>
          <a:off x="6185616" y="691397"/>
          <a:ext cx="2866575" cy="1935450"/>
        </p:xfrm>
        <a:graphic>
          <a:graphicData uri="http://schemas.openxmlformats.org/drawingml/2006/table">
            <a:tbl>
              <a:tblPr>
                <a:noFill/>
                <a:tableStyleId>{351A2589-B275-4D2C-BD7A-73F7133DB566}</a:tableStyleId>
              </a:tblPr>
              <a:tblGrid>
                <a:gridCol w="111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5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Actual class\Predicted class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US" sz="1200" b="0" i="0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 C</a:t>
                      </a:r>
                      <a:r>
                        <a:rPr lang="en-US" sz="1200" b="0" i="0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-US" sz="1200" b="0" i="0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True Positives (TP)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 Negatives (FN)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 C</a:t>
                      </a:r>
                      <a:r>
                        <a:rPr lang="en-US" sz="1200" b="0" i="0" u="none" strike="noStrike" cap="none" baseline="-25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 Positives (FP)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720"/>
                        <a:buFont typeface="Noto Sans Symbols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True Negatives (TN)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44" name="Google Shape;2944;p3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539876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The evaluation discussed under module 4 is applicable here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By default , model’s predictive quality is evaluated </a:t>
            </a:r>
            <a:r>
              <a:rPr lang="en-US" sz="1800" b="1"/>
              <a:t>only by the unseen validation/test instances.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/>
              <a:t>When training performance (eg., accuracy) is required for comparison, the training instances are used for assessment </a:t>
            </a:r>
            <a:endParaRPr sz="18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A64C84-CBA7-81B2-5165-F9955A3281C5}"/>
                  </a:ext>
                </a:extLst>
              </p14:cNvPr>
              <p14:cNvContentPartPr/>
              <p14:nvPr/>
            </p14:nvContentPartPr>
            <p14:xfrm>
              <a:off x="5586120" y="1958760"/>
              <a:ext cx="3254040" cy="977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A64C84-CBA7-81B2-5165-F9955A3281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76760" y="1949400"/>
                <a:ext cx="3272760" cy="996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22"/>
          <p:cNvSpPr txBox="1">
            <a:spLocks noGrp="1"/>
          </p:cNvSpPr>
          <p:nvPr>
            <p:ph type="title"/>
          </p:nvPr>
        </p:nvSpPr>
        <p:spPr>
          <a:xfrm>
            <a:off x="253206" y="609600"/>
            <a:ext cx="8637588" cy="76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Decision trees 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6" name="Google Shape;2836;p22"/>
          <p:cNvSpPr txBox="1">
            <a:spLocks noGrp="1"/>
          </p:cNvSpPr>
          <p:nvPr>
            <p:ph type="body" idx="1"/>
          </p:nvPr>
        </p:nvSpPr>
        <p:spPr>
          <a:xfrm>
            <a:off x="457200" y="1379538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Advantages: </a:t>
            </a:r>
            <a:endParaRPr/>
          </a:p>
          <a:p>
            <a:pPr marL="800100" lvl="2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– Inexpensive to construct </a:t>
            </a:r>
            <a:endParaRPr/>
          </a:p>
          <a:p>
            <a:pPr marL="800100" lvl="2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– Extremely fast at classifying unknown records </a:t>
            </a:r>
            <a:endParaRPr/>
          </a:p>
          <a:p>
            <a:pPr marL="800100" lvl="2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– Easy to interpret for small-sized trees </a:t>
            </a:r>
            <a:endParaRPr/>
          </a:p>
          <a:p>
            <a:pPr marL="800100" lvl="2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– Can easily handle redundant or irrelevant attributes (unless the attributes are interacting) </a:t>
            </a:r>
            <a:endParaRPr/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Disadvantages: </a:t>
            </a:r>
            <a:endParaRPr/>
          </a:p>
          <a:p>
            <a:pPr marL="800100" lvl="2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– Space of possible decision trees is exponentially large.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800100" lvl="2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-- Greedy approaches are often unable to find the best tree. </a:t>
            </a:r>
            <a:endParaRPr/>
          </a:p>
          <a:p>
            <a:pPr marL="800100" lvl="2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– Does not take into account interactions between attributes </a:t>
            </a:r>
            <a:endParaRPr/>
          </a:p>
          <a:p>
            <a:pPr marL="800100" lvl="2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– Each decision boundary involves only a single attribute</a:t>
            </a:r>
            <a:endParaRPr/>
          </a:p>
          <a:p>
            <a:pPr marL="800100" lvl="2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F690AC-805D-C75C-C39F-C5CF72B57ED1}"/>
                  </a:ext>
                </a:extLst>
              </p14:cNvPr>
              <p14:cNvContentPartPr/>
              <p14:nvPr/>
            </p14:nvContentPartPr>
            <p14:xfrm>
              <a:off x="1706400" y="3094560"/>
              <a:ext cx="5654880" cy="1213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F690AC-805D-C75C-C39F-C5CF72B57E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7040" y="3085200"/>
                <a:ext cx="5673600" cy="123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45828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" name="Google Shape;2949;p31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Applications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0" name="Google Shape;295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Suited for following classification problems:</a:t>
            </a:r>
            <a:endParaRPr/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Applications whose Instances are represented by attribute-value pairs.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target function has discrete output values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Disjunctive descriptions may be required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The training data may contain missing attribute values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Real world applications</a:t>
            </a:r>
            <a:endParaRPr/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Biomedical applications</a:t>
            </a:r>
            <a:endParaRPr/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Manufacturing</a:t>
            </a:r>
            <a:endParaRPr/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Banking sector</a:t>
            </a:r>
            <a:endParaRPr/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Make-Buy decisions</a:t>
            </a:r>
            <a:endParaRPr/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78C0BD-23CA-9F16-CEA2-CFA04F16412B}"/>
                  </a:ext>
                </a:extLst>
              </p14:cNvPr>
              <p14:cNvContentPartPr/>
              <p14:nvPr/>
            </p14:nvContentPartPr>
            <p14:xfrm>
              <a:off x="1453320" y="2266920"/>
              <a:ext cx="5997960" cy="3095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78C0BD-23CA-9F16-CEA2-CFA04F1641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43960" y="2257560"/>
                <a:ext cx="6016680" cy="311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67712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5" name="Google Shape;2955;p32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Practice Exercises (for Students)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6" name="Google Shape;2956;p3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41070" y="1447800"/>
            <a:ext cx="8831697" cy="5082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1" name="Google Shape;2961;p33"/>
          <p:cNvSpPr txBox="1">
            <a:spLocks noGrp="1"/>
          </p:cNvSpPr>
          <p:nvPr>
            <p:ph type="title"/>
          </p:nvPr>
        </p:nvSpPr>
        <p:spPr>
          <a:xfrm>
            <a:off x="452437" y="685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Mid Term Examination</a:t>
            </a:r>
            <a:endParaRPr sz="24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2" name="Google Shape;2962;p33"/>
          <p:cNvSpPr txBox="1"/>
          <p:nvPr/>
        </p:nvSpPr>
        <p:spPr>
          <a:xfrm>
            <a:off x="452437" y="1633024"/>
            <a:ext cx="8001000" cy="469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00100" marR="0" lvl="0" indent="-800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Important Note to students: </a:t>
            </a:r>
            <a:endParaRPr sz="4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800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Handout mapped prescribed book sections, class discussions , practice exercises shared in all the slides must be revised for the exam preparation</a:t>
            </a:r>
            <a:endParaRPr sz="1800" dirty="0"/>
          </a:p>
          <a:p>
            <a:pPr marL="800100" marR="0" lvl="0" indent="-800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Since the mid term exam is CLOSED BOOK mode, no reference material is allowed and hence formula needs to be learnt by the students</a:t>
            </a:r>
            <a:endParaRPr sz="1800" dirty="0"/>
          </a:p>
          <a:p>
            <a:pPr marL="800100" marR="0" lvl="0" indent="-800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Queries may not be answered once the exam starts. </a:t>
            </a:r>
            <a:endParaRPr sz="1800" dirty="0"/>
          </a:p>
          <a:p>
            <a:pPr marL="800100" marR="0" lvl="0" indent="-800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Kindly Plan ahead to get your preparation queries resolved before the EXAM START DATE of your batch</a:t>
            </a:r>
            <a:r>
              <a:rPr lang="en-US" sz="2000" b="0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000" b="0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09FB7D-10DC-E66F-718D-C051E91DE301}"/>
                  </a:ext>
                </a:extLst>
              </p14:cNvPr>
              <p14:cNvContentPartPr/>
              <p14:nvPr/>
            </p14:nvContentPartPr>
            <p14:xfrm>
              <a:off x="870480" y="4967640"/>
              <a:ext cx="8042400" cy="1766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09FB7D-10DC-E66F-718D-C051E91DE3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1120" y="4958280"/>
                <a:ext cx="8061120" cy="1785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p34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Additional References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9" name="Google Shape;2969;p34"/>
          <p:cNvSpPr txBox="1">
            <a:spLocks noGrp="1"/>
          </p:cNvSpPr>
          <p:nvPr>
            <p:ph type="body" idx="1"/>
          </p:nvPr>
        </p:nvSpPr>
        <p:spPr>
          <a:xfrm>
            <a:off x="152400" y="1371600"/>
            <a:ext cx="8534400" cy="47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Decision Tree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https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://www.youtube.com/watch?v=eKD5gxPPeY0&amp;list=PLBv09BD7ez_4temBw7vLA19p3tdQH6FYO&amp;index=1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4"/>
            </a:endParaRPr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p35"/>
          <p:cNvSpPr txBox="1">
            <a:spLocks noGrp="1"/>
          </p:cNvSpPr>
          <p:nvPr>
            <p:ph type="title"/>
          </p:nvPr>
        </p:nvSpPr>
        <p:spPr>
          <a:xfrm>
            <a:off x="1201029" y="3110132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Thank you 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7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0_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6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0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5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28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9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58543d8bc0cfcdfd6dc214ca45683f74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39c990f4c0bc340faab59afd8c44214d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74341A8E-28D9-4F3C-8F72-FA2F933EFDE8}"/>
</file>

<file path=customXml/itemProps2.xml><?xml version="1.0" encoding="utf-8"?>
<ds:datastoreItem xmlns:ds="http://schemas.openxmlformats.org/officeDocument/2006/customXml" ds:itemID="{54EC0D49-808D-41DE-AE8F-00773493F4DA}"/>
</file>

<file path=customXml/itemProps3.xml><?xml version="1.0" encoding="utf-8"?>
<ds:datastoreItem xmlns:ds="http://schemas.openxmlformats.org/officeDocument/2006/customXml" ds:itemID="{E5D2DB8A-660B-4209-9175-260C4F9C9C31}"/>
</file>

<file path=docProps/app.xml><?xml version="1.0" encoding="utf-8"?>
<Properties xmlns="http://schemas.openxmlformats.org/officeDocument/2006/extended-properties" xmlns:vt="http://schemas.openxmlformats.org/officeDocument/2006/docPropsVTypes">
  <TotalTime>7979</TotalTime>
  <Words>1847</Words>
  <Application>Microsoft Office PowerPoint</Application>
  <PresentationFormat>On-screen Show (4:3)</PresentationFormat>
  <Paragraphs>706</Paragraphs>
  <Slides>41</Slides>
  <Notes>38</Notes>
  <HiddenSlides>0</HiddenSlides>
  <MMClips>0</MMClips>
  <ScaleCrop>false</ScaleCrop>
  <HeadingPairs>
    <vt:vector size="4" baseType="variant">
      <vt:variant>
        <vt:lpstr>Theme</vt:lpstr>
      </vt:variant>
      <vt:variant>
        <vt:i4>11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1_Office Theme</vt:lpstr>
      <vt:lpstr>4_Office Theme</vt:lpstr>
      <vt:lpstr>3_Office Theme</vt:lpstr>
      <vt:lpstr>7_Office Theme</vt:lpstr>
      <vt:lpstr>20_Office Theme</vt:lpstr>
      <vt:lpstr>16_Office Theme</vt:lpstr>
      <vt:lpstr>10_Office Theme</vt:lpstr>
      <vt:lpstr>15_Office Theme</vt:lpstr>
      <vt:lpstr>11_Office Theme</vt:lpstr>
      <vt:lpstr>28_Office Theme</vt:lpstr>
      <vt:lpstr>9_Office Theme</vt:lpstr>
      <vt:lpstr>PowerPoint Presentation</vt:lpstr>
      <vt:lpstr>Machine Learning</vt:lpstr>
      <vt:lpstr>PowerPoint Presentation</vt:lpstr>
      <vt:lpstr>PowerPoint Presentation</vt:lpstr>
      <vt:lpstr>Decision Tree Classifier</vt:lpstr>
      <vt:lpstr>PowerPoint Presentation</vt:lpstr>
      <vt:lpstr>PowerPoint Presentation</vt:lpstr>
      <vt:lpstr>PowerPoint Presentation</vt:lpstr>
      <vt:lpstr>PowerPoint Presentation</vt:lpstr>
      <vt:lpstr>Measure of Information</vt:lpstr>
      <vt:lpstr>Entropy</vt:lpstr>
      <vt:lpstr>Entropy in general</vt:lpstr>
      <vt:lpstr>Entropy in binary 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Information gain as entropy reduction</vt:lpstr>
      <vt:lpstr>PowerPoint Presentation</vt:lpstr>
      <vt:lpstr>Example</vt:lpstr>
      <vt:lpstr>Example: Information gain</vt:lpstr>
      <vt:lpstr>PowerPoint Presentation</vt:lpstr>
      <vt:lpstr>PowerPoint Presentation</vt:lpstr>
      <vt:lpstr>Which attribute is the best classifier?</vt:lpstr>
      <vt:lpstr>First step: which attribute to test at the root?</vt:lpstr>
      <vt:lpstr>After first step</vt:lpstr>
      <vt:lpstr>Second step</vt:lpstr>
      <vt:lpstr>Second and third steps</vt:lpstr>
      <vt:lpstr>PowerPoint Presentation</vt:lpstr>
      <vt:lpstr>ID3: algorithm -Summary</vt:lpstr>
      <vt:lpstr>PowerPoint Presentation</vt:lpstr>
      <vt:lpstr>PowerPoint Presentation</vt:lpstr>
      <vt:lpstr>PowerPoint Presentation</vt:lpstr>
      <vt:lpstr>Decision trees </vt:lpstr>
      <vt:lpstr>Applications</vt:lpstr>
      <vt:lpstr>Practice Exercises (for Students)</vt:lpstr>
      <vt:lpstr>Mid Term Examination</vt:lpstr>
      <vt:lpstr>Additional References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Neha Vinayak .</cp:lastModifiedBy>
  <cp:revision>23</cp:revision>
  <dcterms:created xsi:type="dcterms:W3CDTF">2021-11-12T07:04:08Z</dcterms:created>
  <dcterms:modified xsi:type="dcterms:W3CDTF">2025-12-06T07:31:35Z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0x0101000A75E3588147654284604D4E812B6D70</vt:lpwstr>
  </property>
</Properties>
</file>