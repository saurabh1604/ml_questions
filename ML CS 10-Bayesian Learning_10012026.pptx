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9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media/image14.jpg" ContentType="image/jpg"/>
  <Override PartName="/ppt/theme/theme20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ink/ink8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5.xml" ContentType="application/vnd.openxmlformats-officedocument.presentationml.tags+xml"/>
  <Override PartName="/ppt/tags/tag3.xml" ContentType="application/vnd.openxmlformats-officedocument.presentationml.tags+xml"/>
  <Override PartName="/ppt/tags/tag6.xml" ContentType="application/vnd.openxmlformats-officedocument.presentationml.tags+xml"/>
  <Override PartName="/ppt/tags/tag2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92" r:id="rId1"/>
    <p:sldMasterId id="2147483808" r:id="rId2"/>
    <p:sldMasterId id="2147483820" r:id="rId3"/>
    <p:sldMasterId id="2147483999" r:id="rId4"/>
    <p:sldMasterId id="2147484175" r:id="rId5"/>
    <p:sldMasterId id="2147484382" r:id="rId6"/>
    <p:sldMasterId id="2147484416" r:id="rId7"/>
    <p:sldMasterId id="2147484433" r:id="rId8"/>
    <p:sldMasterId id="2147484521" r:id="rId9"/>
    <p:sldMasterId id="2147484555" r:id="rId10"/>
    <p:sldMasterId id="2147484572" r:id="rId11"/>
    <p:sldMasterId id="2147484659" r:id="rId12"/>
    <p:sldMasterId id="2147484906" r:id="rId13"/>
    <p:sldMasterId id="2147484935" r:id="rId14"/>
    <p:sldMasterId id="2147484965" r:id="rId15"/>
    <p:sldMasterId id="2147485052" r:id="rId16"/>
    <p:sldMasterId id="2147485066" r:id="rId17"/>
    <p:sldMasterId id="2147485112" r:id="rId18"/>
  </p:sldMasterIdLst>
  <p:notesMasterIdLst>
    <p:notesMasterId r:id="rId47"/>
  </p:notesMasterIdLst>
  <p:handoutMasterIdLst>
    <p:handoutMasterId r:id="rId48"/>
  </p:handoutMasterIdLst>
  <p:sldIdLst>
    <p:sldId id="1169" r:id="rId19"/>
    <p:sldId id="1170" r:id="rId20"/>
    <p:sldId id="1249" r:id="rId21"/>
    <p:sldId id="1302" r:id="rId22"/>
    <p:sldId id="1303" r:id="rId23"/>
    <p:sldId id="1304" r:id="rId24"/>
    <p:sldId id="1358" r:id="rId25"/>
    <p:sldId id="1305" r:id="rId26"/>
    <p:sldId id="1306" r:id="rId27"/>
    <p:sldId id="1307" r:id="rId28"/>
    <p:sldId id="1308" r:id="rId29"/>
    <p:sldId id="1309" r:id="rId30"/>
    <p:sldId id="1340" r:id="rId31"/>
    <p:sldId id="1310" r:id="rId32"/>
    <p:sldId id="1311" r:id="rId33"/>
    <p:sldId id="1312" r:id="rId34"/>
    <p:sldId id="1313" r:id="rId35"/>
    <p:sldId id="1314" r:id="rId36"/>
    <p:sldId id="1315" r:id="rId37"/>
    <p:sldId id="1319" r:id="rId38"/>
    <p:sldId id="1351" r:id="rId39"/>
    <p:sldId id="1352" r:id="rId40"/>
    <p:sldId id="1353" r:id="rId41"/>
    <p:sldId id="1354" r:id="rId42"/>
    <p:sldId id="1355" r:id="rId43"/>
    <p:sldId id="1356" r:id="rId44"/>
    <p:sldId id="1292" r:id="rId45"/>
    <p:sldId id="1215" r:id="rId46"/>
  </p:sldIdLst>
  <p:sldSz cx="9144000" cy="6858000" type="screen4x3"/>
  <p:notesSz cx="6858000" cy="9144000"/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CC00"/>
    <a:srgbClr val="0033CC"/>
    <a:srgbClr val="996633"/>
    <a:srgbClr val="FF7C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7" autoAdjust="0"/>
    <p:restoredTop sz="80475" autoAdjust="0"/>
  </p:normalViewPr>
  <p:slideViewPr>
    <p:cSldViewPr>
      <p:cViewPr varScale="1">
        <p:scale>
          <a:sx n="58" d="100"/>
          <a:sy n="58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8.xml"/><Relationship Id="rId39" Type="http://schemas.openxmlformats.org/officeDocument/2006/relationships/slide" Target="slides/slide21.xml"/><Relationship Id="rId21" Type="http://schemas.openxmlformats.org/officeDocument/2006/relationships/slide" Target="slides/slide3.xml"/><Relationship Id="rId34" Type="http://schemas.openxmlformats.org/officeDocument/2006/relationships/slide" Target="slides/slide16.xml"/><Relationship Id="rId42" Type="http://schemas.openxmlformats.org/officeDocument/2006/relationships/slide" Target="slides/slide24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1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45" Type="http://schemas.openxmlformats.org/officeDocument/2006/relationships/slide" Target="slides/slide27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slide" Target="slides/slide13.xml"/><Relationship Id="rId44" Type="http://schemas.openxmlformats.org/officeDocument/2006/relationships/slide" Target="slides/slide26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slide" Target="slides/slide25.xml"/><Relationship Id="rId48" Type="http://schemas.openxmlformats.org/officeDocument/2006/relationships/handoutMaster" Target="handoutMasters/handoutMaster1.xml"/><Relationship Id="rId56" Type="http://schemas.openxmlformats.org/officeDocument/2006/relationships/customXml" Target="../customXml/item3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46" Type="http://schemas.openxmlformats.org/officeDocument/2006/relationships/slide" Target="slides/slide28.xml"/><Relationship Id="rId20" Type="http://schemas.openxmlformats.org/officeDocument/2006/relationships/slide" Target="slides/slide2.xml"/><Relationship Id="rId41" Type="http://schemas.openxmlformats.org/officeDocument/2006/relationships/slide" Target="slides/slide23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1059 11847 1 0,'0'0'5'0,"0"-11"15"0,0-2-12 0,0 1-2 0,0 0-1 0,0 12 7 0,0 0-10 0,0 0 0 0,-11 0-1 0,11-13 0 0,-12 13 3 0,12 0-1 0,-11-11-2 0,11 11 0 0,0 0-1 0,0 0 2 0,0 0-2 0,-12 0 0 0,12 11 1 0,0 2-1 0,0-13 1 0,-13 0-1 0,13 24 1 0,-11-11 0 0,-1 21 0 0,1 14-1 0,-14 36 2 0,13-1 1 0,0 36-2 0,12-1-1 0,12-10 0 0,25-1 0 0,-3-12 2 0,2-35 0 0,-13-12 1 0,2-24 1 0,-1-1 0 0,-12-11-1 0,0-12-2 0,-12 0-3 0,12 0-87 0</inkml:trace>
  <inkml:trace contextRef="#ctx0" brushRef="#br0">2322 11715 15 0,'0'0'0'0,"-11"0"21"0,-1-11-5 0,12-1 2 0,-13 1-4 0,13 11-6 0,0 0-6 0,0 0-1 0,25 23-1 0,10 48 0 0,13 24 1 0,0 60 1 0,-38 0-2 0,-20-13 1 0,-50-10 1 0,-11-25 5 0,-1-36-2 0,36-34-1 0,13-26-1 0,23-11 0 0,0 0-2 0,0 0 0 0,0 12-23 0,23 12-71 0</inkml:trace>
  <inkml:trace contextRef="#ctx0" brushRef="#br0">19816 12728 9 0,'-36'-12'12'0,"12"-1"-4"0,12 2 16 0,12 11-11 0,0 0 19 0,48 0-26 0,23 0-3 0,36 0-1 0,24 0 0 0,12 11-1 0,0-11 0 0,0 13 0 0,12-13 2 0,11-13 0 0,13 13-1 0,-13 0-1 0,2 13-1 0,-2-13 1 0,-12 0 0 0,27-13-1 0,-17 13 0 0,-20 0-3 0,-25 0 4 0,-23 0-2 0,-13 0 2 0,-1 0-2 0,-10 0 3 0,-12 0-3 0,-24 0 3 0,-12 0-1 0,-1 0 1 0,-23-11-1 0,0 11 5 0,0 0-5 0,13-12 0 0,-26 1-3 0,13 11-57 0,0 11-1 0</inkml:trace>
  <inkml:trace contextRef="#ctx0" brushRef="#br0">22292 11145 42 0,'-71'-60'18'0,"47"49"-16"0,24 22 1 0,0 24 11 0,-12 13-2 0,12 13-5 0,0-15-3 0,0 2-2 0,-12 0-1 0,0-25 1 0,1-12 0 0,11-11 1 0,-13 0-1 0,13-11 0 0,-11-12-1 0,11-14 0 0,-12-10 0 0,12-11-1 0,23 8 1 0,25 3-1 0,11 12-1 0,-11 12 2 0,0 23-1 0,-24 23 1 0,-24 12-1 0,12 12 0 0,0-22 0 0,10 0 1 0,-22-25 0 0,0-25 6 0,13-23-6 0,-1-11-1 0,24 23 0 0,0-1 0 0,10 14 0 0,3 23-1 0,-1 60 0 0,-25 11 0 0,1-11 1 0,-12-12-1 0,0-25 2 0,-12 1-13 0,0 0-54 0</inkml:trace>
  <inkml:trace contextRef="#ctx0" brushRef="#br0">23031 11049 67 0,'-12'0'1'0,"-37"25"1"0,26 33 5 0,10-11 9 0,3 3-10 0,10-29-1 0,10 4-4 0,-10-25 3 0,0-12-2 0,13-35 1 0,-13-1-2 0,-13 0 1 0,3-11-2 0,10 11 0 0,10 1 0 0,15-13 1 0,22 23-2 0,2 16 0 0,9 8 1 0,3-11 1 0,-14 24-2 0,-11 0-12 0,-24 0-29 0,0 0-3 0</inkml:trace>
  <inkml:trace contextRef="#ctx0" brushRef="#br0">22864 11132 47 0,'-12'0'3'0,"0"-12"0"0,72 0-2 0,59-22 2 0,-12 9-6 0,-36 13-36 0</inkml:trace>
  <inkml:trace contextRef="#ctx0" brushRef="#br0">23494 10930 68 0,'0'-24'4'0,"0"71"-3"0,0 1-1 0,0 12 7 0,0-13-1 0,-11-23-3 0,11-11-1 0,0-13 3 0,11-37-3 0,2-34-1 0,-1 24 0 0,-12-1-1 0,0 12 1 0,11-11-1 0,14 23 0 0,10 24-1 0,-11 0 2 0,-12 34-1 0,12 16 0 0,-1-16 0 0,2-9 1 0,-14-13 1 0,1-36 1 0,-1-12-1 0,2-25 1 0,23 15-3 0,0 21-1 0,11 2 0 0,0 35 2 0,-22 36 0 0,-1 11-1 0,-24-23 0 0,11 0 0 0,-11-12-22 0,0-1-65 0</inkml:trace>
  <inkml:trace contextRef="#ctx0" brushRef="#br0">24174 10764 28 0,'0'-25'7'0,"12"2"4"0,12 23 14 0,-1 11-10 0,-11 37-2 0,-12 12-7 0,0-1-3 0,-12 0 0 0,-11 1-2 0,-1-12 0 0,12-12-1 0,12-25 2 0,48-22 1 0,47-12-1 0,23-2-2 0,2 0 2 0,-37 14-3 0,-47 11 3 0,-24 0 2 0,-12 0-1 0,-12 0-21 0,12 24-63 0,-12-24 55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22114 16597 1 0,'0'-13'9'0,"12"-9"9"0,-12-2 0 0,11 12 1 0,2 48-2 0,-2 36-3 0,-11 33-7 0,0-21-5 0,12-13-1 0,-12 0-2 0,0-21 2 0,0-27 1 0,0-23 3 0,0-60-1 0,-12-24-2 0,12 2 1 0,0-2-2 0,0 1 1 0,12-12-2 0,25 35-1 0,-26 24 2 0,1 48-1 0,-12 35 0 0,24 14 1 0,11-1-1 0,1-1 0 0,-12-36-2 0,0-23 6 0,23-59-2 0,1-24-3 0,0 22 0 0,-14 27 2 0,-21 9-1 0,10 13 0 0,13 36 0 0,0 72 0 0,-24 35 2 0,0-12-2 0,-12 0-1 0,0-48 1 0,0-35 0 0,0-36-7 0,12-60-114 0</inkml:trace>
  <inkml:trace contextRef="#ctx0" brushRef="#br0">23174 16513 11 0,'0'0'0'0,"35"-34"15"0,13-3 11 0,-24 26-9 0,-11-12-4 0,-13 10-5 0,0 1-4 0,-25 12-2 0,-11 0-1 0,-23 25 1 0,-2 21-3 0,14 13 2 0,23-10 3 0,37 10-3 0,34 25-3 0,0 0 0 0,-22-26 0 0,-50-11 5 0,-45-34 7 0,-3-13 0 0,50-36-6 0,23 25-3 0,23-2-25 0,13 13-61 0,-36-12 68 0</inkml:trace>
  <inkml:trace contextRef="#ctx0" brushRef="#br0">23555 16479 16 0,'0'-13'5'0,"11"-22"22"0,1 23-3 0,-12 35-10 0,-12 48-5 0,-11 37 1 0,10-13-5 0,2-11-2 0,11-24-1 0,11-13-1 0,2 1 0 0,10-38 1 0,37 3 0 0,35-13-2 0,-35-13-1 0,-12 13 1 0,-13-10-1 0,-24-2-22 0,-11 0-34 0,0 0 21 0</inkml:trace>
  <inkml:trace contextRef="#ctx0" brushRef="#br0">23507 16693 24 0,'-24'-12'10'0,"12"-35"28"0,48 22-20 0,47 0-13 0,0 15-4 0,1 10-1 0,-24 0-7 0,-60-12-78 0</inkml:trace>
  <inkml:trace contextRef="#ctx0" brushRef="#br0">23494 16383 14 0,'-11'-12'10'0,"-14"-24"17"0,74 13-8 0,34-2-11 0,36 14-3 0,-23 11 1 0,-49 0 1 0,-35-12-2 0,-1 12-4 0,2 0-6 0,-13 0-56 0,0 0 32 0</inkml:trace>
  <inkml:trace contextRef="#ctx0" brushRef="#br0">16528 14942 1 0,'0'-12'17'0,"0"0"5"0,0-11-2 0,0 12-4 0,13 11-7 0,-13 46 2 0,0 74-2 0,-13-1-4 0,2 0-3 0,-1-60 0 0,12-36 0 0,0-23 4 0,-13-71-3 0,26-47-1 0,-1 10-1 0,12 13 0 0,-1 24 0 0,-10 35-1 0,-2 36-1 0,13 24 0 0,-12 47 1 0,12 13 0 0,-1-24 0 0,-10-13 0 0,-1-35 2 0,47-71 0 0,13-49-1 0,-13 36 0 0,-36 49-1 0,2 58-1 0,-25 49 1 0,12 11 0 0,0-24-1 0,-1-11 1 0,-11-36-2 0,11-12-26 0,25-24-34 0,-23-12 31 0</inkml:trace>
  <inkml:trace contextRef="#ctx0" brushRef="#br0">17254 14895 12 0,'13'0'6'0,"23"-48"28"0,-12 24-2 0,-24 35-17 0,0 50-1 0,-24 46-6 0,0 1-5 0,12-26-2 0,12 2 1 0,-13 10 1 0,26-69-1 0,35-13 0 0,23-12-2 0,-11-12 2 0,0 12-2 0,-26-12 1 0,-9 12-15 0,11-13-27 0,-13 13-26 0</inkml:trace>
  <inkml:trace contextRef="#ctx0" brushRef="#br0">17863 14955 18 0,'12'-37'20'0,"11"14"13"0,-23 12-12 0,-13 34-10 0,3 36 0 0,-2 35-4 0,0-10-4 0,12 0-1 0,0-24 0 0,0-12-1 0,12-14 1 0,23-9-1 0,13-13 1 0,-1-12-1 0,13 0 0 0,-13 0 0 0,13-12-1 0,-24 0-15 0,-24-1-29 0,-12 2-30 0</inkml:trace>
  <inkml:trace contextRef="#ctx0" brushRef="#br0">17898 15144 38 0,'0'0'4'0,"-13"-11"22"0,49-12 0 0,48 10-17 0,0 1-6 0,-25 12-2 0,-11-12-21 0,-36 12-36 0,-12 0 31 0</inkml:trace>
  <inkml:trace contextRef="#ctx0" brushRef="#br0">17803 14847 50 0,'0'-24'8'0,"48"-11"10"0,47-13 3 0,25 24-12 0,-50 0-2 0,-34 11 4 0,-36 13-3 0,0 0-6 0,12 0-62 0,-12 0 11 0</inkml:trace>
  <inkml:trace contextRef="#ctx0" brushRef="#br0">12671 12680 1 0,'0'-11'16'0,"0"-14"16"0,-12 2-11 0,0 0 1 0,0-2 0 0,12 25-6 0,0 0-8 0,12 48-3 0,12 23-2 0,-12 11 0 0,-2 2 1 0,3-24-2 0,-13-12 0 0,-13-12 1 0,13-36 1 0,-10-23 0 0,-2-38-4 0,12 1 1 0,0 13-1 0,0-11 1 0,22-26 0 0,3 24-1 0,11 36 0 0,-25 0 0 0,2 24-1 0,-1 24 2 0,23 12-2 0,1-1 1 0,11 1-2 0,-22 12 2 0,-14-24 0 0,-11-1 0 0,0-23 0 0,0 0 0 0,12-34 1 0,12-27-1 0,0-10 1 0,12 23 0 0,0 0 0 0,11 25-4 0,13 11 3 0,-1 59-1 0,-12 25 1 0,-22-1 1 0,-14-11-2 0,-22-13 1 0,11-35 0 0,0-12 1 0,-12 0-10 0,-1 0-45 0,2 0-29 0</inkml:trace>
  <inkml:trace contextRef="#ctx0" brushRef="#br0">14052 12372 74 0,'0'0'0'0,"-12"-25"5"0,48-11 2 0,0 24 9 0,-36 1-4 0,0-2-6 0,-12 1-2 0,-24 12-2 0,0 0-2 0,0 0 0 0,0 25 1 0,-11 9-1 0,-13 16 0 0,37-4-1 0,10 2 1 0,49 0 0 0,24-1-1 0,12 13 2 0,-13-25-1 0,1 12 0 0,-48-10 0 0,-12-3 0 0,-60-9 3 0,-23-13 1 0,23-12-2 0,24 0-1 0,36-12-11 0,12 0-47 0,12-1-7 0</inkml:trace>
  <inkml:trace contextRef="#ctx0" brushRef="#br0">14564 12288 83 0,'0'-25'10'0,"-12"25"3"0,24 12 7 0,-24 48-6 0,-1 11-8 0,2 13-1 0,11-1-2 0,0-12-1 0,11 1-2 0,2-48 2 0,10-11 0 0,26-2 0 0,-2-22-1 0,0-14 0 0,1 13-4 0,0-12-21 0,-24 1-35 0,-24 10-8 0</inkml:trace>
  <inkml:trace contextRef="#ctx0" brushRef="#br0">14505 12537 87 0,'-36'-12'12'0,"83"-23"7"0,37 11-9 0,23 1-8 0,-24 10-6 0,-59 1-31 0,-36 0-41 0</inkml:trace>
  <inkml:trace contextRef="#ctx0" brushRef="#br0">14539 12263 32 0,'-23'-12'28'0,"23"-22"5"0,48-3-6 0,23 13-12 0,1 1-4 0,-36 11-4 0,-13 0-1 0,1-1-5 0,13-10-1 0,-3-1-3 0,-21 24-27 0,10 13-72 0</inkml:trace>
  <inkml:trace contextRef="#ctx0" brushRef="#br0">16671 12263 22 0,'25'-23'12'0,"22"-13"2"0,-11 12-2 0,-12-12 3 0,0 13 2 0,-14-2-3 0,15 2-6 0,-14-1-2 0,-11 12 0 0,0 12-2 0,-36 12-2 0,2 1 1 0,-2 10 0 0,0-12 0 0,24 2-3 0,0 22 1 0,36 13-1 0,12 0 0 0,0 0-1 0,-2-14 2 0,-21-9 0 0,-26-13 5 0,-33 1-1 0,-2-2-3 0,12-11-2 0,36-11-25 0,36-26-31 0,0 24-15 0</inkml:trace>
  <inkml:trace contextRef="#ctx0" brushRef="#br0">17041 12192 42 0,'24'-25'15'0,"11"-9"5"0,-11 22 10 0,-24 35-8 0,0 37-12 0,-12 58-5 0,24 14-3 0,12-13-1 0,-11-23 1 0,-13-62 0 0,0-34 4 0,-25-71-3 0,1-71-2 0,12-13 1 0,12 60-4 0,12 35 0 0,24 36 0 0,24 24 0 0,-14 48 1 0,-33-12 2 0,-60-1 3 0,-37-11-11 0,48-24-43 0,36-11-41 0</inkml:trace>
  <inkml:trace contextRef="#ctx0" brushRef="#br0">17339 12240 55 0,'0'0'0'0,"0"-12"38"0,58-12-28 0,3 0-8 0,-2-23 0 0,-11 10-1 0,-48 26 2 0,0-12 2 0,-12 23 3 0,-24 11-3 0,1 37 0 0,11 11-2 0,12-11-1 0,48-1-2 0,22-34-6 0,26-13-46 0,-36-25-18 0</inkml:trace>
  <inkml:trace contextRef="#ctx0" brushRef="#br0">17957 12025 45 0,'0'-23'28'0,"25"12"-24"0,-14-2 22 0,-34 26-8 0,-26 21-5 0,3 3-5 0,22-3-6 0,12 3-1 0,36 10-1 0,23-23 0 0,25-11-3 0,-13-13 0 0,0-37 0 0,1-22 3 0,-12 0 0 0,-24 34 1 0,-12 13 3 0,-12 12-1 0,12 37-1 0,-2 10-1 0,15 0-1 0,-1-11-10 0,-1-11-44 0,2-25-17 0</inkml:trace>
  <inkml:trace contextRef="#ctx0" brushRef="#br0">18411 11775 102 0,'0'0'0'0,"-24"-23"5"0,48 11-33 0,-1 12-33 0</inkml:trace>
  <inkml:trace contextRef="#ctx0" brushRef="#br0">18720 12073 18 0,'24'-11'30'0,"0"-14"-4"0,-12-21-9 0,-2 9-2 0,-10 1-6 0,-22 25-3 0,10-14-1 0,-12 25-3 0,-12 12 0 0,0 12 2 0,2 24-2 0,9-12 0 0,1 11-2 0,12-11 1 0,12-12 0 0,24-12 0 0,0-12 0 0,12-48 0 0,11 24-1 0,-11 0 0 0,-12 36-1 0,-24 24 1 0,24-13 0 0,11-10-1 0,25-13 2 0,34-47 0 0,-33-37-1 0,-2-71-3 0,1-12-1 0,-25 48 3 0,-35 48 2 0,-23 10 0 0,-1 50 0 0,12 47 1 0,-24 71-1 0,24 12-1 0,48 0 2 0,12-24-1 0,-2-47-1 0,-10-36-22 0,-11-12-89 0</inkml:trace>
  <inkml:trace contextRef="#ctx0" brushRef="#br0">18220 12764 62 0,'0'0'0'0,"24"-84"21"0,-2 48-8 0,-22 24 3 0,-22 12-3 0,-50 37-2 0,-23 34-4 0,35 13-4 0,36-2-3 0,24-34 1 0,48-12 0 0,36-36 0 0,23-36-17 0,12 0-74 0,-96 24 56 0</inkml:trace>
  <inkml:trace contextRef="#ctx0" brushRef="#br0">18672 12858 4 0,'0'-11'8'0,"0"-25"23"0,0-11-3 0,-12 11-4 0,1 0-13 0,-1 24-7 0,-12 12 0 0,-12 0 0 0,0 36 2 0,1 1-3 0,-1 21-3 0,24-22 1 0,12-12-1 0,23-12 0 0,13-37-1 0,0-22 1 0,12 10 0 0,-23 27 0 0,-14 10 0 0,1 23 1 0,-1 14-1 0,1-14 0 0,12 1 0 0,0 0 0 0,12-36-1 0,-2-13-3 0,15-9 3 0,-26-16 1 0,-10 4 0 0,10-2-1 0,14 37-1 0,10 22 1 0,-24 37 2 0,-10-2 2 0,-37-9 1 0,-24-13-1 0,13-35 2 0,22-2-4 0,26 13-3 0,34 0 1 0,25 13 0 0,-1-26-4 0,12-24 4 0,1-45 1 0,-25 34 4 0,-59 36 5 0,-24 24-1 0,1 36-5 0,23-12 0 0,70-24-3 0,26 1-7 0,-13-50-46 0,-58 24-15 0</inkml:trace>
  <inkml:trace contextRef="#ctx0" brushRef="#br0">20792 11740 123 0,'-13'12'1'0,"13"-1"-2"0,13 1 14 0,10-1 0 0,13-11-8 0,-12 0-1 0,-12-23-1 0,12-36 0 0,-24-1-1 0,-24 37 0 0,-12 12 1 0,-23 11 4 0,-1 11-2 0,25 24-4 0,10 13 0 0,38-12-2 0,47-24 1 0,35-12-2 0,12-37 1 0,-12-47 1 0,-23 2 1 0,-37 22 0 0,-24 37 3 0,-11 23-1 0,0 83-1 0,0 60-1 0,25 59 0 0,11 48-1 0,11-11-1 0,1-61-2 0,-72-83 3 0,-59-82 5 0,-48-84 1 0,24-50 1 0,83 16-2 0,107-4-9 0,60-10-32 0,23 12-98 0</inkml:trace>
  <inkml:trace contextRef="#ctx0" brushRef="#br0">22114 11430 25 0,'0'-12'1'0,"0"12"9"0,-24 0 23 0,-1 12-3 0,14 13-14 0,11 33-10 0,0 14-3 0,24-26-2 0,-12-21 2 0,-12-13 0 0,0-36 5 0,-25-47-7 0,14-36 1 0,11 12-2 0,11 35 2 0,2 24-2 0,10 24-1 0,13-1 1 0,0 38-1 0,1 47 1 0,-3 11 2 0,-9-24-3 0,10-35 3 0,-11-24 1 0,12-71-1 0,23-37-1 0,-11 37 0 0,-24 71-3 0,0 48 1 0,-12 35 1 0,23-11 0 0,13-25-1 0,-12-23-34 0,-13-12-71 0</inkml:trace>
  <inkml:trace contextRef="#ctx0" brushRef="#br0">22912 11168 51 0,'22'-23'16'0,"3"46"1"0,-14 49 10 0,-11 22-16 0,0 2-5 0,0-13-1 0,0 1-2 0,0-37-1 0,-11 1 0 0,35-25 1 0,35-23-1 0,12-11-3 0,1-12 2 0,-36 10-1 0,-36 1-19 0,24 0-57 0,-24-1 28 0</inkml:trace>
  <inkml:trace contextRef="#ctx0" brushRef="#br0">23471 11145 59 0,'0'0'0'0,"0"-25"27"0,12 25-14 0,-12 48 1 0,-12 34-6 0,-1 15-3 0,13-14-2 0,13 0-2 0,-1-11 0 0,12-36-1 0,-1-13 2 0,2-23 0 0,22-13-2 0,13-8-7 0,-1 8-15 0,-11-11-23 0,-48 11-9 0</inkml:trace>
  <inkml:trace contextRef="#ctx0" brushRef="#br0">23424 11371 58 0,'-24'-24'26'0,"60"24"-21"0,83-13 1 0,-12 2-3 0,-12-1-9 0,-59 1-45 0,-36-2 14 0</inkml:trace>
  <inkml:trace contextRef="#ctx0" brushRef="#br0">23447 11074 54 0,'-11'-25'25'0,"58"0"-8"0,36-9-8 0,1 22-5 0,-13 0-3 0,-35 12 0 0,-12 0-9 0,12-13-51 0,-24 13 25 0</inkml:trace>
  <inkml:trace contextRef="#ctx0" brushRef="#br0">8621 11430 49 0,'-59'-12'19'0,"36"-1"4"0,23 2-3 0,0 11-1 0,0-12-9 0,35 1-5 0,12-1-2 0,24 0-1 0,26-1 0 0,23 2 0 0,-2-1-2 0,25 1 2 0,23-2-1 0,24-11 0 0,13 11-1 0,0-8-1 0,-12-4 3 0,11 0-1 0,24 2-1 0,24-1-2 0,11-11 3 0,-34 23-2 0,-24-12 1 0,-37 12 1 0,0-13 2 0,-10 14-1 0,-25-12 0 0,-12 11-3 0,-24 0 2 0,-36 12 1 0,1-13 0 0,-13 2 0 0,-22-1 0 0,-14 12 0 0,-11 0 0 0,13-11-1 0,-1-2-1 0,-12 13-13 0,-72 36-119 0</inkml:trace>
  <inkml:trace contextRef="#ctx0" brushRef="#br0">13707 11156 17 0,'-37'-11'9'0,"-10"-2"-6"0,35 1-1 0,12 0 28 0,0 1-7 0,0 11-8 0,23 0-2 0,50-12-7 0,46-12 0 0,59 12 1 0,37 0-3 0,11-12-2 0,0 12 0 0,24 1 1 0,1-13-1 0,10 11 1 0,1 2-1 0,-35-1 0 0,-2 1 0 0,2-2-1 0,11-11 1 0,12 11-1 0,0 3 0 0,-1-1-4 0,-34-2 4 0,-24 1 0 0,-48 12-2 0,-24 0 2 0,-12 0 0 0,-23 0-1 0,-25 0 2 0,-11 0 0 0,-24 0 2 0,-24 0-1 0,12 0 2 0,-12-12-4 0,0-1 0 0,0 13 0 0,0 0-13 0,-12 13-137 0</inkml:trace>
  <inkml:trace contextRef="#ctx0" brushRef="#br0">2275 11204 12 0,'-12'-25'20'0,"-1"14"0"0,13-1-3 0,25 24-1 0,11 49-6 0,-1 21-5 0,1 1-2 0,-12-22 1 0,-12-27 0 0,-12-22 1 0,0-24 2 0,-12-47-4 0,-12 0-2 0,0-1 0 0,12-11 0 0,12 10-1 0,12-21 0 0,12 46-1 0,0 12 1 0,12 48 0 0,-26 23 1 0,26 24 0 0,13-21 0 0,-13-29 0 0,-25-21 2 0,0-10 2 0,2-74-2 0,-1-11-2 0,48-60 0 0,-13 118-2 0,0 37 0 0,2 50 1 0,-2 21 0 0,-11 0 2 0,-24-12-1 0,0-11 0 0,70-48-129 0</inkml:trace>
  <inkml:trace contextRef="#ctx0" brushRef="#br0">3204 10693 75 0,'0'0'0'0,"23"-73"6"0,13 38 7 0,-24 59-5 0,0 23 2 0,1 36-2 0,-2 13 1 0,-11-1-3 0,12-12-2 0,-12-22-2 0,24-38 1 0,11-12 1 0,25-58 0 0,23 10-3 0,0 3 1 0,-46 22-3 0,-14 0 2 0,1 12-30 0,-24 0-70 0</inkml:trace>
  <inkml:trace contextRef="#ctx0" brushRef="#br0">3799 10488 39 0,'0'-10'3'0,"24"-51"4"0,0 27 23 0,-24 21-12 0,0 13-8 0,-12 60-1 0,24-2-3 0,1 15-1 0,8-2-3 0,4-35 1 0,-1-11-1 0,12-2 0 0,-12-23-1 0,10 0 3 0,15 0-2 0,-1-12-1 0,-13 12-1 0,14 0 1 0,-15-11 0 0,-9-14-2 0,22 0-16 0,-35 14-33 0,-12 11-6 0</inkml:trace>
  <inkml:trace contextRef="#ctx0" brushRef="#br0">3881 10632 54 0,'0'0'0'0,"-21"-12"5"0,78-23 17 0,16-1-5 0,10-12-4 0,-35 25-7 0,-25 12-4 0,-11-2-5 0,-12 13-51 0,0 0-2 0</inkml:trace>
  <inkml:trace contextRef="#ctx0" brushRef="#br0">3871 10430 14 0,'-24'-13'14'0,"0"-21"8"0,0 9-5 0,12 2-1 0,36-13-1 0,36-12-2 0,35 1-5 0,-24 11 2 0,-35 0-2 0,-24 24-2 0,-12 12-3 0,0 0-3 0,11 0-16 0,14 12-85 0</inkml:trace>
  <inkml:trace contextRef="#ctx0" brushRef="#br0">3085 12012 0 0,'0'-10'2'0,"-12"-1"12"0,12-2-5 0,0 13-8 0,-12-12 12 0,12 0 0 0,0-1-3 0,0-10 5 0,0 12 3 0,0-2-8 0,0 13-5 0,12 24 1 0,12 49 0 0,-2-2-2 0,14 0-2 0,0-12-1 0,-11-11 1 0,-25-25 0 0,0-23 2 0,-12-23-1 0,-1-13-1 0,-10-12-1 0,10-12 0 0,2 1 1 0,-1 13-2 0,-1-27 1 0,13 25 0 0,0 14-1 0,-11 9 1 0,11 0-1 0,0 14 1 0,11 11-1 0,2 11 0 0,-1 14 0 0,12 11-2 0,12 11 2 0,-1-23 0 0,1 12 1 0,0-12-1 0,-24-11 1 0,-1-2 0 0,-11-35 2 0,13-36-2 0,-1 12 0 0,-1 1-1 0,1-1 1 0,-1-12-1 0,2 13 1 0,11 23-2 0,-12 11 1 0,0-8 0 0,-12 21 1 0,24-13-2 0,11 60 1 0,-12 13 1 0,26 22-1 0,-26-9 0 0,1-14 0 0,-11-11 0 0,-2-23 2 0,-11-25-1 0,0-13-5 0,0 1-45 0,0-13-54 0</inkml:trace>
  <inkml:trace contextRef="#ctx0" brushRef="#br0">4002 11478 28 0,'0'0'0'0,"-12"11"30"0,12 60 7 0,0 25-23 0,12-12-4 0,-1-38-4 0,0-33-3 0,-11-13 4 0,-11-24-5 0,-12-11-1 0,23-1-1 0,0 0-1 0,-12-1 0 0,12-9 3 0,0-13 0 0,12 22-1 0,-12-10 0 0,0 23 1 0,12-12 0 0,23 1 0 0,-12 22 0 0,2 13 0 0,-14 37 1 0,14 22 0 0,10 0-3 0,14 1 2 0,-2 1-1 0,-24-40 1 0,0 4 0 0,-10-25-1 0,-1-12-5 0,0-11-30 0,0 12-50 0</inkml:trace>
  <inkml:trace contextRef="#ctx0" brushRef="#br0">4060 11597 49 0,'0'0'17'0,"-11"-12"-3"0,11 0 8 0,47-24-11 0,1 12-1 0,0 0-5 0,-12 1-9 0,-12 23-32 0,-1-11-44 0</inkml:trace>
  <inkml:trace contextRef="#ctx0" brushRef="#br0">4454 11108 6 0,'0'0'21'0,"-13"-11"11"0,13-1-7 0,0 12-4 0,0 35-8 0,13 49-3 0,10-1-3 0,-10 1-2 0,10-37-2 0,-10-10-2 0,-2-26 0 0,-11-11-3 0,0-24-21 0,0-13-37 0,0 26 12 0</inkml:trace>
  <inkml:trace contextRef="#ctx0" brushRef="#br0">4454 11120 29 0,'0'0'10'0,"-24"-12"20"0,-11 1-1 0,11-12-15 0,12-2-6 0,-12 0 0 0,12-9 0 0,-13-3-3 0,14 14-3 0,-1-25 0 0,12 1-1 0,0 23 0 0,0-12 1 0,23 12 0 0,14 0-1 0,-1-10 0 0,11 9 0 0,-11 25 0 0,0-12 1 0,0 24-1 0,-1 0-1 0,1 24 0 0,0-1 1 0,-24 1 1 0,-12 12 2 0,-12-14 0 0,-24 16-2 0,-24-3 0 0,-23 11-2 0,-12 3-38 0,47-38-81 0</inkml:trace>
  <inkml:trace contextRef="#ctx0" brushRef="#br0">1965 11049 52 0,'12'-59'26'0,"0"35"-20"0,-12 11 21 0,-24 13-14 0,-47 48-5 0,-13 12-5 0,13-1-3 0,35-34 1 0,36-2 1 0,0-12-1 0,12 14 3 0,24 21 0 0,-12 15 0 0,11 10-1 0,13 13 2 0,12 10-3 0,-1 27 1 0,1 9-4 0,-1 13 3 0,13-12-2 0,-13 1 1 0,13 10-1 0,-25-11-1 0,13 0-1 0,-1-24 3 0,-23 0-1 0,12-47 2 0,-13-37-1 0,-11 1 1 0,24-24 0 0,23 0 0 0,12-24 0 0,1-11 0 0,-12 10-1 0,-26 2 5 0,-33 12 1 0,-13 11-3 0,-49 11-44 0,3 25-86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7062 14145 31 0,'0'0'6'0,"-12"-23"11"0,12 10 19 0,0 1 1 0,0 12-15 0,-12-12-6 0,12 24-8 0,12 0-2 0,0 24-1 0,0 12 0 0,-12-1-3 0,12-10 1 0,-12-3 0 0,13-22-1 0,21 0 2 0,25-49-2 0,84-45 0 0,36-1-2 0,0 11 4 0,-60 25-2 0,-83 23 2 0,-25 12 6 0,-11 1-6 0,13 11-2 0,-13 0-2 0,0 0 1 0,0 0-1 0,23 0-27 0,13 11-163 0</inkml:trace>
  <inkml:trace contextRef="#ctx0" brushRef="#br0">1345 15835 70 0,'-23'-13'15'0,"12"13"-3"0,22-10-6 0,1 10 1 0,-12 0 30 0,0 10-34 0,0-10 6 0,-12 25-4 0,12-25-2 0,0 12-1 0,0-12 7 0,-11 0-5 0,11-12-4 0,11 0-150 0</inkml:trace>
  <inkml:trace contextRef="#ctx0" brushRef="#br0">10395 15740 7 0,'0'-12'42'0,"0"-12"-2"0,0 12-17 0,0-11-7 0,0 11-7 0,-11 12-3 0,11 0-2 0,0 0-2 0,0 0 0 0,-12 12-1 0,12-12 0 0,0 0 0 0,0 0 0 0,12 0 4 0,-12-12-2 0,0 1 0 0,0 11 0 0,-12 0-3 0,12 11 1 0,0 1-1 0,12-1 0 0,-1-11 0 0,-11 12 1 0,0-24 4 0,13 12-46 0,-1 0-37 0</inkml:trace>
  <inkml:trace contextRef="#ctx0" brushRef="#br0">11813 3785 5 0,'0'0'6'0,"0"0"7"0,0-11 9 0,0 11-2 0,-12-12-7 0,12 24 9 0,0 24-10 0,12 12-6 0,-1 23 1 0,2 1 0 0,10 11-3 0,13-12 2 0,-23-23-3 0,9-35 1 0,3-13 3 0,22-50-2 0,73-44-6 0,47-25 0 0,0 12 0 0,-25 23 2 0,-70 36 5 0,-50 25 1 0,-9-1-1 0,-13 24-4 0,0-12-11 0,36 24-127 0</inkml:trace>
  <inkml:trace contextRef="#ctx0" brushRef="#br0">5240 4036 17 0,'-12'0'8'0,"-12"-12"2"0,12 12 5 0,12-13 5 0,0 13 2 0,0-10-9 0,0 10 1 0,0 10-10 0,24 3 0 0,-12 11-1 0,0 0 0 0,0-12 0 0,0 12 0 0,12 0 0 0,-12-1 1 0,-2 13-3 0,3-11 1 0,-1-14 0 0,-12 1 0 0,11-12 1 0,2 0-1 0,-1-12 1 0,12-12-1 0,0-24-1 0,35-12-3 0,24-11 3 0,-11-13-1 0,-1 25 1 0,-23 13 1 0,-24 21 2 0,-12 13 3 0,-12-1-2 0,-24 13-4 0,12 13-13 0,36-1-143 0</inkml:trace>
  <inkml:trace contextRef="#ctx0" brushRef="#br0">10776 12490 24 0,'-11'0'5'0,"-24"-13"11"0,22 13 20 0,13-11-10 0,13-1-9 0,-1 1-2 0,47 11-10 0,23 0 2 0,26 0-2 0,24 0 3 0,22 0-3 0,12 0-1 0,38 0-6 0,22-13 3 0,12 1 1 0,-1 0-3 0,-22 12 2 0,-13-13 3 0,1 13-4 0,0 0 1 0,-1 13 1 0,-11-1-1 0,-25 0-2 0,13-12 3 0,-12 0 0 0,11 0-1 0,1 0 0 0,-24 0 0 0,0 0 0 0,-1 0 1 0,12 0-1 0,2 13-1 0,-25-13 1 0,0 0 0 0,-12 0 0 0,-13 0 1 0,-22 0-1 0,10 0-1 0,-21 0 1 0,-2 0 0 0,0 0-1 0,-12 0 0 0,1 0 0 0,-12 11 0 0,-13-11-1 0,1 0 1 0,12 0 0 0,11 0 1 0,-12 0-1 0,-11 12 0 0,0-12 0 0,-24 0 1 0,22 0 0 0,-21 0 0 0,-1 0 0 0,-12 0 3 0,0 0-2 0,0-12-1 0,-1 12 0 0,-11 0 0 0,11 0 0 0,-11-11-29 0,0-2-97 0</inkml:trace>
  <inkml:trace contextRef="#ctx0" brushRef="#br0">18994 10978 54 0,'-25'-36'26'0,"14"36"-19"0,-1 11 0 0,-36 14-3 0,-11 10-4 0,-12 13 1 0,35-12-1 0,24-1 2 0,36 12 0 0,0 3 4 0,-12 21-1 0,-12 11 2 0,0-9-1 0,0 9 1 0,0 2 0 0,0-1-2 0,0 12 0 0,-12 0-2 0,0-11 1 0,0-13-2 0,24-35 1 0,22-12 2 0,38 0-3 0,35-1 0 0,49 1-1 0,22-12-20 0,37-12-118 0</inkml:trace>
  <inkml:trace contextRef="#ctx0" brushRef="#br0">24959 10787 0 0,'13'0'3'0,"34"0"28"0,25 11-11 0,11 2-5 0,-11-1-3 0,-25 0-2 0,-11 1-3 0,-25 21-1 0,-11-10 2 0,0 0-3 0,13-1-2 0,10 25 0 0,13 12-1 0,-24-1-1 0,-12-11 0 0,12 13-1 0,1 10 1 0,-2 0-1 0,1 13 1 0,-1-2 0 0,-11 2-1 0,0-13 0 0,0-59 0 0,0 70 0 0,13 14 0 0,-13-12 1 0,0-1-1 0,0 1 0 0,0 0 0 0,12-2 0 0,-1-9 0 0,1-15 3 0,0-22-3 0,-12 12 0 0,-12-14 0 0,-23-9 1 0,-12-13 0 0,-26-12 0 0,26-12 1 0,11 0 2 0,11-1-2 0,25 13-17 0,0 13-76 0</inkml:trace>
  <inkml:trace contextRef="#ctx0" brushRef="#br0">17982 12418 97 0,'0'0'0'0,"11"-46"23"0,-47 67-20 0,-36 4 0 0,-46 11 2 0,-1 12-1 0,24-2-1 0,59 4 0 0,36-4-1 0,12 2 0 0,-1 13 1 0,2 21 2 0,-1-11-1 0,-12 36-1 0,11 1-1 0,2 10 2 0,-13-10-1 0,-13-1-1 0,13-25-1 0,13-9 0 0,22-25 1 0,25-14-1 0,0-9 1 0,47-13-1 0,83-12-13 0,132-12-55 0,-191 0-1 0</inkml:trace>
  <inkml:trace contextRef="#ctx0" brushRef="#br0">24686 12537 32 0,'-12'-23'10'0,"-12"-14"5"0,36 14 4 0,24 12-1 0,46 11-4 0,27 23-4 0,-14 13-3 0,-60-1 0 0,-23-11 2 0,-12-12-1 0,0 13-3 0,0 9-2 0,12 14-1 0,12 12-2 0,0 24 0 0,-11 10 0 0,-2 38-2 0,12 23 1 0,0-13-1 0,2-24 0 0,-25-34 1 0,-25-36 2 0,-57-36 3 0,-61-24-1 0,-36-24-2 0,13 1-11 0,70 24-105 0</inkml:trace>
  <inkml:trace contextRef="#ctx0" brushRef="#br0">23590 13609 6 0,'-12'-12'16'0,"0"12"5"0,-24-11 2 0,-36 11-2 0,14-13 0 0,-2 1-8 0,37 12-3 0,0 0-3 0,-2 12-2 0,25 1-2 0,36-2 0 0,46-11-1 0,14 12-2 0,-13-1 0 0,-35-11 1 0,-36 13 1 0,-36-13 1 0,-48 0-1 0,-58 0 0 0,-25 0 0 0,12-13 0 0,96 13 1 0,47-11 0 0,83 11-2 0,48-12 0 0,-24 12-1 0,0 0 0 0,-35 0 0 0,-25 0 0 0,-47 0 2 0,-59 0-1 0,-60 0 0 0,0 0 0 0,35 0 1 0,60 0-2 0,60 0 1 0,71 0-1 0,36 0 1 0,-36 12-2 0,-71-12 1 0,-23 0 1 0,-13 0-1 0,-25-12 0 0,-34 24-31 0,11-1-75 0</inkml:trace>
  <inkml:trace contextRef="#ctx0" brushRef="#br0">11504 12895 45 0,'0'-12'11'0,"-12"12"8"0,-1 0 11 0,26 35-8 0,-1 13-10 0,-1-12-5 0,1 12-2 0,-12-14-1 0,0 16-1 0,0-16-1 0,0-10 0 0,12-11 1 0,-12-2-2 0,-12-22 6 0,-11-14-5 0,11-10-1 0,-1-13 0 0,2 1 0 0,11-13 2 0,-12 12-3 0,12-11 1 0,0 11-1 0,0 0 1 0,0-11 0 0,12-25-2 0,-12 25 1 0,11 22 1 0,2 3-1 0,22 10 0 0,1 11 0 0,23 26 0 0,-11 34 0 0,0 14-1 0,-24-3 1 0,-24-11 0 0,-12-10 0 0,-24-3 1 0,-36-9-1 0,1 11 0 0,-12-13-5 0,47 2-27 0,24-2-28 0,35-11-12 0</inkml:trace>
  <inkml:trace contextRef="#ctx0" brushRef="#br0">12087 12703 63 0,'-12'-23'32'0,"12"12"4"0,12 11-3 0,-12 59-13 0,12 12-9 0,0 1-3 0,-12-14-1 0,12 15-3 0,-12-38-2 0,0 1 0 0,0-36 0 0,0 11 1 0,0-22 2 0,0-12-4 0,0-25-1 0,0 0 1 0,0-11 0 0,12-1 0 0,1 12 0 0,-2-11 0 0,12 11-2 0,0 24 1 0,-10 12 0 0,-1 12 0 0,0 0 1 0,12 36-2 0,0 12-1 0,-2-2 1 0,3-9 1 0,-14-13 0 0,2-1 0 0,-1-23 0 0,12-23 1 0,11-13-1 0,1-10 0 0,-13-4 0 0,2 16 1 0,-1-3-1 0,-12 14 0 0,-1 23-1 0,13 47 1 0,-12 37 0 0,0 23 0 0,0-36 1 0,-12-35-1 0,0 12 0 0,0-48-8 0,0 0-38 0,12-48-52 0,-12 36 30 0</inkml:trace>
  <inkml:trace contextRef="#ctx0" brushRef="#br0">12849 12753 82 0,'0'0'0'0,"12"0"41"0,-12 34 7 0,0 26-26 0,-12-1-11 0,24 1-4 0,-1-24-3 0,2-13-1 0,-1 2-1 0,-12-25 1 0,0-13 0 0,-12-11-1 0,-1-35 0 0,13-12-1 0,-11-38 0 0,11 27 0 0,11 11 0 0,-11 11 1 0,25 1-1 0,22 23-2 0,13 13 0 0,12-2 1 0,-25 25 1 0,-11 0-2 0,0 0 0 0,-1 0-8 0,1 12-30 0,-13 1-13 0,-23 10-10 0,-11-12 10 0</inkml:trace>
  <inkml:trace contextRef="#ctx0" brushRef="#br0">12921 12716 42 0,'-49'24'27'0,"49"0"5"0,49-14-16 0,22-20-9 0,13-1-4 0,-1-14-6 0,-12 13-43 0,-48-1-30 0</inkml:trace>
  <inkml:trace contextRef="#ctx0" brushRef="#br0">22661 14490 72 0,'0'-24'14'0,"0"0"30"0,12 24-18 0,-12 48-10 0,-12 36-3 0,-11 21-4 0,10-21-3 0,13-13-2 0,0-46-1 0,-11 0 0 0,11-25-2 0,-12-37-26 0,-1 13-52 0,2 1-5 0</inkml:trace>
  <inkml:trace contextRef="#ctx0" brushRef="#br0">22553 14442 2 0,'0'0'9'0,"0"-23"35"0,0-1-16 0,0 0-2 0,-11 1-6 0,11 10-5 0,11-11-7 0,2 1-2 0,-1 12-1 0,24-2-3 0,0 1-1 0,-1 12 0 0,14 12-1 0,-2 22 0 0,-35 16 1 0,11 9-1 0,-12 0 2 0,-45-22 2 0,-14-14 0 0,-12 12 0 0,13-22-1 0,23-2-1 0,24 1 0 0,0-24-21 0,59 1-57 0,-23 11-1 0</inkml:trace>
  <inkml:trace contextRef="#ctx0" brushRef="#br0">23197 14395 52 0,'0'-24'23'0,"24"1"22"0,-24 23-22 0,0 47-8 0,-12 36-4 0,12 0-7 0,0-11-1 0,12-36-1 0,-12-13-1 0,0-23-2 0,0-13-23 0,0 3-38 0,-12-1-14 0</inkml:trace>
  <inkml:trace contextRef="#ctx0" brushRef="#br0">23245 14359 2 0,'0'0'4'0,"0"0"32"0,0 0-12 0,-12-11-2 0,12-2 0 0,0 13-4 0,0-12-5 0,12 12-5 0,0-12-3 0,0 12-2 0,13 0 0 0,-2 0 0 0,0 0-1 0,1 0-1 0,12 12 0 0,-12 24-1 0,-1 24-1 0,1-13 1 0,-12 24-1 0,-1 0 2 0,-22-10 0 0,-25-14 1 0,-24-11 3 0,1 0-1 0,12-24 0 0,-13-1-1 0,36-11 0 0,12 12-2 0,12-12 0 0,-11 0-1 0,11 0-1 0,0 0-38 0,11-12-79 0</inkml:trace>
  <inkml:trace contextRef="#ctx0" brushRef="#br0">23698 14478 25 0,'0'-25'16'0,"11"14"23"0,-22 11-21 0,-1 61-8 0,12 10-3 0,0 13-3 0,0-38 0 0,12-10-2 0,-12-24 0 0,11-12 2 0,-11-12-2 0,0-24-1 0,12-10-1 0,-12-27 1 0,0 2 1 0,0 10-1 0,-12 15 0 0,12 10 0 0,0 0-1 0,0 12 1 0,23 1-1 0,26-1 0 0,-1 24 0 0,-2-12 0 0,3 0 0 0,-13 12 0 0,-1-13 0 0,13 13 0 0,-1 0-6 0,-35 13-19 0,-12 11-26 0,-12-11-6 0</inkml:trace>
  <inkml:trace contextRef="#ctx0" brushRef="#br0">23709 14526 17 0,'-23'0'23'0,"23"0"14"0,46 11-12 0,61 1-13 0,-22 0-5 0,-25-12 0 0,-26-12-1 0,-9 0-4 0,-14 12 0 0,-11-11-3 0,-11 11-33 0,-1 0-59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3108 6954 12 0,'-11'11'6'0,"11"-11"-3"0,0 0 8 0,0 0-1 0,11 0-6 0,0 12 1 0,14-12 0 0,11-12-2 0,11 12-1 0,1 0 2 0,0-11 0 0,11-2 0 0,1 13-1 0,23-12-2 0,-11 12 0 0,-1 0 0 0,1-12 0 0,-13 12 2 0,23-11-1 0,15 11-2 0,-15-12 2 0,14 12 0 0,-13-11 0 0,13 11 1 0,-1-13-2 0,1 13 0 0,-2 0 0 0,14 0 0 0,-1-12 0 0,12 12 0 0,12 0 1 0,-12 0-1 0,12 0-1 0,-13 0 1 0,14 0 0 0,-1 0 0 0,0 0-1 0,1-12 2 0,-2-1-1 0,-11 13 2 0,11-11 1 0,2-1-2 0,10 12-1 0,1-11 0 0,13 11 0 0,-1-12 0 0,0 12 1 0,23-12 0 0,13 12-1 0,11 0 0 0,1-13-1 0,213 2 0 0,-213 11 0 0,-1 0 1 0,1 0-3 0,-13 0 3 0,-11-12-1 0,-1 12 1 0,14-11-3 0,8-2 2 0,-8 13 1 0,-3-12-1 0,3 12 0 0,-13 0-1 0,-1-12 2 0,12 12-1 0,12-13 0 0,2 13 0 0,-2 0 1 0,1 0 0 0,-13-10-1 0,13 10 1 0,-14-11-1 0,3-2 1 0,-3 1 0 0,-21 0-1 0,-1-1 0 0,-12 2 0 0,-1-1 0 0,13 1 0 0,-1-2 0 0,0 13-1 0,2-12 1 0,-1 0 0 0,-24 12 0 0,-12 0 0 0,-24-11 1 0,0 11-1 0,-36 0 1 0,-23 0-3 0,-24-12 4 0,-24 12 0 0,12-24 2 0,12 12-7 0,22-13-118 0</inkml:trace>
  <inkml:trace contextRef="#ctx0" brushRef="#br0">9729 6678 2 0,'12'-21'35'0,"-12"8"-6"0,-12 1-2 0,0 12-15 0,0 0-5 0,-11 25-3 0,10-14 0 0,2-1-1 0,11 15-2 0,11-13 1 0,14 1-1 0,-2-13-1 0,13-13 0 0,-11-11 1 0,-2 11 0 0,-23-8 0 0,0 8 0 0,-12-11 1 0,1 24 0 0,-2-13 0 0,1 26-1 0,-12 11 0 0,0 0-1 0,13 11 1 0,11-10-1 0,23-2-1 0,13-12 4 0,-24-22-2 0,1-25 0 0,-2 12 0 0,-11 1 1 0,-11 12 2 0,-14 11-3 0,-11 11-1 0,1 12 1 0,22 14-1 0,2-14 0 0,22 1 1 0,2-12-2 0,22-12 2 0,1-25 0 0,0-22 0 0,-24 10-1 0,-12 16 2 0,-12 8-1 0,-36 13-1 0,-11 13 0 0,10 21 1 0,26 3 0 0,10-3-1 0,38-9-1 0,11-2 1 0,23-23-1 0,-11-35 4 0,-1-12-4 0,-22 10 2 0,-14 14-3 0,-34 12 3 0,-13 11 1 0,-12 21 0 0,1 16-1 0,22-1-1 0,25 0-3 0,25-1 3 0,22-11 0 0,13-24 2 0,-13-13-4 0,1-21 3 0,-24-14-1 0,-12 12 1 0,-48-1-1 0,0 37 1 0,-12 13-2 0,1 35 2 0,23 0-1 0,12-13 1 0,48-11-1 0,11-24 0 0,12-24-1 0,-22-23 2 0,-25 0 0 0,-24 22-1 0,-12 13 0 0,-23 12 0 0,-12 37 1 0,10-3-1 0,37-9 1 0,12-13-1 0,12-12-8 0,48-12-147 0</inkml:trace>
  <inkml:trace contextRef="#ctx0" brushRef="#br0">9789 6739 12 0,'-11'-11'41'0,"11"-14"-5"0,0 13-15 0,0-11-14 0,11 12-6 0,-22 22 0 0,-14 24 3 0,-11 13 0 0,36-12-2 0,48-13 0 0,24-23-1 0,-25-35 0 0,-23-12 2 0,-36-24-2 0,-24 34 2 0,-12 13-2 0,1 35 1 0,-13 26-1 0,13 10 1 0,35 13-2 0,35-12 1 0,37-25-1 0,0-12 1 0,-12-34 0 0,-14-25 1 0,-21-11-1 0,-26 13 1 0,-21 33-2 0,-25 26 5 0,-2 21-4 0,13 14 0 0,25 0-2 0,59-13 0 0,35 1 0 0,24-48 2 0,-23-24 0 0,-60 1 0 0,-24-12 0 0,-48 34-2 0,-22 13 3 0,21 0 2 0,49 36-33 0,85 0-104 0</inkml:trace>
  <inkml:trace contextRef="#ctx0" brushRef="#br0">10253 6715 74 0,'0'0'0'0,"-35"-12"11"0,23 12 1 0,12 0-3 0,0 12-4 0,35-12-1 0,-23-24-1 0,0-10 7 0,-12 21-5 0,-24 1-2 0,-24 24 0 0,12 12 0 0,13-1-1 0,12 14-1 0,22-14 0 0,1-12 0 0,24-11 1 0,11-34-1 0,-23-16 1 0,-12 29-1 0,-36-4 1 0,-11 13-1 0,-14 12 0 0,15 37-1 0,-3-3 1 0,37 3-1 0,24-3 0 0,12-9 0 0,11-25 1 0,13-12 0 0,-24-35 0 0,-12-13 0 0,-12 12 1 0,-24 24-1 0,-12 12-1 0,-12 24 0 0,-11 24 0 0,-2 10-1 0,26-9 1 0,35 10 0 0,24-22 0 0,35-13 1 0,-11-12-1 0,-14-37 1 0,-10-22 0 0,-23-12 0 0,-49 35 0 0,-11 13-2 0,-1 34 1 0,0 37-1 0,25-2 1 0,10 15-1 0,49-25 1 0,0-24 0 0,12-24 1 0,-23-35 0 0,-25-3-1 0,-25 29 0 0,13 21-18 0,12 34-78 0,12-22 55 0</inkml:trace>
  <inkml:trace contextRef="#ctx0" brushRef="#br0">10706 6715 41 0,'-12'0'12'0,"-12"-12"12"0,24 0 0 0,0 12-10 0,0 0-9 0,24-13-5 0,-12-8 3 0,-12 8 0 0,-12 1 5 0,-24 12-6 0,-12 25 2 0,12 9-3 0,25 3 2 0,11-14-2 0,36 1 1 0,11-24-2 0,1-24 2 0,-25-24-1 0,2 2 1 0,-14 9 0 0,-22 13-1 0,-25 12 0 0,-12 12-1 0,24 12 2 0,-11 36-3 0,23-1 1 0,12 13 0 0,23-36 0 0,1 0-1 0,12-24 2 0,11-37 1 0,-11-34-1 0,-24 24 0 0,-1-1 0 0,-34 25 0 0,-13 10-2 0,2 37 2 0,-3 12-1 0,13 12-1 0,12-1 2 0,24-11-1 0,24-12-2 0,23-24 3 0,-11-24-1 0,-24-24 0 0,-12 2 1 0,-24-15 1 0,-24 49-2 0,-11 24-1 0,-13 12 1 0,13 24 0 0,35 12 0 0,12-13 0 0,35-12 0 0,13-23-1 0,-12-35 1 0,0-48 1 0,-25 0-1 0,-34 34 2 0,-13 37-3 0,-12 24-7 0,36 10-42 0,24 3-50 0</inkml:trace>
  <inkml:trace contextRef="#ctx0" brushRef="#br0">11182 6607 42 0,'0'0'8'0,"-24"-23"14"0,12 23 4 0,-11 0-11 0,11 12-7 0,-12 12-1 0,24 13-5 0,-12-16 0 0,35 4-2 0,2-25 4 0,10-12-4 0,1-22 2 0,-24-16 0 0,-12 3 0 0,-24 35-1 0,-24 12 4 0,-11 12-4 0,-1 24 2 0,36 0-4 0,24 10 1 0,37-9 0 0,10-13 2 0,1-24-2 0,-25-24 2 0,13-23-2 0,-12-1 3 0,-36 1-3 0,-24 34 0 0,-11 13 0 0,-13 36 0 0,24 12-1 0,12 11 1 0,48-11 0 0,12-24 0 0,11-12 0 0,1-12 1 0,0-48-1 0,-12-23 0 0,-23 10 2 0,-38 27-3 0,-11 34 1 0,-35 23 0 0,11 13-1 0,13 23 0 0,47-11 1 0,24 0 0 0,35-25 1 0,-12-23-1 0,1-35 0 0,-24-37 1 0,-12 26-1 0,-12-4 1 0,-36 50-1 0,-35 25-1 0,22 34 0 0,15-11 1 0,57-25 1 0,37 2 0 0,-1-50-1 0,-23-22 1 0,-36 10 0 0,-60 27-2 0,-11 10-25 0,35 23-97 0</inkml:trace>
  <inkml:trace contextRef="#ctx0" brushRef="#br0">9288 6751 4 0,'36'-36'44'0,"-36"24"-28"0,-11-13 19 0,-37 15-13 0,12 20-13 0,12 15-4 0,0 11-2 0,13-13 0 0,11 2-4 0,23-13 3 0,13-12-1 0,12-37 3 0,-1-22-4 0,-35 13 1 0,-24 33-1 0,-11 13 2 0,-37 13-2 0,-11 33 3 0,35 2-3 0,24 0 0 0,48-14-1 0,24-9 2 0,-1-13-1 0,-23-36 1 0,-13-35-1 0,1-25 0 0,-36 38-1 0,-23 33 1 0,-13 26 0 0,-24 33 1 0,13 2-2 0,34 11 2 0,38-23-1 0,35-12 1 0,11-24-1 0,-11-48 2 0,-24-12-1 0,-12 13 0 0,-60 23 0 0,-12 24-1 0,13 24 0 0,23 23-39 0,35-22-66 0</inkml:trace>
  <inkml:trace contextRef="#ctx0" brushRef="#br0">8681 6775 57 0,'0'0'6'0,"-24"-13"23"0,13 2-4 0,11 11-21 0,0 11-2 0,11-11 1 0,13 0 0 0,0-34 0 0,-24 9 3 0,-13 13-4 0,-33 24-1 0,-15 24 0 0,3 12 1 0,34-2-1 0,48-9 0 0,47-13 0 0,1-35 0 0,-25-26-1 0,-23-10 0 0,-24-24 1 0,-24 34-1 0,-23 14 3 0,-13 33-2 0,-1 27-1 0,3 23 1 0,34-25 0 0,48 1-1 0,24-12 1 0,23-11-1 0,-24-26 0 0,-12-24 1 0,1-34 0 0,-23 12-1 0,-26 13 1 0,-23 46-1 0,-10 0 0 0,-26 58 0 0,13 2 1 0,35-13-1 0,36-11 1 0,70-36-3 0,-10-12 4 0,-12-24-1 0,-60-83 1 0,-60 96-1 0,-23 23-2 0,-12 10 3 0,59 15-2 0,48 0-15 0,60 34-119 0</inkml:trace>
  <inkml:trace contextRef="#ctx0" brushRef="#br0">8015 6810 33 0,'0'0'10'0,"0"-48"-2"0,0 14 14 0,-11 9-4 0,-14 25 0 0,-23 36-5 0,12 12-7 0,13-2-4 0,46-21 0 0,37 0-1 0,23-38 0 0,-24-24 1 0,-34-9-1 0,-25-26 1 0,-25 35 3 0,-22 16-1 0,1 21-3 0,-3 34 0 0,1 26 0 0,25-1-1 0,34 1 1 0,49-36 0 0,10-12 0 0,-9-24 0 0,-13-49 1 0,-25 3-3 0,-23-14 3 0,-35 47-1 0,-13 25-1 0,-22 37 0 0,9 23 0 0,37-13 1 0,24 1-1 0,60-35 1 0,11-13-1 0,-11-37 1 0,-48-10 1 0,-12 10-1 0,-48 26-1 0,-11 22 0 0,-1 26 0 0,36-3 0 0,48 16-16 0,59-27-118 0</inkml:trace>
  <inkml:trace contextRef="#ctx0" brushRef="#br0">12028 6632 38 0,'-12'0'6'0,"-1"-12"12"0,2 12 3 0,-14 24-5 0,2 0-5 0,23 11-7 0,23-23-1 0,26 1-1 0,-2-26-1 0,-11-11 1 0,-24-10 0 0,-12-3 4 0,-24 13 2 0,0 1-3 0,-11 23-3 0,-1 11-1 0,-12 25-1 0,13 1-1 0,35 9 1 0,35-21 1 0,24-2 0 0,13-35 0 0,-24-12 0 0,-12-47 0 0,-24 23 2 0,-35 12-2 0,-26 24 1 0,-22 24-2 0,-1 35 0 0,25 3 0 0,23-16 1 0,24 3-1 0,59-3-1 0,13-21 2 0,-1-26 0 0,-23-34 1 0,-35-11-2 0,-38 8 2 0,-47 27-4 0,13 12 3 0,-2 22-1 0,15 37-11 0,70 23-57 0,34-46-10 0</inkml:trace>
  <inkml:trace contextRef="#ctx0" brushRef="#br0">13135 6548 30 0,'-12'-12'24'0,"-12"1"13"0,-11-1-12 0,-1 35-17 0,0 14-6 0,36 10 0 0,12-10-1 0,24-3 1 0,11-34 2 0,1 0-4 0,0-34 2 0,-24-16-1 0,-14 3 1 0,-10 23 4 0,-34 1-3 0,-14 23-2 0,0 12 0 0,1 23-2 0,24 12 1 0,23 3 0 0,34-16 1 0,25-10 0 0,2-24-1 0,-15-37 1 0,-21 3 0 0,-37-3-1 0,-35 26 1 0,-13 11 2 0,-12 24-5 0,49 13 3 0,35-3-16 0,107 3-111 0</inkml:trace>
  <inkml:trace contextRef="#ctx0" brushRef="#br0">14754 6513 42 0,'-23'-36'23'0,"10"24"6"0,2-12-10 0,-14 24-11 0,-11 24-4 0,25 0-3 0,11 12 0 0,36-13 1 0,36-23 3 0,-1 0-7 0,-11-23 6 0,-13-25-5 0,-11-11 6 0,-48 22 1 0,-59 26-2 0,-13 11-4 0,25 24 2 0,35 23-3 0,24 1 2 0,36-1 1 0,35-10-2 0,-11-26 0 0,-1-22 1 0,-35-26 1 0,-24 3-1 0,-48 9-1 0,-47 0 3 0,59 25-1 0,24 0-1 0,36 13-2 0,24-1-35 0,-36 13-61 0</inkml:trace>
  <inkml:trace contextRef="#ctx0" brushRef="#br0">6836 6751 12 0,'0'0'22'0,"-25"-23"7"0,14 23-13 0,-1-13-3 0,-12 37 1 0,-1 24-6 0,15-13-4 0,20 1-2 0,51-24 1 0,10-36-1 0,-24-12 1 0,-34-23 1 0,-60-1 7 0,-13 47-7 0,-12 13-2 0,-11 37-1 0,12 10 1 0,46 1-3 0,25-12 2 0,36 1-1 0,48-26 1 0,-38-35 0 0,-10-24 1 0,-36 13-1 0,-36 10 2 0,-34 14 0 0,-26 35 2 0,25 0-3 0,24 23-1 0,58-10-47 0,25-14-46 0</inkml:trace>
  <inkml:trace contextRef="#ctx0" brushRef="#br0">5670 6833 34 0,'-25'-34'35'0,"-23"-14"2"0,12 25-17 0,25 10-11 0,-25 60-6 0,-12 13 0 0,24 12-2 0,24-25 1 0,24-23 0 0,12-24 1 0,12-36 1 0,-25-35-1 0,-23 0-2 0,-12 35 0 0,-35 24 0 0,-25 24 1 0,12 36-1 0,24-14 0 0,25 16 0 0,22-16-1 0,38-10 0 0,9-24 1 0,-9-24 0 0,-13-35 2 0,-13 0-2 0,-23 11 0 0,-23 25 0 0,-26 34-1 0,-9 25 1 0,22 11-1 0,23-11 1 0,50-11-1 0,22-25 0 0,1-37 2 0,-73 13-3 0,-23 24-40 0,0 24-81 0</inkml:trace>
  <inkml:trace contextRef="#ctx0" brushRef="#br0">3525 6917 30 0,'-12'0'15'0,"-47"-11"16"0,11 11-4 0,1 0-14 0,11 23-4 0,13 25-3 0,23 0-4 0,23-14 1 0,13-21-2 0,11-26 2 0,-23-21 1 0,-12-26 6 0,-12 12-4 0,-24 25 1 0,-12 23-6 0,-12 23 1 0,14 14-2 0,9 10 2 0,25-10-3 0,36 9 1 0,23-21-1 0,13-14 2 0,-14-35-1 0,-9-23 3 0,-49-25-2 0,-24 24 0 0,-35 25 1 0,-14 23 0 0,14 35 0 0,25 12-1 0,45-22-3 0,60-13 3 0,13-24-1 0,-25-47 1 0,-59 22 1 0,-35 3-1 0,-49 34-1 0,37 23-14 0,58 0-122 0</inkml:trace>
  <inkml:trace contextRef="#ctx0" brushRef="#br1">6300 5286 0 0,'0'0'0'0,"0"0"4"0,0 0-3 0,12 0 2 0,12 0 3 0,-13 0 0 0,25 0-1 0,0 0-1 0,11 0-4 0,1 12 2 0,0-12 0 0,-1 11 1 0,1 2 4 0,0-13 1 0,11 0-3 0,13 0-2 0,-1 0 0 0,1-13-2 0,-1 2 1 0,-11-12-1 0,-14 23 0 0,15 0 3 0,-15 0-2 0,3-12-1 0,10 0-1 0,-23-1 1 0,1 2 0 0,-3-1 1 0,2 1-1 0,0-2 0 0,12-11 0 0,-2 1 1 0,3-1-1 0,-1 0 1 0,0 11-1 0,-14-10 0 0,15 12 0 0,-2-26 0 0,-11 14 0 0,13-1-1 0,-3 0 1 0,1-12 1 0,-10 1-1 0,10 11 0 0,-11-24 0 0,12 13 1 0,-13-1 0 0,14 0 0 0,-15-12 0 0,14-11-1 0,0-1 1 0,-12 1-1 0,-2 11 1 0,2-11-1 0,13-1-1 0,-13-11 1 0,-1 10 1 0,1 3-2 0,-13-14 1 0,13 13-1 0,0-12 0 0,12 11 0 0,-12-12 1 0,10 12-1 0,-9 1-1 0,-1 13 1 0,11-15 0 0,12 1-1 0,-23 13 1 0,12-1 1 0,-12 1-2 0,0 11 0 0,11-12 2 0,1 14-2 0,-12 9 1 0,-14 0-1 0,14 14 2 0,13-1-2 0,-2 1 2 0,0 11-2 0,14 0 2 0,-2 0-2 0,0 11 1 0,0 1-2 0,2-1 3 0,-2 14-3 0,-11 0 3 0,12 9-2 0,-2-10 2 0,3 12 0 0,-14 12-1 0,1-14-1 0,-2 3 3 0,3-1-3 0,-1-1 2 0,-2 1-3 0,-10 0 3 0,13 10-1 0,-14 4 1 0,26-3-3 0,-14 0 3 0,-1 1-2 0,3 11 1 0,-1 0 1 0,-2-9-1 0,15 8 0 0,-13-11 0 0,-1 1 2 0,1 12-1 0,-1-13-3 0,13 1 2 0,-13 0 0 0,12-2-1 0,1 4 0 0,0-3 1 0,-1 0-1 0,1 1 1 0,12-1 0 0,-13-10 0 0,23-3 0 0,-10 3 1 0,12-3-1 0,0-9 0 0,11 0 0 0,0 9-2 0,-1-9 2 0,3-2 0 0,-2-11-1 0,0 12 1 0,-1-12 0 0,3 0 1 0,21-12-1 0,-9 0-2 0,-3 0 3 0,-12 0-1 0,3 0 0 0,-15 0 0 0,14 13 1 0,0-2-1 0,-25-11 0 0,0 0 0 0,-11 12 1 0,-37-12-1 0,2 0 0 0,-14 0 2 0,1-12-12 0,-12 12-88 0</inkml:trace>
  <inkml:trace contextRef="#ctx0" brushRef="#br1">9575 2679 14 0,'0'0'0'0,"-24"0"17"0,12 0 1 0,12 0 8 0,-13 24-13 0,2 23-9 0,11 0-3 0,0 3-3 0,11-16-61 0,-11-34 42 0</inkml:trace>
  <inkml:trace contextRef="#ctx0" brushRef="#br1">9551 3299 64 0,'0'0'0'0,"-25"23"2"0,25 1-1 0,13 0-1 0,-1-1 1 0,0 25-1 0,0-1-58 0,-12-35 48 0</inkml:trace>
  <inkml:trace contextRef="#ctx0" brushRef="#br1">9646 3846 9 0,'0'0'5'0,"-13"35"12"0,2 13-12 0,11 0-8 0,11-1-26 0</inkml:trace>
  <inkml:trace contextRef="#ctx0" brushRef="#br1">9633 4310 0 0,'0'0'0'0,"13"72"0"0</inkml:trace>
  <inkml:trace contextRef="#ctx0" brushRef="#br1">9717 4643 8 0,'0'48'21'0,"-12"13"-9"0,12 21-10 0,24 25-33 0,-24-12 20 0,-12-11 12 0,0-13 6 0,12 13-5 0,12 11-13 0</inkml:trace>
  <inkml:trace contextRef="#ctx0" brushRef="#br1">9705 5572 0 0,'-11'36'12'0,"11"23"-7"0,11 37-18 0</inkml:trace>
  <inkml:trace contextRef="#ctx0" brushRef="#br1">9753 6192 40 0,'-12'23'10'0,"-12"49"-6"0,48 11-12 0,-12-12 1 0,-12 13 5 0,-12 23 2 0,12 12-1 0,48 24-25 0,-36-108 16 0</inkml:trace>
  <inkml:trace contextRef="#ctx0" brushRef="#br1">9920 7227 11 0,'0'0'0'0,"-12"83"34"0,0 1-33 0,48 59-21 0,-12-60 1 0</inkml:trace>
  <inkml:trace contextRef="#ctx0" brushRef="#br1">10003 7976 4 0,'-35'37'9'0,"11"-24"-15"0</inkml:trace>
  <inkml:trace contextRef="#ctx0" brushRef="#br1">1417 10620 30 0,'0'-11'28'0,"12"11"-18"0,12 11 2 0,-24-11 3 0,24 12-2 0,0-12-3 0,35 0-5 0,0 0-1 0,-10 0-3 0,9 0-1 0,-22 11 1 0,0 2 0 0,37-1 0 0,9-12 1 0,2-12-1 0,-1-1-2 0,0-10 2 0,0 0-1 0,1-13-1 0,23 0 1 0,11-1 1 0,14-21 0 0,-24-2 0 0,-25 13-1 0,-25-1 1 0,14-11-1 0,-1 0 1 0,14-25-3 0,-2 13 3 0,-23-13 0 0,-1 1 2 0,-11-1 0 0,23 1-2 0,1-1 1 0,-1-11-2 0,-11 1 1 0,-13-2 1 0,1 0 1 0,10-11-2 0,27-12-1 0,-14 24 3 0,13-12-2 0,-13 24-1 0,-11-26 1 0,11 27-1 0,1 11 1 0,-1-2 0 0,0 27-2 0,-11-2 0 0,-1 0 2 0,25 25 0 0,-2-1-3 0,-9 12 3 0,-26 12-1 0,25 0 2 0,-13 12-1 0,12 12 1 0,13-1-2 0,-12 14-1 0,-1 10 3 0,0 11-1 0,12 3-1 0,1 10 0 0,-12 2 0 0,11 21-1 0,0 1 1 0,1 0-1 0,34 2 2 0,-10-3-2 0,-14 13 0 0,2 0 2 0,12 0-2 0,10 1 1 0,-10-13 0 0,-1-1 0 0,12 14 2 0,12-1-2 0,0-12 0 0,24 13-1 0,-24-13 0 0,-12-12 1 0,0-11 1 0,0-12-1 0,-12-26 1 0,-22-9-2 0,-28-25 2 0,-8 0 2 0,-37-25-2 0,-60 2-55 0,-1 12-50 0</inkml:trace>
  <inkml:trace contextRef="#ctx0" brushRef="#br1">4347 10764 66 0,'-131'-60'-13'0,"24"24"-23"0,58 11 23 0,49 14 9 0</inkml:trace>
  <inkml:trace contextRef="#ctx0" brushRef="#br1">3679 10835 39 0,'-11'13'3'0,"-1"8"0"0,48-8 5 0,23-1-5 0,1 0 5 0,10-12 1 0,15-12-3 0,34-23-2 0,12-26-2 0,12-10 0 0,11 0-1 0,-11-24 1 0,0-12-1 0,12-24 2 0,1-12 1 0,-14 12-2 0,1 0-1 0,-24-11 0 0,24-2-1 0,-24 1 3 0,0-11-1 0,-24 22 0 0,-11 14 0 0,-13-13-1 0,12 11 0 0,25 13 0 0,-1 0-2 0,0 12 0 0,12 23 2 0,0 13 0 0,0 11-1 0,0 13 0 0,0 10 0 0,-12 14 1 0,12 11-1 0,-23 24 1 0,11 23 0 0,12 14-1 0,11 10 1 0,-10 34-2 0,-2 16 1 0,-11 9-2 0,13 0 1 0,-12 14 1 0,11-12-1 0,12-2 1 0,-24 13-1 0,0-1 1 0,12 2-1 0,0-1-1 0,1-24 2 0,10-12 1 0,12-13-1 0,-22-21 1 0,-1-25-1 0,0-25 0 0,-23-23-11 0,-49-71-50 0,-47 59 29 0</inkml:trace>
  <inkml:trace contextRef="#ctx0" brushRef="#br1">5693 10823 52 0,'-12'0'8'0,"-24"0"-5"0,48 12 1 0,58-24 0 0,26-24 3 0,23-12 5 0,24-11-8 0,12-12-1 0,-1-13-1 0,14-11 2 0,-1-12 0 0,11-25-2 0,1 2 0 0,-24-13 0 0,-1 24-3 0,-23-25 3 0,0 2-1 0,1-13 1 0,-14 24 0 0,-10-23-3 0,-1-26 2 0,11 14-1 0,-9 35 1 0,-27 13 0 0,14-3-1 0,11-34 1 0,0 50 0 0,0 57-1 0,0 0-1 0,1 23 0 0,10 2 1 0,14 23 0 0,22 12 1 0,-11 36-2 0,0 36 1 0,-12 11-2 0,12 47 2 0,0 36 0 0,12 25-1 0,22 0-1 0,4 11-1 0,-15 12 1 0,24-23 1 0,14-38 1 0,9-21-1 0,-34-12 2 0,-26-37 0 0,-10-48-2 0,-11-34-27 0,-72-26-48 0</inkml:trace>
  <inkml:trace contextRef="#ctx0" brushRef="#br1">7872 10942 56 0,'0'0'2'0,"12"-12"-1"0,71-12 2 0,47-23 2 0,13-25 1 0,25-11-2 0,9-1 0 0,-9-23 5 0,-25 11-5 0,-12-34-3 0,12-25 1 0,0-12-1 0,-12 12 2 0,-12-11-2 0,-24-12-1 0,12-25 1 0,12 25-1 0,-12 36 1 0,-12 33 0 0,12-45 0 0,1-25-1 0,-1 60 0 0,-13 36 0 0,3 23 0 0,10-23-1 0,0-13 2 0,12 49-1 0,-12 35-1 0,-12 12 3 0,1 12-1 0,-13 1 0 0,11 33 1 0,3 26-3 0,-2 23 1 0,0 23-1 0,12 14 0 0,12 35 0 0,0 11 1 0,13 2-1 0,-1-2 0 0,-1-25 1 0,-10 15-1 0,21-26 1 0,2-21 1 0,1-16 0 0,-14-21-1 0,-10-36 1 0,-25-12 1 0,-11-36 0 0,-1 0-6 0,-23-24-15 0,-48 12-59 0</inkml:trace>
  <inkml:trace contextRef="#ctx0" brushRef="#br1">9753 10716 64 0,'0'0'0'0,"-12"0"-4"0,36-12 1 0,48-12 6 0,11 0 3 0,24-23-1 0,23-13-3 0,26-11 0 0,-1-13 0 0,-1-11-1 0,0-36-1 0,2-35 2 0,10-13 1 0,-21 24 2 0,-15 0-5 0,24-47 0 0,1-24 2 0,0 23-1 0,-36 84 1 0,-12-11-1 0,24-38 0 0,23-11 0 0,25 61 0 0,-23 58-1 0,-14 24 0 0,-11 1 1 0,-11 11 0 0,-1 24 3 0,0 24-2 0,-1 47 0 0,2 36 0 0,-2 35-2 0,14 50-1 0,11 34 0 0,12 13 0 0,-1-2 1 0,13 1-1 0,0-35 0 0,23-37 0 0,1-47 2 0,-25-47 0 0,-23-60-3 0,-34-60-20 0,-75 0-53 0</inkml:trace>
  <inkml:trace contextRef="#ctx0" brushRef="#br1">11611 10478 61 0,'0'0'4'0,"83"10"-1"0,-11-20 9 0,35-14-3 0,23-24-4 0,38-35 0 0,-2-12-2 0,-23-1-1 0,-12-11 2 0,12-37-1 0,-12-21-1 0,24-14-1 0,22-13-1 0,-21 39 1 0,-13 9 1 0,-25 2-1 0,2-1 0 0,11-47 1 0,-1 58 1 0,-10 37 1 0,-12 12-3 0,22-12 1 0,25-1-1 0,12 37-1 0,-24 22 2 0,-24 26 0 0,0 11-1 0,11 24 0 0,-10 36-1 0,-2 11-2 0,2 61 1 0,-1 10 1 0,0 60-1 0,11 1 1 0,13-1-1 0,-11 12 1 0,-1-11-2 0,12-25 1 0,-23-82 2 0,116 47-3 0,-104-97 2 0,-72-46 0 0,-24-34-7 0,-49 10-79 0</inkml:trace>
  <inkml:trace contextRef="#ctx0" brushRef="#br1">4013 11740 1 0,'0'0'5'0,"0"-12"21"0,0-1 2 0,0 2-8 0,0 11-3 0,0 0 8 0,0 11-16 0,11 26-4 0,14-3-1 0,-1 27-1 0,12 10 0 0,-13 23 0 0,1 3-1 0,25 11 0 0,-15 22-2 0,14 0-1 0,-24 2 1 0,12 12 2 0,-24-2-2 0,12 0 2 0,11 1-3 0,-23 0 0 0,12-12 1 0,-1 12 1 0,-10-36 0 0,10-24-1 0,-10 13 0 0,-2-25 1 0,2-24 0 0,-2-10 0 0,-11-3 0 0,12-21 1 0,-12-26-3 0,-12-45-109 0,12 45 71 0</inkml:trace>
  <inkml:trace contextRef="#ctx0" brushRef="#br1">4205 11644 29 0,'0'0'5'0,"-13"-34"14"0,26-3 9 0,-13 1 2 0,0 12-5 0,11 24-13 0,-11 13-7 0,12 34-2 0,-1 61 1 0,2 22-1 0,-1 50 0 0,22-4-2 0,-21 16 2 0,23-14-2 0,-12 1 1 0,0 11 0 0,-1-23-1 0,-11 12 0 0,12 0 0 0,-1-13 1 0,2 1-1 0,-14-1 1 0,13 1-1 0,0-12 2 0,-1 23-1 0,-10-11 0 0,-1-12 1 0,-1-23 1 0,2-2-1 0,-13-59-1 0,12-46-1 0,-12-25-10 0,11-60-129 0,-11 48 93 0</inkml:trace>
  <inkml:trace contextRef="#ctx0" brushRef="#br1">4633 15228 54 0,'0'-13'1'0,"-24"26"-1"0,-1-1 0 0,25 0 4 0,-23 1 16 0,23-2 0 0,0-11-10 0,12 12-2 0,-1-12-4 0,38 11-1 0,22-11 0 0,24 0 1 0,48-11 0 0,36-25-1 0,10 24-1 0,3 0-1 0,22-12-3 0,36 1 4 0,24-14 0 0,48 26-4 0,23-12 2 0,0-14 0 0,1 2-1 0,35 11 2 0,12-12-1 0,35 0 0 0,1 1 1 0,11 12 1 0,-10-14-5 0,-14 1 2 0,1 1 0 0,24 11 1 0,-1 1-1 0,1 10 0 0,-12 1 1 0,-2 0-1 0,-33-11 1 0,11 23 1 0,-24-11-1 0,0 11 0 0,-35 0 0 0,-13 0 1 0,-24 0-1 0,-23 11 1 0,-36-11-1 0,-23 10 0 0,-61-10 1 0,-47 0 4 0,-35-10 2 0,-38-1 1 0,-21-14-5 0,-1 13-16 0,-24-1-130 0</inkml:trace>
  <inkml:trace contextRef="#ctx0" brushRef="#br1">1334 12716 31 0,'0'-24'14'0,"0"24"-3"0,-12-23 39 0,12 10-23 0,0 13-7 0,0 0-5 0,12 60-5 0,-12 23 0 0,-12 13-4 0,12-1-1 0,0-12-3 0,0-22 1 0,0-3 0 0,0-34 0 0,0-1-2 0,12-10 0 0,24-1 2 0,11-37 2 0,1 14-5 0,0-1 0 0,-14 12-14 0,2-24-23 0,0 12-14 0,13-23 3 0,-14-13 29 0,-12 1 22 0,-10-1 23 0,-13 12 9 0,0 24-3 0,12 12-6 0,-12 36-9 0,11 24-8 0,2 11-6 0,-1-24-1 0,11-23-1 0,13-11-5 0,0-38-56 0,0-34-62 0</inkml:trace>
  <inkml:trace contextRef="#ctx0" brushRef="#br1">1810 12787 68 0,'-12'0'4'0,"1"0"-4"0,58 0-70 0</inkml:trace>
  <inkml:trace contextRef="#ctx0" brushRef="#br1">2037 12680 49 0,'-12'-11'30'0,"0"22"-1"0,12 37-8 0,12 48-12 0,-12-14-4 0,12 2-2 0,0-1-2 0,0-22-1 0,-2-40 0 0,3-55-1 0,-1-37-7 0,12 11 0 0,12 12 2 0,0 24 4 0,11 1 0 0,-36 11 2 0,-11 12 1 0,-23 35 6 0,-12 13-3 0,23-1-2 0,12 1-1 0,47-12-1 0,1-24-2 0,23 0 1 0,1-49-3 0,11 3 0 0,-23-14 4 0,-26 0 0 0,-21 12 1 0,-48 13 1 0,11 23 2 0,-12 23-1 0,11 25 0 0,14-1-1 0,47 1-2 0,12-12 0 0,35-36-20 0,13-24-43 0,-49-12 12 0</inkml:trace>
  <inkml:trace contextRef="#ctx0" brushRef="#br1">2930 12548 19 0,'-12'-23'21'0,"0"0"-4"0,0 23-9 0,0-12 4 0,12 12 0 0,-12 58 6 0,12 26-6 0,0 24-7 0,12-24-3 0,24-13-2 0,-12-24 0 0,10-23 0 0,15-24-2 0,-13-24-3 0,0-12 1 0,-1 1 3 0,-12-1 1 0,-10 12 0 0,-1 12 1 0,-12 12 2 0,0 25 2 0,0 22-2 0,0 0-4 0,11-11-5 0,2-24-38 0,-1 1-24 0</inkml:trace>
  <inkml:trace contextRef="#ctx0" brushRef="#br1">3323 12514 17 0,'-12'-24'22'0,"1"11"19"0,-2 38-19 0,13 58-8 0,13 1-7 0,-2-13-4 0,1-47-2 0,-1-24 2 0,-11-61-4 0,0 38 0 0,13 12-1 0,-1 45 2 0,11 27 1 0,1-26-2 0,0-10 1 0,12-25-1 0,11-50 0 0,-11 16 1 0,-24 22 1 0,-12 37 1 0,0 9 0 0,24 3-2 0,-1-26 1 0,-11-11-1 0,-12-24-2 0,-35-13 0 0,-14 27 3 0,26-1-1 0,23-2-1 0,59 1-1 0,1 0-3 0,-24 12 4 0,-25 24 2 0,2 10 0 0,10-9-1 0,37-25 1 0,0-12-2 0,-35-11 0 0,-25-1 1 0,-49 12 0 0,25 12 0 0,24 0-1 0,0 0 0 0,24 0-3 0,12 0-4 0,11 0-2 0,25 0-5 0,11-12 9 0,-36-1 7 0,-47-10 7 0,-11 12 3 0,-1-2-6 0,-12 26-4 0,-1 10 2 0,14 13-2 0,22-24 0 0,38-12-2 0,-1-37-4 0,-25-22 4 0,-11-24 2 0,-12 12 2 0,-12 71 11 0,12 35-4 0,-12 49-6 0,12-1-4 0,12-1-17 0,-35-21-84 0</inkml:trace>
  <inkml:trace contextRef="#ctx0" brushRef="#br1">10325 11466 23 0,'0'0'0'0,"-12"-11"32"0,12 11-1 0,0 0-9 0,0 0-7 0,0 0-3 0,-12 0-6 0,12 0-2 0,0 23 1 0,0 0-3 0,-12 2 1 0,12-2-1 0,0-12 0 0,12 2-1 0,12-13 0 0,0 0 0 0,-14-13 0 0,3 2 0 0,-1-1 0 0,-12-24 0 0,0 13 1 0,-12 0-1 0,-1-2 0 0,-8 13 1 0,-16 12-1 0,13 12 0 0,12 0 0 0,0 24-1 0,0 12 1 0,12-14-1 0,24 3 0 0,12-24 1 0,12-2 0 0,-13-11 0 0,1-24 0 0,-12-24 0 0,-12 25 0 0,-12-25-1 0,0 25 1 0,-12-2-1 0,-24 0 0 0,12 14 1 0,-11 11-1 0,-1 0 0 0,0 24 0 0,12 13 0 0,12-3-1 0,0-10 2 0,24 12-1 0,12-12 0 0,0 0-1 0,0-11 2 0,1-13-2 0,9-13 2 0,-22-24-1 0,12 14 2 0,-12-1-2 0,-12-11-1 0,0 12 2 0,0 10-2 0,-12 1 3 0,-1 0-2 0,-10-1 0 0,0 13-1 0,12 0 1 0,-14 13 0 0,13 11 1 0,0-11-1 0,0 10-1 0,12 12 0 0,0-11 1 0,0-1 1 0,12-10-1 0,12-1 0 0,1 0-1 0,-4-12 1 0,4-12 1 0,-1 0-1 0,-1-24 0 0,-10 12 1 0,-13 0-1 0,0-10 0 0,-24 9 1 0,12 13-2 0,-1-1 2 0,2 13-2 0,-14 0 2 0,4 0-1 0,-4 0 0 0,1 25-1 0,12-13 1 0,0 24-1 0,12-1 2 0,0-11-2 0,24 24 1 0,-12-23 0 0,25-14 0 0,-16-11 0 0,28 0 0 0,-13 0 0 0,0-11 1 0,-25-26-1 0,0 1 0 0,-11 0 0 0,0 1 0 0,-22 24 0 0,-2 11 0 0,-1 11 0 0,14 1-21 0,47 11-138 0</inkml:trace>
  <inkml:trace contextRef="#ctx0" brushRef="#br1">9205 12585 39 0,'0'-12'21'0,"0"0"14"0,13-12 7 0,-13 1-7 0,0 23-13 0,0-12-9 0,-13 12-8 0,13 0-5 0,-12-12 6 0,12 12-4 0,-12 0-1 0,-11 24-1 0,10-1 0 0,2 1 1 0,11-24-1 0,0-13 3 0,24-10-1 0,-24 12-1 0,12-13 0 0,-12 11 2 0,-12-10 0 0,-12 23-1 0,12-11-1 0,-12 22-1 0,-1 12 1 0,15 2-1 0,10-2 0 0,23-11 0 0,13-1 0 0,0-11 0 0,-13-34 2 0,1 10-1 0,-11-12 0 0,-13 12 0 0,-25 0 1 0,2 24-2 0,-2 0 0 0,2 24-2 0,10 0 3 0,13-24-2 0,-11 36 1 0,22-12 0 0,2-1 0 0,35-23 1 0,-13-23-1 0,-22-14 1 0,-13 14 0 0,-25 12 0 0,-10-2-1 0,-1 13 0 0,12 24-11 0,-1 36-98 0,25-37 7 0</inkml:trace>
  <inkml:trace contextRef="#ctx0" brushRef="#br1">8253 13276 34 0,'0'-12'24'0,"0"0"12"0,0-12-16 0,0 12-4 0,0 1-4 0,0 22-2 0,-13 12-10 0,-10 2-1 0,23 21 1 0,0-21 0 0,0 0 0 0,0-14 1 0,12-11 2 0,-1-24-1 0,14 12 0 0,-25 0-1 0,0-1 1 0,0-10 1 0,0 12-2 0,-25 11 1 0,-11 0-1 0,0 11 0 0,14 12 1 0,-14 2-2 0,23-13 0 0,13 1 0 0,0-2 0 0,13 1 0 0,11-12 1 0,-12 0-1 0,-1-23 0 0,-11-2 0 0,11 0 0 0,-22 14 2 0,0 11 0 0,-25 0-1 0,0 24-1 0,12 0 0 0,12 0 0 0,12 11 0 0,48-23 0 0,12-24-1 0,-13-34 0 0,-36 9 3 0,-34 13-2 0,-12 12 1 0,-14 35-38 0,-10 50-74 0</inkml:trace>
  <inkml:trace contextRef="#ctx0" brushRef="#br1">6193 14633 42 0,'0'-12'14'0,"-12"12"22"0,0-13-3 0,0 13-18 0,0 13-9 0,12 11-2 0,0-11-3 0,0-13 1 0,36 0 1 0,-2-25 0 0,-9 0 2 0,-25-9 4 0,0 21-2 0,-12 1-4 0,-11 24-2 0,-1 24 0 0,24-12-1 0,34-24 0 0,27 0 0 0,-50-24 2 0,-34 24-9 0,-13 11-153 0</inkml:trace>
  <inkml:trace contextRef="#ctx0" brushRef="#br1">12361 12299 54 0,'0'0'8'0,"-13"-24"27"0,2 12 3 0,11-11-12 0,-12 23-12 0,-11 11-6 0,-13 1-4 0,12 13-3 0,12 9 0 0,12-9-1 0,24 0 0 0,-12-14 3 0,12-22 2 0,-12-39-5 0,-12 16 6 0,0 9 0 0,-12 13 1 0,-24 12-8 0,24 12 2 0,0-12-1 0,12 0-9 0,72 48-155 0</inkml:trace>
  <inkml:trace contextRef="#ctx0" brushRef="#br1">13396 12799 28 0,'0'0'12'0,"0"0"24"0,0 0 1 0,0 0-4 0,13-25-6 0,-13 15-11 0,0-14-7 0,0 12-5 0,-13 12-3 0,13 0 1 0,-23 12-2 0,12 12 1 0,11-1-1 0,11 1 0 0,12 0 0 0,13-12 0 0,-11-24 0 0,-14 12 4 0,1-24-2 0,-12 24 3 0,-23-12-3 0,11 24 0 0,-12-12-3 0,12 13 3 0,12-13-4 0,0 0-30 0,48 11-129 0</inkml:trace>
  <inkml:trace contextRef="#ctx0" brushRef="#br1">15410 13812 58 0,'0'-25'21'0,"-12"2"28"0,1 0-15 0,11 10-16 0,-13 1-9 0,1 12-6 0,-24 12-1 0,12 1-1 0,12-2-1 0,0 12 0 0,24-11 1 0,0 0 0 0,24-12 1 0,0-24 0 0,-12 1-1 0,-12 23 7 0,-24-11-3 0,-12-2-3 0,0 1-1 0,24 12-20 0,12 25-135 0</inkml:trace>
  <inkml:trace contextRef="#ctx0" brushRef="#br1">10395 11501 61 0,'-11'-23'18'0,"11"11"-5"0,11 1 4 0,-11-14 2 0,0-11 31 0,0 24-36 0,-11 12-6 0,-14 0-4 0,-21 12-1 0,10 24-1 0,0 12 0 0,13 0 0 0,23-1-2 0,11-10 1 0,13-26 1 0,-12-1 0 0,24-20 1 0,12-14-2 0,-13-24 2 0,-24 25-2 0,-11-14 3 0,0 14-2 0,-11-1 0 0,-1 24-1 0,-11-12 1 0,-25 37-2 0,24-2 2 0,0 0-2 0,12 2 0 0,12 9-1 0,24-9 2 0,0 0-1 0,12-25 3 0,-2 0-3 0,15-25 2 0,-13-11-2 0,-12 0 2 0,-24 1 0 0,0-1-1 0,-24 12-1 0,0 11 2 0,-12 13-1 0,1 13-1 0,-1 11 1 0,0 12-1 0,12-1-1 0,24 1 1 0,12 0 0 0,12-11-1 0,12-4 2 0,-12-21-1 0,11 0 1 0,-11-34-1 0,-1-14 2 0,-23 12-2 0,-23 1 0 0,-1 12 0 0,-1 10 0 0,-9 13 0 0,-2 36 0 0,12-1 0 0,0 12 0 0,24 3 0 0,24-16 0 0,24-10 0 0,11 0 0 0,13-48 0 0,-25 0 0 0,-36-23 0 0,-11 10 0 0,-46 14 0 0,-2 23 0 0,12 12 0 0,13 12 0 0,23 0 0 0,0-11 0 0,0-13 0 0,10 0 0 0,-10 0 0 0,-10-13 0 0,10 13-39 0,0 34-134 0</inkml:trace>
  <inkml:trace contextRef="#ctx0" brushRef="#br1">12218 12263 7 0,'0'0'0'0,"12"-12"70"0,-12 1-31 0,0-1-19 0,-12 12-8 0,12 0-9 0,-13 12-1 0,2-1 0 0,-12 1-1 0,23 13 2 0,11-25 1 0,12 11 0 0,2-22-2 0,-13-2 1 0,12-22-1 0,-24 12 3 0,0-2 1 0,-12 13-2 0,-12-1-2 0,-1 13-1 0,-9 13-1 0,-2 11 1 0,24 0-1 0,0-1 0 0,12 1 2 0,37-11-1 0,-3-13 1 0,14 0 0 0,-24-13-1 0,-12-11 1 0,-12 1 0 0,-12-1-1 0,-12 24 0 0,-1 0-1 0,2 24 0 0,12-12 0 0,11-1 1 0,0 1 2 0,23-35 0 0,-23 23-8 0,11 35-156 0</inkml:trace>
  <inkml:trace contextRef="#ctx0" brushRef="#br1">13577 12740 11 0,'0'0'45'0,"-13"-24"4"0,1 24-30 0,-12 0-6 0,-12 12-4 0,12 13-1 0,1-4-4 0,10-8-3 0,13 11 1 0,0-11 1 0,13-2-1 0,10-11 0 0,1-11 0 0,0-14 0 0,-12 13 0 0,-12-11 2 0,-12 12 2 0,-12-2-3 0,0 26-1 0,-12-2-2 0,13 12 2 0,23-11-1 0,0 13-1 0,23-14 2 0,2-11 0 0,10 0-1 0,-23-11 1 0,-12-14 0 0,0 0 3 0,-24 15 2 0,1-1-6 0,23 45-1 0,23 26-40 0,-11-24-70 0</inkml:trace>
  <inkml:trace contextRef="#ctx0" brushRef="#br1">15387 13716 11 0,'11'-12'48'0,"1"-1"-20"0,-1 2 4 0,-11-1-9 0,0 1-7 0,-23 11-8 0,-1 0-5 0,12 11 0 0,-12 1 1 0,0 12-2 0,12 0 1 0,12-11-1 0,0-2 0 0,12 1 0 0,24-12 0 0,-12 0 0 0,0-12 0 0,-12-12 0 0,-12 0-1 0,0 0 1 0,-23 24 1 0,-2-12 1 0,-11 24-3 0,12 12-1 0,24 0 1 0,0 0 1 0,12-12-1 0,12-12 2 0,-12-23-1 0,-12 10 0 0,-12 1 1 0,12 12-3 0,-12 0-1 0,12 12-1 0,-36 12-77 0,13-12-36 0</inkml:trace>
  <inkml:trace contextRef="#ctx0" brushRef="#br1">11479 6954 2 0,'488'-84'1'0,"-177"36"-4"0</inkml:trace>
  <inkml:trace contextRef="#ctx0" brushRef="#br1">19756 8870 41 0,'0'0'0'0,"-12"-95"55"0,12 35-22 0,0 49-18 0,12 70-7 0,-12 96 7 0,0 59-4 0,11-22-4 0,-11-39-1 0,0-80-1 0,0-50 0 0,-11-59 4 0,-1-143-6 0,-1-47-1 0,13 37-1 0,-11 21 1 0,11 60 0 0,-12 49-1 0,24 34-2 0,-1 62-3 0,25 58 2 0,-11 60 2 0,23-11-1 0,11-14 0 0,-12-59 2 0,1-59 0 0,-24-70 2 0,47-97-1 0,13-60 0 0,11 72-2 0,-24 95 0 0,-23 73-1 0,-24 69 1 0,-1 61 0 0,-10 11 0 0,-1-22 0 0,11-25 2 0,-12-24-3 0,2-47-27 0,35-84-116 0</inkml:trace>
  <inkml:trace contextRef="#ctx0" brushRef="#br1">20971 8667 120 0,'12'-47'4'0,"11"-48"3"0,1 82 12 0,-12 63-2 0,-24 55-4 0,-12 50-3 0,-11 24-3 0,11-24-2 0,24-24 0 0,0-36-2 0,0-23-1 0,36-26 1 0,23-46 2 0,48-11-2 0,36-24-1 0,-24 23-1 0,-47-1-1 0,-37 13 0 0,-23-11-23 0,12-25-119 0</inkml:trace>
  <inkml:trace contextRef="#ctx0" brushRef="#br1">22042 8633 109 0,'23'-84'14'0,"38"24"5"0,-50 60-6 0,-34 94 4 0,-49 74-4 0,25 11-5 0,35-13-2 0,48-35 0 0,10-34-2 0,26-26-1 0,12-48 1 0,35-23-1 0,0-23-2 0,-25-27-2 0,-22 4-18 0,-47-2-50 0,-37 12-39 0</inkml:trace>
  <inkml:trace contextRef="#ctx0" brushRef="#br1">22161 9037 85 0,'-47'-12'19'0,"23"-12"7"0,48 12-12 0,59-23-7 0,84 11-4 0,-12 0-3 0,-85 0-62 0,-70 1 8 0</inkml:trace>
  <inkml:trace contextRef="#ctx0" brushRef="#br1">22114 8583 77 0,'-24'-34'35'0,"107"-3"-15"0,60-10-2 0,48 23-11 0,-37 1-6 0,-94 23 0 0,-60 0-26 0,-12 23-85 0</inkml:trace>
  <inkml:trace contextRef="#ctx0" brushRef="#br1">19149 10346 122 0,'-155'-11'12'0,"36"-1"-3"0,83 1 18 0,48-2-16 0,131-11-4 0,177-47 5 0,193-1-5 0,178 1-4 0,59 35-1 0,-47 36 0 0,-167-23 4 0,-179 10 0 0,-190 1-6 0,-143-11 0 0,-96-13-12 0,-118 24-101 0,142 12 50 0</inkml:trace>
  <inkml:trace contextRef="#ctx0" brushRef="#br1">18637 10488 109 0,'-108'0'22'0,"60"-10"2"0,132-14-6 0,154-24-1 0,191-35-9 0,213-12-6 0,169 24-2 0,34 46-1 0,-71 0 3 0,-178 25 5 0,-239-21 2 0,-250 8 5 0,-107-11-4 0,-47 0-10 0,-85 1-111 0,109 23 30 0</inkml:trace>
  <inkml:trace contextRef="#ctx0" brushRef="#br1">4609 7882 4 0,'0'-11'17'0,"-12"-14"-2"0,-12 0 4 0,1 15-5 0,-1 10-10 0,-12 10-4 0,0 27 10 0,-13-1-2 0,15 12-6 0,34-14-1 0,12-21 3 0,23-1 2 0,13-37 0 0,-1-9-4 0,1-26 0 0,-12-11-9 0,-13-13 1 0,-23 2-4 0,-11 21 11 0,-1 26 0 0,-1 23 0 0,13 24 5 0,0 59 11 0,0 12-8 0,0 1-5 0,13 0 0 0,10-37-1 0,2-12-48 0,-14-23-36 0</inkml:trace>
  <inkml:trace contextRef="#ctx0" brushRef="#br1">4871 7811 101 0,'0'0'0'0,"-24"35"4"0,24 13 12 0,0 11-2 0,11-11-10 0,14-12 1 0,-13 11-39 0,-12-47-50 0</inkml:trace>
  <inkml:trace contextRef="#ctx0" brushRef="#br1">6907 7858 69 0,'-23'-37'6'0,"23"16"-5"0,-13-4 5 0,-22 25 1 0,-26 25 4 0,3 33-9 0,10-11-2 0,48 1 0 0,36-25 5 0,23-23 2 0,1-34-3 0,-24-37-2 0,-25-37-4 0,-11-23-4 0,13 23 4 0,-13 85 3 0,11 12-3 0,1 58 13 0,-12 36-3 0,11 0-5 0,2 14 0 0,10-26-109 0</inkml:trace>
  <inkml:trace contextRef="#ctx0" brushRef="#br1">7026 7821 92 0,'0'-10'1'0,"24"10"0"0,25 23 13 0,-15 25 1 0,-22-12-8 0,-12-1 0 0,-12-12 1 0,-11-10-5 0,23 11-1 0,35-11 2 0,61-13 0 0,58-37-129 0</inkml:trace>
  <inkml:trace contextRef="#ctx0" brushRef="#br1">9063 7561 64 0,'-24'-37'15'0,"0"3"-11"0,12 9-1 0,-12 13 0 0,-12 12 7 0,-11 37-7 0,-13 34-1 0,24-24-2 0,36 1 2 0,36-25 3 0,37-23 1 0,-3-47-3 0,-22-24 1 0,-24-25-3 0,-24-34 0 0,0 34 0 0,-12 60-2 0,12 47-4 0,0 50 15 0,0 46-7 0,0 1 0 0,24-3-25 0,-14-55-70 0</inkml:trace>
  <inkml:trace contextRef="#ctx0" brushRef="#br1">9205 7572 23 0,'0'0'16'0,"0"0"11"0,13 0-17 0,-2 12 5 0,12 24-4 0,2 0-6 0,-14 11 2 0,-11-11 0 0,-11 0-2 0,11 0-1 0,0-26-1 0,-12 3 4 0,-24-13-4 0,-35 37-8 0,22-14-117 0</inkml:trace>
  <inkml:trace contextRef="#ctx0" brushRef="#br1">9218 7620 22 0,'0'-12'4'0,"-13"12"14"0,13-13 5 0,0 2-14 0,13-1-5 0,-2 1 0 0,1 11 2 0,-12-12 1 0,11 0 8 0,-11-1-5 0,25 13-6 0,-1 13-2 0,-1 11-1 0,-11-1 2 0,-24 13 2 0,-24-11 1 0,0-2-2 0,13-12-2 0,23 13-2 0,12 12-1 0,12 12 2 0,-12-14-1 0,-24-21 3 0,-60-1 3 0,13-12 6 0,23-12-4 0,36 12-6 0,11 0-1 0,38 24-155 0</inkml:trace>
  <inkml:trace contextRef="#ctx0" brushRef="#br1">10063 2750 21 0,'0'0'4'0,"0"-24"-4"0,47 1 1 0,-11-1 2 0,-25 0 10 0,-11 0-5 0,-23 24-5 0,-12 0-1 0,-25 11 1 0,12 14 4 0,13 23-4 0,-1 0-1 0,24-1-1 0,24-10 4 0,24-26 0 0,-1-11-1 0,1-36-3 0,0-36-7 0,-13 1-20 0,1-12 3 0,0-13 10 0,-12 12 12 0,-1 2 9 0,-11 34 8 0,0 23-6 0,0 25-8 0,13 73 14 0,-26 70 4 0,2-1-14 0,22-46-1 0,2-48-1 0,-13-25 1 0,0-12-42 0,12-11-27 0</inkml:trace>
  <inkml:trace contextRef="#ctx0" brushRef="#br1">10384 2655 6 0,'0'0'12'0,"0"-13"13"0,0-10-8 0,0 23-3 0,0 0-7 0,0 12 5 0,-12-1-4 0,12 26-1 0,0-1-4 0,0 12-1 0,0-25-1 0,0 1 1 0,0-12-2 0,12 13 3 0,24-14 0 0,24-1-1 0,-13-20-3 0,-11 10 4 0,-12-24-2 0,-24 0 0 0,12 0 0 0,-12 12-1 0,0-12 0 0,0 12 0 0,0 0 0 0,-12 12 0 0,12 0 1 0,0 24 1 0,-24 107 5 0,24-47-1 0,0-26-2 0,0-8 0 0,11-39 0 0,-11 1 1 0,0-24 1 0,0 1-31 0,0-2-108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14385 4572 8 0,'-12'-25'40'0,"12"14"-11"0,12-12-5 0,12 23-9 0,24 0 0 0,-12 11-3 0,-1 25-3 0,1 1-3 0,-25-3-3 0,-11-10 2 0,-23-11-3 0,-13 10 0 0,25-12 0 0,11-11-1 0,11 0 3 0,12-11-3 0,13-25 0 0,1 12 0 0,10-23-1 0,-11 23 0 0,0-12 0 0,-36 25 1 0,0-1 0 0,0 12 1 0,-24 0-2 0,-24 35 2 0,24 1-1 0,13 12 0 0,11-13 0 0,35-11 1 0,1-1-3 0,35 2-28 0,-23 0-70 0,-48-14 61 0</inkml:trace>
  <inkml:trace contextRef="#ctx0" brushRef="#br0">15124 4702 43 0,'-12'-11'39'0,"-12"-1"-1"0,24 12-7 0,-12 12-17 0,12 36-1 0,0 23-4 0,0 1-4 0,0-26 0 0,0 4 0 0,0-39 0 0,0-11-1 0,0 0-184 0</inkml:trace>
  <inkml:trace contextRef="#ctx0" brushRef="#br0">17921 4631 9 0,'0'0'28'0,"-11"-11"12"0,11-12-21 0,11 10-9 0,14-11 3 0,11 11 3 0,-13 2-3 0,25-1-6 0,-1 12-4 0,1 23 1 0,-36 14 0 0,12 10 0 0,-24 13-1 0,-12-12 0 0,0-24 1 0,0-1 0 0,-11-23-1 0,-2 0 0 0,14-13 0 0,11 3-2 0,11-1-1 0,37-14 1 0,0 0-1 0,0-9 1 0,-26 9-1 0,3 2 0 0,-14-13 1 0,-11 24-1 0,0 12 0 0,-11 0-2 0,-14 25 2 0,-9 9 0 0,10 14 0 0,24 0 1 0,0-12-1 0,24-13 2 0,0-11 0 0,35-12-18 0,0 0-121 0</inkml:trace>
  <inkml:trace contextRef="#ctx0" brushRef="#br0">18565 4870 48 0,'-12'-13'37'0,"12"2"-9"0,0-12 5 0,12-2-14 0,12 13-14 0,0-1-1 0,0 13 1 0,-1-10 0 0,13 10-3 0,-12 10 0 0,0 3-2 0,-12 11 1 0,-12 0 0 0,0 12 1 0,0-1-2 0,-24 1 2 0,0 1 0 0,-12-14 0 0,-10 0-2 0,9 2 2 0,13-2-2 0,0-12-1 0,12 2 3 0,12-13-1 0,0 12 0 0,0 0 0 0,36-12 2 0,36 0-3 0,-1 13 2 0,11-13-3 0,-21 11 2 0,-37-11 1 0,-12 0 2 0,-12 0-4 0,24 10-121 0,-24-10 60 0</inkml:trace>
  <inkml:trace contextRef="#ctx0" brushRef="#br0">11801 6121 0 0,'23'-25'10'0,"-10"-11"73"0,-26 24-52 0,-10 24-19 0,-24 49-5 0,11-3 1 0,12-11-1 0,12 14-1 0,12 10-6 0,24-23 4 0,24-25-1 0,-1-11-1 0,25-12 0 0,-25-23 2 0,-23-25-3 0,-1-12-1 0,2-11-1 0,-14-1-1 0,-34 26 0 0,-48 9 0 0,11 13 2 0,35 1 0 0,2 23-1 0,23 23-1 0,0 38 3 0,23 21 2 0,2-9-1 0,22-15 1 0,-12-11-1 0,1-10-13 0,-11-14-100 0</inkml:trace>
  <inkml:trace contextRef="#ctx0" brushRef="#br0">12290 6394 86 0,'-24'0'7'0,"0"24"1"0,12-1 25 0,-13 13-20 0,25 0-8 0,25 11-4 0,11-11 1 0,0-12-1 0,10-24 1 0,-10-13 1 0,-23-10-1 0,-13-25-2 0,-13 1 0 0,-10-1 1 0,-1 36-2 0,-23 1 1 0,11 11 1 0,24 23-25 0,12 1-99 0</inkml:trace>
  <inkml:trace contextRef="#ctx0" brushRef="#br0">13564 6167 80 0,'0'0'7'0,"-12"-12"6"0,0 12-5 0,-24 37 16 0,-23-3-6 0,35 3-10 0,12 22-3 0,71 48 0 0,-11-84-4 0,13-23 2 0,-15-11-2 0,1-36-1 0,-10 0-4 0,-25-3 1 0,-1-8 1 0,-22-2 0 0,-13 2 2 0,-24 8 0 0,12 27-2 0,2 35 1 0,-15-1 1 0,25 50 1 0,12-14 1 0,48-11-1 0,24 0 1 0,-1-11-3 0,-11-14-49 0,-36-1-21 0</inkml:trace>
  <inkml:trace contextRef="#ctx0" brushRef="#br0">13956 6358 121 0,'0'0'1'0,"0"48"3"0,13-2 16 0,-1 4 0 0,11-4-10 0,1-34-6 0,-12 12-2 0,-12-12-21 0,-12 24-123 0</inkml:trace>
  <inkml:trace contextRef="#ctx0" brushRef="#br0">16969 6239 59 0,'-11'-13'22'0,"-1"2"-11"0,-12 22-3 0,-12 39 10 0,0-4 2 0,2 26-11 0,21-1-6 0,13-11 0 0,34-12-4 0,27-14 4 0,-1-21-2 0,-2-13 1 0,3-13-4 0,-26-21 2 0,-11-3-2 0,-12-34 1 0,-12 12-1 0,-12 0 1 0,-12-1 1 0,-11 12-2 0,-13 1 1 0,-1 22 2 0,3 25-2 0,-2 0 1 0,24 25-1 0,12 22 1 0,24-10 2 0,35 9 1 0,13-10-2 0,-24-13-7 0,11 2-117 0</inkml:trace>
  <inkml:trace contextRef="#ctx0" brushRef="#br0">17410 6584 92 0,'-13'-24'27'0,"2"-23"-8"0,35 23-2 0,-1 0-7 0,2 11-7 0,-1 13-2 0,0 13 1 0,-13 11-1 0,12 12 0 0,-10-1-1 0,-13 12 1 0,-24-10 1 0,1-3-1 0,-25 16 0 0,12-27 0 0,0 1 0 0,1 0 1 0,-1-13-1 0,0 1 0 0,24-1-1 0,12 2 1 0,24-1 0 0,24-12 0 0,10 12 0 0,3-12 0 0,-26 0-1 0,-22 0 3 0,-13 13-41 0,-24-2-65 0</inkml:trace>
  <inkml:trace contextRef="#ctx0" brushRef="#br0">13969 16597 41 0,'-13'0'16'0,"2"0"19"0,-1 0-15 0,12 12-9 0,23 0 1 0,36-36-7 0,14 1-1 0,-3-13-2 0,-45 0 2 0,-1-12-2 0,-12 2 0 0,-24 9 0 0,-12 13-2 0,-12 24-1 0,-23 48 0 0,23-1 1 0,12 24 0 0,11-58 0 0,13 82 3 0,13-11-2 0,23-37 2 0,35-23 0 0,24-36 0 0,12-36-30 0,-35 0-106 0</inkml:trace>
  <inkml:trace contextRef="#ctx0" brushRef="#br0">14493 16490 49 0,'12'-24'19'0,"-1"-11"12"0,25 23-14 0,0 24 0 0,-12 36-8 0,10 23-7 0,2 0 3 0,-11-11-5 0,-25-25 4 0,-25-23 4 0,2-35-2 0,-1-25-5 0,35 0 0 0,14-23-2 0,35-1 4 0,-1 14-4 0,1 33-26 0,-36 37-55 0,-12 1 30 0</inkml:trace>
  <inkml:trace contextRef="#ctx0" brushRef="#br0">15088 16419 69 0,'0'-11'10'0,"24"-2"26"0,12 26-19 0,-1 45-11 0,-12 2-1 0,-10 11-2 0,-13-23 3 0,-13-25-2 0,-10-23 3 0,-1-47-2 0,24-24-5 0,36 0 1 0,11 23-1 0,1 25 0 0,12 10-8 0,11 1-44 0,1 24-42 0</inkml:trace>
  <inkml:trace contextRef="#ctx0" brushRef="#br0">15696 16371 37 0,'-1'0'0'0,"13"-24"43"0,0 12-9 0,-12 24-17 0,-24 49-9 0,-12 10-4 0,36-12-3 0,24 0 0 0,0-35 5 0,24-24-1 0,-12-37-4 0,-1-21 2 0,-23-14-1 0,-12-11-1 0,0 12 1 0,-24 35-2 0,-24 25-1 0,-11 34-2 0,-12 36 2 0,22 14 1 0,26-15-1 0,59 2-1 0,36-48 2 0,22-37 2 0,2-22-3 0,-1 12 1 0,-23 23 0 0,-13 12 0 0,0 47-1 0,-23 13 1 0,-12-12-1 0,-12-38 3 0,-12-20 3 0,24-62 0 0,36-47-2 0,23 48-2 0,-35 46 2 0,-26 25-6 0,-22 25-80 0,-10-2 9 0</inkml:trace>
  <inkml:trace contextRef="#ctx0" brushRef="#br0">14207 17228 76 0,'-119'0'4'0,"-36"24"4"0,60-12 6 0,95-1-4 0,118-34 0 0,169-36-1 0,177-14 8 0,131 50-8 0,-59 0-8 0,-143 11 0 0,-178-1 3 0,-169-21 1 0,-46 21-3 0,-46-11-31 0,-62 24-99 0</inkml:trace>
  <inkml:trace contextRef="#ctx0" brushRef="#br0">14028 17324 66 0,'0'0'1'0,"0"12"-2"0,84-12 12 0,141-36 9 0,181-23 12 0,153-1-14 0,-11 49-12 0,-179 11-1 0,-178-37 4 0,-145 13 12 0,-46 1-6 0,-10-14-10 0,-2 14-12 0,0 23-161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17970 5012 42 0,'-36'-11'7'0,"23"11"-4"0,2-23 5 0,11-2 22 0,0 25-21 0,0 0-3 0,-12 0 5 0,-1 0-3 0,38 0 0 0,58 0 0 0,37 0-2 0,58-12-2 0,60-1 0 0,36 2-2 0,12 11-2 0,24-12 3 0,11 12-2 0,-35 0 0 0,-48 12 1 0,-107-12 1 0,-59 0 4 0,-26 0 0 0,-9 0-7 0,-25 0 1 0,-12 0 1 0,-24 11-16 0,-47 2-116 0</inkml:trace>
  <inkml:trace contextRef="#ctx0" brushRef="#br0">17767 5036 99 0,'0'0'7'0,"-23"-24"7"0,57 24-9 0,51-11 17 0,34-12-5 0,59 10-12 0,73-11 0 0,46 11 0 0,60-10-5 0,12 12 1 0,-23 11-3 0,-84 0 3 0,-107 11-1 0,-61 1 3 0,-10-12 4 0,-12 0-3 0,11-12-2 0,0 12-1 0,-24-11 1 0,-34 11 1 0,-14 0 0 0,-11-12 0 0,0 12-2 0,-11 0-5 0,-50 12-166 0</inkml:trace>
  <inkml:trace contextRef="#ctx0" brushRef="#br0">18626 6441 13 0,'-13'0'35'0,"1"0"-3"0,0-12-5 0,12 12-8 0,12-11-9 0,13 11-4 0,21 0-3 0,14-12-2 0,-36 12 4 0,-24 0-1 0,0 0-3 0,0 12-61 0,12-1-21 0</inkml:trace>
  <inkml:trace contextRef="#ctx0" brushRef="#br0">18934 6465 1 0,'1'0'2'0,"-14"12"1"0,2-12-1 0,11 0 24 0,0-12-6 0,0 12-9 0,0 0-7 0,0 0-1 0,-13-13 2 0,13 13 4 0,0 0 4 0,0-11-5 0,0 11-4 0,0 0-3 0,-11 0 0 0,11 0 11 0,11 0-10 0,2 0-4 0,-13 0 2 0,11 0 0 0,-11 0 1 0,0 0-1 0,13 0-1 0,-2 0-19 0,1 11-76 0</inkml:trace>
  <inkml:trace contextRef="#ctx0" brushRef="#br0">19101 6441 65 0,'-24'0'11'0,"24"0"-8"0,24 0-2 0,-24 0 7 0,12-12 1 0,12 12-2 0,0 0-1 0,22 0-3 0,-21 0-1 0,-1-11-1 0,-12 11 1 0,-12 0-85 0</inkml:trace>
  <inkml:trace contextRef="#ctx0" brushRef="#br0">3204 726 21 0,'-13'-23'8'0,"2"-14"-3"0,11-10 17 0,0 35 13 0,0 48 1 0,-12 83-16 0,-1 107-13 0,13-119-3 0,13-23-32 0,10-49-64 0,-23-35 62 0</inkml:trace>
  <inkml:trace contextRef="#ctx0" brushRef="#br0">3430 892 82 0,'-24'0'3'0,"0"37"0"0,12 22 23 0,12 13-3 0,0-1-10 0,-11-23-5 0,11-36-1 0,-12-12 0 0,12-48-9 0,12-35 0 0,22 11-2 0,15 47 2 0,-13 38 4 0,-14 24 0 0,27 10-3 0,-1-12 1 0,-13-23-38 0,37-1-33 0,-36-22 20 0</inkml:trace>
  <inkml:trace contextRef="#ctx0" brushRef="#br0">4096 942 15 0,'0'0'7'0,"0"-13"25"0,-11-11 0 0,-25 11-16 0,-47 2-3 0,-23 47-4 0,45 23-3 0,25-11-4 0,60 0-3 0,36-13-1 0,10-47-1 0,-9-36 1 0,-15-36 0 0,-21 13 1 0,-14-23-2 0,2-13 1 0,-13 48 1 0,0 34 2 0,-13 37 9 0,2 48-2 0,-1 23-3 0,24 72-6 0,48-72 2 0,11-36-4 0,24-47-2 0,-11-11 0 0,11-37 0 0,-12 2-1 0,-36 9 6 0,-22-10 0 0,-25 10 1 0,-12 26 4 0,-48 59-2 0,25 36-2 0,35-26 1 0,59-22-4 0,36-12-4 0,14-24-2 0,-16-47 6 0,-9-13 1 0,-48 24 1 0,-24 0-1 0,12 13 4 0,-24 10 8 0,0 85-2 0,12 58-4 0,11 14 0 0,-11 22-1 0,-12-35 0 0,-12-59 1 0,-11-49 7 0,-13-94-19 0,11-84-15 0,2-23 1 0,46-38 9 0,13 170 6 0,60 21 1 0,-13 62 9 0,-71-3 10 0,-24-9-5 0,-71 0-39 0,47-25-45 0</inkml:trace>
  <inkml:trace contextRef="#ctx0" brushRef="#br0">5466 1047 100 0,'0'0'23'0,"-35"-11"-28"0,46-25-9 0,36-11 12 0,-11 11 2 0,-23-12-2 0,-1 12 3 0,-12 1 5 0,-12 35-4 0,-12 0 2 0,-12 12 1 0,-11 47-2 0,35-11-2 0,12-12 2 0,23-1-4 0,13-10 1 0,11-25-2 0,1-13 1 0,0-11-2 0,24 1 3 0,-1-1-2 0,-23 37 2 0,-37 21 7 0,-11-10 2 0,0-11-3 0,0-13 1 0,11-37-8 0,25-10-10 0,-23 23 6 0,35 11 0 0,0 26 5 0,-25 35 3 0,13-1-1 0,23-23-10 0,25-24-21 0,11-11 9 0,0-39 16 0,-23 4 4 0,-49 21 9 0,-23 14-3 0,-36-1-5 0,-36 48 2 0,14 12 2 0,22-1-2 0,36-23-1 0,48-12-2 0,11-12-1 0,13-60-1 0,-37 13-1 0,-11-49-8 0,0-34 8 0,-24 9 9 0,-12 75-3 0,-12 46 8 0,12 59 2 0,-11 37-5 0,-2 23-12 0,25 24-41 0,25-108-17 0</inkml:trace>
  <inkml:trace contextRef="#ctx0" brushRef="#br0">6717 976 73 0,'0'0'12'0,"0"12"-12"0,22 0 1 0,3-24 0 0,-1 0 1 0,-1-22-3 0,-23-3 1 0,0 24 1 0,-11 2 0 0,-14-1 0 0,-11 48 1 0,14-12 0 0,10 10-1 0,24-21 0 0,23 11 0 0,24-11-1 0,1-13 0 0,36-13 0 0,-13 1 1 0,-13 24-1 0,-34 12 6 0,-23-1 6 0,-26-10 0 0,2-26-7 0,11-34-4 0,24 0-7 0,24 11-1 0,-2 24 4 0,3 12 3 0,10 24 2 0,-23 10 0 0,1-9-1 0,-3-13 0 0,14-24 2 0,-12-23-1 0,-12-13 1 0,0-36-4 0,10-46-6 0,-9 0 3 0,-14 80 9 0,-11 111 9 0,-23 93-7 0,0 73-4 0,33-108-24 0,39-48-59 0,-37-71 33 0</inkml:trace>
  <inkml:trace contextRef="#ctx0" brushRef="#br0">7610 750 108 0,'0'0'0'0,"-12"-13"39"0,12 2-43 0,59-1 6 0,25 1-1 0,-13-1-15 0,-24 12-30 0,-11-25-21 0,-36 25 47 0</inkml:trace>
  <inkml:trace contextRef="#ctx0" brushRef="#br0">9336 988 64 0,'-12'0'8'0,"1"-25"7"0,-14 4-1 0,14-4-2 0,-1 0 6 0,-24-9-15 0,-23-26-4 0,11-1 0 0,12 3 0 0,13 22-3 0,23 12 0 0,46 24 3 0,15 13 0 0,-13 34 3 0,-37 11 8 0,-59 26-3 0,-70 24-7 0,70-61 1 0,36-10 1 0,48-14 0 0,34-35-12 0,73-36-21 0,-11-11-27 0,-96 47 47 0,34-1-24 0</inkml:trace>
  <inkml:trace contextRef="#ctx0" brushRef="#br0">9753 750 7 0,'0'0'23'0,"0"-59"-1"0,0-25 0 0,0 49-8 0,12 58 6 0,-12 108-11 0,13 60-17 0,21-72-51 0,-21-95 17 0</inkml:trace>
  <inkml:trace contextRef="#ctx0" brushRef="#br0">10515 858 40 0,'-13'-13'24'0,"2"1"-18"0,0-11 3 0,-25 11 3 0,-24 12-5 0,-71 71-6 0,71-23 0 0,37-12 1 0,35-13-3 0,71-11-6 0,11-24-2 0,3-59 6 0,-51 24 2 0,-21-37-4 0,-1-11 8 0,-37-2-1 0,2 63 0 0,-14 22 3 0,14 48 3 0,-12 35-2 0,11 48-1 0,36 11-4 0,23-69 4 0,0-38-2 0,13-11-6 0,12-47 0 0,-2-26 0 0,-33 27 3 0,-25-3-2 0,-12 3 2 0,-12 9 2 0,-12 37 0 0,0 35-2 0,1 24 0 0,34-34 2 0,25-24 0 0,36-13-2 0,-1-25-2 0,12 13 2 0,-36 36 0 0,-34 23 5 0,-26-23 3 0,13-11 0 0,13-26-6 0,23-34-5 0,23-14-4 0,-11 38 5 0,0 23-1 0,-25 48 5 0,13-12 0 0,0-13 1 0,10-23-1 0,15-34-2 0,-25-16 4 0,-1-21-7 0,-11-36 0 0,12 0 0 0,-24 36 1 0,-1 46 3 0,-11 50 5 0,-11 58-2 0,-1 12 0 0,35 49-7 0,25-73 5 0,12-58-3 0,-2-38-3 0,-9-23 6 0,-13 24-2 0,35 60-5 0,-59 36 8 0,-12-25-22 0,11-23-38 0,2-12 4 0</inkml:trace>
  <inkml:trace contextRef="#ctx0" brushRef="#br0">12171 691 80 0,'-12'-12'15'0,"1"-12"-79"0,11 24 40 0</inkml:trace>
  <inkml:trace contextRef="#ctx0" brushRef="#br0">11396 714 86 0,'0'0'0'0,"-11"0"-2"0,11-11-30 0,71-1-19 0</inkml:trace>
  <inkml:trace contextRef="#ctx0" brushRef="#br0">12373 750 49 0,'-12'-13'8'0,"-12"13"-6"0,-11 13 11 0,-37 47 6 0,-23 35-12 0,83-47-3 0,60-25-13 0,59 1-38 0,-24-24 1 0</inkml:trace>
  <inkml:trace contextRef="#ctx0" brushRef="#br0">12790 881 32 0,'0'-12'21'0,"-12"1"-12"0,-12-26-8 0,12 14-1 0,-1 12 0 0,-10-2 2 0,-12 13 1 0,-1 13 1 0,0 10-1 0,0 0-1 0,13 25-4 0,10-12 5 0,13-11 0 0,0-14 2 0,25-11-2 0,34-24-2 0,-11 12-2 0,-14 12 1 0,-9 36 1 0,-1-13 1 0,24-11 0 0,23-24-1 0,12-35 0 0,-47-1 3 0,1-23-5 0,-3-60 0 0,2 0-2 0,-13 35 3 0,-10 61 4 0,-26 24-1 0,-10 45-2 0,0 37 0 0,-1 37 1 0,24-1-1 0,47 25-3 0,25-73 2 0,11-47-3 0,-36-36 5 0,2-23-3 0,-2-37-7 0,0-47-2 0,-11-1 8 0,0 38 1 0,-24 58 1 0,-12 24 2 0,0-1-1 0,-12 38-2 0,0 23 3 0,0 23 3 0,-11 24 0 0,-2 1-1 0,14-13-1 0,11 1-2 0,11-25 1 0,25-34 2 0,12-25-1 0,13-13 0 0,-15-11 1 0,-10 0-5 0,0 24 0 0,-12 0 0 0,-24 36 1 0,11-11 4 0,25-4-1 0,11-21 1 0,-11-21-4 0,-12-4 1 0,-24 61 3 0,0 71-1 0,24 47 1 0,-24 26 1 0,-84 46-5 0,-34-121 4 0,34-68 13 0,50-120-4 0,55-36-9 0,88-131-32 0,81-13-28 0,-47 158-19 0,-119 92 54 0</inkml:trace>
  <inkml:trace contextRef="#ctx0" brushRef="#br0">15314 869 34 0,'-12'-24'35'0,"-12"-11"-30"0,-12-1-5 0,-11 24 8 0,0 24 4 0,-25 12-4 0,-23 47-7 0,35 2 0 0,48-27 0 0,48-10-4 0,36-24-1 0,-1-12 3 0,0-60-2 0,-24 1 3 0,2-25-2 0,-2-23-1 0,-23-12 4 0,-12 36 2 0,0 47 0 0,-24 25-2 0,0 58 2 0,-12 24 1 0,0 25-2 0,1 0 1 0,23 22-2 0,35-81 0 0,1-16-1 0,12-21 0 0,-1 0 1 0,1-21-2 0,-36-4 5 0,12 0-6 0,12-22 1 0,-13 12 2 0,-11 23 2 0,-1 24 2 0,-11 59-5 0,0-10 3 0,13-15 0 0,-1-21-1 0,24-14 1 0,23-35-1 0,25-34-7 0,-37 33 6 0,25 0-6 0,-1 50 3 0,-48 46 7 0,2-23-2 0,-25-24-5 0,-48-12-61 0,12-12-1 0</inkml:trace>
  <inkml:trace contextRef="#ctx0" brushRef="#br0">15696 582 75 0,'-1'-10'-2'0,"13"10"-50"0,0 0 34 0</inkml:trace>
  <inkml:trace contextRef="#ctx0" brushRef="#br0">16349 561 56 0,'0'-13'34'0,"-11"-11"-37"0,-1 36 5 0,12 71 3 0,-11 60-2 0,-1 12-25 0,12-84-50 0</inkml:trace>
  <inkml:trace contextRef="#ctx0" brushRef="#br0">16231 821 63 0,'0'-11'2'0,"12"-1"-3"0,35-24-1 0,12 24 3 0,2 12 3 0,-2 24-2 0,0 47 2 0,-23 13-3 0,-23-60 7 0,-37-14 0 0,-12 3-4 0,24-36-2 0,24-1-7 0,48-24 0 0,-2 25 2 0,3 10 10 0,-26 73-2 0,-23-23-2 0,0-3-35 0,-12-22-34 0</inkml:trace>
  <inkml:trace contextRef="#ctx0" brushRef="#br0">17052 632 74 0,'0'-13'6'0,"-11"-11"3"0,-1 11-9 0,-1 50 4 0,2 35 0 0,-14-13 0 0,25-11-1 0,13-13-6 0,35-23-1 0,11 24 2 0,-23 25 3 0,-60-15 4 0,-36-21 0 0,13-25 0 0,22-37-5 0,3 3-4 0,22 21-2 0,11 26 4 0,25 8 0 0,24-21-2 0,-1 0 2 0,1-34 1 0,-24 10 1 0,-13 0 1 0,1 12 3 0,0 35-2 0,-12 14 0 0,12-3 1 0,0-21 0 0,11-13 0 0,1-13-1 0,0-8-3 0,-25 21-1 0,2 0 1 0,-2 11 2 0,25-11 0 0,24-11-2 0,-25-14 2 0,13-11-5 0,-12-35 0 0,0-48-1 0,-13 23 1 0,-12 62 2 0,-11 45 13 0,-11 72-4 0,-1 60-2 0,24 1 2 0,35-86-4 0,14-45-4 0,21-38-4 0,-10-21-1 0,-35 9 1 0,-14 13 4 0,-12 1 3 0,-22 46 3 0,-37 25-3 0,48-14 3 0,48 3-4 0,59-13-4 0,-1-24 1 0,-21-36 1 0,-38 11 2 0,-59 15 0 0,-47 33 1 0,11 14-1 0,35-14 1 0,38-23-5 0,35-73-5 0,-25 15 1 0,1-49 7 0,-24 0 8 0,-12 48-5 0,-25 82-3 0,2 59-23 0,12 50-33 0,11-84 25 0</inkml:trace>
  <inkml:trace contextRef="#ctx0" brushRef="#br0">17410 798 139 0,'0'0'0'0,"0"-24"-7"0,59 0-8 0,73 24 6 0,34 0 5 0,-35 0-70 0,-119 0 49 0</inkml:trace>
  <inkml:trace contextRef="#ctx0" brushRef="#br0">20125 10525 9 0,'-13'-12'21'0,"-10"12"3"0,12-12 7 0,11 12-18 0,23 0 1 0,24 0-7 0,13 0-4 0,0 0 2 0,-37 0 2 0,-10 0-2 0,-37 0 4 0,-24 0-7 0,13 0 2 0,-1-13 1 0,23 13-4 0,13 0 2 0,37 0-2 0,-3 0 0 0,2 0 0 0,-11 0-1 0,-25 0 1 0,0 0 1 0,-48 0-2 0,-23 0 0 0,-1 13 1 0,25-13-1 0,35 0 0 0,12 12 0 0,36-12 0 0,23 12 1 0,24-12-1 0,-59 0 0 0,-12 13 1 0,-12-13-1 0,-36 0 0 0,-24 0 1 0,13 0 0 0,35 0 0 0,24 0-2 0,24 0 1 0,12 0 0 0,-14 11 1 0,-21-11 0 0,-13 0 0 0,-35 0-2 0,-25-11 2 0,35 11-1 0,14 0 1 0,11 0-1 0,24 0 0 0,24 0-1 0,-24 0 2 0,-24 0-1 0,0 0 1 0,-12 0-2 0,12 0 3 0,0 0-2 0,12 0 0 0,-1 0 1 0,0-13-2 0,2 13 3 0,-13 0-2 0,12-12 1 0,-12 12-2 0,0 0 2 0,11 0-1 0,2 0 0 0,-13 12 1 0,12-12-2 0,-1 0 2 0,2 0-1 0,-13 13 0 0,12-13 0 0,-1 0 0 0,-11 0 1 0,0 0 0 0,0 0-1 0,12 0 0 0,-12 0 1 0,0 0-1 0,0-13 0 0,12 13 0 0,-12 0 0 0,0-12 1 0,0 12 0 0,0 0-1 0,12 0 0 0,-12 0 0 0,0 0 1 0,0-12 0 0,0 12 0 0,12 0-1 0,-12 0 1 0,0-13 0 0,0 13-1 0,12 0 0 0,-12 0 1 0,13 0-1 0,-13 0 0 0,0 0 1 0,0 0-1 0,11 0 1 0,-11 0-1 0,12 0 0 0,-12 0 0 0,0 13 0 0,0-13 0 0,11 0 0 0,-11 12 0 0,0-12 0 0,0-12 3 0,0-1-2 0,13 13 0 0,-13-10 0 0,0-1-2 0,0 11 2 0,0 0 0 0,0 11-119 0,0-11 66 0</inkml:trace>
  <inkml:trace contextRef="#ctx0" brushRef="#br0">8562 7918 0 0,'-59'0'0'0,"47"-13"2"0,0-10 2 0,12 23-2 0,0 0 3 0,-12 0-6 0,0 0 18 0,0 0 5 0,0 0-17 0,0 12-4 0,1-1 0 0,11-11 6 0,11-11 34 0,25 11-36 0,12 0-2 0,34 0 2 0,-10 0-1 0,-1-12 0 0,1 12 0 0,-12-11 0 0,-11 11-2 0,21 0 0 0,2 0-1 0,22 0 0 0,13 0 0 0,-23 11-1 0,34-11 0 0,-33 0 1 0,-2 0 1 0,12 0 1 0,-23 0-1 0,10 0-1 0,15 0 2 0,-2 0-2 0,12 0 0 0,-12 0 0 0,-11 0 0 0,-2 0-1 0,2 0-1 0,11 0 1 0,-11 12-2 0,-2-12 3 0,-9 0-1 0,-14 0 1 0,-12 0-2 0,-22 0 3 0,-1 0-2 0,-13 0 0 0,2 0 0 0,10 0 1 0,24 0-1 0,-34 0 1 0,-1 0-2 0,-1 0 2 0,-11 0-1 0,12-12 0 0,-12 12 0 0,12 0 0 0,0 12-12 0,0-12-89 0</inkml:trace>
  <inkml:trace contextRef="#ctx0" brushRef="#br0">11967 7846 3 0,'-11'-12'12'0,"22"12"2"0,-11-13 25 0,0 13-17 0,0 0-4 0,0-10-5 0,0-1-2 0,0-2-3 0,25 1 1 0,22 12-2 0,13-12-3 0,23 12-1 0,-23 0 3 0,-24 0-1 0,-24 0-2 0,-12-13 1 0,0 13-2 0,0-11-1 0,22 11-15 0,-9 0-68 0,-13 0 16 0</inkml:trace>
  <inkml:trace contextRef="#ctx0" brushRef="#br0">11992 7858 29 0,'0'0'17'0,"11"0"-5"0,14 0 14 0,22 0-8 0,49-12-5 0,-1 0-2 0,-49-1 0 0,3 3 0 0,-26-1-5 0,2-2-2 0,-2 13-2 0,-11 0 0 0,1 0-1 0,-13 13 0 0,11-13 0 0,12 21-107 0,-23-21 65 0</inkml:trace>
  <inkml:trace contextRef="#ctx0" brushRef="#br0">8741 8775 12 0,'0'0'36'0,"-13"-12"-6"0,13 12-9 0,0-12 13 0,0 12-22 0,0 0-5 0,-11-13 0 0,22 13 5 0,14 0-8 0,-1-11 0 0,35 11 0 0,-11-12-1 0,0 12 0 0,-14 0-2 0,3 0-1 0,11 0 1 0,-1-11 1 0,-11 11 2 0,-12 0-1 0,-1 0 0 0,-11-12-2 0,0 12 0 0,1-12 0 0,-13 12-8 0,11 0-26 0,-11 12-95 0</inkml:trace>
  <inkml:trace contextRef="#ctx0" brushRef="#br0">8728 8775 43 0,'0'0'0'0,"0"0"36"0,36-12-27 0,24 0 7 0,12 12-2 0,23-24-5 0,0 24 3 0,-47-12 1 0,-24 1 5 0,-24 22-28 0,0 1-109 0</inkml:trace>
  <inkml:trace contextRef="#ctx0" brushRef="#br0">10182 8822 44 0,'-12'0'29'0,"-1"0"-15"0,13-11 11 0,-11 11 0 0,11-12-1 0,0 12-9 0,0-11-8 0,36-2-3 0,35 1-1 0,1 0 1 0,-2 12 0 0,3 0 0 0,-3 0-5 0,26 0 2 0,12 0-2 0,11 0-1 0,24 12 3 0,-13-12-1 0,-21 12 1 0,9-12-3 0,-11 0 0 0,0 0 2 0,0 0 1 0,84 0-1 0,-97 0 0 0,-33 13 1 0,-26-13-1 0,-23 0 0 0,0 0 1 0,-12-13 0 0,0 13-8 0,0 0-41 0,-36 0-57 0</inkml:trace>
  <inkml:trace contextRef="#ctx0" brushRef="#br0">9944 8870 79 0,'0'0'0'0,"-60"0"12"0,47 12-2 0,13-12 17 0,0-12-12 0,49 12-3 0,22 0-7 0,24-11-2 0,25 11-2 0,-1 0 0 0,0 0 0 0,-95 0-2 0,95-13 1 0,36 1-1 0,-1 0 3 0,25 12 2 0,-36 0-1 0,-12 0-2 0,-24 0 1 0,-12 0 2 0,12-11 1 0,-23 11 0 0,-2-12-2 0,3 1 0 0,-14 11-1 0,-35 0 0 0,-13-13 2 0,1 13 0 0,-12 0-3 0,0 0-1 0,12 0-71 0,-12 0-2 0</inkml:trace>
  <inkml:trace contextRef="#ctx0" brushRef="#br0">12087 10180 60 0,'-48'-23'12'0,"-11"10"-8"0,35 13 8 0,24-12 3 0,60 12-1 0,35-12-3 0,24-1-1 0,-24-8-2 0,-59 21-6 0,-13 0-25 0,-23 0-72 0</inkml:trace>
  <inkml:trace contextRef="#ctx0" brushRef="#br0">13017 10025 83 0,'-49'-12'8'0,"25"12"1"0,24 0 14 0,36 0-15 0,48-11-6 0,47 11 0 0,-12 0-35 0,-84 0-32 0</inkml:trace>
  <inkml:trace contextRef="#ctx0" brushRef="#br0">13777 10025 123 0,'-23'-36'16'0,"35"36"-11"0,119 0-2 0,12 0-4 0,0 13-111 0</inkml:trace>
  <inkml:trace contextRef="#ctx0" brushRef="#br0">9158 16562 11 0,'0'0'0'0,"12"-36"44"0,-12 12-9 0,11 1-11 0,-11 10-2 0,0 13-15 0,12 24 8 0,0 60-4 0,-12 23 1 0,13 1-10 0,-2-14 2 0,-11-12-3 0,12-32 2 0,-12-39 0 0,0-47 9 0,-12-23-9 0,12-1-2 0,-11 1 2 0,-2-1-2 0,13-11 0 0,0-1-4 0,0-11 5 0,-12 11-2 0,12 13 3 0,0 11-3 0,-12 25 1 0,24-1-1 0,0 11-1 0,12 13 1 0,12 13-1 0,0 34 0 0,-1 14 0 0,-11-3 0 0,-24-11 1 0,-24 2 1 0,-24-2 1 0,1-22 2 0,24-14-4 0,10-11-36 0,26-11-76 0,-2-2 64 0</inkml:trace>
  <inkml:trace contextRef="#ctx0" brushRef="#br0">9920 16132 33 0,'0'-11'29'0,"0"-12"17"0,0-2-18 0,0 25-10 0,-12-12-9 0,12 12-5 0,-12 12 1 0,0 0 2 0,-12 1-2 0,1 10 0 0,-13 13 0 0,0 10-2 0,12 4-2 0,-12 9 0 0,13 12 0 0,-13 12-2 0,0 25 1 0,12 11 3 0,24 0-4 0,36-24 0 0,36-24 0 0,12-23 0 0,-37-12-2 0,-24-12 4 0,-23-13-2 0,0-11 3 0,0 12 0 0,0-12-7 0,-36 11-96 0,25-11 20 0</inkml:trace>
  <inkml:trace contextRef="#ctx0" brushRef="#br0">10218 16681 31 0,'0'-13'27'0,"0"2"7"0,11-12-23 0,1-2-6 0,-12-10 10 0,0 11 0 0,-23 0-2 0,-13 24-7 0,0 0-2 0,0 24-1 0,-11 35 0 0,-2 13 0 0,38-14-3 0,11-8-1 0,0-16 1 0,36-22 2 0,0-24-1 0,23-22 0 0,-11-16-1 0,-12 4 0 0,-1-26 0 0,-23 13-2 0,0-24 3 0,-12-1 3 0,0 24-4 0,0 49 0 0,0 22 0 0,-12 73 3 0,0 35 0 0,12 0 2 0,12-37-4 0,-12-21 0 0,-12-26-1 0,48-106-170 0</inkml:trace>
  <inkml:trace contextRef="#ctx0" brushRef="#br0">10587 16657 19 0,'0'0'0'0,"0"-23"31"0,12 10-12 0,-12-11-4 0,0 1 1 0,0-13-5 0,-12 24-1 0,-1-1-4 0,2 13 0 0,-14 0-2 0,2 13 2 0,-1 23 0 0,1-1-1 0,-1 25-1 0,24-12-4 0,0-25 0 0,24-12 3 0,-1-45 0 0,24-3-2 0,-22 3-1 0,-14 34 0 0,-11 34-2 0,25 3 2 0,10-14-2 0,14-12 2 0,-2-34 0 0,-1-48 0 0,-9-36-4 0,11-23 6 0,-13 46-2 0,-23 24 2 0,-24 12 1 0,12 35 1 0,-13 13-3 0,-9 50 2 0,10 44 0 0,0 13 0 0,12 1-6 0,24-25 7 0,11-23-5 0,-12-37-5 0,26-23-47 0,-13-35-49 0</inkml:trace>
  <inkml:trace contextRef="#ctx0" brushRef="#br0">11243 16526 56 0,'0'0'0'0,"0"-13"45"0,0 2-25 0,0-1-14 0,0-12 0 0,-13 12 2 0,-11-11 8 0,0 23-11 0,12 0-1 0,-12 11-1 0,1 13 0 0,-2 12-1 0,2-12 0 0,10 24-4 0,13-13 6 0,0 1-4 0,13-13 0 0,10-10 1 0,2-26 1 0,10-21-1 0,-11-3-4 0,0-10 4 0,0 23 1 0,-11 11-2 0,-13 2 0 0,0 22 0 0,11 38-1 0,-11-14 1 0,12 2 2 0,-1-14-2 0,1 1 0 0,-12-12 0 0,11 0 1 0,2-24-8 0,-1-36-40 0,-12 0-73 0</inkml:trace>
  <inkml:trace contextRef="#ctx0" brushRef="#br0">10776 16347 48 0,'-23'-12'35'0,"12"12"2"0,11 0-26 0,23 0-8 0,49-11-1 0,10-1 1 0,-21 12-2 0,21-12 5 0,-69 12 6 0,-1-13-5 0,-1 13-4 0,2 0-3 0,-1 0 0 0,-1 0-24 0,-34 25-103 0</inkml:trace>
  <inkml:trace contextRef="#ctx0" brushRef="#br0">11468 15954 16 0,'0'-23'11'0,"11"-2"27"0,2 2-12 0,-1-1-5 0,-12 12-4 0,0 12-8 0,0 25 1 0,23 22-1 0,-23 48-1 0,24 72-2 0,-12 23-2 0,0 13-2 0,-12-38-1 0,0-33-1 0,13-38 0 0,-13-33 2 0,11-49 1 0,-11-35-3 0,0-14-91 0,0 24 11 0</inkml:trace>
  <inkml:trace contextRef="#ctx0" brushRef="#br0">12028 16157 20 0,'0'-12'33'0,"0"-12"19"0,0 24-23 0,-12 11-20 0,-12 50 1 0,12 22 0 0,-1-1-5 0,2 14-4 0,22-12-1 0,14-25 1 0,-1-11 3 0,11-36-1 0,13-12 0 0,1-36-1 0,-3-11-3 0,-10-14 1 0,-24 27 3 0,0-14 1 0,0-12-2 0,-12 1 0 0,0 11-3 0,-12 0 2 0,0 13 0 0,-12 11 1 0,11-1-2 0,2 2 1 0,-12-1-1 0,0 12 1 0,-2 0-1 0,-11 12 1 0,12 0-1 0,12 24-1 0,-11 12 0 0,11 0 1 0,-1 0-1 0,13 11 1 0,13-11-1 0,10 12 0 0,49-1 0 0,-24-10-2 0,-2-14 1 0,-21 0 2 0,-1-23 0 0,-12 0 1 0,12-12-1 0,-24 12-32 0,12-11-48 0,-2-1 21 0</inkml:trace>
  <inkml:trace contextRef="#ctx0" brushRef="#br0">12348 15847 38 0,'0'0'13'0,"-23"-35"29"0,23 11-16 0,0 12-5 0,0 12-10 0,0-12-8 0,23 12-1 0,13 12-1 0,12 47 0 0,11 49 2 0,2 47-3 0,-14 34-1 0,-23-10 3 0,-60-36 8 0,-24-36-2 0,1-34-3 0,23-27-2 0,24-21 1 0,1-14-2 0,-1-11-1 0,12 0 1 0,0 0 0 0,0-11-5 0,0-2-42 0,12 1-99 0</inkml:trace>
  <inkml:trace contextRef="#ctx0" brushRef="#br0">12123 16931 6 0,'0'0'10'0,"0"-12"19"0,-12 12-11 0,12 0-3 0,12 0 10 0,13 0-20 0,9 0-3 0,-11 0-1 0,-10-12 0 0,-1 12 0 0,0 0 0 0,12 0-27 0,-12 0-54 0</inkml:trace>
  <inkml:trace contextRef="#ctx0" brushRef="#br0">12051 17015 17 0,'-12'0'6'0,"12"0"17"0,0 0-10 0,24 0-7 0,12 0 3 0,13-13-4 0,-15 1-1 0,-11 12-1 0,-10 0 5 0,-1 0-3 0,0 0-1 0,-12 0-2 0,12-12 2 0,-12 12-1 0,0 0 1 0,12 0 1 0,-12 0-7 0,0 0-30 0,0 0-49 0</inkml:trace>
  <inkml:trace contextRef="#ctx0" brushRef="#br0">12063 16978 8 0,'0'0'10'0,"-12"-13"22"0,12 13-8 0,-12 0 1 0,12 0-2 0,0 0-4 0,0-10-7 0,0 10-4 0,36-24-3 0,0 24-3 0,35-12 0 0,-35 0-1 0,-12 12 0 0,-12 0 1 0,0 0 0 0,0-13-2 0,-12 13-12 0,0-11-50 0,0 11-25 0</inkml:trace>
  <inkml:trace contextRef="#ctx0" brushRef="#br0">12003 17015 2 0,'0'0'15'0,"0"0"-2"0,0 0 3 0,13-13 2 0,-13 13-1 0,0-12-1 0,0 12-6 0,0 0-2 0,12 0-1 0,-12 0-3 0,11 0-1 0,1-12-1 0,12 12 0 0,0 0-1 0,0-13 0 0,-12 13 0 0,12 0 3 0,-12 0-1 0,-12 0-1 0,11-10 1 0,-11 10 0 0,12 0 2 0,-12 0-1 0,0 0-1 0,11-12-2 0,-11 12 0 0,13-12 0 0,-13 12 1 0,12 0-1 0,-12 0 1 0,0 0-3 0,0 0 3 0,0 0-1 0,12 0-1 0,-12 0 3 0,0 0-3 0,0 0-1 0,0 0 2 0,0 0-167 0</inkml:trace>
  <inkml:trace contextRef="#ctx0" brushRef="#br0">10349 17086 6 0,'-11'0'28'0,"11"-12"1"0,0 12-6 0,0 0 1 0,-13-12-6 0,26-1-8 0,8 2-5 0,40-1-2 0,21 1-2 0,38-2-2 0,-12 1 0 0,-25 0 1 0,-23-1 0 0,-14 13 1 0,-33-10-1 0,10-2 1 0,-10 12-6 0,-1-12-25 0,-12 24-25 0,0-12 2 0</inkml:trace>
  <inkml:trace contextRef="#ctx0" brushRef="#br0">10289 17181 8 0,'0'0'7'0,"-24"0"23"0,24 12-13 0,0-12-5 0,12 0-1 0,0 0-2 0,37-12-4 0,33-12-2 0,0-13-2 0,15 14 0 0,-13 12-4 0,-37-1 4 0,-1 0-1 0,3 12 2 0,-25 0 2 0,0 0 1 0,-14-13 0 0,-10 13-1 0,13 0-2 0,-13 0 1 0,0 0 0 0,0 13 1 0,0-13 1 0,0-13 3 0,0 13-35 0,0 0-70 0</inkml:trace>
  <inkml:trace contextRef="#ctx0" brushRef="#br0">5919 17551 17 0,'0'0'0'0,"-24"-73"21"0,24 2 9 0,-12 60-11 0,12 22-3 0,12 72 2 0,-1-22-1 0,14 44-16 0,-14-9-3 0,1-48 3 0,-12-24 4 0,-12-84 13 0,12-35-10 0,-11 11-2 0,11-23-13 0,23 25 12 0,-11 32-1 0,1 40-5 0,10 10 0 0,1 47-2 0,12 37-2 0,-13-37 15 0,1 1-13 0,0-13 2 0,0-23 7 0,12-83-3 0,11-24-6 0,-23 59 6 0,-1 25-4 0,14 58-5 0,-25 11 13 0,10 15-11 0,-9-14 2 0,-13-23 0 0,0 0-19 0,12-36-42 0,12-12-20 0</inkml:trace>
  <inkml:trace contextRef="#ctx0" brushRef="#br0">6621 17407 11 0,'36'-48'24'0,"-12"13"8"0,-24 35-2 0,12 35-10 0,0 49-7 0,-12-13 0 0,0-11-4 0,-12 22-7 0,12-21-2 0,12-26 1 0,0-23 2 0,46-12 0 0,27-24-1 0,-2 11-1 0,-47 13-1 0,-13 0-2 0,-23 13-56 0,0-13-34 0</inkml:trace>
  <inkml:trace contextRef="#ctx0" brushRef="#br0">7205 17396 18 0,'0'-37'25'0,"0"24"8"0,0 26-10 0,0 58-3 0,-13 13-4 0,13-24 1 0,0 22-15 0,0-11-1 0,25-34 2 0,10-13 0 0,1-24 1 0,24 0-3 0,-13-11 1 0,-11-2-5 0,11-11-27 0,-22-23-53 0,-25 23 33 0</inkml:trace>
  <inkml:trace contextRef="#ctx0" brushRef="#br0">7263 17574 14 0,'-22'-12'27'0,"-2"12"-2"0,48-11-19 0,83-14-10 0,0 0 5 0,-71 14-13 0,-36 11-43 0</inkml:trace>
  <inkml:trace contextRef="#ctx0" brushRef="#br0">7145 17383 8 0,'0'0'0'0,"-25"-37"32"0,97 3-14 0,48-14 4 0,-1 12 6 0,-47 24-9 0,-38 12-8 0,-9-12-6 0,-25 1-10 0,0-1-114 0</inkml:trace>
  <inkml:trace contextRef="#ctx0" brushRef="#br0">16410 17312 10 0,'0'0'4'0,"-12"0"26"0,0 0-10 0,12 0-4 0,0 12-2 0,0-12 0 0,0 0-4 0,24 0-5 0,0 0 0 0,11 12-3 0,-23-12 0 0,12 0-1 0,12 0 1 0,0-24-2 0,-25 24 1 0,2-12-5 0,-26 12-54 0,13 0-9 0</inkml:trace>
  <inkml:trace contextRef="#ctx0" brushRef="#br0">16374 17383 2 0,'-12'13'8'0,"-1"-13"31"0,13 0-14 0,13 0-12 0,23 0-4 0,12-13 0 0,-2 13-1 0,-21-12-1 0,-14 12-2 0,-11 0-3 0,0 0-1 0,0-12-1 0,0 12-6 0,0 0-110 0</inkml:trace>
  <inkml:trace contextRef="#ctx0" brushRef="#br0">17601 17346 3 0,'-25'0'9'0,"2"0"8"0,10 0 0 0,2 0 6 0,11-10-6 0,0 10-6 0,0 0-4 0,0-12-4 0,0 12-2 0,47 0 0 0,49-12 0 0,23 12-1 0,36-12 2 0,12 0 1 0,22 12 0 0,3 0 1 0,-3-13 0 0,26 13 3 0,12-11 0 0,-2 22-2 0,-33-11-2 0,-14 0 1 0,-24 0 1 0,-10 0-1 0,-1 0-1 0,-36 0 2 0,-36-11 1 0,-23 11 2 0,-24-12 0 0,-1 12-2 0,2-11-2 0,-2 11-2 0,-12 0-1 0,-11 0 3 0,0 0 3 0,0 0-7 0,-34 0-3 0,-14 11-106 0,48 1 42 0</inkml:trace>
  <inkml:trace contextRef="#ctx0" brushRef="#br0">12123 16978 27 0,'0'0'20'0,"-36"-13"22"0,0 3 5 0,24 10-34 0,12 0-7 0,36 0 0 0,60 0-3 0,-1-12 0 0,-49 0-1 0,-33 0 17 0,-60 12-13 0,-37 24-4 0,13-2-2 0,59-22 0 0,24 13 0 0,59-13 0 0,1 0 1 0,-48 0 0 0,-36 0-4 0,-72 24-108 0,72-24 53 0</inkml:trace>
  <inkml:trace contextRef="#ctx0" brushRef="#br0">16434 17396 60 0,'-36'-13'14'0,"36"1"25"0,12 0-33 0,70 12 2 0,27-13-1 0,-39 13 6 0,-57 0 13 0,-49-22-16 0,-24 22-9 0,-11 0 1 0,23 0-2 0,48 0 0 0,0 12 1 0,72-12 0 0,11 0-3 0,-23 0 2 0,-48 0 0 0,-60 10 1 0,-59 3 2 0,-12 24-7 0,59-26 3 0,47-11 1 0,86 0 0 0,69-11 2 0,-10-14 1 0,-121 13 0 0,-70 12-4 0,-84 12 2 0,12 0-4 0,119 1 2 0,72-2 1 0,59-22-1 0,-96 11 1 0,-59 0-28 0,0 11-108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6836 8084 6 0,'0'0'0'0,"-36"0"54"0,36 0-23 0,0-12-10 0,0 24 0 0,0-12-6 0,11 13-8 0,-11-13-2 0,13 11 1 0,-1-11 0 0,23 12 1 0,12-12-1 0,2 0-1 0,10 0-3 0,1 11 0 0,-1 2 1 0,-12-13-1 0,24 0 2 0,-10 0-3 0,22 12-2 0,-12-12 3 0,1 12-1 0,12 1 1 0,-2-13-3 0,2 11 2 0,0-11-1 0,-1 0 2 0,-12 0-1 0,-12-11 0 0,-10-2-2 0,-14 13 1 0,1 0 1 0,-13 0 0 0,2 0-1 0,-14-12 2 0,1 12 2 0,0 0-2 0,-12 0-1 0,0 0 0 0,0 0 6 0,12 0-5 0,-12-12-1 0,0 12 2 0,0 0-3 0,0-13 0 0,0 13 1 0,0 0-4 0,0-11-39 0,12 11-102 0</inkml:trace>
  <inkml:trace contextRef="#ctx0" brushRef="#br0">9252 7346 16 0,'0'0'15'0,"0"0"12"0,13-11-15 0,10-2-3 0,-10 13 6 0,-1 0 1 0,11 0-3 0,-11 0-5 0,24 0-2 0,0 0 4 0,-2 0-1 0,15 0-2 0,-1 0-2 0,-2 0-1 0,3 0 0 0,-1 0-3 0,-1 0 2 0,13 0-2 0,10 13 0 0,3-13 1 0,10 0 0 0,-11 0 0 0,-1 11-1 0,12 1 1 0,-11-1-1 0,-2-11 0 0,15 0-1 0,-2 13 1 0,-12-13-1 0,1 0 0 0,-2 0 1 0,15 0 0 0,-14 0 1 0,1 0-2 0,11 0 0 0,-24-13 1 0,1 13 0 0,11 0-1 0,13-11 1 0,-13 11-1 0,-24 0-1 0,1 0 1 0,0 0-1 0,-12 0 1 0,0-12 1 0,-1 12-1 0,-23 0 1 0,0 0-1 0,-12-11 1 0,12-2 0 0,0 1 0 0,0 0 0 0,-12 1-1 0,12-1 1 0,0-12-1 0,0 0 1 0,-2 0-1 0,-10-11 1 0,13 10-1 0,-13 2 0 0,12-13 1 0,-12 1-1 0,0-26 0 0,0 27 1 0,0 9-2 0,11-21 3 0,-11 9-2 0,0 13 0 0,0-11 1 0,0 10 0 0,13-22-2 0,-13 23 2 0,0-10-2 0,0 9 5 0,0-11-7 0,-13-12 6 0,13 2-5 0,-11 21 5 0,-1-11-3 0,-1 1 1 0,3 10-3 0,-2 2 3 0,0 12-2 0,0-14 3 0,0 13-2 0,0-1 0 0,-24 13-1 0,-11-10 2 0,-25-1-2 0,-12-2 3 0,-10 1-1 0,-25 0-1 0,-1-1 0 0,-11-21 2 0,12 21-3 0,-1 1 3 0,2 0-2 0,-13 1 2 0,-1-1-3 0,2 12 2 0,-1 0-1 0,11 0 0 0,2 0 0 0,0 12 0 0,-14-1 2 0,37 1-2 0,23 0 0 0,25 1 0 0,-1-2 0 0,0 1 0 0,0 12-1 0,1-12 1 0,35 13 0 0,1-4-1 0,-2 16 1 0,13-1-1 0,0 12 1 0,0-1 0 0,0 13 0 0,13-12 0 0,-13 11-1 0,0-13 1 0,11 15 0 0,-11-1 0 0,0-1 0 0,-11 12-1 0,11-12 1 0,0-9 0 0,0-4 0 0,0-10 0 0,0 0 0 0,0-1 0 0,0-12 0 0,0-10 1 0,11-1 0 0,1 0-1 0,-12 12 0 0,11-1 1 0,2-11-1 0,-1 0 0 0,-12-12 0 0,0 13 0 0,11-13 1 0,2-25 2 0,-13-10-62 0,23 11-60 0</inkml:trace>
  <inkml:trace contextRef="#ctx0" brushRef="#br0">15314 5322 22 0,'-24'0'18'0,"-60"24"24"0,50-11 0 0,21-2-15 0,13-11-9 0,60 12-3 0,59-12-5 0,72 0-4 0,23 0 1 0,-12-12-3 0,-36 24-1 0,-82-12 1 0,-48 0 2 0,-11 0 0 0,-14-12-3 0,1 1-3 0,24-2-1 0,11 13-27 0,1 13-53 0,-36-2 3 0</inkml:trace>
  <inkml:trace contextRef="#ctx0" brushRef="#br0">15444 5525 70 0,'-82'-11'56'0,"-2"22"-47"0,73-1 21 0,11-10-14 0,71-21-3 0,72-4-5 0,59 25-4 0,13 0-2 0,-25 0 0 0,-59 0-1 0,-60 0 2 0,-35 0 3 0,-13 0-1 0,2-12-3 0,11 12 0 0,10-13 0 0,-21 13 0 0,-1-11 0 0,-12 11-1 0,-12 0 0 0,0 0 0 0,0 0-8 0,24 11-156 0</inkml:trace>
  <inkml:trace contextRef="#ctx0" brushRef="#br0">20530 6691 30 0,'-71'-13'14'0,"46"3"-11"0,14-1 14 0,-1 11-2 0,12 0-9 0,36 0-3 0,23-13-1 0,35 13-2 0,38-12 1 0,23 12 3 0,36 0-1 0,-1 0-2 0,13 0-2 0,-13 0 3 0,-23 0 2 0,-12-12 3 0,-24 12-3 0,-24-13-2 0,-24 2 4 0,1 11-4 0,-26 0 2 0,-9 11 3 0,-37-11 3 0,0-11 1 0,-24-12-4 0,-13-2-2 0,2 13-4 0,46 12-48 0,-10 12-37 0</inkml:trace>
  <inkml:trace contextRef="#ctx0" brushRef="#br0">10753 8573 70 0,'-47'-24'9'0,"35"24"-4"0,1 0 15 0,34 0-8 0,36 0-4 0,59 0-5 0,27-24-1 0,-3 11 4 0,-35 2-2 0,-23 11 0 0,-38 0 0 0,-10 0-2 0,-23 11-7 0,10 2-41 0,-23-1-43 0</inkml:trace>
  <inkml:trace contextRef="#ctx0" brushRef="#br0">10776 8633 92 0,'-23'-13'8'0,"0"26"-10"0,82-2-3 0,60-11 6 0,12 0 7 0,12-24 1 0,-59 12 2 0,-50 0 2 0,-34-1-6 0,-34 13-35 0,11 0-55 0</inkml:trace>
  <inkml:trace contextRef="#ctx0" brushRef="#br0">1334 5417 25 0,'-23'-24'24'0,"-1"24"3"0,11-11 1 0,2 11-8 0,11 0-8 0,0 0-7 0,24 0 3 0,59 0-1 0,60 0 0 0,34-23 3 0,4 10 0 0,-27-11-5 0,-59 11 1 0,-47 2-1 0,-24-1 0 0,-24 12-3 0,0-11 0 0,11 11-11 0,-11 0-34 0,0 23-101 0</inkml:trace>
  <inkml:trace contextRef="#ctx0" brushRef="#br0">1251 5525 56 0,'-36'0'12'0,"-35"0"10"0,47 0 3 0,12 0 0 0,12 0-12 0,12 0-4 0,12 0-1 0,23 0-2 0,25-24 0 0,35 12-2 0,24 0-1 0,24-1 1 0,-13-10 0 0,-22 12-1 0,-25-2 3 0,-24 1-1 0,-48 0 0 0,13 1 0 0,-23 11 0 0,-13 0-3 0,12-12 1 0,-24 12-9 0,-24 35-158 0</inkml:trace>
  <inkml:trace contextRef="#ctx0" brushRef="#br0">11028 6525 8 0,'0'-12'30'0,"0"1"-6"0,0-2-7 0,0 1-5 0,0-24-1 0,0 1-4 0,11-13 0 0,-11 0-3 0,0 1 4 0,0-37-3 0,-11-11 1 0,-13 24-4 0,24-1 1 0,-13 13-3 0,13 11 2 0,0-23-4 0,-23 23 6 0,23 12-3 0,0-24 3 0,0 1-2 0,0 13 8 0,0 9-6 0,0 1-2 0,0-12 0 0,-13 14 0 0,13 9-2 0,13 0 3 0,10-9-3 0,1-3 2 0,-11 3-1 0,10 9 1 0,-12 0-1 0,14 4 1 0,11-4-1 0,23 0 1 0,2-9-2 0,21 9 2 0,13 13-4 0,0-11 1 0,12-1 0 0,1 12 2 0,11-13-1 0,-1 14 1 0,-10-1-1 0,22-11 0 0,13-2-1 0,0 14 0 0,1-1 2 0,11 1-1 0,-12-14 0 0,11 13-1 0,1-1 2 0,-1 3-1 0,2 10 1 0,-1-11-1 0,-13-2 0 0,-10 1 0 0,-25 0 2 0,-24 12-1 0,0-13-1 0,-23 2 1 0,-12-1-1 0,-13 12 0 0,-11-11 0 0,0 11 1 0,0 0-2 0,12 11-18 0,-13-11-106 0,-23 0 92 0</inkml:trace>
  <inkml:trace contextRef="#ctx0" brushRef="#br0">14028 4442 9 0,'0'-25'46'0,"-13"13"-10"0,13-1 0 0,0 3-10 0,0 10-13 0,13 0-11 0,23 23-1 0,22 1 1 0,14 23-1 0,12 1 0 0,0 0 1 0,-1-23 0 0,-35-2 0 0,-13-23 1 0,-24 0 1 0,-11 0 14 0,-11-12-17 0,11 24-1 0,-12 11 0 0,-35 25 0 0,-37 24 0 0,0-12 0 0,2-1 2 0,34-13-1 0,12 4 0 0,13-16-1 0,23-10 1 0,0-24 3 0,10 0-43 0,15 0-74 0</inkml:trace>
  <inkml:trace contextRef="#ctx0" brushRef="#br0">12540 7513 20 0,'0'0'10'0,"0"24"7"0,0 34-15 0,0-21 1 0,35-24 14 0,13-38-3 0,35-34-8 0,13-1 2 0,-13 24 0 0,0-10-3 0,-23 9-2 0,-12 13-4 0,-37 24-52 0,-11 11 18 0</inkml:trace>
  <inkml:trace contextRef="#ctx0" brushRef="#br0">10706 9073 41 0,'11'-12'19'0,"-11"36"-16"0,25 10 1 0,-14 3 13 0,1-13-2 0,36-24-7 0,35-61-1 0,36-21 10 0,-11 34-6 0,-49 23-9 0,-35 15-1 0,0-1-85 0,-24 11 41 0</inkml:trace>
  <inkml:trace contextRef="#ctx0" brushRef="#br0">1560 5417 23 0,'-59'-24'2'0,"-1"48"-25"0</inkml:trace>
  <inkml:trace contextRef="#ctx0" brushRef="#br0">1358 5464 10 0,'0'0'0'0,"-60"0"41"0,36 0-16 0,1-11-2 0,10-1-1 0,2 1-8 0,11 11-10 0,36 0 3 0,46-13 2 0,38 1-2 0,47 0 1 0,35 1-1 0,-11-12 2 0,-48 23-2 0,-36 0-1 0,-60 0 0 0,-35 0-1 0,-12 0-3 0,12 0-2 0,0 0-11 0,0 11-43 0,0 12-66 0</inkml:trace>
  <inkml:trace contextRef="#ctx0" brushRef="#br0">1000 5501 79 0,'-47'-12'16'0,"11"0"0"0,72 12-11 0,47-13 7 0,83-34 4 0,61 0-5 0,47-14-2 0,12 3-1 0,-48-2 5 0,-47 23-4 0,-96 16 1 0,-71 8 0 0,-12 1-2 0,-12 0-5 0,-12-12-1 0,12 1-3 0,24 23-65 0,-12 23-38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13028 2858 10 0,'0'0'0'0,"0"0"10"0,0 0-3 0,-48-24 20 0,12 0-3 0,-23 0-8 0,-1 12-3 0,-11 12-5 0,23 0-3 0,48 0-1 0,48-11-1 0,83-14-1 0,94 2-1 0,61 11 1 0,1 1-1 0,-37-14 2 0,-83 13 7 0,-73-1-2 0,-58 2-5 0,-12-1 0 0,-24 1-2 0,0 22-60 0,0 1-29 0</inkml:trace>
  <inkml:trace contextRef="#ctx0" brushRef="#br0">12754 2763 63 0,'-48'-13'6'0,"-71"13"-3"0,72 13-1 0,34-13 18 0,38 0-4 0,82-13-10 0,119-22 0 0,131 12-2 0,60-2-1 0,-36 13 0 0,-120-1 0 0,-105 13 6 0,-120 0 7 0,-24-11-4 0,-12-1-8 0,0 12-4 0,11 12-34 0,1 12-82 0</inkml:trace>
  <inkml:trace contextRef="#ctx0" brushRef="#br0">989 6441 29 0,'-12'-12'27'0,"1"1"-22"0,11 11 57 0,11 0-26 0,-11 0-30 0,12 0-1 0,-12 11 3 0,11 1-1 0,2 12-3 0,-1 0 0 0,-1 0 0 0,12-12-1 0,-10 11-2 0,-1 2 0 0,0-14 0 0,12 1 0 0,-12-1 1 0,12-11 0 0,-14 0 0 0,3 0 0 0,23-11-1 0,36-37-1 0,35-23 1 0,25 0 0 0,10-1 1 0,-12 14-2 0,-46 21 1 0,-36 24-1 0,-37 2 1 0,-11 11 1 0,12 0-21 0,48 0-152 0</inkml:trace>
  <inkml:trace contextRef="#ctx0" brushRef="#br0">15267 4489 23 0,'-12'-24'1'0,"24"1"3"0,11-2 21 0,-11 0-2 0,0 4-2 0,-12 21-2 0,0 46-14 0,0 13 0 0,0 12 0 0,0 25-3 0,-12-12 0 0,-12-13-2 0,13-12 1 0,-1-11-1 0,12-25 2 0,12-10-2 0,23-13 1 0,50 0 0 0,33-13-1 0,13 2 1 0,-60 11-1 0,-48 0 1 0,-23 0 0 0,-23 0-13 0,-1 0-41 0,13 11-20 0</inkml:trace>
  <inkml:trace contextRef="#ctx0" brushRef="#br0">16326 4179 46 0,'-36'-24'22'0,"-11"12"-15"0,-1 35 9 0,-11 73 0 0,-13 47-5 0,-35 83-4 0,36-34-5 0,71-50 0 0,71-58-4 0,36-37-31 0,1-47-53 0</inkml:trace>
  <inkml:trace contextRef="#ctx0" brushRef="#br0">16755 4476 51 0,'-24'-34'24'0,"0"21"-10"0,13 13 3 0,-25 24-6 0,-23 47-5 0,11 13-3 0,23-1-1 0,25-11-1 0,60-12-1 0,0-26 2 0,-1-9-2 0,1-25 0 0,0-36 0 0,-14-24 1 0,-21 1-1 0,-1-13 0 0,-24 1 1 0,0 11 0 0,-24 1-2 0,-1 11 2 0,-21 13-1 0,-2 24 0 0,-12-2 0 0,1 26 0 0,11 21 0 0,24 14 0 0,24 12 1 0,60-13-1 0,23-10 1 0,-11-3 0 0,-25-22 0 0,-24 0 0 0,2-12-15 0,11-12-29 0,-12 12-32 0</inkml:trace>
  <inkml:trace contextRef="#ctx0" brushRef="#br0">17065 4166 94 0,'-13'-11'2'0,"2"-12"-1"0,47 23-1 0,11 34 9 0,1 50 2 0,23 58-7 0,1 38-3 0,-48-25 3 0,-72-36 9 0,-71-24 0 0,-12-35-4 0,12-12-3 0,47-25-2 0,49-23-2 0,46 0-58 0,0 0-45 0</inkml:trace>
  <inkml:trace contextRef="#ctx0" brushRef="#br0">14682 5740 25 0,'0'-25'30'0,"-11"0"-2"0,22 2-7 0,-11 0-7 0,0 11-5 0,0 24-6 0,0 0 1 0,-11 22 0 0,11 3-2 0,0-1 1 0,-12 35 0 0,-1 11-1 0,2 2 0 0,11-13 0 0,0-10 0 0,0-38 0 0,11 14 0 0,25-14-1 0,25-23 1 0,10 0-2 0,24 0 1 0,-35-12 0 0,-24 12 0 0,-24 0 0 0,-2 12-2 0,15-1-19 0,-1-11-37 0,-12 0-17 0</inkml:trace>
  <inkml:trace contextRef="#ctx0" brushRef="#br0">15267 5953 58 0,'-12'0'3'0,"-24"-12"14"0,36 37 6 0,-13 22-7 0,13 11-8 0,36-8-5 0,12-27-1 0,-24-12-1 0,0-22 2 0,0-49-2 0,-12 1 0 0,-12 0 0 0,-12 9-2 0,-12 29 1 0,-12 8 0 0,1 13 0 0,-1 34 0 0,24 3 1 0,35-1-1 0,25-12 0 0,12 0-1 0,23-13 1 0,13-11 0 0,-2-11 1 0,2-1 0 0,-36-24-2 0,-1 13 1 0,-35-14 0 0,-12 14 1 0,-24-1-1 0,0 0 0 0,-12 24 0 0,0-13 1 0,13 26-1 0,-14-1 1 0,2 13-2 0,-1 9 1 0,12-10 1 0,12-11 2 0,36-13-3 0,12-13-1 0,-1 26 0 0,-11 34 2 0,0 36 0 0,-14 24 0 0,-9 37-2 0,-48-26 1 0,-13-47 7 0,12-47 2 0,1-36-1 0,10-71-4 0,38-24-4 0,58 25-1 0,36 32-22 0,11 27-53 0,-105 23 32 0</inkml:trace>
  <inkml:trace contextRef="#ctx0" brushRef="#br0">16564 5632 77 0,'-11'-24'10'0,"-14"-12"13"0,25 24-9 0,0 24-5 0,0 48 3 0,-23 23-5 0,10 13-3 0,-10-12 0 0,10-13-2 0,13-24 0 0,0-23 0 0,13-13 0 0,46-11 1 0,25-11-2 0,11 11-1 0,-23-12 1 0,-35 12-1 0,-37 0 1 0,0 12-19 0,34 11-39 0,-11-23-20 0</inkml:trace>
  <inkml:trace contextRef="#ctx0" brushRef="#br0">17601 5405 10 0,'0'-12'3'0,"0"1"-1"0,0-25 7 0,35 12 19 0,-23 24-6 0,-24 12 6 0,-48 84-12 0,-23 34-5 0,23 37-4 0,49-24-3 0,71-36 0 0,11-36-2 0,-12-23-1 0,13-36-28 0,-35-24-72 0</inkml:trace>
  <inkml:trace contextRef="#ctx0" brushRef="#br0">18089 5548 65 0,'0'-23'5'0,"0"23"19"0,0 10-1 0,-23 63-10 0,10 22-6 0,13-24-4 0,36-11-1 0,11-36 0 0,13-24 1 0,0-47-2 0,-14-24 0 0,-21-2-1 0,-14 2 0 0,-22 0 0 0,-25-1-1 0,-11 12 1 0,-1 37-1 0,-12 23 0 0,1 23 1 0,11 25 2 0,36 12-2 0,36-13 1 0,35 24-2 0,1-34 1 0,-12-14 1 0,-12-12 0 0,-14 2 0 0,14-1 0 0,0 0-4 0,0 1-25 0,12-2-80 0</inkml:trace>
  <inkml:trace contextRef="#ctx0" brushRef="#br0">18541 5286 44 0,'0'0'0'0,"12"-35"31"0,36 47 1 0,-12 84-14 0,-1 34-9 0,25 60-6 0,-24-11 0 0,-36-48-3 0,-72-60 7 0,-23-47-13 0,47-12-67 0,48-24 28 0</inkml:trace>
  <inkml:trace contextRef="#ctx0" brushRef="#br0">18958 5882 105 0,'-71'-48'23'0,"35"48"-25"0,60 11-94 0</inkml:trace>
  <inkml:trace contextRef="#ctx0" brushRef="#br0">846 8964 27 0,'0'0'0'0,"-12"-10"7"0,24 10-5 0,-1-11 20 0,2 11-4 0,-1-13-3 0,-1 13-5 0,1 13-3 0,0 21-2 0,12 3-1 0,-12-3 0 0,-12 3 2 0,13-3-3 0,-2-9-2 0,1 0 0 0,-1-14 0 0,-11-11 2 0,0 0 5 0,13-24-4 0,33 12-2 0,3-24-2 0,-1 1 0 0,-2-13 1 0,3 0 0 0,-2 14-2 0,13-3 2 0,-24 13 0 0,-13 1-1 0,25-2 1 0,0 2-1 0,-14 11 0 0,-21 1 1 0,-1 11-3 0,-12 0-36 0,0 11-63 0</inkml:trace>
  <inkml:trace contextRef="#ctx0" brushRef="#br0">785 11656 47 0,'0'0'0'0,"-11"-25"8"0,11 15 3 0,24-1 9 0,-1 11-11 0,-10 0-2 0,10 11-5 0,2 24 0 0,-14-10 2 0,1-2 2 0,0 1-2 0,0 11 1 0,12-12-2 0,-11-10 0 0,-2-13 0 0,-11-13 2 0,36-10-1 0,10-12-2 0,15-12 0 0,10-3-1 0,1 16 0 0,-13-3 2 0,-11-10 1 0,-1 23 0 0,1 1-1 0,-24 12-1 0,0-2 1 0,0 1 0 0,-14 12-2 0,-10-25 3 0,0 25-7 0,49 0-129 0</inkml:trace>
  <inkml:trace contextRef="#ctx0" brushRef="#br0">14254 4643 6 0,'0'0'16'0,"0"-23"4"0,0 23-5 0,0-12-2 0,0 1 0 0,-11-2-6 0,11 26-6 0,11-2 0 0,2 24-1 0,-2-23 1 0,12 12 0 0,-10-12 1 0,10 12-1 0,-10-24 2 0,22 0-1 0,49-36 0 0,-1 12-1 0,11-11 1 0,-58 23 0 0,-11 12 4 0,-25-11 7 0,0-2-6 0,0 13-6 0,-36 24-57 0,11-12-4 0</inkml:trace>
  <inkml:trace contextRef="#ctx0" brushRef="#br0">13719 6513 3 0,'0'-11'5'0,"-36"-14"1"0,36 13 3 0,0-1 2 0,0 2 1 0,0 11-7 0,12 0-2 0,-12 36 2 0,12 0-3 0,0 11 0 0,-1-11 1 0,0-12-1 0,2-12 2 0,23-12 0 0,12-36-2 0,36 0 0 0,-2-22-2 0,14 8 6 0,-13 27-1 0,-36 0-1 0,-34 11-2 0,-2 12-4 0,-11 0-76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11766 8108 59 0,'-12'0'26'0,"12"0"-9"0,0-11-2 0,0 11-6 0,0 0-1 0,0 0 1 0,24 0-5 0,11 0-3 0,25 0-1 0,-2 0 0 0,3 0 1 0,-25-13 3 0,-13 13 2 0,-11 0 2 0,-12 0-3 0,0 0-4 0,12 0 0 0,0 0-1 0,12 0 0 0,-12-12-4 0,13 12-26 0,-2 0-39 0,-23 0 13 0</inkml:trace>
  <inkml:trace contextRef="#ctx0" brushRef="#br0">11730 8168 48 0,'0'0'16'0,"-12"-12"-4"0,24 12 24 0,12 0-33 0,46 0 0 0,26 0-2 0,-24 0 0 0,-25 0 2 0,-11 0 4 0,0 0-3 0,1 0-2 0,-26 0 2 0,1 0 5 0,-12 0-1 0,11 0-5 0,-11 0-2 0,0 0 22 0,0-12-22 0,0 12-37 0,12 0-66 0</inkml:trace>
  <inkml:trace contextRef="#ctx0" brushRef="#br0">20911 8596 0 0,'-24'0'0'0,"0"0"28"0,1-13 1 0,11 26-21 0,12-13-1 0,0 12 1 0,0-12 9 0,0 0-8 0,12 0-3 0,23 0-1 0,25 0-1 0,35 0 0 0,-11 0 1 0,-13 0-2 0,0 0 0 0,-22 0-1 0,-2 0-1 0,-24 0 2 0,-11 0-1 0,-12 0-1 0,0 0 3 0,-35 0-2 0,-12 0 0 0,-37 12 1 0,23 1-1 0,-9-13-2 0,-3 11 0 0,3 1 1 0,34-1-1 0,12 2 0 0,12-13 0 0,24 0 0 0,24 0 1 0,35 0-1 0,25-13 0 0,-13 13 0 0,-12 0 0 0,-10 13-1 0,-38-13 1 0,-46-13 3 0,-61 13 0 0,-23 0-3 0,-1 13 1 0,25-13-1 0,47 0 1 0,12 0-1 0,36 0 1 0,60-13-2 0,34 2 1 0,1-1 0 0,13 12-2 0,-36 0 1 0,-49 0 2 0,-23 0-2 0,-59 0 3 0,-25 12-2 0,-35-12 2 0,12 0-1 0,11 0-1 0,49 0 1 0,35 0-1 0,46 0 0 0,51-12 0 0,21 12-1 0,-11 0-1 0,-35 0 2 0,-36 0 0 0,-24-11 0 0,-24 11 1 0,12 0-43 0</inkml:trace>
  <inkml:trace contextRef="#ctx0" brushRef="#br0">17077 8215 8 0,'-12'-13'26'0,"-1"13"-16"0,13 0 0 0,0-10 5 0,0 10-10 0,25 0-1 0,10 0-2 0,1 10 0 0,0-10-1 0,-25 0 0 0,2 0 1 0,-13 0 3 0,0 0-2 0,-13 0-2 0,-10 0 0 0,12 0-1 0,-26 0 4 0,13 0 3 0,12 0-4 0,24 0 0 0,24 0-2 0,0 0 1 0,-13-10-2 0,2 10 1 0,-14 0-1 0,-11 0 0 0,-36 0 0 0,-11 10-1 0,11-10 2 0,24 0 0 0,12 0-1 0,24 0 1 0,24 0 0 0,0 0 0 0,-25 0 0 0,-12 0-2 0,2-10 1 0,-1 10 1 0,-12 0 1 0,-12-11-1 0,12 11-1 0,-13 0 1 0,13 0 0 0,0 0-1 0,0 11-43 0,0-11-26 0</inkml:trace>
  <inkml:trace contextRef="#ctx0" brushRef="#br0">21244 12954 9 0,'0'0'0'0,"0"-12"30"0,12-12-1 0,12 1-4 0,12 11-3 0,-24 0-6 0,-1-1-6 0,-22 38-3 0,11 21-5 0,-12 4-2 0,12 8 1 0,12-11-1 0,12-10 0 0,-1-13 0 0,1-14 2 0,12-10-1 0,24-10-1 0,-1-1 0 0,-23-26 1 0,-13 13 0 0,-10-12-1 0,-2 1 1 0,2 12 0 0,-2-2-1 0,-11 0 0 0,0 14 0 0,0 11 1 0,0-12-1 0,0 12 1 0,0 0-1 0,0 0 0 0,0 12 1 0,0-1-1 0,0 26 0 0,0 10 0 0,0 24-1 0,-11 0 1 0,11 13 0 0,11 0-2 0,-11 11 1 0,0-35 2 0,0 23-1 0,0-24 0 0,-24 1 1 0,0-36-1 0,1-12 3 0,-26-24 1 0,26-35-3 0,-12-24 0 0,35-13 0 0,22-12-2 0,50 0 2 0,1 38 0 0,10 11 0 0,12 10 0 0,-35 37 3 0,-60 0-1 0,0 0 1 0,-36 0-17 0,24 0-77 0,24 0 16 0</inkml:trace>
  <inkml:trace contextRef="#ctx0" brushRef="#br0">22876 12811 22 0,'0'0'11'0,"0"-12"12"0,12 0 0 0,-12 12-12 0,12 24-1 0,-12 12-2 0,0 0-5 0,12 10-3 0,0-9 1 0,23-13 0 0,1-12 0 0,11-1 0 0,-10-34 1 0,-3-13-1 0,-9 0 0 0,-1 13 0 0,-12-1 0 0,-12 0 0 0,0 1 0 0,0 23-1 0,0 11 3 0,0 37-2 0,-12 11-1 0,12 36-1 0,0 2 2 0,12 8-2 0,-12-9 1 0,-12 11 0 0,-1-23 0 0,-23 10 1 0,2-46 0 0,10-12 1 0,-12-24 1 0,12-12 0 0,-12-36 1 0,11-11-2 0,15-37 0 0,33-11-2 0,25 35 0 0,12 13-2 0,-13 35 2 0,0 0 0 0,1-12-15 0,-24-36-44 0,-12 37 1 0</inkml:trace>
  <inkml:trace contextRef="#ctx0" brushRef="#br0">23079 12454 20 0,'0'0'16'0,"-13"-11"21"0,13 11 7 0,0 11-15 0,-11 25-8 0,-13-1-10 0,12-12-4 0,-1-10-1 0,13-13-2 0,0 0-1 0,0 0 2 0,0-36-3 0,13 1-1 0,-1-1-1 0,-1 12 1 0,2 12-2 0,-2-13 3 0,2 25 1 0,-13 0 1 0,0-10-2 0,11 20-1 0,1 3-1 0,24 24 2 0,-12-14-2 0,-12 13 2 0,11-24-1 0,1-1 1 0,-12 1-2 0,-12-12 1 0,0 0-1 0,12 0-21 0,24-23-146 0</inkml:trace>
  <inkml:trace contextRef="#ctx0" brushRef="#br0">22197 13084 68 0,'0'0'4'0,"-36"0"20"0,12 0 9 0,13-11-17 0,22 11-10 0,37-12-3 0,47 1 1 0,1 11-2 0,-62 0-2 0,-21 0 3 0,-13 0 3 0,-35 0-3 0,-13 0-2 0,0 0 0 0,-11 0-1 0,11 0 0 0,0 0 0 0,37 0 1 0,11 0-1 0,47-13 1 0,24 13 0 0,25 0-1 0,-13 0 0 0,-35-12-1 0,-37 12 4 0,-11 0-1 0,-36 0 0 0,-22 0-3 0,-2 12 2 0,24 1-2 0,36-13-20 0,0-13-109 0</inkml:trace>
  <inkml:trace contextRef="#ctx0" brushRef="#br0">21053 12632 75 0,'49'-23'11'0,"-27"12"15"0,-22-2-3 0,0 13-1 0,0 0-11 0,-10 0-7 0,-14 59-1 0,-13 50 0 0,-45 33 2 0,10 24-3 0,48-22-2 0,48-39 1 0,12-32 0 0,23-38 0 0,-36-22 0 0,-23-13-9 0,0 0-139 0</inkml:trace>
  <inkml:trace contextRef="#ctx0" brushRef="#br0">23364 12621 72 0,'0'-23'18'0,"0"-2"18"0,36 13-4 0,11 36-13 0,25 71-9 0,-25 72-6 0,-11-24-1 0,-24-12 0 0,-36-47 5 0,-23-37-2 0,11-35-3 0,23-12-43 0,13-25-116 0</inkml:trace>
  <inkml:trace contextRef="#ctx0" brushRef="#br0">23721 12585 86 0,'-23'-24'18'0,"23"-12"21"0,11 1-9 0,1 11-16 0,12 12-6 0,0 1 1 0,12-2-4 0,-2 26-4 0,2 10 1 0,-23 13 0 0,-1 10 0 0,-24-9 0 0,12 10-1 0,-24-10 1 0,-1-14 3 0,3 1-2 0,10-12 0 0,0 0-2 0,24-12 0 0,58-12 0 0,26 12 0 0,23-12 0 0,-23-1-1 0,-72 13 2 0,-24 0 2 0,0 0-19 0,0 25-175 0</inkml:trace>
  <inkml:trace contextRef="#ctx0" brushRef="#br0">21566 11882 37 0,'167'12'1'0,"535"-12"0"0,-297-24-31 0</inkml:trace>
  <inkml:trace contextRef="#ctx0" brushRef="#br0">26198 14288 255 0,'0'0'0'0,"-12"0"0"0,-108-48 0 0,-497-24 0 0,259 84 0 0</inkml:trace>
  <inkml:trace contextRef="#ctx0" brushRef="#br0">19874 12514 2 0,'-11'-12'8'0,"-1"12"6"0,1-12 14 0,-2 12-9 0,2 0 1 0,-2 0-1 0,-10 0-4 0,-1-13-6 0,12 13-4 0,-1 0-1 0,13 0-2 0,0 0 0 0,13 13 0 0,10-13 1 0,13 0 0 0,12 0 0 0,0 0-1 0,-1 12 1 0,-11-12 0 0,-12 0-1 0,12 0 0 0,-12 0 1 0,-12 0-1 0,11-12 0 0,-12 12-1 0,14 0 0 0,-1 0 0 0,-12 0 0 0,-12-13 0 0,0 13-1 0,12 0 0 0,0-11-26 0,-12 11-58 0,0 11 39 0</inkml:trace>
  <inkml:trace contextRef="#ctx0" brushRef="#br0">19685 12598 15 0,'-24'0'7'0,"0"0"-1"0,24 0 32 0,12 0-11 0,0 0-12 0,12 0-5 0,22 0-6 0,15 0 1 0,21 0 0 0,-10 0 1 0,-24 0-1 0,-12 0 1 0,-11 0-2 0,-2 0-1 0,0-13-3 0,-12 13 1 0,2 0 0 0,-1-12-1 0,-1 12-15 0,-11 0-105 0</inkml:trace>
  <inkml:trace contextRef="#ctx0" brushRef="#br0">19708 12632 49 0,'-23'-11'6'0,"-25"11"7"0,48 0-1 0,24 0 3 0,0-12-5 0,35 12-4 0,13 0 1 0,11 0-3 0,12 0-1 0,-11 12 0 0,-37-12 2 0,13 0 1 0,-48 0-3 0,-1 0-1 0,0 0-1 0,2 0-1 0,-13 0 1 0,12 0-1 0,-12 0 2 0,11 0 0 0,-11 11-1 0,0-11 0 0,0 0 7 0,0 0-8 0,0 0 0 0,-11 0 1 0,11 0-1 0,0 0 0 0,0 0 1 0,0 0-1 0,0 0 0 0,0 0 1 0,-12 0-1 0,12 0-1 0,0 0 2 0,0 0-1 0,0 0 0 0,0 0 0 0,0 0 0 0,0 0 0 0,0 0 0 0,0 12 1 0,-13-12-2 0,13 0 2 0,0 0-2 0,0 0 2 0,-11-12-2 0,11 12 2 0,-11 0-2 0,11 0 3 0,0 0-3 0,0 0 2 0,0 0-2 0,0 0 1 0,0 0 0 0,-12 0 1 0,12 0-2 0,0 0 1 0,0-11 1 0,0 11-1 0,0 0-1 0,0 0 2 0,0 0-1 0,0 0 0 0,0-12 0 0,0 12 0 0,0 0 0 0,0 0 0 0,0-11-3 0,-24 11-122 0</inkml:trace>
  <inkml:trace contextRef="#ctx0" brushRef="#br0">21899 12477 2 0,'0'-11'17'0,"-11"11"2"0,11 0 1 0,0 0 18 0,-12 11-27 0,-12 2-1 0,24-13-3 0,13 0 0 0,57 0-3 0,49-13-4 0,24 13-1 0,-12 0 2 0,-13 13 1 0,-33-13 1 0,-38 0 2 0,-36 0 1 0,-11 0 3 0,-36 0-5 0,-35 0-2 0,-47-13 0 0,-13 13-1 0,-12 0 2 0,12-11-2 0,37 11 0 0,45 0 0 0,49 0 0 0,49 0 0 0,45-12-1 0,61 12 0 0,23 0-2 0,-24 0 2 0,-34 12 0 0,-84-12 0 0,-107 0 5 0,-72 0-3 0,-35-12-1 0,22 1 2 0,37 11-2 0,72-13 0 0,47 13-1 0,47 0 1 0,72 0-2 0,37 0-1 0,-14 0 2 0,-23 13 0 0,-59-13 0 0,-60 0 1 0,-36 0 1 0,-95 0-2 0,-60-13 2 0,25 13 0 0,47 0-1 0,83 0-1 0,36 0 0 0,59 0-1 0,72 0 1 0,37 0-2 0,-26 13 2 0,-48-13-2 0,-58 11 4 0,-36-22-2 0,-11 11-20 0,-14 0-106 0</inkml:trace>
  <inkml:trace contextRef="#ctx0" brushRef="#br0">21196 14918 20 0,'0'0'19'0,"-11"0"1"0,-1-11 4 0,-1 11-11 0,2 0-3 0,-1 0-1 0,-1 0 0 0,3 0-1 0,10 0-5 0,-12 23 0 0,0 13 1 0,12 24-1 0,0-1 1 0,-12 0-1 0,12 12 0 0,0 2-1 0,0-14-1 0,0-11 0 0,12-12 1 0,0 11-1 0,-12-23 0 0,12 12-1 0,-12-12 1 0,10-13 0 0,15 12 1 0,58-23-30 0,1 13-80 0</inkml:trace>
  <inkml:trace contextRef="#ctx0" brushRef="#br0">24757 14776 7 0,'0'-13'7'0,"36"13"2"0,12-11 12 0,0 11-2 0,-25 11-9 0,1-11-1 0,-1 0-1 0,-10 0-6 0,10 25-1 0,-11 10 2 0,-12 26 3 0,-12 10-2 0,12 12-1 0,-11 0-3 0,11 24 1 0,0-24-2 0,0-11 1 0,0-14 0 0,-12-21 1 0,12-1 0 0,0 0 1 0,-13-13-1 0,13 0 3 0,-23-10 3 0,-37-13-2 0,-47 0-32 0,60 0-66 0</inkml:trace>
  <inkml:trace contextRef="#ctx0" brushRef="#br0">13480 16312 0 0,'0'0'3'0,"0"0"3"0,-12 0 2 0,12 0 4 0,0 0 4 0,-11 0-6 0,11 0-2 0,-12 0-2 0,12 0 3 0,0 0 28 0,0 0-29 0,0 0-3 0,-13 0 4 0,13 0-7 0,0 0-2 0,0 12 0 0,0-12 1 0,0 0-1 0,0 0 4 0,0 0-2 0,-11 0-1 0,11 11-1 0,0-11 0 0,0 0 2 0,0 0 1 0,0 0-3 0,0 0 1 0,-12 0-3 0,12 12 3 0,0-12 0 0,0 0 0 0,0 0-15 0,12 0-23 0,12 0-53 0</inkml:trace>
  <inkml:trace contextRef="#ctx0" brushRef="#br0">13790 16574 2 0,'-13'0'13'0,"13"0"9"0,-11 0 9 0,-1 0-4 0,-1 0-7 0,2 0-3 0,0 0-2 0,-1-12-4 0,12 12-4 0,0 0 1 0,0 0 6 0,0 12-14 0,12-12 1 0,-1 0 0 0,13 0 1 0,24 0-1 0,-1 0 1 0,13 0 0 0,0 0 0 0,11-12-1 0,11 12 1 0,15 0-1 0,10 0 0 0,0 0 0 0,-24 0 0 0,25 0 1 0,-14-12-1 0,2 12 0 0,11 0 0 0,-1-12 1 0,2 12-2 0,24-12 0 0,-12 12 0 0,10 0 0 0,-11 0-2 0,0 0 3 0,-12-13 0 0,-12 13-1 0,1 0-1 0,-2-11 1 0,2 11 0 0,-13-12 2 0,-11 24-3 0,-24-12 3 0,-2 0-3 0,50 0 3 0,-60 0-2 0,-25 0 0 0,-11 0 3 0,-34-12-1 0,-39 12-3 0,-57 0 1 0,-25-11-2 0,-24 11 5 0,-23 0-2 0,-12 11-2 0,-24-11 2 0,47 0 2 0,35 12-5 0,14-1 4 0,-25 2-3 0,-23-13 2 0,-1 0-2 0,25 0 1 0,35 12 0 0,47-12 1 0,25 0-2 0,23 0 2 0,0 0-3 0,24 0 3 0,-24 0-1 0,13 12 0 0,-13-12-1 0,1 12 1 0,23-12 1 0,12 0-2 0,0 0 2 0,12 0-1 0,23 0 0 0,1 0 0 0,0 0 0 0,23 12 0 0,12-12 0 0,49 0 0 0,23 0 1 0,47 0-1 0,1 0 0 0,11 0 0 0,-11 0 0 0,11 0-1 0,13 0 0 0,-2 0-1 0,2 0 2 0,0 0-1 0,-12 0 1 0,-13 0 0 0,-24 10 1 0,-35 3-1 0,-12-13-1 0,-1 12 1 0,-10-12 0 0,-24 0-1 0,-2 0 1 0,-45 0 0 0,-13 0 0 0,-12 0 1 0,-12-12-1 0,0 12 1 0,0-13-1 0,0 13 0 0,0 0 0 0,0-10 0 0,-12-2-34 0,12 0-132 0</inkml:trace>
  <inkml:trace contextRef="#ctx0" brushRef="#br0">14433 17049 84 0,'0'-34'24'0,"0"45"11"0,0 60-14 0,0 60-15 0,0-23-1 0,-12-48-1 0,12-37 8 0,-12-59-1 0,12-72-4 0,36-47-4 0,1 37 0 0,-14 81-3 0,-12 37 3 0,37 50-4 0,-24 21-1 0,0 0-1 0,-12-24 4 0,-12-35 0 0,22-71 4 0,27-24-3 0,10 35-1 0,-47 60-2 0,12 47 1 0,-24 48-2 0,0-23 1 0,-12-26-17 0,24-21-53 0,25-61-45 0</inkml:trace>
  <inkml:trace contextRef="#ctx0" brushRef="#br0">15040 17038 89 0,'0'-12'15'0,"36"-12"42"0,-13 24-35 0,-10 72-9 0,-37 35-8 0,-1-13 0 0,-11-10-4 0,26-24-1 0,20-12-1 0,26-37 4 0,36-22-2 0,24-26-7 0,-49 3-52 0,13-16-79 0</inkml:trace>
  <inkml:trace contextRef="#ctx0" brushRef="#br0">15551 17086 61 0,'0'-12'74'0,"-10"12"-33"0,10 35-20 0,-24 60-13 0,0-11-4 0,24-13-3 0,12-23-1 0,12-25 1 0,23-10-2 0,25-26-10 0,-25-21-29 0,-23-3-16 0,-24 14 3 0,-24-13 29 0,-23 0 29 0,-14 36 39 0,38 0-7 0,35 0-26 0,71-12-10 0,1-12-44 0,-48 12-32 0</inkml:trace>
  <inkml:trace contextRef="#ctx0" brushRef="#br0">15587 17109 22 0,'-11'-12'19'0,"-24"1"35"0,45-13-38 0,62 11-12 0,24 2-3 0,-36 11-23 0,-48-12-59 0</inkml:trace>
  <inkml:trace contextRef="#ctx0" brushRef="#br0">21971 15383 15 0,'0'0'20'0,"0"-13"21"0,-12 13-10 0,12-11-10 0,0 11-3 0,0 0-8 0,0 0-6 0,24 0-2 0,-12 11 0 0,12-11 1 0,-24 0 1 0,-12 0 1 0,-24 13-3 0,-13-13-1 0,15 0 0 0,34 0 0 0,11 0-1 0,12 0 0 0,14 0 0 0,-25 0 0 0,-12 0 3 0,-24 0-2 0,12 0-45 0,36 0-52 0</inkml:trace>
  <inkml:trace contextRef="#ctx0" brushRef="#br0">24174 15370 0 0,'0'0'0'0,"12"-11"3"0,-12 11-1 0,0 0-3 0,13 0-3 0</inkml:trace>
  <inkml:trace contextRef="#ctx0" brushRef="#br0">24210 15359 1 0,'0'0'1'0,"0"0"12"0,0 0 3 0,0 0-2 0,-11 0-1 0,11 0-4 0,-13 0-3 0,13-12 0 0,0 12-1 0,-12 0 0 0,12 0 0 0,0 0 1 0,0 0-2 0,0 0 1 0,12 0-4 0,1 0 0 0,-2 0 0 0,1 0 2 0,-1 0 0 0,-22 0 19 0,-12 0-18 0,-2 0 1 0,1 0-3 0,24 0-1 0,12-11 1 0,12 11-2 0,0 0 1 0,-1 0-2 0,-11 0 2 0,-12 0-1 0,0 11 0 0,0-11 2 0,-23 0-1 0,-13 0 0 0,24 0 0 0,12 0 0 0,0-11-1 0,36 22 1 0,-13-11-1 0,13 0-1 0,-24 0 2 0,-1 0-1 0,-22 0 2 0,-1 0-2 0,-35 0 1 0,11 0-2 0,24 0 2 0,12 0 0 0,25 0-1 0,9 0 0 0,2 0 0 0,-13 0-2 0,-10 0 3 0,-13 0 0 0,0 0 0 0,-49 0-1 0,15 0 1 0,22 0-1 0,12-11 1 0,12 11-2 0,35 11 1 0,-11-11-1 0,-12 0 2 0,-12-11-1 0,-36 11 1 0,-24 0-1 0,1 0 0 0,35 11 0 0,35 1-1 0,49-12-3 0,-36 11 2 0,-14-11 2 0,-22 0 0 0,0-11 0 0,-10 11-8 0,-2 0-19 0,12 11-10 0,0-11-18 0,0 0 22 0</inkml:trace>
  <inkml:trace contextRef="#ctx0" brushRef="#br0">11944 8001 3 0,'0'0'25'0,"23"0"10"0,26 0-26 0,10 0-3 0,1 0-2 0,-1 0-1 0,-48 0 3 0,-11 0 15 0,-23-12-16 0,-36 12-2 0,-25 0-2 0,37 0 1 0,11 0 0 0,36 0-1 0,11 12 1 0,50-12 0 0,22 0 0 0,-12 0-2 0,-48 0 2 0,-23 0 7 0,-23-12-3 0,-36 12-3 0,-25 0-2 0,25 0-1 0,46 0 1 0,13 12-1 0,49 0 0 0,34-12 1 0,23 13-2 0,-57-13 1 0,-37 0 1 0,-36 0 1 0,-70 0 1 0,-15 0-2 0,26 0-1 0,47 11 1 0,36-11-2 0,24 12 2 0,60-1-1 0,-1-11 0 0,-12 12-2 0,-59-12 3 0,-24 0 0 0,-59-12 2 0,-37 12-3 0,1 0 1 0,71 0-1 0,36 0 0 0,71 0 1 0,37 0-1 0,12 0-1 0,-61 0 0 0,-59 0 2 0,-36 0-1 0,-71 0 2 0,-1 0-1 0,72 0-1 0,49 0 1 0,71 0-1 0,23 0-1 0,-24 0 0 0,-47 0 1 0,-36-11 0 0,0 11-11 0,0 11-78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19601 3893 29 0,'-24'-24'21'0,"12"24"-16"0,1-11 17 0,11-1-10 0,23 12-6 0,37 0-1 0,47 0-4 0,12-11 0 0,-36 11 0 0,-71 0 1 0,-35 0 1 0,-61 0-1 0,-36 0 1 0,2 0 1 0,23 0 2 0,59 11-2 0,36-11-1 0,72 0-2 0,47 0 0 0,-12 12-3 0,-47-1 3 0,-49-11 1 0,-22 0 1 0,-13-23-2 0,0 23 0 0,12-11 2 0,-1 11-2 0,26 0 1 0,-1 0-1 0,-1 0 1 0,-11 0 0 0,0 0 0 0,0 0-1 0,0 0 2 0,0 11 0 0,-11-11-2 0,11 0 4 0,0-11-4 0,0 11-13 0,0 11-123 0</inkml:trace>
  <inkml:trace contextRef="#ctx0" brushRef="#br0">13719 6678 0 0,'0'0'0'0,"-12"0"21"0,0 0 12 0,0-10-9 0,12 10-4 0,0 0-12 0,0 0-4 0,0-11-2 0,36-2 3 0,-14 13-1 0,39 0 2 0,10-12-4 0,12 0-1 0,37-1 1 0,11 2 0 0,-12 11-1 0,-12 0 1 0,-35 0 1 0,-13 0-2 0,-23-12 1 0,-12 12-1 0,-13 0 0 0,0 0-1 0,2 0-9 0,-13 0-30 0</inkml:trace>
  <inkml:trace contextRef="#ctx0" brushRef="#br0">13492 6739 28 0,'0'0'3'0,"-24"0"5"0,60-11 10 0,12-2 15 0,23-11-20 0,47 11-7 0,14 3-3 0,10-1 2 0,-10-2-1 0,-49 1 3 0,-23 12-2 0,-13 0-1 0,-11-12-1 0,0 12 0 0,-12-13 0 0,0 13 0 0,-12 0-1 0,1 0 1 0,-13 0 1 0,0 13-3 0,-13-13-1 0,13 0 1 0,0 12-1 0,0-12 2 0,0 0-2 0,0 0 5 0,0 0-1 0,0 0-3 0,0 0 3 0,-12 0-2 0,12 0-1 0,0-12 1 0,0 12-3 0,0 0 1 0,-12 0-17 0,-12 24-43 0,36-24-23 0</inkml:trace>
  <inkml:trace contextRef="#ctx0" brushRef="#br0">19923 10597 13 0,'0'0'8'0,"-24"0"17"0,12 0-1 0,12 0 5 0,-13 0-12 0,-21-12-3 0,10-1-2 0,35 13-5 0,36-23-1 0,49 23-3 0,23-11 0 0,36 11-1 0,24 11-1 0,11 1-1 0,-24-1 4 0,-46-11-1 0,-25 0 1 0,-47 0-2 0,0-11 2 0,-14 11-1 0,2-12-2 0,-23 12 1 0,10-11-1 0,-10 11-1 0,-1-13-34 0,-60 26-101 0</inkml:trace>
  <inkml:trace contextRef="#ctx0" brushRef="#br0">19874 10716 83 0,'0'0'0'0,"-11"-12"16"0,22 12-9 0,14 0 14 0,-14 0-7 0,2 0-5 0,34-11-3 0,38 11-1 0,33 0-2 0,0 0 0 0,-9 11-1 0,-3-11 0 0,1 12-1 0,12-12 1 0,24 0 0 0,-1 11-2 0,-35-11 0 0,-35 12 1 0,-36-12 1 0,-12 0 0 0,0 0 0 0,-12-12-1 0,1 12 2 0,-2 0-1 0,-11-11 1 0,0 11-1 0,0 0 0 0,0-12-1 0,0 1 0 0,0 11 0 0,0-13 1 0,0 1-2 0,-24 0-33 0,12 12-96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14147 12192 51 0,'-12'0'14'0,"-47"-12"8"0,35 24 2 0,24-12-7 0,0 0-9 0,60 0 0 0,58-12 0 0,85-1-3 0,107-21 2 0,59 22-1 0,-12 12 0 0,-47 0-5 0,-48-12 4 0,-36 12-2 0,-71 0 2 0,-60-13-4 0,-71 13 1 0,-12 0 0 0,-12 0-20 0,-25 0-42 0,14 0-9 0</inkml:trace>
  <inkml:trace contextRef="#ctx0" brushRef="#br0">14100 12217 18 0,'0'0'0'0,"-96"0"46"0,48 0-21 0,37 0 11 0,22-13-21 0,48 1-4 0,73 0-1 0,106-35 0 0,84 10-2 0,70 14-3 0,2 12-2 0,-61-2-3 0,-23 1 2 0,-60 12 1 0,-48 0 1 0,-83 0 0 0,-71 0-1 0,-48-12 3 0,0-1-4 0,-12 3-1 0,12-1-2 0,0 32-67 0,12-8-36 0</inkml:trace>
  <inkml:trace contextRef="#ctx0" brushRef="#br0">14267 16358 12 0,'-24'-11'22'0,"11"11"12"0,2 0-11 0,11 0 2 0,-25 0-2 0,14 0-8 0,-1 0-5 0,24-12-5 0,35 1-2 0,60 11-2 0,72-12 3 0,59 12-1 0,13 0-1 0,-37-12 0 0,-71 24-1 0,-84-12 0 0,-47 0 1 0,-12 0-1 0,0 0-21 0,-59-12-32 0,-60 24-55 0</inkml:trace>
  <inkml:trace contextRef="#ctx0" brushRef="#br0">13969 16419 86 0,'0'0'0'0,"-72"0"10"0,60 0 24 0,12-11-18 0,60 11-4 0,83-25 0 0,131-11-4 0,71 24-2 0,11 12-4 0,-81 12 0 0,-108-12 0 0,-85 11 2 0,-46-11 3 0,-36-11 0 0,0 11-3 0,0-12-2 0,13 12-3 0,-13 12-87 0,12-12 14 0</inkml:trace>
  <inkml:trace contextRef="#ctx0" brushRef="#br0">13396 16823 55 0,'25'-59'19'0,"-1"11"17"0,-24 25-11 0,-72 35-18 0,-35 35-3 0,0-10-2 0,35-3-2 0,49-10 0 0,35 23 0 0,22 24 0 0,15 13 3 0,-37 48-1 0,-24 33-2 0,0-10-4 0,0-47 6 0,12 47-11 0,0-24-4 0,0-23 4 0,12-37 1 0,48-37 10 0,58-34 2 0,49-10 2 0,-25-14-2 0,-106 24 0 0,-36-12-32 0,-11 24-68 0</inkml:trace>
  <inkml:trace contextRef="#ctx0" brushRef="#br0">26746 13310 255 0,'0'0'0'0,"-24"0"0"0,-119 0 0 0,-84-23 0 0,-59-25 0 0,-82 1 0 0,201 23 0 0</inkml:trace>
  <inkml:trace contextRef="#ctx0" brushRef="#br0">26533 13155 255 0,'0'0'0'0</inkml:trace>
  <inkml:trace contextRef="#ctx0" brushRef="#br0">26222 11501 255 0,'0'0'0'0</inkml:trace>
  <inkml:trace contextRef="#ctx0" brushRef="#br0">25758 11049 255 0,'0'0'0'0,"0"36"0"0</inkml:trace>
  <inkml:trace contextRef="#ctx0" brushRef="#br0">26984 11074 255 0,'0'0'0'0,"-13"0"0"0,-117-25 0 0,-323 0 0 0,-82 14 0 0,-1 47 0 0,310-24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11515 9454 6 0,'-23'-48'24'0,"-1"12"-18"0,12 11 34 0,12 15-11 0,0 10-26 0,-13 94 2 0,13 98 9 0,0 68-4 0,0 3-5 0,13-61-3 0,10-47-1 0,-10-13 1 0,-13-69 1 0,-13-38 0 0,13-93-56 0,0 33-5 0</inkml:trace>
  <inkml:trace contextRef="#ctx0" brushRef="#br0">11243 9274 32 0,'0'0'0'0,"-25"-23"15"0,25 12-12 0,0-2 20 0,12 1-8 0,24 0-8 0,34-11-3 0,50-1 1 0,12 12-1 0,22 12 0 0,0 0-1 0,-11 0 0 0,0 0-1 0,36 0 0 0,12 0 1 0,22 0 0 0,2 0 1 0,0 0-2 0,11-12 0 0,23 12-1 0,37 0 0 0,-35 0 1 0,-13-13 0 0,-1 13-1 0,2-11 0 0,12 11 0 0,-2 0 1 0,-11 11-1 0,1-22 0 0,-13 11 1 0,-1 0 0 0,14-12 0 0,-11 12 0 0,-15-11 0 0,-11-1-2 0,0-13 1 0,1 14-2 0,-12 11 3 0,-13-12-2 0,-11-12 1 0,-24 12 0 0,-24 0 1 0,0-11-2 0,-23 12 1 0,-13-2-1 0,11 1 0 0,-9 12-2 0,-14 0 1 0,-12 12 0 0,-11-12 2 0,-24 13-1 0,0 8 0 0,-12 29 0 0,10 9 1 0,-9 37 0 0,-13 9 0 0,0 39 1 0,0 34 0 0,-13 2-2 0,13 21 1 0,0-21 2 0,13-25-1 0,-13-37 0 0,0-35 2 0,0-35 0 0,0-24-1 0,0-37 4 0,-23-21-157 0</inkml:trace>
  <inkml:trace contextRef="#ctx0" brushRef="#br0">11289 10906 80 0,'-12'-12'3'0,"-22"12"-4"0,21 0 6 0,13 0 18 0,13 12-4 0,44-12-9 0,50 24-8 0,37-12-1 0,47-12 4 0,70-12-3 0,61 1-2 0,0-2 2 0,11-11 0 0,-11 11-2 0,10-8 4 0,15 8 0 0,-27 1-2 0,14 0 0 0,0-12-3 0,11 12 2 0,0 1 0 0,13-2 0 0,-1 1 0 0,12 0 2 0,0 12-4 0,-23 0 1 0,-37 0 1 0,-59-11 0 0,-23 11-1 0,-13 0 1 0,-12 0-2 0,-23 0 1 0,-49 0 1 0,-46-12 0 0,-48 12-1 0,0-11 6 0,0 11 0 0,-13-13 1 0,-11 1 0 0,-1 0 0 0,-11-1-4 0,0 13-13 0,-36 0-142 0</inkml:trace>
  <inkml:trace contextRef="#ctx0" brushRef="#br0">8692 9799 88 0,'-22'-36'12'0,"9"24"8"0,13 12 4 0,0 0-16 0,0 48 4 0,-11 47-2 0,-1 13-3 0,-12-3-1 0,24 4-3 0,-12-26 0 0,-1-24-1 0,13-23 0 0,13-24 1 0,23-1 1 0,47-22 0 0,24-1-2 0,1 1 1 0,-49 11-2 0,-59 0 0 0,0 0-2 0,0 11-42 0,-12 1-108 0</inkml:trace>
  <inkml:trace contextRef="#ctx0" brushRef="#br0">9086 9881 99 0,'12'-11'5'0,"-1"-1"-1"0,2 1 26 0,-1 11-13 0,-12 47-4 0,-12 24-9 0,-1 25 0 0,-23 0 1 0,14-14-1 0,-2-22 0 0,36-24 0 0,35-25-1 0,25-11-1 0,22 0 0 0,-10-11-1 0,-36 11 1 0,-24 0-2 0,-24 11 0 0,0-11-31 0,0 24-95 0</inkml:trace>
  <inkml:trace contextRef="#ctx0" brushRef="#br0">9848 9644 64 0,'0'0'0'0,"0"-71"49"0,-11 59-31 0,-37 83 2 0,-36 96-2 0,1 36-4 0,47 11-9 0,72-47-2 0,59-62-2 0,0-44-12 0,-36-61-133 0</inkml:trace>
  <inkml:trace contextRef="#ctx0" brushRef="#br0">10170 9918 72 0,'0'0'0'0,"-13"-48"49"0,2 48-42 0,-12 61 19 0,-25 44-12 0,23 3-7 0,25-24-4 0,49-13-2 0,9-47 2 0,26-35-1 0,0-73 0 0,-25 0 0 0,-35-11-1 0,-24 0-1 0,-36 11 0 0,-11-10 0 0,-25 57 1 0,1 24-2 0,12 63 0 0,-1 9 0 0,36 12 2 0,35 12-2 0,73-23 2 0,23-2-2 0,-10-8 1 0,-51-27 0 0,-22 1 0 0,-12-24-20 0,-1 0-110 0</inkml:trace>
  <inkml:trace contextRef="#ctx0" brushRef="#br0">10491 9477 110 0,'0'-11'25'0,"11"-1"-24"0,61 95 0 0,-24 72 9 0,13 47-6 0,-14-10-1 0,-24-50-1 0,-46-24 12 0,-37-34-4 0,0-26-1 0,24-45-11 0,36-13-136 0</inkml:trace>
  <inkml:trace contextRef="#ctx0" brushRef="#br0">20173 9835 106 0,'-25'0'14'0,"14"-12"-10"0,82 12 3 0,60-36 1 0,36 25-7 0,-48 11-11 0,-83 11-82 0</inkml:trace>
  <inkml:trace contextRef="#ctx0" brushRef="#br0">20055 10036 100 0,'-37'13'7'0,"-23"11"5"0,84-24 1 0,83-37-9 0,108-10-10 0,-96 47-88 0</inkml:trace>
  <inkml:trace contextRef="#ctx0" brushRef="#br0">21017 9632 101 0,'0'0'0'0,"-23"-36"9"0,35 24 0 0,-1 49 8 0,-11 34-5 0,-11 24-5 0,-12-12 1 0,0-11-3 0,23-25-2 0,23-47 1 0,-12-35 1 0,12-38-6 0,-10-32 3 0,-13 21-1 0,0 0 0 0,23 13-1 0,14 34 0 0,-25 26 0 0,0 35 0 0,-2 47 0 0,3 13 0 0,10-1 1 0,26-24 0 0,22-34 0 0,-23-37 3 0,-12-60-2 0,-1-35-1 0,-11 47-1 0,0 49 0 0,0 22 0 0,10 37 0 0,-9 46 0 0,-14 3 2 0,-11-26 0 0,0-23 1 0,0-25-2 0,0-23-17 0,25-47-137 0</inkml:trace>
  <inkml:trace contextRef="#ctx0" brushRef="#br0">22090 9573 77 0,'24'-23'16'0,"-1"-2"4"0,-23 13 4 0,-23-1-11 0,-26 13-4 0,-21 13-3 0,22 11-3 0,0 12-2 0,25-1-1 0,23 12 0 0,46 14-1 0,51 10 1 0,-26 0-2 0,-47-23 2 0,-60-23 6 0,-59-14 3 0,11-11-6 0,50-11-2 0,21-2-3 0,49-24-30 0,35 14-103 0</inkml:trace>
  <inkml:trace contextRef="#ctx0" brushRef="#br0">22471 9500 95 0,'0'-23'24'0,"24"23"-13"0,-12 23 10 0,-24 50-4 0,-37 9-6 0,26 2-6 0,35 0-3 0,35-13 0 0,2-23 0 0,9-25 0 0,3-11-1 0,10-24-2 0,1-22-24 0,-25-3-68 0,-35 24 45 0</inkml:trace>
  <inkml:trace contextRef="#ctx0" brushRef="#br0">22482 9776 71 0,'-11'-13'29'0,"11"1"-12"0,95 0-9 0,0-1-3 0,12 3-4 0,-48-1-33 0,-59 11-39 0</inkml:trace>
  <inkml:trace contextRef="#ctx0" brushRef="#br0">22519 9550 63 0,'-37'-25'38'0,"50"-11"-22"0,58 1-2 0,36 23 0 0,1-1-9 0,11 13-4 0,-24 0-3 0,-71 0-104 0</inkml:trace>
  <inkml:trace contextRef="#ctx0" brushRef="#br0">20685 9942 6 0,'-13'-11'14'0,"13"-2"27"0,0 13-17 0,25-12-12 0,23 12-2 0,-14 0-2 0,-9-12 2 0,-25 12 0 0,0 0-3 0,-25 0-5 0,-22 0 1 0,12 0-1 0,-1 0 1 0,36 0-1 0,24 0 1 0,12 0-2 0,-25 0-1 0,-11 0 2 0,-11 12-1 0,-2 0-1 0,2-12 2 0,-1 0-1 0,12 0 0 0,36 0-1 0,11 13 1 0,0-13-1 0,-34 0 1 0,-13 0 1 0,-24 11 0 0,-24-11 0 0,0 0-1 0,25 0 0 0,23 0 0 0,0 0-1 0,36 0-1 0,-1-11 2 0,-12 22 0 0,-10-11-1 0,-13 0 1 0,-13 0-1 0,13 12 1 0,-23-12-1 0,-1 0 1 0,0 0 1 0,24 0-2 0,13 0 1 0,34 0-1 0,0-12 1 0,-11 12-1 0,-36 0 1 0,-11 12-1 0,-25-12 1 0,-12 0 0 0,24 0-2 0,24 0 3 0,0 0-1 0,13-12-1 0,-13 12 0 0,0 0-1 0,34 0-129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11588 12418 4 0,'-13'-12'44'0,"1"-1"-17"0,12 13-3 0,0 0-18 0,0 0 0 0,0 0 1 0,48 13-2 0,71-26-3 0,47 3 1 0,49-14-2 0,22 24 1 0,-45-12 0 0,-49 12 5 0,-72 12-2 0,-60-12 3 0,-11 0 6 0,-23 0-9 0,10-12-4 0,2 12 2 0,-1-12-3 0,12-1 2 0,0 2-4 0,0 11-125 0</inkml:trace>
  <inkml:trace contextRef="#ctx0" brushRef="#br0">19314 13454 3 0,'0'-12'26'0,"13"-24"-3"0,-1-10 12 0,12 21 0 0,-24 0-7 0,12 38-15 0,-1 58-1 0,2 13-6 0,10-1-3 0,-23-24-1 0,0-34 2 0,-11-13 1 0,-1-36-1 0,24-48-3 0,11 1 0 0,1 23 0 0,0 0 0 0,12 1 0 0,-12 23-1 0,-1 36-2 0,-11 36 2 0,12 11 0 0,0 1 0 0,-12-26 0 0,-12-34 2 0,12-21 1 0,12-63-2 0,47 13-1 0,-23 46-1 0,-13 50 0 0,-11 46 0 0,-1 0 1 0,2 0 0 0,11-24-15 0,-1-22-124 0</inkml:trace>
  <inkml:trace contextRef="#ctx0" brushRef="#br0">20400 13418 78 0,'0'-12'3'0,"-13"-23"11"0,13-13 9 0,0 12-13 0,-12 13 2 0,-12 23 0 0,-11 0-1 0,-26 23-1 0,14 37-3 0,0-1-5 0,34-11-1 0,26-12 1 0,23-36 1 0,22-36-1 0,14-12-1 0,-36 48-1 0,-24 25 2 0,0 22 1 0,12 11-2 0,24-21-12 0,-14-13-55 0,-21-24-26 0</inkml:trace>
  <inkml:trace contextRef="#ctx0" brushRef="#br0">20636 13276 121 0,'25'0'9'0,"22"34"19"0,13 27-15 0,0-1-11 0,-13-13-21 0,-23-35-25 0,-24-48-47 0</inkml:trace>
  <inkml:trace contextRef="#ctx0" brushRef="#br0">20923 13323 50 0,'0'-13'43'0,"-24"13"18"0,-47 84-30 0,-12 0-23 0,35 35-6 0,48-36-21 0,11-47-106 0</inkml:trace>
  <inkml:trace contextRef="#ctx0" brushRef="#br0">21673 12906 98 0,'11'-35'23'0,"-34"22"10"0,-84 73-8 0,-36 83-16 0,71 35-8 0,120-11 0 0,70-24 1 0,14-72-1 0,-85-46 2 0,-47-37 1 0,-23-24-32 0,35 12-95 0</inkml:trace>
  <inkml:trace contextRef="#ctx0" brushRef="#br0">21935 13061 106 0,'-13'-36'20'0,"38"36"34"0,-25 59-43 0,0 49-5 0,-12-13-4 0,-1-11 1 0,13-49-1 0,0-10 0 0,0-2-1 0,13-12 0 0,11-11 2 0,71-11-2 0,1-1 0 0,-36 12-2 0,-37-11 2 0,-12 11 0 0,2 0-20 0,34 0-81 0,-35 0 46 0</inkml:trace>
  <inkml:trace contextRef="#ctx0" brushRef="#br0">22471 13061 98 0,'11'-36'22'0,"2"24"12"0,-13 12-15 0,-13 48-6 0,-10 12-5 0,10 11-4 0,-10-11-3 0,0-25-1 0,23 1 2 0,0 1-1 0,23-14 1 0,36-23 0 0,37 0-2 0,-1-12 1 0,-34 12-1 0,-50 0 1 0,-11-11-1 0,12 11 1 0,-1 0-25 0,48 0-116 0</inkml:trace>
  <inkml:trace contextRef="#ctx0" brushRef="#br0">22995 12787 105 0,'-25'-47'12'0,"25"35"14"0,61 58-7 0,-2 122-11 0,-36 58-2 0,-46 0-3 0,-61-84 6 0,2-58 1 0,46-47-7 0,24-37 0 0,36 0-2 0,23-12-46 0,-35 12-92 0</inkml:trace>
  <inkml:trace contextRef="#ctx0" brushRef="#br0">19851 14526 44 0,'-35'-12'47'0,"-37"1"-4"0,36 11-7 0,36 0-22 0,23 0-4 0,62-13-5 0,9 1-2 0,-10 12-2 0,-36 0-10 0,-24 0-49 0,-12 0-62 0</inkml:trace>
  <inkml:trace contextRef="#ctx0" brushRef="#br0">19708 14658 90 0,'-59'11'31'0,"47"-1"3"0,60-20-24 0,59-26-7 0,36 11-43 0,-84 25-70 0</inkml:trace>
  <inkml:trace contextRef="#ctx0" brushRef="#br0">20339 14478 140 0,'-12'-59'19'0,"24"47"6"0,-12 35-17 0,12 37-3 0,0-1-2 0,-12 0-1 0,0-22-2 0,0-37 2 0,0 13-1 0,12-38 3 0,0-47-2 0,12-11-1 0,-1 24 0 0,-10 22-2 0,-1 26 2 0,35 22-1 0,-11 49-1 0,0-12 0 0,-36-1 0 0,0-23 1 0,-12-11 3 0,12-50-1 0,59-34-1 0,-12 12 0 0,2 34-1 0,-25 50-2 0,-1 34 3 0,-12 12-2 0,-11 0 1 0,0-10-40 0,25-38-92 0</inkml:trace>
  <inkml:trace contextRef="#ctx0" brushRef="#br0">20983 14430 104 0,'0'0'0'0,"11"-48"49"0,37 37-21 0,-24 22-20 0,-12 26-3 0,-12 10-2 0,-12-10-1 0,-1-3-1 0,13-22 0 0,25-12 0 0,11-12 0 0,-1-22 0 0,1-3-1 0,0 1 0 0,-1-12 2 0,-11 37 1 0,-12 22-2 0,-12 26-1 0,0-3 1 0,0 3-1 0,0-1 1 0,13-25 0 0,-13-11 2 0,34-34-1 0,2-16-2 0,0 27 0 0,0 23 0 0,0 12 0 0,-1 24-1 0,-12 0 1 0,-10-24 1 0,-13-12-4 0,0-12-28 0,0-24-106 0</inkml:trace>
  <inkml:trace contextRef="#ctx0" brushRef="#br0">21149 14109 129 0,'-47'-12'9'0,"59"12"-6"0,47 0-91 0</inkml:trace>
  <inkml:trace contextRef="#ctx0" brushRef="#br0">22185 13917 119 0,'0'0'0'0,"-12"-21"32"0,-71 55 1 0,-72 85-18 0,48 36-12 0,131 12-2 0,95-24-1 0,24-60 0 0,-72-47 1 0,-59-48 4 0,-24-12-52 0,48 1-82 0</inkml:trace>
  <inkml:trace contextRef="#ctx0" brushRef="#br0">22482 14430 94 0,'-23'0'4'0,"-13"-23"16"0,13-2 22 0,33 25-23 0,51 0-5 0,46-23-7 0,24 12-3 0,-59-2-1 0,-60 1 0 0,-12 12-8 0,0 12-64 0,0 1-29 0</inkml:trace>
  <inkml:trace contextRef="#ctx0" brushRef="#br0">23174 14133 97 0,'23'-24'32'0,"1"-13"4"0,-24 26-19 0,0 11-14 0,-12 36 0 0,12 0 2 0,-12 35-3 0,0 2-1 0,1 9 0 0,-14-11 0 0,14-35 1 0,11 1-1 0,0-26-1 0,36 1 3 0,35-12-2 0,12 0-1 0,-11-12-1 0,-48 12 2 0,-24 0 2 0,12 0-21 0,46-11-107 0,-45 11 81 0</inkml:trace>
  <inkml:trace contextRef="#ctx0" brushRef="#br0">23817 14122 70 0,'12'-37'26'0,"23"-10"22"0,-24 23-14 0,2 24-28 0,-37 58-4 0,-23 26 3 0,-1 24-2 0,24-24-2 0,11-25 1 0,2-36-2 0,47-11 4 0,46-24-4 0,26 1 1 0,-37 11-1 0,-46-12 0 0,-1 12 1 0,-1 0-2 0,25 0-28 0,-24 0-56 0,0-12 21 0</inkml:trace>
  <inkml:trace contextRef="#ctx0" brushRef="#br0">24292 13812 91 0,'0'0'0'0,"-11"-60"27"0,83 49-7 0,-1 82-11 0,-24 95-4 0,-47 36 3 0,-23 13-5 0,-49-84 1 0,13-49-1 0,23-21 0 0,24-61-80 0</inkml:trace>
  <inkml:trace contextRef="#ctx0" brushRef="#br0">12552 9823 31 0,'-25'-13'27'0,"14"13"-6"0,22-11-4 0,37-1 0 0,36 1-2 0,22 11-5 0,-10 0-5 0,-60 0 2 0,-25 0 5 0,-11-13-6 0,-11 1-5 0,-50 12 0 0,-10 0 0 0,-11 0 0 0,46 0 1 0,82 0 2 0,39 12-3 0,-2-12 0 0,-23 0 0 0,-25-12 2 0,-47 0 1 0,-35 12-2 0,-36-13-1 0,11 13 1 0,36 13-1 0,23-13-1 0,38 0 1 0,47 0 0 0,-1 0-1 0,-24-13 1 0,-34 13 1 0,-26 0 1 0,-34 0-4 0,0-10 3 0,-2 10 0 0,26 0 1 0,23 0-2 0,48 10-23 0,-13 15-106 0</inkml:trace>
  <inkml:trace contextRef="#ctx0" brushRef="#br0">9301 15466 24 0,'-24'-12'32'0,"-1"-1"11"0,14 3-16 0,-1-14-5 0,1 24-6 0,34-12-12 0,37 12 0 0,71-12 2 0,70-12 0 0,74 24-6 0,23 0 2 0,-24 11 1 0,-84-11 0 0,-59 0 0 0,-59 0 2 0,-49-11-1 0,-11-1 1 0,-12 12-4 0,0 0-4 0,-25 23-184 0</inkml:trace>
  <inkml:trace contextRef="#ctx0" brushRef="#br0">9039 15562 23 0,'-24'0'12'0,"12"0"19"0,-12 0-3 0,24 0-8 0,12 0 28 0,0 0-40 0,24 0-5 0,-2 0 2 0,27 0 0 0,23-12-1 0,46 0-1 0,12-1-2 0,-10 2 1 0,11 11-3 0,0 0 0 0,-12 0 2 0,-13-12 1 0,2 1-1 0,-25 11 0 0,-36 0 0 0,-22 0 1 0,-25 0 1 0,-1 0 0 0,-11-13 0 0,11 13-2 0,-11 0 1 0,0 0 0 0,0 0 2 0,13-12-3 0,-13 12 1 0,0 0-2 0,0 0 4 0,-13 0-4 0,13 0 1 0,0 0-1 0,13 0 0 0,-26 12-18 0,-45 1-139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10574 9358 11 0,'0'0'0'0,"-11"-47"34"0,-1 10 9 0,12 3-16 0,0 21-2 0,0 26-9 0,0 46-3 0,-24 60-5 0,24-37-4 0,11-9-2 0,2-14 1 0,-13-23-2 0,0-24 1 0,0 0 1 0,0-12-1 0,-13-12 0 0,13-13-1 0,0-9-1 0,25-3 2 0,22 3-2 0,1 9-5 0,-12 25 6 0,0 25 0 0,-24 57 0 0,-1 2 0 0,-11-37 0 0,0-11 1 0,0-12-2 0,12-24-17 0,-12-24-46 0,11 12-40 0</inkml:trace>
  <inkml:trace contextRef="#ctx0" brushRef="#br0">11134 9787 80 0,'0'-11'25'0,"-11"11"-23"0,-1 23 26 0,-24 36-11 0,12 1-9 0,1-13-6 0,23 1 0 0,34-25-1 0,27-10 0 0,-14-26-1 0,13 2-2 0,-36-25 0 0,-1 1 0 0,-11-13 1 0,-12 12 1 0,-12-24 0 0,1 13 0 0,-12 0 1 0,-14 11-2 0,-11 11 1 0,1 25 0 0,11 0 1 0,12 25 1 0,12 21-1 0,24 4 1 0,35 9-1 0,25-13-1 0,-12-33 0 0,-13-1-24 0,-11-24-90 0</inkml:trace>
  <inkml:trace contextRef="#ctx0" brushRef="#br0">11694 9096 81 0,'0'-11'3'0,"-24"-13"0"0,12 0 6 0,-24 24 16 0,-11 71-3 0,-13 61-9 0,37 23-8 0,46-13-3 0,50-47-2 0,9-22-3 0,-10-39-34 0,-13-34-56 0</inkml:trace>
  <inkml:trace contextRef="#ctx0" brushRef="#br0">11813 9395 57 0,'0'0'15'0,"-12"-25"7"0,24 13-12 0,12-1 1 0,12 38 0 0,11 0-5 0,0 22 0 0,-34-12-1 0,-13 1-1 0,-36-12-1 0,1-24 0 0,22 0-2 0,13-24-2 0,35-12-2 0,14 1 2 0,-13-1 0 0,-24 12 2 0,-12 0 1 0,0 24 1 0,-12 12 3 0,-12 36 2 0,12 11-3 0,12-11-4 0,36-23-2 0,35-14-41 0,1-22-67 0</inkml:trace>
  <inkml:trace contextRef="#ctx0" brushRef="#br0">12409 9096 89 0,'0'0'5'0,"0"60"20"0,23 47-5 0,2 12-2 0,-25 12-5 0,0-48-7 0,-13-11-1 0,-11-35-3 0,1-26-12 0,10-11-38 0,13-24-61 0</inkml:trace>
  <inkml:trace contextRef="#ctx0" brushRef="#br0">12968 9335 98 0,'0'0'0'0,"12"0"16"0,25-11-3 0,-3-2-1 0,14 1-11 0,36 12-5 0,-25-12-37 0,-23 12-43 0</inkml:trace>
  <inkml:trace contextRef="#ctx0" brushRef="#br0">12897 9513 68 0,'-12'0'17'0,"-37"12"0"0,49 0 1 0,25-24-2 0,35-13-11 0,70 2-5 0,26 0-30 0,-49 11-62 0</inkml:trace>
  <inkml:trace contextRef="#ctx0" brushRef="#br0">14731 8715 95 0,'0'-23'15'0,"0"11"-4"0,0 24-1 0,-24 59 14 0,-1 48-11 0,2 13-10 0,23-14-1 0,12-47-1 0,-1-11-26 0,-11-36-95 0</inkml:trace>
  <inkml:trace contextRef="#ctx0" brushRef="#br0">13956 9418 93 0,'-11'0'3'0,"-49"11"-1"0,36-11 0 0,12 13 10 0,1-13-4 0,34 0-4 0,49 0-2 0,35 0-1 0,47-24 0 0,73 12 0 0,34 12-2 0,26 0 1 0,-1 0 1 0,-24 0-1 0,-24 0 0 0,-48 0 3 0,-60 0 4 0,-69-11 0 0,-50-2-2 0,2 1-6 0,-13 0-52 0,0-1-14 0</inkml:trace>
  <inkml:trace contextRef="#ctx0" brushRef="#br0">14278 9776 125 0,'-11'-13'8'0,"-13"1"3"0,11 96 3 0,2 83 1 0,22 70-3 0,-11-177-9 0,0-24-1 0,0-25-10 0,13-45-48 0,11-3-59 0</inkml:trace>
  <inkml:trace contextRef="#ctx0" brushRef="#br0">14421 10191 77 0,'0'-11'14'0,"48"-1"14"0,22 1-1 0,26 11-14 0,0-13-6 0,-13 13-7 0,-47-12-26 0,-12 12-79 0,-24 0 78 0</inkml:trace>
  <inkml:trace contextRef="#ctx0" brushRef="#br0">14682 9989 70 0,'0'13'20'0,"-23"71"15"0,23-2-2 0,0 12-23 0,12-33-8 0,-1-38-32 0,2-11-90 0</inkml:trace>
  <inkml:trace contextRef="#ctx0" brushRef="#br0">15242 10299 92 0,'0'0'7'0,"25"-12"8"0,10 0 4 0,1-12-14 0,13 12-3 0,-15-11-1 0,-22 11 0 0,-1-12 0 0,-22 1 0 0,-1 10 0 0,-35 1 3 0,-1 12 0 0,0 0-1 0,1 25 0 0,-1 9 2 0,13 37-2 0,35 2 0 0,24-14 0 0,35-23 1 0,12-12-1 0,1-11-1 0,11-26-12 0,-11-11-47 0,-50 11-29 0</inkml:trace>
  <inkml:trace contextRef="#ctx0" brushRef="#br0">15350 9881 108 0,'0'0'0'0,"-60"-11"4"0,72 11-4 0,0 0 11 0,24-12 11 0,35 12-9 0,-23-11-2 0,-12 11-6 0,-24 0-5 0,0 0-27 0,-12 0-47 0,0 0 16 0</inkml:trace>
  <inkml:trace contextRef="#ctx0" brushRef="#br0">15814 9705 106 0,'0'0'0'0,"-12"-25"12"0,12 25-3 0,-23 12 13 0,-13 35-7 0,23 13-10 0,2-12-2 0,22-1-2 0,25-10 0 0,12-26-1 0,-12-11 1 0,0-24-1 0,0-13-3 0,-1 14 0 0,-11-12 2 0,-24-1 1 0,-24-12-1 0,12 1 2 0,-11 10-1 0,-13 14-1 0,12 23 1 0,0-11-1 0,0 22 1 0,12 1 2 0,1 12-1 0,11 13-1 0,23-3 0 0,1 3 1 0,12-3 0 0,0-9 0 0,-14-13-1 0,-22-12-10 0,0 0-41 0,13 0-35 0</inkml:trace>
  <inkml:trace contextRef="#ctx0" brushRef="#br0">16053 9550 34 0,'0'0'4'0,"11"-13"-3"0,-11 1 23 0,0 12 7 0,11-12-9 0,-11-1-5 0,13 13-13 0,23 0-2 0,0 0-1 0,-1 0 1 0,-11-11-1 0,0 11 0 0,-24 0-1 0,-12 0 1 0,0 0-1 0,-12-12 0 0,12 12 0 0,1 36 2 0,-14 24 6 0,14-1-1 0,11-11-4 0,0-23-2 0,0-25-11 0,0 0-65 0,0 0 4 0</inkml:trace>
  <inkml:trace contextRef="#ctx0" brushRef="#br0">16315 9751 22 0,'0'-12'22'0,"-12"-11"9"0,35 12-9 0,-11-2-3 0,12 1-8 0,-12 24-1 0,-12 22 4 0,0 3-6 0,0 10-2 0,0-22-3 0,-25-13 0 0,-9-1-1 0,9-11-2 0,38-11-4 0,-1-13 1 0,11 11 2 0,13-10-1 0,0 12 0 0,-12-14 1 0,-2 0 1 0,3 15 2 0,-14-1-1 0,2 11 1 0,-13-13-2 0,0 13 2 0,-13 0 3 0,2 0-2 0,-1 13-1 0,-1-2-2 0,3 12 1 0,-2 1-1 0,24 12 1 0,11 12-1 0,25-25 1 0,-1-12 0 0,-10-11 0 0,-14-11 2 0,-12-1 2 0,2 12-3 0,-13 0-2 0,0 0-32 0,12 0-90 0</inkml:trace>
  <inkml:trace contextRef="#ctx0" brushRef="#br0">20685 3798 20 0,'-24'-13'8'0,"12"2"9"0,-12 11-7 0,24 0 10 0,24-12-12 0,72 1-2 0,46 11-1 0,49-12 0 0,47 0-1 0,-13-1 1 0,-10 13 0 0,-60 0 2 0,-83 0-2 0,-60-11 4 0,-36 11-11 0,-36 0-105 0</inkml:trace>
  <inkml:trace contextRef="#ctx0" brushRef="#br0">20792 3858 60 0,'-71'-12'11'0,"11"24"-11"0,71-12 3 0,62-23 13 0,69-2-5 0,85 0-4 0,34 2-3 0,-10 12 1 0,-49-1 4 0,-71 12 1 0,-61 0-3 0,-34-12-3 0,-23 12-3 0,-13 0-11 0,12 24-101 0</inkml:trace>
  <inkml:trace contextRef="#ctx0" brushRef="#br0">22912 4405 11 0,'0'-34'12'0,"12"9"-1"0,-12 0 8 0,0 2 2 0,0 23-9 0,10 48-2 0,-10 59-3 0,0 12-2 0,13-36-2 0,-1-23-1 0,-12-12-1 0,-12-38 1 0,12-10-9 0,-23-10-21 0,23-1-16 0,-12-2 7 0</inkml:trace>
  <inkml:trace contextRef="#ctx0" brushRef="#br0">23364 4310 17 0,'23'-36'26'0,"-10"12"-9"0,-1 13 8 0,-12 46-7 0,0 62-6 0,0 33-4 0,-12-23-3 0,12-36-1 0,0-11-3 0,0-36 0 0,0-14-10 0,-13-10-20 0,13-10-18 0,0-14 5 0</inkml:trace>
  <inkml:trace contextRef="#ctx0" brushRef="#br0">23793 4287 38 0,'0'-25'16'0,"0"25"7"0,0 59-3 0,-12 49-6 0,24-1-8 0,0-35-3 0,0-12-1 0,-12-26-1 0,-24-9-1 0,12-13-18 0,-24-36-27 0,23-23-11 0</inkml:trace>
  <inkml:trace contextRef="#ctx0" brushRef="#br0">23686 4287 47 0,'0'0'0'0,"-24"-25"7"0,71 2-6 0,37 11 4 0,23 59 13 0,0 50-5 0,-60 33-3 0,-34-23 2 0,-62-36-1 0,-33-11-2 0,-15-26-7 0,39-9 0 0,34-25-4 0,24 12-38 0,48-24-55 0</inkml:trace>
  <inkml:trace contextRef="#ctx0" brushRef="#br0">22721 5298 21 0,'-24'0'20'0,"-12"11"-15"0,0 2 8 0,13 11 11 0,10-11-1 0,13-2-10 0,49-11-1 0,94-24-8 0,107-36-3 0,59 37-1 0,24-13 0 0,-59 36 1 0,-71-12 1 0,-84 12-2 0,-47 0 1 0,-60-11 0 0,-12-2-6 0,-12 1-34 0,-48 0-33 0,35 12 50 0</inkml:trace>
  <inkml:trace contextRef="#ctx0" brushRef="#br0">22804 5464 56 0,'-11'0'3'0,"-73"0"7"0,72 13-2 0,36-13 5 0,95-13-5 0,96-21-8 0,70 9 3 0,14 2-3 0,-38 0 4 0,-59 10 2 0,-94 1 1 0,-62 0 0 0,-21 12-3 0,-14-13-1 0,-11 13-68 0</inkml:trace>
  <inkml:trace contextRef="#ctx0" brushRef="#br0">15278 8478 2 0,'0'0'2'0,"-11"0"3"0,11-13 10 0,0 13 2 0,11-12-5 0,-11 12-7 0,0 0 1 0,0-12 4 0,0 12 1 0,12 0-6 0,0 0 1 0,-12 0-1 0,12 0 0 0,-12 0-1 0,0 0 1 0,0 12-1 0,12 0-2 0,-12 24 0 0,0-12 0 0,0 13 0 0,0-26 0 0,12-1-1 0,-12 3 0 0,24-13 0 0,-24 0-1 0,12 0-1 0,24-23-18 0,-2-13-39 0,-21 11 12 0</inkml:trace>
  <inkml:trace contextRef="#ctx0" brushRef="#br0">15421 8252 86 0,'-34'-13'33'0,"45"13"-24"0,1 0-8 0,11 0-38 0,-12 0-28 0</inkml:trace>
  <inkml:trace contextRef="#ctx0" brushRef="#br0">16219 8478 49 0,'0'0'7'0,"-24"-13"2"0,36 1-1 0,0 12 11 0,-12-12 0 0,12 1-1 0,-12-1-7 0,0 12-5 0,12-11-3 0,1-2 1 0,-13 13 1 0,0 0 8 0,0 24-12 0,0-12 0 0,0 11 1 0,0 2 0 0,0-2 0 0,-13 1 0 0,13-12 0 0,0 0-1 0,13-12 1 0,-2 0 0 0,12 0-2 0,-10-12-2 0,-1 0-38 0,11-1-96 0</inkml:trace>
  <inkml:trace contextRef="#ctx0" brushRef="#br0">16290 8346 111 0,'-47'-23'15'0,"47"23"-14"0,36 11-19 0,-25 1-78 0</inkml:trace>
  <inkml:trace contextRef="#ctx0" brushRef="#br0">19350 8430 0 0,'13'-12'14'0,"-13"1"20"0,0-2-14 0,0-11-11 0,12 11 1 0,-1 2 2 0,-11 11-1 0,0-12-3 0,0 12-1 0,0 0-4 0,0 12 2 0,0 12 1 0,-11 0 0 0,-14 0-4 0,14-1-1 0,11 1 0 0,11-11 1 0,2-2 1 0,10-11-9 0,13-11-27 0,-24-2-31 0,0 1 17 0</inkml:trace>
  <inkml:trace contextRef="#ctx0" brushRef="#br0">19399 8202 96 0,'0'0'16'0,"-49"-21"-7"0,62 21-6 0,10 11-18 0,-10-1-67 0</inkml:trace>
  <inkml:trace contextRef="#ctx0" brushRef="#br0">20078 8049 0 0,'11'-12'0'0,"1"1"0"0,-12 11 4 0,11-13 7 0,2 1 12 0,-1 12-6 0,-12-12-13 0,24 12 1 0,-24-13-1 0,12 13 4 0,-12 0 3 0,0 13 0 0,0 11-6 0,0-11-1 0,0 21 1 0,-12-10 0 0,12-11-3 0,12-2-4 0,12-11-23 0,11-11-39 0,-23 11 42 0</inkml:trace>
  <inkml:trace contextRef="#ctx0" brushRef="#br0">20244 7871 80 0,'-25'-13'14'0,"25"13"-9"0,25 0-19 0,-1 0-63 0</inkml:trace>
  <inkml:trace contextRef="#ctx0" brushRef="#br0">22804 8357 6 0,'0'0'14'0,"0"0"14"0,-11 13-9 0,-1-1-10 0,-1 13-2 0,13-2-1 0,0 0-4 0,25-11-1 0,-14 1-21 0,1-13-50 0</inkml:trace>
  <inkml:trace contextRef="#ctx0" brushRef="#br0">22827 8286 63 0,'0'0'0'0,"-23"-11"6"0,59 22-51 0,-36-11 25 0</inkml:trace>
  <inkml:trace contextRef="#ctx0" brushRef="#br0">24245 7918 10 0,'0'0'9'0,"24"-13"-4"0,-12 13 13 0,-12 13 10 0,-25 22-10 0,14 1-10 0,22 1-6 0,25-14-15 0,1-23-63 0</inkml:trace>
  <inkml:trace contextRef="#ctx0" brushRef="#br0">24305 7846 51 0,'-24'0'13'0,"48"12"-34"0,0 1-17 0</inkml:trace>
  <inkml:trace contextRef="#ctx0" brushRef="#br0">13552 6632 5 0,'0'0'0'0,"0"-36"44"0,12 0-5 0,-24 24-17 0,12 12-12 0,0 25 3 0,0 9-2 0,12 27-4 0,1-1-2 0,-13-1-4 0,11-13 0 0,-11 15 0 0,0-14 0 0,0 0 0 0,0 3-1 0,-11-16 1 0,11 3 0 0,0-14 0 0,0 13-1 0,0-13 1 0,11 0-1 0,12 14 0 0,-11-24 1 0,24-2 0 0,12-11 0 0,22-11 3 0,26 11-4 0,0 0 0 0,23-13 2 0,12 13-3 0,12-12 3 0,11 12-1 0,25-12 1 0,12 12-1 0,11-13 0 0,12 2-1 0,1-12 1 0,11 11 3 0,-24 0-2 0,25 12-2 0,-13-24 1 0,-23 24-3 0,-13-12 4 0,1 12-1 0,-25-11-1 0,12-2-1 0,-23 13 2 0,-11 0-1 0,-25-12 3 0,1 12-3 0,-25-12 1 0,0-1-1 0,-11 3 1 0,-13 10-1 0,-34-11 2 0,-14-14-1 0,1 0-2 0,-12-9 2 0,11-3 0 0,2 3 0 0,-13-3 0 0,0-10 1 0,12 10-1 0,-12 14 0 0,11 12 0 0,-11 11 0 0,0 0-1 0,0 47 0 0,-11 0 0 0,11 25-2 0,11 11-89 0,-11-72 23 0</inkml:trace>
  <inkml:trace contextRef="#ctx0" brushRef="#br0">19982 6381 3 0,'0'0'30'0,"0"0"10"0,0 0-37 0,12 13 3 0,0-1 1 0,-12 11 0 0,12 0 2 0,-12 14-6 0,0-13 0 0,0 11-2 0,0-23 1 0,12 12 0 0,-12-12 0 0,0-1-2 0,12-11 3 0,-12 13-3 0,13-13 2 0,-2 12 0 0,12-12 0 0,13 12-2 0,24 1 2 0,-1-13-1 0,13 0 1 0,-1 0-1 0,24 0-1 0,1 0-2 0,11 0 3 0,23 0-1 0,-10 0 1 0,11 11 0 0,-1-11-1 0,13 10 0 0,23-10 0 0,2 0 1 0,11 0 1 0,23 13-1 0,1-13-3 0,-1 12 2 0,0-12 0 0,-36 12 0 0,-10 1-2 0,-13-13 1 0,-12 11 1 0,-24-11-1 0,-13 0 1 0,-45-11 0 0,-1-14 1 0,-25 13-1 0,1-11 1 0,-12 12 0 0,0-26 0 0,1-10 1 0,-13 10 0 0,0 3 0 0,0-3 1 0,0 13 1 0,0 12 1 0,0 35-3 0,0 14-2 0,11 10 0 0,25 37-117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13480 9335 6 0,'0'0'0'0,"-12"-11"31"0,-11-2-4 0,10 13-7 0,2-12-7 0,11 12-5 0,0 0-1 0,11-12 2 0,14-1-2 0,22 13-4 0,26 0-2 0,-27 0 0 0,1-11 0 0,2 11 0 0,-2 0 2 0,-36 0 1 0,-11-12 4 0,0 24-10 0,-23 24-52 0,10-36-9 0</inkml:trace>
  <inkml:trace contextRef="#ctx0" brushRef="#br0">14194 9358 1 0,'0'0'4'0,"0"-13"3"0,0 13 4 0,13 0 8 0,-13-10 8 0,-13 10 3 0,13 0-19 0,-11 0-4 0,11 0-3 0,0-11-1 0,11 11 0 0,14 0 0 0,-1 0 0 0,23 0-1 0,13 0-1 0,-13 0 0 0,13 0 1 0,-12 0 0 0,-1 0 0 0,13 0-1 0,23 0-1 0,12 0 0 0,1-13 1 0,-25 13 0 0,-1 0 0 0,-9 13-1 0,23-13 1 0,-1 0-1 0,0 0 1 0,12 0 1 0,-11 0-1 0,-1 0-1 0,0 0 1 0,0 0 0 0,-11 0 2 0,0 0 0 0,-1 0-1 0,1-13-1 0,-1 13 0 0,0 0 0 0,1 0-1 0,10 0 1 0,-9 0-1 0,-26 0 1 0,12 0 0 0,-10 0 0 0,-2 0-1 0,0 0 1 0,1 13 0 0,0-13 0 0,-12 0 0 0,-2 0-1 0,-9 0 1 0,11 0 0 0,12 0 0 0,-1 0-1 0,1 0 0 0,-24 0 0 0,-1 11 1 0,-11-11 1 0,0 0 0 0,0 0-1 0,0 0 2 0,-12 0 0 0,0 0 1 0,12-11-3 0,1 11-17 0,21-13-106 0</inkml:trace>
  <inkml:trace contextRef="#ctx0" brushRef="#br0">18374 9442 13 0,'-11'0'18'0,"-1"-13"-8"0,-1 2 9 0,2-1 1 0,11 12-6 0,0 0-6 0,0 0 1 0,36 0-6 0,-12 0 3 0,47 0 0 0,24 0-2 0,35-11-2 0,38-2-2 0,-37 13-1 0,-12 13 2 0,-24-13 0 0,1-13 1 0,-2 13 1 0,2 0-1 0,-13 0 2 0,-23 0 1 0,-36 0 5 0,-12 0-3 0,0 0-2 0,0 0-1 0,-2 0-2 0,-10 0-2 0,0 13-32 0,13 10-93 0</inkml:trace>
  <inkml:trace contextRef="#ctx0" brushRef="#br0">20697 9287 1 0,'-12'0'4'0,"12"-13"26"0,0 13 6 0,12-11-22 0,-1 11-7 0,13 0-2 0,23 0 1 0,2-12 0 0,22 12 2 0,1 0-2 0,23 0-2 0,-12 12-3 0,0-12-1 0,13 0 0 0,-1 0 2 0,12 11 3 0,13-11-3 0,-2 0 0 0,2 13-1 0,-13-13-1 0,-1 0 2 0,3 0 0 0,9 12 2 0,13-12-2 0,-12 0-2 0,12 12 0 0,-13-12 0 0,-21 0 0 0,10 0 0 0,0 0-1 0,12 13 1 0,-25-13 0 0,13 0 1 0,-10 11 0 0,10-11-1 0,-12 0-1 0,12 0 1 0,-11 0 1 0,11 0-1 0,-12 0 0 0,-1 0-1 0,3 0 2 0,-26 0-1 0,-24 0 3 0,13 0-1 0,-13 0 0 0,-11 0 0 0,-12 0 0 0,0-11 0 0,-12 11-2 0,36 0-38 0,-26 0-68 0</inkml:trace>
  <inkml:trace contextRef="#ctx0" brushRef="#br0">9193 8775 31 0,'0'0'0'0,"0"-12"33"0,36 12-28 0,0-25 11 0,-13 25 8 0,-23 0-15 0,-11 0-6 0,-48 0 1 0,-50 13 1 0,-45-1 0 0,-48 13-1 0,-2 9-3 0,38-22 2 0,48 0 3 0,34-12-3 0,37 13 1 0,-1-13-4 0,36 0 1 0,12 0-5 0,12-25-7 0,24 2-1 0,10-13-24 0,51-1-21 0,-62 26 25 0</inkml:trace>
  <inkml:trace contextRef="#ctx0" brushRef="#br0">8455 8656 3 0,'0'0'0'0,"72"-48"51"0,-37 13-21 0,-12 11-6 0,-10 0-6 0,-1 24-1 0,-24 0-1 0,-37 24-13 0,-45 10 0 0,-25 16 2 0,0-16-1 0,-1 14 0 0,27-25-1 0,32 2-1 0,49-13-1 0,0 1 0 0,12-2 2 0,12-11 0 0,36 12-2 0,-2 23 0 0,26 1-2 0,-12 25 0 0,23-15 1 0,-23-10 2 0,0 12 0 0,-24-25 0 0,-1-11 3 0,-35-12-4 0,0 0 3 0,0-12 5 0,0 12-18 0,12 12-166 0</inkml:trace>
  <inkml:trace contextRef="#ctx0" brushRef="#br0">4668 8727 87 0,'-12'-23'17'0,"-11"23"-7"0,23-12 12 0,0 0-1 0,0-12-7 0,-13 12-5 0,13-24-2 0,-23 24-2 0,-1-1-2 0,-23 13-2 0,-13 25 1 0,-35 34 0 0,-1 37-2 0,13 11 1 0,47 0-1 0,119 60 5 0,-11-142-3 0,-12-14 1 0,-13-22-1 0,-11-2-2 0,12 13-18 0,23-12-119 0,-60 12 97 0</inkml:trace>
  <inkml:trace contextRef="#ctx0" brushRef="#br0">5037 8667 112 0,'-11'-34'15'0,"-1"34"6"0,-12 23 6 0,-1 48-12 0,-11 13-6 0,25-2-4 0,11 14-2 0,-11-24 2 0,22-25-4 0,13-11 1 0,24-11 2 0,11-25-1 0,-11-13-2 0,-24 13-1 0,47-24-5 0,-23 11-27 0,0-10-42 0,-48 23 2 0</inkml:trace>
  <inkml:trace contextRef="#ctx0" brushRef="#br0">4883 8964 122 0,'-25'-21'11'0,"96"-4"-6"0,26 0 7 0,10 14-9 0,-36 11-30 0,-59 0-65 0</inkml:trace>
  <inkml:trace contextRef="#ctx0" brushRef="#br0">5001 8704 108 0,'0'-12'7'0,"-11"-36"14"0,70-13-18 0,36 40-69 0,-82 21 22 0</inkml:trace>
  <inkml:trace contextRef="#ctx0" brushRef="#br0">5561 8573 129 0,'0'-11'6'0,"12"22"15"0,-12 36 6 0,-23 25-13 0,11 11-9 0,12 1-1 0,0 0 0 0,0-26-3 0,0-11-2 0,0-22 3 0,0-25 2 0,12 0 0 0,47-12-2 0,13-1-4 0,35 13-36 0,0 0-46 0,-60 0 4 0</inkml:trace>
  <inkml:trace contextRef="#ctx0" brushRef="#br0">6049 8964 47 0,'0'0'24'0,"-11"-21"38"0,-1 8-24 0,-1 26-30 0,2 33-1 0,11 2-5 0,24-12 0 0,35-24 0 0,1-12 0 0,-12-48 0 0,-36 0-1 0,-36-11-1 0,-24 47 1 0,0 0-1 0,12-1 0 0,25 26-1 0,22 11 1 0,14-11-1 0,22-2-1 0,25-22-3 0,-14-2 3 0,3-24 2 0,-2 3 0 0,-47 9-1 0,12 13 2 0,-12 1-1 0,-1 11 1 0,-11 11 0 0,-23 37 1 0,35 0-2 0,35 23 0 0,-11-12-1 0,-36-34 2 0,-47-13 4 0,-25-24 0 0,25-13-1 0,35 25-4 0,35 0 0 0,24 0 0 0,25-11-1 0,-24-12-3 0,11-27 4 0,-11 16-1 0,0 10 2 0,0 0-1 0,-26-12 0 0,-22 24 1 0,-22 12 0 0,-2 25 1 0,36 22-3 0,35 11 2 0,1 3-1 0,-48-25 0 0,-61-24 3 0,-33 0-28 0,94-49-56 0,24 26 12 0</inkml:trace>
  <inkml:trace contextRef="#ctx0" brushRef="#br0">6895 8964 67 0,'36'-21'53'0,"-13"8"-42"0,-23 26-107 0</inkml:trace>
  <inkml:trace contextRef="#ctx0" brushRef="#br0">4847 9489 43 0,'-36'0'16'0,"-238"24"30"0,84-12-6 0,107-12-22 0,58-12-7 0,97 12-8 0,154-13 1 0,191-33 0 0,131 10-1 0,12 36-1 0,-72-12 0 0,-178 12 1 0,-168-11-1 0,-130 11 0 0,-83 0-21 0,-108 0-19 0,-59 0-44 0,190 0 45 0</inkml:trace>
  <inkml:trace contextRef="#ctx0" brushRef="#br0">4584 9632 127 0,'-166'0'12'0,"107"36"-11"0,71-36 10 0,143-36 8 0,237-35-3 0,192 23-7 0,47 35-6 0,-35 13-2 0,-287 0 1 0,-227-11 3 0,-103-1-2 0,-28 12-150 0</inkml:trace>
  <inkml:trace contextRef="#ctx0" brushRef="#br0">1583 6465 51 0,'-23'-36'12'0,"23"36"-17"0,12 12 13 0,-1-1 12 0,14 39 3 0,-1 8-12 0,-12 2-5 0,0-12 0 0,11-25-2 0,-12 1 0 0,14-11 0 0,-1-2 2 0,47-47 0 0,84-60-4 0,83-22-1 0,36 10 1 0,-59 37 0 0,-72 24 0 0,-108 35 4 0,-35 12 6 0,12 12-24 0,0 22-117 0</inkml:trace>
  <inkml:trace contextRef="#ctx0" brushRef="#br0">6324 11466 11 0,'-12'0'13'0,"-13"0"0"0,14 0 15 0,11 0-8 0,-12 0 1 0,12 0-10 0,0 12 0 0,23-12-3 0,26 0-1 0,22 0 0 0,24 0-1 0,35 0-2 0,2-12-1 0,22 1 1 0,-22 11-1 0,-37 0-2 0,-23 0 3 0,-13 0 1 0,-11 0-1 0,-1 0-2 0,-23 0 1 0,-12 0 1 0,0 0-1 0,0-13-2 0,-12 1-18 0,0 60-133 0</inkml:trace>
  <inkml:trace contextRef="#ctx0" brushRef="#br0">9682 11549 17 0,'-13'0'12'0,"-23"0"30"0,13 0-12 0,-1 0-15 0,13 0-4 0,11 0-3 0,-12 0 1 0,12 0 2 0,23 0-1 0,24 0-6 0,49-12-1 0,12 1-2 0,33 11 3 0,4-13-2 0,33 1-1 0,-23 12 0 0,-1-12 1 0,-22 1-3 0,-13-1 3 0,-12 12-1 0,0-11 0 0,-12-2 1 0,-11 1-1 0,-13 12-1 0,-11 0 2 0,-25-12 0 0,-12-1 1 0,-10 13 0 0,-13-11-2 0,0 11-71 0,0 0-2 0</inkml:trace>
  <inkml:trace contextRef="#ctx0" brushRef="#br0">13838 15835 18 0,'-12'0'12'0,"-12"-35"19"0,24 11-3 0,-12-1-6 0,12 2-2 0,0 12-9 0,0 45-3 0,0 74 1 0,-13 94-3 0,2 24-3 0,11-34-2 0,0-62 1 0,11-46 1 0,-22-38-1 0,-1-33 4 0,-1-72-13 0,13-25-50 0,13 25-38 0</inkml:trace>
  <inkml:trace contextRef="#ctx0" brushRef="#br0">13588 15680 44 0,'0'0'0'0,"-11"-34"21"0,-2 9 7 0,13 13-13 0,0-1-4 0,13 2-4 0,33 11 2 0,38 0-3 0,58-12-2 0,49 1 1 0,12 11-1 0,-1 0 0 0,12 0-1 0,24 0-1 0,-23-12 0 0,23 12 0 0,-12 0-1 0,-11-12 1 0,-13 12 1 0,-12 0-1 0,1 0-1 0,-12 12-1 0,-13-12 1 0,1 12 0 0,-37-1-1 0,15-11 0 0,9 12 0 0,-11-12 1 0,-12 0 0 0,-24 11 0 0,0-11-1 0,-25-11 1 0,3 11-1 0,-38 0 1 0,-11 0 0 0,-12 0 0 0,12 0-2 0,-13 24 2 0,13 0-1 0,-12 35 0 0,0 13-2 0,-12 11 2 0,-12 36-1 0,0 24-1 0,0-12 3 0,-12-24 0 0,12-23-2 0,-12-13 2 0,12-35 0 0,-12-24 1 0,12-12-64 0,-12-12-28 0</inkml:trace>
  <inkml:trace contextRef="#ctx0" brushRef="#br0">13683 16728 28 0,'-13'-23'17'0,"-10"11"13"0,10 0-6 0,-10-1-2 0,0 2-5 0,12-1-2 0,11 1-3 0,0-2-5 0,0 13-3 0,11 0-3 0,24 0 0 0,37-12 1 0,59 12-2 0,58-12 2 0,50-11 0 0,23-1 0 0,-12 12-1 0,-11 12 1 0,-25-12-1 0,11-1 0 0,26 13-2 0,11-11 3 0,0 11-3 0,-35-12 3 0,-2 12-1 0,2 0 0 0,-1 0 0 0,11 0 0 0,-45 12 0 0,-24-12-1 0,-14 0 1 0,-24 0 0 0,-10 0-2 0,-25 11 3 0,-36-11-1 0,-23 0 1 0,-36 0-1 0,12-11 6 0,-12-1-3 0,11 12-3 0,-11-11-124 0</inkml:trace>
  <inkml:trace contextRef="#ctx0" brushRef="#br0">3966 15383 12 0,'0'0'11'0,"-13"0"32"0,13 0-13 0,-11-13-5 0,-1 13-6 0,12 0-5 0,0 0-7 0,23 0-3 0,26 0-1 0,-14 0 1 0,-12 13-1 0,2-13 0 0,-25 0 0 0,11 0 2 0,-11-13 1 0,-11 13-4 0,-25 0 0 0,11 0-2 0,-21-11 0 0,21 11 1 0,14 0 0 0,11 0 0 0,-12 0-1 0,24 0 0 0,36 0 1 0,11-12 2 0,1 12-2 0,-37 0-1 0,-23 0 1 0,-23 0 2 0,-13 0-3 0,-35 0-2 0,11 12 1 0,35-1 2 0,14-11-1 0,11 0 0 0,47 0 0 0,24 0 1 0,-22-11 1 0,-13 11-2 0,-36 0 0 0,0 0 1 0,0 0 0 0,-36 0-2 0,-13 0 0 0,-22 11 0 0,60-11 1 0,22 0 0 0,38 0 0 0,-2 0 3 0,-23 0-3 0,-24 0 0 0,0 0 0 0,0-11 0 0,12 11 0 0,-12 0 0 0,0 0 1 0,11 0-2 0,-11 0 1 0,13 0 0 0,-13 0 0 0,0 0 0 0,12 0 0 0,-1 0 0 0,-11 0 0 0,0 0 0 0,12 0 0 0,-12 0 0 0,12 0 0 0,-12 0 1 0,12 0-3 0,-12 0 4 0,0 0-3 0,0 0 1 0,12-12 1 0,-12 12-2 0,0 0 0 0,12 0 2 0,-12 12 0 0,0-12-1 0,0 0-2 0,0 0 3 0,-12 0-74 0,12 11-19 0</inkml:trace>
  <inkml:trace contextRef="#ctx0" brushRef="#br0">5097 15419 10 0,'0'0'0'0,"-12"-12"42"0,0 12-19 0,0 0-1 0,12 0-4 0,0 0 12 0,0 0-21 0,12 12-2 0,12-12-1 0,12 0-1 0,11 0-1 0,25 0-2 0,-1-12-1 0,1 12 1 0,-25-12-1 0,13 12 1 0,11 0 0 0,1-12-1 0,-13 12-3 0,1 0 3 0,-1 0 1 0,-12 0-1 0,14 0 2 0,-13 0-4 0,22 0 1 0,-10 0 2 0,0-13-3 0,-1 13 2 0,13 0 0 0,-14 0-1 0,14 0 1 0,-12-11-1 0,0 11-1 0,-12-12 2 0,-1 12-1 0,13 0 2 0,-13-11-1 0,1 11 0 0,-12 0-1 0,-1 0 0 0,1 0 0 0,11 0 0 0,-11 0 1 0,12 0 0 0,-12 0-2 0,0 0 2 0,-13 0-2 0,0 0 2 0,2 0 0 0,-14 0-1 0,2 0 1 0,-1 0-1 0,0 0 1 0,0 0-1 0,-12 0 1 0,0-13-9 0,-60 13-111 0,48-12 68 0</inkml:trace>
  <inkml:trace contextRef="#ctx0" brushRef="#br0">1787 16312 4 0,'0'0'0'0,"0"-25"41"0,0 14-13 0,11-12-4 0,1 10-7 0,-12 1-4 0,0 12-5 0,-12 25 1 0,-11 34-1 0,-13 12-1 0,12 25-1 0,-1 9-2 0,-9 4 1 0,10-13-3 0,0-14-1 0,12 2-1 0,-12-13 1 0,12-23-1 0,-1-25 2 0,13 0 0 0,-10-23-2 0,10 0 3 0,-11-11-1 0,11-12 0 0,0-14 0 0,11-10 0 0,-1 0 2 0,3 11-3 0,-1-12 0 0,-1 12 0 0,2 1 0 0,-1-13-1 0,12 1 1 0,-12 10-4 0,0-22 1 0,11 12 1 0,-12 11-1 0,-11 0 0 0,13 0 0 0,-1-10-1 0,12 9 0 0,-12 13 0 0,12-11 1 0,-12 10 1 0,-1-9-1 0,13 9 1 0,12-10-1 0,0 11 1 0,-12 0-1 0,-1 11 1 0,1-10 0 0,12-1 1 0,0 12-1 0,-12 0 0 0,-1 12 1 0,0 12-1 0,13 0 1 0,-11 24-2 0,10-12 1 0,1 12 1 0,0-1 1 0,11 2 0 0,-11-3 1 0,0 14 1 0,12 0 0 0,-25 11 0 0,13-11-1 0,12 12 1 0,-13-13-1 0,1 1 2 0,-12 12-2 0,12-13 2 0,-1 24 0 0,13-11-2 0,-24 12-2 0,-1-12 2 0,-10-26 0 0,-13-9 1 0,12-13-1 0,-12-36 8 0,-12-23-50 0,-12 10-100 0</inkml:trace>
  <inkml:trace contextRef="#ctx0" brushRef="#br0">4537 15169 13 0,'0'0'35'0,"-11"0"-8"0,11 0 8 0,0 12-16 0,11-12-5 0,25-12-4 0,24-13-5 0,-13-9-3 0,1 9-6 0,0 13-38 0,-25 12-41 0</inkml:trace>
  <inkml:trace contextRef="#ctx0" brushRef="#br0">4513 15311 27 0,'-23'12'30'0,"10"1"20"0,38-26-25 0,57-45-19 0,50-3-44 0,-72 38-38 0</inkml:trace>
  <inkml:trace contextRef="#ctx0" brushRef="#br0">3966 15990 5 0,'0'0'0'0,"0"-24"32"0,0 12-10 0,0 1 5 0,0-1-10 0,0 0-2 0,0-1-4 0,0 13-2 0,0-11-1 0,0 11 2 0,0 11-9 0,12-11 0 0,-12 25-1 0,0-13 1 0,12 11-1 0,-12 1 1 0,12 13-1 0,-1-14 1 0,0 12 0 0,2 1 0 0,-1 0 1 0,-1-12 1 0,2 11-1 0,-1 2 0 0,-1-3 0 0,14-9 0 0,-14 21 0 0,1-9-1 0,12 10 2 0,-12-10 0 0,0-14-1 0,1 25-1 0,10-14-1 0,-12 16 2 0,14-16 1 0,-14 3-1 0,12-3-1 0,2 3 1 0,-1-1-2 0,0-1 1 0,0-11-1 0,11 12 0 0,1-12 0 0,11 10 0 0,-10-9 0 0,-3-13 0 0,15 1-1 0,-2-2 3 0,1-22-1 0,0 11 0 0,-13-25-1 0,12 0 1 0,-10 3 0 0,-3-2 1 0,15-12-1 0,-26 0 0 0,13 1 0 0,-12-1-1 0,0-24 1 0,24 1 0 0,-12-14-2 0,11 15 4 0,-11-2-3 0,-24 2 0 0,12-3 1 0,-2 1 0 0,3 13-1 0,-1 0-1 0,-12-1 2 0,12-12-2 0,0 2 4 0,-24 21-3 0,12 13-1 0,-1 1 1 0,-11 11-1 0,0-13 3 0,0 25-2 0,11-11-2 0,-11 11-35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2107 5548 42 0,'0'-34'7'0,"-70"-27"11"0,-14 49-11 0,-11 12 6 0,-1 12 2 0,13 24-7 0,0 23-1 0,0 25 2 0,11 24-1 0,37-3 0 0,35 27-2 0,47-13-1 0,26-12-3 0,33-13 1 0,60 38 1 0,-93-96-3 0,69 1 2 0,-12-37 0 0,-10-25 0 0,-25-34-2 0,-22-25 1 0,-27 13 1 0,-22-37-2 0,12-22 1 0,-36-25-2 0,-12 0 0 0,-36 25 2 0,-47 9 0 0,-48 39 1 0,-59 59-3 0,-60 105-18 0,0 85-137 0</inkml:trace>
  <inkml:trace contextRef="#ctx0" brushRef="#br0">2013 10417 40 0,'-48'-94'32'0,"-12"70"-26"0,-11 24-5 0,-37 13 5 0,-10 21 7 0,11 14 2 0,12 36-6 0,47 23 4 0,35 35-4 0,13 37-5 0,25 0-4 0,46-24 3 0,25-36-2 0,35-12 0 0,-1-13-1 0,13-44 0 0,12-50 3 0,-1-13-2 0,14-35 3 0,-25-23-2 0,-48-13 0 0,-24-23 0 0,-58-1 0 0,-50-58-1 0,-46-24 1 0,-36-1 0 0,-24 47 2 0,-23 26 3 0,-61 94-6 0,-35 72-6 0,-12 71-30 0,119 11-105 0</inkml:trace>
  <inkml:trace contextRef="#ctx0" brushRef="#br0">3513 11631 0 0,'0'13'0'0,"23"-13"0"0</inkml:trace>
  <inkml:trace contextRef="#ctx0" brushRef="#br0">1989 13037 37 0,'0'-35'20'0,"-24"-13"6"0,-23 0 5 0,-25 25-12 0,-12 11-5 0,-22 24-6 0,-13 34-3 0,23 27 0 0,49 34-1 0,11 36-2 0,23 59 2 0,38 1-2 0,46-14-1 0,48-34-4 0,24-34 6 0,25-50-1 0,22-48-2 0,-24-46 1 0,-11-61 0 0,-12-35 2 0,-37-48 1 0,-45-36-3 0,-61-57 0 0,-72 55 2 0,-60 40-1 0,-22 46 1 0,-12 22 0 0,-13 87 1 0,-23 57-5 0,-25 84 2 0,1 72-18 0,94-49-27 0,74-70 2 0,10 11-36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8074 2655 1 0,'-36'0'13'0,"-11"-13"14"0,-1 2-3 0,0-1-5 0,12 12-5 0,25-11-6 0,47 11-4 0,84-12-3 0,93 0 2 0,25-1-1 0,-12 13 1 0,-83 0-1 0,-95 13 2 0,-48-13 1 0,-24-13-4 0,-24 13-9 0,1 13-36 0,11-1-14 0</inkml:trace>
  <inkml:trace contextRef="#ctx0" brushRef="#br0">7644 2786 82 0,'-10'0'2'0,"-74"-12"-2"0,96 35 0 0,131-46 2 0,119-25 17 0,59 25-4 0,1 12-9 0,-84-2-1 0,-107 13 7 0,-107-12 1 0,-36 0-9 0,-24-1-3 0,13 13-2 0,34 25-75 0,-11-13 22 0</inkml:trace>
  <inkml:trace contextRef="#ctx0" brushRef="#br0">10683 10442 1 0,'-13'0'10'0,"1"0"12"0,12 0-2 0,-12-12-8 0,12 12-2 0,0-13-2 0,12 13-2 0,0 0-3 0,1-11 2 0,-2-1 1 0,1 12-3 0,12 0-1 0,-1 0 0 0,0 0 1 0,2-11 0 0,-1 11 1 0,0 0-2 0,10 0-1 0,-9 0 0 0,11 11-1 0,0-11 1 0,23 0 3 0,0-11 1 0,1 11-2 0,-12 0-2 0,0 0 1 0,-2 0-1 0,15 0 0 0,10 0 2 0,1-13-2 0,12 13 1 0,-14 13 0 0,2-13 1 0,11 0 0 0,13 0 0 0,-25 0 1 0,12 0-3 0,-11 0 1 0,-2 0 0 0,3 0-1 0,10 0-1 0,13 0 2 0,-13 0-2 0,0 0 1 0,12 11 0 0,-11-11 0 0,-14 0-1 0,14 0 1 0,0 0-2 0,-14 0 1 0,3 0 1 0,-3 0 0 0,-9 0 0 0,-2 0 0 0,-11 0-1 0,-1-11 1 0,1 11-1 0,0 0 1 0,11 0-1 0,1 0 1 0,-2 0-1 0,14 0 1 0,0 0-1 0,-1 0 1 0,-12-13-1 0,14 13 1 0,-14 0-1 0,1 0 0 0,0 0 1 0,-1 0-1 0,24 0 0 0,-10 0 1 0,-16 0-1 0,-8 13 0 0,-2-13 0 0,-11 0 0 0,11 0 0 0,-22 0 0 0,-2 0 1 0,-23 0-1 0,12 0 1 0,-12-13 0 0,12 13 0 0,-12 13-47 0,0-2-64 0</inkml:trace>
  <inkml:trace contextRef="#ctx0" brushRef="#br0">12480 10668 7 0,'0'0'0'0,"-12"0"18"0,1-25 8 0,11 14 2 0,11-12-14 0,1 23-9 0,-12 11 0 0,-23 37 4 0,-25 23 3 0,0 13-7 0,24-38-1 0,12-9 0 0,12-24 0 0,0-2 0 0,0-11 2 0,-13 0-20 0,13-11-83 0</inkml:trace>
  <inkml:trace contextRef="#ctx0" brushRef="#br0">12825 10727 19 0,'0'0'18'0,"-11"-11"-8"0,11-12 5 0,-12 10-4 0,0 13-5 0,12 0-2 0,-12 0-2 0,-1 13 2 0,-23 10 2 0,0 12-1 0,14-11-1 0,10 12 4 0,0 12-2 0,12-13-2 0,0 1 0 0,12 0-1 0,12-12 1 0,22-13-1 0,15-11-1 0,-15-11 0 0,-21-1-1 0,-1-24 1 0,-12 13-1 0,12-27-1 0,-12 16 0 0,-1 10 1 0,-22-12 0 0,-1 12 1 0,-1 0-1 0,-10 1-1 0,-1-1 1 0,-12 24-1 0,-11 0 1 0,-25 36-65 0,49-25 14 0</inkml:trace>
  <inkml:trace contextRef="#ctx0" brushRef="#br0">8443 17264 16 0,'0'0'0'0,"-94"48"-14"0</inkml:trace>
  <inkml:trace contextRef="#ctx0" brushRef="#br0">13338 11763 0 0,'-13'12'0'0,"13"-24"0"0</inkml:trace>
  <inkml:trace contextRef="#ctx0" brushRef="#br0">13302 11704 3 0,'0'-12'12'0,"-13"-12"19"0,13 0-12 0,0 1 4 0,13-1 2 0,-13 0 3 0,0 11-11 0,-13 13-8 0,13 0-6 0,0 37 1 0,0 10 0 0,0 1 0 0,0 12-1 0,-11-1-1 0,11 12 0 0,-12-12 0 0,12-9 0 0,0-16 0 0,-13-22 0 0,2 13 0 0,11-14-1 0,0 1 0 0,0-12 0 0,11 0 0 0,14 0 0 0,46 0 0 0,1-12-1 0,-13 12 0 0,-23 0 1 0,-24 0 0 0,0 0 2 0,-12 0-2 0,0-11 0 0,0 11-1 0,0-13-24 0,-12 13-94 0,12 0 70 0</inkml:trace>
  <inkml:trace contextRef="#ctx0" brushRef="#br0">14230 11323 42 0,'0'-23'14'0,"-11"-14"18"0,11 14 1 0,0-1-9 0,-12 24-6 0,-1 24-9 0,-34 47-3 0,-12 48-1 0,-1 24-4 0,24 24 0 0,36-25-1 0,36-12 2 0,0-46-1 0,0-36 3 0,-14-25-2 0,3-23 2 0,-14-23-3 0,-11 12-11 0,0-26-54 0,0 26-24 0</inkml:trace>
  <inkml:trace contextRef="#ctx0" brushRef="#br0">14528 11597 70 0,'0'-12'19'0,"11"-36"-14"0,14 12 26 0,-14 36-2 0,-22 36-10 0,-25 48-9 0,-10 23-5 0,21-12-3 0,13-24 1 0,49-11-3 0,9-23 1 0,14-26 1 0,-2-22-1 0,-9-26 1 0,-1-23-2 0,-37-11 2 0,1 0-1 0,-24-13 0 0,-11 26-1 0,-13-3 1 0,-13 25-2 0,3 24 1 0,-2 12 0 0,12 0 0 0,2 25 0 0,21 9-1 0,13 16 1 0,24-4 0 0,11 2 0 0,12-12-1 0,13-1 1 0,12-11 0 0,-13 0-1 0,-35-11 2 0,-12-2 0 0,-12-22-88 0,0-2-15 0</inkml:trace>
  <inkml:trace contextRef="#ctx0" brushRef="#br0">14981 11250 67 0,'0'-21'30'0,"0"8"-5"0,0 1-2 0,12 24-9 0,12 59-3 0,11 60-3 0,12 48-2 0,-34 23-2 0,-37-23 0 0,-37-61 3 0,-21-22-1 0,34-25-6 0,12-46 1 0,25-14 1 0,11-35-16 0,11-59-142 0</inkml:trace>
  <inkml:trace contextRef="#ctx0" brushRef="#br0">15457 11763 17 0,'0'0'10'0,"-24"0"27"0,12 0 0 0,12 0-7 0,-11 0-7 0,11 0-8 0,0 0-11 0,47-11 0 0,25 11-4 0,22 0 0 0,2 11 2 0,-24-11 1 0,-37 0-2 0,-11 0 0 0,-12 0-2 0,0-11-7 0,0 11-24 0,-12 0-86 0</inkml:trace>
  <inkml:trace contextRef="#ctx0" brushRef="#br0">15517 11991 57 0,'0'0'22'0,"59"0"3"0,13 0 0 0,10 0-12 0,-10 11-3 0,-12-11 2 0,-24 0-4 0,-24 0-2 0,-12 0-3 0,0-11-46 0,-12 11-68 0</inkml:trace>
  <inkml:trace contextRef="#ctx0" brushRef="#br0">16541 11382 7 0,'-13'0'26'0,"13"0"-6"0,-11-11-7 0,11-1-8 0,11 12-2 0,-11 0 13 0,0 0-5 0,-11 0-7 0,11 0-3 0,11 0 0 0,-11 0 1 0,0 12 8 0,0-12 9 0,-11 0-14 0,11 0-5 0,11 11 1 0,-11 12-1 0,-11 38 2 0,11 33 2 0,-12 14 0 0,-1 10-5 0,2-10 2 0,-1 0 0 0,-1-25 4 0,-9-24-1 0,10 1-1 0,12-24-3 0,0-13 2 0,0-11-1 0,0-12 2 0,0 0-7 0,0-24-20 0,12 13-35 0,0-1-4 0</inkml:trace>
  <inkml:trace contextRef="#ctx0" brushRef="#br0">16873 11430 11 0,'13'-25'19'0,"10"-9"8"0,2 10-3 0,-13 11-6 0,0-10-4 0,-12 23-6 0,0 36 7 0,-12 59 1 0,0 84-6 0,-13 47-3 0,25-36-5 0,0-60 1 0,13-46-1 0,-13-36-1 0,0-36 1 0,0-35-21 0,0-37-44 0,-13 24-17 0</inkml:trace>
  <inkml:trace contextRef="#ctx0" brushRef="#br0">15981 11347 81 0,'0'0'0'0,"-36"-24"12"0,36 1-3 0,59 10 9 0,37 1-5 0,83-13-3 0,70 15-7 0,39 20 0 0,-75-10-2 0,-177 0-1 0,153 13 0 0,-92-13 1 0,-87 0 4 0,-10-13-2 0,0-8-10 0,0 21-28 0,0 0-72 0</inkml:trace>
  <inkml:trace contextRef="#ctx0" brushRef="#br0">17898 11692 39 0,'0'-11'15'0,"23"-26"12"0,2 14 9 0,-25 12-11 0,0 22-13 0,-12 60 0 0,-12 36-3 0,24 24-6 0,11-24-1 0,2-23 0 0,-13-38 1 0,0-33-1 0,0-13 3 0,-13-36-2 0,13-23-1 0,-11-35-1 0,-1-27 1 0,12 14-1 0,0 12-1 0,12 12 1 0,-1-1 0 0,14 13-1 0,-1 23 1 0,-1 13-1 0,13 22 0 0,1 13-1 0,10 37 0 0,12 10 1 0,-23 1-1 0,0-1 0 0,-24-11 0 0,-12 12 1 0,-24-24 1 0,-12-1 0 0,0 1 0 0,-11-11-1 0,-25-2 3 0,13 1-2 0,23-12 1 0,11-23-2 0,25-2-17 0,13 25-122 0</inkml:trace>
  <inkml:trace contextRef="#ctx0" brushRef="#br0">9551 8382 23 0,'0'0'5'0,"0"0"7"0,0 12 16 0,0-24 4 0,0 12-13 0,0-12-9 0,0 12-2 0,-12-13-3 0,12 13 3 0,0-11-3 0,12-1-1 0,-12 1-1 0,12-1 0 0,0 0 1 0,10 12 0 0,3-13-2 0,11 13-1 0,-12 0 0 0,11 13 0 0,-23-1 1 0,0 0-1 0,-12-1 0 0,0 12 0 0,0 2 0 0,0-13 0 0,-12 12 0 0,-12-12 1 0,1 11-2 0,-1 2 1 0,-1-2-1 0,2 1 1 0,-1-12-1 0,13 0 1 0,11-12 0 0,-12 13-1 0,12-13 0 0,0 11 1 0,23-11-1 0,13 0 1 0,11 0-1 0,1 0 0 0,-24 0 1 0,-12 0-1 0,-12 0 2 0,12 0 0 0,-12-11-1 0,0 11-15 0,0 11-144 0</inkml:trace>
  <inkml:trace contextRef="#ctx0" brushRef="#br0">11075 8286 15 0,'-13'0'29'0,"13"-11"-4"0,0 11-4 0,-11 0-4 0,11 0-6 0,-12 0 10 0,12 0-14 0,0 0-3 0,12-12-1 0,-12 1 0 0,11-14 2 0,2 13 2 0,-1-1-2 0,12 3-2 0,-1-1-1 0,1 11 0 0,12 0 0 0,0 11 0 0,0-11 0 0,-2 23 0 0,2 1-3 0,-23 12 1 0,-1 0-1 0,-12-13 1 0,0 13 1 0,-12-24 1 0,-24 0 1 0,12-12-2 0,1 13-1 0,23-2 0 0,0 24 0 0,34 13 0 0,-21 13 0 0,-1-15-1 0,-37-21 2 0,-32-25 5 0,-4 0 0 0,13-25-2 0,25 25-2 0,23 0-2 0,-13 0 1 0,13 0-1 0,0 0-7 0,0 25-107 0,0-25 56 0</inkml:trace>
  <inkml:trace contextRef="#ctx0" brushRef="#br0">13217 8512 28 0,'-10'0'14'0,"10"0"-9"0,0-11 16 0,0 11-5 0,0 0-10 0,0 0-3 0,0 0 7 0,0 0 6 0,0-12-12 0,10 1-1 0,-10-2 0 0,0 1-1 0,0 0 3 0,0 1-1 0,13-1 1 0,-1 1-2 0,-1 11-1 0,2-13-1 0,-1 1-1 0,-12 12 1 0,11-12 1 0,2 12 1 0,10-13-2 0,1 13 0 0,-11 0 1 0,10 0-1 0,-12 13 1 0,14-1-1 0,-14 0 0 0,14 24-1 0,-14-13 1 0,1 2 0 0,-12-2 0 0,0 1 0 0,-12 0 1 0,1 0 0 0,-14-24-1 0,14 10 1 0,11-10 0 0,0 0-2 0,11 13 1 0,25 24-2 0,12-3 1 0,0 26 0 0,-35-24 0 0,-13-24 1 0,-61 1 2 0,2-13 0 0,-2 0 1 0,27 11-1 0,10-11-1 0,24-24 1 0,0 12-2 0,0 12-13 0,0 12-67 0,11 1 1 0</inkml:trace>
  <inkml:trace contextRef="#ctx0" brushRef="#br0">16256 8252 24 0,'0'0'0'0,"-25"-25"26"0,37 13 3 0,1-11 2 0,-13-13-6 0,11 11-11 0,1 14-5 0,24-1-3 0,11 12 1 0,1 12-2 0,-2 12-1 0,-10 13-2 0,-23-3-2 0,-13 14 1 0,0-12-2 0,-13 11 3 0,-10 1 0 0,-12-1-2 0,-1-23 2 0,0 0-1 0,12-1 1 0,1-10-2 0,23-13 2 0,47 12-1 0,37-12 0 0,11 0 0 0,12 0-1 0,-36 0 3 0,-47 0 0 0,-12 0-1 0,-12 12-41 0,0 1-91 0</inkml:trace>
  <inkml:trace contextRef="#ctx0" brushRef="#br0">13266 13465 10 0,'0'-11'14'0,"12"-25"26"0,-12 12-6 0,11 13-5 0,-11-1-7 0,0 12-12 0,0 47 0 0,0 13-5 0,0-2-2 0,0-21 0 0,0-13 0 0,0-24 2 0,0-24-1 0,0-13-3 0,0 3 1 0,0-3-1 0,-11-10 1 0,-1 0-2 0,-1 11 1 0,13 0-1 0,0-11 0 0,0 11 1 0,13-12-1 0,-13 25 1 0,12-1-1 0,-1 12 0 0,14-13 1 0,-1 25-1 0,-13 0 0 0,25 13 0 0,-12-1 0 0,-12 13 0 0,-12-4 0 0,0 4 0 0,0 0 0 0,-25-2 1 0,14 1 0 0,-12-12 0 0,-1 0 0 0,0-12-27 0,24 0-117 0</inkml:trace>
  <inkml:trace contextRef="#ctx0" brushRef="#br0">13719 13061 14 0,'11'0'24'0,"0"-11"19"0,2-2-12 0,-13 1-8 0,-13 12-8 0,2 25-4 0,-24 46-4 0,-1 24 0 0,11 12-4 0,14-12-2 0,22-23-1 0,25-13 0 0,1-11 1 0,-3-25 0 0,-21-23 1 0,10-11-15 0,-10-12-54 0,-13-2-25 0</inkml:trace>
  <inkml:trace contextRef="#ctx0" brushRef="#br0">13945 13276 72 0,'-12'-12'26'0,"1"12"8"0,-2 35-20 0,-11 13-5 0,24 11-4 0,24-34-1 0,12-14 0 0,0-22-1 0,-13-37 2 0,-23 0 2 0,0 12-4 0,-23 13-5 0,11 11-46 0,12 12-76 0</inkml:trace>
  <inkml:trace contextRef="#ctx0" brushRef="#br0">14135 13013 42 0,'0'0'35'0,"36"-11"0"0,0 82-1 0,0 72-15 0,-25 35-11 0,-22-23-3 0,-25-36-1 0,12-71-2 0,-1-12-28 0,25-36-118 0</inkml:trace>
  <inkml:trace contextRef="#ctx0" brushRef="#br0">14564 13418 73 0,'0'0'53'0,"-25"-12"-12"0,25 12-6 0,13 0-34 0,-13 0-55 0</inkml:trace>
  <inkml:trace contextRef="#ctx0" brushRef="#br0">13873 13192 23 0,'-12'-24'55'0,"0"11"-23"0,1 13-11 0,22-21-3 0,1 8-2 0,12 1-5 0,0 0-4 0,0-1-4 0,12 26 1 0,-13 24-3 0,0 9 1 0,-10 2 0 0,-26-12-1 0,2-13 3 0,-24 0-3 0,-1 2 0 0,12-13 0 0,12 1-1 0,12 10 0 0,36 0 0 0,-13 25-1 0,2 13 1 0,-25-27 0 0,-48-22 3 0,0 0 2 0,24-24-1 0,12 0-1 0,12-1-2 0,0 3-1 0,12-1-12 0,36 11-134 0,-35 0 102 0</inkml:trace>
  <inkml:trace contextRef="#ctx0" brushRef="#br0">14850 13252 68 0,'-12'-24'46'0,"12"35"-8"0,-11 49-18 0,-2 35-12 0,13-24-4 0,24-21-1 0,-24-39 1 0,0-11 4 0,-11-61-5 0,-2-33-1 0,26-25-1 0,-2 35 1 0,12 37-2 0,2 35 2 0,10 12-4 0,-11 46 1 0,-12-9 1 0,-36-1 0 0,-23-25 0 0,11 14-10 0,47-13-72 0,2-1 4 0</inkml:trace>
  <inkml:trace contextRef="#ctx0" brushRef="#br0">15410 13002 94 0,'0'-23'26'0,"-23"23"18"0,-50 71-22 0,1 59-15 0,49 0-7 0,35-9 1 0,24-26 1 0,11-48-10 0,-23-23-53 0,-12-60-33 0</inkml:trace>
  <inkml:trace contextRef="#ctx0" brushRef="#br0">15551 13239 74 0,'0'0'0'0,"-10"-23"60"0,-2 35-26 0,-12 36-23 0,12 23-8 0,36-12-1 0,23-23 0 0,-11-36 0 0,0-48 1 0,0-36 0 0,-36 26 0 0,-49 22-7 0,13 25-124 0,36 11 83 0</inkml:trace>
  <inkml:trace contextRef="#ctx0" brushRef="#br0">15802 13025 134 0,'24'36'14'0,"60"71"15"0,-26 35-20 0,-22 2-5 0,-59-25-1 0,-60-35-1 0,-24-50-1 0,82-21-80 0,38-13-15 0</inkml:trace>
  <inkml:trace contextRef="#ctx0" brushRef="#br0">16362 13431 146 0,'0'0'9'0,"-13"-13"20"0,26 13-12 0,-1-12-12 0,-12 12-4 0,0 12-176 0</inkml:trace>
  <inkml:trace contextRef="#ctx0" brushRef="#br0">16577 13239 91 0,'0'-11'15'0,"0"-25"24"0,0 24-17 0,0 96-8 0,0 23-7 0,0-24-2 0,0-35-1 0,0-35-1 0,0-26 6 0,0-71-7 0,0-58 1 0,47-37-2 0,0 95 1 0,1 61-4 0,-12 58 2 0,-12 24-1 0,-24-9 1 0,-60-29 1 0,1-8-1 0,34-13-43 0,50 24-114 0</inkml:trace>
  <inkml:trace contextRef="#ctx0" brushRef="#br0">17148 12954 70 0,'13'-25'62'0,"-26"38"-21"0,-70 82-22 0,34 36-12 0,62 0-7 0,46-12 1 0,25-35-18 0,-13-50-129 0</inkml:trace>
  <inkml:trace contextRef="#ctx0" brushRef="#br0">17315 13134 106 0,'0'-13'7'0,"36"-11"33"0,23 24-15 0,-36 48-14 0,-10 23-5 0,-13-11-2 0,-13-13 0 0,-10-10 0 0,-13-14-2 0,1 0 1 0,11 2-2 0,12-25 0 0,24 11 0 0,24-11 1 0,46-36 0 0,-9 24-1 0,-14-11-29 0,-35 12-139 0</inkml:trace>
  <inkml:trace contextRef="#ctx0" brushRef="#br0">17708 12990 81 0,'0'0'0'0,"36"23"64"0,11 109-33 0,-47 10-14 0,-24-35-11 0,-35-23-3 0,-48-36-11 0,23-13-142 0</inkml:trace>
  <inkml:trace contextRef="#ctx0" brushRef="#br0">18232 13252 162 0,'-24'-13'7'0,"12"13"9"0,24-11-2 0,12 11-12 0,23-12-55 0,-35 12-45 0</inkml:trace>
  <inkml:trace contextRef="#ctx0" brushRef="#br0">18780 13097 123 0,'0'0'4'0,"0"0"16"0,0 71 8 0,0 13-18 0,0-1-3 0,0-47-2 0,0-24 4 0,-12-48-2 0,0-59-5 0,12-60-1 0,47 12 1 0,12 107-3 0,25 60 0 0,-36 36 0 0,-37-1 1 0,-58-23-2 0,-49-24 4 0,37 0-12 0,71 12-58 0,24-14-26 0</inkml:trace>
  <inkml:trace contextRef="#ctx0" brushRef="#br0">19375 12835 98 0,'24'-36'34'0,"-12"36"2"0,-48 72-15 0,-36 59-12 0,49 1-5 0,46-2-1 0,37-34-2 0,11-50-29 0,-35-46-102 0</inkml:trace>
  <inkml:trace contextRef="#ctx0" brushRef="#br0">19577 13050 119 0,'0'0'15'0,"0"47"16"0,0 24-18 0,11 0-10 0,2-23-9 0,-13-25-44 0,24-23-54 0</inkml:trace>
  <inkml:trace contextRef="#ctx0" brushRef="#br0">19851 12918 122 0,'12'24'13'0,"35"84"14"0,-34 10-12 0,-13-22-13 0,-36-50-5 0,-35-21-72 0,58-25 15 0</inkml:trace>
  <inkml:trace contextRef="#ctx0" brushRef="#br0">20387 13073 123 0,'-12'-12'36'0,"12"-24"-33"0,36 24-4 0,35-11-45 0,-11 23-41 0</inkml:trace>
  <inkml:trace contextRef="#ctx0" brushRef="#br0">20745 12990 86 0,'0'0'7'0,"11"-11"6"0,37-2-112 0</inkml:trace>
  <inkml:trace contextRef="#ctx0" brushRef="#br0">21017 12990 87 0,'25'-11'43'0,"11"-2"-46"0,10 13-95 0</inkml:trace>
  <inkml:trace contextRef="#ctx0" brushRef="#br0">21459 12979 107 0,'12'-37'21'0,"47"13"-74"0,-35 24 7 0</inkml:trace>
  <inkml:trace contextRef="#ctx0" brushRef="#br0">21995 12929 118 0,'0'-11'10'0,"24"-12"5"0,47 11-34 0,12 12-62 0,-59 0 52 0</inkml:trace>
  <inkml:trace contextRef="#ctx0" brushRef="#br0">22364 12906 45 0,'36'0'67'0,"23"-11"-52"0,13-1-81 0,-50 12 26 0</inkml:trace>
  <inkml:trace contextRef="#ctx0" brushRef="#br0">22816 12942 61 0,'11'-13'20'0,"74"13"-25"0,-50 0-66 0</inkml:trace>
  <inkml:trace contextRef="#ctx0" brushRef="#br0">23162 12990 55 0,'0'0'0'0,"35"0"51"0,1 0-75 0,-24 0-40 0</inkml:trace>
  <inkml:trace contextRef="#ctx0" brushRef="#br0">14290 14859 8 0,'0'0'0'0,"0"-25"36"0,11-9 0 0,2 10-11 0,-13 24-10 0,12 58-6 0,-12 50-2 0,0 10-3 0,11-34-3 0,2-13 1 0,-13-58 1 0,0-26 4 0,-24-69-5 0,12-49 0 0,12-48-1 0,12 48 0 0,12 60-1 0,-1 35 0 0,1 36 0 0,36 48-2 0,-24 11 2 0,-24 12-1 0,-12-23 1 0,-48-25 1 0,-24 2-1 0,24 0-12 0,37 9-55 0,11-22-7 0</inkml:trace>
  <inkml:trace contextRef="#ctx0" brushRef="#br0">14981 14537 53 0,'0'0'0'0,"0"-34"43"0,-12 21-13 0,-48 108-15 0,1 72-7 0,11 11-5 0,48-23-2 0,48-48 0 0,-1-59-3 0,13-73-43 0,-24-9-55 0</inkml:trace>
  <inkml:trace contextRef="#ctx0" brushRef="#br0">15052 14788 31 0,'-12'-25'34'0,"12"14"2"0,12-1-19 0,12 1-3 0,12-2-6 0,0 13-5 0,-1 36 0 0,-23 12 0 0,-35-1 0 0,-14-10-1 0,14-26-1 0,59 1-1 0,11 23 0 0,-23 25 0 0,-37-24 0 0,-45-14 0 0,9-9-12 0,38-13-71 0,11 0 40 0</inkml:trace>
  <inkml:trace contextRef="#ctx0" brushRef="#br0">15362 14585 92 0,'0'0'12'0,"71"-11"17"0,13 70-7 0,-37 60-15 0,-47 0-1 0,-47-24-2 0,-26-23-2 0,50-37-22 0,23-35-105 0</inkml:trace>
  <inkml:trace contextRef="#ctx0" brushRef="#br0">15730 14168 56 0,'-11'-23'27'0,"11"-25"14"0,11 12-10 0,14 13-21 0,22 23-4 0,25 34-5 0,-36 39 3 0,-24 9-1 0,-48-21 2 0,-24-14-2 0,13 0-2 0,34-22 0 0,38-25 0 0,82 0 0 0,24-12 0 0,-24 12-1 0,-60-13 0 0,-35 13 1 0,-12 0-1 0,0 0-6 0,-12 37-56 0,-11-14-21 0</inkml:trace>
  <inkml:trace contextRef="#ctx0" brushRef="#br0">17112 14871 48 0,'0'0'5'0,"0"-37"31"0,12 14-4 0,-12 23-20 0,12 73-4 0,-12 21-2 0,12 13-2 0,12-23-1 0,-12-38-1 0,-12-33 1 0,0-13 4 0,0-36-4 0,0-12-2 0,0-11 0 0,-12 0 0 0,1-25 0 0,-2-24 0 0,26 3 0 0,-2 34 0 0,12 10 0 0,-10 25-1 0,22 12 0 0,13 24-1 0,-12 37 0 0,-12 47 0 0,-24-13 0 0,-12-24 1 0,-12-23 0 0,-48-1 1 0,-10 1-1 0,33 0-38 0,37 0-88 0</inkml:trace>
  <inkml:trace contextRef="#ctx0" brushRef="#br0">17946 14490 38 0,'11'0'15'0,"2"-24"24"0,-1 0-18 0,-1 12-9 0,-11 12-4 0,0 0-3 0,0 0 0 0,-11 48-1 0,-37 35-1 0,-11 35 0 0,-2 50-3 0,50-26 0 0,47-34-1 0,10-48 3 0,-21-36-2 0,-14-36 6 0,-11-13-9 0,0 14-46 0,0 11-51 0</inkml:trace>
  <inkml:trace contextRef="#ctx0" brushRef="#br0">18184 14788 46 0,'24'-48'34'0,"-24"24"1"0,-24 37-22 0,-12 69-6 0,1 14-3 0,22-1-3 0,49-37 1 0,36-45 1 0,-14-26 0 0,14-69 0 0,-23-12 0 0,-62 10 0 0,-34 47-2 0,-1 26-42 0,35 11-53 0</inkml:trace>
  <inkml:trace contextRef="#ctx0" brushRef="#br0">18517 14514 120 0,'12'-36'8'0,"48"61"10"0,0 69-7 0,-13 72-6 0,-35 1-2 0,-37-59 1 0,-21-25-2 0,-2-35-1 0,36-25-40 0,24-23-67 0</inkml:trace>
  <inkml:trace contextRef="#ctx0" brushRef="#br0">18720 14277 44 0,'0'-13'30'0,"-12"1"10"0,24 0-15 0,-12-12-10 0,12-12-6 0,24 12-4 0,11 1-3 0,0-1 0 0,2 24-1 0,-38 24-1 0,13 47 0 0,-24 2 0 0,-11-2 1 0,-26-24 2 0,14-12-1 0,-1-12-1 0,24-10-1 0,11-1 1 0,25-12 0 0,35-12-2 0,37-12 2 0,-14 12-1 0,-9 12 1 0,-61 0-1 0,-12 0 0 0,-12 0 0 0,-36 12-35 0,-36 24-102 0</inkml:trace>
  <inkml:trace contextRef="#ctx0" brushRef="#br0">19780 14752 79 0,'12'-36'29'0,"-12"60"-2"0,-12 59-14 0,-1 12-8 0,26-24 0 0,-13-34-1 0,0-37 6 0,-13-60-5 0,13-72-5 0,25-57 2 0,23 58-1 0,-14 95-1 0,2 48-1 0,12 59 0 0,-36 13 1 0,-36-37 0 0,-71-10 1 0,11-14-2 0,73-35-31 0,58-12-99 0</inkml:trace>
  <inkml:trace contextRef="#ctx0" brushRef="#br0">20411 14298 92 0,'23'-21'9'0,"-10"21"24"0,-73 82-11 0,-59 73-15 0,70-11-4 0,157 69-2 0,-24-166-10 0,-25-47-63 0,-47-23-6 0</inkml:trace>
  <inkml:trace contextRef="#ctx0" brushRef="#br0">20542 14597 61 0,'0'-23'25'0,"24"-14"18"0,23 26-22 0,-11 34-15 0,12 36-1 0,-24 12-2 0,-24-21 1 0,-36-16 0 0,-24-21-1 0,25-1-1 0,23 0-1 0,12-12 1 0,22 0-1 0,50 0 1 0,-12-12-2 0,0 0 1 0,-24-1-2 0,-1 13-36 0,1-11-97 0</inkml:trace>
  <inkml:trace contextRef="#ctx0" brushRef="#br0">21066 14359 99 0,'24'-24'17'0,"35"37"4"0,36 92-7 0,-34 50-8 0,-61-11-1 0,-73-49 1 0,-57-12-2 0,-12-47-6 0,129-13-78 0,26-23-2 0</inkml:trace>
  <inkml:trace contextRef="#ctx0" brushRef="#br0">21541 14014 42 0,'-11'-13'14'0,"-14"2"7"0,15-12 5 0,10 23-12 0,0-13 1 0,0 13-2 0,0-12-4 0,0 12-4 0,0-12-2 0,10 12-2 0,3-13 0 0,23 13 0 0,0 0 0 0,-13 13-1 0,-10 24 1 0,-13-3 0 0,0 14 0 0,0 0-1 0,11-12 0 0,25 35 0 0,-25-11-1 0,-34-13 3 0,-25-23 2 0,12-11-1 0,13-26-1 0,-1 13-2 0,-1 0-8 0,38 13-87 0,-13-13 43 0</inkml:trace>
  <inkml:trace contextRef="#ctx0" brushRef="#br0">22495 14692 33 0,'12'-34'46'0,"-12"21"-8"0,0 47-18 0,0 75-11 0,-12-2-3 0,12-36-1 0,0-35 0 0,-13-36 4 0,13-60-4 0,0-48-3 0,25-57-1 0,34-51 0 0,0 51 0 0,-11 129-1 0,-12 48-1 0,23 72-1 0,-34 21 1 0,-37-44 0 0,-72-14 2 0,-60-23 0 0,37-1-4 0,84 2-41 0,46 0-77 0</inkml:trace>
  <inkml:trace contextRef="#ctx0" brushRef="#br0">23174 14335 95 0,'0'0'30'0,"-72"72"4"0,-47 58-19 0,60 12-10 0,47-21-4 0,83-37 0 0,12-50-24 0,-11-34-70 0,-72 0 55 0</inkml:trace>
  <inkml:trace contextRef="#ctx0" brushRef="#br0">23340 14585 65 0,'-12'0'15'0,"-11"73"16"0,12 9-19 0,11-11-10 0,11-23-19 0,12-23-57 0,-11-38 40 0</inkml:trace>
  <inkml:trace contextRef="#ctx0" brushRef="#br0">23639 14490 47 0,'0'0'26'0,"11"24"-6"0,12 95 9 0,-23-12-24 0,-11-36-4 0,-25-35-13 0,-12-24-53 0,36-24 20 0</inkml:trace>
  <inkml:trace contextRef="#ctx0" brushRef="#br0">23757 14311 74 0,'48'37'12'0,"22"105"10"0,-34 37-12 0,-23-14-3 0,-62-57-2 0,-57-48-1 0,10-36-28 0,62-24-79 0</inkml:trace>
  <inkml:trace contextRef="#ctx0" brushRef="#br0">23447 14288 30 0,'-11'-24'12'0,"11"0"24"0,47 11-9 0,13 63-16 0,11 115-5 0,-35 51-3 0,-24-27 3 0,-35-70-2 0,-61-47 2 0,-13-37-3 0,63-35-15 0,68-23-113 0</inkml:trace>
  <inkml:trace contextRef="#ctx0" brushRef="#br0">23686 14001 0 0,'0'0'2'0,"-13"-11"8"0,13-12 3 0,-11-2 0 0,11 0 1 0,0 15 6 0,-12-1 0 0,12-2-4 0,0 1-5 0,12-13-4 0,-12 14-2 0,11-1-1 0,2 12-2 0,-1-11 0 0,22-2 0 0,-9 13-1 0,11 0-1 0,-12 13 0 0,11 10 0 0,1 25 2 0,-13-1-3 0,-10 1 1 0,-37-12 2 0,-24-12-1 0,1-13 0 0,23 12-1 0,24 14 1 0,36 22-2 0,11 13-1 0,-36-24 1 0,-11-25 1 0,-70-11 6 0,-14-12-1 0,36-12-2 0,37-1-4 0,22 3-63 0,25 10-16 0</inkml:trace>
  <inkml:trace contextRef="#ctx0" brushRef="#br0">12397 14942 3 0,'0'-24'28'0,"0"-10"5"0,12-3-9 0,-1 24-6 0,1 13-11 0,-12 37-2 0,0 34-4 0,-23 131 4 0,-2-118-2 0,14-24-1 0,-1-37 1 0,12-11 0 0,48-12 0 0,47-24-1 0,-12 1-1 0,-11 12 0 0,-48-2 1 0,-14 13 0 0,-20-12-1 0,-14 24-5 0,12 1-57 0,12-13-11 0</inkml:trace>
  <inkml:trace contextRef="#ctx0" brushRef="#br0">13028 14788 63 0,'0'0'0'0,"-11"-12"30"0,-50 83-4 0,-10 71-18 0,47 26-2 0,35-37-4 0,50-60-1 0,-26-35 0 0,1-36-11 0,0-48-67 0,-25 48 39 0</inkml:trace>
  <inkml:trace contextRef="#ctx0" brushRef="#br0">13207 15026 60 0,'0'-12'11'0,"0"24"26"0,-36 59-23 0,0 24-9 0,24-11-2 0,48-49-1 0,12-23 0 0,-2-24 1 0,3-34-1 0,-13-15-1 0,-25 1 0 0,-22-11 0 0,-25 24-1 0,0 35 1 0,-13 36-2 0,3 35 0 0,22-12 1 0,12 1 0 0,60-25 1 0,22-10-1 0,-9-13 1 0,-26 0-10 0,-22-24-52 0,-2 12 9 0</inkml:trace>
  <inkml:trace contextRef="#ctx0" brushRef="#br0">13468 14788 67 0,'12'35'10'0,"48"60"21"0,-2 60-19 0,-58 0-8 0,-34-36 2 0,-50-47-3 0,49-37 0 0,35-48-40 0,23 3-30 0</inkml:trace>
  <inkml:trace contextRef="#ctx0" brushRef="#br0">13790 15097 24 0,'-24'-12'22'0,"-12"0"12"0,25-1-5 0,11 13-15 0,35 0-4 0,96-10 1 0,-60 10-7 0,-35-12-3 0,-13 0 0 0,-10 0-27 0,-1 12-43 0,-12 12 17 0</inkml:trace>
  <inkml:trace contextRef="#ctx0" brushRef="#br0">13885 15133 16 0,'-24'0'16'0,"-35"24"28"0,34-12-17 0,38 0-11 0,70-12-5 0,36-12-1 0,-23 0-4 0,-72-1-1 0,-24 2-5 0,-12 11-55 0,12 24-27 0</inkml:trace>
  <inkml:trace contextRef="#ctx0" brushRef="#br0">13577 16419 27 0,'0'0'0'0,"-25"-24"31"0,25 12-5 0,59 12-13 0,13 0-6 0,11-12-4 0,-36-1-2 0,-11 2-19 0,-36 22-22 0,-11 2-8 0</inkml:trace>
  <inkml:trace contextRef="#ctx0" brushRef="#br0">13564 16502 12 0,'-48'11'20'0,"0"2"16"0,60-1-16 0,72-12-11 0,11-25-4 0,-24 14-2 0,-71 11 0 0,-11 0-21 0,11 11-53 0,0-11 53 0</inkml:trace>
  <inkml:trace contextRef="#ctx0" brushRef="#br0">14493 15822 21 0,'12'-10'4'0,"22"-98"34"0,-34 84-2 0,-82 95-18 0,-49 121-7 0,-12 93-5 0,107-23-6 0,60-36 3 0,24-82-5 0,-13-49 2 0,-11-85-12 0,24-104-79 0,-37 70 63 0</inkml:trace>
  <inkml:trace contextRef="#ctx0" brushRef="#br0">14718 16109 75 0,'0'-24'6'0,"0"37"22"0,-11 70-8 0,-25 60-12 0,24-72-5 0,-1 72 0 0,26-107-8 0,23-36-56 0,-13-36-1 0</inkml:trace>
  <inkml:trace contextRef="#ctx0" brushRef="#br0">14814 16358 47 0,'0'0'9'0,"13"-23"34"0,34 0-21 0,12 11-17 0,1 12-14 0,-1 0-70 0,-48 0 49 0</inkml:trace>
  <inkml:trace contextRef="#ctx0" brushRef="#br0">15374 16169 67 0,'0'0'6'0,"0"-12"29"0,-24 58-15 0,-12 27-12 0,24-2-5 0,12-10-2 0,36-27 0 0,36-22 0 0,11-35-1 0,-35-25 0 0,-25-23-1 0,-11-25 1 0,-37 12 0 0,-9 13 1 0,-2 48-2 0,-12 35 1 0,2 59 0 0,21 1 0 0,13-1 0 0,60-35 0 0,23-12 0 0,1-24-19 0,-13-37-53 0,-36 37 26 0</inkml:trace>
  <inkml:trace contextRef="#ctx0" brushRef="#br0">14731 16835 14 0,'-49'0'9'0,"-9"-12"22"0,9 12-6 0,26 0-8 0,23 0-10 0,83 0 1 0,84-34-4 0,71 9-1 0,0 13-1 0,-59-1-1 0,-85 13 0 0,-69 0 3 0,-25 0-2 0,0 13-124 0</inkml:trace>
  <inkml:trace contextRef="#ctx0" brushRef="#br0">14909 16943 39 0,'-12'-24'17'0,"12"12"13"0,0-1-15 0,0 13-4 0,12 0-4 0,24-11-1 0,0 11-2 0,10 0-2 0,-21 0-2 0,-1 11 1 0,-12 26-1 0,-24-3 1 0,-12 3 0 0,12-24 0 0,24 10-2 0,48 25 0 0,-37 11-1 0,-10-11 2 0,-49-25 1 0,-36-11 2 0,13 1-2 0,35-26-23 0,36-11-89 0</inkml:trace>
  <inkml:trace contextRef="#ctx0" brushRef="#br0">15814 15717 61 0,'0'-37'10'0,"36"37"14"0,24 108-10 0,-13 131-6 0,13 46-5 0,-36-47-1 0,-84-72 6 0,-23-59-1 0,11-36-4 0,37-58-4 0,35-26-56 0,11-34-23 0</inkml:trace>
  <inkml:trace contextRef="#ctx0" brushRef="#br0">15993 15454 44 0,'-12'-13'10'0,"-1"-21"14"0,13 10 7 0,13 0-16 0,23 12-7 0,11 12-5 0,0 12-1 0,-11 48 0 0,-11 23 2 0,-37-12 0 0,-24 2-1 0,-13-27-2 0,27-21 1 0,22-14-3 0,58-11 3 0,38 0-1 0,0 0 0 0,-50 0-2 0,-33 0 2 0,-1-11-4 0,-12 22-33 0,-25 25-74 0</inkml:trace>
  <inkml:trace contextRef="#ctx0" brushRef="#br0">17100 15835 14 0,'61'-47'19'0,"9"-24"16"0,-22 23-10 0,-24 25-4 0,-24-2-8 0,0 13-7 0,-24 49-5 0,-71 105 2 0,-37 84-3 0,73 36-2 0,71-25 0 0,48-45 2 0,-1-62-2 0,-35-82 2 0,-24-48 6 0,24-60-24 0,47-11-98 0</inkml:trace>
  <inkml:trace contextRef="#ctx0" brushRef="#br0">17517 16098 57 0,'-24'-48'15'0,"24"0"17"0,13 0-16 0,21 25-7 0,15 11-5 0,-2 12 0 0,1 58-3 0,-24 15 1 0,-24-2 1 0,-36-11-1 0,-12-13-2 0,-23 1 3 0,24-12-4 0,34-13 3 0,2 0-2 0,58-23 1 0,25-11 0 0,23-1 1 0,-36 1-2 0,-36-1 1 0,2 0-3 0,-25 12-38 0,11-13-43 0,2 13 58 0</inkml:trace>
  <inkml:trace contextRef="#ctx0" brushRef="#br0">17970 16109 26 0,'23'-59'45'0,"13"36"-2"0,-24 23-29 0,-36 71-5 0,-11 0-6 0,10-12-2 0,14-11 0 0,47-24 0 0,11-12 0 0,1-12 1 0,-12-36-1 0,11-12 0 0,-23-23 1 0,-24-25-1 0,-24-11 0 0,-11 59-1 0,-1 37 0 0,-24 59 0 0,1 36-1 0,46 10-1 0,49-34 1 0,37-38 1 0,-14-9-1 0,-36-26 0 0,1 13-38 0,-24 13-66 0</inkml:trace>
  <inkml:trace contextRef="#ctx0" brushRef="#br0">17540 16668 58 0,'-34'0'13'0,"34"-11"16"0,59-1-20 0,97 12-3 0,44-36-1 0,-44 24-3 0,-61-1 4 0,-71 3-3 0,-12 10-8 0,-12 0-73 0,0 10 41 0</inkml:trace>
  <inkml:trace contextRef="#ctx0" brushRef="#br0">17696 16823 35 0,'-24'0'24'0,"24"-11"5"0,0 11-18 0,24 0-2 0,1 0 1 0,-2 11-3 0,11 13-3 0,-9 12-2 0,-25 0-1 0,-36 10-1 0,24-9 0 0,24-1-2 0,35 12 2 0,-10-14-2 0,-37 16 2 0,-48-39 3 0,-23 1 1 0,47-12-18 0,37-12-104 0</inkml:trace>
  <inkml:trace contextRef="#ctx0" brushRef="#br0">18494 15919 89 0,'0'-24'11'0,"35"106"12"0,25 122-15 0,0 34-7 0,-49-60 3 0,-70-59 1 0,-13-59-3 0,-12-47-7 0,61-38-130 0</inkml:trace>
  <inkml:trace contextRef="#ctx0" brushRef="#br0">18637 15633 70 0,'0'-24'11'0,"35"0"26"0,25 24-22 0,11 61-9 0,-35 21-3 0,-24-10 0 0,-48-13 2 0,-23-12-1 0,35-22-2 0,48-25 0 0,82-12-1 0,1-1 2 0,-23 2-3 0,-48-1 1 0,-36 12-3 0,-12 0-40 0,12 12-66 0</inkml:trace>
  <inkml:trace contextRef="#ctx0" brushRef="#br0">20066 15585 49 0,'35'-60'15'0,"-24"26"4"0,-22 21-15 0,-1 37-4 0,12-12 1 0,0-1-2 0,0-11 5 0,-11 0 12 0,-12 0-5 0,10 13-8 0,1-1-3 0,12-12-4 0,0 12-6 0,0-12 4 0,-12-12 6 0,0 12 0 0,0 0 2 0,12 0 3 0,0-12 15 0,12-12-10 0,0 12-2 0,-36 35-6 0,-71 132-1 0,-48 108 2 0,72 58-2 0,81-35-1 0,111-36-1 0,-14-48-2 0,-60-142 1 0,-59-84-7 0,0-83-112 0</inkml:trace>
  <inkml:trace contextRef="#ctx0" brushRef="#br0">20185 15931 73 0,'-24'-48'18'0,"36"0"17"0,23 25-20 0,1 23-11 0,24 35 0 0,-37 24-2 0,-11 1 0 0,-12 12 0 0,-35-12 0 0,-14-13 0 0,-9 1-1 0,9-1 0 0,26-23 0 0,10-24 0 0,38 12 0 0,57-24 1 0,3 1-2 0,11 11 1 0,-37 0-1 0,-48-13 1 0,-11 13 0 0,0 0-15 0,0 0-44 0,0-12-33 0</inkml:trace>
  <inkml:trace contextRef="#ctx0" brushRef="#br0">20935 15728 79 0,'-12'-24'24'0,"-36"60"1"0,-35 71-15 0,12 48-6 0,71 0-1 0,47-48-2 0,0-59 1 0,-11-36-2 0,12-49-33 0,-12 3-68 0</inkml:trace>
  <inkml:trace contextRef="#ctx0" brushRef="#br0">21114 15895 76 0,'0'-12'29'0,"-12"48"-3"0,0 59-14 0,0 0-10 0,12-11 0 0,0-49-14 0,24-10-53 0,-12-14-2 0</inkml:trace>
  <inkml:trace contextRef="#ctx0" brushRef="#br0">21232 16121 62 0,'0'0'18'0,"0"-23"26"0,36 10-28 0,24 1-13 0,11 0-9 0,-11 1-47 0,-24-1-25 0</inkml:trace>
  <inkml:trace contextRef="#ctx0" brushRef="#br0">21697 15954 48 0,'0'0'21'0,"-13"12"21"0,-21 72-22 0,10 59-13 0,48-96-5 0,35-47 0 0,0-24-1 0,-11-47 0 0,-24-24-1 0,-36-12 1 0,-36 70-1 0,13 50 0 0,-13 34 0 0,12 37 0 0,36-25 0 0,36-36 0 0,35-10-4 0,13-26-47 0,-48 2-33 0</inkml:trace>
  <inkml:trace contextRef="#ctx0" brushRef="#br0">22114 15717 71 0,'12'23'5'0,"23"84"21"0,-11 36-9 0,-24-12-10 0,-48-49-1 0,-47-45-1 0,24-37-36 0,59 0-63 0</inkml:trace>
  <inkml:trace contextRef="#ctx0" brushRef="#br0">20375 16609 86 0,'-143'-12'16'0,"96"-1"13"0,70 13-23 0,156 0-2 0,179-10-2 0,106-2 0 0,-36 0-5 0,-130 0 3 0,-191 0 4 0,-95-1 0 0,-12 2-4 0,-35-12-26 0,-37 34-90 0</inkml:trace>
  <inkml:trace contextRef="#ctx0" brushRef="#br0">20804 16789 68 0,'-25'-13'21'0,"25"1"16"0,13 12-26 0,46-12-4 0,25 12-3 0,-13 12-3 0,-47 36 0 0,-12 23 0 0,-60 1 2 0,14-25-3 0,68-23-1 0,-11 24-1 0,-10-13 3 0,-72-24 0 0,-49 2 1 0,60-26-7 0,61-10-94 0,-13 23 58 0</inkml:trace>
  <inkml:trace contextRef="#ctx0" brushRef="#br0">22352 15596 50 0,'0'-34'8'0,"48"22"19"0,23 154-2 0,-23 143-15 0,-1 25-8 0,-47-71 2 0,-95-49 3 0,-24-83-3 0,47-83-2 0,72-36-46 0,36-34-42 0</inkml:trace>
  <inkml:trace contextRef="#ctx0" brushRef="#br0">22519 15336 40 0,'0'-25'8'0,"-24"2"18"0,24 0 0 0,0 10-8 0,0 1-5 0,0 0-5 0,12-1-4 0,34 2-2 0,3 22-1 0,-13 26-3 0,-13 10 4 0,-23 13-2 0,12-24 1 0,0 0-1 0,0 11 0 0,-12-11-1 0,12 0 2 0,13-13-1 0,-2-11 2 0,-12-12-3 0,-34 11 3 0,-13 2-2 0,12-13 2 0,12 0-1 0,24-13 0 0,-12 13-2 0,12 0 2 0,-12-11 0 0,0-1-1 0,0 12 0 0,12-11 0 0,0 11 0 0,1 0-1 0,-2 11 1 0,1 12 0 0,12 14 0 0,-24 22-1 0,-13 0 1 0,-46-22 0 0,-36-13 1 0,47-14 1 0,24-32 0 0,24-14-2 0,11 23-14 0,2 26-107 0</inkml:trace>
  <inkml:trace contextRef="#ctx0" brushRef="#br0">23769 15466 37 0,'12'-12'5'0,"-12"-35"25"0,-60 35-5 0,-35 119-11 0,-37 119-5 0,50 60-6 0,94-36-4 0,58-60 1 0,-9-70-1 0,-26-97-7 0,-11-46-57 0,-12-1 26 0</inkml:trace>
  <inkml:trace contextRef="#ctx0" brushRef="#br0">24054 15646 51 0,'48'-84'17'0,"-24"47"19"0,-36 50-27 0,-71 95-3 0,-12 34-6 0,47-35 1 0,71-25 0 0,26-57 1 0,22-37 0 0,12-72 1 0,-35-46-2 0,0-50 3 0,-48 25-3 0,-36 84-2 0,-36 60 0 0,1 71 1 0,0 46-1 0,58 2 1 0,84-24-2 0,49-37-16 0,-13-11-52 0,-83-36 32 0</inkml:trace>
  <inkml:trace contextRef="#ctx0" brushRef="#br0">23900 16157 53 0,'0'0'0'0,"-61"0"34"0,86 0-11 0,82-25-20 0,72 2-2 0,-12-1 0 0,-72 12-1 0,-72 12-9 0,-10 0-71 0,-13 0 56 0</inkml:trace>
  <inkml:trace contextRef="#ctx0" brushRef="#br0">23960 16419 16 0,'0'0'0'0,"0"-36"31"0,0 11 3 0,0 25-17 0,11 0-12 0,36 0-2 0,2 25-2 0,-37 23 1 0,-24 11 2 0,-48-11-1 0,48-12-1 0,48 11 0 0,23 13-3 0,-59-13 1 0,-59-36 9 0,-12-11-7 0,22-34-14 0,49-26-72 0,0 49 56 0</inkml:trace>
  <inkml:trace contextRef="#ctx0" brushRef="#br0">24578 15692 57 0,'48'-23'22'0,"36"105"-3"0,-25 133-3 0,-48 12-10 0,-47-62-2 0,-34-69-3 0,-1-48 0 0,46-48-37 0,25-36-41 0</inkml:trace>
  <inkml:trace contextRef="#ctx0" brushRef="#br0">24829 15157 17 0,'0'-13'3'0,"-13"-10"19"0,13-1 5 0,0 12-8 0,25-13-2 0,-25 25-5 0,11-10-5 0,-11-2-3 0,13 0-3 0,22 12 1 0,1 0-2 0,-13 12 2 0,2 23-4 0,-25 13 4 0,0 12-3 0,11-13 3 0,49 13-2 0,-11-12 1 0,-49-1-2 0,-37-11 5 0,-35-14 1 0,36-9-4 0,13 11-1 0,23 0 1 0,-13-12-1 0,2-1 0 0,-12-22-7 0,23-1-125 0</inkml:trace>
  <inkml:trace contextRef="#ctx0" brushRef="#br0">9789 6441 1 0,'0'0'0'0,"0"-12"15"0,0 1 0 0,12-1-8 0,-12 0 3 0,0-1-4 0,-12 13-3 0,12 0-1 0,-11 0 0 0,-2 0 1 0,1-11-1 0,0 11 0 0,-24 11-1 0,0-11 2 0,0 0-2 0,25 13 0 0,-1-13 0 0,-1 12 1 0,-9 0 0 0,-2-1 0 0,-1 1 0 0,2 12 0 0,10 0 1 0,2 0-1 0,-1-1 0 0,-1 14-1 0,13 10 1 0,-10-10 0 0,10-3 0 0,0 3-1 0,10-3 0 0,3 3 0 0,-1-3 1 0,-1 3-1 0,14-1 1 0,-1-13 0 0,0 2-1 0,-12-2 0 0,10-12 0 0,-9 2 0 0,10-13 1 0,-10 0-1 0,10 0 0 0,-10-13 0 0,10 2 0 0,1-25 0 0,0 12 0 0,-12-10 0 0,12-39 0 0,-24 25 0 0,12 14-1 0,-1-3 0 0,-11 14 0 0,13-1 0 0,-13-24 2 0,0 12-2 0,0 1 0 0,-13 12 1 0,2-2-1 0,-1 0 1 0,1 2-1 0,-14 0 1 0,1-2-1 0,0 14 1 0,-12 11 0 0,25 0-1 0,-14 0 0 0,14 0 1 0,-1 11-1 0,-12 14 0 0,13-2-2 0,-1 0 2 0,0 27-1 0,0-16 1 0,-1 14-1 0,13 0 1 0,0-2-2 0,0-9 3 0,0 10 0 0,13-10-1 0,-13-3 0 0,12 3 0 0,0-13 1 0,0 11-1 0,23-10 1 0,1 9-1 0,-24-34 0 0,12 0 0 0,-1 0 0 0,1 0 1 0,12 0 0 0,-12 0-2 0,-12-23 3 0,-1-13-1 0,-11 1 0 0,0 24-1 0,0 34-98 0</inkml:trace>
  <inkml:trace contextRef="#ctx0" brushRef="#br0">10468 10538 7 0,'-24'-13'40'0,"11"-11"-16"0,-10 11-12 0,23-8-4 0,0 21-5 0,12 0-1 0,24 0 1 0,10 0 1 0,26-13 1 0,12 13-4 0,11 0 0 0,13 0 2 0,-1 13-2 0,12-13 1 0,0 0-1 0,11 0 1 0,13 0-2 0,0 0 1 0,1 11 1 0,10-11 0 0,1 10 0 0,12-10 0 0,-12 0-1 0,0 0 1 0,-1 0-1 0,12 13 0 0,2-13-1 0,-1 0 2 0,-25 0-1 0,13 0 0 0,11 0 0 0,-23 0 0 0,13 0 0 0,-3 0 0 0,-21 0 0 0,11 0 0 0,-1 0-1 0,-10 0 0 0,-37 0 1 0,-23 0-1 0,-24-13 1 0,-25 13-1 0,-23-10 1 0,0 10 0 0,-35-11 0 0,-73-2-1 0,-70 1 2 0,-37-13-2 0,-36 2 0 0,-33 12 0 0,10-2 1 0,12 13-1 0,-12 0 1 0,-36-12 1 0,-11 12-2 0,-1 12 0 0,60-12-1 0,24 13 0 0,12-13 3 0,0 11-3 0,11-11-2 0,49 0 2 0,11 0 2 0,24 0-3 0,34 12 1 0,3-12 0 0,22 11-1 0,25-11 1 0,11 13 0 0,36-13-1 0,13 12 0 0,70-12 1 0,60-25 0 0,59 14 0 0,48-12-3 0,47 10 2 0,-10 13 2 0,10-12-1 0,24 0 2 0,1 12 0 0,12 0 2 0,11 0-2 0,-11 0 0 0,-49 0 1 0,-47 0-1 0,-35 0 1 0,-24 12-1 0,-13-12 0 0,-47 0 0 0,-35 0 0 0,-50 0-1 0,-34 0 1 0,0 0 1 0,-82 0 0 0,-85 0-2 0,-72-12 1 0,-58 1-1 0,-48-1 1 0,-72 1 0 0,-59-2 0 0,12 13 0 0,71 0-4 0,83 13 2 0,48 10 1 0,36-12-2 0,23 13 1 0,60 0 2 0,59-12 0 0,48 12-3 0,25-12 1 0,11-12-1 0,36 12 1 0,47-12 0 0,37 0-2 0,46-12 2 0,49 0 0 0,47-1 1 0,59 2-3 0,36 11 4 0,1 0-1 0,23 0 2 0,0 0-3 0,-24 0 2 0,-36 0-1 0,-70 11 1 0,-50-11 0 0,-33 0-1 0,-37 13 0 0,0-13 1 0,-35 0-2 0,-14 12 2 0,-22-12-1 0,-2 0 0 0,-9 12 1 0,-1 1-1 0,-13-13 1 0,-22 0 0 0,10 0 1 0,1 0-1 0,-12-13 0 0,-1 13 0 0,-11 0 0 0,0 0 0 0,0 0-1 0,0-12 0 0,13 12-1 0,-13 25-128 0</inkml:trace>
  <inkml:trace contextRef="#ctx0" brushRef="#br0">4109 11275 42 0,'-13'-12'4'0,"-34"-1"12"0,11 3 11 0,25-1-11 0,11-2-6 0,58 13-3 0,50-12-1 0,11 12-1 0,-47 0-1 0,-60 0 1 0,-36 0 9 0,-71 12-11 0,-36 12-1 0,12-14-2 0,70 3 0 0,74-13 1 0,57-13 2 0,38 13-1 0,-13 0-1 0,-59 0-1 0,-60 0 3 0,-59 0-3 0,-60 0 1 0,34 0-1 0,86 0 1 0,71 0 1 0,59 0-2 0,-13 0 1 0,-81 0-1 0,-50 0 2 0,-45 0-2 0,22 0 0 0,48 0-43 0,12 13-53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4418 9324 37 0,'-13'0'11'0,"3"-25"14"0,10 13 1 0,0-1-5 0,0 2-7 0,0-1-2 0,0 1-5 0,10-2-3 0,3 13-2 0,-1 0-1 0,-1 13-1 0,2 21 2 0,-13 37-1 0,-13 26 2 0,2-14-1 0,-1-12-1 0,-1-23 1 0,13-12-2 0,36-24 2 0,13 1-1 0,34-26 1 0,-23 1-2 0,-37 0 1 0,-34 36-31 0,-1 0-53 0,12-24 27 0</inkml:trace>
  <inkml:trace contextRef="#ctx0" brushRef="#br0">4786 9561 85 0,'0'0'0'0,"-10"0"17"0,10 23 9 0,-11 37-11 0,22-12-9 0,35-14-2 0,-10-9-1 0,13-25 0 0,-14-35 0 0,-23-37-1 0,-12 12-1 0,-25 13 0 0,-21 23-1 0,-2 11-1 0,-11 13 1 0,35 25 0 0,0 0-1 0,24 21 1 0,37-21 0 0,20-2 0 0,28 1 1 0,22-24-2 0,-11-24 4 0,-14-12-4 0,-34 12 2 0,-24-10 0 0,-24-3-1 0,-12 13 0 0,0 1 0 0,0 11 0 0,0 12 0 0,0 0 1 0,0 0-2 0,-11 0 1 0,11 12 1 0,-1-1-2 0,2 1 2 0,-1 12-1 0,1-24 0 0,11 12-1 0,11-12 1 0,1 0 1 0,24 12-2 0,-1 35 1 0,13 24-1 0,-36 0 2 0,-12-10 0 0,-48-1 1 0,1-26-1 0,35-34 0 0,35-23-34 0,49-12-87 0</inkml:trace>
  <inkml:trace contextRef="#ctx0" brushRef="#br0">5788 9132 80 0,'-12'-13'3'0,"12"2"12"0,24 22 10 0,-24 50-5 0,0 22-10 0,0-11-4 0,-12-1-1 0,0-11-2 0,0-37-1 0,12 1 0 0,36-12 1 0,11 0-1 0,25-24-1 0,-37 0 0 0,-23 12 0 0,-12 0-1 0,0 0-17 0,13 0-33 0,34-13-52 0</inkml:trace>
  <inkml:trace contextRef="#ctx0" brushRef="#br0">6264 9119 77 0,'-13'13'28'0,"-23"47"6"0,-10 47-17 0,34 23-10 0,36-22-4 0,35-49-3 0,-23-11-6 0,0-37-37 0,-12-22-48 0</inkml:trace>
  <inkml:trace contextRef="#ctx0" brushRef="#br0">6478 9324 69 0,'0'-13'9'0,"-12"-11"15"0,12 36-4 0,-36 47-1 0,25 1-12 0,22-1-4 0,25-23-1 0,37-24 0 0,-26-24-1 0,-12-47 0 0,-35-13-2 0,0-11 0 0,-12 35 0 0,-35 12 1 0,-1 24-1 0,12 24 2 0,13 36 1 0,23 0-2 0,35-14 1 0,14-9 0 0,-2-25-2 0,-12 0-34 0,1-12-80 0</inkml:trace>
  <inkml:trace contextRef="#ctx0" brushRef="#br0">6681 9025 100 0,'-12'12'7'0,"60"59"12"0,-1 72-1 0,0 12-9 0,-34-24-3 0,-49-47-1 0,12-37-3 0,24-35-1 0,24-12-2 0,24-12-28 0,-24-12-73 0</inkml:trace>
  <inkml:trace contextRef="#ctx0" brushRef="#br0">7395 9358 41 0,'-24'0'22'0,"1"-13"6"0,23 3-2 0,0-1-13 0,47-2 0 0,13 1-5 0,-1 0-4 0,1-1-2 0,-12 2-1 0,-13 11-2 0,-23 0-24 0,-12 11-32 0,0-11-11 0</inkml:trace>
  <inkml:trace contextRef="#ctx0" brushRef="#br0">7395 9418 18 0,'0'0'0'0,"-60"11"11"0,49 2 25 0,11-1-9 0,36-12-3 0,59-12-11 0,0-1-7 0,-23 13 2 0,-50-11-1 0,-9 11 1 0,-13 0-3 0,0-12-3 0,-13 12-2 0,13 0 1 0,0 0-9 0,-22 36-117 0</inkml:trace>
  <inkml:trace contextRef="#ctx0" brushRef="#br0">14682 5012 9 0,'0'0'3'0,"0"0"3"0,0 0 19 0,0-23-6 0,13-13-13 0,10-12-3 0,13-11-1 0,0-35 1 0,1-27 0 0,-14 26 1 0,1 24-1 0,-12 11 2 0,-12 26-2 0,0 9 0 0,0 25-1 0,0 46 3 0,-25 63 0 0,14 21-3 0,-1-9-1 0,24-16-1 0,24-45 1 0,-13-49 1 0,1-22 3 0,12-36-3 0,-12 0-1 0,0 34-1 0,-14 26-1 0,3 34 1 0,-13 11 0 0,23-21 1 0,13-24 0 0,0-13 0 0,12-50 0 0,-25 4 0 0,-23 34-1 0,13-85 1 0,-13 39-1 0,-24 11 0 0,1 34 1 0,-1 1-2 0,0 24 1 0,-1 24 0 0,25 12 0 0,36-1-1 0,12-10 1 0,24-14 0 0,11-23 0 0,0-23-1 0,13-14 1 0,-26 3 0 0,-34-3 1 0,-11-10-1 0,10 10 0 0,-23 14 1 0,-12-1-1 0,-12 12 0 0,1 0 0 0,-2-1 0 0,-10 2 0 0,10 11 0 0,-10 11 0 0,-1 2-1 0,-11 24 1 0,23-14 1 0,0 0-1 0,12-11 1 0,24 1-3 0,22 58 3 0,3 60-1 0,-13 48 0 0,-36-24 1 0,-60-61-1 0,-23-58 5 0,-2-24-2 0,51-12-11 0,57-71-91 0,-12 59 72 0</inkml:trace>
  <inkml:trace contextRef="#ctx0" brushRef="#br0">16731 4773 52 0,'-24'-10'36'0,"1"-1"-17"0,23-2-12 0,23-24-6 0,1 3 1 0,0-3-1 0,-24 3 0 0,0-16 3 0,-24 16 1 0,12 10 0 0,-11 24-2 0,-2-13 0 0,-22 26 4 0,-13 22 0 0,1 1-2 0,23 12-4 0,23-1-1 0,3 13 0 0,-2-23 0 0,24-3 2 0,23-22 0 0,1-24 0 0,11-22 0 0,-10-16-1 0,-3 27-1 0,-9 12 1 0,-14 11-1 0,2 23 2 0,10 38 1 0,-11-3-1 0,0-22-1 0,0-12 0 0,12-12-6 0,-12 0-43 0,25-12-57 0</inkml:trace>
  <inkml:trace contextRef="#ctx0" brushRef="#br0">16969 3940 56 0,'-11'-34'44'0,"11"34"-33"0,11 23 8 0,-11 38 2 0,11-3-11 0,-11-11-4 0,0-22-1 0,0-25 3 0,13-25-3 0,-1-34-3 0,12-12-2 0,24 23 1 0,-1 37-1 0,1 22-1 0,-25 62 3 0,-23-15-1 0,0 2-1 0,0-36 2 0,0-1 2 0,13-23-11 0,-13 0-46 0,12-23-67 0</inkml:trace>
  <inkml:trace contextRef="#ctx0" brushRef="#br0">17422 4371 113 0,'-12'0'11'0,"-12"-13"-9"0,96 1-1 0,-13 12 3 0,-11 0 0 0,35 0-25 0,-23 0-68 0</inkml:trace>
  <inkml:trace contextRef="#ctx0" brushRef="#br0">17422 4608 98 0,'-25'0'25'0,"-45"-11"-11"0,82-2-9 0,35-24-2 0,49 26-2 0,46-1-39 0,-22 12-61 0</inkml:trace>
  <inkml:trace contextRef="#ctx0" brushRef="#br0">18327 4358 75 0,'-12'-24'26'0,"24"36"-14"0,-12 47 12 0,0 25-7 0,-12-26-8 0,12-8-5 0,0-39 0 0,0-11 2 0,0-11-2 0,0-39-2 0,36-21-2 0,24 24 0 0,-13 47-1 0,1 36 1 0,-25 23 0 0,-11-11 0 0,0-12 1 0,0-13-1 0,0-11-3 0,0-12-55 0,12-12-38 0</inkml:trace>
  <inkml:trace contextRef="#ctx0" brushRef="#br0">18911 4024 44 0,'0'-23'45'0,"-13"58"-12"0,2 72-6 0,-14 24-16 0,38-23-9 0,-1-14-1 0,-1-34-17 0,-11-36-47 0,0-12-2 0</inkml:trace>
  <inkml:trace contextRef="#ctx0" brushRef="#br0">19101 4392 58 0,'12'0'19'0,"-24"61"-9"0,12-1 13 0,-12-26-6 0,24-9-9 0,48-13-5 0,-1-12-1 0,-23-37-4 0,-24-9 3 0,-24-38-2 0,-48 38 1 0,13 21 1 0,-1 13 1 0,24 36-3 0,0 10 2 0,24 3-1 0,36 10 0 0,24-34 1 0,23-1-1 0,12-12 0 0,0-12 0 0,-11-12 0 0,-25 1-2 0,-11-14 3 0,-36 3-1 0,0 9 0 0,-12 0 0 0,-12 14 0 0,0 11 2 0,-13-12-1 0,2 12-1 0,12 0 1 0,-1 0 1 0,-12 23 3 0,1 14-3 0,10-3-1 0,26-9 0 0,-2-25 2 0,37 0-3 0,-25 36 0 0,13 71 1 0,-12 24 0 0,-12 1 1 0,-48-61 7 0,-48-48-1 0,-34-23-5 0,34-23-23 0,96-25-126 0</inkml:trace>
  <inkml:trace contextRef="#ctx0" brushRef="#br0">20161 4417 57 0,'12'0'21'0,"12"0"-6"0,-2-12 9 0,3-1-6 0,-14 13-9 0,2-21-6 0,10-4 0 0,2 0 0 0,-14 2-1 0,1-13 0 0,-12 13 0 0,-23 0-1 0,-2-2-1 0,-11 13 1 0,0-1 0 0,-10 13 0 0,-2 13 1 0,12 24-1 0,2 9-1 0,9 2 3 0,13 13-2 0,12-15 0 0,12-21 0 0,13-2 2 0,9-35 0 0,14 1-1 0,0-26-1 0,-14 3-1 0,-9 9 1 0,-1 13 0 0,-24 12 0 0,12 0-1 0,-1 24 0 0,14 35 0 0,22 0 0 0,1-11 0 0,0-25-1 0,-1-10 1 0,1-26 2 0,-12-10-1 0,-13-12 1 0,0-1-34 0,-10 36-101 0</inkml:trace>
  <inkml:trace contextRef="#ctx0" brushRef="#br0">8515 9048 75 0,'0'0'16'0,"0"-23"12"0,24 12 0 0,-24 11-7 0,0 0-6 0,-12 34-11 0,0 14-1 0,0 0-2 0,12-12 0 0,-12-1-1 0,12-10 1 0,0-2 0 0,0-12-1 0,36 2 0 0,35 11 0 0,1 47 1 0,-1 13-2 0,-35-25 3 0,-24 0 2 0,-73-35 4 0,-21-11-1 0,-2-13 0 0,49 0-3 0,23-13-4 0,24 13-10 0,0-12-37 0,23-34-62 0,-35 33 69 0</inkml:trace>
  <inkml:trace contextRef="#ctx0" brushRef="#br0">8515 9274 73 0,'0'0'0'0,"-60"-71"54"0,96 12-22 0,71 11-9 0,23 25-12 0,-22-2-5 0,-60 25-3 0,-60 0-9 0,12 0-103 0,12 0 54 0</inkml:trace>
  <inkml:trace contextRef="#ctx0" brushRef="#br0">9444 8918 78 0,'-12'-59'41'0,"12"34"-8"0,0 61-12 0,-12 83-5 0,0 48-7 0,12-12-4 0,12-24-3 0,0-36-4 0,0-48-31 0,-2-35-20 0,15-83 2 0,11-36 47 0,-25 47 46 0,14 60-13 0,-1 48-4 0,-2 23-9 0,14-11-7 0,0-36-6 0,0-12 1 0,-24-35-1 0,-12-38-1 0,0-10-1 0,-35 11 0 0,-14 47-2 0,-9 13 1 0,34 37-1 0,24-1 1 0,71 0-1 0,24-13 1 0,0-23-1 0,-11-23 0 0,-12-13 1 0,-13 0 1 0,-36-1-1 0,-10 16 1 0,-26-4-1 0,2 25 0 0,-25 0 0 0,1 25 0 0,11-4 0 0,0 16 0 0,24-13-1 0,24-12 2 0,23 36-1 0,1 36-1 0,-12 46 0 0,-36 13 0 0,-72-24 2 0,13-84 4 0,23-23 5 0,12-59-7 0,36-37-15 0,24-35-118 0,-24 96 82 0</inkml:trace>
  <inkml:trace contextRef="#ctx0" brushRef="#br0">10968 8834 75 0,'0'-35'33'0,"-13"35"-27"0,-46 60 24 0,-36 35-4 0,24 36-11 0,35 11-10 0,48-11 0 0,35-23-2 0,49-49-1 0,-26-34-1 0,2-25-28 0,-24-25-110 0</inkml:trace>
  <inkml:trace contextRef="#ctx0" brushRef="#br0">11194 8977 157 0,'-24'-23'1'0,"24"-1"0"0,48 24 2 0,-36 84 14 0,-24 71-4 0,0-13-5 0,12-35-5 0,12-36-2 0,24-35-45 0,-13-11-87 0</inkml:trace>
  <inkml:trace contextRef="#ctx0" brushRef="#br0">11563 9311 155 0,'-48'-24'20'0,"60"11"-7"0,49 2-4 0,21-1-6 0,14 12-10 0,-2 12-60 0,-34-24-45 0</inkml:trace>
  <inkml:trace contextRef="#ctx0" brushRef="#br0">12135 9096 129 0,'0'0'12'0,"-36"0"10"0,12 73-12 0,-12 9 0 0,25-9-5 0,34-27-3 0,49-10 0 0,-1-36 0 0,-11-48 0 0,-48-23 0 0,-24-47-1 0,-12 34-2 0,-24 36 1 0,1 48 0 0,-13 11 0 0,24 37 0 0,25-12-1 0,46 12 2 0,37-13-1 0,11-10 0 0,-11-25-36 0,-25 11-104 0</inkml:trace>
  <inkml:trace contextRef="#ctx0" brushRef="#br0">12432 8811 116 0,'0'0'0'0,"-12"-60"21"0,72 72-14 0,0 84 13 0,23 93-9 0,12 26-3 0,-35-24-2 0,-60-61-1 0,-49-34-2 0,13-25-2 0,26-46-11 0,33-14-74 0,-11-22 23 0</inkml:trace>
  <inkml:trace contextRef="#ctx0" brushRef="#br0">13540 9345 115 0,'-12'0'4'0,"-12"-10"17"0,72-1-7 0,23-2 5 0,47 1-9 0,26 0-4 0,-25 12-4 0,-59 0-1 0,-48 12-12 0,-12-12-36 0,-36-12-55 0</inkml:trace>
  <inkml:trace contextRef="#ctx0" brushRef="#br0">13861 9037 134 0,'-23'0'7'0,"-2"71"8"0,38 61 2 0,-13-14-5 0,23-22-8 0,-23-37-3 0,0-35-13 0,-23-11-77 0,23-13 35 0</inkml:trace>
  <inkml:trace contextRef="#ctx0" brushRef="#br0">14445 9001 95 0,'0'-12'11'0,"0"12"4"0,-12 12 14 0,-24 12-11 0,1 12-11 0,23 11-6 0,12 1 1 0,23-12-1 0,25-1-1 0,24 12 0 0,-26 3 0 0,3 8 0 0,-25 2 0 0,-24-25 4 0,-60-23 0 0,-23-1-1 0,23-11-16 0,48-34-64 0,0 22 4 0</inkml:trace>
  <inkml:trace contextRef="#ctx0" brushRef="#br0">14409 9085 81 0,'0'0'0'0,"0"-60"85"0,96 12-76 0,45-11-5 0,-9 59-18 0,-36 25-112 0</inkml:trace>
  <inkml:trace contextRef="#ctx0" brushRef="#br0">15206 8799 123 0,'-11'12'17'0,"11"107"-1"0,-12 36 3 0,-12-13-10 0,24-24-7 0,13-21-19 0,-13-39-38 0,-13-58-42 0</inkml:trace>
  <inkml:trace contextRef="#ctx0" brushRef="#br0">15242 9240 61 0,'0'0'14'0,"13"-25"20"0,10 73-4 0,-23 24-9 0,12-1-10 0,0-23-8 0,24-36 0 0,13-12 0 0,-26-48-2 0,-12-12-5 0,-22-11 0 0,-25 35 3 0,0 25 0 0,0 11 1 0,12 23 0 0,36 13 1 0,36 0-1 0,35-26 0 0,25 3 1 0,-14-36-1 0,2-1 1 0,-36 0-1 0,-25 11 0 0,-35-10 2 0,0-1-1 0,0 12 0 0,-12 12-1 0,12 0 1 0,-23 0 0 0,10-12 0 0,-10 12 0 0,10 0 0 0,-10 12 0 0,-1 13-1 0,24 22 1 0,0 11-2 0,24 39 1 0,-1-2 0 0,-10-24 1 0,-13-11 1 0,-24-12-1 0,-12-1-16 0,25 0-126 0</inkml:trace>
  <inkml:trace contextRef="#ctx0" brushRef="#br0">16303 9014 65 0,'0'0'0'0,"12"-25"63"0,-48 121-18 0,-12 11-38 0,36-25-5 0,24-11-1 0,24-21 1 0,35-27 1 0,-11-35-1 0,-12-36-1 0,-13-36 0 0,-35-10-1 0,-12-25-1 0,-11 22 2 0,-13 39-1 0,-12 22 1 0,1 48-2 0,-1 60 1 0,37 11-1 0,58 12 2 0,36-12-1 0,-13-35 0 0,-34-24 1 0,-23-24 2 0,-13-13-24 0,23 2-84 0,-10 11 60 0</inkml:trace>
  <inkml:trace contextRef="#ctx0" brushRef="#br0">16958 9287 80 0,'0'-13'9'0,"-49"2"21"0,49 11-17 0,13-12 3 0,11 12-3 0,10-11-1 0,15 11-3 0,-1 0-5 0,23 0-3 0,-24 0 0 0,-22 0 0 0,-14 0-2 0,12 0-25 0,-23 0-35 0</inkml:trace>
  <inkml:trace contextRef="#ctx0" brushRef="#br0">17136 8977 71 0,'-12'-23'51'0,"0"23"-32"0,12 83-2 0,-24 36 0 0,13-12-9 0,11-25-3 0,11-32-1 0,-11-39-2 0,0-11-4 0,-11-24-41 0,11 0-85 0</inkml:trace>
  <inkml:trace contextRef="#ctx0" brushRef="#br0">17721 9001 21 0,'0'0'5'0,"11"-24"7"0,24 11 19 0,-35 3 7 0,11-1-8 0,-11-2-10 0,-11 1-7 0,11 12-3 0,0 0-6 0,-23 12-1 0,11 12 1 0,-24 23-2 0,0 0 2 0,12 24-2 0,12-10 0 0,12-1-2 0,24-26 2 0,24-9 1 0,11-25 0 0,-11-12-1 0,-12-12-2 0,0 12 1 0,-26 1 0 0,-20 22-2 0,-2 12 2 0,-37-10 0 0,13-13-1 0,-34 0 1 0,10-13 0 0,36-21 0 0,12-3-1 0,1-34 1 0,22 12 0 0,13 11-1 0,24 24 0 0,0 0 2 0,-2 1-1 0,-10 12-2 0,-11-2 2 0,-1 13-1 0,-24 0 0 0,0 0 0 0,-12 0 0 0,-25-12 0 0,1 12 0 0,-10 12-1 0,-2 22 0 0,0 27-1 0,36-1 2 0,12-13 0 0,36 1-1 0,12-13 2 0,-12-10-2 0,-13 9 1 0,-12 3 0 0,-11-13 0 0,-11-14 0 0,-1-10 0 0,-47-46 2 0,-13-26-2 0,37-23 1 0,22 24-1 0,49 24 0 0,48 22 0 0,-2 13 1 0,-33 12 0 0,-25-13-1 0,-12 13 0 0,-12-10 0 0,-12 10 0 0,-25 47-2 0,-22 13 2 0,12 11-1 0,47-11 0 0,36-1 1 0,11-36 1 0,-24-23-1 0,2 0 2 0,-1-34-2 0,-12 21-10 0,11 13-164 0</inkml:trace>
  <inkml:trace contextRef="#ctx0" brushRef="#br0">1596 7882 49 0,'-59'-48'1'0,"35"14"1"0,-24-3 13 0,-36 24 4 0,-23 38-13 0,12 21-1 0,36 4 0 0,-13 21 7 0,13 24-4 0,23 36-2 0,36 24 4 0,83 23-4 0,60-35-2 0,23-36-1 0,15-59 0 0,8-36 3 0,-10-60-2 0,-36-23 0 0,-24-25-1 0,-61-22 0 0,-45-37 0 0,-72 0-1 0,-38 0 1 0,-21 24 0 0,-25 49-1 0,-59 57-1 0,-36 96-2 0,0 72 0 0,-1 107-75 0,192-203 11 0</inkml:trace>
  <inkml:trace contextRef="#ctx0" brushRef="#br0">4526 11775 51 0,'0'-35'28'0,"11"23"-27"0,13-12 13 0,-24 1 14 0,12 10-7 0,-12-24-11 0,0-21-4 0,-23 11-4 0,-14 22 2 0,-10 25-1 0,-36 48 0 0,-2 24-1 0,15 11 1 0,34-1-3 0,24-21 0 0,37-14 1 0,22-23 2 0,36-24-1 0,0-59 1 0,-11-25-2 0,-25-35 2 0,-23-11 0 0,-1-14 1 0,2 62-2 0,-14 69-1 0,-11 49 3 0,0 130 0 0,-11 37-4 0,11-25 2 0,24-46-1 0,-24-72 1 0,-13-37-1 0,-34-12-39 0,-13-45-109 0</inkml:trace>
  <inkml:trace contextRef="#ctx0" brushRef="#br0">3871 12372 108 0,'-36'0'7'0,"-48"11"1"0,108-22 8 0,95-14-7 0,96 0 4 0,35 2-2 0,-36 23-6 0,-83-11-2 0,-83 11-13 0,-72 11-133 0</inkml:trace>
  <inkml:trace contextRef="#ctx0" brushRef="#br0">4073 13145 77 0,'0'-11'7'0,"36"-39"-4"0,23 3 10 0,-35 12 3 0,-24-1 2 0,-24 12-6 0,-23 11-6 0,-25 13-2 0,-11 50-1 0,-12 32-3 0,59-9 1 0,12 9-1 0,24-22-1 0,36-26 1 0,11-21 1 0,37-60-3 0,-13-24 3 0,-11-25-1 0,-37 24 1 0,-11-59 0 0,-12-1 2 0,0 61-2 0,0 48 2 0,12 96 4 0,-12 80-1 0,0 2-3 0,0-36 3 0,0-35-7 0,12-61 2 0,-24-11-10 0,0-59-105 0,12 34 67 0</inkml:trace>
  <inkml:trace contextRef="#ctx0" brushRef="#br0">4799 12835 122 0,'0'-11'7'0,"-13"11"1"0,-8 34 16 0,-28 37-11 0,13 13-9 0,24-13-3 0,36-21 0 0,24-4 1 0,-2-21 0 0,15-25 0 0,-1-13 0 0,-13-24-1 0,0-21 4 0,1-2-3 0,-12-11-2 0,-11 0 2 0,-25 0-1 0,-13 11 0 0,-11-12-1 0,-23 12-1 0,-1 37 1 0,-12 23 0 0,13 12 0 0,23 23-4 0,12 37 3 0,35 11 4 0,48 1-4 0,1-25 1 0,-12-11 1 0,-24-25-1 0,-36-23 0 0,0 12-45 0,-12-12-71 0</inkml:trace>
  <inkml:trace contextRef="#ctx0" brushRef="#br0">5609 11560 100 0,'0'-11'12'0,"-12"-25"4"0,24 24 4 0,0 60 9 0,-12 59-16 0,-12 23-7 0,0 2-2 0,12-38-1 0,0-21-2 0,12-37 2 0,0-13-2 0,48-11 1 0,35-12-1 0,-1-12 3 0,-33 12-3 0,-38 0-1 0,-23 0-1 0,0-11-52 0,0 22-58 0</inkml:trace>
  <inkml:trace contextRef="#ctx0" brushRef="#br0">6251 11610 121 0,'0'-13'21'0,"13"-24"-16"0,35 37 13 0,-36 71 5 0,-12 26-12 0,-24 11-4 0,0-3-6 0,12-21 3 0,-1-36-5 0,26-25 3 0,23-23 1 0,35-11 0 0,1-1-5 0,-13 1 3 0,-22 11-4 0,-14 0-59 0,-12 0-56 0</inkml:trace>
  <inkml:trace contextRef="#ctx0" brushRef="#br0">6979 11394 163 0,'0'-12'2'0,"-12"1"-2"0,-1 82 20 0,-46 84-7 0,11 23-7 0,37 1-2 0,22-60-3 0,37-12-5 0,24 1-93 0,-60-97 34 0</inkml:trace>
  <inkml:trace contextRef="#ctx0" brushRef="#br0">7444 11786 97 0,'-61'-58'64'0,"49"58"-52"0,-24 47 7 0,-11 37-10 0,35 23-8 0,35-11 0 0,38-37-2 0,10-36 3 0,-11-23-1 0,-25-59 0 0,-11-14-1 0,-24-21 0 0,-36-13-2 0,-11 71 2 0,11 36 0 0,0 36 1 0,12 23 1 0,24 1-2 0,60-12 1 0,0-24-1 0,-1-24-10 0,-11-11-151 0</inkml:trace>
  <inkml:trace contextRef="#ctx0" brushRef="#br0">7693 11394 143 0,'0'0'0'0,"23"36"0"0,50 83 20 0,-14 60 0 0,-35 11-12 0,-24-35-3 0,-36-61 1 0,36-69-5 0,-47 58 3 0,-1-23-1 0,23-23-4 0,25-16 2 0,25-67-45 0,-14 10-100 0</inkml:trace>
  <inkml:trace contextRef="#ctx0" brushRef="#br0">8455 11836 39 0,'-12'0'14'0,"-12"0"37"0,1-13-5 0,23 13-19 0,0-12-16 0,59 0-4 0,35 12-3 0,3 0-3 0,-26 0 0 0,-35-13-5 0,-36 13-28 0,-12 25-42 0,-12-13 10 0</inkml:trace>
  <inkml:trace contextRef="#ctx0" brushRef="#br0">8312 12085 142 0,'-12'0'5'0,"-23"-12"-1"0,82 24 5 0,60-35 8 0,59-14-7 0,2 14-2 0,-109 12-4 0,-71 11 0 0,-24 0-34 0,25 0-94 0</inkml:trace>
  <inkml:trace contextRef="#ctx0" brushRef="#br0">8408 10335 10 0,'-48'0'22'0,"37"-12"2"0,-2 12-1 0,13 0-6 0,0-11-6 0,13 11-4 0,10 0-1 0,13-13-3 0,11 13-1 0,60-24 0 0,23 11-1 0,14 13 1 0,11-11-3 0,-1-1 3 0,14-11 4 0,9 11-1 0,38-1-2 0,24-10-2 0,10 23 1 0,2-11-1 0,-1 11-2 0,11 0 3 0,27 0-1 0,8 0-4 0,2 0 5 0,-60 0-2 0,-59 0 0 0,-36-13 0 0,-13 1 0 0,-22 0 1 0,-37-1 0 0,-23 13 9 0,-37-10 0 0,-11-1-4 0,13-2-5 0,-13 13-20 0,0 13-104 0</inkml:trace>
  <inkml:trace contextRef="#ctx0" brushRef="#br0">9682 11752 68 0,'-24'0'15'0,"-1"-12"15"0,14 12 4 0,-14 12-16 0,25-12-7 0,25 0-4 0,47-12-6 0,23 12 1 0,-24 0 1 0,-35 0 3 0,-24 0-1 0,-12-12-4 0,12 12-9 0,36-24-77 0,-38 12 6 0</inkml:trace>
  <inkml:trace contextRef="#ctx0" brushRef="#br0">10527 11334 81 0,'0'-11'4'0,"11"-12"3"0,2-2 28 0,-13 25-12 0,0 0-7 0,-24 0-6 0,-1 25-5 0,3-2-2 0,10 13-3 0,0-13 1 0,12 13-1 0,0-12 1 0,12-11-1 0,22 10 1 0,51 12-2 0,-14 12-1 0,-23 14 0 0,-24-14 4 0,-37-11-1 0,-34-12 10 0,-24 0-4 0,23-24 0 0,24 0-4 0,24 0-2 0,0 0-94 0,11-24-6 0</inkml:trace>
  <inkml:trace contextRef="#ctx0" brushRef="#br0">10431 11263 128 0,'0'0'0'0,"-59"-34"24"0,71 21-14 0,106-11-3 0,86 24-7 0,-27 12 3 0,-92-12-1 0,-85 12 2 0,-36-12-37 0,12 13-96 0</inkml:trace>
  <inkml:trace contextRef="#ctx0" brushRef="#br0">9288 12311 36 0,'-36'0'39'0,"25"0"0"0,-1 0-15 0,12 0-5 0,0 0-7 0,0 11-6 0,0-11-1 0,0 13-2 0,0-13-1 0,36 0 0 0,23 0 0 0,61-24-1 0,58 1 0 0,48-2-2 0,25-10 1 0,34-1 0 0,14 11-3 0,-38 2 2 0,-47 0 1 0,-83 11 1 0,-47-12-2 0,-50 12 5 0,-9 1 3 0,-25-2 0 0,0 1-5 0,11 0-1 0,2-1-2 0,-13 3-4 0,0 10-43 0,-24 10-89 0</inkml:trace>
  <inkml:trace contextRef="#ctx0" brushRef="#br0">9682 12680 37 0,'0'-11'17'0,"12"-37"27"0,-12 48-5 0,0 48-11 0,0 70-15 0,-12 24-4 0,12-34-3 0,0-24-3 0,0-37-2 0,12-23-6 0,-1-36-64 0,1-23-36 0</inkml:trace>
  <inkml:trace contextRef="#ctx0" brushRef="#br0">10014 12954 142 0,'-23'0'6'0,"23"-12"7"0,48 12-1 0,47 0-4 0,0-13 0 0,-59 13-3 0,-36 0-3 0,0 0-7 0,36-11-85 0,-12 11 15 0</inkml:trace>
  <inkml:trace contextRef="#ctx0" brushRef="#br0">11062 12680 123 0,'0'-11'3'0,"-11"-26"20"0,11 26 6 0,-36 34-22 0,-11 49-1 0,-2-1 0 0,26 0-4 0,23-11-2 0,12-12 0 0,35-12 1 0,-11-25 0 0,24-11 1 0,0-23-1 0,-1-13 0 0,1 0-2 0,-24 1 2 0,-13-1-1 0,-12-12 3 0,-11-11-4 0,-11-12 2 0,-12 11-1 0,-13 12 2 0,-12-11-3 0,-11 34 3 0,-2 14-3 0,3 22 1 0,9 14-2 0,26 34 4 0,10 1-3 0,74 11 1 0,21-10-2 0,14-3 2 0,-24-11-1 0,-36-22 2 0,-25-13-2 0,1-1 2 0,-24-22-190 0</inkml:trace>
  <inkml:trace contextRef="#ctx0" brushRef="#br0">12409 11859 23 0,'0'0'22'0,"-25"0"16"0,-11-12-1 0,13 12-13 0,23 0-6 0,0 0-6 0,48-11-7 0,59-14-1 0,12 13-1 0,-25-1 1 0,-58 13-1 0,-36 0-1 0,0 0-2 0,13 0-6 0,-1 0-36 0,-1 0-50 0</inkml:trace>
  <inkml:trace contextRef="#ctx0" brushRef="#br0">12504 11526 33 0,'0'0'10'0,"0"-25"21"0,12-10 10 0,-1 24-19 0,-11 22-11 0,13 49 6 0,-1 58-9 0,11 1-2 0,1-12-2 0,-12-23-1 0,0-36 3 0,-24-25-2 0,12-11-2 0,0-12 4 0,-12 0-9 0,24 0-165 0</inkml:trace>
  <inkml:trace contextRef="#ctx0" brushRef="#br0">13766 11287 22 0,'0'0'12'0,"11"-24"7"0,2 1 16 0,-13-1-12 0,12 12-9 0,-12 0-6 0,0 24-2 0,0 24 1 0,-12-1-4 0,-1 1-1 0,13-13 0 0,0-10-1 0,25-1 1 0,11 11-2 0,23 37 0 0,0 24 1 0,-46-37-1 0,-26-23 13 0,-34 0-2 0,-1-24-5 0,25-11-3 0,11-14-13 0,12 0-46 0,0 14-42 0</inkml:trace>
  <inkml:trace contextRef="#ctx0" brushRef="#br0">13741 11204 57 0,'0'-25'12'0,"36"2"7"0,36-13 8 0,24 13-10 0,-1 0-8 0,-35 10-7 0,-25 13 0 0,-23 0-12 0,-1 0-67 0,-11 0 39 0</inkml:trace>
  <inkml:trace contextRef="#ctx0" brushRef="#br0">13611 11918 82 0,'0'0'0'0,"-59"-11"22"0,35 11 2 0,48 0-20 0,71-13 1 0,60 1 4 0,24 0 0 0,-13 1-4 0,-46 11 1 0,-61 0 0 0,-35-12-4 0,-1 12-8 0,-23 23-71 0,0 1 9 0</inkml:trace>
  <inkml:trace contextRef="#ctx0" brushRef="#br0">13981 12311 93 0,'0'-12'16'0,"-36"-12"-2"0,0 37 11 0,-12 34-10 0,0 24-11 0,25-23-1 0,10 23-1 0,2 2-1 0,11-27-1 0,24 2 2 0,12-24-1 0,35-24 1 0,-12-13 2 0,0-21-2 0,2-14-2 0,-37 0 2 0,11 0-2 0,-12 0 1 0,-10-11 0 0,-26 13 0 0,2-15-1 0,-24 1 1 0,-13 37-1 0,-12-1 0 0,12 12 0 0,1 12 0 0,11 25 0 0,24-2 0 0,0 25 0 0,24-1-1 0,24 1 1 0,12-1-1 0,-1-11 2 0,1-12-1 0,-24 0 0 0,12-1 0 0,-24-12 0 0,-2 2 1 0,3-1-2 0,-13 13 1 0,0-14 0 0,0 1 1 0,0-12 3 0,0-12-12 0,0 1-144 0</inkml:trace>
  <inkml:trace contextRef="#ctx0" brushRef="#br0">15231 11644 96 0,'-48'-13'25'0,"48"3"5"0,23-1-18 0,73-26-1 0,12 24-7 0,-13 13 0 0,-49 0-3 0,-33 0 0 0,-26 13-85 0,-9-1 10 0</inkml:trace>
  <inkml:trace contextRef="#ctx0" brushRef="#br0">15112 11786 75 0,'-24'13'31'0,"24"-13"7"0,60-13-15 0,59-10-11 0,1 0-7 0,-63 23-1 0,-44 0-5 0,-1 0-106 0,0 0 40 0</inkml:trace>
  <inkml:trace contextRef="#ctx0" brushRef="#br0">16183 11455 70 0,'0'0'0'0,"12"-50"38"0,-12 27-1 0,-12 12-13 0,-11 22-14 0,-26 25-4 0,26 35-4 0,-12-11 0 0,23 1-1 0,12-15 1 0,34-10-1 0,27 0 0 0,10-12 0 0,-11-13 0 0,-1-22 1 0,-11-13-1 0,0-12 0 0,-1 0 0 0,-24-10 0 0,2-4 0 0,-14 16 0 0,2-14 0 0,-13 12 0 0,-13-1 0 0,-10 3 0 0,-26-3 0 0,3 14 0 0,-2 12 1 0,1-2-1 0,-1 13 0 0,0 0-1 0,1 24 1 0,-1-12 0 0,24-1-1 0,-1 14 1 0,-9-13-3 0,-3 35-24 0,-22 1-58 0,36-25 8 0</inkml:trace>
  <inkml:trace contextRef="#ctx0" brushRef="#br0">10027 14633 11 0,'0'-12'9'0,"12"-12"15"0,-1-12 6 0,2 24-13 0,-13 24-3 0,0 72 2 0,-13 34-9 0,2 3-4 0,11-50-3 0,0-60 0 0,0 49 1 0,11-26-31 0,-11-9-58 0</inkml:trace>
  <inkml:trace contextRef="#ctx0" brushRef="#br0">9658 15359 55 0,'-25'0'9'0,"-11"0"29"0,36 0-16 0,97-12-16 0,93 1-3 0,12-2 1 0,-35 13-2 0,-71-12 0 0,-73 0 0 0,-23 1-37 0,12 59-69 0</inkml:trace>
  <inkml:trace contextRef="#ctx0" brushRef="#br0">9812 15751 53 0,'-23'-11'25'0,"-1"35"11"0,-24 47-24 0,13 13-8 0,35-13-1 0,35 0-2 0,-11-11 1 0,24-36-1 0,0-12-2 0,-1 0 2 0,13-36 1 0,-13-36 0 0,-11-11-1 0,-13 11-1 0,-23 1 1 0,0-24 0 0,-23-1 1 0,-26 25-1 0,3 23 0 0,-2 24-2 0,-24 37 2 0,13 33 0 0,23 14-2 0,48 11 0 0,71-11 0 0,-11-13-1 0,0-11 2 0,-25-25 0 0,-36-11 1 0,14-12-3 0,-1-23-80 0,-12 11 36 0</inkml:trace>
  <inkml:trace contextRef="#ctx0" brushRef="#br0">11087 15085 59 0,'0'0'4'0,"-25"-12"41"0,25 12-22 0,13 0-18 0,70-13-2 0,13 3-4 0,-25-2 1 0,-47 12-27 0,0 12-33 0,-24-12 24 0</inkml:trace>
  <inkml:trace contextRef="#ctx0" brushRef="#br0">11158 15181 17 0,'0'0'0'0,"-96"23"57"0,73 1-21 0,23-24-21 0,72-13-8 0,35-21-6 0,11 10-32 0,-47 11-55 0</inkml:trace>
  <inkml:trace contextRef="#ctx0" brushRef="#br0">12944 14490 38 0,'0'0'0'0,"-11"-48"35"0,11 13 6 0,-25 94-22 0,-11 72-9 0,25 1-6 0,11-14-1 0,0-35-3 0,11-35-10 0,-11-12-65 0,0-36 16 0</inkml:trace>
  <inkml:trace contextRef="#ctx0" brushRef="#br0">12325 15181 45 0,'-47'11'16'0,"-37"-11"27"0,61 0-20 0,34 0-16 0,132-23-5 0,131-13 1 0,83 13-1 0,-47 10-2 0,-108 1 1 0,-82 12 1 0,-97-12 1 0,-11 12-3 0,-1 0-21 0,-34 37-89 0</inkml:trace>
  <inkml:trace contextRef="#ctx0" brushRef="#br0">12312 15466 84 0,'-10'0'20'0,"-14"84"8"0,0 58-18 0,12-12-8 0,0-21-2 0,12-38-3 0,0-35-64 0,12-24 15 0</inkml:trace>
  <inkml:trace contextRef="#ctx0" brushRef="#br0">12516 15847 93 0,'-12'-12'26'0,"24"-1"-1"0,24 3-19 0,59-14-4 0,12 24-7 0,-25 0-70 0,-57 12 15 0</inkml:trace>
  <inkml:trace contextRef="#ctx0" brushRef="#br0">13325 15657 98 0,'-11'-11'20'0,"-14"22"6"0,-22 49-17 0,22 11-6 0,25 0-2 0,25-11-2 0,22-25 2 0,13-23 0 0,-13-24-1 0,14-36 0 0,-2 1 0 0,-11-24 1 0,-24-13-1 0,-14 1 1 0,-20-13-1 0,-38 37 0 0,-24 47 0 0,-11-1 0 0,36 50-1 0,-2 10 0 0,49 13 1 0,60 24-1 0,36-25 1 0,-13-11 0 0,-34-36 0 0,-28 0 1 0,4 0 0 0,-14-12-1 0,2 0 0 0,-1 10 0 0,-12-10-1 0,0 0-10 0,0 0-26 0,-12 0-68 0</inkml:trace>
  <inkml:trace contextRef="#ctx0" brushRef="#br0">10968 17074 50 0,'0'-12'14'0,"0"24"19"0,-36 71-18 0,-13 35-11 0,27-34-5 0,34 0-2 0,23-37 2 0,25-23 1 0,23-37 4 0,-11-45 0 0,-25-26 1 0,-11 0 0 0,-36-21 0 0,-12 9-1 0,-12 24-1 0,-23 48-2 0,-14 36-1 0,-10 47-1 0,35 1-1 0,36 24 0 0,60-25-1 0,23-11 1 0,1-12-21 0,0-26-81 0</inkml:trace>
  <inkml:trace contextRef="#ctx0" brushRef="#br0">11647 17109 86 0,'0'-12'8'0,"35"1"-4"0,49 11-12 0,-13 0-69 0</inkml:trace>
  <inkml:trace contextRef="#ctx0" brushRef="#br0">11647 17288 53 0,'-12'12'3'0,"-24"0"32"0,48 0-24 0,83-36-8 0,72-24-74 0,-131 37 41 0</inkml:trace>
  <inkml:trace contextRef="#ctx0" brushRef="#br0">12587 16955 75 0,'-47'-24'14'0,"-2"58"11"0,-10 63-20 0,24-2-5 0,35-11-1 0,47-37 0 0,36-23 4 0,-11-61 1 0,0-45 1 0,-25-37 2 0,-47-12 0 0,-47 48-2 0,-1 70-5 0,-12 37-66 0,60-12-5 0</inkml:trace>
  <inkml:trace contextRef="#ctx0" brushRef="#br0">13017 17026 123 0,'0'-11'13'0,"0"-14"14"0,0 13-16 0,34 12-15 0,-9 12-87 0,-14 0 16 0</inkml:trace>
  <inkml:trace contextRef="#ctx0" brushRef="#br0">13480 16800 76 0,'-12'-24'29'0,"1"24"-4"0,-14 24-19 0,2 23-3 0,23-11-4 0,23 36 0 0,13-12 1 0,12 11-1 0,-24-12 1 0,-24 0 3 0,-48-35 2 0,-23 0-3 0,-12-48-33 0,47-23-74 0</inkml:trace>
  <inkml:trace contextRef="#ctx0" brushRef="#br0">13396 16739 80 0,'25'-34'20'0,"70"-14"5"0,-13 25-21 0,-21 34-34 0,-37 1-59 0</inkml:trace>
  <inkml:trace contextRef="#ctx0" brushRef="#br0">14362 16657 45 0,'0'0'0'0,"-12"-60"25"0,-12 13-4 0,-59-13-10 0,-48 12-3 0,-72 14-3 0,-83 9-3 0,-84 13-2 0,-47 12 0 0,-10 24 0 0,21 23 2 0,38 13-2 0,-1 47 2 0,-14 12 0 0,99 0 1 0,105 12-2 0,72 0-4 0,71 12-1 0,24 12-2 0,36-48 9 0,82 12-11 0,73-25-1 0,84-21 3 0,106-49 3 0,60-24 2 0,47-13 3 0,-24-10 2 0,-59-25-1 0,-60 13 3 0,-70-37 2 0,-38-60-5 0,-69 2 1 0,-37 11 7 0,-49-13 4 0,-34-10-3 0,-36-36-5 0,-70-13-2 0,-37 13-3 0,-84 47-1 0,-107 34-32 0,108 87-86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17885 16216 19 0,'-22'0'9'0,"10"12"8"0,0-12 10 0,12 0-13 0,0 0-2 0,-12-35-3 0,24-13-4 0,0-24-2 0,22 1-1 0,2 0 0 0,-11 23 1 0,46-107 1 0,-22 73-2 0,-2-2 1 0,-12 13 1 0,13-13-1 0,0 0-1 0,-26 1-1 0,27 12 1 0,-13-1-1 0,0 1 0 0,11-13 0 0,13 13-1 0,-13 0 1 0,1 0 0 0,0 11 0 0,11-12-1 0,-11 24 1 0,11-11-1 0,-11 22 2 0,-24-21-1 0,23 11-2 0,-11 10 2 0,0 3-1 0,11 9 1 0,1 0-1 0,0 14 1 0,-14-12 0 0,27 10 0 0,-13 1 0 0,-1 12 0 0,-11 0 0 0,12 0-1 0,-1 12 0 0,1 12 1 0,11-1-1 0,-11 14 1 0,0-13 0 0,-14 23-1 0,15 0 0 0,-26 1 0 0,13 0 1 0,1 0-1 0,-3 0 1 0,15-1 0 0,-26 11-1 0,1 3 1 0,0-1 0 0,0-13 0 0,13 24 1 0,-3 0-1 0,2 0 1 0,-13-10-1 0,2-1 2 0,-1 24-3 0,11-2 2 0,1 2-2 0,-13 10 0 0,13-23 2 0,-24 2 0 0,12-2 0 0,-12-11 0 0,13-1-1 0,-2-12 0 0,-12-22 1 0,2-2 0 0,10 13-2 0,-11-12 1 0,12-11-1 0,-12 10 1 0,0-12-1 0,0 1 1 0,0 0-1 0,0 1-1 0,0-13 1 0,-12 0 1 0,0 0-1 0,12 0 0 0,-12 0 0 0,10 11 0 0,-10-11 0 0,0 0 1 0,0 0-1 0,0 0 0 0,0 0 0 0,13 0 0 0,-26 0-11 0,13-11-3 0,-34-2-32 0,10 1-73 0</inkml:trace>
  <inkml:trace contextRef="#ctx0" brushRef="#br0">19375 14145 0 0,'0'-12'9'0,"11"1"9"0,-11-2 8 0,0 1-2 0,-11 0-4 0,11-1-8 0,-12 13-7 0,12 0-1 0,-24 13-3 0,12-1 1 0,-12 24-1 0,24-1 0 0,0-10 0 0,0-2 0 0,0-12 0 0,11 2 2 0,14-13 1 0,-1-13-1 0,-12 2 0 0,12-25 1 0,-24 24 1 0,0-11-2 0,0 23 0 0,-13-12-1 0,-10 12-1 0,-1 23-1 0,-1-11 1 0,14 13 0 0,0-2-1 0,22-12 1 0,0 2-1 0,25-13 2 0,0-24-1 0,-11 12 1 0,-25-12-1 0,0 0 0 0,11 1 1 0,-22 23-1 0,-1-11 1 0,-1 11-1 0,-10 0-1 0,-1 11 0 0,-1 12 1 0,25 1-1 0,-11 0 1 0,22-12-1 0,14-1 0 0,11-11 1 0,-12-23 2 0,-1-13-1 0,-23 13 4 0,-11 11-2 0,-1 12-2 0,-1-11-1 0,13 11 0 0,0 11-3 0,0-11-10 0,-11 35-26 0,-25 13-80 0</inkml:trace>
  <inkml:trace contextRef="#ctx0" brushRef="#br0">17672 15895 20 0,'-24'0'6'0,"24"0"13"0,0 0 9 0,0 11 7 0,-12-11-7 0,12 0-12 0,12-11 25 0,0-25-37 0,12 12 2 0,0-35-3 0,12-13-2 0,11-11 3 0,1 0-1 0,-12 11-1 0,10 13 1 0,3-1-1 0,-2 1 1 0,2-25 1 0,-15 37 0 0,-9 0-1 0,10 10 1 0,-11 2 1 0,0-1 0 0,-12 12-2 0,0 12 0 0,-12 12-3 0,0-11 0 0,-12 11 0 0,0 11 0 0,-24 1 0 0,0 12 0 0,0-12 0 0,25 0 0 0,-12 0 0 0,-2 0 0 0,25-2 0 0,-12-10 0 0,12 0 0 0,12-22 0 0,0-2 0 0,24-1 0 0,-12-9 0 0,-1 9 0 0,1 13 0 0,-12-11 0 0,12 12 0 0,-12-2 0 0,12 13 0 0,-12-12 0 0,-12 12 0 0,12 0 0 0,-12 0 0 0,10 12 0 0,3 12 0 0,-1 11 0 0,-12 1 0 0,0 0 0 0,11-12 0 0,2-12 0 0,-1 0 0 0,-12-2 0 0,24 3 0 0,-24-13 0 0,12 0 0 0,-1 0 0 0,-11 0 0 0,0 0 0 0,13 0 0 0,-13-13 0 0,0 13 0 0,-24 0-18 0,-1 13-113 0,25-13 36 0</inkml:trace>
  <inkml:trace contextRef="#ctx0" brushRef="#br0">9265 15776 3 0,'0'-25'14'0,"0"2"16"0,-13-1-4 0,13 0-2 0,0 1 3 0,0-1-4 0,0 12-9 0,0-13-4 0,0 25-4 0,0 25-2 0,0 46 5 0,-23 37-2 0,12-13 0 0,22-36-2 0,-11 1 2 0,0-24-1 0,0-13 2 0,-11-11-5 0,11-24 2 0,0 0-25 0,11-11-79 0,12 23 9 0</inkml:trace>
  <inkml:trace contextRef="#ctx0" brushRef="#br0">8621 16395 28 0,'0'0'24'0,"-23"-12"6"0,-1 0 16 0,-1 12-20 0,3 0-11 0,10 12-2 0,12-12 0 0,0 0-5 0,0 0-3 0,24 0 0 0,22 0-1 0,39 0-1 0,34-25-1 0,47 14-1 0,60 11 0 0,13-12-1 0,-26 12 0 0,2 0-2 0,-13 12 2 0,-23-12 1 0,-49 0 2 0,-45 0 0 0,-49 0 2 0,-1 0 0 0,-23 0 1 0,-1 0-3 0,-11-12-1 0,13 12-1 0,-13-11-26 0,0-1-172 0</inkml:trace>
  <inkml:trace contextRef="#ctx0" brushRef="#br0">8991 16634 16 0,'0'-25'71'0,"12"0"-40"0,-12 15-11 0,12-2-2 0,0 0-4 0,-12 12-5 0,0 0-7 0,0 34 0 0,-12 50 3 0,0 0-2 0,0-13 0 0,-13 0 0 0,14-10 2 0,-1-26-3 0,1-10 0 0,11-14 0 0,11 1 1 0,37-12 0 0,-12-23-1 0,10 10-1 0,-10 1-1 0,-11 12-11 0,11-12-39 0,-1 12-41 0,-22 0 49 0</inkml:trace>
  <inkml:trace contextRef="#ctx0" brushRef="#br0">9408 16812 72 0,'0'-12'21'0,"0"1"13"0,0 57-15 0,-24 13-14 0,12 2-3 0,12-14-2 0,36-34 1 0,-12-13 1 0,11-25 0 0,-12-22 0 0,2-2 1 0,-37 2-1 0,-12 12 0 0,-11 35-1 0,-1 11-3 0,0 26-41 0,24-26-58 0</inkml:trace>
  <inkml:trace contextRef="#ctx0" brushRef="#br0">9837 16752 44 0,'0'0'0'0,"0"-13"30"0,-12 2 11 0,-12 11-18 0,-12 24-8 0,0 13-9 0,24 9-3 0,12 2-1 0,36 47-5 0,-24-58 2 0,-12-26 5 0,-36 1 7 0,1-1-6 0,-13-11-7 0,24 0-38 0,35-11-77 0</inkml:trace>
  <inkml:trace contextRef="#ctx0" brushRef="#br0">10134 16764 36 0,'0'-12'31'0,"0"-1"14"0,-11 13-14 0,-13 0-15 0,-25 37-3 0,13-1-7 0,25-1-4 0,11 1-4 0,36 0 3 0,-12 10-2 0,-1-9 0 0,-34-24 6 0,-25 10 8 0,-25 1-4 0,15-12-5 0,46-12-4 0,12-25-179 0</inkml:trace>
  <inkml:trace contextRef="#ctx0" brushRef="#br0">10468 16371 10 0,'0'0'10'0,"-12"-13"29"0,12 13-14 0,0-11-6 0,0 11 2 0,12 0-5 0,11-12-12 0,49 12-2 0,23-11-3 0,23-1 1 0,14 12 1 0,22 0 1 0,2 0 0 0,-13 0 0 0,-25 0-1 0,-9-12 4 0,-39-12 3 0,-34 12 4 0,-24 12-3 0,0-11-8 0,0-2 0 0,-12 13-43 0,-12 13-80 0</inkml:trace>
  <inkml:trace contextRef="#ctx0" brushRef="#br0">10468 16894 6 0,'0'0'0'0,"0"0"46"0,-12 0-7 0,12 0-9 0,-12 0-11 0,24 0-1 0,0 0-12 0,22-11-1 0,27-1-1 0,-2 12-3 0,-11-11-1 0,-24 11 2 0,12 0 0 0,-13 0-1 0,0-13 0 0,2 13 0 0,-13 0 0 0,0 0-1 0,-12 0-10 0,0-12-24 0,12 12-31 0,-12-12 2 0</inkml:trace>
  <inkml:trace contextRef="#ctx0" brushRef="#br0">10634 16681 2 0,'0'0'10'0,"0"0"17"0,0-13-6 0,0 2-3 0,0 11 1 0,0-12 0 0,0 24-6 0,0 12 1 0,-12 47-5 0,0 24-1 0,-11 1-3 0,10-37 1 0,13-23-2 0,0-25-2 0,13 2-4 0,10-49-56 0,13 25-41 0</inkml:trace>
  <inkml:trace contextRef="#ctx0" brushRef="#br0">11087 16776 7 0,'0'0'17'0,"0"-24"33"0,0 24-10 0,0 24-20 0,-25 35-13 0,14-11-5 0,22 0-3 0,25-24 5 0,-11-24 2 0,-2-24 2 0,1-24-1 0,0 0 2 0,-24 13-3 0,-12-1-3 0,-12 24-19 0,12 12-64 0</inkml:trace>
  <inkml:trace contextRef="#ctx0" brushRef="#br0">11432 16776 117 0,'0'0'6'0,"0"0"19"0,0 0-11 0,-12 0-40 0,12 0-84 0</inkml:trace>
  <inkml:trace contextRef="#ctx0" brushRef="#br0">11718 16752 89 0,'0'0'7'0,"-48"0"13"0,25 24 0 0,11 23-17 0,24-10-2 0,23-14 0 0,13 1 1 0,-12-24 6 0,-14-36 10 0,-9-12-4 0,-13 14-8 0,-35 9-8 0,-13 25-43 0,36 12-73 0</inkml:trace>
  <inkml:trace contextRef="#ctx0" brushRef="#br0">12051 16752 105 0,'-12'0'24'0,"1"12"-2"0,11 13-14 0,-12 9-7 0,24 3-1 0,11-14 0 0,25-12 1 0,1-22 2 0,-3-37 6 0,-35 13 3 0,-22-1-7 0,-35 24-7 0,-3 12-47 0,37 12-81 0</inkml:trace>
  <inkml:trace contextRef="#ctx0" brushRef="#br0">12384 16752 106 0,'0'-13'11'0,"0"13"6"0,13 13-6 0,-1 11-9 0,23 0-1 0,1-24 4 0,0 0 9 0,-12-24 3 0,-37 0-7 0,-23 11-6 0,-23 13-7 0,11 0-53 0,37 0-72 0</inkml:trace>
  <inkml:trace contextRef="#ctx0" brushRef="#br0">12765 16657 112 0,'13'0'20'0,"-1"0"9"0,-12 71-8 0,-36 13-13 0,11-2-3 0,25-21-4 0,13-38 1 0,-1-36-33 0,-1-45-108 0</inkml:trace>
  <inkml:trace contextRef="#ctx0" brushRef="#br0">11563 16181 13 0,'-12'0'37'0,"0"0"9"0,0 0-22 0,0 12-10 0,12-2-6 0,36-10-1 0,48 0-1 0,82-10-2 0,61-2-2 0,23 12-4 0,-1 0 2 0,-11-12 0 0,-11 0 1 0,-36 0 0 0,-72-1 1 0,-59 2 12 0,-60-12 1 0,0-2-11 0,-24 13-33 0,0 1-100 0</inkml:trace>
  <inkml:trace contextRef="#ctx0" brushRef="#br0">7895 15919 72 0,'0'-13'20'0,"12"-10"-6"0,-12 23 17 0,-23 12-21 0,-13-1-6 0,11 14 0 0,2-13-1 0,12 22 1 0,-2 134 3 0,13-37-5 0,0 1 0 0,13-27 1 0,-2-9 1 0,-11-24 5 0,0-1-7 0,12-34 0 0,12-14-3 0,71-35-64 0,-47 1-27 0</inkml:trace>
  <inkml:trace contextRef="#ctx0" brushRef="#br0">13992 15633 64 0,'0'0'0'0,"-36"-12"45"0,13-13-9 0,23 14-15 0,12 11-12 0,24-12-1 0,11 12-4 0,1 23 0 0,-12 2-2 0,-26 23 1 0,3 11-1 0,-13 13 1 0,0 34 0 0,0 15-1 0,12-3-2 0,-1-23 3 0,2 0-2 0,-1-22 2 0,-1-2-4 0,2-37 4 0,-13-9-1 0,0-13 10 0,-49 0-7 0,-33 10-2 0,-38-9-38 0,73 11-133 0</inkml:trace>
  <inkml:trace contextRef="#ctx0" brushRef="#br0">4180 16776 20 0,'0'-12'15'0,"-12"-24"13"0,0-24 7 0,12 13 1 0,0-12-9 0,12 47-15 0,12 36-9 0,0 70 6 0,12 27-5 0,-13-16-3 0,0-34 1 0,-23-46 3 0,0-25 14 0,0-59-12 0,13-25-5 0,11-11 0 0,24 11-1 0,-1 37 0 0,0 35-2 0,-11 48 0 0,12 47 0 0,-12 1 0 0,0-13 0 0,-24-35 2 0,-12-36 2 0,11-48 0 0,37-47-1 0,13 24-1 0,-15 47-2 0,-10 48-1 0,0 35 2 0,-1-23 0 0,-11-1-1 0,-24 1-21 0,0-13-55 0,0 2-36 0</inkml:trace>
  <inkml:trace contextRef="#ctx0" brushRef="#br0">5407 16597 40 0,'-12'-23'11'0,"12"-1"11"0,-13 0 2 0,2 11-4 0,-14 2 2 0,-11 11-11 0,-10 11-2 0,-2 38-4 0,-11 10-1 0,35 1-3 0,12-2-1 0,12-33 0 0,12-13 2 0,24-24 2 0,11-36-3 0,13 0 3 0,-13 25 7 0,-24 23-5 0,2 36-1 0,-1-1-2 0,12 1-5 0,-14-12-13 0,3 0-47 0,-14-12-48 0</inkml:trace>
  <inkml:trace contextRef="#ctx0" brushRef="#br0">5657 16502 85 0,'24'-48'36'0,"11"48"-12"0,-11 48-10 0,24 24-14 0,-13-1 2 0,1-23-33 0,0-36-84 0</inkml:trace>
  <inkml:trace contextRef="#ctx0" brushRef="#br0">5990 16466 115 0,'-11'0'6'0,"-62"60"26"0,26-2-18 0,11 3-20 0,25-13-126 0</inkml:trace>
  <inkml:trace contextRef="#ctx0" brushRef="#br0">4430 17478 92 0,'-25'0'6'0,"-93"-11"-2"0,36 22 31 0,45-11-13 0,37 0-15 0,71-35-1 0,144-37 3 0,130 1 0 0,36-1-5 0,-36 37-2 0,-82 12 1 0,-109-27 4 0,-83 39-3 0,-35-1-5 0,-23 1-33 0,-49 11-57 0,12 11 24 0</inkml:trace>
  <inkml:trace contextRef="#ctx0" brushRef="#br0">4287 17656 111 0,'-71'0'3'0,"-24"37"-4"0,59-13 25 0,24-24-18 0,48 0 5 0,60-36 1 0,82-36 3 0,95 1-6 0,215-12-16 0,-107 24 13 0,-59 9 4 0,-72 16 1 0,-71 10-1 0,-84 0 1 0,-47 1-4 0,-12 10-4 0,-13 1-2 0,1 12-1 0,-12 0 0 0,0 0 0 0,1-12 0 0,-13 12 0 0,0 0 1 0,0 0-1 0,11 0-1 0,1 0-4 0,12 0-21 0,-1 0-57 0,-23-11-21 0</inkml:trace>
  <inkml:trace contextRef="#ctx0" brushRef="#br0">5740 16408 18 0,'0'-25'54'0,"0"0"-19"0,0-9-10 0,0 34-9 0,36 0-7 0,0 84 2 0,22 21-4 0,14 16 0 0,-12-27-3 0,-24-46-1 0,11-35 0 0,-23-13-7 0,-12-37-31 0,0 1-20 0,-24 1-38 0</inkml:trace>
  <inkml:trace contextRef="#ctx0" brushRef="#br0">6133 16431 44 0,'0'0'23'0,"-24"35"29"0,-47 83-21 0,-25 14-12 0,1-36-11 0,71-37-7 0,24-36-32 0,36-34-94 0</inkml:trace>
  <inkml:trace contextRef="#ctx0" brushRef="#br0">21316 13109 79 0,'12'-72'16'0,"-60"72"1"0,-59 97 4 0,12 33-12 0,23 24-5 0,72-23 0 0,36-35-1 0,12-50 1 0,11-46 2 0,13-23 0 0,-1-48-2 0,-11-24-2 0,-25-13 0 0,-11-22 1 0,-24 0 0 0,-24 69-4 0,-35 38 2 0,-25 34-1 0,0 37 0 0,38 35-1 0,46 12 1 0,46 12-1 0,38-23 0 0,-23-26 1 0,-27-21 2 0,14-24-56 0,-24-13-13 0</inkml:trace>
  <inkml:trace contextRef="#ctx0" brushRef="#br0">21780 13406 105 0,'-12'-23'7'0,"0"11"17"0,12 1-5 0,72 11-14 0,11 11 0 0,1 1-1 0,-1-12-2 0,0 0 1 0,-34 0 0 0,-26-12-16 0,1 12-112 0</inkml:trace>
  <inkml:trace contextRef="#ctx0" brushRef="#br0">22065 13084 45 0,'0'-11'32'0,"0"-12"10"0,-23 57-33 0,-48 110 14 0,35 11-15 0,23-36-2 0,13-35 0 0,0-37 0 0,-11-23-1 0,-1-24 2 0,48-12-45 0,-12 0-55 0</inkml:trace>
  <inkml:trace contextRef="#ctx0" brushRef="#br0">19529 13109 80 0,'0'-36'10'0,"-47"24"-3"0,-49 72 1 0,-22 47 4 0,46 12-9 0,60-1 0 0,35-34 3 0,38-36 2 0,10-48 2 0,12-61-3 0,-10-33-2 0,-3-13-2 0,-34-12-2 0,-24 24 2 0,-37 24-1 0,-21 58-2 0,-38 37-1 0,1 60 0 0,35 23 0 0,35-12 2 0,85-11-2 0,12-37 4 0,0-23 0 0,-37-24-50 0,-23-24-50 0</inkml:trace>
  <inkml:trace contextRef="#ctx0" brushRef="#br0">20137 12609 58 0,'0'-48'53'0,"24"-11"-28"0,-24 71-13 0,-72 83-4 0,13 12-5 0,23 1 2 0,36-26-7 0,24-22-142 0</inkml:trace>
  <inkml:trace contextRef="#ctx0" brushRef="#br0">20255 13097 98 0,'-11'-13'36'0,"11"2"-32"0,47-1-1 0,37 12 1 0,11-11-3 0,-23 11-111 0</inkml:trace>
  <inkml:trace contextRef="#ctx0" brushRef="#br0">20161 13360 105 0,'-36'0'16'0,"-23"0"-14"0,59 11 11 0,82 1 0 0,74-12-6 0,-13-12-20 0,-72 12-88 0</inkml:trace>
  <inkml:trace contextRef="#ctx0" brushRef="#br0">22876 13097 5 0,'0'-13'13'0,"24"-10"38"0,-24 12-37 0,-12 58-1 0,-49 72 11 0,-21 12-8 0,22-24-8 0,-11-25-2 0,-1-32 0 0,12-39-1 0,24-35 5 0,25-47-5 0,22 11-4 0,14 24-1 0,11 24-1 0,23 24-1 0,0 47 2 0,13 12-1 0,-12 13 2 0,-24-36-1 0,-2-12 1 0,3-12-17 0,11-24-96 0</inkml:trace>
  <inkml:trace contextRef="#ctx0" brushRef="#br0">23328 13431 126 0,'0'-25'11'0,"-11"13"20"0,11 1-14 0,-12 11-13 0,12 0-4 0,0 11-40 0,0-11-55 0</inkml:trace>
  <inkml:trace contextRef="#ctx0" brushRef="#br0">23650 12990 5 0,'0'0'16'0,"0"-24"21"0,12 0-3 0,-12 11-15 0,24 13-16 0,-1 0-3 0,25 61 1 0,-12 10 3 0,-12 48 1 0,-12-12-2 0,-12 0-1 0,-36-59 3 0,-12 0 1 0,1-36 0 0,22-36 2 0,14-23-4 0,11-1-2 0,11 12-2 0,37-1 0 0,36 3-1 0,-1 22-75 0,-71 12 28 0</inkml:trace>
  <inkml:trace contextRef="#ctx0" brushRef="#br0">24233 12990 2 0,'0'0'0'0,"48"-61"39"0,-12 38 13 0,-24 23-26 0,-12 0-27 0,-24 60 6 0,-25 35 8 0,26-1-10 0,0-10 1 0,23-24 1 0,0-12-3 0,35-12 2 0,-11-25 1 0,24-11 0 0,11-11-1 0,-36-12-2 0,2 10-39 0,-14 13-64 0</inkml:trace>
  <inkml:trace contextRef="#ctx0" brushRef="#br0">24281 13155 43 0,'0'0'17'0,"0"-10"14"0,0-1-22 0,72 11-7 0,10 11 2 0,2-11 1 0,-59-11-41 0,-25 11-19 0</inkml:trace>
  <inkml:trace contextRef="#ctx0" brushRef="#br0">24269 13013 10 0,'-13'0'10'0,"-10"-34"42"0,46 9-38 0,84-11-11 0,25 1 1 0,-60 10-25 0,-72 25-32 0</inkml:trace>
  <inkml:trace contextRef="#ctx0" brushRef="#br0">23519 13812 44 0,'-12'0'7'0,"-59"11"22"0,93-22 0 0,98-26-25 0,107 3-3 0,-1 9 5 0,-58 13 0 0,-62-12-2 0,-12 12-2 0,-33 24-1 0,-14 24-60 0,-47-36 15 0</inkml:trace>
  <inkml:trace contextRef="#ctx0" brushRef="#br0">23626 14122 46 0,'0'-25'9'0,"0"-11"25"0,24 13-20 0,24 23-12 0,11 71 0 0,1 36-3 0,-25-12 0 0,-48-11 4 0,-21-37 6 0,-2-36 2 0,12-34-2 0,60-59-6 0,58 22-3 0,26 24 0 0,-1 11-30 0,-11-9-29 0,-85 34 49 0,95-71-8 0,-69 21 39 0,-49 50 18 0,-59 50-20 0,-25 32-10 0,60-9-6 0,60-27 1 0,46-46 4 0,-10-46-3 0,-47-15-1 0,-37 25 0 0,-48 24-3 0,35 24-3 0,74 12-17 0,23-1-35 0,-25-10 42 0,-23-1 16 0,-12 0 8 0,35 1-57 0</inkml:trace>
  <inkml:trace contextRef="#ctx0" brushRef="#br0">17576 16681 16 0,'0'0'24'0,"-11"0"8"0,11 0-5 0,-12-13-11 0,12 13-13 0,0 0-3 0,0 13 0 0,0-13 0 0,-13 12 1 0,-10-12-3 0,23 12-76 0,0-12 49 0</inkml:trace>
  <inkml:trace contextRef="#ctx0" brushRef="#br0">21399 14323 106 0,'-12'-12'10'0,"-11"-22"17"0,46 21-16 0,49 1-2 0,71 0-3 0,-12 12-1 0,-60 0-2 0,-71 0 1 0,-48 12-1 0,-58-12-1 0,10 12 1 0,37-12 0 0,59 0-3 0,82 13 2 0,14-13-2 0,-24 0 1 0,-37 0 1 0,-35 11 0 0,-35-11 2 0,-37 10-1 0,12-10-2 0,49 13 0 0,165-13-21 0,144 0-134 0</inkml:trace>
  <inkml:trace contextRef="#ctx0" brushRef="#br0">7156 14942 0 0,'0'0'0'0,"0"-24"14"0,0 24 5 0,0 0-13 0,13 0 8 0,10 0-2 0,84-11 6 0,-35 11-13 0,1 0 4 0,9 0 0 0,2 0 0 0,11 0-1 0,12-12 2 0,12 12-2 0,-12 0-4 0,12 0 0 0,-11 0-1 0,23-11 1 0,0-2 0 0,12 1-2 0,11 0 1 0,1-1-2 0,0 13 1 0,-12-11 3 0,24 11 1 0,11-12-1 0,1 12-3 0,-2 0-1 0,-9 0 3 0,-1 0-1 0,-12 0 1 0,11 0 0 0,-11 0-3 0,-12 0 2 0,12 0 0 0,12 12-1 0,-1-12 2 0,2 11-6 0,-14 2 3 0,0-1 0 0,1-12 0 0,12 12 1 0,24 1 0 0,-13 10-1 0,13-12 1 0,-13 1 0 0,-11-12-2 0,-1 0 0 0,-34 0 2 0,-13 0-2 0,0 12 2 0,-12-12-2 0,0 0 2 0,-24 13 1 0,1-13-1 0,-24 0 0 0,-25 0 1 0,-23-13 1 0,-1 13-2 0,-11-12 0 0,13 12-2 0,-13 0 1 0,12 0-1 0,-12 0 0 0,0-12 1 0,0 12-1 0,11-11 0 0,-11 11-12 0,25 0-158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1/10/2026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499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965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e9cce1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4e9cce1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33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326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76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0142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81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81EA52-360C-4F8D-8A5C-F7799945656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2599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360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Lecture-1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15144-DAD1-4D30-BCF8-73F71ACED8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49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e9cce1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4e9cce1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465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4.xml" /><Relationship Id="rId4" Type="http://schemas.openxmlformats.org/officeDocument/2006/relationships/image" Target="../media/image9.png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5.xml" 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5.xml" 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5.xml" 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5.xml" 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5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5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 /><Relationship Id="rId1" Type="http://schemas.openxmlformats.org/officeDocument/2006/relationships/tags" Target="../tags/tag2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7.xml" 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 /><Relationship Id="rId1" Type="http://schemas.openxmlformats.org/officeDocument/2006/relationships/tags" Target="../tags/tag3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9.xml" 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 /><Relationship Id="rId1" Type="http://schemas.openxmlformats.org/officeDocument/2006/relationships/tags" Target="../tags/tag4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0.xml" 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 /><Relationship Id="rId1" Type="http://schemas.openxmlformats.org/officeDocument/2006/relationships/tags" Target="../tags/tag5.xml" 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1.xml" 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1.xml" 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1.xml" 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1.xml" 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1.xml" 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1.xml" 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2.xml" 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 /><Relationship Id="rId1" Type="http://schemas.openxmlformats.org/officeDocument/2006/relationships/tags" Target="../tags/tag6.xml" 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slideMaster" Target="../slideMasters/slideMaster12.xml" /><Relationship Id="rId1" Type="http://schemas.openxmlformats.org/officeDocument/2006/relationships/tags" Target="../tags/tag7.xml" 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3.xml" 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3.xml" 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3.xml" 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3.xml" 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Master" Target="../slideMasters/slideMaster13.xml" 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3.xml" 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4.xml" 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4.xml" 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4.xml" 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4.xml" 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4.xml" 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 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4.xml" 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5.xml" 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5.xml" 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5.xml" 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5.xml" 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5.xml" 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5.xml" 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 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5.xml" /><Relationship Id="rId4" Type="http://schemas.openxmlformats.org/officeDocument/2006/relationships/image" Target="../media/image9.png" 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 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 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 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7.xml" 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7.xml" 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7.xml" 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8.xml" 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8.xml" 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8.xml" 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3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00FC-D642-4D31-8A15-4FA78C96497F}" type="datetime1">
              <a:rPr lang="en-US" smtClean="0"/>
              <a:t>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5DBA4-7D61-4EF0-84ED-BC77BBBD76C3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12F95-64FA-403E-9EE0-678C65D0D299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00599-7BEE-463B-8411-A43917BFC349}" type="datetime1">
              <a:rPr lang="en-US" smtClean="0"/>
              <a:t>1/10/2026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3415C-FE33-4DC2-96C9-9FF4625BB8E2}" type="datetime1">
              <a:rPr lang="en-US" smtClean="0"/>
              <a:t>1/10/2026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943E7-37D7-437E-B58C-A5C75F070D4E}" type="datetime1">
              <a:rPr lang="en-US" smtClean="0"/>
              <a:t>1/10/2026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CDF47-80FE-4CCA-BCF7-3F457F9B8440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FADEA-6F6D-4933-9FE0-B6F37CE7554E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5BD2D-709E-47A5-BC42-9994CC74C963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816B7-1F90-4FDA-9242-9B28AC85CD40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C1690-8CA7-4BF3-A2AD-205F376CB408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7F078-45CA-436D-BCDB-2763B33808C1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DC1C1-EAE1-4BB9-9C6A-E69598A608B8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ACAF-850F-4E54-8FE9-8FA2C243DE68}" type="datetime1">
              <a:rPr lang="en-US" smtClean="0"/>
              <a:t>1/10/2026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82099-724F-40AB-8E67-4FB981F47242}" type="datetime1">
              <a:rPr lang="en-US" smtClean="0"/>
              <a:t>1/10/2026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81A9-26D8-498A-A78A-4369AE67AC51}" type="datetime1">
              <a:rPr lang="en-US" smtClean="0"/>
              <a:t>1/10/2026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FC157-7303-4896-BF84-95F3AD505D15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40035-DD72-475E-99C9-FA286FF8CEF5}" type="datetime1">
              <a:rPr lang="en-US" smtClean="0"/>
              <a:t>1/10/2026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26905-178E-415A-9E8A-DF517F197F55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D8F48-34D1-47D3-BB07-1911D9B7808E}" type="datetime1">
              <a:rPr lang="en-US" smtClean="0"/>
              <a:t>1/10/2026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26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64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96627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9846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72048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084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23974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75739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366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82256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032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99940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2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3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9017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5171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1555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FC3A3A-C8A1-4745-A5AF-BA8F910C1BFF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2369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9F6C5-9F83-4284-A856-5B5BC05957E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708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3814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096345" y="6564312"/>
            <a:ext cx="951547" cy="169545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 b="0" i="0">
                <a:solidFill>
                  <a:srgbClr val="7F7F7F"/>
                </a:solidFill>
                <a:latin typeface="Franklin Gothic Medium"/>
                <a:cs typeface="Franklin Gothic Medium"/>
              </a:defRPr>
            </a:lvl1pPr>
          </a:lstStyle>
          <a:p>
            <a:pPr marL="9525" marR="0" lvl="0" indent="0" algn="l" defTabSz="914400" rtl="0" eaLnBrk="1" fontAlgn="base" latinLnBrk="0" hangingPunct="1">
              <a:lnSpc>
                <a:spcPct val="100000"/>
              </a:lnSpc>
              <a:spcBef>
                <a:spcPts val="1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Lisa</a:t>
            </a:r>
            <a:r>
              <a:rPr kumimoji="0" lang="en-IN" sz="750" b="0" i="0" u="none" strike="noStrike" kern="1200" cap="none" spc="-19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-11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Yan,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CS109,</a:t>
            </a:r>
            <a:r>
              <a:rPr kumimoji="0" lang="en-IN" sz="750" b="0" i="0" u="none" strike="noStrike" kern="1200" cap="none" spc="-15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 </a:t>
            </a:r>
            <a:r>
              <a:rPr kumimoji="0" lang="en-IN" sz="75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Franklin Gothic Medium"/>
                <a:ea typeface="+mn-ea"/>
              </a:rPr>
              <a:t>2020</a:t>
            </a:r>
            <a:endParaRPr kumimoji="0" lang="en-IN" sz="75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36711" y="6549624"/>
            <a:ext cx="173831" cy="184150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28575" marR="0" lvl="0" indent="0" algn="l" defTabSz="914400" rtl="0" eaLnBrk="1" fontAlgn="base" latinLnBrk="0" hangingPunct="1">
              <a:lnSpc>
                <a:spcPct val="100000"/>
              </a:lnSpc>
              <a:spcBef>
                <a:spcPts val="4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IN" sz="825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</a:rPr>
              <a:pPr marL="28575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4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06079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74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8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8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6377940"/>
            <a:ext cx="2103120" cy="3428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3462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20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9187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12225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0201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7422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0388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2829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71644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6123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5909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48659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460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6B9ED5-FE15-42F3-930B-10DA3EF6708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390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50E79D-DD4C-459D-9982-43B0D01A4CF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60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CAFE9A-1B00-41A9-8570-E4D414A76A53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15916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8B13F9-30A0-402F-BAD5-2ACC9826556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2014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012BF1-E2F7-4A28-A7E9-DEDBED6D313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562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dt" idx="10"/>
          </p:nvPr>
        </p:nvSpPr>
        <p:spPr>
          <a:xfrm>
            <a:off x="2286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fld id="{502CF848-D42F-45DD-9B4A-1B0D7218FA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t>1/10/2026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1" name="Google Shape;281;p45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2" name="Google Shape;282;p45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5729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15405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DA625C-7372-4E2B-BF73-7A3B77124A1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67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BITS Pilani, Hyderabad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60649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0923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819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24560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73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5136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89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641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558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14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3247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743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1147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4227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0687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056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9582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23580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30774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1780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39135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6891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8135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17760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2559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80230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2620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86942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3400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610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28100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29284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54697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4804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51913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18498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4423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34927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4361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8279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4683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07863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9880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8537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5704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46584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3344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5540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07930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17612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2555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7589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55480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1972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11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240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52794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76361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2810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7581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01955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2930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975931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26171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8377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908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842343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54264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4684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45556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47320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94708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3320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282049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11261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2269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2448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839DE-7ECE-48D2-99DE-21DA18AEA67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9A1433-2BD6-474A-B042-E5F0856EF48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23495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90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900" b="1"/>
            </a:lvl1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4" y="6237290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23240-9A46-45DC-80D8-72E6138EF4CC}" type="slidenum">
              <a:rPr kumimoji="0" lang="en-IN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67148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9A5015-9EE6-40A5-B0CB-31BFFDD9A4E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D8A489-38BD-40B0-9083-7E99DA90313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0742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622A36-FC8F-4476-8002-426133117C1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38CB16-FC74-415F-A778-AFAE7BEAFA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98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2F390-5B63-4068-A9D0-F644AD3195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FB1E71-4690-4FD4-BBCF-A3779CD52565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8893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DB21C6-0923-4961-A20F-7A28DB072D1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D64774-6889-4F3F-87B3-82AF987C97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089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870F50-75AD-42BD-9FCC-31550873618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715D1-A74F-4481-8AFF-0CF19F1A422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36180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D43D-E7AE-4424-AE04-B9CE5412EE8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936656-7811-4E10-ABA8-C743BA19F43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0748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A21FB6-D61F-403D-94D9-B19EE8A5BC4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0E505A-A9CD-4645-BB6F-663BC8294A5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49904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3D0BE5-B565-4932-BADA-8E47D0D5B9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21827-D599-4054-9CED-35F966873CD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73649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E116E8-DA5F-42E5-B0B1-9907E32B06B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IS ZC464, Machine Learning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872A46-881B-4CE5-A377-400F5AC5756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53472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61491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59D15E5E-39D0-4D62-A1AE-7824B1CFC32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56008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D7E44-7D4F-4942-A8C9-2DF6BF8399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06198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5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5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5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052827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4" name="Google Shape;34;p5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5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5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34809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52068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66;p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67;p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291228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9" name="Google Shape;79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7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7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3558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7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7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8641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09;p7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839860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21;p7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7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7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59926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8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8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8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8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8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8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45468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8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187399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8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8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8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8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9" name="Google Shape;159;p8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8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228303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8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8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Pilani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8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8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8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26819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Google Shape;174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13251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32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9611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19796713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330734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09138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65588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93807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12808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72403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683405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4402783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4231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5738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4037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9974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0797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592005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501149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98552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11847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51379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61589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928881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610466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132100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2557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9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098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34403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3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8001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3304" y="1600202"/>
            <a:ext cx="762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6935" y="1143002"/>
            <a:ext cx="8397717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325886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99CB88-5E1A-4FAC-892A-60949ACB1F6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74523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FC283-09B0-4637-98DE-4EA18B48056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24607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0552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183FC5-153D-441D-95F7-882E3FFDCE2D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35043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D183EF-6B4A-402C-A608-B18EB5B7F9E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8106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DFD9EE-9969-456E-B39E-68D117FEF1D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95314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AA240-BB03-4790-A676-9895F78EB64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65947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CB459-1A4D-47F4-A8EE-5438035C956C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806812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401A7-543D-4BB0-A9D1-A26B478A180A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44293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EF66B0-2922-450D-BC4A-DD8665B7C322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116978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D6EBD3-8BD3-4291-92B7-C6BAAE2FE2E1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64917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9A138C-D4A2-4FBE-91CC-9AD0E3FAC8E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65624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8B1E0-F22B-4A8F-9B5F-BF9893B5ABD8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33651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272264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84C6A3-7CCD-4C85-B025-7257B798260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6325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874284-52B8-4470-BDD8-4ADED48827A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564880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A6D408-3886-45AE-87AA-FE4F4DD13316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4952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3DD7E-D674-4C29-BA87-30671220063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21896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F17F4D-4696-48FF-B372-B1606F96277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058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FB00BD-2A3E-405A-924C-959BC25F82CE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4548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1E31B3-1A8E-48F2-BF0B-FF8F2A0CCD74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58385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B2037-4F83-45AB-A8AE-5B592BBCAE9F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26638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09AD5F-0A31-424D-AB9D-62B102033000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40644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F44B5-105B-4EE8-BC8A-AF6D66C6DE3A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1596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C144D9-EA27-4930-A766-1E0286FE12C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826987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405665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455199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7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5" name="Google Shape;55;p6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6" name="Google Shape;56;p6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6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6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9" name="Google Shape;59;p6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6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1" name="Google Shape;61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4" name="Google Shape;64;p6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" name="Google Shape;65;p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" name="Google Shape;67;p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4809487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5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6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0" name="Google Shape;90;p6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1" name="Google Shape;91;p6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2" name="Google Shape;92;p6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3" name="Google Shape;93;p6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6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" name="Google Shape;95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" name="Google Shape;96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8" name="Google Shape;98;p6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9" name="Google Shape;99;p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9764558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0206566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5" name="Google Shape;135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6148248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2" name="Google Shape;142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4" name="Google Shape;144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02012986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7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9" name="Google Shape;159;p7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0" name="Google Shape;160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38660547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7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7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7" name="Google Shape;167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3700548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7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72651772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7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0932269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900" b="1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</a:t>
            </a:r>
            <a:r>
              <a:rPr kumimoji="0" lang="en-US" sz="29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8107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0805803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6533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A758EFE-665F-4341-B5B8-2DAEADA52F6C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4BACC6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20647"/>
            <a:ext cx="8229600" cy="924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0464" y="1203159"/>
            <a:ext cx="8229600" cy="49210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>
                <a:solidFill>
                  <a:schemeClr val="accent3"/>
                </a:solidFill>
              </a:defRPr>
            </a:lvl2pPr>
            <a:lvl3pPr>
              <a:defRPr sz="1800"/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945083"/>
            <a:ext cx="8691879" cy="63343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4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27.xml" /><Relationship Id="rId7" Type="http://schemas.openxmlformats.org/officeDocument/2006/relationships/slideLayout" Target="../slideLayouts/slideLayout31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6.xml" /><Relationship Id="rId1" Type="http://schemas.openxmlformats.org/officeDocument/2006/relationships/slideLayout" Target="../slideLayouts/slideLayout25.xml" /><Relationship Id="rId6" Type="http://schemas.openxmlformats.org/officeDocument/2006/relationships/slideLayout" Target="../slideLayouts/slideLayout30.xml" /><Relationship Id="rId11" Type="http://schemas.openxmlformats.org/officeDocument/2006/relationships/slideLayout" Target="../slideLayouts/slideLayout35.xml" /><Relationship Id="rId5" Type="http://schemas.openxmlformats.org/officeDocument/2006/relationships/slideLayout" Target="../slideLayouts/slideLayout29.xml" /><Relationship Id="rId10" Type="http://schemas.openxmlformats.org/officeDocument/2006/relationships/slideLayout" Target="../slideLayouts/slideLayout34.xml" /><Relationship Id="rId4" Type="http://schemas.openxmlformats.org/officeDocument/2006/relationships/slideLayout" Target="../slideLayouts/slideLayout28.xml" /><Relationship Id="rId9" Type="http://schemas.openxmlformats.org/officeDocument/2006/relationships/slideLayout" Target="../slideLayouts/slideLayout33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 /><Relationship Id="rId13" Type="http://schemas.openxmlformats.org/officeDocument/2006/relationships/slideLayout" Target="../slideLayouts/slideLayout48.xml" /><Relationship Id="rId18" Type="http://schemas.openxmlformats.org/officeDocument/2006/relationships/slideLayout" Target="../slideLayouts/slideLayout53.xml" /><Relationship Id="rId3" Type="http://schemas.openxmlformats.org/officeDocument/2006/relationships/slideLayout" Target="../slideLayouts/slideLayout38.xml" /><Relationship Id="rId21" Type="http://schemas.openxmlformats.org/officeDocument/2006/relationships/slideLayout" Target="../slideLayouts/slideLayout56.xml" /><Relationship Id="rId7" Type="http://schemas.openxmlformats.org/officeDocument/2006/relationships/slideLayout" Target="../slideLayouts/slideLayout42.xml" /><Relationship Id="rId12" Type="http://schemas.openxmlformats.org/officeDocument/2006/relationships/slideLayout" Target="../slideLayouts/slideLayout47.xml" /><Relationship Id="rId17" Type="http://schemas.openxmlformats.org/officeDocument/2006/relationships/slideLayout" Target="../slideLayouts/slideLayout52.xml" /><Relationship Id="rId2" Type="http://schemas.openxmlformats.org/officeDocument/2006/relationships/slideLayout" Target="../slideLayouts/slideLayout37.xml" /><Relationship Id="rId16" Type="http://schemas.openxmlformats.org/officeDocument/2006/relationships/slideLayout" Target="../slideLayouts/slideLayout51.xml" /><Relationship Id="rId20" Type="http://schemas.openxmlformats.org/officeDocument/2006/relationships/slideLayout" Target="../slideLayouts/slideLayout55.xml" /><Relationship Id="rId1" Type="http://schemas.openxmlformats.org/officeDocument/2006/relationships/slideLayout" Target="../slideLayouts/slideLayout36.xml" /><Relationship Id="rId6" Type="http://schemas.openxmlformats.org/officeDocument/2006/relationships/slideLayout" Target="../slideLayouts/slideLayout41.xml" /><Relationship Id="rId11" Type="http://schemas.openxmlformats.org/officeDocument/2006/relationships/slideLayout" Target="../slideLayouts/slideLayout46.xml" /><Relationship Id="rId5" Type="http://schemas.openxmlformats.org/officeDocument/2006/relationships/slideLayout" Target="../slideLayouts/slideLayout40.xml" /><Relationship Id="rId15" Type="http://schemas.openxmlformats.org/officeDocument/2006/relationships/slideLayout" Target="../slideLayouts/slideLayout50.xml" /><Relationship Id="rId10" Type="http://schemas.openxmlformats.org/officeDocument/2006/relationships/slideLayout" Target="../slideLayouts/slideLayout45.xml" /><Relationship Id="rId19" Type="http://schemas.openxmlformats.org/officeDocument/2006/relationships/slideLayout" Target="../slideLayouts/slideLayout54.xml" /><Relationship Id="rId4" Type="http://schemas.openxmlformats.org/officeDocument/2006/relationships/slideLayout" Target="../slideLayouts/slideLayout39.xml" /><Relationship Id="rId9" Type="http://schemas.openxmlformats.org/officeDocument/2006/relationships/slideLayout" Target="../slideLayouts/slideLayout44.xml" /><Relationship Id="rId14" Type="http://schemas.openxmlformats.org/officeDocument/2006/relationships/slideLayout" Target="../slideLayouts/slideLayout49.xml" /><Relationship Id="rId22" Type="http://schemas.openxmlformats.org/officeDocument/2006/relationships/theme" Target="../theme/theme4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 /><Relationship Id="rId13" Type="http://schemas.openxmlformats.org/officeDocument/2006/relationships/slideLayout" Target="../slideLayouts/slideLayout69.xml" /><Relationship Id="rId18" Type="http://schemas.openxmlformats.org/officeDocument/2006/relationships/slideLayout" Target="../slideLayouts/slideLayout74.xml" /><Relationship Id="rId3" Type="http://schemas.openxmlformats.org/officeDocument/2006/relationships/slideLayout" Target="../slideLayouts/slideLayout59.xml" /><Relationship Id="rId21" Type="http://schemas.openxmlformats.org/officeDocument/2006/relationships/slideLayout" Target="../slideLayouts/slideLayout77.xml" /><Relationship Id="rId7" Type="http://schemas.openxmlformats.org/officeDocument/2006/relationships/slideLayout" Target="../slideLayouts/slideLayout63.xml" /><Relationship Id="rId12" Type="http://schemas.openxmlformats.org/officeDocument/2006/relationships/slideLayout" Target="../slideLayouts/slideLayout68.xml" /><Relationship Id="rId17" Type="http://schemas.openxmlformats.org/officeDocument/2006/relationships/slideLayout" Target="../slideLayouts/slideLayout73.xml" /><Relationship Id="rId2" Type="http://schemas.openxmlformats.org/officeDocument/2006/relationships/slideLayout" Target="../slideLayouts/slideLayout58.xml" /><Relationship Id="rId16" Type="http://schemas.openxmlformats.org/officeDocument/2006/relationships/slideLayout" Target="../slideLayouts/slideLayout72.xml" /><Relationship Id="rId20" Type="http://schemas.openxmlformats.org/officeDocument/2006/relationships/slideLayout" Target="../slideLayouts/slideLayout76.xml" /><Relationship Id="rId1" Type="http://schemas.openxmlformats.org/officeDocument/2006/relationships/slideLayout" Target="../slideLayouts/slideLayout57.xml" /><Relationship Id="rId6" Type="http://schemas.openxmlformats.org/officeDocument/2006/relationships/slideLayout" Target="../slideLayouts/slideLayout62.xml" /><Relationship Id="rId11" Type="http://schemas.openxmlformats.org/officeDocument/2006/relationships/slideLayout" Target="../slideLayouts/slideLayout67.xml" /><Relationship Id="rId5" Type="http://schemas.openxmlformats.org/officeDocument/2006/relationships/slideLayout" Target="../slideLayouts/slideLayout61.xml" /><Relationship Id="rId15" Type="http://schemas.openxmlformats.org/officeDocument/2006/relationships/slideLayout" Target="../slideLayouts/slideLayout71.xml" /><Relationship Id="rId23" Type="http://schemas.openxmlformats.org/officeDocument/2006/relationships/theme" Target="../theme/theme5.xml" /><Relationship Id="rId10" Type="http://schemas.openxmlformats.org/officeDocument/2006/relationships/slideLayout" Target="../slideLayouts/slideLayout66.xml" /><Relationship Id="rId19" Type="http://schemas.openxmlformats.org/officeDocument/2006/relationships/slideLayout" Target="../slideLayouts/slideLayout75.xml" /><Relationship Id="rId4" Type="http://schemas.openxmlformats.org/officeDocument/2006/relationships/slideLayout" Target="../slideLayouts/slideLayout60.xml" /><Relationship Id="rId9" Type="http://schemas.openxmlformats.org/officeDocument/2006/relationships/slideLayout" Target="../slideLayouts/slideLayout65.xml" /><Relationship Id="rId14" Type="http://schemas.openxmlformats.org/officeDocument/2006/relationships/slideLayout" Target="../slideLayouts/slideLayout70.xml" /><Relationship Id="rId22" Type="http://schemas.openxmlformats.org/officeDocument/2006/relationships/slideLayout" Target="../slideLayouts/slideLayout78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 /><Relationship Id="rId13" Type="http://schemas.openxmlformats.org/officeDocument/2006/relationships/theme" Target="../theme/theme6.xml" /><Relationship Id="rId3" Type="http://schemas.openxmlformats.org/officeDocument/2006/relationships/slideLayout" Target="../slideLayouts/slideLayout81.xml" /><Relationship Id="rId7" Type="http://schemas.openxmlformats.org/officeDocument/2006/relationships/slideLayout" Target="../slideLayouts/slideLayout85.xml" /><Relationship Id="rId12" Type="http://schemas.openxmlformats.org/officeDocument/2006/relationships/slideLayout" Target="../slideLayouts/slideLayout90.xml" /><Relationship Id="rId2" Type="http://schemas.openxmlformats.org/officeDocument/2006/relationships/slideLayout" Target="../slideLayouts/slideLayout80.xml" /><Relationship Id="rId1" Type="http://schemas.openxmlformats.org/officeDocument/2006/relationships/slideLayout" Target="../slideLayouts/slideLayout79.xml" /><Relationship Id="rId6" Type="http://schemas.openxmlformats.org/officeDocument/2006/relationships/slideLayout" Target="../slideLayouts/slideLayout84.xml" /><Relationship Id="rId11" Type="http://schemas.openxmlformats.org/officeDocument/2006/relationships/slideLayout" Target="../slideLayouts/slideLayout89.xml" /><Relationship Id="rId5" Type="http://schemas.openxmlformats.org/officeDocument/2006/relationships/slideLayout" Target="../slideLayouts/slideLayout83.xml" /><Relationship Id="rId10" Type="http://schemas.openxmlformats.org/officeDocument/2006/relationships/slideLayout" Target="../slideLayouts/slideLayout88.xml" /><Relationship Id="rId4" Type="http://schemas.openxmlformats.org/officeDocument/2006/relationships/slideLayout" Target="../slideLayouts/slideLayout82.xml" /><Relationship Id="rId9" Type="http://schemas.openxmlformats.org/officeDocument/2006/relationships/slideLayout" Target="../slideLayouts/slideLayout87.xml" /><Relationship Id="rId14" Type="http://schemas.openxmlformats.org/officeDocument/2006/relationships/image" Target="../media/image4.png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 /><Relationship Id="rId13" Type="http://schemas.openxmlformats.org/officeDocument/2006/relationships/slideLayout" Target="../slideLayouts/slideLayout103.xml" /><Relationship Id="rId3" Type="http://schemas.openxmlformats.org/officeDocument/2006/relationships/slideLayout" Target="../slideLayouts/slideLayout93.xml" /><Relationship Id="rId7" Type="http://schemas.openxmlformats.org/officeDocument/2006/relationships/slideLayout" Target="../slideLayouts/slideLayout97.xml" /><Relationship Id="rId12" Type="http://schemas.openxmlformats.org/officeDocument/2006/relationships/slideLayout" Target="../slideLayouts/slideLayout102.xml" /><Relationship Id="rId2" Type="http://schemas.openxmlformats.org/officeDocument/2006/relationships/slideLayout" Target="../slideLayouts/slideLayout92.xml" /><Relationship Id="rId1" Type="http://schemas.openxmlformats.org/officeDocument/2006/relationships/slideLayout" Target="../slideLayouts/slideLayout91.xml" /><Relationship Id="rId6" Type="http://schemas.openxmlformats.org/officeDocument/2006/relationships/slideLayout" Target="../slideLayouts/slideLayout96.xml" /><Relationship Id="rId11" Type="http://schemas.openxmlformats.org/officeDocument/2006/relationships/slideLayout" Target="../slideLayouts/slideLayout101.xml" /><Relationship Id="rId5" Type="http://schemas.openxmlformats.org/officeDocument/2006/relationships/slideLayout" Target="../slideLayouts/slideLayout95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00.xml" /><Relationship Id="rId4" Type="http://schemas.openxmlformats.org/officeDocument/2006/relationships/slideLayout" Target="../slideLayouts/slideLayout94.xml" /><Relationship Id="rId9" Type="http://schemas.openxmlformats.org/officeDocument/2006/relationships/slideLayout" Target="../slideLayouts/slideLayout99.xml" /><Relationship Id="rId14" Type="http://schemas.openxmlformats.org/officeDocument/2006/relationships/theme" Target="../theme/theme7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106.xml" /><Relationship Id="rId7" Type="http://schemas.openxmlformats.org/officeDocument/2006/relationships/slideLayout" Target="../slideLayouts/slideLayout110.xml" /><Relationship Id="rId12" Type="http://schemas.openxmlformats.org/officeDocument/2006/relationships/theme" Target="../theme/theme8.xml" /><Relationship Id="rId2" Type="http://schemas.openxmlformats.org/officeDocument/2006/relationships/slideLayout" Target="../slideLayouts/slideLayout105.xml" /><Relationship Id="rId1" Type="http://schemas.openxmlformats.org/officeDocument/2006/relationships/slideLayout" Target="../slideLayouts/slideLayout104.xml" /><Relationship Id="rId6" Type="http://schemas.openxmlformats.org/officeDocument/2006/relationships/slideLayout" Target="../slideLayouts/slideLayout109.xml" /><Relationship Id="rId11" Type="http://schemas.openxmlformats.org/officeDocument/2006/relationships/slideLayout" Target="../slideLayouts/slideLayout114.xml" /><Relationship Id="rId5" Type="http://schemas.openxmlformats.org/officeDocument/2006/relationships/slideLayout" Target="../slideLayouts/slideLayout108.xml" /><Relationship Id="rId10" Type="http://schemas.openxmlformats.org/officeDocument/2006/relationships/slideLayout" Target="../slideLayouts/slideLayout113.xml" /><Relationship Id="rId4" Type="http://schemas.openxmlformats.org/officeDocument/2006/relationships/slideLayout" Target="../slideLayouts/slideLayout107.xml" /><Relationship Id="rId9" Type="http://schemas.openxmlformats.org/officeDocument/2006/relationships/slideLayout" Target="../slideLayouts/slideLayout112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 /><Relationship Id="rId13" Type="http://schemas.openxmlformats.org/officeDocument/2006/relationships/slideLayout" Target="../slideLayouts/slideLayout127.xml" /><Relationship Id="rId3" Type="http://schemas.openxmlformats.org/officeDocument/2006/relationships/slideLayout" Target="../slideLayouts/slideLayout117.xml" /><Relationship Id="rId7" Type="http://schemas.openxmlformats.org/officeDocument/2006/relationships/slideLayout" Target="../slideLayouts/slideLayout121.xml" /><Relationship Id="rId12" Type="http://schemas.openxmlformats.org/officeDocument/2006/relationships/slideLayout" Target="../slideLayouts/slideLayout126.xml" /><Relationship Id="rId2" Type="http://schemas.openxmlformats.org/officeDocument/2006/relationships/slideLayout" Target="../slideLayouts/slideLayout116.xml" /><Relationship Id="rId1" Type="http://schemas.openxmlformats.org/officeDocument/2006/relationships/slideLayout" Target="../slideLayouts/slideLayout115.xml" /><Relationship Id="rId6" Type="http://schemas.openxmlformats.org/officeDocument/2006/relationships/slideLayout" Target="../slideLayouts/slideLayout120.xml" /><Relationship Id="rId11" Type="http://schemas.openxmlformats.org/officeDocument/2006/relationships/slideLayout" Target="../slideLayouts/slideLayout125.xml" /><Relationship Id="rId5" Type="http://schemas.openxmlformats.org/officeDocument/2006/relationships/slideLayout" Target="../slideLayouts/slideLayout119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24.xml" /><Relationship Id="rId4" Type="http://schemas.openxmlformats.org/officeDocument/2006/relationships/slideLayout" Target="../slideLayouts/slideLayout118.xml" /><Relationship Id="rId9" Type="http://schemas.openxmlformats.org/officeDocument/2006/relationships/slideLayout" Target="../slideLayouts/slideLayout123.xml" /><Relationship Id="rId14" Type="http://schemas.openxmlformats.org/officeDocument/2006/relationships/theme" Target="../theme/theme9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 /><Relationship Id="rId13" Type="http://schemas.openxmlformats.org/officeDocument/2006/relationships/slideLayout" Target="../slideLayouts/slideLayout140.xml" /><Relationship Id="rId3" Type="http://schemas.openxmlformats.org/officeDocument/2006/relationships/slideLayout" Target="../slideLayouts/slideLayout130.xml" /><Relationship Id="rId7" Type="http://schemas.openxmlformats.org/officeDocument/2006/relationships/slideLayout" Target="../slideLayouts/slideLayout134.xml" /><Relationship Id="rId12" Type="http://schemas.openxmlformats.org/officeDocument/2006/relationships/slideLayout" Target="../slideLayouts/slideLayout139.xml" /><Relationship Id="rId2" Type="http://schemas.openxmlformats.org/officeDocument/2006/relationships/slideLayout" Target="../slideLayouts/slideLayout129.xml" /><Relationship Id="rId1" Type="http://schemas.openxmlformats.org/officeDocument/2006/relationships/slideLayout" Target="../slideLayouts/slideLayout128.xml" /><Relationship Id="rId6" Type="http://schemas.openxmlformats.org/officeDocument/2006/relationships/slideLayout" Target="../slideLayouts/slideLayout133.xml" /><Relationship Id="rId11" Type="http://schemas.openxmlformats.org/officeDocument/2006/relationships/slideLayout" Target="../slideLayouts/slideLayout138.xml" /><Relationship Id="rId5" Type="http://schemas.openxmlformats.org/officeDocument/2006/relationships/slideLayout" Target="../slideLayouts/slideLayout132.xml" /><Relationship Id="rId15" Type="http://schemas.openxmlformats.org/officeDocument/2006/relationships/image" Target="../media/image4.png" /><Relationship Id="rId10" Type="http://schemas.openxmlformats.org/officeDocument/2006/relationships/slideLayout" Target="../slideLayouts/slideLayout137.xml" /><Relationship Id="rId4" Type="http://schemas.openxmlformats.org/officeDocument/2006/relationships/slideLayout" Target="../slideLayouts/slideLayout131.xml" /><Relationship Id="rId9" Type="http://schemas.openxmlformats.org/officeDocument/2006/relationships/slideLayout" Target="../slideLayouts/slideLayout136.xml" /><Relationship Id="rId14" Type="http://schemas.openxmlformats.org/officeDocument/2006/relationships/theme" Target="../theme/theme10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 /><Relationship Id="rId13" Type="http://schemas.openxmlformats.org/officeDocument/2006/relationships/slideLayout" Target="../slideLayouts/slideLayout153.xml" /><Relationship Id="rId3" Type="http://schemas.openxmlformats.org/officeDocument/2006/relationships/slideLayout" Target="../slideLayouts/slideLayout143.xml" /><Relationship Id="rId7" Type="http://schemas.openxmlformats.org/officeDocument/2006/relationships/slideLayout" Target="../slideLayouts/slideLayout147.xml" /><Relationship Id="rId12" Type="http://schemas.openxmlformats.org/officeDocument/2006/relationships/slideLayout" Target="../slideLayouts/slideLayout152.xml" /><Relationship Id="rId2" Type="http://schemas.openxmlformats.org/officeDocument/2006/relationships/slideLayout" Target="../slideLayouts/slideLayout142.xml" /><Relationship Id="rId1" Type="http://schemas.openxmlformats.org/officeDocument/2006/relationships/slideLayout" Target="../slideLayouts/slideLayout141.xml" /><Relationship Id="rId6" Type="http://schemas.openxmlformats.org/officeDocument/2006/relationships/slideLayout" Target="../slideLayouts/slideLayout146.xml" /><Relationship Id="rId11" Type="http://schemas.openxmlformats.org/officeDocument/2006/relationships/slideLayout" Target="../slideLayouts/slideLayout151.xml" /><Relationship Id="rId5" Type="http://schemas.openxmlformats.org/officeDocument/2006/relationships/slideLayout" Target="../slideLayouts/slideLayout145.xml" /><Relationship Id="rId10" Type="http://schemas.openxmlformats.org/officeDocument/2006/relationships/slideLayout" Target="../slideLayouts/slideLayout150.xml" /><Relationship Id="rId4" Type="http://schemas.openxmlformats.org/officeDocument/2006/relationships/slideLayout" Target="../slideLayouts/slideLayout144.xml" /><Relationship Id="rId9" Type="http://schemas.openxmlformats.org/officeDocument/2006/relationships/slideLayout" Target="../slideLayouts/slideLayout149.xml" /><Relationship Id="rId14" Type="http://schemas.openxmlformats.org/officeDocument/2006/relationships/theme" Target="../theme/theme11.xml" 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 /><Relationship Id="rId13" Type="http://schemas.openxmlformats.org/officeDocument/2006/relationships/slideLayout" Target="../slideLayouts/slideLayout166.xml" /><Relationship Id="rId3" Type="http://schemas.openxmlformats.org/officeDocument/2006/relationships/slideLayout" Target="../slideLayouts/slideLayout156.xml" /><Relationship Id="rId7" Type="http://schemas.openxmlformats.org/officeDocument/2006/relationships/slideLayout" Target="../slideLayouts/slideLayout160.xml" /><Relationship Id="rId12" Type="http://schemas.openxmlformats.org/officeDocument/2006/relationships/slideLayout" Target="../slideLayouts/slideLayout165.xml" /><Relationship Id="rId2" Type="http://schemas.openxmlformats.org/officeDocument/2006/relationships/slideLayout" Target="../slideLayouts/slideLayout155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54.xml" /><Relationship Id="rId6" Type="http://schemas.openxmlformats.org/officeDocument/2006/relationships/slideLayout" Target="../slideLayouts/slideLayout159.xml" /><Relationship Id="rId11" Type="http://schemas.openxmlformats.org/officeDocument/2006/relationships/slideLayout" Target="../slideLayouts/slideLayout164.xml" /><Relationship Id="rId5" Type="http://schemas.openxmlformats.org/officeDocument/2006/relationships/slideLayout" Target="../slideLayouts/slideLayout158.xml" /><Relationship Id="rId15" Type="http://schemas.openxmlformats.org/officeDocument/2006/relationships/theme" Target="../theme/theme12.xml" /><Relationship Id="rId10" Type="http://schemas.openxmlformats.org/officeDocument/2006/relationships/slideLayout" Target="../slideLayouts/slideLayout163.xml" /><Relationship Id="rId4" Type="http://schemas.openxmlformats.org/officeDocument/2006/relationships/slideLayout" Target="../slideLayouts/slideLayout157.xml" /><Relationship Id="rId9" Type="http://schemas.openxmlformats.org/officeDocument/2006/relationships/slideLayout" Target="../slideLayouts/slideLayout162.xml" /><Relationship Id="rId14" Type="http://schemas.openxmlformats.org/officeDocument/2006/relationships/slideLayout" Target="../slideLayouts/slideLayout167.xml" 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 /><Relationship Id="rId13" Type="http://schemas.openxmlformats.org/officeDocument/2006/relationships/slideLayout" Target="../slideLayouts/slideLayout180.xml" /><Relationship Id="rId3" Type="http://schemas.openxmlformats.org/officeDocument/2006/relationships/slideLayout" Target="../slideLayouts/slideLayout170.xml" /><Relationship Id="rId7" Type="http://schemas.openxmlformats.org/officeDocument/2006/relationships/slideLayout" Target="../slideLayouts/slideLayout174.xml" /><Relationship Id="rId12" Type="http://schemas.openxmlformats.org/officeDocument/2006/relationships/slideLayout" Target="../slideLayouts/slideLayout179.xml" /><Relationship Id="rId2" Type="http://schemas.openxmlformats.org/officeDocument/2006/relationships/slideLayout" Target="../slideLayouts/slideLayout169.xml" /><Relationship Id="rId1" Type="http://schemas.openxmlformats.org/officeDocument/2006/relationships/slideLayout" Target="../slideLayouts/slideLayout168.xml" /><Relationship Id="rId6" Type="http://schemas.openxmlformats.org/officeDocument/2006/relationships/slideLayout" Target="../slideLayouts/slideLayout173.xml" /><Relationship Id="rId11" Type="http://schemas.openxmlformats.org/officeDocument/2006/relationships/slideLayout" Target="../slideLayouts/slideLayout178.xml" /><Relationship Id="rId5" Type="http://schemas.openxmlformats.org/officeDocument/2006/relationships/slideLayout" Target="../slideLayouts/slideLayout172.xml" /><Relationship Id="rId10" Type="http://schemas.openxmlformats.org/officeDocument/2006/relationships/slideLayout" Target="../slideLayouts/slideLayout177.xml" /><Relationship Id="rId4" Type="http://schemas.openxmlformats.org/officeDocument/2006/relationships/slideLayout" Target="../slideLayouts/slideLayout171.xml" /><Relationship Id="rId9" Type="http://schemas.openxmlformats.org/officeDocument/2006/relationships/slideLayout" Target="../slideLayouts/slideLayout176.xml" /><Relationship Id="rId14" Type="http://schemas.openxmlformats.org/officeDocument/2006/relationships/theme" Target="../theme/theme13.xml" 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 /><Relationship Id="rId13" Type="http://schemas.openxmlformats.org/officeDocument/2006/relationships/slideLayout" Target="../slideLayouts/slideLayout193.xml" /><Relationship Id="rId3" Type="http://schemas.openxmlformats.org/officeDocument/2006/relationships/slideLayout" Target="../slideLayouts/slideLayout183.xml" /><Relationship Id="rId7" Type="http://schemas.openxmlformats.org/officeDocument/2006/relationships/slideLayout" Target="../slideLayouts/slideLayout187.xml" /><Relationship Id="rId12" Type="http://schemas.openxmlformats.org/officeDocument/2006/relationships/slideLayout" Target="../slideLayouts/slideLayout192.xml" /><Relationship Id="rId2" Type="http://schemas.openxmlformats.org/officeDocument/2006/relationships/slideLayout" Target="../slideLayouts/slideLayout182.xml" /><Relationship Id="rId1" Type="http://schemas.openxmlformats.org/officeDocument/2006/relationships/slideLayout" Target="../slideLayouts/slideLayout181.xml" /><Relationship Id="rId6" Type="http://schemas.openxmlformats.org/officeDocument/2006/relationships/slideLayout" Target="../slideLayouts/slideLayout186.xml" /><Relationship Id="rId11" Type="http://schemas.openxmlformats.org/officeDocument/2006/relationships/slideLayout" Target="../slideLayouts/slideLayout191.xml" /><Relationship Id="rId5" Type="http://schemas.openxmlformats.org/officeDocument/2006/relationships/slideLayout" Target="../slideLayouts/slideLayout185.xml" /><Relationship Id="rId15" Type="http://schemas.openxmlformats.org/officeDocument/2006/relationships/theme" Target="../theme/theme14.xml" /><Relationship Id="rId10" Type="http://schemas.openxmlformats.org/officeDocument/2006/relationships/slideLayout" Target="../slideLayouts/slideLayout190.xml" /><Relationship Id="rId4" Type="http://schemas.openxmlformats.org/officeDocument/2006/relationships/slideLayout" Target="../slideLayouts/slideLayout184.xml" /><Relationship Id="rId9" Type="http://schemas.openxmlformats.org/officeDocument/2006/relationships/slideLayout" Target="../slideLayouts/slideLayout189.xml" /><Relationship Id="rId14" Type="http://schemas.openxmlformats.org/officeDocument/2006/relationships/slideLayout" Target="../slideLayouts/slideLayout194.xml" 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2.xml" /><Relationship Id="rId13" Type="http://schemas.openxmlformats.org/officeDocument/2006/relationships/slideLayout" Target="../slideLayouts/slideLayout207.xml" /><Relationship Id="rId3" Type="http://schemas.openxmlformats.org/officeDocument/2006/relationships/slideLayout" Target="../slideLayouts/slideLayout197.xml" /><Relationship Id="rId7" Type="http://schemas.openxmlformats.org/officeDocument/2006/relationships/slideLayout" Target="../slideLayouts/slideLayout201.xml" /><Relationship Id="rId12" Type="http://schemas.openxmlformats.org/officeDocument/2006/relationships/slideLayout" Target="../slideLayouts/slideLayout206.xml" /><Relationship Id="rId17" Type="http://schemas.openxmlformats.org/officeDocument/2006/relationships/theme" Target="../theme/theme15.xml" /><Relationship Id="rId2" Type="http://schemas.openxmlformats.org/officeDocument/2006/relationships/slideLayout" Target="../slideLayouts/slideLayout196.xml" /><Relationship Id="rId16" Type="http://schemas.openxmlformats.org/officeDocument/2006/relationships/slideLayout" Target="../slideLayouts/slideLayout210.xml" /><Relationship Id="rId1" Type="http://schemas.openxmlformats.org/officeDocument/2006/relationships/slideLayout" Target="../slideLayouts/slideLayout195.xml" /><Relationship Id="rId6" Type="http://schemas.openxmlformats.org/officeDocument/2006/relationships/slideLayout" Target="../slideLayouts/slideLayout200.xml" /><Relationship Id="rId11" Type="http://schemas.openxmlformats.org/officeDocument/2006/relationships/slideLayout" Target="../slideLayouts/slideLayout205.xml" /><Relationship Id="rId5" Type="http://schemas.openxmlformats.org/officeDocument/2006/relationships/slideLayout" Target="../slideLayouts/slideLayout199.xml" /><Relationship Id="rId15" Type="http://schemas.openxmlformats.org/officeDocument/2006/relationships/slideLayout" Target="../slideLayouts/slideLayout209.xml" /><Relationship Id="rId10" Type="http://schemas.openxmlformats.org/officeDocument/2006/relationships/slideLayout" Target="../slideLayouts/slideLayout204.xml" /><Relationship Id="rId4" Type="http://schemas.openxmlformats.org/officeDocument/2006/relationships/slideLayout" Target="../slideLayouts/slideLayout198.xml" /><Relationship Id="rId9" Type="http://schemas.openxmlformats.org/officeDocument/2006/relationships/slideLayout" Target="../slideLayouts/slideLayout203.xml" /><Relationship Id="rId14" Type="http://schemas.openxmlformats.org/officeDocument/2006/relationships/slideLayout" Target="../slideLayouts/slideLayout208.xml" 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8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213.xml" /><Relationship Id="rId7" Type="http://schemas.openxmlformats.org/officeDocument/2006/relationships/slideLayout" Target="../slideLayouts/slideLayout217.xml" /><Relationship Id="rId12" Type="http://schemas.openxmlformats.org/officeDocument/2006/relationships/theme" Target="../theme/theme16.xml" /><Relationship Id="rId2" Type="http://schemas.openxmlformats.org/officeDocument/2006/relationships/slideLayout" Target="../slideLayouts/slideLayout212.xml" /><Relationship Id="rId1" Type="http://schemas.openxmlformats.org/officeDocument/2006/relationships/slideLayout" Target="../slideLayouts/slideLayout211.xml" /><Relationship Id="rId6" Type="http://schemas.openxmlformats.org/officeDocument/2006/relationships/slideLayout" Target="../slideLayouts/slideLayout216.xml" /><Relationship Id="rId11" Type="http://schemas.openxmlformats.org/officeDocument/2006/relationships/slideLayout" Target="../slideLayouts/slideLayout221.xml" /><Relationship Id="rId5" Type="http://schemas.openxmlformats.org/officeDocument/2006/relationships/slideLayout" Target="../slideLayouts/slideLayout215.xml" /><Relationship Id="rId10" Type="http://schemas.openxmlformats.org/officeDocument/2006/relationships/slideLayout" Target="../slideLayouts/slideLayout220.xml" /><Relationship Id="rId4" Type="http://schemas.openxmlformats.org/officeDocument/2006/relationships/slideLayout" Target="../slideLayouts/slideLayout214.xml" /><Relationship Id="rId9" Type="http://schemas.openxmlformats.org/officeDocument/2006/relationships/slideLayout" Target="../slideLayouts/slideLayout219.xml" 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 /><Relationship Id="rId13" Type="http://schemas.openxmlformats.org/officeDocument/2006/relationships/slideLayout" Target="../slideLayouts/slideLayout234.xml" /><Relationship Id="rId18" Type="http://schemas.openxmlformats.org/officeDocument/2006/relationships/image" Target="../media/image4.png" /><Relationship Id="rId3" Type="http://schemas.openxmlformats.org/officeDocument/2006/relationships/slideLayout" Target="../slideLayouts/slideLayout224.xml" /><Relationship Id="rId7" Type="http://schemas.openxmlformats.org/officeDocument/2006/relationships/slideLayout" Target="../slideLayouts/slideLayout228.xml" /><Relationship Id="rId12" Type="http://schemas.openxmlformats.org/officeDocument/2006/relationships/slideLayout" Target="../slideLayouts/slideLayout233.xml" /><Relationship Id="rId17" Type="http://schemas.openxmlformats.org/officeDocument/2006/relationships/theme" Target="../theme/theme17.xml" /><Relationship Id="rId2" Type="http://schemas.openxmlformats.org/officeDocument/2006/relationships/slideLayout" Target="../slideLayouts/slideLayout223.xml" /><Relationship Id="rId16" Type="http://schemas.openxmlformats.org/officeDocument/2006/relationships/slideLayout" Target="../slideLayouts/slideLayout237.xml" /><Relationship Id="rId1" Type="http://schemas.openxmlformats.org/officeDocument/2006/relationships/slideLayout" Target="../slideLayouts/slideLayout222.xml" /><Relationship Id="rId6" Type="http://schemas.openxmlformats.org/officeDocument/2006/relationships/slideLayout" Target="../slideLayouts/slideLayout227.xml" /><Relationship Id="rId11" Type="http://schemas.openxmlformats.org/officeDocument/2006/relationships/slideLayout" Target="../slideLayouts/slideLayout232.xml" /><Relationship Id="rId5" Type="http://schemas.openxmlformats.org/officeDocument/2006/relationships/slideLayout" Target="../slideLayouts/slideLayout226.xml" /><Relationship Id="rId15" Type="http://schemas.openxmlformats.org/officeDocument/2006/relationships/slideLayout" Target="../slideLayouts/slideLayout236.xml" /><Relationship Id="rId10" Type="http://schemas.openxmlformats.org/officeDocument/2006/relationships/slideLayout" Target="../slideLayouts/slideLayout231.xml" /><Relationship Id="rId4" Type="http://schemas.openxmlformats.org/officeDocument/2006/relationships/slideLayout" Target="../slideLayouts/slideLayout225.xml" /><Relationship Id="rId9" Type="http://schemas.openxmlformats.org/officeDocument/2006/relationships/slideLayout" Target="../slideLayouts/slideLayout230.xml" /><Relationship Id="rId14" Type="http://schemas.openxmlformats.org/officeDocument/2006/relationships/slideLayout" Target="../slideLayouts/slideLayout235.xml" 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 /><Relationship Id="rId13" Type="http://schemas.openxmlformats.org/officeDocument/2006/relationships/image" Target="../media/image4.png" /><Relationship Id="rId3" Type="http://schemas.openxmlformats.org/officeDocument/2006/relationships/slideLayout" Target="../slideLayouts/slideLayout240.xml" /><Relationship Id="rId7" Type="http://schemas.openxmlformats.org/officeDocument/2006/relationships/slideLayout" Target="../slideLayouts/slideLayout244.xml" /><Relationship Id="rId12" Type="http://schemas.openxmlformats.org/officeDocument/2006/relationships/theme" Target="../theme/theme18.xml" /><Relationship Id="rId2" Type="http://schemas.openxmlformats.org/officeDocument/2006/relationships/slideLayout" Target="../slideLayouts/slideLayout239.xml" /><Relationship Id="rId1" Type="http://schemas.openxmlformats.org/officeDocument/2006/relationships/slideLayout" Target="../slideLayouts/slideLayout238.xml" /><Relationship Id="rId6" Type="http://schemas.openxmlformats.org/officeDocument/2006/relationships/slideLayout" Target="../slideLayouts/slideLayout243.xml" /><Relationship Id="rId11" Type="http://schemas.openxmlformats.org/officeDocument/2006/relationships/slideLayout" Target="../slideLayouts/slideLayout248.xml" /><Relationship Id="rId5" Type="http://schemas.openxmlformats.org/officeDocument/2006/relationships/slideLayout" Target="../slideLayouts/slideLayout242.xml" /><Relationship Id="rId10" Type="http://schemas.openxmlformats.org/officeDocument/2006/relationships/slideLayout" Target="../slideLayouts/slideLayout247.xml" /><Relationship Id="rId4" Type="http://schemas.openxmlformats.org/officeDocument/2006/relationships/slideLayout" Target="../slideLayouts/slideLayout241.xml" /><Relationship Id="rId9" Type="http://schemas.openxmlformats.org/officeDocument/2006/relationships/slideLayout" Target="../slideLayouts/slideLayout24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AE0A98B-91D6-4D0A-A390-AF26B360F87A}" type="datetime1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  <p:sldLayoutId id="2147483923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5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26" r:id="rId14"/>
    <p:sldLayoutId id="2147484027" r:id="rId15"/>
    <p:sldLayoutId id="2147484032" r:id="rId16"/>
    <p:sldLayoutId id="2147484033" r:id="rId17"/>
    <p:sldLayoutId id="2147484034" r:id="rId18"/>
    <p:sldLayoutId id="2147484038" r:id="rId19"/>
    <p:sldLayoutId id="2147484039" r:id="rId20"/>
    <p:sldLayoutId id="2147484041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9E909E-7C98-4E08-B6CF-5AC97662F8A6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 January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IS ZC464,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  <p:sldLayoutId id="2147484187" r:id="rId12"/>
    <p:sldLayoutId id="2147484188" r:id="rId13"/>
    <p:sldLayoutId id="2147484189" r:id="rId14"/>
    <p:sldLayoutId id="2147484190" r:id="rId15"/>
    <p:sldLayoutId id="2147484191" r:id="rId16"/>
    <p:sldLayoutId id="2147484192" r:id="rId17"/>
    <p:sldLayoutId id="2147484193" r:id="rId18"/>
    <p:sldLayoutId id="2147484194" r:id="rId19"/>
    <p:sldLayoutId id="2147484198" r:id="rId20"/>
    <p:sldLayoutId id="2147484199" r:id="rId21"/>
    <p:sldLayoutId id="2147484202" r:id="rId22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4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407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6" r:id="rId4"/>
    <p:sldLayoutId id="2147484387" r:id="rId5"/>
    <p:sldLayoutId id="2147484388" r:id="rId6"/>
    <p:sldLayoutId id="2147484389" r:id="rId7"/>
    <p:sldLayoutId id="2147484390" r:id="rId8"/>
    <p:sldLayoutId id="2147484391" r:id="rId9"/>
    <p:sldLayoutId id="2147484392" r:id="rId10"/>
    <p:sldLayoutId id="2147484393" r:id="rId11"/>
    <p:sldLayoutId id="2147484396" r:id="rId12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9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  <p:sldLayoutId id="2147484428" r:id="rId12"/>
    <p:sldLayoutId id="2147484430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227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4" r:id="rId1"/>
    <p:sldLayoutId id="2147484435" r:id="rId2"/>
    <p:sldLayoutId id="2147484436" r:id="rId3"/>
    <p:sldLayoutId id="2147484437" r:id="rId4"/>
    <p:sldLayoutId id="2147484438" r:id="rId5"/>
    <p:sldLayoutId id="2147484439" r:id="rId6"/>
    <p:sldLayoutId id="2147484440" r:id="rId7"/>
    <p:sldLayoutId id="2147484441" r:id="rId8"/>
    <p:sldLayoutId id="2147484442" r:id="rId9"/>
    <p:sldLayoutId id="2147484443" r:id="rId10"/>
    <p:sldLayoutId id="2147484444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83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2" r:id="rId1"/>
    <p:sldLayoutId id="2147484523" r:id="rId2"/>
    <p:sldLayoutId id="2147484524" r:id="rId3"/>
    <p:sldLayoutId id="2147484525" r:id="rId4"/>
    <p:sldLayoutId id="2147484526" r:id="rId5"/>
    <p:sldLayoutId id="2147484527" r:id="rId6"/>
    <p:sldLayoutId id="2147484528" r:id="rId7"/>
    <p:sldLayoutId id="2147484529" r:id="rId8"/>
    <p:sldLayoutId id="2147484530" r:id="rId9"/>
    <p:sldLayoutId id="2147484531" r:id="rId10"/>
    <p:sldLayoutId id="2147484532" r:id="rId11"/>
    <p:sldLayoutId id="2147484533" r:id="rId12"/>
    <p:sldLayoutId id="2147484535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6" r:id="rId1"/>
    <p:sldLayoutId id="2147484557" r:id="rId2"/>
    <p:sldLayoutId id="2147484558" r:id="rId3"/>
    <p:sldLayoutId id="2147484559" r:id="rId4"/>
    <p:sldLayoutId id="2147484560" r:id="rId5"/>
    <p:sldLayoutId id="2147484561" r:id="rId6"/>
    <p:sldLayoutId id="2147484562" r:id="rId7"/>
    <p:sldLayoutId id="2147484563" r:id="rId8"/>
    <p:sldLayoutId id="2147484564" r:id="rId9"/>
    <p:sldLayoutId id="2147484565" r:id="rId10"/>
    <p:sldLayoutId id="2147484566" r:id="rId11"/>
    <p:sldLayoutId id="2147484567" r:id="rId12"/>
    <p:sldLayoutId id="2147484569" r:id="rId13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0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74" r:id="rId2"/>
    <p:sldLayoutId id="2147484575" r:id="rId3"/>
    <p:sldLayoutId id="2147484576" r:id="rId4"/>
    <p:sldLayoutId id="2147484577" r:id="rId5"/>
    <p:sldLayoutId id="2147484578" r:id="rId6"/>
    <p:sldLayoutId id="2147484579" r:id="rId7"/>
    <p:sldLayoutId id="2147484580" r:id="rId8"/>
    <p:sldLayoutId id="2147484581" r:id="rId9"/>
    <p:sldLayoutId id="2147484582" r:id="rId10"/>
    <p:sldLayoutId id="2147484583" r:id="rId11"/>
    <p:sldLayoutId id="2147484584" r:id="rId12"/>
    <p:sldLayoutId id="2147484585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26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0" r:id="rId1"/>
    <p:sldLayoutId id="2147484661" r:id="rId2"/>
    <p:sldLayoutId id="2147484662" r:id="rId3"/>
    <p:sldLayoutId id="2147484663" r:id="rId4"/>
    <p:sldLayoutId id="2147484664" r:id="rId5"/>
    <p:sldLayoutId id="2147484665" r:id="rId6"/>
    <p:sldLayoutId id="2147484666" r:id="rId7"/>
    <p:sldLayoutId id="2147484667" r:id="rId8"/>
    <p:sldLayoutId id="2147484668" r:id="rId9"/>
    <p:sldLayoutId id="2147484669" r:id="rId10"/>
    <p:sldLayoutId id="2147484670" r:id="rId11"/>
    <p:sldLayoutId id="2147484671" r:id="rId12"/>
    <p:sldLayoutId id="2147484672" r:id="rId13"/>
    <p:sldLayoutId id="2147484680" r:id="rId14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74952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907" r:id="rId1"/>
    <p:sldLayoutId id="2147484908" r:id="rId2"/>
    <p:sldLayoutId id="2147484909" r:id="rId3"/>
    <p:sldLayoutId id="2147484910" r:id="rId4"/>
    <p:sldLayoutId id="2147484911" r:id="rId5"/>
    <p:sldLayoutId id="2147484912" r:id="rId6"/>
    <p:sldLayoutId id="2147484913" r:id="rId7"/>
    <p:sldLayoutId id="2147484914" r:id="rId8"/>
    <p:sldLayoutId id="2147484915" r:id="rId9"/>
    <p:sldLayoutId id="2147484916" r:id="rId10"/>
    <p:sldLayoutId id="2147484917" r:id="rId11"/>
    <p:sldLayoutId id="2147484918" r:id="rId12"/>
    <p:sldLayoutId id="214748491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0A98B-91D6-4D0A-A390-AF26B360F87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7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6" r:id="rId1"/>
    <p:sldLayoutId id="2147484937" r:id="rId2"/>
    <p:sldLayoutId id="2147484938" r:id="rId3"/>
    <p:sldLayoutId id="2147484939" r:id="rId4"/>
    <p:sldLayoutId id="2147484940" r:id="rId5"/>
    <p:sldLayoutId id="2147484941" r:id="rId6"/>
    <p:sldLayoutId id="2147484942" r:id="rId7"/>
    <p:sldLayoutId id="2147484943" r:id="rId8"/>
    <p:sldLayoutId id="2147484944" r:id="rId9"/>
    <p:sldLayoutId id="2147484945" r:id="rId10"/>
    <p:sldLayoutId id="2147484946" r:id="rId11"/>
    <p:sldLayoutId id="2147484947" r:id="rId12"/>
    <p:sldLayoutId id="2147484948" r:id="rId13"/>
    <p:sldLayoutId id="2147484950" r:id="rId14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A149CE-A26C-4113-98AE-9143637F4E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1/10/2026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B935C-A2BB-404C-A6C5-67E906802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7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6" r:id="rId1"/>
    <p:sldLayoutId id="2147484967" r:id="rId2"/>
    <p:sldLayoutId id="2147484968" r:id="rId3"/>
    <p:sldLayoutId id="2147484969" r:id="rId4"/>
    <p:sldLayoutId id="2147484971" r:id="rId5"/>
    <p:sldLayoutId id="2147484972" r:id="rId6"/>
    <p:sldLayoutId id="2147484973" r:id="rId7"/>
    <p:sldLayoutId id="2147484974" r:id="rId8"/>
    <p:sldLayoutId id="2147484976" r:id="rId9"/>
    <p:sldLayoutId id="2147484977" r:id="rId10"/>
    <p:sldLayoutId id="2147484978" r:id="rId11"/>
    <p:sldLayoutId id="2147484979" r:id="rId12"/>
    <p:sldLayoutId id="2147484980" r:id="rId13"/>
    <p:sldLayoutId id="2147484981" r:id="rId14"/>
    <p:sldLayoutId id="2147484982" r:id="rId15"/>
    <p:sldLayoutId id="2147484983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31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3" r:id="rId1"/>
    <p:sldLayoutId id="2147485054" r:id="rId2"/>
    <p:sldLayoutId id="2147485057" r:id="rId3"/>
    <p:sldLayoutId id="2147485058" r:id="rId4"/>
    <p:sldLayoutId id="2147485059" r:id="rId5"/>
    <p:sldLayoutId id="2147485060" r:id="rId6"/>
    <p:sldLayoutId id="2147485061" r:id="rId7"/>
    <p:sldLayoutId id="2147485062" r:id="rId8"/>
    <p:sldLayoutId id="2147485063" r:id="rId9"/>
    <p:sldLayoutId id="2147485064" r:id="rId10"/>
    <p:sldLayoutId id="214748506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pic>
        <p:nvPicPr>
          <p:cNvPr id="8" name="Picture 7" descr="Picture 7.png"/>
          <p:cNvPicPr>
            <a:picLocks noChangeAspect="1"/>
          </p:cNvPicPr>
          <p:nvPr/>
        </p:nvPicPr>
        <p:blipFill>
          <a:blip r:embed="rId18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2" name="Group 8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97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8" r:id="rId2"/>
    <p:sldLayoutId id="2147485071" r:id="rId3"/>
    <p:sldLayoutId id="2147485072" r:id="rId4"/>
    <p:sldLayoutId id="2147485073" r:id="rId5"/>
    <p:sldLayoutId id="2147485074" r:id="rId6"/>
    <p:sldLayoutId id="2147485077" r:id="rId7"/>
    <p:sldLayoutId id="2147485085" r:id="rId8"/>
    <p:sldLayoutId id="2147485086" r:id="rId9"/>
    <p:sldLayoutId id="2147485087" r:id="rId10"/>
    <p:sldLayoutId id="2147485088" r:id="rId11"/>
    <p:sldLayoutId id="2147485089" r:id="rId12"/>
    <p:sldLayoutId id="2147485090" r:id="rId13"/>
    <p:sldLayoutId id="2147485091" r:id="rId14"/>
    <p:sldLayoutId id="2147485095" r:id="rId15"/>
    <p:sldLayoutId id="2147485096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" name="Google Shape;11;p59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9" descr="Picture 7.png"/>
          <p:cNvPicPr preferRelativeResize="0"/>
          <p:nvPr/>
        </p:nvPicPr>
        <p:blipFill rotWithShape="1">
          <a:blip r:embed="rId13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59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" name="Google Shape;14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" name="Google Shape;16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" name="Google Shape;17;p59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8" name="Google Shape;18;p5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" name="Google Shape;19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" name="Google Shape;20;p5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5248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5114" r:id="rId1"/>
    <p:sldLayoutId id="2147485115" r:id="rId2"/>
    <p:sldLayoutId id="2147485116" r:id="rId3"/>
    <p:sldLayoutId id="2147485117" r:id="rId4"/>
    <p:sldLayoutId id="2147485119" r:id="rId5"/>
    <p:sldLayoutId id="2147485120" r:id="rId6"/>
    <p:sldLayoutId id="2147485121" r:id="rId7"/>
    <p:sldLayoutId id="2147485122" r:id="rId8"/>
    <p:sldLayoutId id="2147485124" r:id="rId9"/>
    <p:sldLayoutId id="2147485125" r:id="rId10"/>
    <p:sldLayoutId id="214748512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6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69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customXml" Target="../ink/ink1.xml" /><Relationship Id="rId1" Type="http://schemas.openxmlformats.org/officeDocument/2006/relationships/slideLayout" Target="../slideLayouts/slideLayout19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36.xml" /><Relationship Id="rId4" Type="http://schemas.openxmlformats.org/officeDocument/2006/relationships/image" Target="../media/image16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 /><Relationship Id="rId3" Type="http://schemas.openxmlformats.org/officeDocument/2006/relationships/image" Target="../media/image17.png" /><Relationship Id="rId7" Type="http://schemas.openxmlformats.org/officeDocument/2006/relationships/customXml" Target="../ink/ink3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190.png" /><Relationship Id="rId5" Type="http://schemas.openxmlformats.org/officeDocument/2006/relationships/image" Target="../media/image24.emf" /><Relationship Id="rId4" Type="http://schemas.openxmlformats.org/officeDocument/2006/relationships/image" Target="../media/image2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customXml" Target="../ink/ink4.xml" /><Relationship Id="rId1" Type="http://schemas.openxmlformats.org/officeDocument/2006/relationships/slideLayout" Target="../slideLayouts/slideLayout22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26.png" /><Relationship Id="rId5" Type="http://schemas.openxmlformats.org/officeDocument/2006/relationships/customXml" Target="../ink/ink5.xml" /><Relationship Id="rId4" Type="http://schemas.openxmlformats.org/officeDocument/2006/relationships/image" Target="../media/image360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360.png" /><Relationship Id="rId7" Type="http://schemas.openxmlformats.org/officeDocument/2006/relationships/customXml" Target="../ink/ink6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24.png" /><Relationship Id="rId5" Type="http://schemas.openxmlformats.org/officeDocument/2006/relationships/image" Target="../media/image380.png" /><Relationship Id="rId4" Type="http://schemas.openxmlformats.org/officeDocument/2006/relationships/image" Target="../media/image370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 /><Relationship Id="rId3" Type="http://schemas.openxmlformats.org/officeDocument/2006/relationships/image" Target="../media/image28.png" /><Relationship Id="rId7" Type="http://schemas.openxmlformats.org/officeDocument/2006/relationships/customXml" Target="../ink/ink7.xml" /><Relationship Id="rId2" Type="http://schemas.openxmlformats.org/officeDocument/2006/relationships/oleObject" Target="../embeddings/oleObject1.bin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420.png" /><Relationship Id="rId5" Type="http://schemas.openxmlformats.org/officeDocument/2006/relationships/image" Target="../media/image411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customXml" Target="../ink/ink8.xml" /><Relationship Id="rId1" Type="http://schemas.openxmlformats.org/officeDocument/2006/relationships/slideLayout" Target="../slideLayouts/slideLayout237.xml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 /><Relationship Id="rId3" Type="http://schemas.openxmlformats.org/officeDocument/2006/relationships/image" Target="../media/image360.png" /><Relationship Id="rId7" Type="http://schemas.openxmlformats.org/officeDocument/2006/relationships/image" Target="../media/image3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23.xml" /><Relationship Id="rId6" Type="http://schemas.openxmlformats.org/officeDocument/2006/relationships/image" Target="../media/image31.emf" /><Relationship Id="rId5" Type="http://schemas.openxmlformats.org/officeDocument/2006/relationships/image" Target="../media/image380.png" /><Relationship Id="rId4" Type="http://schemas.openxmlformats.org/officeDocument/2006/relationships/image" Target="../media/image370.png" /><Relationship Id="rId9" Type="http://schemas.openxmlformats.org/officeDocument/2006/relationships/image" Target="../media/image33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 /><Relationship Id="rId3" Type="http://schemas.openxmlformats.org/officeDocument/2006/relationships/image" Target="../media/image34.emf" /><Relationship Id="rId7" Type="http://schemas.openxmlformats.org/officeDocument/2006/relationships/image" Target="../media/image38.emf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37.emf" /><Relationship Id="rId5" Type="http://schemas.openxmlformats.org/officeDocument/2006/relationships/image" Target="../media/image36.emf" /><Relationship Id="rId10" Type="http://schemas.openxmlformats.org/officeDocument/2006/relationships/image" Target="../media/image40.png" /><Relationship Id="rId4" Type="http://schemas.openxmlformats.org/officeDocument/2006/relationships/image" Target="../media/image35.emf" /><Relationship Id="rId9" Type="http://schemas.openxmlformats.org/officeDocument/2006/relationships/customXml" Target="../ink/ink10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 /><Relationship Id="rId3" Type="http://schemas.openxmlformats.org/officeDocument/2006/relationships/image" Target="../media/image34.emf" /><Relationship Id="rId7" Type="http://schemas.openxmlformats.org/officeDocument/2006/relationships/image" Target="../media/image41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39.emf" /><Relationship Id="rId5" Type="http://schemas.openxmlformats.org/officeDocument/2006/relationships/image" Target="../media/image36.emf" /><Relationship Id="rId4" Type="http://schemas.openxmlformats.org/officeDocument/2006/relationships/image" Target="../media/image35.emf" /><Relationship Id="rId9" Type="http://schemas.openxmlformats.org/officeDocument/2006/relationships/image" Target="../media/image42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 /><Relationship Id="rId3" Type="http://schemas.openxmlformats.org/officeDocument/2006/relationships/image" Target="../media/image43.png" /><Relationship Id="rId7" Type="http://schemas.openxmlformats.org/officeDocument/2006/relationships/customXml" Target="../ink/ink12.xml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551.png" /><Relationship Id="rId5" Type="http://schemas.openxmlformats.org/officeDocument/2006/relationships/image" Target="../media/image540.png" /><Relationship Id="rId4" Type="http://schemas.openxmlformats.org/officeDocument/2006/relationships/image" Target="../media/image44.png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 /><Relationship Id="rId3" Type="http://schemas.openxmlformats.org/officeDocument/2006/relationships/image" Target="../media/image43.png" /><Relationship Id="rId7" Type="http://schemas.openxmlformats.org/officeDocument/2006/relationships/image" Target="../media/image551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540.png" /><Relationship Id="rId11" Type="http://schemas.openxmlformats.org/officeDocument/2006/relationships/image" Target="../media/image46.png" /><Relationship Id="rId5" Type="http://schemas.openxmlformats.org/officeDocument/2006/relationships/image" Target="../media/image36.emf" /><Relationship Id="rId10" Type="http://schemas.openxmlformats.org/officeDocument/2006/relationships/customXml" Target="../ink/ink13.xml" /><Relationship Id="rId4" Type="http://schemas.openxmlformats.org/officeDocument/2006/relationships/image" Target="../media/image44.png" /><Relationship Id="rId9" Type="http://schemas.openxmlformats.org/officeDocument/2006/relationships/image" Target="../media/image570.png" 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 /><Relationship Id="rId3" Type="http://schemas.openxmlformats.org/officeDocument/2006/relationships/image" Target="../media/image48.emf" /><Relationship Id="rId7" Type="http://schemas.openxmlformats.org/officeDocument/2006/relationships/customXml" Target="../ink/ink14.xml" /><Relationship Id="rId2" Type="http://schemas.openxmlformats.org/officeDocument/2006/relationships/image" Target="../media/image47.emf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49.emf" /><Relationship Id="rId5" Type="http://schemas.openxmlformats.org/officeDocument/2006/relationships/image" Target="../media/image611.png" /><Relationship Id="rId4" Type="http://schemas.openxmlformats.org/officeDocument/2006/relationships/image" Target="../media/image600.png" 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 /><Relationship Id="rId3" Type="http://schemas.openxmlformats.org/officeDocument/2006/relationships/image" Target="../media/image48.emf" /><Relationship Id="rId7" Type="http://schemas.openxmlformats.org/officeDocument/2006/relationships/image" Target="../media/image54.emf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53.png" /><Relationship Id="rId5" Type="http://schemas.openxmlformats.org/officeDocument/2006/relationships/image" Target="../media/image52.png" /><Relationship Id="rId4" Type="http://schemas.openxmlformats.org/officeDocument/2006/relationships/image" Target="../media/image51.png" /><Relationship Id="rId9" Type="http://schemas.openxmlformats.org/officeDocument/2006/relationships/image" Target="../media/image55.png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 /><Relationship Id="rId3" Type="http://schemas.openxmlformats.org/officeDocument/2006/relationships/image" Target="../media/image48.emf" /><Relationship Id="rId7" Type="http://schemas.openxmlformats.org/officeDocument/2006/relationships/customXml" Target="../ink/ink16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37.xml" /><Relationship Id="rId6" Type="http://schemas.openxmlformats.org/officeDocument/2006/relationships/image" Target="../media/image52.png" /><Relationship Id="rId5" Type="http://schemas.openxmlformats.org/officeDocument/2006/relationships/image" Target="../media/image51.png" /><Relationship Id="rId4" Type="http://schemas.openxmlformats.org/officeDocument/2006/relationships/image" Target="../media/image56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 /><Relationship Id="rId2" Type="http://schemas.openxmlformats.org/officeDocument/2006/relationships/image" Target="../media/image36.emf" /><Relationship Id="rId1" Type="http://schemas.openxmlformats.org/officeDocument/2006/relationships/slideLayout" Target="../slideLayouts/slideLayout237.xml" /><Relationship Id="rId5" Type="http://schemas.openxmlformats.org/officeDocument/2006/relationships/image" Target="../media/image60.emf" /><Relationship Id="rId4" Type="http://schemas.openxmlformats.org/officeDocument/2006/relationships/image" Target="../media/image59.emf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36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 /><Relationship Id="rId2" Type="http://schemas.openxmlformats.org/officeDocument/2006/relationships/image" Target="../media/image61.emf" /><Relationship Id="rId1" Type="http://schemas.openxmlformats.org/officeDocument/2006/relationships/slideLayout" Target="../slideLayouts/slideLayout237.xml" /><Relationship Id="rId4" Type="http://schemas.openxmlformats.org/officeDocument/2006/relationships/image" Target="../media/image62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 /><Relationship Id="rId2" Type="http://schemas.openxmlformats.org/officeDocument/2006/relationships/customXml" Target="../ink/ink18.xml" /><Relationship Id="rId1" Type="http://schemas.openxmlformats.org/officeDocument/2006/relationships/slideLayout" Target="../slideLayouts/slideLayout23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237.xml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 /><Relationship Id="rId3" Type="http://schemas.openxmlformats.org/officeDocument/2006/relationships/image" Target="../media/image64.wmf" /><Relationship Id="rId7" Type="http://schemas.openxmlformats.org/officeDocument/2006/relationships/image" Target="../media/image66.wmf" /><Relationship Id="rId2" Type="http://schemas.openxmlformats.org/officeDocument/2006/relationships/oleObject" Target="../embeddings/oleObject2.bin" /><Relationship Id="rId1" Type="http://schemas.openxmlformats.org/officeDocument/2006/relationships/slideLayout" Target="../slideLayouts/slideLayout237.xml" /><Relationship Id="rId6" Type="http://schemas.openxmlformats.org/officeDocument/2006/relationships/oleObject" Target="../embeddings/oleObject4.bin" /><Relationship Id="rId5" Type="http://schemas.openxmlformats.org/officeDocument/2006/relationships/image" Target="../media/image65.wmf" /><Relationship Id="rId4" Type="http://schemas.openxmlformats.org/officeDocument/2006/relationships/oleObject" Target="../embeddings/oleObject3.bin" /><Relationship Id="rId9" Type="http://schemas.openxmlformats.org/officeDocument/2006/relationships/image" Target="../media/image67.wmf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 /><Relationship Id="rId1" Type="http://schemas.openxmlformats.org/officeDocument/2006/relationships/slideLayout" Target="../slideLayouts/slideLayout237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s229.stanford.edu/summer2019/cs229-notes2.pdf" TargetMode="External" /><Relationship Id="rId2" Type="http://schemas.openxmlformats.org/officeDocument/2006/relationships/hyperlink" Target="https://www.inf.ed.ac.uk/teaching/courses/inf2b/learnnotes/inf2b-learn07-notes-nup.pdf" TargetMode="External" /><Relationship Id="rId1" Type="http://schemas.openxmlformats.org/officeDocument/2006/relationships/slideLayout" Target="../slideLayouts/slideLayout247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 /><Relationship Id="rId2" Type="http://schemas.openxmlformats.org/officeDocument/2006/relationships/customXml" Target="../ink/ink19.xml" /><Relationship Id="rId1" Type="http://schemas.openxmlformats.org/officeDocument/2006/relationships/slideLayout" Target="../slideLayouts/slideLayout2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M8 : Bayesian Learning 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9155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1827" name="Google Shape;1827;p2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C157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8" name="Google Shape;18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2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Sugata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with grateful acknowledgement to many others who made their course materials freely available online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defTabSz="914400" rtl="0" eaLnBrk="1" fontAlgn="auto" latinLnBrk="0" hangingPunct="1">
              <a:lnSpc>
                <a:spcPct val="10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BITS </a:t>
            </a:r>
            <a:r>
              <a:rPr kumimoji="0" lang="en-US" sz="1400" b="0" i="0" u="sng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WILP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Prof.Sugata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Prof.Chetana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Prof.Monali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Prof.Rajavadhana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CS109 and CS229 Stanford lecture notes,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Dr.Andrew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NG and many others who made their course materials freely available online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</a:b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784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316841"/>
              </p:ext>
            </p:extLst>
          </p:nvPr>
        </p:nvGraphicFramePr>
        <p:xfrm>
          <a:off x="457200" y="1299072"/>
          <a:ext cx="8382000" cy="53511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7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&amp; Mathematical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Preliminaries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M2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 Learning Workflow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Linear Models for Regression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M4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</a:t>
                      </a:r>
                      <a:r>
                        <a:rPr lang="en-IN" sz="1600" kern="50" baseline="0" dirty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Models for Classification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M5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</a:t>
                      </a:r>
                      <a:r>
                        <a:rPr lang="en-IN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Tree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M6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Instance Based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M7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Vector Machine </a:t>
                      </a:r>
                      <a:r>
                        <a:rPr lang="en-IN" sz="1600" kern="5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Planned to be discussed</a:t>
                      </a:r>
                      <a:r>
                        <a:rPr lang="en-IN" sz="1600" kern="50" baseline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CS 15 or CS 16</a:t>
                      </a:r>
                      <a:endParaRPr lang="en-IN" sz="1600" kern="5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M8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Bayesian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M9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Learning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706915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M10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Learning</a:t>
                      </a: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031430"/>
                  </a:ext>
                </a:extLst>
              </a:tr>
              <a:tr h="466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M11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ea typeface="WenQuanYi Micro Hei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5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</a:t>
                      </a:r>
                      <a:r>
                        <a:rPr lang="en-US" sz="1600" kern="5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Learning Model Evaluation/Comparison</a:t>
                      </a:r>
                      <a:endParaRPr lang="en-IN" sz="1600" kern="5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80549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Course Plan</a:t>
            </a:r>
          </a:p>
        </p:txBody>
      </p:sp>
      <p:sp>
        <p:nvSpPr>
          <p:cNvPr id="2" name="Rectangle 1"/>
          <p:cNvSpPr/>
          <p:nvPr/>
        </p:nvSpPr>
        <p:spPr>
          <a:xfrm>
            <a:off x="114300" y="4648200"/>
            <a:ext cx="67056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9A5063-999F-77AB-5655-2DE8EFA3A64A}"/>
                  </a:ext>
                </a:extLst>
              </p14:cNvPr>
              <p14:cNvContentPartPr/>
              <p14:nvPr/>
            </p14:nvContentPartPr>
            <p14:xfrm>
              <a:off x="330120" y="3857760"/>
              <a:ext cx="8557200" cy="75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9A5063-999F-77AB-5655-2DE8EFA3A6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760" y="3848400"/>
                <a:ext cx="8575920" cy="76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60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8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dirty="0">
                <a:solidFill>
                  <a:srgbClr val="C00000"/>
                </a:solidFill>
                <a:ea typeface="Cambria" panose="02040503050406030204" pitchFamily="18" charset="0"/>
              </a:rPr>
              <a:t>Bayesian Learning </a:t>
            </a:r>
            <a:br>
              <a:rPr lang="en-US" sz="3200" dirty="0">
                <a:solidFill>
                  <a:srgbClr val="C00000"/>
                </a:solidFill>
                <a:ea typeface="Cambria" panose="02040503050406030204" pitchFamily="18" charset="0"/>
              </a:rPr>
            </a:br>
            <a:r>
              <a:rPr lang="en-US" sz="3200" dirty="0">
                <a:solidFill>
                  <a:srgbClr val="C00000"/>
                </a:solidFill>
                <a:ea typeface="Cambria" panose="02040503050406030204" pitchFamily="18" charset="0"/>
              </a:rPr>
              <a:t>Parameter Estimation</a:t>
            </a:r>
            <a:endParaRPr sz="3200" dirty="0">
              <a:solidFill>
                <a:srgbClr val="C00000"/>
              </a:solidFill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257800"/>
            <a:ext cx="8411277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Where does the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cost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come from? - Logistic 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Why least-squares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cost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function, be a reasonable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choice? – Linear 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CFDA0E-352B-F447-C3AB-754BF552CC44}"/>
                  </a:ext>
                </a:extLst>
              </p14:cNvPr>
              <p14:cNvContentPartPr/>
              <p14:nvPr/>
            </p14:nvContentPartPr>
            <p14:xfrm>
              <a:off x="613080" y="3643200"/>
              <a:ext cx="7986960" cy="249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CFDA0E-352B-F447-C3AB-754BF552CC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720" y="3633840"/>
                <a:ext cx="8005680" cy="250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255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Distribution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662237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43499" y="1525135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65251"/>
            <a:ext cx="3817247" cy="23880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941736"/>
            <a:ext cx="5374909" cy="47786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50431"/>
          <a:stretch/>
        </p:blipFill>
        <p:spPr>
          <a:xfrm>
            <a:off x="4716884" y="4444759"/>
            <a:ext cx="3744912" cy="21084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444" y="4473334"/>
            <a:ext cx="2460457" cy="4313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4EE44E7-79C8-FBB7-E2AF-1A501C8F9B68}"/>
                  </a:ext>
                </a:extLst>
              </p14:cNvPr>
              <p14:cNvContentPartPr/>
              <p14:nvPr/>
            </p14:nvContentPartPr>
            <p14:xfrm>
              <a:off x="471960" y="1315800"/>
              <a:ext cx="8723880" cy="439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4EE44E7-79C8-FBB7-E2AF-1A501C8F9B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600" y="1306440"/>
                <a:ext cx="8742600" cy="441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345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Estimation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9" y="1676400"/>
            <a:ext cx="5062217" cy="3465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5450915"/>
            <a:ext cx="3311859" cy="786397"/>
          </a:xfrm>
          <a:prstGeom prst="rect">
            <a:avLst/>
          </a:prstGeom>
        </p:spPr>
      </p:pic>
      <p:pic>
        <p:nvPicPr>
          <p:cNvPr id="17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732" y="1524000"/>
            <a:ext cx="31199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/>
        </p:nvSpPr>
        <p:spPr>
          <a:xfrm>
            <a:off x="5678732" y="4099189"/>
            <a:ext cx="3505200" cy="115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𝜃 is the parameter of a distribution. 𝜃 can be a vector of parameters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Cambria Math"/>
              </a:rPr>
              <a:t>Distribution = model + parameter 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02385" y="5253031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𝐌𝐞𝐚𝐧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𝐒𝐃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from the data </a:t>
                </a: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ie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P(x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385" y="5253031"/>
                <a:ext cx="3657893" cy="830997"/>
              </a:xfrm>
              <a:prstGeom prst="rect">
                <a:avLst/>
              </a:prstGeom>
              <a:blipFill>
                <a:blip r:embed="rId6"/>
                <a:stretch>
                  <a:fillRect l="-833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27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D367FD-7C34-11FB-6A2C-12F83CF677F5}"/>
                  </a:ext>
                </a:extLst>
              </p14:cNvPr>
              <p14:cNvContentPartPr/>
              <p14:nvPr/>
            </p14:nvContentPartPr>
            <p14:xfrm>
              <a:off x="475920" y="813960"/>
              <a:ext cx="7935480" cy="469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D367FD-7C34-11FB-6A2C-12F83CF677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60" y="804600"/>
                <a:ext cx="7954200" cy="47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935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in ML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4183390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71800" y="4800600"/>
                <a:ext cx="4606133" cy="515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1+</m:t>
                        </m:r>
                        <m:sSup>
                          <m:sSupPr>
                            <m:ctrlP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16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8.5 + 0.5 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Mileage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 – 1.5 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Mileage</m:t>
                            </m:r>
                            <m:r>
                              <m:rPr>
                                <m:nor/>
                              </m:rPr>
                              <a:rPr kumimoji="0" lang="en-IN" sz="1600" b="0" i="0" u="none" strike="noStrike" kern="1200" cap="none" spc="0" normalizeH="0" baseline="30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Tahoma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0" lang="en-IN" sz="16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800600"/>
                <a:ext cx="4606133" cy="515206"/>
              </a:xfrm>
              <a:prstGeom prst="rect">
                <a:avLst/>
              </a:prstGeom>
              <a:blipFill>
                <a:blip r:embed="rId3"/>
                <a:stretch>
                  <a:fillRect l="-795" b="-59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4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FEE239-85DF-8C63-0722-85F01FB771F5}"/>
                  </a:ext>
                </a:extLst>
              </p14:cNvPr>
              <p14:cNvContentPartPr/>
              <p14:nvPr/>
            </p14:nvContentPartPr>
            <p14:xfrm>
              <a:off x="4205520" y="1620360"/>
              <a:ext cx="2602800" cy="462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FEE239-85DF-8C63-0722-85F01FB771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6160" y="1611000"/>
                <a:ext cx="2621520" cy="46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717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Parameter Estimation in ML</a:t>
            </a:r>
            <a:endParaRPr lang="en-US" altLang="en-US" sz="1800" b="1" spc="-15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3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0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1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from the data </a:t>
                </a: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ie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Mileage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  <a:blipFill>
                <a:blip r:embed="rId4"/>
                <a:stretch>
                  <a:fillRect l="-1000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-323851" y="4910977"/>
            <a:ext cx="487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Likelihood Estimation (MLE) 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that 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make the observed data the most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57712" y="4883277"/>
            <a:ext cx="4572000" cy="9510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A Posteriori (MAP)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that is the most likely, given the data</a:t>
            </a:r>
          </a:p>
        </p:txBody>
      </p:sp>
      <p:cxnSp>
        <p:nvCxnSpPr>
          <p:cNvPr id="13" name="Elbow Connector 12"/>
          <p:cNvCxnSpPr>
            <a:stCxn id="10" idx="2"/>
            <a:endCxn id="7" idx="0"/>
          </p:cNvCxnSpPr>
          <p:nvPr/>
        </p:nvCxnSpPr>
        <p:spPr>
          <a:xfrm rot="5400000">
            <a:off x="3200119" y="3310349"/>
            <a:ext cx="515058" cy="268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0" idx="2"/>
            <a:endCxn id="11" idx="0"/>
          </p:cNvCxnSpPr>
          <p:nvPr/>
        </p:nvCxnSpPr>
        <p:spPr>
          <a:xfrm rot="16200000" flipH="1">
            <a:off x="5578550" y="3618115"/>
            <a:ext cx="487358" cy="2042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  <a:blipFill>
                <a:blip r:embed="rId5"/>
                <a:stretch>
                  <a:fillRect l="-1875" t="-5455" r="-938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562600" y="5863966"/>
                <a:ext cx="2018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|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863966"/>
                <a:ext cx="2018501" cy="338554"/>
              </a:xfrm>
              <a:prstGeom prst="rect">
                <a:avLst/>
              </a:prstGeom>
              <a:blipFill>
                <a:blip r:embed="rId6"/>
                <a:stretch>
                  <a:fillRect l="-1813" t="-5455" r="-302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6318103" y="1434068"/>
            <a:ext cx="2977670" cy="3888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Assumption: Data are__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IID samples: 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…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marL="357188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where all 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are independent and have the same distribution.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Either same PMF (discrete) or same PDF (continuous)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 (X |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Likelihood of different values of X depends on the  values of our parameters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𝜃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f( ) is  either PDF or PMF</a:t>
            </a:r>
          </a:p>
          <a:p>
            <a:pPr marL="2857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29219" y="2513718"/>
            <a:ext cx="1571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x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57794" y="2818462"/>
            <a:ext cx="141096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∼ N(0, σ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25AD6A-4899-F292-34E2-AC19C3C2CA81}"/>
                  </a:ext>
                </a:extLst>
              </p14:cNvPr>
              <p14:cNvContentPartPr/>
              <p14:nvPr/>
            </p14:nvContentPartPr>
            <p14:xfrm>
              <a:off x="1135800" y="128160"/>
              <a:ext cx="6319440" cy="628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25AD6A-4899-F292-34E2-AC19C3C2CA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6440" y="118800"/>
                <a:ext cx="6338160" cy="630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09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D51A7DD-D54A-4224-BCD5-44A0D9F828BA}" type="slidenum"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indent="-228600">
              <a:buSzPts val="3600"/>
              <a:buFont typeface="Arial"/>
            </a:pPr>
            <a:r>
              <a:rPr lang="en-US" altLang="ko-KR" sz="2400" b="1" spc="-113" dirty="0">
                <a:solidFill>
                  <a:schemeClr val="tx1"/>
                </a:solidFill>
                <a:latin typeface="+mj-lt"/>
                <a:cs typeface="Arial"/>
              </a:rPr>
              <a:t>Intuition of Bayes Theorem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0100" y="2019300"/>
            <a:ext cx="4657725" cy="1676400"/>
          </a:xfrm>
        </p:spPr>
        <p:txBody>
          <a:bodyPr>
            <a:normAutofit/>
          </a:bodyPr>
          <a:lstStyle/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P(h) = prior probability of hypothesis h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P(D) = prior probability of training data D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</a:t>
            </a:r>
            <a:r>
              <a:rPr lang="en-US" altLang="ko-KR" sz="1800" dirty="0" err="1">
                <a:latin typeface="+mn-lt"/>
              </a:rPr>
              <a:t>h|D</a:t>
            </a:r>
            <a:r>
              <a:rPr lang="en-US" altLang="ko-KR" sz="1800" dirty="0">
                <a:latin typeface="+mn-lt"/>
              </a:rPr>
              <a:t>) = probability of h given D</a:t>
            </a:r>
          </a:p>
          <a:p>
            <a:pPr marL="114300" indent="0">
              <a:lnSpc>
                <a:spcPct val="110000"/>
              </a:lnSpc>
              <a:buNone/>
            </a:pPr>
            <a:r>
              <a:rPr lang="en-US" altLang="ko-KR" sz="1800" dirty="0">
                <a:latin typeface="+mn-lt"/>
              </a:rPr>
              <a:t>P(</a:t>
            </a:r>
            <a:r>
              <a:rPr lang="en-US" altLang="ko-KR" sz="1800" dirty="0" err="1">
                <a:latin typeface="+mn-lt"/>
              </a:rPr>
              <a:t>D|h</a:t>
            </a:r>
            <a:r>
              <a:rPr lang="en-US" altLang="ko-KR" sz="1800" dirty="0">
                <a:latin typeface="+mn-lt"/>
              </a:rPr>
              <a:t>) = probability of D given h</a:t>
            </a:r>
          </a:p>
          <a:p>
            <a:pPr marL="114300" indent="0">
              <a:lnSpc>
                <a:spcPct val="110000"/>
              </a:lnSpc>
              <a:buNone/>
            </a:pPr>
            <a:endParaRPr lang="en-US" altLang="ko-KR" sz="1800" dirty="0">
              <a:latin typeface="+mn-lt"/>
            </a:endParaRP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475103"/>
              </p:ext>
            </p:extLst>
          </p:nvPr>
        </p:nvGraphicFramePr>
        <p:xfrm>
          <a:off x="2209800" y="2286000"/>
          <a:ext cx="2566988" cy="7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3704762" imgH="1028844" progId="Paint.Picture">
                  <p:embed/>
                </p:oleObj>
              </mc:Choice>
              <mc:Fallback>
                <p:oleObj name="비트맵 이미지" r:id="rId2" imgW="3704762" imgH="1028844" progId="Paint.Picture">
                  <p:embed/>
                  <p:pic>
                    <p:nvPicPr>
                      <p:cNvPr id="190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86000"/>
                        <a:ext cx="2566988" cy="71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10200" y="1545620"/>
                <a:ext cx="259080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MLE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: f 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545620"/>
                <a:ext cx="2590800" cy="338554"/>
              </a:xfrm>
              <a:prstGeom prst="rect">
                <a:avLst/>
              </a:prstGeom>
              <a:blipFill>
                <a:blip r:embed="rId5"/>
                <a:stretch>
                  <a:fillRect l="-1412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95536" y="1536095"/>
                <a:ext cx="267733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MAP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: f (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|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36095"/>
                <a:ext cx="2677336" cy="338554"/>
              </a:xfrm>
              <a:prstGeom prst="rect">
                <a:avLst/>
              </a:prstGeom>
              <a:blipFill>
                <a:blip r:embed="rId6"/>
                <a:stretch>
                  <a:fillRect l="-1367"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urved Connector 2"/>
          <p:cNvCxnSpPr/>
          <p:nvPr/>
        </p:nvCxnSpPr>
        <p:spPr>
          <a:xfrm flipV="1">
            <a:off x="3962400" y="1676400"/>
            <a:ext cx="1295400" cy="609600"/>
          </a:xfrm>
          <a:prstGeom prst="curvedConnector3">
            <a:avLst>
              <a:gd name="adj1" fmla="val 3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endCxn id="8" idx="2"/>
          </p:cNvCxnSpPr>
          <p:nvPr/>
        </p:nvCxnSpPr>
        <p:spPr>
          <a:xfrm rot="10800000">
            <a:off x="1734204" y="1874650"/>
            <a:ext cx="932796" cy="4113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bject 9"/>
          <p:cNvSpPr txBox="1"/>
          <p:nvPr/>
        </p:nvSpPr>
        <p:spPr>
          <a:xfrm>
            <a:off x="4118950" y="4643453"/>
            <a:ext cx="1038785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8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22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sz="1941" b="0" i="0" u="none" strike="noStrike" kern="1200" cap="none" spc="-26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sz="1941" b="0" i="0" u="none" strike="noStrike" kern="1200" cap="none" spc="-4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sz="1941" b="0" i="0" u="none" strike="noStrike" kern="1200" cap="none" spc="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sz="1941" b="0" i="0" u="none" strike="noStrike" kern="1200" cap="none" spc="-22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sz="1941" b="0" i="0" u="none" strike="noStrike" kern="1200" cap="none" spc="-26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sz="1941" b="0" i="0" u="none" strike="noStrike" kern="1200" cap="none" spc="13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kumimoji="0" sz="1941" b="0" i="0" u="none" strike="noStrike" kern="1200" cap="none" spc="-9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oo</a:t>
            </a:r>
            <a:r>
              <a:rPr kumimoji="0" sz="1941" b="0" i="0" u="none" strike="noStrike" kern="1200" cap="none" spc="0" normalizeH="0" baseline="0" noProof="0" dirty="0">
                <a:ln>
                  <a:noFill/>
                </a:ln>
                <a:solidFill>
                  <a:srgbClr val="AB620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endParaRPr kumimoji="0" sz="194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object 10"/>
          <p:cNvSpPr txBox="1"/>
          <p:nvPr/>
        </p:nvSpPr>
        <p:spPr>
          <a:xfrm>
            <a:off x="5325898" y="4621937"/>
            <a:ext cx="508187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8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prior</a:t>
            </a:r>
            <a:endParaRPr kumimoji="0" sz="194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object 11"/>
          <p:cNvSpPr/>
          <p:nvPr/>
        </p:nvSpPr>
        <p:spPr>
          <a:xfrm>
            <a:off x="2618192" y="5250880"/>
            <a:ext cx="995082" cy="270062"/>
          </a:xfrm>
          <a:custGeom>
            <a:avLst/>
            <a:gdLst/>
            <a:ahLst/>
            <a:cxnLst/>
            <a:rect l="l" t="t" r="r" b="b"/>
            <a:pathLst>
              <a:path w="1127760" h="306070">
                <a:moveTo>
                  <a:pt x="362987" y="2866"/>
                </a:moveTo>
                <a:lnTo>
                  <a:pt x="338157" y="2866"/>
                </a:lnTo>
                <a:lnTo>
                  <a:pt x="338157" y="302916"/>
                </a:lnTo>
                <a:lnTo>
                  <a:pt x="362987" y="302916"/>
                </a:lnTo>
                <a:lnTo>
                  <a:pt x="362987" y="2866"/>
                </a:lnTo>
                <a:close/>
              </a:path>
              <a:path w="1127760" h="306070">
                <a:moveTo>
                  <a:pt x="1030173" y="0"/>
                </a:moveTo>
                <a:lnTo>
                  <a:pt x="1025820" y="12414"/>
                </a:lnTo>
                <a:lnTo>
                  <a:pt x="1043525" y="20098"/>
                </a:lnTo>
                <a:lnTo>
                  <a:pt x="1058751" y="30734"/>
                </a:lnTo>
                <a:lnTo>
                  <a:pt x="1089667" y="80035"/>
                </a:lnTo>
                <a:lnTo>
                  <a:pt x="1098696" y="125301"/>
                </a:lnTo>
                <a:lnTo>
                  <a:pt x="1099825" y="151395"/>
                </a:lnTo>
                <a:lnTo>
                  <a:pt x="1098691" y="178371"/>
                </a:lnTo>
                <a:lnTo>
                  <a:pt x="1089622" y="224886"/>
                </a:lnTo>
                <a:lnTo>
                  <a:pt x="1071423" y="261213"/>
                </a:lnTo>
                <a:lnTo>
                  <a:pt x="1026304" y="293439"/>
                </a:lnTo>
                <a:lnTo>
                  <a:pt x="1030173" y="305854"/>
                </a:lnTo>
                <a:lnTo>
                  <a:pt x="1071892" y="286284"/>
                </a:lnTo>
                <a:lnTo>
                  <a:pt x="1102565" y="252406"/>
                </a:lnTo>
                <a:lnTo>
                  <a:pt x="1121429" y="207039"/>
                </a:lnTo>
                <a:lnTo>
                  <a:pt x="1127718" y="153007"/>
                </a:lnTo>
                <a:lnTo>
                  <a:pt x="1126141" y="124968"/>
                </a:lnTo>
                <a:lnTo>
                  <a:pt x="1113524" y="75269"/>
                </a:lnTo>
                <a:lnTo>
                  <a:pt x="1088503" y="34810"/>
                </a:lnTo>
                <a:lnTo>
                  <a:pt x="1052347" y="8006"/>
                </a:lnTo>
                <a:lnTo>
                  <a:pt x="1030173" y="0"/>
                </a:lnTo>
                <a:close/>
              </a:path>
              <a:path w="112776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object 12"/>
          <p:cNvSpPr txBox="1"/>
          <p:nvPr/>
        </p:nvSpPr>
        <p:spPr>
          <a:xfrm>
            <a:off x="2396212" y="4813989"/>
            <a:ext cx="1549774" cy="71470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100858" marR="0" lvl="0" indent="0" algn="l" defTabSz="914400" rtl="0" eaLnBrk="1" fontAlgn="base" latinLnBrk="0" hangingPunct="1">
              <a:lnSpc>
                <a:spcPct val="100000"/>
              </a:lnSpc>
              <a:spcBef>
                <a:spcPts val="291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941" b="0" i="0" u="none" strike="noStrike" kern="1200" cap="none" spc="-4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posterior</a:t>
            </a:r>
            <a:endParaRPr kumimoji="0" sz="194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206" marR="0" lvl="0" indent="0" algn="l" defTabSz="914400" rtl="0" eaLnBrk="1" fontAlgn="base" latinLnBrk="0" hangingPunct="1">
              <a:lnSpc>
                <a:spcPct val="100000"/>
              </a:lnSpc>
              <a:spcBef>
                <a:spcPts val="238"/>
              </a:spcBef>
              <a:spcAft>
                <a:spcPct val="0"/>
              </a:spcAft>
              <a:buClrTx/>
              <a:buSzTx/>
              <a:buFontTx/>
              <a:buNone/>
              <a:tabLst>
                <a:tab pos="314902" algn="l"/>
                <a:tab pos="1320123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𝜃 </a:t>
            </a:r>
            <a:r>
              <a:rPr kumimoji="0" sz="2294" b="0" i="0" u="none" strike="noStrike" kern="1200" cap="none" spc="-25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</a:t>
            </a:r>
            <a:r>
              <a:rPr kumimoji="0" sz="2294" b="0" i="0" u="none" strike="noStrike" kern="1200" cap="none" spc="-4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</a:t>
            </a:r>
            <a:r>
              <a:rPr kumimoji="0" sz="2294" b="0" i="0" u="none" strike="noStrike" kern="1200" cap="none" spc="-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=</a:t>
            </a:r>
          </a:p>
        </p:txBody>
      </p:sp>
      <p:sp>
        <p:nvSpPr>
          <p:cNvPr id="35" name="object 13"/>
          <p:cNvSpPr/>
          <p:nvPr/>
        </p:nvSpPr>
        <p:spPr>
          <a:xfrm>
            <a:off x="4283924" y="5033755"/>
            <a:ext cx="995082" cy="270062"/>
          </a:xfrm>
          <a:custGeom>
            <a:avLst/>
            <a:gdLst/>
            <a:ahLst/>
            <a:cxnLst/>
            <a:rect l="l" t="t" r="r" b="b"/>
            <a:pathLst>
              <a:path w="1127760" h="306070">
                <a:moveTo>
                  <a:pt x="789047" y="2866"/>
                </a:moveTo>
                <a:lnTo>
                  <a:pt x="764217" y="2866"/>
                </a:lnTo>
                <a:lnTo>
                  <a:pt x="764217" y="302916"/>
                </a:lnTo>
                <a:lnTo>
                  <a:pt x="789047" y="302916"/>
                </a:lnTo>
                <a:lnTo>
                  <a:pt x="789047" y="2866"/>
                </a:lnTo>
                <a:close/>
              </a:path>
              <a:path w="112776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3" y="293439"/>
                </a:lnTo>
                <a:lnTo>
                  <a:pt x="83985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  <a:path w="1127760" h="306070">
                <a:moveTo>
                  <a:pt x="1030173" y="0"/>
                </a:moveTo>
                <a:lnTo>
                  <a:pt x="1025820" y="12414"/>
                </a:lnTo>
                <a:lnTo>
                  <a:pt x="1043525" y="20098"/>
                </a:lnTo>
                <a:lnTo>
                  <a:pt x="1058751" y="30734"/>
                </a:lnTo>
                <a:lnTo>
                  <a:pt x="1089667" y="80035"/>
                </a:lnTo>
                <a:lnTo>
                  <a:pt x="1098696" y="125301"/>
                </a:lnTo>
                <a:lnTo>
                  <a:pt x="1099825" y="151395"/>
                </a:lnTo>
                <a:lnTo>
                  <a:pt x="1098691" y="178371"/>
                </a:lnTo>
                <a:lnTo>
                  <a:pt x="1089622" y="224886"/>
                </a:lnTo>
                <a:lnTo>
                  <a:pt x="1071423" y="261213"/>
                </a:lnTo>
                <a:lnTo>
                  <a:pt x="1026304" y="293439"/>
                </a:lnTo>
                <a:lnTo>
                  <a:pt x="1030173" y="305854"/>
                </a:lnTo>
                <a:lnTo>
                  <a:pt x="1071892" y="286284"/>
                </a:lnTo>
                <a:lnTo>
                  <a:pt x="1102565" y="252406"/>
                </a:lnTo>
                <a:lnTo>
                  <a:pt x="1121429" y="207039"/>
                </a:lnTo>
                <a:lnTo>
                  <a:pt x="1127718" y="153007"/>
                </a:lnTo>
                <a:lnTo>
                  <a:pt x="1126141" y="124968"/>
                </a:lnTo>
                <a:lnTo>
                  <a:pt x="1113524" y="75269"/>
                </a:lnTo>
                <a:lnTo>
                  <a:pt x="1088504" y="34810"/>
                </a:lnTo>
                <a:lnTo>
                  <a:pt x="1052347" y="8006"/>
                </a:lnTo>
                <a:lnTo>
                  <a:pt x="10301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object 14"/>
          <p:cNvSpPr/>
          <p:nvPr/>
        </p:nvSpPr>
        <p:spPr>
          <a:xfrm>
            <a:off x="5513478" y="5033755"/>
            <a:ext cx="358588" cy="270062"/>
          </a:xfrm>
          <a:custGeom>
            <a:avLst/>
            <a:gdLst/>
            <a:ahLst/>
            <a:cxnLst/>
            <a:rect l="l" t="t" r="r" b="b"/>
            <a:pathLst>
              <a:path w="406400" h="306070">
                <a:moveTo>
                  <a:pt x="308813" y="0"/>
                </a:moveTo>
                <a:lnTo>
                  <a:pt x="304460" y="12414"/>
                </a:lnTo>
                <a:lnTo>
                  <a:pt x="322165" y="20098"/>
                </a:lnTo>
                <a:lnTo>
                  <a:pt x="337391" y="30734"/>
                </a:lnTo>
                <a:lnTo>
                  <a:pt x="368307" y="80035"/>
                </a:lnTo>
                <a:lnTo>
                  <a:pt x="377336" y="125301"/>
                </a:lnTo>
                <a:lnTo>
                  <a:pt x="378465" y="151395"/>
                </a:lnTo>
                <a:lnTo>
                  <a:pt x="377331" y="178371"/>
                </a:lnTo>
                <a:lnTo>
                  <a:pt x="368262" y="224886"/>
                </a:lnTo>
                <a:lnTo>
                  <a:pt x="350063" y="261213"/>
                </a:lnTo>
                <a:lnTo>
                  <a:pt x="304944" y="293439"/>
                </a:lnTo>
                <a:lnTo>
                  <a:pt x="308813" y="305854"/>
                </a:lnTo>
                <a:lnTo>
                  <a:pt x="350531" y="286284"/>
                </a:lnTo>
                <a:lnTo>
                  <a:pt x="381205" y="252406"/>
                </a:lnTo>
                <a:lnTo>
                  <a:pt x="400070" y="207039"/>
                </a:lnTo>
                <a:lnTo>
                  <a:pt x="406358" y="153007"/>
                </a:lnTo>
                <a:lnTo>
                  <a:pt x="404781" y="124968"/>
                </a:lnTo>
                <a:lnTo>
                  <a:pt x="392164" y="75269"/>
                </a:lnTo>
                <a:lnTo>
                  <a:pt x="367143" y="34810"/>
                </a:lnTo>
                <a:lnTo>
                  <a:pt x="330987" y="8006"/>
                </a:lnTo>
                <a:lnTo>
                  <a:pt x="308813" y="0"/>
                </a:lnTo>
                <a:close/>
              </a:path>
              <a:path w="40640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4" y="297858"/>
                </a:lnTo>
                <a:lnTo>
                  <a:pt x="97544" y="305854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8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4023304" y="5382492"/>
            <a:ext cx="1961029" cy="330574"/>
          </a:xfrm>
          <a:custGeom>
            <a:avLst/>
            <a:gdLst/>
            <a:ahLst/>
            <a:cxnLst/>
            <a:rect l="l" t="t" r="r" b="b"/>
            <a:pathLst>
              <a:path w="2222500" h="374650">
                <a:moveTo>
                  <a:pt x="880973" y="80733"/>
                </a:moveTo>
                <a:lnTo>
                  <a:pt x="876630" y="68326"/>
                </a:lnTo>
                <a:lnTo>
                  <a:pt x="854456" y="76327"/>
                </a:lnTo>
                <a:lnTo>
                  <a:pt x="835012" y="87934"/>
                </a:lnTo>
                <a:lnTo>
                  <a:pt x="804316" y="121932"/>
                </a:lnTo>
                <a:lnTo>
                  <a:pt x="785393" y="167373"/>
                </a:lnTo>
                <a:lnTo>
                  <a:pt x="779081" y="221322"/>
                </a:lnTo>
                <a:lnTo>
                  <a:pt x="780656" y="249428"/>
                </a:lnTo>
                <a:lnTo>
                  <a:pt x="793229" y="299123"/>
                </a:lnTo>
                <a:lnTo>
                  <a:pt x="818184" y="339458"/>
                </a:lnTo>
                <a:lnTo>
                  <a:pt x="854379" y="366179"/>
                </a:lnTo>
                <a:lnTo>
                  <a:pt x="876630" y="374180"/>
                </a:lnTo>
                <a:lnTo>
                  <a:pt x="880491" y="361759"/>
                </a:lnTo>
                <a:lnTo>
                  <a:pt x="863066" y="354037"/>
                </a:lnTo>
                <a:lnTo>
                  <a:pt x="848029" y="343293"/>
                </a:lnTo>
                <a:lnTo>
                  <a:pt x="825106" y="312750"/>
                </a:lnTo>
                <a:lnTo>
                  <a:pt x="811504" y="271183"/>
                </a:lnTo>
                <a:lnTo>
                  <a:pt x="806970" y="219710"/>
                </a:lnTo>
                <a:lnTo>
                  <a:pt x="808101" y="193624"/>
                </a:lnTo>
                <a:lnTo>
                  <a:pt x="817181" y="148361"/>
                </a:lnTo>
                <a:lnTo>
                  <a:pt x="835406" y="112649"/>
                </a:lnTo>
                <a:lnTo>
                  <a:pt x="863333" y="88417"/>
                </a:lnTo>
                <a:lnTo>
                  <a:pt x="880973" y="80733"/>
                </a:lnTo>
                <a:close/>
              </a:path>
              <a:path w="2222500" h="374650">
                <a:moveTo>
                  <a:pt x="1611503" y="221322"/>
                </a:moveTo>
                <a:lnTo>
                  <a:pt x="1605191" y="167373"/>
                </a:lnTo>
                <a:lnTo>
                  <a:pt x="1586268" y="121932"/>
                </a:lnTo>
                <a:lnTo>
                  <a:pt x="1555572" y="87934"/>
                </a:lnTo>
                <a:lnTo>
                  <a:pt x="1513954" y="68326"/>
                </a:lnTo>
                <a:lnTo>
                  <a:pt x="1509598" y="80733"/>
                </a:lnTo>
                <a:lnTo>
                  <a:pt x="1527302" y="88417"/>
                </a:lnTo>
                <a:lnTo>
                  <a:pt x="1542529" y="99060"/>
                </a:lnTo>
                <a:lnTo>
                  <a:pt x="1573453" y="148361"/>
                </a:lnTo>
                <a:lnTo>
                  <a:pt x="1582470" y="193624"/>
                </a:lnTo>
                <a:lnTo>
                  <a:pt x="1583601" y="219710"/>
                </a:lnTo>
                <a:lnTo>
                  <a:pt x="1582470" y="246697"/>
                </a:lnTo>
                <a:lnTo>
                  <a:pt x="1573403" y="293204"/>
                </a:lnTo>
                <a:lnTo>
                  <a:pt x="1555203" y="329539"/>
                </a:lnTo>
                <a:lnTo>
                  <a:pt x="1510080" y="361759"/>
                </a:lnTo>
                <a:lnTo>
                  <a:pt x="1513954" y="374180"/>
                </a:lnTo>
                <a:lnTo>
                  <a:pt x="1555673" y="354609"/>
                </a:lnTo>
                <a:lnTo>
                  <a:pt x="1586344" y="320725"/>
                </a:lnTo>
                <a:lnTo>
                  <a:pt x="1605203" y="275361"/>
                </a:lnTo>
                <a:lnTo>
                  <a:pt x="1609928" y="249428"/>
                </a:lnTo>
                <a:lnTo>
                  <a:pt x="1611503" y="221322"/>
                </a:lnTo>
                <a:close/>
              </a:path>
              <a:path w="2222500" h="374650">
                <a:moveTo>
                  <a:pt x="2222500" y="0"/>
                </a:moveTo>
                <a:lnTo>
                  <a:pt x="0" y="0"/>
                </a:lnTo>
                <a:lnTo>
                  <a:pt x="0" y="25400"/>
                </a:lnTo>
                <a:lnTo>
                  <a:pt x="2222500" y="25400"/>
                </a:lnTo>
                <a:lnTo>
                  <a:pt x="2222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object 16"/>
          <p:cNvSpPr txBox="1"/>
          <p:nvPr/>
        </p:nvSpPr>
        <p:spPr>
          <a:xfrm>
            <a:off x="4061944" y="4889087"/>
            <a:ext cx="1720103" cy="840932"/>
          </a:xfrm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552"/>
              </a:spcBef>
              <a:spcAft>
                <a:spcPct val="0"/>
              </a:spcAft>
              <a:buClrTx/>
              <a:buSzTx/>
              <a:buFontTx/>
              <a:buNone/>
              <a:tabLst>
                <a:tab pos="303696" algn="l"/>
                <a:tab pos="1229351" algn="l"/>
                <a:tab pos="1533607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  <a:r>
              <a:rPr kumimoji="0" sz="2294" b="0" i="0" u="none" strike="noStrike" kern="1200" cap="none" spc="1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	𝑃	𝜃</a:t>
            </a:r>
            <a:endParaRPr kumimoji="0" sz="22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8405" marR="0" lvl="0" indent="0" algn="ctr" defTabSz="914400" rtl="0" eaLnBrk="1" fontAlgn="base" latinLnBrk="0" hangingPunct="1">
              <a:lnSpc>
                <a:spcPct val="100000"/>
              </a:lnSpc>
              <a:spcBef>
                <a:spcPts val="468"/>
              </a:spcBef>
              <a:spcAft>
                <a:spcPct val="0"/>
              </a:spcAft>
              <a:buClrTx/>
              <a:buSzTx/>
              <a:buFontTx/>
              <a:buNone/>
              <a:tabLst>
                <a:tab pos="312661" algn="l"/>
              </a:tabLst>
              <a:defRPr/>
            </a:pPr>
            <a:r>
              <a:rPr kumimoji="0" sz="229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𝑃	</a:t>
            </a:r>
            <a:r>
              <a:rPr kumimoji="0" sz="2294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  <a:endParaRPr kumimoji="0" sz="22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9" name="object 17"/>
          <p:cNvGrpSpPr/>
          <p:nvPr/>
        </p:nvGrpSpPr>
        <p:grpSpPr>
          <a:xfrm>
            <a:off x="4000959" y="3787116"/>
            <a:ext cx="2731434" cy="908237"/>
            <a:chOff x="4600599" y="3982992"/>
            <a:chExt cx="3095625" cy="1029335"/>
          </a:xfrm>
        </p:grpSpPr>
        <p:sp>
          <p:nvSpPr>
            <p:cNvPr id="40" name="object 18"/>
            <p:cNvSpPr/>
            <p:nvPr/>
          </p:nvSpPr>
          <p:spPr>
            <a:xfrm>
              <a:off x="4612029" y="3994422"/>
              <a:ext cx="3072765" cy="1006475"/>
            </a:xfrm>
            <a:custGeom>
              <a:avLst/>
              <a:gdLst/>
              <a:ahLst/>
              <a:cxnLst/>
              <a:rect l="l" t="t" r="r" b="b"/>
              <a:pathLst>
                <a:path w="3072765" h="1006475">
                  <a:moveTo>
                    <a:pt x="896254" y="1005932"/>
                  </a:moveTo>
                  <a:lnTo>
                    <a:pt x="781410" y="836455"/>
                  </a:lnTo>
                  <a:lnTo>
                    <a:pt x="711412" y="824247"/>
                  </a:lnTo>
                  <a:lnTo>
                    <a:pt x="644439" y="811136"/>
                  </a:lnTo>
                  <a:lnTo>
                    <a:pt x="580529" y="797165"/>
                  </a:lnTo>
                  <a:lnTo>
                    <a:pt x="519724" y="782374"/>
                  </a:lnTo>
                  <a:lnTo>
                    <a:pt x="462063" y="766808"/>
                  </a:lnTo>
                  <a:lnTo>
                    <a:pt x="407586" y="750506"/>
                  </a:lnTo>
                  <a:lnTo>
                    <a:pt x="356335" y="733512"/>
                  </a:lnTo>
                  <a:lnTo>
                    <a:pt x="308349" y="715868"/>
                  </a:lnTo>
                  <a:lnTo>
                    <a:pt x="263668" y="697616"/>
                  </a:lnTo>
                  <a:lnTo>
                    <a:pt x="222334" y="678798"/>
                  </a:lnTo>
                  <a:lnTo>
                    <a:pt x="184385" y="659455"/>
                  </a:lnTo>
                  <a:lnTo>
                    <a:pt x="149863" y="639631"/>
                  </a:lnTo>
                  <a:lnTo>
                    <a:pt x="91259" y="598705"/>
                  </a:lnTo>
                  <a:lnTo>
                    <a:pt x="46844" y="556356"/>
                  </a:lnTo>
                  <a:lnTo>
                    <a:pt x="16941" y="512922"/>
                  </a:lnTo>
                  <a:lnTo>
                    <a:pt x="1871" y="468738"/>
                  </a:lnTo>
                  <a:lnTo>
                    <a:pt x="0" y="446470"/>
                  </a:lnTo>
                  <a:lnTo>
                    <a:pt x="1957" y="424142"/>
                  </a:lnTo>
                  <a:lnTo>
                    <a:pt x="17521" y="379471"/>
                  </a:lnTo>
                  <a:lnTo>
                    <a:pt x="48886" y="335060"/>
                  </a:lnTo>
                  <a:lnTo>
                    <a:pt x="96373" y="291248"/>
                  </a:lnTo>
                  <a:lnTo>
                    <a:pt x="160305" y="248370"/>
                  </a:lnTo>
                  <a:lnTo>
                    <a:pt x="198538" y="227387"/>
                  </a:lnTo>
                  <a:lnTo>
                    <a:pt x="261551" y="197619"/>
                  </a:lnTo>
                  <a:lnTo>
                    <a:pt x="331174" y="169782"/>
                  </a:lnTo>
                  <a:lnTo>
                    <a:pt x="368319" y="156598"/>
                  </a:lnTo>
                  <a:lnTo>
                    <a:pt x="406941" y="143912"/>
                  </a:lnTo>
                  <a:lnTo>
                    <a:pt x="446983" y="131727"/>
                  </a:lnTo>
                  <a:lnTo>
                    <a:pt x="488386" y="120048"/>
                  </a:lnTo>
                  <a:lnTo>
                    <a:pt x="531093" y="108879"/>
                  </a:lnTo>
                  <a:lnTo>
                    <a:pt x="575046" y="98226"/>
                  </a:lnTo>
                  <a:lnTo>
                    <a:pt x="620185" y="88094"/>
                  </a:lnTo>
                  <a:lnTo>
                    <a:pt x="666454" y="78486"/>
                  </a:lnTo>
                  <a:lnTo>
                    <a:pt x="713793" y="69408"/>
                  </a:lnTo>
                  <a:lnTo>
                    <a:pt x="762145" y="60864"/>
                  </a:lnTo>
                  <a:lnTo>
                    <a:pt x="811451" y="52859"/>
                  </a:lnTo>
                  <a:lnTo>
                    <a:pt x="861654" y="45399"/>
                  </a:lnTo>
                  <a:lnTo>
                    <a:pt x="912695" y="38486"/>
                  </a:lnTo>
                  <a:lnTo>
                    <a:pt x="964516" y="32127"/>
                  </a:lnTo>
                  <a:lnTo>
                    <a:pt x="1017059" y="26326"/>
                  </a:lnTo>
                  <a:lnTo>
                    <a:pt x="1070265" y="21087"/>
                  </a:lnTo>
                  <a:lnTo>
                    <a:pt x="1124078" y="16416"/>
                  </a:lnTo>
                  <a:lnTo>
                    <a:pt x="1178437" y="12317"/>
                  </a:lnTo>
                  <a:lnTo>
                    <a:pt x="1233287" y="8794"/>
                  </a:lnTo>
                  <a:lnTo>
                    <a:pt x="1288567" y="5854"/>
                  </a:lnTo>
                  <a:lnTo>
                    <a:pt x="1344220" y="3499"/>
                  </a:lnTo>
                  <a:lnTo>
                    <a:pt x="1400188" y="1735"/>
                  </a:lnTo>
                  <a:lnTo>
                    <a:pt x="1456413" y="567"/>
                  </a:lnTo>
                  <a:lnTo>
                    <a:pt x="1512837" y="0"/>
                  </a:lnTo>
                  <a:lnTo>
                    <a:pt x="1569401" y="37"/>
                  </a:lnTo>
                  <a:lnTo>
                    <a:pt x="1626047" y="684"/>
                  </a:lnTo>
                  <a:lnTo>
                    <a:pt x="1682717" y="1946"/>
                  </a:lnTo>
                  <a:lnTo>
                    <a:pt x="1739353" y="3827"/>
                  </a:lnTo>
                  <a:lnTo>
                    <a:pt x="1795897" y="6331"/>
                  </a:lnTo>
                  <a:lnTo>
                    <a:pt x="1852291" y="9465"/>
                  </a:lnTo>
                  <a:lnTo>
                    <a:pt x="1908476" y="13232"/>
                  </a:lnTo>
                  <a:lnTo>
                    <a:pt x="1964395" y="17637"/>
                  </a:lnTo>
                  <a:lnTo>
                    <a:pt x="2019989" y="22684"/>
                  </a:lnTo>
                  <a:lnTo>
                    <a:pt x="2075200" y="28380"/>
                  </a:lnTo>
                  <a:lnTo>
                    <a:pt x="2129969" y="34727"/>
                  </a:lnTo>
                  <a:lnTo>
                    <a:pt x="2184240" y="41731"/>
                  </a:lnTo>
                  <a:lnTo>
                    <a:pt x="2237953" y="49397"/>
                  </a:lnTo>
                  <a:lnTo>
                    <a:pt x="2291051" y="57730"/>
                  </a:lnTo>
                  <a:lnTo>
                    <a:pt x="2361048" y="69938"/>
                  </a:lnTo>
                  <a:lnTo>
                    <a:pt x="2428021" y="83049"/>
                  </a:lnTo>
                  <a:lnTo>
                    <a:pt x="2491931" y="97021"/>
                  </a:lnTo>
                  <a:lnTo>
                    <a:pt x="2552736" y="111811"/>
                  </a:lnTo>
                  <a:lnTo>
                    <a:pt x="2610397" y="127378"/>
                  </a:lnTo>
                  <a:lnTo>
                    <a:pt x="2664874" y="143679"/>
                  </a:lnTo>
                  <a:lnTo>
                    <a:pt x="2716125" y="160673"/>
                  </a:lnTo>
                  <a:lnTo>
                    <a:pt x="2764111" y="178317"/>
                  </a:lnTo>
                  <a:lnTo>
                    <a:pt x="2808792" y="196569"/>
                  </a:lnTo>
                  <a:lnTo>
                    <a:pt x="2850126" y="215388"/>
                  </a:lnTo>
                  <a:lnTo>
                    <a:pt x="2888075" y="234730"/>
                  </a:lnTo>
                  <a:lnTo>
                    <a:pt x="2922597" y="254555"/>
                  </a:lnTo>
                  <a:lnTo>
                    <a:pt x="2981201" y="295481"/>
                  </a:lnTo>
                  <a:lnTo>
                    <a:pt x="3025616" y="337829"/>
                  </a:lnTo>
                  <a:lnTo>
                    <a:pt x="3055519" y="381264"/>
                  </a:lnTo>
                  <a:lnTo>
                    <a:pt x="3070589" y="425447"/>
                  </a:lnTo>
                  <a:lnTo>
                    <a:pt x="3072460" y="447715"/>
                  </a:lnTo>
                  <a:lnTo>
                    <a:pt x="3070503" y="470043"/>
                  </a:lnTo>
                  <a:lnTo>
                    <a:pt x="3054939" y="514715"/>
                  </a:lnTo>
                  <a:lnTo>
                    <a:pt x="3023574" y="559125"/>
                  </a:lnTo>
                  <a:lnTo>
                    <a:pt x="2976087" y="602938"/>
                  </a:lnTo>
                  <a:lnTo>
                    <a:pt x="2912155" y="645815"/>
                  </a:lnTo>
                  <a:lnTo>
                    <a:pt x="2873922" y="666799"/>
                  </a:lnTo>
                  <a:lnTo>
                    <a:pt x="2810697" y="696630"/>
                  </a:lnTo>
                  <a:lnTo>
                    <a:pt x="2740437" y="724640"/>
                  </a:lnTo>
                  <a:lnTo>
                    <a:pt x="2702814" y="737941"/>
                  </a:lnTo>
                  <a:lnTo>
                    <a:pt x="2663606" y="750761"/>
                  </a:lnTo>
                  <a:lnTo>
                    <a:pt x="2622871" y="763092"/>
                  </a:lnTo>
                  <a:lnTo>
                    <a:pt x="2580667" y="774925"/>
                  </a:lnTo>
                  <a:lnTo>
                    <a:pt x="2537051" y="786252"/>
                  </a:lnTo>
                  <a:lnTo>
                    <a:pt x="2492081" y="797065"/>
                  </a:lnTo>
                  <a:lnTo>
                    <a:pt x="2445816" y="807355"/>
                  </a:lnTo>
                  <a:lnTo>
                    <a:pt x="2398312" y="817114"/>
                  </a:lnTo>
                  <a:lnTo>
                    <a:pt x="2349629" y="826334"/>
                  </a:lnTo>
                  <a:lnTo>
                    <a:pt x="2299824" y="835005"/>
                  </a:lnTo>
                  <a:lnTo>
                    <a:pt x="2248954" y="843120"/>
                  </a:lnTo>
                  <a:lnTo>
                    <a:pt x="2197077" y="850670"/>
                  </a:lnTo>
                  <a:lnTo>
                    <a:pt x="2144252" y="857647"/>
                  </a:lnTo>
                  <a:lnTo>
                    <a:pt x="2090536" y="864041"/>
                  </a:lnTo>
                  <a:lnTo>
                    <a:pt x="2035987" y="869846"/>
                  </a:lnTo>
                  <a:lnTo>
                    <a:pt x="1980663" y="875052"/>
                  </a:lnTo>
                  <a:lnTo>
                    <a:pt x="1924622" y="879651"/>
                  </a:lnTo>
                  <a:lnTo>
                    <a:pt x="1867921" y="883635"/>
                  </a:lnTo>
                  <a:lnTo>
                    <a:pt x="1810618" y="886995"/>
                  </a:lnTo>
                  <a:lnTo>
                    <a:pt x="1752772" y="889723"/>
                  </a:lnTo>
                  <a:lnTo>
                    <a:pt x="1694440" y="891810"/>
                  </a:lnTo>
                  <a:lnTo>
                    <a:pt x="1635680" y="893248"/>
                  </a:lnTo>
                  <a:lnTo>
                    <a:pt x="1576549" y="894028"/>
                  </a:lnTo>
                  <a:lnTo>
                    <a:pt x="1517107" y="894143"/>
                  </a:lnTo>
                  <a:lnTo>
                    <a:pt x="1457409" y="893583"/>
                  </a:lnTo>
                  <a:lnTo>
                    <a:pt x="1397516" y="892340"/>
                  </a:lnTo>
                  <a:lnTo>
                    <a:pt x="1337483" y="890407"/>
                  </a:lnTo>
                  <a:lnTo>
                    <a:pt x="896254" y="1005932"/>
                  </a:lnTo>
                  <a:close/>
                </a:path>
              </a:pathLst>
            </a:custGeom>
            <a:ln w="22859">
              <a:solidFill>
                <a:srgbClr val="AB620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" name="object 19"/>
            <p:cNvSpPr/>
            <p:nvPr/>
          </p:nvSpPr>
          <p:spPr>
            <a:xfrm>
              <a:off x="5101280" y="4204548"/>
              <a:ext cx="303530" cy="223520"/>
            </a:xfrm>
            <a:custGeom>
              <a:avLst/>
              <a:gdLst/>
              <a:ahLst/>
              <a:cxnLst/>
              <a:rect l="l" t="t" r="r" b="b"/>
              <a:pathLst>
                <a:path w="303529" h="223520">
                  <a:moveTo>
                    <a:pt x="231966" y="0"/>
                  </a:moveTo>
                  <a:lnTo>
                    <a:pt x="228785" y="9072"/>
                  </a:lnTo>
                  <a:lnTo>
                    <a:pt x="241724" y="14687"/>
                  </a:lnTo>
                  <a:lnTo>
                    <a:pt x="252851" y="22460"/>
                  </a:lnTo>
                  <a:lnTo>
                    <a:pt x="275443" y="58487"/>
                  </a:lnTo>
                  <a:lnTo>
                    <a:pt x="282865" y="110634"/>
                  </a:lnTo>
                  <a:lnTo>
                    <a:pt x="282037" y="130347"/>
                  </a:lnTo>
                  <a:lnTo>
                    <a:pt x="269610" y="178619"/>
                  </a:lnTo>
                  <a:lnTo>
                    <a:pt x="241875" y="208795"/>
                  </a:lnTo>
                  <a:lnTo>
                    <a:pt x="229139" y="214436"/>
                  </a:lnTo>
                  <a:lnTo>
                    <a:pt x="231966" y="223508"/>
                  </a:lnTo>
                  <a:lnTo>
                    <a:pt x="274669" y="198136"/>
                  </a:lnTo>
                  <a:lnTo>
                    <a:pt x="298654" y="151298"/>
                  </a:lnTo>
                  <a:lnTo>
                    <a:pt x="303249" y="111813"/>
                  </a:lnTo>
                  <a:lnTo>
                    <a:pt x="302096" y="91323"/>
                  </a:lnTo>
                  <a:lnTo>
                    <a:pt x="284810" y="39175"/>
                  </a:lnTo>
                  <a:lnTo>
                    <a:pt x="248171" y="5850"/>
                  </a:lnTo>
                  <a:lnTo>
                    <a:pt x="231966" y="0"/>
                  </a:lnTo>
                  <a:close/>
                </a:path>
                <a:path w="303529" h="223520">
                  <a:moveTo>
                    <a:pt x="71282" y="0"/>
                  </a:moveTo>
                  <a:lnTo>
                    <a:pt x="28656" y="25438"/>
                  </a:lnTo>
                  <a:lnTo>
                    <a:pt x="4609" y="72387"/>
                  </a:lnTo>
                  <a:lnTo>
                    <a:pt x="0" y="111813"/>
                  </a:lnTo>
                  <a:lnTo>
                    <a:pt x="1148" y="132347"/>
                  </a:lnTo>
                  <a:lnTo>
                    <a:pt x="18380" y="184450"/>
                  </a:lnTo>
                  <a:lnTo>
                    <a:pt x="55030" y="217665"/>
                  </a:lnTo>
                  <a:lnTo>
                    <a:pt x="71282" y="223508"/>
                  </a:lnTo>
                  <a:lnTo>
                    <a:pt x="74110" y="214436"/>
                  </a:lnTo>
                  <a:lnTo>
                    <a:pt x="61374" y="208795"/>
                  </a:lnTo>
                  <a:lnTo>
                    <a:pt x="50383" y="200945"/>
                  </a:lnTo>
                  <a:lnTo>
                    <a:pt x="27839" y="164340"/>
                  </a:lnTo>
                  <a:lnTo>
                    <a:pt x="20383" y="110634"/>
                  </a:lnTo>
                  <a:lnTo>
                    <a:pt x="21211" y="91565"/>
                  </a:lnTo>
                  <a:lnTo>
                    <a:pt x="33638" y="44477"/>
                  </a:lnTo>
                  <a:lnTo>
                    <a:pt x="61573" y="14687"/>
                  </a:lnTo>
                  <a:lnTo>
                    <a:pt x="74463" y="9072"/>
                  </a:lnTo>
                  <a:lnTo>
                    <a:pt x="71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2" name="object 20"/>
          <p:cNvSpPr txBox="1"/>
          <p:nvPr/>
        </p:nvSpPr>
        <p:spPr>
          <a:xfrm>
            <a:off x="4294124" y="3918657"/>
            <a:ext cx="2195232" cy="49034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65594" marR="4483" lvl="0" indent="-254947" algn="l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𝐿</a:t>
            </a:r>
            <a:r>
              <a:rPr kumimoji="0" sz="1600" b="0" i="0" u="none" strike="noStrike" kern="1200" cap="none" spc="3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sz="16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,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probability</a:t>
            </a:r>
            <a:r>
              <a:rPr kumimoji="0" sz="16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kumimoji="0" sz="1600" b="0" i="0" u="none" strike="noStrike" kern="1200" cap="none" spc="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</a:t>
            </a:r>
            <a:r>
              <a:rPr kumimoji="0" sz="16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</a:t>
            </a:r>
            <a:r>
              <a:rPr kumimoji="0" sz="16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</a:p>
        </p:txBody>
      </p:sp>
      <p:sp>
        <p:nvSpPr>
          <p:cNvPr id="43" name="object 21"/>
          <p:cNvSpPr/>
          <p:nvPr/>
        </p:nvSpPr>
        <p:spPr>
          <a:xfrm>
            <a:off x="5935522" y="4648200"/>
            <a:ext cx="2827478" cy="1120312"/>
          </a:xfrm>
          <a:custGeom>
            <a:avLst/>
            <a:gdLst/>
            <a:ahLst/>
            <a:cxnLst/>
            <a:rect l="l" t="t" r="r" b="b"/>
            <a:pathLst>
              <a:path w="3025140" h="894714">
                <a:moveTo>
                  <a:pt x="0" y="410984"/>
                </a:moveTo>
                <a:lnTo>
                  <a:pt x="436327" y="334736"/>
                </a:lnTo>
                <a:lnTo>
                  <a:pt x="453816" y="313900"/>
                </a:lnTo>
                <a:lnTo>
                  <a:pt x="473999" y="293577"/>
                </a:lnTo>
                <a:lnTo>
                  <a:pt x="522115" y="254536"/>
                </a:lnTo>
                <a:lnTo>
                  <a:pt x="580004" y="217748"/>
                </a:lnTo>
                <a:lnTo>
                  <a:pt x="646992" y="183346"/>
                </a:lnTo>
                <a:lnTo>
                  <a:pt x="683689" y="167082"/>
                </a:lnTo>
                <a:lnTo>
                  <a:pt x="722408" y="151466"/>
                </a:lnTo>
                <a:lnTo>
                  <a:pt x="763067" y="136513"/>
                </a:lnTo>
                <a:lnTo>
                  <a:pt x="805580" y="122240"/>
                </a:lnTo>
                <a:lnTo>
                  <a:pt x="849865" y="108665"/>
                </a:lnTo>
                <a:lnTo>
                  <a:pt x="895836" y="95804"/>
                </a:lnTo>
                <a:lnTo>
                  <a:pt x="943411" y="83674"/>
                </a:lnTo>
                <a:lnTo>
                  <a:pt x="992504" y="72292"/>
                </a:lnTo>
                <a:lnTo>
                  <a:pt x="1043032" y="61674"/>
                </a:lnTo>
                <a:lnTo>
                  <a:pt x="1094911" y="51838"/>
                </a:lnTo>
                <a:lnTo>
                  <a:pt x="1148057" y="42800"/>
                </a:lnTo>
                <a:lnTo>
                  <a:pt x="1202385" y="34576"/>
                </a:lnTo>
                <a:lnTo>
                  <a:pt x="1257813" y="27184"/>
                </a:lnTo>
                <a:lnTo>
                  <a:pt x="1314255" y="20640"/>
                </a:lnTo>
                <a:lnTo>
                  <a:pt x="1371628" y="14962"/>
                </a:lnTo>
                <a:lnTo>
                  <a:pt x="1429848" y="10165"/>
                </a:lnTo>
                <a:lnTo>
                  <a:pt x="1488831" y="6268"/>
                </a:lnTo>
                <a:lnTo>
                  <a:pt x="1548492" y="3285"/>
                </a:lnTo>
                <a:lnTo>
                  <a:pt x="1608748" y="1235"/>
                </a:lnTo>
                <a:lnTo>
                  <a:pt x="1669515" y="135"/>
                </a:lnTo>
                <a:lnTo>
                  <a:pt x="1730709" y="0"/>
                </a:lnTo>
                <a:lnTo>
                  <a:pt x="1792245" y="847"/>
                </a:lnTo>
                <a:lnTo>
                  <a:pt x="1854040" y="2694"/>
                </a:lnTo>
                <a:lnTo>
                  <a:pt x="1916010" y="5557"/>
                </a:lnTo>
                <a:lnTo>
                  <a:pt x="1978070" y="9453"/>
                </a:lnTo>
                <a:lnTo>
                  <a:pt x="2040137" y="14399"/>
                </a:lnTo>
                <a:lnTo>
                  <a:pt x="2111860" y="21461"/>
                </a:lnTo>
                <a:lnTo>
                  <a:pt x="2181498" y="29776"/>
                </a:lnTo>
                <a:lnTo>
                  <a:pt x="2248970" y="39297"/>
                </a:lnTo>
                <a:lnTo>
                  <a:pt x="2314198" y="49978"/>
                </a:lnTo>
                <a:lnTo>
                  <a:pt x="2377102" y="61773"/>
                </a:lnTo>
                <a:lnTo>
                  <a:pt x="2437601" y="74636"/>
                </a:lnTo>
                <a:lnTo>
                  <a:pt x="2495618" y="88522"/>
                </a:lnTo>
                <a:lnTo>
                  <a:pt x="2551071" y="103384"/>
                </a:lnTo>
                <a:lnTo>
                  <a:pt x="2603882" y="119176"/>
                </a:lnTo>
                <a:lnTo>
                  <a:pt x="2653971" y="135852"/>
                </a:lnTo>
                <a:lnTo>
                  <a:pt x="2701258" y="153367"/>
                </a:lnTo>
                <a:lnTo>
                  <a:pt x="2745664" y="171673"/>
                </a:lnTo>
                <a:lnTo>
                  <a:pt x="2787110" y="190726"/>
                </a:lnTo>
                <a:lnTo>
                  <a:pt x="2825515" y="210479"/>
                </a:lnTo>
                <a:lnTo>
                  <a:pt x="2860800" y="230886"/>
                </a:lnTo>
                <a:lnTo>
                  <a:pt x="2892886" y="251901"/>
                </a:lnTo>
                <a:lnTo>
                  <a:pt x="2947140" y="295571"/>
                </a:lnTo>
                <a:lnTo>
                  <a:pt x="2987643" y="341122"/>
                </a:lnTo>
                <a:lnTo>
                  <a:pt x="3013756" y="388184"/>
                </a:lnTo>
                <a:lnTo>
                  <a:pt x="3024843" y="436391"/>
                </a:lnTo>
                <a:lnTo>
                  <a:pt x="3024553" y="460808"/>
                </a:lnTo>
                <a:lnTo>
                  <a:pt x="3011909" y="510040"/>
                </a:lnTo>
                <a:lnTo>
                  <a:pt x="2982648" y="559496"/>
                </a:lnTo>
                <a:lnTo>
                  <a:pt x="2944976" y="600655"/>
                </a:lnTo>
                <a:lnTo>
                  <a:pt x="2896859" y="639695"/>
                </a:lnTo>
                <a:lnTo>
                  <a:pt x="2838971" y="676484"/>
                </a:lnTo>
                <a:lnTo>
                  <a:pt x="2771983" y="710885"/>
                </a:lnTo>
                <a:lnTo>
                  <a:pt x="2735286" y="727149"/>
                </a:lnTo>
                <a:lnTo>
                  <a:pt x="2696566" y="742766"/>
                </a:lnTo>
                <a:lnTo>
                  <a:pt x="2655908" y="757719"/>
                </a:lnTo>
                <a:lnTo>
                  <a:pt x="2613394" y="771991"/>
                </a:lnTo>
                <a:lnTo>
                  <a:pt x="2569110" y="785566"/>
                </a:lnTo>
                <a:lnTo>
                  <a:pt x="2523138" y="798427"/>
                </a:lnTo>
                <a:lnTo>
                  <a:pt x="2475564" y="810557"/>
                </a:lnTo>
                <a:lnTo>
                  <a:pt x="2426471" y="821939"/>
                </a:lnTo>
                <a:lnTo>
                  <a:pt x="2375943" y="832557"/>
                </a:lnTo>
                <a:lnTo>
                  <a:pt x="2324064" y="842393"/>
                </a:lnTo>
                <a:lnTo>
                  <a:pt x="2270918" y="851432"/>
                </a:lnTo>
                <a:lnTo>
                  <a:pt x="2216589" y="859656"/>
                </a:lnTo>
                <a:lnTo>
                  <a:pt x="2161162" y="867048"/>
                </a:lnTo>
                <a:lnTo>
                  <a:pt x="2104720" y="873591"/>
                </a:lnTo>
                <a:lnTo>
                  <a:pt x="2047347" y="879270"/>
                </a:lnTo>
                <a:lnTo>
                  <a:pt x="1989127" y="884066"/>
                </a:lnTo>
                <a:lnTo>
                  <a:pt x="1930144" y="887964"/>
                </a:lnTo>
                <a:lnTo>
                  <a:pt x="1870483" y="890946"/>
                </a:lnTo>
                <a:lnTo>
                  <a:pt x="1810226" y="892996"/>
                </a:lnTo>
                <a:lnTo>
                  <a:pt x="1749460" y="894097"/>
                </a:lnTo>
                <a:lnTo>
                  <a:pt x="1688266" y="894232"/>
                </a:lnTo>
                <a:lnTo>
                  <a:pt x="1626730" y="893384"/>
                </a:lnTo>
                <a:lnTo>
                  <a:pt x="1564934" y="891537"/>
                </a:lnTo>
                <a:lnTo>
                  <a:pt x="1502965" y="888674"/>
                </a:lnTo>
                <a:lnTo>
                  <a:pt x="1440904" y="884778"/>
                </a:lnTo>
                <a:lnTo>
                  <a:pt x="1378837" y="879832"/>
                </a:lnTo>
                <a:lnTo>
                  <a:pt x="1308912" y="872957"/>
                </a:lnTo>
                <a:lnTo>
                  <a:pt x="1240747" y="864850"/>
                </a:lnTo>
                <a:lnTo>
                  <a:pt x="1174446" y="855552"/>
                </a:lnTo>
                <a:lnTo>
                  <a:pt x="1110111" y="845102"/>
                </a:lnTo>
                <a:lnTo>
                  <a:pt x="1047844" y="833539"/>
                </a:lnTo>
                <a:lnTo>
                  <a:pt x="987748" y="820904"/>
                </a:lnTo>
                <a:lnTo>
                  <a:pt x="929926" y="807234"/>
                </a:lnTo>
                <a:lnTo>
                  <a:pt x="874480" y="792571"/>
                </a:lnTo>
                <a:lnTo>
                  <a:pt x="821512" y="776953"/>
                </a:lnTo>
                <a:lnTo>
                  <a:pt x="771126" y="760420"/>
                </a:lnTo>
                <a:lnTo>
                  <a:pt x="723424" y="743012"/>
                </a:lnTo>
                <a:lnTo>
                  <a:pt x="678508" y="724767"/>
                </a:lnTo>
                <a:lnTo>
                  <a:pt x="636482" y="705725"/>
                </a:lnTo>
                <a:lnTo>
                  <a:pt x="597447" y="685927"/>
                </a:lnTo>
                <a:lnTo>
                  <a:pt x="561506" y="665411"/>
                </a:lnTo>
                <a:lnTo>
                  <a:pt x="528761" y="644216"/>
                </a:lnTo>
                <a:lnTo>
                  <a:pt x="473273" y="599950"/>
                </a:lnTo>
                <a:lnTo>
                  <a:pt x="431803" y="553445"/>
                </a:lnTo>
                <a:lnTo>
                  <a:pt x="405170" y="505017"/>
                </a:lnTo>
                <a:lnTo>
                  <a:pt x="0" y="410984"/>
                </a:lnTo>
                <a:close/>
              </a:path>
            </a:pathLst>
          </a:custGeom>
          <a:ln w="2285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object 22"/>
          <p:cNvSpPr txBox="1"/>
          <p:nvPr/>
        </p:nvSpPr>
        <p:spPr>
          <a:xfrm>
            <a:off x="6371739" y="4825546"/>
            <a:ext cx="2391261" cy="90462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Before </a:t>
            </a:r>
            <a:r>
              <a:rPr kumimoji="0" sz="14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seeing </a:t>
            </a:r>
            <a:r>
              <a:rPr kumimoji="0" sz="14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data, </a:t>
            </a:r>
            <a:r>
              <a:rPr kumimoji="0" sz="14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kumimoji="0" lang="en-IN" sz="1400" b="0" i="0" u="none" strike="noStrike" kern="1200" cap="none" spc="-40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prior </a:t>
            </a:r>
            <a:r>
              <a:rPr kumimoji="0" sz="1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belief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sz="14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of</a:t>
            </a:r>
            <a:r>
              <a:rPr kumimoji="0" sz="14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𝜃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98915" marR="4483" lvl="0" indent="-188269" algn="ctr" defTabSz="914400" rtl="0" eaLnBrk="1" fontAlgn="base" latinLnBrk="0" hangingPunct="1">
              <a:lnSpc>
                <a:spcPct val="101099"/>
              </a:lnSpc>
              <a:spcBef>
                <a:spcPts val="66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e.g. what is distribution over parameters θ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5" name="object 23"/>
          <p:cNvSpPr/>
          <p:nvPr/>
        </p:nvSpPr>
        <p:spPr>
          <a:xfrm>
            <a:off x="228600" y="4621937"/>
            <a:ext cx="2136962" cy="972945"/>
          </a:xfrm>
          <a:custGeom>
            <a:avLst/>
            <a:gdLst/>
            <a:ahLst/>
            <a:cxnLst/>
            <a:rect l="l" t="t" r="r" b="b"/>
            <a:pathLst>
              <a:path w="2162810" h="1257935">
                <a:moveTo>
                  <a:pt x="2162546" y="931378"/>
                </a:moveTo>
                <a:lnTo>
                  <a:pt x="1809380" y="970054"/>
                </a:lnTo>
                <a:lnTo>
                  <a:pt x="1778877" y="998528"/>
                </a:lnTo>
                <a:lnTo>
                  <a:pt x="1746385" y="1025602"/>
                </a:lnTo>
                <a:lnTo>
                  <a:pt x="1712007" y="1051260"/>
                </a:lnTo>
                <a:lnTo>
                  <a:pt x="1675845" y="1075490"/>
                </a:lnTo>
                <a:lnTo>
                  <a:pt x="1638005" y="1098275"/>
                </a:lnTo>
                <a:lnTo>
                  <a:pt x="1598590" y="1119603"/>
                </a:lnTo>
                <a:lnTo>
                  <a:pt x="1557703" y="1139458"/>
                </a:lnTo>
                <a:lnTo>
                  <a:pt x="1515449" y="1157827"/>
                </a:lnTo>
                <a:lnTo>
                  <a:pt x="1471930" y="1174695"/>
                </a:lnTo>
                <a:lnTo>
                  <a:pt x="1427251" y="1190049"/>
                </a:lnTo>
                <a:lnTo>
                  <a:pt x="1381515" y="1203873"/>
                </a:lnTo>
                <a:lnTo>
                  <a:pt x="1334826" y="1216153"/>
                </a:lnTo>
                <a:lnTo>
                  <a:pt x="1287287" y="1226877"/>
                </a:lnTo>
                <a:lnTo>
                  <a:pt x="1239003" y="1236028"/>
                </a:lnTo>
                <a:lnTo>
                  <a:pt x="1190077" y="1243592"/>
                </a:lnTo>
                <a:lnTo>
                  <a:pt x="1140612" y="1249557"/>
                </a:lnTo>
                <a:lnTo>
                  <a:pt x="1090713" y="1253906"/>
                </a:lnTo>
                <a:lnTo>
                  <a:pt x="1040483" y="1256627"/>
                </a:lnTo>
                <a:lnTo>
                  <a:pt x="990025" y="1257705"/>
                </a:lnTo>
                <a:lnTo>
                  <a:pt x="939444" y="1257124"/>
                </a:lnTo>
                <a:lnTo>
                  <a:pt x="888843" y="1254873"/>
                </a:lnTo>
                <a:lnTo>
                  <a:pt x="838326" y="1250935"/>
                </a:lnTo>
                <a:lnTo>
                  <a:pt x="787996" y="1245297"/>
                </a:lnTo>
                <a:lnTo>
                  <a:pt x="737958" y="1237944"/>
                </a:lnTo>
                <a:lnTo>
                  <a:pt x="688314" y="1228862"/>
                </a:lnTo>
                <a:lnTo>
                  <a:pt x="639169" y="1218038"/>
                </a:lnTo>
                <a:lnTo>
                  <a:pt x="590625" y="1205456"/>
                </a:lnTo>
                <a:lnTo>
                  <a:pt x="542788" y="1191103"/>
                </a:lnTo>
                <a:lnTo>
                  <a:pt x="495761" y="1174964"/>
                </a:lnTo>
                <a:lnTo>
                  <a:pt x="449646" y="1157024"/>
                </a:lnTo>
                <a:lnTo>
                  <a:pt x="398453" y="1134407"/>
                </a:lnTo>
                <a:lnTo>
                  <a:pt x="350182" y="1110109"/>
                </a:lnTo>
                <a:lnTo>
                  <a:pt x="304867" y="1084233"/>
                </a:lnTo>
                <a:lnTo>
                  <a:pt x="262542" y="1056881"/>
                </a:lnTo>
                <a:lnTo>
                  <a:pt x="223241" y="1028153"/>
                </a:lnTo>
                <a:lnTo>
                  <a:pt x="186998" y="998152"/>
                </a:lnTo>
                <a:lnTo>
                  <a:pt x="153849" y="966981"/>
                </a:lnTo>
                <a:lnTo>
                  <a:pt x="123827" y="934740"/>
                </a:lnTo>
                <a:lnTo>
                  <a:pt x="96966" y="901531"/>
                </a:lnTo>
                <a:lnTo>
                  <a:pt x="73301" y="867457"/>
                </a:lnTo>
                <a:lnTo>
                  <a:pt x="52865" y="832620"/>
                </a:lnTo>
                <a:lnTo>
                  <a:pt x="35694" y="797120"/>
                </a:lnTo>
                <a:lnTo>
                  <a:pt x="21821" y="761060"/>
                </a:lnTo>
                <a:lnTo>
                  <a:pt x="4108" y="687667"/>
                </a:lnTo>
                <a:lnTo>
                  <a:pt x="0" y="613257"/>
                </a:lnTo>
                <a:lnTo>
                  <a:pt x="3133" y="575924"/>
                </a:lnTo>
                <a:lnTo>
                  <a:pt x="19945" y="501513"/>
                </a:lnTo>
                <a:lnTo>
                  <a:pt x="33693" y="464639"/>
                </a:lnTo>
                <a:lnTo>
                  <a:pt x="51047" y="428121"/>
                </a:lnTo>
                <a:lnTo>
                  <a:pt x="72042" y="392061"/>
                </a:lnTo>
                <a:lnTo>
                  <a:pt x="96713" y="356562"/>
                </a:lnTo>
                <a:lnTo>
                  <a:pt x="125093" y="321724"/>
                </a:lnTo>
                <a:lnTo>
                  <a:pt x="157217" y="287650"/>
                </a:lnTo>
                <a:lnTo>
                  <a:pt x="187719" y="259176"/>
                </a:lnTo>
                <a:lnTo>
                  <a:pt x="220212" y="232102"/>
                </a:lnTo>
                <a:lnTo>
                  <a:pt x="254590" y="206444"/>
                </a:lnTo>
                <a:lnTo>
                  <a:pt x="290751" y="182215"/>
                </a:lnTo>
                <a:lnTo>
                  <a:pt x="328591" y="159429"/>
                </a:lnTo>
                <a:lnTo>
                  <a:pt x="368007" y="138102"/>
                </a:lnTo>
                <a:lnTo>
                  <a:pt x="408893" y="118246"/>
                </a:lnTo>
                <a:lnTo>
                  <a:pt x="451148" y="99877"/>
                </a:lnTo>
                <a:lnTo>
                  <a:pt x="494667" y="83009"/>
                </a:lnTo>
                <a:lnTo>
                  <a:pt x="539346" y="67656"/>
                </a:lnTo>
                <a:lnTo>
                  <a:pt x="585082" y="53831"/>
                </a:lnTo>
                <a:lnTo>
                  <a:pt x="631771" y="41551"/>
                </a:lnTo>
                <a:lnTo>
                  <a:pt x="679310" y="30828"/>
                </a:lnTo>
                <a:lnTo>
                  <a:pt x="727594" y="21677"/>
                </a:lnTo>
                <a:lnTo>
                  <a:pt x="776520" y="14112"/>
                </a:lnTo>
                <a:lnTo>
                  <a:pt x="825985" y="8147"/>
                </a:lnTo>
                <a:lnTo>
                  <a:pt x="875884" y="3798"/>
                </a:lnTo>
                <a:lnTo>
                  <a:pt x="926114" y="1077"/>
                </a:lnTo>
                <a:lnTo>
                  <a:pt x="976572" y="0"/>
                </a:lnTo>
                <a:lnTo>
                  <a:pt x="1027153" y="580"/>
                </a:lnTo>
                <a:lnTo>
                  <a:pt x="1077754" y="2831"/>
                </a:lnTo>
                <a:lnTo>
                  <a:pt x="1128271" y="6769"/>
                </a:lnTo>
                <a:lnTo>
                  <a:pt x="1178601" y="12407"/>
                </a:lnTo>
                <a:lnTo>
                  <a:pt x="1228639" y="19760"/>
                </a:lnTo>
                <a:lnTo>
                  <a:pt x="1278283" y="28841"/>
                </a:lnTo>
                <a:lnTo>
                  <a:pt x="1327429" y="39666"/>
                </a:lnTo>
                <a:lnTo>
                  <a:pt x="1375972" y="52248"/>
                </a:lnTo>
                <a:lnTo>
                  <a:pt x="1423809" y="66601"/>
                </a:lnTo>
                <a:lnTo>
                  <a:pt x="1470837" y="82740"/>
                </a:lnTo>
                <a:lnTo>
                  <a:pt x="1516951" y="100680"/>
                </a:lnTo>
                <a:lnTo>
                  <a:pt x="1571527" y="124921"/>
                </a:lnTo>
                <a:lnTo>
                  <a:pt x="1622949" y="151201"/>
                </a:lnTo>
                <a:lnTo>
                  <a:pt x="1671137" y="179394"/>
                </a:lnTo>
                <a:lnTo>
                  <a:pt x="1716005" y="209377"/>
                </a:lnTo>
                <a:lnTo>
                  <a:pt x="1757472" y="241024"/>
                </a:lnTo>
                <a:lnTo>
                  <a:pt x="1795453" y="274212"/>
                </a:lnTo>
                <a:lnTo>
                  <a:pt x="1829866" y="308816"/>
                </a:lnTo>
                <a:lnTo>
                  <a:pt x="1860628" y="344712"/>
                </a:lnTo>
                <a:lnTo>
                  <a:pt x="1887655" y="381775"/>
                </a:lnTo>
                <a:lnTo>
                  <a:pt x="1910865" y="419881"/>
                </a:lnTo>
                <a:lnTo>
                  <a:pt x="1930174" y="458906"/>
                </a:lnTo>
                <a:lnTo>
                  <a:pt x="1945500" y="498725"/>
                </a:lnTo>
                <a:lnTo>
                  <a:pt x="1956758" y="539213"/>
                </a:lnTo>
                <a:lnTo>
                  <a:pt x="1963867" y="580248"/>
                </a:lnTo>
                <a:lnTo>
                  <a:pt x="1966742" y="621703"/>
                </a:lnTo>
                <a:lnTo>
                  <a:pt x="1965301" y="663455"/>
                </a:lnTo>
                <a:lnTo>
                  <a:pt x="1959460" y="705380"/>
                </a:lnTo>
                <a:lnTo>
                  <a:pt x="1949137" y="747352"/>
                </a:lnTo>
                <a:lnTo>
                  <a:pt x="2162546" y="931378"/>
                </a:lnTo>
                <a:close/>
              </a:path>
            </a:pathLst>
          </a:custGeom>
          <a:ln w="2285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2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object 24"/>
          <p:cNvSpPr txBox="1"/>
          <p:nvPr/>
        </p:nvSpPr>
        <p:spPr>
          <a:xfrm>
            <a:off x="656747" y="4644799"/>
            <a:ext cx="1347507" cy="7482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 lvl="0" indent="0" algn="ctr" defTabSz="914400" rtl="0" eaLnBrk="1" fontAlgn="base" latinLnBrk="0" hangingPunct="1">
              <a:lnSpc>
                <a:spcPct val="100499"/>
              </a:lnSpc>
              <a:spcBef>
                <a:spcPts val="75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After</a:t>
            </a:r>
            <a:r>
              <a:rPr kumimoji="0" sz="16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seeing </a:t>
            </a:r>
            <a:r>
              <a:rPr kumimoji="0" sz="1600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data,</a:t>
            </a:r>
            <a:r>
              <a:rPr kumimoji="0" sz="1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posterior </a:t>
            </a:r>
            <a:r>
              <a:rPr kumimoji="0" sz="160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belief</a:t>
            </a:r>
            <a:r>
              <a:rPr kumimoji="0" sz="1600" b="0" i="0" u="none" strike="noStrike" kern="1200" cap="none" spc="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sz="16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𝜃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456D97-B5EF-1936-64B3-53758F66AA68}"/>
                  </a:ext>
                </a:extLst>
              </p14:cNvPr>
              <p14:cNvContentPartPr/>
              <p14:nvPr/>
            </p14:nvContentPartPr>
            <p14:xfrm>
              <a:off x="330120" y="1577520"/>
              <a:ext cx="7777080" cy="172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456D97-B5EF-1936-64B3-53758F66AA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0760" y="1568160"/>
                <a:ext cx="7795800" cy="174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431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Maximum Likelihood Estimation (MLE)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A639A6-1500-DF48-3846-7C7840FEAF08}"/>
                  </a:ext>
                </a:extLst>
              </p14:cNvPr>
              <p14:cNvContentPartPr/>
              <p14:nvPr/>
            </p14:nvContentPartPr>
            <p14:xfrm>
              <a:off x="278640" y="938880"/>
              <a:ext cx="6546600" cy="330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A639A6-1500-DF48-3846-7C7840FEAF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280" y="929520"/>
                <a:ext cx="6565320" cy="33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1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19" y="477065"/>
            <a:ext cx="8556712" cy="55399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rtlCol="0" anchor="ctr" anchorCtr="0">
            <a:spAutoFit/>
          </a:bodyPr>
          <a:lstStyle/>
          <a:p>
            <a:pPr marL="85725" indent="28575" fontAlgn="base">
              <a:lnSpc>
                <a:spcPts val="36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400" b="1" spc="-15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MLE – Linear Regression Model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DA68F0-60D7-4838-B086-D99AF27DBD91}" type="slidenum"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1525136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1800" y="1828800"/>
            <a:ext cx="4261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CarPrice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= 8.5 + 0.5 Mileage – 1.5 Mileage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Parameters : (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0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1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2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rPr>
                  <a:t>)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01" y="3226368"/>
                <a:ext cx="2256452" cy="338554"/>
              </a:xfrm>
              <a:prstGeom prst="rect">
                <a:avLst/>
              </a:prstGeom>
              <a:blipFill>
                <a:blip r:embed="rId3"/>
                <a:stretch>
                  <a:fillRect l="-1351" t="-5357" r="-811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Find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=(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0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1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𝜽</m:t>
                    </m:r>
                    <m:r>
                      <m:rPr>
                        <m:nor/>
                      </m:rPr>
                      <a:rPr kumimoji="0" lang="en-US" sz="16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IN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from the data </a:t>
                </a: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endParaRPr kumimoji="0" lang="en-I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ie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., (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Mileage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CarPrice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i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  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564922"/>
                <a:ext cx="3657893" cy="830997"/>
              </a:xfrm>
              <a:prstGeom prst="rect">
                <a:avLst/>
              </a:prstGeom>
              <a:blipFill>
                <a:blip r:embed="rId4"/>
                <a:stretch>
                  <a:fillRect l="-1000" b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-323851" y="4910977"/>
            <a:ext cx="487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Maximum Likelihood Estimation (MLE) 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 that parameters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make the observed data the most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Elbow Connector 12"/>
          <p:cNvCxnSpPr>
            <a:stCxn id="10" idx="2"/>
            <a:endCxn id="7" idx="0"/>
          </p:cNvCxnSpPr>
          <p:nvPr/>
        </p:nvCxnSpPr>
        <p:spPr>
          <a:xfrm rot="5400000">
            <a:off x="3200119" y="3310349"/>
            <a:ext cx="515058" cy="268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f (X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1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, X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2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.....</a:t>
                </a:r>
                <a:r>
                  <a:rPr kumimoji="0" lang="en-I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X</a:t>
                </a:r>
                <a:r>
                  <a:rPr kumimoji="0" lang="en-IN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n</a:t>
                </a:r>
                <a:r>
                  <a:rPr kumimoji="0" lang="en-I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 </a:t>
                </a: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| </a:t>
                </a:r>
                <a14:m>
                  <m:oMath xmlns:m="http://schemas.openxmlformats.org/officeDocument/2006/math">
                    <m:r>
                      <a:rPr kumimoji="0" 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𝛉</m:t>
                    </m:r>
                  </m:oMath>
                </a14:m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54" y="5862007"/>
                <a:ext cx="1952779" cy="338554"/>
              </a:xfrm>
              <a:prstGeom prst="rect">
                <a:avLst/>
              </a:prstGeom>
              <a:blipFill>
                <a:blip r:embed="rId5"/>
                <a:stretch>
                  <a:fillRect l="-1875" t="-5455" r="-938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029219" y="2513718"/>
            <a:ext cx="1571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θ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x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57794" y="2818462"/>
            <a:ext cx="141096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30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∼ N(0, σ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740" y="2513718"/>
            <a:ext cx="3384922" cy="855716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601188" y="3012361"/>
            <a:ext cx="1124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033404" y="4155273"/>
            <a:ext cx="28328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y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| x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; θ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  <a:sym typeface="Symbol" panose="05050102010706020507" pitchFamily="18" charset="2"/>
              </a:rPr>
              <a:t>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N(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θ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x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3000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 σ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18" idx="2"/>
          </p:cNvCxnSpPr>
          <p:nvPr/>
        </p:nvCxnSpPr>
        <p:spPr>
          <a:xfrm>
            <a:off x="7418201" y="3369434"/>
            <a:ext cx="0" cy="610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550" y="5372642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26" name="Straight Arrow Connector 25"/>
          <p:cNvCxnSpPr>
            <a:stCxn id="6" idx="2"/>
          </p:cNvCxnSpPr>
          <p:nvPr/>
        </p:nvCxnSpPr>
        <p:spPr>
          <a:xfrm flipH="1">
            <a:off x="7449817" y="4493827"/>
            <a:ext cx="1" cy="68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800746" y="692836"/>
            <a:ext cx="4190854" cy="8679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Given the noise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obeys a Normal distribution each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IN" sz="1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I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must also obey a Normal distribution around the true target value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7880B5-6A16-21FC-8ABE-5A94CDC29CF9}"/>
                  </a:ext>
                </a:extLst>
              </p14:cNvPr>
              <p14:cNvContentPartPr/>
              <p14:nvPr/>
            </p14:nvContentPartPr>
            <p14:xfrm>
              <a:off x="4218480" y="2876040"/>
              <a:ext cx="5213160" cy="341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7880B5-6A16-21FC-8ABE-5A94CDC29C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09120" y="2866680"/>
                <a:ext cx="5231880" cy="343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669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Linear Regression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4898266" y="1752600"/>
            <a:ext cx="4398134" cy="1558344"/>
            <a:chOff x="1791707" y="3362964"/>
            <a:chExt cx="6437893" cy="224478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707" y="3362964"/>
              <a:ext cx="4286851" cy="115712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5106" y="4520091"/>
              <a:ext cx="5494494" cy="1087655"/>
            </a:xfrm>
            <a:prstGeom prst="rect">
              <a:avLst/>
            </a:prstGeom>
          </p:spPr>
        </p:pic>
      </p:grp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4572000"/>
          <a:ext cx="2005013" cy="1966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74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984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1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4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4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261819" y="5912834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largest 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266" y="3206465"/>
            <a:ext cx="2149135" cy="822939"/>
          </a:xfrm>
          <a:prstGeom prst="rect">
            <a:avLst/>
          </a:prstGeom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288" y="3743736"/>
            <a:ext cx="2113179" cy="148167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9566" y="4507213"/>
            <a:ext cx="1900015" cy="143638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3719" y="3274240"/>
            <a:ext cx="1813177" cy="603125"/>
          </a:xfrm>
          <a:prstGeom prst="rect">
            <a:avLst/>
          </a:prstGeom>
          <a:ln>
            <a:noFill/>
          </a:ln>
        </p:spPr>
      </p:pic>
      <p:cxnSp>
        <p:nvCxnSpPr>
          <p:cNvPr id="19" name="Curved Connector 18"/>
          <p:cNvCxnSpPr/>
          <p:nvPr/>
        </p:nvCxnSpPr>
        <p:spPr>
          <a:xfrm flipV="1">
            <a:off x="6590026" y="3471012"/>
            <a:ext cx="543693" cy="2095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85FC15-F85B-CA77-45CE-48B20901D40F}"/>
                  </a:ext>
                </a:extLst>
              </p14:cNvPr>
              <p14:cNvContentPartPr/>
              <p14:nvPr/>
            </p14:nvContentPartPr>
            <p14:xfrm>
              <a:off x="4848480" y="1380600"/>
              <a:ext cx="2825640" cy="2485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85FC15-F85B-CA77-45CE-48B20901D4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39120" y="1371240"/>
                <a:ext cx="2844360" cy="250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580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Linear Regression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4898266" y="1752600"/>
            <a:ext cx="4398134" cy="1558344"/>
            <a:chOff x="1791707" y="3362964"/>
            <a:chExt cx="6437893" cy="224478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707" y="3362964"/>
              <a:ext cx="4286851" cy="115712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5106" y="4520091"/>
              <a:ext cx="5494494" cy="1087655"/>
            </a:xfrm>
            <a:prstGeom prst="rect">
              <a:avLst/>
            </a:prstGeom>
          </p:spPr>
        </p:pic>
      </p:grp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4572000"/>
          <a:ext cx="2005013" cy="1966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74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9845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1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4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4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10.48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266" y="3206465"/>
            <a:ext cx="2149135" cy="822939"/>
          </a:xfrm>
          <a:prstGeom prst="rect">
            <a:avLst/>
          </a:prstGeom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719" y="3274240"/>
            <a:ext cx="1813177" cy="603125"/>
          </a:xfrm>
          <a:prstGeom prst="rect">
            <a:avLst/>
          </a:prstGeom>
          <a:ln>
            <a:noFill/>
          </a:ln>
        </p:spPr>
      </p:pic>
      <p:cxnSp>
        <p:nvCxnSpPr>
          <p:cNvPr id="19" name="Curved Connector 18"/>
          <p:cNvCxnSpPr/>
          <p:nvPr/>
        </p:nvCxnSpPr>
        <p:spPr>
          <a:xfrm flipV="1">
            <a:off x="6590026" y="3471012"/>
            <a:ext cx="543693" cy="2095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203" y="3929439"/>
            <a:ext cx="4572396" cy="25971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E3DEF1-CF80-FE5D-199B-F9251CA5EA11}"/>
                  </a:ext>
                </a:extLst>
              </p14:cNvPr>
              <p14:cNvContentPartPr/>
              <p14:nvPr/>
            </p14:nvContentPartPr>
            <p14:xfrm>
              <a:off x="4703040" y="3964680"/>
              <a:ext cx="5011560" cy="2554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E3DEF1-CF80-FE5D-199B-F9251CA5EA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93680" y="3955320"/>
                <a:ext cx="5030280" cy="257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409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Linear Regression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93601"/>
            <a:ext cx="4188315" cy="3840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149540"/>
            <a:ext cx="4340728" cy="6340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blipFill>
                <a:blip r:embed="rId5"/>
                <a:stretch>
                  <a:fillRect l="-5492" t="-107692" r="-229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blipFill>
                <a:blip r:embed="rId6"/>
                <a:stretch>
                  <a:fillRect l="-5251" t="-107692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E23C03-EA33-C43C-B112-496C6BBA6F8D}"/>
                  </a:ext>
                </a:extLst>
              </p14:cNvPr>
              <p14:cNvContentPartPr/>
              <p14:nvPr/>
            </p14:nvContentPartPr>
            <p14:xfrm>
              <a:off x="3090600" y="3210480"/>
              <a:ext cx="5196600" cy="729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E23C03-EA33-C43C-B112-496C6BBA6F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81240" y="3201120"/>
                <a:ext cx="5215320" cy="7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373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Linear Regression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50" y="932956"/>
            <a:ext cx="4237087" cy="5608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293601"/>
            <a:ext cx="4188315" cy="3840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149540"/>
            <a:ext cx="4340728" cy="6340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3937271"/>
            <a:ext cx="2149135" cy="82293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𝜎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68" y="2843511"/>
                <a:ext cx="2667000" cy="392608"/>
              </a:xfrm>
              <a:prstGeom prst="rect">
                <a:avLst/>
              </a:prstGeom>
              <a:blipFill>
                <a:blip r:embed="rId6"/>
                <a:stretch>
                  <a:fillRect l="-5492" t="-107692" r="-229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93" y="3281142"/>
                <a:ext cx="2667000" cy="392608"/>
              </a:xfrm>
              <a:prstGeom prst="rect">
                <a:avLst/>
              </a:prstGeom>
              <a:blipFill>
                <a:blip r:embed="rId7"/>
                <a:stretch>
                  <a:fillRect l="-5251" t="-107692" b="-170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162299" y="4631123"/>
                <a:ext cx="4607415" cy="391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=argmax</a:t>
                </a:r>
                <a14:m>
                  <m:oMath xmlns:m="http://schemas.openxmlformats.org/officeDocument/2006/math"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(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)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99" y="4631123"/>
                <a:ext cx="4607415" cy="391133"/>
              </a:xfrm>
              <a:prstGeom prst="rect">
                <a:avLst/>
              </a:prstGeom>
              <a:blipFill>
                <a:blip r:embed="rId8"/>
                <a:stretch>
                  <a:fillRect l="-3175" t="-110938" b="-17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162299" y="5095013"/>
                <a:ext cx="4607415" cy="391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+mn-ea"/>
                    <a:cs typeface="+mn-cs"/>
                  </a:rPr>
                  <a:t>=argmin</a:t>
                </a:r>
                <a14:m>
                  <m:oMath xmlns:m="http://schemas.openxmlformats.org/officeDocument/2006/math"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( 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pt-B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pt-B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kumimoji="0" lang="pt-BR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0" lang="pt-B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ɵ</m:t>
                                    </m:r>
                                  </m:e>
                                  <m:sup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)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99" y="5095013"/>
                <a:ext cx="4607415" cy="391133"/>
              </a:xfrm>
              <a:prstGeom prst="rect">
                <a:avLst/>
              </a:prstGeom>
              <a:blipFill>
                <a:blip r:embed="rId9"/>
                <a:stretch>
                  <a:fillRect l="-3175" t="-110938" b="-173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71896" y="5852155"/>
            <a:ext cx="7647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probabilistic assumptions on the data, least-squares regression corresponds to finding the MLE of θ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F14D1C-8605-FB33-E5D8-8464C2E095AC}"/>
                  </a:ext>
                </a:extLst>
              </p14:cNvPr>
              <p14:cNvContentPartPr/>
              <p14:nvPr/>
            </p14:nvContentPartPr>
            <p14:xfrm>
              <a:off x="3232440" y="3497760"/>
              <a:ext cx="5577480" cy="2104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F14D1C-8605-FB33-E5D8-8464C2E095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23080" y="3488400"/>
                <a:ext cx="5596200" cy="21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8047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largest 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52400" y="4183390"/>
          <a:ext cx="2245750" cy="2347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1631146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Mileage</a:t>
                      </a:r>
                    </a:p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IN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kmpl</a:t>
                      </a: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Price</a:t>
                      </a:r>
                    </a:p>
                    <a:p>
                      <a:pPr algn="ctr"/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6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</a:t>
                      </a:r>
                      <a:r>
                        <a:rPr lang="en-US"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398150" y="4173865"/>
            <a:ext cx="24162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Bernoulli MLE Estimation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8150" y="4521944"/>
            <a:ext cx="52980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,….,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X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where X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  ~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Ber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(p). PMF of a Bernoulli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495800"/>
            <a:ext cx="1371600" cy="443568"/>
          </a:xfrm>
          <a:prstGeom prst="rect">
            <a:avLst/>
          </a:prstGeom>
          <a:ln>
            <a:noFill/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00400" y="1761059"/>
                <a:ext cx="6172200" cy="764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𝐿𝐿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I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func>
                      <m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kumimoji="0" lang="en-US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16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761059"/>
                <a:ext cx="6172200" cy="764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629150" y="4788099"/>
                <a:ext cx="4457700" cy="1137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𝑌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=1</m:t>
                          </m:r>
                        </m:e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𝑌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=0</m:t>
                          </m:r>
                        </m:e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𝑋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=1−</m:t>
                      </m:r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kumimoji="0" lang="en-US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kumimoji="0" 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kumimoji="0" lang="en-US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  <a:cs typeface="+mn-cs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kumimoji="0" lang="en-US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4788099"/>
                <a:ext cx="4457700" cy="1137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391" y="2676704"/>
            <a:ext cx="3700026" cy="564700"/>
          </a:xfrm>
          <a:prstGeom prst="rect">
            <a:avLst/>
          </a:prstGeom>
        </p:spPr>
      </p:pic>
      <p:cxnSp>
        <p:nvCxnSpPr>
          <p:cNvPr id="28" name="Curved Connector 27"/>
          <p:cNvCxnSpPr/>
          <p:nvPr/>
        </p:nvCxnSpPr>
        <p:spPr>
          <a:xfrm rot="5400000">
            <a:off x="7264830" y="2251594"/>
            <a:ext cx="472538" cy="39020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2C3EA4-56A5-94FC-22CC-EBEED39EDFDA}"/>
                  </a:ext>
                </a:extLst>
              </p14:cNvPr>
              <p14:cNvContentPartPr/>
              <p14:nvPr/>
            </p14:nvContentPartPr>
            <p14:xfrm>
              <a:off x="3789720" y="1333080"/>
              <a:ext cx="4977720" cy="243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2C3EA4-56A5-94FC-22CC-EBEED39EDF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0360" y="1323720"/>
                <a:ext cx="4996440" cy="24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506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largest 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2861839"/>
            <a:ext cx="5675868" cy="7437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129" y="1721298"/>
            <a:ext cx="4157832" cy="105469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158" y="3476110"/>
            <a:ext cx="4842566" cy="244760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02" y="5186917"/>
            <a:ext cx="1616091" cy="2481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941780-7269-C37B-E2EC-51984BE52271}"/>
                  </a:ext>
                </a:extLst>
              </p14:cNvPr>
              <p14:cNvContentPartPr/>
              <p14:nvPr/>
            </p14:nvContentPartPr>
            <p14:xfrm>
              <a:off x="549360" y="2250360"/>
              <a:ext cx="8358840" cy="3913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941780-7269-C37B-E2EC-51984BE522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0000" y="2241000"/>
                <a:ext cx="8377560" cy="393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9990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4038600" cy="452596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2400" y="152400"/>
            <a:ext cx="63246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4693" y="5892225"/>
            <a:ext cx="651549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MLE answers the question: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For which parameter value does the observed data have the biggest probability?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907211"/>
            <a:ext cx="2304405" cy="58662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852" y="3687626"/>
            <a:ext cx="3644845" cy="6548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861839"/>
            <a:ext cx="5675868" cy="7437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129" y="1721298"/>
            <a:ext cx="4157832" cy="10546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9ED6EE-3994-2D6B-E154-D679A0915CA6}"/>
                  </a:ext>
                </a:extLst>
              </p14:cNvPr>
              <p14:cNvContentPartPr/>
              <p14:nvPr/>
            </p14:nvContentPartPr>
            <p14:xfrm>
              <a:off x="394560" y="1929240"/>
              <a:ext cx="878760" cy="3188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9ED6EE-3994-2D6B-E154-D679A0915C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200" y="1919880"/>
                <a:ext cx="897480" cy="320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166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416564"/>
            <a:ext cx="8963696" cy="4525963"/>
          </a:xfrm>
        </p:spPr>
        <p:txBody>
          <a:bodyPr>
            <a:normAutofit/>
          </a:bodyPr>
          <a:lstStyle/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Consider a sample of 𝑛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i.i.d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random variables 𝑋</a:t>
            </a:r>
            <a:r>
              <a:rPr 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𝑋</a:t>
            </a:r>
            <a:r>
              <a:rPr 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,…, 𝑋</a:t>
            </a:r>
            <a:r>
              <a:rPr 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drawn from a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distribution 𝑓(𝑋</a:t>
            </a:r>
            <a:r>
              <a:rPr lang="en-IN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|𝜃)</a:t>
            </a:r>
          </a:p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𝜃</a:t>
            </a:r>
            <a:r>
              <a:rPr lang="en-US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MLE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maximizes the likelihood of data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𝐿 (𝜃) and 𝐿𝐿 (𝜃)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MLE-Summary</a:t>
            </a:r>
            <a:endParaRPr lang="en-IN" sz="24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48" y="2611095"/>
            <a:ext cx="2149135" cy="82293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" y="3536549"/>
            <a:ext cx="5414963" cy="757515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11956"/>
            <a:ext cx="1964075" cy="8399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15228"/>
            <a:ext cx="2667000" cy="545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60756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8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rgbClr val="C00000"/>
                </a:solidFill>
                <a:ea typeface="Cambria" panose="02040503050406030204" pitchFamily="18" charset="0"/>
              </a:rPr>
              <a:t>Additional Problems in MLE</a:t>
            </a:r>
            <a:endParaRPr sz="3200" b="1" dirty="0">
              <a:solidFill>
                <a:srgbClr val="C0000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23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001000" cy="251801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Discrete - PMF</a:t>
            </a: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76200" y="3733800"/>
            <a:ext cx="4038600" cy="2671763"/>
          </a:xfrm>
        </p:spPr>
        <p:txBody>
          <a:bodyPr>
            <a:normAutofit lnSpcReduction="10000"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E1F584-7A02-24E4-4CB4-5EF626FFB3EF}"/>
                  </a:ext>
                </a:extLst>
              </p14:cNvPr>
              <p14:cNvContentPartPr/>
              <p14:nvPr/>
            </p14:nvContentPartPr>
            <p14:xfrm>
              <a:off x="1423080" y="925560"/>
              <a:ext cx="7614720" cy="530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E1F584-7A02-24E4-4CB4-5EF626FFB3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3720" y="916200"/>
                <a:ext cx="7633440" cy="53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154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Discrete - PMF</a:t>
            </a: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152400" y="1446453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662735" y="2078596"/>
          <a:ext cx="2024064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2032">
                  <a:extLst>
                    <a:ext uri="{9D8B030D-6E8A-4147-A177-3AD203B41FA5}">
                      <a16:colId xmlns:a16="http://schemas.microsoft.com/office/drawing/2014/main" val="3270568220"/>
                    </a:ext>
                  </a:extLst>
                </a:gridCol>
                <a:gridCol w="1012032">
                  <a:extLst>
                    <a:ext uri="{9D8B030D-6E8A-4147-A177-3AD203B41FA5}">
                      <a16:colId xmlns:a16="http://schemas.microsoft.com/office/drawing/2014/main" val="2916311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P(X)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908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(1-</a:t>
                      </a:r>
                      <a:r>
                        <a:rPr lang="en-IN" sz="1800" dirty="0"/>
                        <a:t>ɵ)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45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2</a:t>
                      </a:r>
                      <a:r>
                        <a:rPr lang="en-IN" sz="1800" dirty="0"/>
                        <a:t>ɵ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02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2(1-</a:t>
                      </a:r>
                      <a:r>
                        <a:rPr lang="en-IN" sz="1800" dirty="0"/>
                        <a:t>ɵ)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5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ɵ</a:t>
                      </a:r>
                      <a:r>
                        <a:rPr lang="en-IN" dirty="0"/>
                        <a:t>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1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(1-</a:t>
                      </a:r>
                      <a:r>
                        <a:rPr lang="en-IN" sz="1800" dirty="0"/>
                        <a:t>ɵ)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6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2(1-</a:t>
                      </a:r>
                      <a:r>
                        <a:rPr lang="en-IN" sz="1800" dirty="0"/>
                        <a:t>ɵ)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0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ɵ</a:t>
                      </a:r>
                      <a:r>
                        <a:rPr lang="en-IN" dirty="0"/>
                        <a:t>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9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2</a:t>
                      </a:r>
                      <a:r>
                        <a:rPr lang="en-IN" sz="1800" dirty="0"/>
                        <a:t>ɵ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4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2(1-</a:t>
                      </a:r>
                      <a:r>
                        <a:rPr lang="en-IN" sz="1800" dirty="0"/>
                        <a:t>ɵ)</a:t>
                      </a:r>
                      <a:r>
                        <a:rPr lang="en-IN" dirty="0"/>
                        <a:t> 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08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ɵ</a:t>
                      </a:r>
                      <a:r>
                        <a:rPr lang="en-IN" dirty="0"/>
                        <a:t>/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04675"/>
                  </a:ext>
                </a:extLst>
              </a:tr>
            </a:tbl>
          </a:graphicData>
        </a:graphic>
      </p:graphicFrame>
      <p:sp>
        <p:nvSpPr>
          <p:cNvPr id="8" name="Text Placeholder 1"/>
          <p:cNvSpPr txBox="1">
            <a:spLocks/>
          </p:cNvSpPr>
          <p:nvPr/>
        </p:nvSpPr>
        <p:spPr>
          <a:xfrm>
            <a:off x="457200" y="2078597"/>
            <a:ext cx="8686800" cy="2722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L(ɵ)   = P(X=3)*P(X=0)*P(X=2)*……..*P(X=1)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Arial"/>
              </a:rPr>
              <a:t>         = 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(1-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3)</a:t>
            </a: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2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* (2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3)</a:t>
            </a: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2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* (2(1-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/ 3)</a:t>
            </a: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* (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ɵ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/ 3)</a:t>
            </a: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3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                 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ct val="100000"/>
              <a:buFont typeface="Arial"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D58DBF-7394-19C0-3F8E-16DCC221DB4A}"/>
                  </a:ext>
                </a:extLst>
              </p14:cNvPr>
              <p14:cNvContentPartPr/>
              <p14:nvPr/>
            </p14:nvContentPartPr>
            <p14:xfrm>
              <a:off x="304560" y="1406160"/>
              <a:ext cx="7129440" cy="5010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D58DBF-7394-19C0-3F8E-16DCC221DB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200" y="1396800"/>
                <a:ext cx="7148160" cy="50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192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+mj-lt"/>
              </a:rPr>
              <a:t>MLE – Discrete - PMF</a:t>
            </a:r>
          </a:p>
        </p:txBody>
      </p:sp>
      <p:sp>
        <p:nvSpPr>
          <p:cNvPr id="7" name="Text Placeholder 1"/>
          <p:cNvSpPr>
            <a:spLocks noGrp="1"/>
          </p:cNvSpPr>
          <p:nvPr>
            <p:ph type="body" idx="1"/>
          </p:nvPr>
        </p:nvSpPr>
        <p:spPr>
          <a:xfrm>
            <a:off x="152400" y="1446453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30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1"/>
              <p:cNvSpPr txBox="1">
                <a:spLocks/>
              </p:cNvSpPr>
              <p:nvPr/>
            </p:nvSpPr>
            <p:spPr>
              <a:xfrm>
                <a:off x="471487" y="2057400"/>
                <a:ext cx="8686800" cy="47113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defRPr>
                </a:lvl1pPr>
                <a:lvl2pPr marL="914400" marR="0" lvl="1" indent="-330200" algn="l" rtl="0">
                  <a:lnSpc>
                    <a:spcPct val="100000"/>
                  </a:lnSpc>
                  <a:spcBef>
                    <a:spcPts val="32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–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L(ɵ)   = P(X=3)*P(X=0)*P(X=2)*……..*P(X=1)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= 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ɵ)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(2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* (2(1-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ɵ)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ɵ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LL(ɵ)  = log [(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(2ɵ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* (2(1-ɵ)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(ɵ/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]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= log 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log (2ɵ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2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+ log (2(1-ɵ)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* log(ɵ/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3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= 2log 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+ 2log (2ɵ / 3) + 3 log (2(1-ɵ) /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+ 3log(ɵ/ 3)</a:t>
                </a:r>
              </a:p>
              <a:p>
                <a:pPr marL="22860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=2(log (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(1-ɵ) -log 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+ 2(log (2ɵ)-log3) + 3( log (2(1-ɵ)) – log3)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+ 3(log(ɵ)-log 3)</a:t>
                </a:r>
                <a:b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</a:br>
                <a:b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</a:b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Gradient ( LL(ɵ) ) 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(1−ɵ)</m:t>
                        </m:r>
                      </m:den>
                    </m:f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den>
                    </m:f>
                    <m:r>
                      <a:rPr lang="en-IN" sz="18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(1−ɵ)</m:t>
                        </m:r>
                      </m:den>
                    </m:f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den>
                    </m:f>
                  </m:oMath>
                </a14:m>
                <a:endParaRPr lang="en-IN" sz="1800" baseline="30000" dirty="0">
                  <a:solidFill>
                    <a:prstClr val="black"/>
                  </a:solidFill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 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US" sz="1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5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 + 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5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kumimoji="0" lang="en-US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5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(1−ɵ)ɵ</m:t>
                        </m:r>
                      </m:den>
                    </m:f>
                    <m:r>
                      <a:rPr kumimoji="0" lang="en-I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−</m:t>
                        </m:r>
                        <m: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10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 + </m:t>
                        </m:r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(1−ɵ)ɵ</m:t>
                        </m:r>
                      </m:den>
                    </m:f>
                  </m:oMath>
                </a14:m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0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= 0.5</a:t>
                </a:r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                </a:t>
                </a: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8" name="Tex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" y="2057400"/>
                <a:ext cx="8686800" cy="4711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00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04800" y="152400"/>
            <a:ext cx="77724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Additional Exercise for Student’s Practice</a:t>
            </a: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005268" y="1599858"/>
          <a:ext cx="1271332" cy="331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76300" imgH="228600" progId="Equation.DSMT4">
                  <p:embed/>
                </p:oleObj>
              </mc:Choice>
              <mc:Fallback>
                <p:oleObj r:id="rId2" imgW="876300" imgH="2286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268" y="1599858"/>
                        <a:ext cx="1271332" cy="3316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2612203" y="2204709"/>
          <a:ext cx="2252752" cy="73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84300" imgH="444500" progId="Equation.DSMT4">
                  <p:embed/>
                </p:oleObj>
              </mc:Choice>
              <mc:Fallback>
                <p:oleObj r:id="rId4" imgW="1384300" imgH="4445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203" y="2204709"/>
                        <a:ext cx="2252752" cy="73094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775940" y="2736978"/>
          <a:ext cx="1386860" cy="643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27100" imgH="431800" progId="Equation.DSMT4">
                  <p:embed/>
                </p:oleObj>
              </mc:Choice>
              <mc:Fallback>
                <p:oleObj r:id="rId6" imgW="927100" imgH="43180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940" y="2736978"/>
                        <a:ext cx="1386860" cy="6433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7928834" y="2935655"/>
          <a:ext cx="846049" cy="34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34725" imgH="253890" progId="Equation.DSMT4">
                  <p:embed/>
                </p:oleObj>
              </mc:Choice>
              <mc:Fallback>
                <p:oleObj r:id="rId8" imgW="634725" imgH="253890" progId="Equation.DSMT4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8834" y="2935655"/>
                        <a:ext cx="846049" cy="340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0" y="1314891"/>
            <a:ext cx="91077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Consider inputs x</a:t>
            </a:r>
            <a:r>
              <a:rPr kumimoji="0" lang="en-US" altLang="en-US" sz="1800" b="0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which are real valued attributes and the outputs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US" altLang="en-US" sz="1800" b="0" i="0" u="none" strike="noStrike" kern="120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which are real 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valued of the form                     ,  where f(x</a:t>
            </a:r>
            <a:r>
              <a:rPr kumimoji="0" lang="en-US" altLang="en-US" sz="1800" b="0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) is the true function and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e</a:t>
            </a:r>
            <a:r>
              <a:rPr kumimoji="0" lang="en-US" altLang="en-US" sz="1800" b="0" i="0" u="none" strike="noStrike" kern="120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is a random variable representing laplacian noise with PDF given by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0" y="2933608"/>
            <a:ext cx="91077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     Implementing a linear regression model of the form ,                        and           ,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     find the maximum likelihood estimator of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ymbol" panose="05050102010706020507" pitchFamily="18" charset="2"/>
                <a:cs typeface="Symbol" panose="05050102010706020507" pitchFamily="18" charset="2"/>
              </a:rPr>
              <a:t>è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. Comment on the loss function.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004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04800" y="152400"/>
            <a:ext cx="7772400" cy="1143000"/>
          </a:xfrm>
        </p:spPr>
        <p:txBody>
          <a:bodyPr>
            <a:normAutofit/>
          </a:bodyPr>
          <a:lstStyle/>
          <a:p>
            <a:pPr marL="271463" indent="-42863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Additional Exercise for Student’s Practice</a:t>
            </a:r>
          </a:p>
        </p:txBody>
      </p:sp>
      <p:sp>
        <p:nvSpPr>
          <p:cNvPr id="9" name="Text Placeholder 1"/>
          <p:cNvSpPr>
            <a:spLocks noGrp="1"/>
          </p:cNvSpPr>
          <p:nvPr>
            <p:ph type="body" idx="1"/>
          </p:nvPr>
        </p:nvSpPr>
        <p:spPr>
          <a:xfrm>
            <a:off x="152400" y="1066800"/>
            <a:ext cx="4038600" cy="4711383"/>
          </a:xfrm>
        </p:spPr>
        <p:txBody>
          <a:bodyPr>
            <a:normAutofit/>
          </a:bodyPr>
          <a:lstStyle/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formula for 𝐿𝐿(𝜃)</a:t>
            </a: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 𝐿𝐿(𝜃) w.r.t. (each) 𝜃</a:t>
            </a: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endParaRPr lang="en-IN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3429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en-IN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1"/>
              <p:cNvSpPr txBox="1">
                <a:spLocks/>
              </p:cNvSpPr>
              <p:nvPr/>
            </p:nvSpPr>
            <p:spPr>
              <a:xfrm>
                <a:off x="533400" y="1828800"/>
                <a:ext cx="8291514" cy="47113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defRPr>
                </a:lvl1pPr>
                <a:lvl2pPr marL="914400" marR="0" lvl="1" indent="-330200" algn="l" rtl="0">
                  <a:lnSpc>
                    <a:spcPct val="100000"/>
                  </a:lnSpc>
                  <a:spcBef>
                    <a:spcPts val="32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–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L(ɵ)   = </a:t>
                </a: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L(ɵ)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2 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3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*……..*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sup>
                    </m:sSup>
                  </m:oMath>
                </a14:m>
                <a:endParaRPr lang="en-US" sz="1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  <a:sym typeface="Arial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(</m:t>
                        </m:r>
                        <m:nary>
                          <m:naryPr>
                            <m:chr m:val="∏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ɵ</m:t>
                                    </m:r>
                                  </m:den>
                                </m:f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 </m:t>
                                </m:r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0" lang="en-IN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−|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1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-2500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el-GR" sz="18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Arial"/>
                                      </a:rPr>
                                      <m:t>μ</m:t>
                                    </m:r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|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kumimoji="0" lang="en-IN" sz="1800" b="0" i="0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  <a:cs typeface="Arial"/>
                                        <a:sym typeface="Arial"/>
                                      </a:rPr>
                                      <m:t>ɵ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kumimoji="0" lang="en-IN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)</m:t>
                            </m:r>
                          </m:e>
                        </m:nary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 </m:t>
                        </m:r>
                      </m:e>
                      <m:sup/>
                    </m:sSup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LL(ɵ)  = ln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(</m:t>
                    </m:r>
                    <m:nary>
                      <m:naryPr>
                        <m:chr m:val="∏"/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𝑖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ɵ</m:t>
                                </m:r>
                              </m:den>
                            </m:f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 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kumimoji="0" lang="en-IN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−|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1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− 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Arial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kumimoji="0" lang="en-IN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  <a:cs typeface="Arial"/>
                                    <a:sym typeface="Arial"/>
                                  </a:rPr>
                                  <m:t>ɵ</m:t>
                                </m:r>
                              </m:den>
                            </m:f>
                          </m:sup>
                        </m:sSup>
                        <m:r>
                          <a:rPr kumimoji="0" lang="en-I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= 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kern="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IN" sz="1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800" dirty="0">
                        <a:solidFill>
                          <a:prstClr val="black"/>
                        </a:solidFill>
                      </a:rPr>
                      <m:t>ɵ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nary>
                  </m:oMath>
                </a14:m>
                <a:r>
                  <a:rPr lang="en-IN" sz="1800" dirty="0">
                    <a:solidFill>
                      <a:prstClr val="black"/>
                    </a:solidFill>
                  </a:rPr>
                  <a:t> 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sz="1800" kern="0" dirty="0">
                            <a:solidFill>
                              <a:prstClr val="black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</m:t>
                        </m:r>
                        <m:r>
                          <a:rPr lang="en-IN" sz="18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IN" sz="18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(</m:t>
                        </m:r>
                        <m:sSup>
                          <m:sSup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IN" sz="1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−|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dirty="0">
                                    <a:solidFill>
                                      <a:prstClr val="black"/>
                                    </a:solidFill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baseline="-250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b="1" baseline="-25000" dirty="0">
                                    <a:solidFill>
                                      <a:prstClr val="black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IN" sz="1800" baseline="-250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−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μ</m:t>
                                </m:r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IN" sz="1800" dirty="0">
                                    <a:solidFill>
                                      <a:prstClr val="black"/>
                                    </a:solidFill>
                                  </a:rPr>
                                  <m:t>ɵ</m:t>
                                </m:r>
                              </m:den>
                            </m:f>
                          </m:sup>
                        </m:sSup>
                        <m: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          </a:t>
                </a: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/>
                      <m:sub>
                        <m:r>
                          <m:rPr>
                            <m:nor/>
                          </m:rPr>
                          <a:rPr lang="en-IN" sz="1800" dirty="0">
                            <a:solidFill>
                              <a:prstClr val="black"/>
                            </a:solidFill>
                          </a:rPr>
                          <m:t>ɵ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𝑎𝑟𝑔𝑚𝑎𝑥</m:t>
                        </m:r>
                      </m:sup>
                    </m:sSubSup>
                  </m:oMath>
                </a14:m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kern="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IN" sz="1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800" dirty="0">
                        <a:solidFill>
                          <a:prstClr val="black"/>
                        </a:solidFill>
                      </a:rPr>
                      <m:t>ɵ</m:t>
                    </m:r>
                    <m:r>
                      <a:rPr lang="en-IN" sz="1800" i="1" kern="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1800" dirty="0">
                    <a:solidFill>
                      <a:prstClr val="black"/>
                    </a:solidFill>
                  </a:rPr>
                  <a:t>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en-IN" sz="1800" b="1" dirty="0">
                                <a:solidFill>
                                  <a:prstClr val="black"/>
                                </a:solidFill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b="1" baseline="-25000" dirty="0">
                                <a:solidFill>
                                  <a:prstClr val="black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IN" sz="1800" baseline="-25000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l-GR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IN" sz="1800" dirty="0">
                                <a:solidFill>
                                  <a:prstClr val="black"/>
                                </a:solidFill>
                              </a:rPr>
                              <m:t>ɵ</m:t>
                            </m:r>
                          </m:den>
                        </m:f>
                      </m:e>
                    </m:nary>
                  </m:oMath>
                </a14:m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lvl="0" indent="0" fontAlgn="auto">
                  <a:buSzPct val="100000"/>
                  <a:defRPr/>
                </a:pPr>
                <a:r>
                  <a:rPr lang="en-IN" sz="1800" kern="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sSubSupPr>
                      <m:e/>
                      <m:sub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ɵ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𝑎𝑟𝑔𝑚𝑖𝑛</m:t>
                        </m:r>
                      </m:sup>
                    </m:sSubSup>
                    <m:r>
                      <a:rPr kumimoji="0" lang="en-IN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mbria" panose="02040503050406030204" pitchFamily="18" charset="0"/>
                        <a:cs typeface="Arial" panose="020B0604020202020204" pitchFamily="34" charset="0"/>
                        <a:sym typeface="Arial"/>
                      </a:rPr>
                      <m:t>l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𝑛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(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2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𝑖</m:t>
                        </m:r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ɵ</m:t>
                            </m:r>
                          </m:den>
                        </m:f>
                      </m:e>
                    </m:nary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Gradient ( LL(ɵ) )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(ɵ)</m:t>
                        </m:r>
                      </m:den>
                    </m:f>
                    <m:r>
                      <a:rPr kumimoji="0" lang="en-I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−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</m:t>
                        </m:r>
                        <m:r>
                          <a:rPr kumimoji="0" lang="en-IN" sz="1800" b="0" i="1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=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0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 </m:t>
                    </m:r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 		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  <m:t>𝑛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(ɵ)</m:t>
                        </m:r>
                      </m:den>
                    </m:f>
                    <m:r>
                      <a:rPr kumimoji="0" lang="en-I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(ɵ</m:t>
                        </m:r>
                        <m:r>
                          <a:rPr kumimoji="0" lang="en-IN" sz="1800" b="0" i="1" u="none" strike="noStrike" kern="1200" cap="none" spc="0" normalizeH="0" baseline="300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)</m:t>
                        </m:r>
                      </m:den>
                    </m:f>
                  </m:oMath>
                </a14:m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Arial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		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  <a:sym typeface="Arial"/>
                      </a:rPr>
                      <m:t>ɵ</m:t>
                    </m:r>
                    <m:r>
                      <a:rPr kumimoji="0" lang="en-I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Arial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1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-2500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μ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" panose="02040503050406030204" pitchFamily="18" charset="0"/>
                                <a:ea typeface="Cambria" panose="02040503050406030204" pitchFamily="18" charset="0"/>
                                <a:cs typeface="Arial"/>
                                <a:sym typeface="Arial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Arial"/>
                            <a:sym typeface="Arial"/>
                          </a:rPr>
                          <m:t>n</m:t>
                        </m:r>
                      </m:den>
                    </m:f>
                  </m:oMath>
                </a14:m>
                <a:r>
                  <a:rPr kumimoji="0" lang="en-IN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Cambria" panose="02040503050406030204" pitchFamily="18" charset="0"/>
                    <a:cs typeface="Arial"/>
                    <a:sym typeface="Arial"/>
                  </a:rPr>
                  <a:t>    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  <a:sym typeface="Arial"/>
                  </a:rPr>
                  <a:t>Instead of MSE, MAE is the maximum likelihood hypothesis. So MAE is appropriate for the loss function</a:t>
                </a:r>
                <a:endParaRPr kumimoji="0" lang="en-IN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  <a:p>
                <a:pPr marL="2286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101141"/>
                  </a:buClr>
                  <a:buSzPct val="100000"/>
                  <a:buFont typeface="Arial"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10" name="Tex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8800"/>
                <a:ext cx="8291514" cy="47113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922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2"/>
              </a:rPr>
              <a:t>https://www.inf.ed.ac.uk/teaching/courses/inf2b/learnnotes/inf2b-learn07-notes-nup.pdf</a:t>
            </a:r>
            <a:endParaRPr lang="en-I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hlinkClick r:id="rId3"/>
              </a:rPr>
              <a:t>https://cs229.stanford.edu/summer2019/cs229-notes2.pdf</a:t>
            </a:r>
            <a:endParaRPr lang="en-I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Tom Mitchell – Chapter 6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https://nlp.stanford.edu/IR-book/pdf/13bayes.pdf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2593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981200"/>
            <a:ext cx="6096000" cy="1143000"/>
          </a:xfrm>
        </p:spPr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676400" y="4800600"/>
            <a:ext cx="8001000" cy="1066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marR="0" lvl="0" indent="-800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Next Session Plan :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Module</a:t>
            </a:r>
            <a:r>
              <a:rPr kumimoji="0" lang="en-IN" sz="1600" b="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lang="en-IN" sz="1600" dirty="0">
                <a:solidFill>
                  <a:srgbClr val="7030A0"/>
                </a:solidFill>
                <a:latin typeface="Calibri"/>
              </a:rPr>
              <a:t>9 : Ensemble Learning</a:t>
            </a:r>
            <a:endParaRPr kumimoji="0" lang="en-IN" sz="1600" b="0" i="0" u="none" strike="noStrike" kern="1200" cap="none" spc="0" normalizeH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Google Shape;359;p10"/>
          <p:cNvSpPr txBox="1"/>
          <p:nvPr/>
        </p:nvSpPr>
        <p:spPr>
          <a:xfrm>
            <a:off x="457200" y="2819400"/>
            <a:ext cx="8292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Required Reading for completed session :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T1 - Chapter  # 8  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+mn-ea"/>
                <a:cs typeface="+mn-cs"/>
              </a:rPr>
              <a:t>Tom M. Mitchell, Machine Learning)</a:t>
            </a: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T1 - Chapter  # 6   (</a:t>
            </a:r>
            <a:r>
              <a:rPr lang="en-US" dirty="0">
                <a:solidFill>
                  <a:prstClr val="black"/>
                </a:solidFill>
              </a:rPr>
              <a:t>Tom M. Mitchell, Machine Learning)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defRPr/>
            </a:pPr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 – Chapter # 3  (</a:t>
            </a:r>
            <a:r>
              <a:rPr lang="en-US" dirty="0">
                <a:solidFill>
                  <a:prstClr val="black"/>
                </a:solidFill>
              </a:rPr>
              <a:t>Christopher M. </a:t>
            </a:r>
            <a:r>
              <a:rPr lang="en-US" dirty="0" err="1">
                <a:solidFill>
                  <a:prstClr val="black"/>
                </a:solidFill>
              </a:rPr>
              <a:t>Bhisop</a:t>
            </a:r>
            <a:r>
              <a:rPr lang="en-US" dirty="0">
                <a:solidFill>
                  <a:prstClr val="black"/>
                </a:solidFill>
              </a:rPr>
              <a:t>, Pattern Recognition &amp; Machine Learning) &amp; Refresh your MFDS  &amp; ISM parallel course basics </a:t>
            </a: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+mn-ea"/>
              <a:cs typeface="+mn-cs"/>
            </a:endParaRPr>
          </a:p>
          <a:p>
            <a:pPr marL="542925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D1E9CD-1F1E-18B4-34B6-D9257665EB68}"/>
                  </a:ext>
                </a:extLst>
              </p14:cNvPr>
              <p14:cNvContentPartPr/>
              <p14:nvPr/>
            </p14:nvContentPartPr>
            <p14:xfrm>
              <a:off x="1466280" y="4500720"/>
              <a:ext cx="7395120" cy="1877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D1E9CD-1F1E-18B4-34B6-D9257665EB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6920" y="4491360"/>
                <a:ext cx="7413840" cy="18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28597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9747047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2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3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3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2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58543d8bc0cfcdfd6dc214ca45683f7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39c990f4c0bc340faab59afd8c44214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B3F926A1-2E8C-4116-860A-E45E83DA3890}"/>
</file>

<file path=customXml/itemProps2.xml><?xml version="1.0" encoding="utf-8"?>
<ds:datastoreItem xmlns:ds="http://schemas.openxmlformats.org/officeDocument/2006/customXml" ds:itemID="{49B5D3C9-2FD0-4C1A-862A-9BD3F9760A90}"/>
</file>

<file path=customXml/itemProps3.xml><?xml version="1.0" encoding="utf-8"?>
<ds:datastoreItem xmlns:ds="http://schemas.openxmlformats.org/officeDocument/2006/customXml" ds:itemID="{1F81BA4A-53BC-4757-9AA6-28E11F9A5CAF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0</TotalTime>
  <Words>1739</Words>
  <Application>Microsoft Office PowerPoint</Application>
  <PresentationFormat>On-screen Show (4:3)</PresentationFormat>
  <Paragraphs>387</Paragraphs>
  <Slides>28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18</vt:i4>
      </vt:variant>
      <vt:variant>
        <vt:lpstr>Slide Titles</vt:lpstr>
      </vt:variant>
      <vt:variant>
        <vt:i4>28</vt:i4>
      </vt:variant>
    </vt:vector>
  </HeadingPairs>
  <TitlesOfParts>
    <vt:vector size="46" baseType="lpstr">
      <vt:lpstr>1_Office Theme</vt:lpstr>
      <vt:lpstr>Office Theme</vt:lpstr>
      <vt:lpstr>2_Office Theme</vt:lpstr>
      <vt:lpstr>5_Office Theme</vt:lpstr>
      <vt:lpstr>12_Office Theme</vt:lpstr>
      <vt:lpstr>6_Office Theme</vt:lpstr>
      <vt:lpstr>17_Office Theme</vt:lpstr>
      <vt:lpstr>18_Office Theme</vt:lpstr>
      <vt:lpstr>21_Office Theme</vt:lpstr>
      <vt:lpstr>23_Office Theme</vt:lpstr>
      <vt:lpstr>4_Office Theme</vt:lpstr>
      <vt:lpstr>24_Office Theme</vt:lpstr>
      <vt:lpstr>11_Office Theme</vt:lpstr>
      <vt:lpstr>19_Office Theme</vt:lpstr>
      <vt:lpstr>26_Office Theme</vt:lpstr>
      <vt:lpstr>31_Office Theme</vt:lpstr>
      <vt:lpstr>34_Office Theme</vt:lpstr>
      <vt:lpstr>29_Office Theme</vt:lpstr>
      <vt:lpstr>PowerPoint Presentation</vt:lpstr>
      <vt:lpstr>Machine Learning</vt:lpstr>
      <vt:lpstr>PowerPoint Presentation</vt:lpstr>
      <vt:lpstr>Bayesian Learning  Parameter Estimation</vt:lpstr>
      <vt:lpstr>Distribution</vt:lpstr>
      <vt:lpstr>Parameter Estimation</vt:lpstr>
      <vt:lpstr>PowerPoint Presentation</vt:lpstr>
      <vt:lpstr>Parameter in ML</vt:lpstr>
      <vt:lpstr>Parameter Estimation in ML</vt:lpstr>
      <vt:lpstr>Intuition of Bayes Theorem</vt:lpstr>
      <vt:lpstr>PowerPoint Presentation</vt:lpstr>
      <vt:lpstr>MLE – Linear Regression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Problems in MLE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Neha Vinayak .</cp:lastModifiedBy>
  <cp:revision>2</cp:revision>
  <dcterms:created xsi:type="dcterms:W3CDTF">2021-11-12T07:04:08Z</dcterms:created>
  <dcterms:modified xsi:type="dcterms:W3CDTF">2026-01-10T07:20:06Z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